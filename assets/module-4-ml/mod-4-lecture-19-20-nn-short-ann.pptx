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ppt/ink/ink1216.xml" ContentType="application/inkml+xml"/>
  <Override PartName="/ppt/ink/ink1217.xml" ContentType="application/inkml+xml"/>
  <Override PartName="/ppt/ink/ink1218.xml" ContentType="application/inkml+xml"/>
  <Override PartName="/ppt/ink/ink1219.xml" ContentType="application/inkml+xml"/>
  <Override PartName="/ppt/ink/ink1220.xml" ContentType="application/inkml+xml"/>
  <Override PartName="/ppt/ink/ink1221.xml" ContentType="application/inkml+xml"/>
  <Override PartName="/ppt/ink/ink1222.xml" ContentType="application/inkml+xml"/>
  <Override PartName="/ppt/ink/ink1223.xml" ContentType="application/inkml+xml"/>
  <Override PartName="/ppt/ink/ink1224.xml" ContentType="application/inkml+xml"/>
  <Override PartName="/ppt/ink/ink1225.xml" ContentType="application/inkml+xml"/>
  <Override PartName="/ppt/ink/ink1226.xml" ContentType="application/inkml+xml"/>
  <Override PartName="/ppt/ink/ink1227.xml" ContentType="application/inkml+xml"/>
  <Override PartName="/ppt/ink/ink1228.xml" ContentType="application/inkml+xml"/>
  <Override PartName="/ppt/ink/ink1229.xml" ContentType="application/inkml+xml"/>
  <Override PartName="/ppt/ink/ink1230.xml" ContentType="application/inkml+xml"/>
  <Override PartName="/ppt/ink/ink1231.xml" ContentType="application/inkml+xml"/>
  <Override PartName="/ppt/ink/ink1232.xml" ContentType="application/inkml+xml"/>
  <Override PartName="/ppt/ink/ink1233.xml" ContentType="application/inkml+xml"/>
  <Override PartName="/ppt/ink/ink1234.xml" ContentType="application/inkml+xml"/>
  <Override PartName="/ppt/ink/ink1235.xml" ContentType="application/inkml+xml"/>
  <Override PartName="/ppt/ink/ink1236.xml" ContentType="application/inkml+xml"/>
  <Override PartName="/ppt/ink/ink1237.xml" ContentType="application/inkml+xml"/>
  <Override PartName="/ppt/ink/ink1238.xml" ContentType="application/inkml+xml"/>
  <Override PartName="/ppt/ink/ink1239.xml" ContentType="application/inkml+xml"/>
  <Override PartName="/ppt/ink/ink1240.xml" ContentType="application/inkml+xml"/>
  <Override PartName="/ppt/ink/ink1241.xml" ContentType="application/inkml+xml"/>
  <Override PartName="/ppt/ink/ink1242.xml" ContentType="application/inkml+xml"/>
  <Override PartName="/ppt/ink/ink1243.xml" ContentType="application/inkml+xml"/>
  <Override PartName="/ppt/ink/ink1244.xml" ContentType="application/inkml+xml"/>
  <Override PartName="/ppt/ink/ink1245.xml" ContentType="application/inkml+xml"/>
  <Override PartName="/ppt/ink/ink1246.xml" ContentType="application/inkml+xml"/>
  <Override PartName="/ppt/ink/ink1247.xml" ContentType="application/inkml+xml"/>
  <Override PartName="/ppt/ink/ink1248.xml" ContentType="application/inkml+xml"/>
  <Override PartName="/ppt/ink/ink1249.xml" ContentType="application/inkml+xml"/>
  <Override PartName="/ppt/ink/ink1250.xml" ContentType="application/inkml+xml"/>
  <Override PartName="/ppt/ink/ink1251.xml" ContentType="application/inkml+xml"/>
  <Override PartName="/ppt/ink/ink1252.xml" ContentType="application/inkml+xml"/>
  <Override PartName="/ppt/ink/ink1253.xml" ContentType="application/inkml+xml"/>
  <Override PartName="/ppt/ink/ink1254.xml" ContentType="application/inkml+xml"/>
  <Override PartName="/ppt/ink/ink1255.xml" ContentType="application/inkml+xml"/>
  <Override PartName="/ppt/ink/ink1256.xml" ContentType="application/inkml+xml"/>
  <Override PartName="/ppt/ink/ink1257.xml" ContentType="application/inkml+xml"/>
  <Override PartName="/ppt/ink/ink1258.xml" ContentType="application/inkml+xml"/>
  <Override PartName="/ppt/ink/ink1259.xml" ContentType="application/inkml+xml"/>
  <Override PartName="/ppt/ink/ink1260.xml" ContentType="application/inkml+xml"/>
  <Override PartName="/ppt/ink/ink1261.xml" ContentType="application/inkml+xml"/>
  <Override PartName="/ppt/ink/ink1262.xml" ContentType="application/inkml+xml"/>
  <Override PartName="/ppt/ink/ink1263.xml" ContentType="application/inkml+xml"/>
  <Override PartName="/ppt/ink/ink1264.xml" ContentType="application/inkml+xml"/>
  <Override PartName="/ppt/ink/ink1265.xml" ContentType="application/inkml+xml"/>
  <Override PartName="/ppt/ink/ink1266.xml" ContentType="application/inkml+xml"/>
  <Override PartName="/ppt/ink/ink1267.xml" ContentType="application/inkml+xml"/>
  <Override PartName="/ppt/ink/ink1268.xml" ContentType="application/inkml+xml"/>
  <Override PartName="/ppt/ink/ink1269.xml" ContentType="application/inkml+xml"/>
  <Override PartName="/ppt/ink/ink1270.xml" ContentType="application/inkml+xml"/>
  <Override PartName="/ppt/ink/ink1271.xml" ContentType="application/inkml+xml"/>
  <Override PartName="/ppt/ink/ink1272.xml" ContentType="application/inkml+xml"/>
  <Override PartName="/ppt/ink/ink1273.xml" ContentType="application/inkml+xml"/>
  <Override PartName="/ppt/ink/ink1274.xml" ContentType="application/inkml+xml"/>
  <Override PartName="/ppt/ink/ink1275.xml" ContentType="application/inkml+xml"/>
  <Override PartName="/ppt/ink/ink1276.xml" ContentType="application/inkml+xml"/>
  <Override PartName="/ppt/ink/ink1277.xml" ContentType="application/inkml+xml"/>
  <Override PartName="/ppt/ink/ink1278.xml" ContentType="application/inkml+xml"/>
  <Override PartName="/ppt/ink/ink1279.xml" ContentType="application/inkml+xml"/>
  <Override PartName="/ppt/ink/ink1280.xml" ContentType="application/inkml+xml"/>
  <Override PartName="/ppt/ink/ink1281.xml" ContentType="application/inkml+xml"/>
  <Override PartName="/ppt/ink/ink1282.xml" ContentType="application/inkml+xml"/>
  <Override PartName="/ppt/ink/ink1283.xml" ContentType="application/inkml+xml"/>
  <Override PartName="/ppt/ink/ink1284.xml" ContentType="application/inkml+xml"/>
  <Override PartName="/ppt/ink/ink1285.xml" ContentType="application/inkml+xml"/>
  <Override PartName="/ppt/ink/ink1286.xml" ContentType="application/inkml+xml"/>
  <Override PartName="/ppt/ink/ink1287.xml" ContentType="application/inkml+xml"/>
  <Override PartName="/ppt/ink/ink1288.xml" ContentType="application/inkml+xml"/>
  <Override PartName="/ppt/ink/ink1289.xml" ContentType="application/inkml+xml"/>
  <Override PartName="/ppt/ink/ink1290.xml" ContentType="application/inkml+xml"/>
  <Override PartName="/ppt/ink/ink1291.xml" ContentType="application/inkml+xml"/>
  <Override PartName="/ppt/ink/ink1292.xml" ContentType="application/inkml+xml"/>
  <Override PartName="/ppt/ink/ink1293.xml" ContentType="application/inkml+xml"/>
  <Override PartName="/ppt/ink/ink1294.xml" ContentType="application/inkml+xml"/>
  <Override PartName="/ppt/ink/ink1295.xml" ContentType="application/inkml+xml"/>
  <Override PartName="/ppt/ink/ink1296.xml" ContentType="application/inkml+xml"/>
  <Override PartName="/ppt/ink/ink1297.xml" ContentType="application/inkml+xml"/>
  <Override PartName="/ppt/ink/ink1298.xml" ContentType="application/inkml+xml"/>
  <Override PartName="/ppt/ink/ink1299.xml" ContentType="application/inkml+xml"/>
  <Override PartName="/ppt/ink/ink1300.xml" ContentType="application/inkml+xml"/>
  <Override PartName="/ppt/ink/ink1301.xml" ContentType="application/inkml+xml"/>
  <Override PartName="/ppt/ink/ink1302.xml" ContentType="application/inkml+xml"/>
  <Override PartName="/ppt/ink/ink1303.xml" ContentType="application/inkml+xml"/>
  <Override PartName="/ppt/ink/ink1304.xml" ContentType="application/inkml+xml"/>
  <Override PartName="/ppt/ink/ink1305.xml" ContentType="application/inkml+xml"/>
  <Override PartName="/ppt/ink/ink1306.xml" ContentType="application/inkml+xml"/>
  <Override PartName="/ppt/ink/ink1307.xml" ContentType="application/inkml+xml"/>
  <Override PartName="/ppt/ink/ink1308.xml" ContentType="application/inkml+xml"/>
  <Override PartName="/ppt/ink/ink1309.xml" ContentType="application/inkml+xml"/>
  <Override PartName="/ppt/ink/ink1310.xml" ContentType="application/inkml+xml"/>
  <Override PartName="/ppt/ink/ink1311.xml" ContentType="application/inkml+xml"/>
  <Override PartName="/ppt/ink/ink1312.xml" ContentType="application/inkml+xml"/>
  <Override PartName="/ppt/ink/ink1313.xml" ContentType="application/inkml+xml"/>
  <Override PartName="/ppt/ink/ink1314.xml" ContentType="application/inkml+xml"/>
  <Override PartName="/ppt/ink/ink1315.xml" ContentType="application/inkml+xml"/>
  <Override PartName="/ppt/ink/ink1316.xml" ContentType="application/inkml+xml"/>
  <Override PartName="/ppt/ink/ink1317.xml" ContentType="application/inkml+xml"/>
  <Override PartName="/ppt/ink/ink1318.xml" ContentType="application/inkml+xml"/>
  <Override PartName="/ppt/ink/ink1319.xml" ContentType="application/inkml+xml"/>
  <Override PartName="/ppt/ink/ink1320.xml" ContentType="application/inkml+xml"/>
  <Override PartName="/ppt/ink/ink1321.xml" ContentType="application/inkml+xml"/>
  <Override PartName="/ppt/ink/ink1322.xml" ContentType="application/inkml+xml"/>
  <Override PartName="/ppt/ink/ink1323.xml" ContentType="application/inkml+xml"/>
  <Override PartName="/ppt/ink/ink1324.xml" ContentType="application/inkml+xml"/>
  <Override PartName="/ppt/ink/ink1325.xml" ContentType="application/inkml+xml"/>
  <Override PartName="/ppt/ink/ink1326.xml" ContentType="application/inkml+xml"/>
  <Override PartName="/ppt/ink/ink1327.xml" ContentType="application/inkml+xml"/>
  <Override PartName="/ppt/ink/ink1328.xml" ContentType="application/inkml+xml"/>
  <Override PartName="/ppt/ink/ink1329.xml" ContentType="application/inkml+xml"/>
  <Override PartName="/ppt/ink/ink1330.xml" ContentType="application/inkml+xml"/>
  <Override PartName="/ppt/ink/ink1331.xml" ContentType="application/inkml+xml"/>
  <Override PartName="/ppt/ink/ink1332.xml" ContentType="application/inkml+xml"/>
  <Override PartName="/ppt/ink/ink1333.xml" ContentType="application/inkml+xml"/>
  <Override PartName="/ppt/ink/ink1334.xml" ContentType="application/inkml+xml"/>
  <Override PartName="/ppt/ink/ink1335.xml" ContentType="application/inkml+xml"/>
  <Override PartName="/ppt/ink/ink1336.xml" ContentType="application/inkml+xml"/>
  <Override PartName="/ppt/ink/ink1337.xml" ContentType="application/inkml+xml"/>
  <Override PartName="/ppt/ink/ink1338.xml" ContentType="application/inkml+xml"/>
  <Override PartName="/ppt/ink/ink1339.xml" ContentType="application/inkml+xml"/>
  <Override PartName="/ppt/ink/ink1340.xml" ContentType="application/inkml+xml"/>
  <Override PartName="/ppt/ink/ink1341.xml" ContentType="application/inkml+xml"/>
  <Override PartName="/ppt/ink/ink1342.xml" ContentType="application/inkml+xml"/>
  <Override PartName="/ppt/ink/ink1343.xml" ContentType="application/inkml+xml"/>
  <Override PartName="/ppt/ink/ink1344.xml" ContentType="application/inkml+xml"/>
  <Override PartName="/ppt/ink/ink1345.xml" ContentType="application/inkml+xml"/>
  <Override PartName="/ppt/ink/ink1346.xml" ContentType="application/inkml+xml"/>
  <Override PartName="/ppt/ink/ink1347.xml" ContentType="application/inkml+xml"/>
  <Override PartName="/ppt/ink/ink1348.xml" ContentType="application/inkml+xml"/>
  <Override PartName="/ppt/ink/ink1349.xml" ContentType="application/inkml+xml"/>
  <Override PartName="/ppt/ink/ink1350.xml" ContentType="application/inkml+xml"/>
  <Override PartName="/ppt/ink/ink1351.xml" ContentType="application/inkml+xml"/>
  <Override PartName="/ppt/ink/ink1352.xml" ContentType="application/inkml+xml"/>
  <Override PartName="/ppt/ink/ink1353.xml" ContentType="application/inkml+xml"/>
  <Override PartName="/ppt/ink/ink1354.xml" ContentType="application/inkml+xml"/>
  <Override PartName="/ppt/ink/ink1355.xml" ContentType="application/inkml+xml"/>
  <Override PartName="/ppt/ink/ink1356.xml" ContentType="application/inkml+xml"/>
  <Override PartName="/ppt/ink/ink1357.xml" ContentType="application/inkml+xml"/>
  <Override PartName="/ppt/ink/ink1358.xml" ContentType="application/inkml+xml"/>
  <Override PartName="/ppt/ink/ink1359.xml" ContentType="application/inkml+xml"/>
  <Override PartName="/ppt/ink/ink1360.xml" ContentType="application/inkml+xml"/>
  <Override PartName="/ppt/ink/ink1361.xml" ContentType="application/inkml+xml"/>
  <Override PartName="/ppt/ink/ink1362.xml" ContentType="application/inkml+xml"/>
  <Override PartName="/ppt/ink/ink1363.xml" ContentType="application/inkml+xml"/>
  <Override PartName="/ppt/ink/ink1364.xml" ContentType="application/inkml+xml"/>
  <Override PartName="/ppt/ink/ink1365.xml" ContentType="application/inkml+xml"/>
  <Override PartName="/ppt/ink/ink1366.xml" ContentType="application/inkml+xml"/>
  <Override PartName="/ppt/ink/ink1367.xml" ContentType="application/inkml+xml"/>
  <Override PartName="/ppt/ink/ink1368.xml" ContentType="application/inkml+xml"/>
  <Override PartName="/ppt/ink/ink1369.xml" ContentType="application/inkml+xml"/>
  <Override PartName="/ppt/ink/ink1370.xml" ContentType="application/inkml+xml"/>
  <Override PartName="/ppt/ink/ink1371.xml" ContentType="application/inkml+xml"/>
  <Override PartName="/ppt/ink/ink1372.xml" ContentType="application/inkml+xml"/>
  <Override PartName="/ppt/ink/ink1373.xml" ContentType="application/inkml+xml"/>
  <Override PartName="/ppt/ink/ink1374.xml" ContentType="application/inkml+xml"/>
  <Override PartName="/ppt/ink/ink1375.xml" ContentType="application/inkml+xml"/>
  <Override PartName="/ppt/ink/ink1376.xml" ContentType="application/inkml+xml"/>
  <Override PartName="/ppt/ink/ink1377.xml" ContentType="application/inkml+xml"/>
  <Override PartName="/ppt/ink/ink1378.xml" ContentType="application/inkml+xml"/>
  <Override PartName="/ppt/ink/ink1379.xml" ContentType="application/inkml+xml"/>
  <Override PartName="/ppt/ink/ink1380.xml" ContentType="application/inkml+xml"/>
  <Override PartName="/ppt/ink/ink1381.xml" ContentType="application/inkml+xml"/>
  <Override PartName="/ppt/ink/ink1382.xml" ContentType="application/inkml+xml"/>
  <Override PartName="/ppt/ink/ink1383.xml" ContentType="application/inkml+xml"/>
  <Override PartName="/ppt/ink/ink1384.xml" ContentType="application/inkml+xml"/>
  <Override PartName="/ppt/ink/ink1385.xml" ContentType="application/inkml+xml"/>
  <Override PartName="/ppt/ink/ink1386.xml" ContentType="application/inkml+xml"/>
  <Override PartName="/ppt/ink/ink1387.xml" ContentType="application/inkml+xml"/>
  <Override PartName="/ppt/ink/ink1388.xml" ContentType="application/inkml+xml"/>
  <Override PartName="/ppt/ink/ink1389.xml" ContentType="application/inkml+xml"/>
  <Override PartName="/ppt/ink/ink1390.xml" ContentType="application/inkml+xml"/>
  <Override PartName="/ppt/ink/ink1391.xml" ContentType="application/inkml+xml"/>
  <Override PartName="/ppt/ink/ink1392.xml" ContentType="application/inkml+xml"/>
  <Override PartName="/ppt/ink/ink1393.xml" ContentType="application/inkml+xml"/>
  <Override PartName="/ppt/ink/ink1394.xml" ContentType="application/inkml+xml"/>
  <Override PartName="/ppt/ink/ink1395.xml" ContentType="application/inkml+xml"/>
  <Override PartName="/ppt/ink/ink1396.xml" ContentType="application/inkml+xml"/>
  <Override PartName="/ppt/ink/ink1397.xml" ContentType="application/inkml+xml"/>
  <Override PartName="/ppt/ink/ink1398.xml" ContentType="application/inkml+xml"/>
  <Override PartName="/ppt/ink/ink1399.xml" ContentType="application/inkml+xml"/>
  <Override PartName="/ppt/ink/ink1400.xml" ContentType="application/inkml+xml"/>
  <Override PartName="/ppt/ink/ink1401.xml" ContentType="application/inkml+xml"/>
  <Override PartName="/ppt/ink/ink1402.xml" ContentType="application/inkml+xml"/>
  <Override PartName="/ppt/ink/ink1403.xml" ContentType="application/inkml+xml"/>
  <Override PartName="/ppt/ink/ink1404.xml" ContentType="application/inkml+xml"/>
  <Override PartName="/ppt/ink/ink1405.xml" ContentType="application/inkml+xml"/>
  <Override PartName="/ppt/ink/ink1406.xml" ContentType="application/inkml+xml"/>
  <Override PartName="/ppt/ink/ink1407.xml" ContentType="application/inkml+xml"/>
  <Override PartName="/ppt/ink/ink1408.xml" ContentType="application/inkml+xml"/>
  <Override PartName="/ppt/ink/ink1409.xml" ContentType="application/inkml+xml"/>
  <Override PartName="/ppt/ink/ink1410.xml" ContentType="application/inkml+xml"/>
  <Override PartName="/ppt/ink/ink1411.xml" ContentType="application/inkml+xml"/>
  <Override PartName="/ppt/ink/ink1412.xml" ContentType="application/inkml+xml"/>
  <Override PartName="/ppt/ink/ink1413.xml" ContentType="application/inkml+xml"/>
  <Override PartName="/ppt/ink/ink1414.xml" ContentType="application/inkml+xml"/>
  <Override PartName="/ppt/ink/ink1415.xml" ContentType="application/inkml+xml"/>
  <Override PartName="/ppt/ink/ink1416.xml" ContentType="application/inkml+xml"/>
  <Override PartName="/ppt/ink/ink1417.xml" ContentType="application/inkml+xml"/>
  <Override PartName="/ppt/ink/ink1418.xml" ContentType="application/inkml+xml"/>
  <Override PartName="/ppt/ink/ink1419.xml" ContentType="application/inkml+xml"/>
  <Override PartName="/ppt/ink/ink1420.xml" ContentType="application/inkml+xml"/>
  <Override PartName="/ppt/ink/ink1421.xml" ContentType="application/inkml+xml"/>
  <Override PartName="/ppt/ink/ink1422.xml" ContentType="application/inkml+xml"/>
  <Override PartName="/ppt/ink/ink1423.xml" ContentType="application/inkml+xml"/>
  <Override PartName="/ppt/ink/ink1424.xml" ContentType="application/inkml+xml"/>
  <Override PartName="/ppt/ink/ink1425.xml" ContentType="application/inkml+xml"/>
  <Override PartName="/ppt/ink/ink1426.xml" ContentType="application/inkml+xml"/>
  <Override PartName="/ppt/ink/ink1427.xml" ContentType="application/inkml+xml"/>
  <Override PartName="/ppt/ink/ink1428.xml" ContentType="application/inkml+xml"/>
  <Override PartName="/ppt/ink/ink1429.xml" ContentType="application/inkml+xml"/>
  <Override PartName="/ppt/ink/ink1430.xml" ContentType="application/inkml+xml"/>
  <Override PartName="/ppt/ink/ink1431.xml" ContentType="application/inkml+xml"/>
  <Override PartName="/ppt/ink/ink1432.xml" ContentType="application/inkml+xml"/>
  <Override PartName="/ppt/ink/ink1433.xml" ContentType="application/inkml+xml"/>
  <Override PartName="/ppt/ink/ink1434.xml" ContentType="application/inkml+xml"/>
  <Override PartName="/ppt/ink/ink1435.xml" ContentType="application/inkml+xml"/>
  <Override PartName="/ppt/ink/ink1436.xml" ContentType="application/inkml+xml"/>
  <Override PartName="/ppt/ink/ink1437.xml" ContentType="application/inkml+xml"/>
  <Override PartName="/ppt/ink/ink1438.xml" ContentType="application/inkml+xml"/>
  <Override PartName="/ppt/ink/ink1439.xml" ContentType="application/inkml+xml"/>
  <Override PartName="/ppt/ink/ink1440.xml" ContentType="application/inkml+xml"/>
  <Override PartName="/ppt/ink/ink1441.xml" ContentType="application/inkml+xml"/>
  <Override PartName="/ppt/ink/ink1442.xml" ContentType="application/inkml+xml"/>
  <Override PartName="/ppt/ink/ink1443.xml" ContentType="application/inkml+xml"/>
  <Override PartName="/ppt/ink/ink1444.xml" ContentType="application/inkml+xml"/>
  <Override PartName="/ppt/ink/ink1445.xml" ContentType="application/inkml+xml"/>
  <Override PartName="/ppt/ink/ink1446.xml" ContentType="application/inkml+xml"/>
  <Override PartName="/ppt/ink/ink1447.xml" ContentType="application/inkml+xml"/>
  <Override PartName="/ppt/ink/ink1448.xml" ContentType="application/inkml+xml"/>
  <Override PartName="/ppt/ink/ink1449.xml" ContentType="application/inkml+xml"/>
  <Override PartName="/ppt/ink/ink1450.xml" ContentType="application/inkml+xml"/>
  <Override PartName="/ppt/ink/ink1451.xml" ContentType="application/inkml+xml"/>
  <Override PartName="/ppt/ink/ink1452.xml" ContentType="application/inkml+xml"/>
  <Override PartName="/ppt/ink/ink1453.xml" ContentType="application/inkml+xml"/>
  <Override PartName="/ppt/ink/ink1454.xml" ContentType="application/inkml+xml"/>
  <Override PartName="/ppt/ink/ink1455.xml" ContentType="application/inkml+xml"/>
  <Override PartName="/ppt/ink/ink1456.xml" ContentType="application/inkml+xml"/>
  <Override PartName="/ppt/ink/ink1457.xml" ContentType="application/inkml+xml"/>
  <Override PartName="/ppt/ink/ink1458.xml" ContentType="application/inkml+xml"/>
  <Override PartName="/ppt/ink/ink1459.xml" ContentType="application/inkml+xml"/>
  <Override PartName="/ppt/ink/ink1460.xml" ContentType="application/inkml+xml"/>
  <Override PartName="/ppt/ink/ink1461.xml" ContentType="application/inkml+xml"/>
  <Override PartName="/ppt/ink/ink1462.xml" ContentType="application/inkml+xml"/>
  <Override PartName="/ppt/ink/ink1463.xml" ContentType="application/inkml+xml"/>
  <Override PartName="/ppt/ink/ink1464.xml" ContentType="application/inkml+xml"/>
  <Override PartName="/ppt/ink/ink1465.xml" ContentType="application/inkml+xml"/>
  <Override PartName="/ppt/ink/ink1466.xml" ContentType="application/inkml+xml"/>
  <Override PartName="/ppt/ink/ink1467.xml" ContentType="application/inkml+xml"/>
  <Override PartName="/ppt/ink/ink1468.xml" ContentType="application/inkml+xml"/>
  <Override PartName="/ppt/ink/ink1469.xml" ContentType="application/inkml+xml"/>
  <Override PartName="/ppt/ink/ink1470.xml" ContentType="application/inkml+xml"/>
  <Override PartName="/ppt/ink/ink1471.xml" ContentType="application/inkml+xml"/>
  <Override PartName="/ppt/ink/ink1472.xml" ContentType="application/inkml+xml"/>
  <Override PartName="/ppt/ink/ink1473.xml" ContentType="application/inkml+xml"/>
  <Override PartName="/ppt/ink/ink1474.xml" ContentType="application/inkml+xml"/>
  <Override PartName="/ppt/ink/ink1475.xml" ContentType="application/inkml+xml"/>
  <Override PartName="/ppt/ink/ink1476.xml" ContentType="application/inkml+xml"/>
  <Override PartName="/ppt/ink/ink1477.xml" ContentType="application/inkml+xml"/>
  <Override PartName="/ppt/ink/ink1478.xml" ContentType="application/inkml+xml"/>
  <Override PartName="/ppt/ink/ink1479.xml" ContentType="application/inkml+xml"/>
  <Override PartName="/ppt/ink/ink1480.xml" ContentType="application/inkml+xml"/>
  <Override PartName="/ppt/ink/ink1481.xml" ContentType="application/inkml+xml"/>
  <Override PartName="/ppt/ink/ink1482.xml" ContentType="application/inkml+xml"/>
  <Override PartName="/ppt/ink/ink1483.xml" ContentType="application/inkml+xml"/>
  <Override PartName="/ppt/ink/ink1484.xml" ContentType="application/inkml+xml"/>
  <Override PartName="/ppt/ink/ink1485.xml" ContentType="application/inkml+xml"/>
  <Override PartName="/ppt/ink/ink1486.xml" ContentType="application/inkml+xml"/>
  <Override PartName="/ppt/ink/ink1487.xml" ContentType="application/inkml+xml"/>
  <Override PartName="/ppt/ink/ink1488.xml" ContentType="application/inkml+xml"/>
  <Override PartName="/ppt/ink/ink1489.xml" ContentType="application/inkml+xml"/>
  <Override PartName="/ppt/ink/ink1490.xml" ContentType="application/inkml+xml"/>
  <Override PartName="/ppt/ink/ink1491.xml" ContentType="application/inkml+xml"/>
  <Override PartName="/ppt/ink/ink1492.xml" ContentType="application/inkml+xml"/>
  <Override PartName="/ppt/ink/ink1493.xml" ContentType="application/inkml+xml"/>
  <Override PartName="/ppt/ink/ink1494.xml" ContentType="application/inkml+xml"/>
  <Override PartName="/ppt/ink/ink1495.xml" ContentType="application/inkml+xml"/>
  <Override PartName="/ppt/ink/ink1496.xml" ContentType="application/inkml+xml"/>
  <Override PartName="/ppt/ink/ink1497.xml" ContentType="application/inkml+xml"/>
  <Override PartName="/ppt/ink/ink1498.xml" ContentType="application/inkml+xml"/>
  <Override PartName="/ppt/ink/ink1499.xml" ContentType="application/inkml+xml"/>
  <Override PartName="/ppt/ink/ink1500.xml" ContentType="application/inkml+xml"/>
  <Override PartName="/ppt/ink/ink1501.xml" ContentType="application/inkml+xml"/>
  <Override PartName="/ppt/ink/ink1502.xml" ContentType="application/inkml+xml"/>
  <Override PartName="/ppt/ink/ink1503.xml" ContentType="application/inkml+xml"/>
  <Override PartName="/ppt/ink/ink1504.xml" ContentType="application/inkml+xml"/>
  <Override PartName="/ppt/ink/ink1505.xml" ContentType="application/inkml+xml"/>
  <Override PartName="/ppt/ink/ink1506.xml" ContentType="application/inkml+xml"/>
  <Override PartName="/ppt/ink/ink1507.xml" ContentType="application/inkml+xml"/>
  <Override PartName="/ppt/ink/ink1508.xml" ContentType="application/inkml+xml"/>
  <Override PartName="/ppt/ink/ink1509.xml" ContentType="application/inkml+xml"/>
  <Override PartName="/ppt/ink/ink1510.xml" ContentType="application/inkml+xml"/>
  <Override PartName="/ppt/ink/ink1511.xml" ContentType="application/inkml+xml"/>
  <Override PartName="/ppt/ink/ink1512.xml" ContentType="application/inkml+xml"/>
  <Override PartName="/ppt/ink/ink1513.xml" ContentType="application/inkml+xml"/>
  <Override PartName="/ppt/ink/ink1514.xml" ContentType="application/inkml+xml"/>
  <Override PartName="/ppt/ink/ink1515.xml" ContentType="application/inkml+xml"/>
  <Override PartName="/ppt/ink/ink1516.xml" ContentType="application/inkml+xml"/>
  <Override PartName="/ppt/ink/ink1517.xml" ContentType="application/inkml+xml"/>
  <Override PartName="/ppt/ink/ink1518.xml" ContentType="application/inkml+xml"/>
  <Override PartName="/ppt/ink/ink1519.xml" ContentType="application/inkml+xml"/>
  <Override PartName="/ppt/ink/ink1520.xml" ContentType="application/inkml+xml"/>
  <Override PartName="/ppt/ink/ink1521.xml" ContentType="application/inkml+xml"/>
  <Override PartName="/ppt/ink/ink1522.xml" ContentType="application/inkml+xml"/>
  <Override PartName="/ppt/ink/ink1523.xml" ContentType="application/inkml+xml"/>
  <Override PartName="/ppt/ink/ink1524.xml" ContentType="application/inkml+xml"/>
  <Override PartName="/ppt/ink/ink1525.xml" ContentType="application/inkml+xml"/>
  <Override PartName="/ppt/ink/ink1526.xml" ContentType="application/inkml+xml"/>
  <Override PartName="/ppt/ink/ink1527.xml" ContentType="application/inkml+xml"/>
  <Override PartName="/ppt/ink/ink1528.xml" ContentType="application/inkml+xml"/>
  <Override PartName="/ppt/ink/ink1529.xml" ContentType="application/inkml+xml"/>
  <Override PartName="/ppt/ink/ink1530.xml" ContentType="application/inkml+xml"/>
  <Override PartName="/ppt/ink/ink1531.xml" ContentType="application/inkml+xml"/>
  <Override PartName="/ppt/ink/ink1532.xml" ContentType="application/inkml+xml"/>
  <Override PartName="/ppt/ink/ink1533.xml" ContentType="application/inkml+xml"/>
  <Override PartName="/ppt/ink/ink1534.xml" ContentType="application/inkml+xml"/>
  <Override PartName="/ppt/ink/ink1535.xml" ContentType="application/inkml+xml"/>
  <Override PartName="/ppt/ink/ink1536.xml" ContentType="application/inkml+xml"/>
  <Override PartName="/ppt/ink/ink1537.xml" ContentType="application/inkml+xml"/>
  <Override PartName="/ppt/ink/ink1538.xml" ContentType="application/inkml+xml"/>
  <Override PartName="/ppt/ink/ink1539.xml" ContentType="application/inkml+xml"/>
  <Override PartName="/ppt/ink/ink1540.xml" ContentType="application/inkml+xml"/>
  <Override PartName="/ppt/ink/ink1541.xml" ContentType="application/inkml+xml"/>
  <Override PartName="/ppt/ink/ink1542.xml" ContentType="application/inkml+xml"/>
  <Override PartName="/ppt/ink/ink1543.xml" ContentType="application/inkml+xml"/>
  <Override PartName="/ppt/ink/ink1544.xml" ContentType="application/inkml+xml"/>
  <Override PartName="/ppt/ink/ink1545.xml" ContentType="application/inkml+xml"/>
  <Override PartName="/ppt/ink/ink1546.xml" ContentType="application/inkml+xml"/>
  <Override PartName="/ppt/ink/ink1547.xml" ContentType="application/inkml+xml"/>
  <Override PartName="/ppt/ink/ink1548.xml" ContentType="application/inkml+xml"/>
  <Override PartName="/ppt/ink/ink1549.xml" ContentType="application/inkml+xml"/>
  <Override PartName="/ppt/ink/ink1550.xml" ContentType="application/inkml+xml"/>
  <Override PartName="/ppt/ink/ink1551.xml" ContentType="application/inkml+xml"/>
  <Override PartName="/ppt/ink/ink1552.xml" ContentType="application/inkml+xml"/>
  <Override PartName="/ppt/ink/ink1553.xml" ContentType="application/inkml+xml"/>
  <Override PartName="/ppt/ink/ink1554.xml" ContentType="application/inkml+xml"/>
  <Override PartName="/ppt/ink/ink1555.xml" ContentType="application/inkml+xml"/>
  <Override PartName="/ppt/ink/ink1556.xml" ContentType="application/inkml+xml"/>
  <Override PartName="/ppt/ink/ink1557.xml" ContentType="application/inkml+xml"/>
  <Override PartName="/ppt/ink/ink1558.xml" ContentType="application/inkml+xml"/>
  <Override PartName="/ppt/ink/ink1559.xml" ContentType="application/inkml+xml"/>
  <Override PartName="/ppt/ink/ink1560.xml" ContentType="application/inkml+xml"/>
  <Override PartName="/ppt/ink/ink1561.xml" ContentType="application/inkml+xml"/>
  <Override PartName="/ppt/ink/ink1562.xml" ContentType="application/inkml+xml"/>
  <Override PartName="/ppt/ink/ink1563.xml" ContentType="application/inkml+xml"/>
  <Override PartName="/ppt/ink/ink1564.xml" ContentType="application/inkml+xml"/>
  <Override PartName="/ppt/ink/ink1565.xml" ContentType="application/inkml+xml"/>
  <Override PartName="/ppt/ink/ink1566.xml" ContentType="application/inkml+xml"/>
  <Override PartName="/ppt/ink/ink1567.xml" ContentType="application/inkml+xml"/>
  <Override PartName="/ppt/ink/ink1568.xml" ContentType="application/inkml+xml"/>
  <Override PartName="/ppt/ink/ink1569.xml" ContentType="application/inkml+xml"/>
  <Override PartName="/ppt/ink/ink1570.xml" ContentType="application/inkml+xml"/>
  <Override PartName="/ppt/ink/ink1571.xml" ContentType="application/inkml+xml"/>
  <Override PartName="/ppt/ink/ink1572.xml" ContentType="application/inkml+xml"/>
  <Override PartName="/ppt/ink/ink1573.xml" ContentType="application/inkml+xml"/>
  <Override PartName="/ppt/ink/ink1574.xml" ContentType="application/inkml+xml"/>
  <Override PartName="/ppt/ink/ink1575.xml" ContentType="application/inkml+xml"/>
  <Override PartName="/ppt/ink/ink1576.xml" ContentType="application/inkml+xml"/>
  <Override PartName="/ppt/ink/ink1577.xml" ContentType="application/inkml+xml"/>
  <Override PartName="/ppt/ink/ink1578.xml" ContentType="application/inkml+xml"/>
  <Override PartName="/ppt/ink/ink1579.xml" ContentType="application/inkml+xml"/>
  <Override PartName="/ppt/ink/ink1580.xml" ContentType="application/inkml+xml"/>
  <Override PartName="/ppt/ink/ink1581.xml" ContentType="application/inkml+xml"/>
  <Override PartName="/ppt/ink/ink1582.xml" ContentType="application/inkml+xml"/>
  <Override PartName="/ppt/ink/ink1583.xml" ContentType="application/inkml+xml"/>
  <Override PartName="/ppt/ink/ink1584.xml" ContentType="application/inkml+xml"/>
  <Override PartName="/ppt/ink/ink1585.xml" ContentType="application/inkml+xml"/>
  <Override PartName="/ppt/ink/ink1586.xml" ContentType="application/inkml+xml"/>
  <Override PartName="/ppt/ink/ink1587.xml" ContentType="application/inkml+xml"/>
  <Override PartName="/ppt/ink/ink1588.xml" ContentType="application/inkml+xml"/>
  <Override PartName="/ppt/ink/ink1589.xml" ContentType="application/inkml+xml"/>
  <Override PartName="/ppt/ink/ink1590.xml" ContentType="application/inkml+xml"/>
  <Override PartName="/ppt/ink/ink1591.xml" ContentType="application/inkml+xml"/>
  <Override PartName="/ppt/ink/ink1592.xml" ContentType="application/inkml+xml"/>
  <Override PartName="/ppt/ink/ink1593.xml" ContentType="application/inkml+xml"/>
  <Override PartName="/ppt/ink/ink1594.xml" ContentType="application/inkml+xml"/>
  <Override PartName="/ppt/ink/ink1595.xml" ContentType="application/inkml+xml"/>
  <Override PartName="/ppt/ink/ink1596.xml" ContentType="application/inkml+xml"/>
  <Override PartName="/ppt/ink/ink1597.xml" ContentType="application/inkml+xml"/>
  <Override PartName="/ppt/ink/ink1598.xml" ContentType="application/inkml+xml"/>
  <Override PartName="/ppt/ink/ink1599.xml" ContentType="application/inkml+xml"/>
  <Override PartName="/ppt/ink/ink1600.xml" ContentType="application/inkml+xml"/>
  <Override PartName="/ppt/ink/ink1601.xml" ContentType="application/inkml+xml"/>
  <Override PartName="/ppt/ink/ink1602.xml" ContentType="application/inkml+xml"/>
  <Override PartName="/ppt/ink/ink1603.xml" ContentType="application/inkml+xml"/>
  <Override PartName="/ppt/ink/ink1604.xml" ContentType="application/inkml+xml"/>
  <Override PartName="/ppt/ink/ink1605.xml" ContentType="application/inkml+xml"/>
  <Override PartName="/ppt/ink/ink1606.xml" ContentType="application/inkml+xml"/>
  <Override PartName="/ppt/ink/ink1607.xml" ContentType="application/inkml+xml"/>
  <Override PartName="/ppt/ink/ink1608.xml" ContentType="application/inkml+xml"/>
  <Override PartName="/ppt/ink/ink1609.xml" ContentType="application/inkml+xml"/>
  <Override PartName="/ppt/ink/ink1610.xml" ContentType="application/inkml+xml"/>
  <Override PartName="/ppt/ink/ink1611.xml" ContentType="application/inkml+xml"/>
  <Override PartName="/ppt/ink/ink1612.xml" ContentType="application/inkml+xml"/>
  <Override PartName="/ppt/ink/ink1613.xml" ContentType="application/inkml+xml"/>
  <Override PartName="/ppt/ink/ink1614.xml" ContentType="application/inkml+xml"/>
  <Override PartName="/ppt/ink/ink1615.xml" ContentType="application/inkml+xml"/>
  <Override PartName="/ppt/ink/ink1616.xml" ContentType="application/inkml+xml"/>
  <Override PartName="/ppt/ink/ink1617.xml" ContentType="application/inkml+xml"/>
  <Override PartName="/ppt/ink/ink1618.xml" ContentType="application/inkml+xml"/>
  <Override PartName="/ppt/ink/ink1619.xml" ContentType="application/inkml+xml"/>
  <Override PartName="/ppt/ink/ink1620.xml" ContentType="application/inkml+xml"/>
  <Override PartName="/ppt/ink/ink1621.xml" ContentType="application/inkml+xml"/>
  <Override PartName="/ppt/ink/ink1622.xml" ContentType="application/inkml+xml"/>
  <Override PartName="/ppt/ink/ink1623.xml" ContentType="application/inkml+xml"/>
  <Override PartName="/ppt/ink/ink1624.xml" ContentType="application/inkml+xml"/>
  <Override PartName="/ppt/ink/ink1625.xml" ContentType="application/inkml+xml"/>
  <Override PartName="/ppt/ink/ink1626.xml" ContentType="application/inkml+xml"/>
  <Override PartName="/ppt/ink/ink1627.xml" ContentType="application/inkml+xml"/>
  <Override PartName="/ppt/ink/ink1628.xml" ContentType="application/inkml+xml"/>
  <Override PartName="/ppt/ink/ink1629.xml" ContentType="application/inkml+xml"/>
  <Override PartName="/ppt/ink/ink1630.xml" ContentType="application/inkml+xml"/>
  <Override PartName="/ppt/ink/ink1631.xml" ContentType="application/inkml+xml"/>
  <Override PartName="/ppt/ink/ink1632.xml" ContentType="application/inkml+xml"/>
  <Override PartName="/ppt/ink/ink1633.xml" ContentType="application/inkml+xml"/>
  <Override PartName="/ppt/ink/ink1634.xml" ContentType="application/inkml+xml"/>
  <Override PartName="/ppt/ink/ink1635.xml" ContentType="application/inkml+xml"/>
  <Override PartName="/ppt/ink/ink1636.xml" ContentType="application/inkml+xml"/>
  <Override PartName="/ppt/ink/ink1637.xml" ContentType="application/inkml+xml"/>
  <Override PartName="/ppt/ink/ink1638.xml" ContentType="application/inkml+xml"/>
  <Override PartName="/ppt/ink/ink1639.xml" ContentType="application/inkml+xml"/>
  <Override PartName="/ppt/ink/ink1640.xml" ContentType="application/inkml+xml"/>
  <Override PartName="/ppt/ink/ink1641.xml" ContentType="application/inkml+xml"/>
  <Override PartName="/ppt/ink/ink1642.xml" ContentType="application/inkml+xml"/>
  <Override PartName="/ppt/ink/ink1643.xml" ContentType="application/inkml+xml"/>
  <Override PartName="/ppt/ink/ink1644.xml" ContentType="application/inkml+xml"/>
  <Override PartName="/ppt/ink/ink1645.xml" ContentType="application/inkml+xml"/>
  <Override PartName="/ppt/ink/ink1646.xml" ContentType="application/inkml+xml"/>
  <Override PartName="/ppt/ink/ink1647.xml" ContentType="application/inkml+xml"/>
  <Override PartName="/ppt/ink/ink1648.xml" ContentType="application/inkml+xml"/>
  <Override PartName="/ppt/ink/ink1649.xml" ContentType="application/inkml+xml"/>
  <Override PartName="/ppt/ink/ink1650.xml" ContentType="application/inkml+xml"/>
  <Override PartName="/ppt/ink/ink1651.xml" ContentType="application/inkml+xml"/>
  <Override PartName="/ppt/ink/ink1652.xml" ContentType="application/inkml+xml"/>
  <Override PartName="/ppt/ink/ink1653.xml" ContentType="application/inkml+xml"/>
  <Override PartName="/ppt/ink/ink1654.xml" ContentType="application/inkml+xml"/>
  <Override PartName="/ppt/ink/ink1655.xml" ContentType="application/inkml+xml"/>
  <Override PartName="/ppt/ink/ink1656.xml" ContentType="application/inkml+xml"/>
  <Override PartName="/ppt/ink/ink1657.xml" ContentType="application/inkml+xml"/>
  <Override PartName="/ppt/ink/ink1658.xml" ContentType="application/inkml+xml"/>
  <Override PartName="/ppt/ink/ink1659.xml" ContentType="application/inkml+xml"/>
  <Override PartName="/ppt/ink/ink1660.xml" ContentType="application/inkml+xml"/>
  <Override PartName="/ppt/ink/ink1661.xml" ContentType="application/inkml+xml"/>
  <Override PartName="/ppt/ink/ink1662.xml" ContentType="application/inkml+xml"/>
  <Override PartName="/ppt/ink/ink1663.xml" ContentType="application/inkml+xml"/>
  <Override PartName="/ppt/ink/ink1664.xml" ContentType="application/inkml+xml"/>
  <Override PartName="/ppt/ink/ink1665.xml" ContentType="application/inkml+xml"/>
  <Override PartName="/ppt/ink/ink1666.xml" ContentType="application/inkml+xml"/>
  <Override PartName="/ppt/ink/ink1667.xml" ContentType="application/inkml+xml"/>
  <Override PartName="/ppt/ink/ink1668.xml" ContentType="application/inkml+xml"/>
  <Override PartName="/ppt/ink/ink1669.xml" ContentType="application/inkml+xml"/>
  <Override PartName="/ppt/ink/ink1670.xml" ContentType="application/inkml+xml"/>
  <Override PartName="/ppt/ink/ink1671.xml" ContentType="application/inkml+xml"/>
  <Override PartName="/ppt/ink/ink1672.xml" ContentType="application/inkml+xml"/>
  <Override PartName="/ppt/ink/ink1673.xml" ContentType="application/inkml+xml"/>
  <Override PartName="/ppt/ink/ink1674.xml" ContentType="application/inkml+xml"/>
  <Override PartName="/ppt/ink/ink1675.xml" ContentType="application/inkml+xml"/>
  <Override PartName="/ppt/ink/ink1676.xml" ContentType="application/inkml+xml"/>
  <Override PartName="/ppt/ink/ink1677.xml" ContentType="application/inkml+xml"/>
  <Override PartName="/ppt/ink/ink1678.xml" ContentType="application/inkml+xml"/>
  <Override PartName="/ppt/ink/ink1679.xml" ContentType="application/inkml+xml"/>
  <Override PartName="/ppt/ink/ink1680.xml" ContentType="application/inkml+xml"/>
  <Override PartName="/ppt/ink/ink1681.xml" ContentType="application/inkml+xml"/>
  <Override PartName="/ppt/ink/ink1682.xml" ContentType="application/inkml+xml"/>
  <Override PartName="/ppt/ink/ink1683.xml" ContentType="application/inkml+xml"/>
  <Override PartName="/ppt/ink/ink1684.xml" ContentType="application/inkml+xml"/>
  <Override PartName="/ppt/ink/ink1685.xml" ContentType="application/inkml+xml"/>
  <Override PartName="/ppt/ink/ink1686.xml" ContentType="application/inkml+xml"/>
  <Override PartName="/ppt/ink/ink1687.xml" ContentType="application/inkml+xml"/>
  <Override PartName="/ppt/ink/ink1688.xml" ContentType="application/inkml+xml"/>
  <Override PartName="/ppt/ink/ink1689.xml" ContentType="application/inkml+xml"/>
  <Override PartName="/ppt/ink/ink1690.xml" ContentType="application/inkml+xml"/>
  <Override PartName="/ppt/ink/ink1691.xml" ContentType="application/inkml+xml"/>
  <Override PartName="/ppt/ink/ink1692.xml" ContentType="application/inkml+xml"/>
  <Override PartName="/ppt/ink/ink1693.xml" ContentType="application/inkml+xml"/>
  <Override PartName="/ppt/ink/ink1694.xml" ContentType="application/inkml+xml"/>
  <Override PartName="/ppt/ink/ink1695.xml" ContentType="application/inkml+xml"/>
  <Override PartName="/ppt/ink/ink1696.xml" ContentType="application/inkml+xml"/>
  <Override PartName="/ppt/ink/ink1697.xml" ContentType="application/inkml+xml"/>
  <Override PartName="/ppt/ink/ink1698.xml" ContentType="application/inkml+xml"/>
  <Override PartName="/ppt/ink/ink1699.xml" ContentType="application/inkml+xml"/>
  <Override PartName="/ppt/ink/ink1700.xml" ContentType="application/inkml+xml"/>
  <Override PartName="/ppt/ink/ink1701.xml" ContentType="application/inkml+xml"/>
  <Override PartName="/ppt/ink/ink1702.xml" ContentType="application/inkml+xml"/>
  <Override PartName="/ppt/ink/ink1703.xml" ContentType="application/inkml+xml"/>
  <Override PartName="/ppt/ink/ink1704.xml" ContentType="application/inkml+xml"/>
  <Override PartName="/ppt/ink/ink1705.xml" ContentType="application/inkml+xml"/>
  <Override PartName="/ppt/ink/ink1706.xml" ContentType="application/inkml+xml"/>
  <Override PartName="/ppt/ink/ink1707.xml" ContentType="application/inkml+xml"/>
  <Override PartName="/ppt/ink/ink1708.xml" ContentType="application/inkml+xml"/>
  <Override PartName="/ppt/ink/ink1709.xml" ContentType="application/inkml+xml"/>
  <Override PartName="/ppt/ink/ink1710.xml" ContentType="application/inkml+xml"/>
  <Override PartName="/ppt/ink/ink1711.xml" ContentType="application/inkml+xml"/>
  <Override PartName="/ppt/ink/ink1712.xml" ContentType="application/inkml+xml"/>
  <Override PartName="/ppt/ink/ink1713.xml" ContentType="application/inkml+xml"/>
  <Override PartName="/ppt/ink/ink1714.xml" ContentType="application/inkml+xml"/>
  <Override PartName="/ppt/ink/ink1715.xml" ContentType="application/inkml+xml"/>
  <Override PartName="/ppt/ink/ink1716.xml" ContentType="application/inkml+xml"/>
  <Override PartName="/ppt/ink/ink1717.xml" ContentType="application/inkml+xml"/>
  <Override PartName="/ppt/ink/ink1718.xml" ContentType="application/inkml+xml"/>
  <Override PartName="/ppt/ink/ink1719.xml" ContentType="application/inkml+xml"/>
  <Override PartName="/ppt/ink/ink1720.xml" ContentType="application/inkml+xml"/>
  <Override PartName="/ppt/ink/ink1721.xml" ContentType="application/inkml+xml"/>
  <Override PartName="/ppt/ink/ink1722.xml" ContentType="application/inkml+xml"/>
  <Override PartName="/ppt/ink/ink1723.xml" ContentType="application/inkml+xml"/>
  <Override PartName="/ppt/ink/ink1724.xml" ContentType="application/inkml+xml"/>
  <Override PartName="/ppt/ink/ink1725.xml" ContentType="application/inkml+xml"/>
  <Override PartName="/ppt/ink/ink1726.xml" ContentType="application/inkml+xml"/>
  <Override PartName="/ppt/ink/ink1727.xml" ContentType="application/inkml+xml"/>
  <Override PartName="/ppt/ink/ink1728.xml" ContentType="application/inkml+xml"/>
  <Override PartName="/ppt/ink/ink1729.xml" ContentType="application/inkml+xml"/>
  <Override PartName="/ppt/ink/ink1730.xml" ContentType="application/inkml+xml"/>
  <Override PartName="/ppt/ink/ink1731.xml" ContentType="application/inkml+xml"/>
  <Override PartName="/ppt/ink/ink1732.xml" ContentType="application/inkml+xml"/>
  <Override PartName="/ppt/ink/ink1733.xml" ContentType="application/inkml+xml"/>
  <Override PartName="/ppt/ink/ink1734.xml" ContentType="application/inkml+xml"/>
  <Override PartName="/ppt/ink/ink1735.xml" ContentType="application/inkml+xml"/>
  <Override PartName="/ppt/ink/ink1736.xml" ContentType="application/inkml+xml"/>
  <Override PartName="/ppt/ink/ink1737.xml" ContentType="application/inkml+xml"/>
  <Override PartName="/ppt/ink/ink1738.xml" ContentType="application/inkml+xml"/>
  <Override PartName="/ppt/ink/ink1739.xml" ContentType="application/inkml+xml"/>
  <Override PartName="/ppt/ink/ink1740.xml" ContentType="application/inkml+xml"/>
  <Override PartName="/ppt/ink/ink1741.xml" ContentType="application/inkml+xml"/>
  <Override PartName="/ppt/ink/ink1742.xml" ContentType="application/inkml+xml"/>
  <Override PartName="/ppt/ink/ink1743.xml" ContentType="application/inkml+xml"/>
  <Override PartName="/ppt/ink/ink1744.xml" ContentType="application/inkml+xml"/>
  <Override PartName="/ppt/ink/ink1745.xml" ContentType="application/inkml+xml"/>
  <Override PartName="/ppt/ink/ink1746.xml" ContentType="application/inkml+xml"/>
  <Override PartName="/ppt/ink/ink1747.xml" ContentType="application/inkml+xml"/>
  <Override PartName="/ppt/ink/ink1748.xml" ContentType="application/inkml+xml"/>
  <Override PartName="/ppt/ink/ink1749.xml" ContentType="application/inkml+xml"/>
  <Override PartName="/ppt/ink/ink1750.xml" ContentType="application/inkml+xml"/>
  <Override PartName="/ppt/ink/ink1751.xml" ContentType="application/inkml+xml"/>
  <Override PartName="/ppt/ink/ink1752.xml" ContentType="application/inkml+xml"/>
  <Override PartName="/ppt/ink/ink1753.xml" ContentType="application/inkml+xml"/>
  <Override PartName="/ppt/ink/ink1754.xml" ContentType="application/inkml+xml"/>
  <Override PartName="/ppt/ink/ink1755.xml" ContentType="application/inkml+xml"/>
  <Override PartName="/ppt/ink/ink1756.xml" ContentType="application/inkml+xml"/>
  <Override PartName="/ppt/ink/ink1757.xml" ContentType="application/inkml+xml"/>
  <Override PartName="/ppt/ink/ink1758.xml" ContentType="application/inkml+xml"/>
  <Override PartName="/ppt/ink/ink1759.xml" ContentType="application/inkml+xml"/>
  <Override PartName="/ppt/ink/ink1760.xml" ContentType="application/inkml+xml"/>
  <Override PartName="/ppt/ink/ink1761.xml" ContentType="application/inkml+xml"/>
  <Override PartName="/ppt/ink/ink1762.xml" ContentType="application/inkml+xml"/>
  <Override PartName="/ppt/ink/ink1763.xml" ContentType="application/inkml+xml"/>
  <Override PartName="/ppt/ink/ink1764.xml" ContentType="application/inkml+xml"/>
  <Override PartName="/ppt/ink/ink1765.xml" ContentType="application/inkml+xml"/>
  <Override PartName="/ppt/ink/ink1766.xml" ContentType="application/inkml+xml"/>
  <Override PartName="/ppt/ink/ink1767.xml" ContentType="application/inkml+xml"/>
  <Override PartName="/ppt/ink/ink1768.xml" ContentType="application/inkml+xml"/>
  <Override PartName="/ppt/ink/ink1769.xml" ContentType="application/inkml+xml"/>
  <Override PartName="/ppt/ink/ink1770.xml" ContentType="application/inkml+xml"/>
  <Override PartName="/ppt/ink/ink1771.xml" ContentType="application/inkml+xml"/>
  <Override PartName="/ppt/ink/ink1772.xml" ContentType="application/inkml+xml"/>
  <Override PartName="/ppt/ink/ink1773.xml" ContentType="application/inkml+xml"/>
  <Override PartName="/ppt/ink/ink1774.xml" ContentType="application/inkml+xml"/>
  <Override PartName="/ppt/ink/ink1775.xml" ContentType="application/inkml+xml"/>
  <Override PartName="/ppt/ink/ink1776.xml" ContentType="application/inkml+xml"/>
  <Override PartName="/ppt/ink/ink1777.xml" ContentType="application/inkml+xml"/>
  <Override PartName="/ppt/ink/ink1778.xml" ContentType="application/inkml+xml"/>
  <Override PartName="/ppt/ink/ink1779.xml" ContentType="application/inkml+xml"/>
  <Override PartName="/ppt/ink/ink1780.xml" ContentType="application/inkml+xml"/>
  <Override PartName="/ppt/ink/ink1781.xml" ContentType="application/inkml+xml"/>
  <Override PartName="/ppt/ink/ink1782.xml" ContentType="application/inkml+xml"/>
  <Override PartName="/ppt/ink/ink1783.xml" ContentType="application/inkml+xml"/>
  <Override PartName="/ppt/ink/ink1784.xml" ContentType="application/inkml+xml"/>
  <Override PartName="/ppt/ink/ink1785.xml" ContentType="application/inkml+xml"/>
  <Override PartName="/ppt/ink/ink1786.xml" ContentType="application/inkml+xml"/>
  <Override PartName="/ppt/ink/ink1787.xml" ContentType="application/inkml+xml"/>
  <Override PartName="/ppt/ink/ink1788.xml" ContentType="application/inkml+xml"/>
  <Override PartName="/ppt/ink/ink1789.xml" ContentType="application/inkml+xml"/>
  <Override PartName="/ppt/ink/ink1790.xml" ContentType="application/inkml+xml"/>
  <Override PartName="/ppt/ink/ink1791.xml" ContentType="application/inkml+xml"/>
  <Override PartName="/ppt/ink/ink1792.xml" ContentType="application/inkml+xml"/>
  <Override PartName="/ppt/ink/ink1793.xml" ContentType="application/inkml+xml"/>
  <Override PartName="/ppt/ink/ink1794.xml" ContentType="application/inkml+xml"/>
  <Override PartName="/ppt/ink/ink1795.xml" ContentType="application/inkml+xml"/>
  <Override PartName="/ppt/ink/ink1796.xml" ContentType="application/inkml+xml"/>
  <Override PartName="/ppt/ink/ink1797.xml" ContentType="application/inkml+xml"/>
  <Override PartName="/ppt/ink/ink1798.xml" ContentType="application/inkml+xml"/>
  <Override PartName="/ppt/ink/ink1799.xml" ContentType="application/inkml+xml"/>
  <Override PartName="/ppt/ink/ink1800.xml" ContentType="application/inkml+xml"/>
  <Override PartName="/ppt/ink/ink1801.xml" ContentType="application/inkml+xml"/>
  <Override PartName="/ppt/ink/ink1802.xml" ContentType="application/inkml+xml"/>
  <Override PartName="/ppt/ink/ink1803.xml" ContentType="application/inkml+xml"/>
  <Override PartName="/ppt/ink/ink1804.xml" ContentType="application/inkml+xml"/>
  <Override PartName="/ppt/ink/ink1805.xml" ContentType="application/inkml+xml"/>
  <Override PartName="/ppt/ink/ink1806.xml" ContentType="application/inkml+xml"/>
  <Override PartName="/ppt/ink/ink1807.xml" ContentType="application/inkml+xml"/>
  <Override PartName="/ppt/ink/ink1808.xml" ContentType="application/inkml+xml"/>
  <Override PartName="/ppt/ink/ink1809.xml" ContentType="application/inkml+xml"/>
  <Override PartName="/ppt/ink/ink1810.xml" ContentType="application/inkml+xml"/>
  <Override PartName="/ppt/ink/ink1811.xml" ContentType="application/inkml+xml"/>
  <Override PartName="/ppt/ink/ink1812.xml" ContentType="application/inkml+xml"/>
  <Override PartName="/ppt/ink/ink1813.xml" ContentType="application/inkml+xml"/>
  <Override PartName="/ppt/ink/ink1814.xml" ContentType="application/inkml+xml"/>
  <Override PartName="/ppt/ink/ink1815.xml" ContentType="application/inkml+xml"/>
  <Override PartName="/ppt/ink/ink1816.xml" ContentType="application/inkml+xml"/>
  <Override PartName="/ppt/ink/ink1817.xml" ContentType="application/inkml+xml"/>
  <Override PartName="/ppt/ink/ink1818.xml" ContentType="application/inkml+xml"/>
  <Override PartName="/ppt/ink/ink1819.xml" ContentType="application/inkml+xml"/>
  <Override PartName="/ppt/ink/ink1820.xml" ContentType="application/inkml+xml"/>
  <Override PartName="/ppt/ink/ink1821.xml" ContentType="application/inkml+xml"/>
  <Override PartName="/ppt/ink/ink1822.xml" ContentType="application/inkml+xml"/>
  <Override PartName="/ppt/ink/ink1823.xml" ContentType="application/inkml+xml"/>
  <Override PartName="/ppt/ink/ink1824.xml" ContentType="application/inkml+xml"/>
  <Override PartName="/ppt/ink/ink1825.xml" ContentType="application/inkml+xml"/>
  <Override PartName="/ppt/ink/ink1826.xml" ContentType="application/inkml+xml"/>
  <Override PartName="/ppt/ink/ink1827.xml" ContentType="application/inkml+xml"/>
  <Override PartName="/ppt/ink/ink1828.xml" ContentType="application/inkml+xml"/>
  <Override PartName="/ppt/ink/ink1829.xml" ContentType="application/inkml+xml"/>
  <Override PartName="/ppt/ink/ink1830.xml" ContentType="application/inkml+xml"/>
  <Override PartName="/ppt/ink/ink1831.xml" ContentType="application/inkml+xml"/>
  <Override PartName="/ppt/ink/ink1832.xml" ContentType="application/inkml+xml"/>
  <Override PartName="/ppt/ink/ink1833.xml" ContentType="application/inkml+xml"/>
  <Override PartName="/ppt/ink/ink1834.xml" ContentType="application/inkml+xml"/>
  <Override PartName="/ppt/ink/ink1835.xml" ContentType="application/inkml+xml"/>
  <Override PartName="/ppt/ink/ink1836.xml" ContentType="application/inkml+xml"/>
  <Override PartName="/ppt/ink/ink1837.xml" ContentType="application/inkml+xml"/>
  <Override PartName="/ppt/ink/ink1838.xml" ContentType="application/inkml+xml"/>
  <Override PartName="/ppt/ink/ink1839.xml" ContentType="application/inkml+xml"/>
  <Override PartName="/ppt/ink/ink1840.xml" ContentType="application/inkml+xml"/>
  <Override PartName="/ppt/ink/ink1841.xml" ContentType="application/inkml+xml"/>
  <Override PartName="/ppt/ink/ink1842.xml" ContentType="application/inkml+xml"/>
  <Override PartName="/ppt/ink/ink1843.xml" ContentType="application/inkml+xml"/>
  <Override PartName="/ppt/ink/ink1844.xml" ContentType="application/inkml+xml"/>
  <Override PartName="/ppt/ink/ink1845.xml" ContentType="application/inkml+xml"/>
  <Override PartName="/ppt/ink/ink1846.xml" ContentType="application/inkml+xml"/>
  <Override PartName="/ppt/ink/ink1847.xml" ContentType="application/inkml+xml"/>
  <Override PartName="/ppt/ink/ink1848.xml" ContentType="application/inkml+xml"/>
  <Override PartName="/ppt/ink/ink1849.xml" ContentType="application/inkml+xml"/>
  <Override PartName="/ppt/ink/ink1850.xml" ContentType="application/inkml+xml"/>
  <Override PartName="/ppt/ink/ink1851.xml" ContentType="application/inkml+xml"/>
  <Override PartName="/ppt/ink/ink1852.xml" ContentType="application/inkml+xml"/>
  <Override PartName="/ppt/ink/ink1853.xml" ContentType="application/inkml+xml"/>
  <Override PartName="/ppt/ink/ink1854.xml" ContentType="application/inkml+xml"/>
  <Override PartName="/ppt/ink/ink1855.xml" ContentType="application/inkml+xml"/>
  <Override PartName="/ppt/ink/ink1856.xml" ContentType="application/inkml+xml"/>
  <Override PartName="/ppt/ink/ink1857.xml" ContentType="application/inkml+xml"/>
  <Override PartName="/ppt/ink/ink1858.xml" ContentType="application/inkml+xml"/>
  <Override PartName="/ppt/ink/ink1859.xml" ContentType="application/inkml+xml"/>
  <Override PartName="/ppt/ink/ink1860.xml" ContentType="application/inkml+xml"/>
  <Override PartName="/ppt/ink/ink1861.xml" ContentType="application/inkml+xml"/>
  <Override PartName="/ppt/ink/ink1862.xml" ContentType="application/inkml+xml"/>
  <Override PartName="/ppt/ink/ink1863.xml" ContentType="application/inkml+xml"/>
  <Override PartName="/ppt/ink/ink1864.xml" ContentType="application/inkml+xml"/>
  <Override PartName="/ppt/ink/ink1865.xml" ContentType="application/inkml+xml"/>
  <Override PartName="/ppt/ink/ink1866.xml" ContentType="application/inkml+xml"/>
  <Override PartName="/ppt/ink/ink1867.xml" ContentType="application/inkml+xml"/>
  <Override PartName="/ppt/ink/ink1868.xml" ContentType="application/inkml+xml"/>
  <Override PartName="/ppt/ink/ink1869.xml" ContentType="application/inkml+xml"/>
  <Override PartName="/ppt/ink/ink1870.xml" ContentType="application/inkml+xml"/>
  <Override PartName="/ppt/ink/ink1871.xml" ContentType="application/inkml+xml"/>
  <Override PartName="/ppt/ink/ink1872.xml" ContentType="application/inkml+xml"/>
  <Override PartName="/ppt/ink/ink1873.xml" ContentType="application/inkml+xml"/>
  <Override PartName="/ppt/ink/ink1874.xml" ContentType="application/inkml+xml"/>
  <Override PartName="/ppt/ink/ink1875.xml" ContentType="application/inkml+xml"/>
  <Override PartName="/ppt/ink/ink1876.xml" ContentType="application/inkml+xml"/>
  <Override PartName="/ppt/ink/ink1877.xml" ContentType="application/inkml+xml"/>
  <Override PartName="/ppt/ink/ink1878.xml" ContentType="application/inkml+xml"/>
  <Override PartName="/ppt/ink/ink1879.xml" ContentType="application/inkml+xml"/>
  <Override PartName="/ppt/ink/ink1880.xml" ContentType="application/inkml+xml"/>
  <Override PartName="/ppt/ink/ink1881.xml" ContentType="application/inkml+xml"/>
  <Override PartName="/ppt/ink/ink1882.xml" ContentType="application/inkml+xml"/>
  <Override PartName="/ppt/ink/ink1883.xml" ContentType="application/inkml+xml"/>
  <Override PartName="/ppt/ink/ink1884.xml" ContentType="application/inkml+xml"/>
  <Override PartName="/ppt/ink/ink1885.xml" ContentType="application/inkml+xml"/>
  <Override PartName="/ppt/ink/ink1886.xml" ContentType="application/inkml+xml"/>
  <Override PartName="/ppt/ink/ink1887.xml" ContentType="application/inkml+xml"/>
  <Override PartName="/ppt/ink/ink1888.xml" ContentType="application/inkml+xml"/>
  <Override PartName="/ppt/ink/ink1889.xml" ContentType="application/inkml+xml"/>
  <Override PartName="/ppt/ink/ink1890.xml" ContentType="application/inkml+xml"/>
  <Override PartName="/ppt/ink/ink1891.xml" ContentType="application/inkml+xml"/>
  <Override PartName="/ppt/ink/ink1892.xml" ContentType="application/inkml+xml"/>
  <Override PartName="/ppt/ink/ink1893.xml" ContentType="application/inkml+xml"/>
  <Override PartName="/ppt/ink/ink1894.xml" ContentType="application/inkml+xml"/>
  <Override PartName="/ppt/ink/ink1895.xml" ContentType="application/inkml+xml"/>
  <Override PartName="/ppt/ink/ink1896.xml" ContentType="application/inkml+xml"/>
  <Override PartName="/ppt/ink/ink1897.xml" ContentType="application/inkml+xml"/>
  <Override PartName="/ppt/ink/ink1898.xml" ContentType="application/inkml+xml"/>
  <Override PartName="/ppt/ink/ink1899.xml" ContentType="application/inkml+xml"/>
  <Override PartName="/ppt/ink/ink1900.xml" ContentType="application/inkml+xml"/>
  <Override PartName="/ppt/ink/ink1901.xml" ContentType="application/inkml+xml"/>
  <Override PartName="/ppt/ink/ink1902.xml" ContentType="application/inkml+xml"/>
  <Override PartName="/ppt/ink/ink1903.xml" ContentType="application/inkml+xml"/>
  <Override PartName="/ppt/ink/ink1904.xml" ContentType="application/inkml+xml"/>
  <Override PartName="/ppt/ink/ink1905.xml" ContentType="application/inkml+xml"/>
  <Override PartName="/ppt/ink/ink1906.xml" ContentType="application/inkml+xml"/>
  <Override PartName="/ppt/ink/ink1907.xml" ContentType="application/inkml+xml"/>
  <Override PartName="/ppt/ink/ink1908.xml" ContentType="application/inkml+xml"/>
  <Override PartName="/ppt/ink/ink1909.xml" ContentType="application/inkml+xml"/>
  <Override PartName="/ppt/ink/ink1910.xml" ContentType="application/inkml+xml"/>
  <Override PartName="/ppt/ink/ink1911.xml" ContentType="application/inkml+xml"/>
  <Override PartName="/ppt/ink/ink1912.xml" ContentType="application/inkml+xml"/>
  <Override PartName="/ppt/ink/ink1913.xml" ContentType="application/inkml+xml"/>
  <Override PartName="/ppt/ink/ink1914.xml" ContentType="application/inkml+xml"/>
  <Override PartName="/ppt/ink/ink1915.xml" ContentType="application/inkml+xml"/>
  <Override PartName="/ppt/ink/ink1916.xml" ContentType="application/inkml+xml"/>
  <Override PartName="/ppt/ink/ink1917.xml" ContentType="application/inkml+xml"/>
  <Override PartName="/ppt/ink/ink1918.xml" ContentType="application/inkml+xml"/>
  <Override PartName="/ppt/ink/ink1919.xml" ContentType="application/inkml+xml"/>
  <Override PartName="/ppt/ink/ink1920.xml" ContentType="application/inkml+xml"/>
  <Override PartName="/ppt/ink/ink1921.xml" ContentType="application/inkml+xml"/>
  <Override PartName="/ppt/ink/ink1922.xml" ContentType="application/inkml+xml"/>
  <Override PartName="/ppt/ink/ink1923.xml" ContentType="application/inkml+xml"/>
  <Override PartName="/ppt/ink/ink1924.xml" ContentType="application/inkml+xml"/>
  <Override PartName="/ppt/ink/ink1925.xml" ContentType="application/inkml+xml"/>
  <Override PartName="/ppt/ink/ink1926.xml" ContentType="application/inkml+xml"/>
  <Override PartName="/ppt/ink/ink1927.xml" ContentType="application/inkml+xml"/>
  <Override PartName="/ppt/ink/ink1928.xml" ContentType="application/inkml+xml"/>
  <Override PartName="/ppt/ink/ink1929.xml" ContentType="application/inkml+xml"/>
  <Override PartName="/ppt/ink/ink1930.xml" ContentType="application/inkml+xml"/>
  <Override PartName="/ppt/ink/ink1931.xml" ContentType="application/inkml+xml"/>
  <Override PartName="/ppt/ink/ink1932.xml" ContentType="application/inkml+xml"/>
  <Override PartName="/ppt/ink/ink1933.xml" ContentType="application/inkml+xml"/>
  <Override PartName="/ppt/ink/ink1934.xml" ContentType="application/inkml+xml"/>
  <Override PartName="/ppt/ink/ink1935.xml" ContentType="application/inkml+xml"/>
  <Override PartName="/ppt/ink/ink1936.xml" ContentType="application/inkml+xml"/>
  <Override PartName="/ppt/ink/ink1937.xml" ContentType="application/inkml+xml"/>
  <Override PartName="/ppt/ink/ink1938.xml" ContentType="application/inkml+xml"/>
  <Override PartName="/ppt/ink/ink1939.xml" ContentType="application/inkml+xml"/>
  <Override PartName="/ppt/ink/ink1940.xml" ContentType="application/inkml+xml"/>
  <Override PartName="/ppt/ink/ink1941.xml" ContentType="application/inkml+xml"/>
  <Override PartName="/ppt/ink/ink1942.xml" ContentType="application/inkml+xml"/>
  <Override PartName="/ppt/ink/ink1943.xml" ContentType="application/inkml+xml"/>
  <Override PartName="/ppt/ink/ink1944.xml" ContentType="application/inkml+xml"/>
  <Override PartName="/ppt/ink/ink1945.xml" ContentType="application/inkml+xml"/>
  <Override PartName="/ppt/ink/ink1946.xml" ContentType="application/inkml+xml"/>
  <Override PartName="/ppt/ink/ink1947.xml" ContentType="application/inkml+xml"/>
  <Override PartName="/ppt/ink/ink1948.xml" ContentType="application/inkml+xml"/>
  <Override PartName="/ppt/ink/ink1949.xml" ContentType="application/inkml+xml"/>
  <Override PartName="/ppt/ink/ink1950.xml" ContentType="application/inkml+xml"/>
  <Override PartName="/ppt/ink/ink1951.xml" ContentType="application/inkml+xml"/>
  <Override PartName="/ppt/ink/ink1952.xml" ContentType="application/inkml+xml"/>
  <Override PartName="/ppt/ink/ink1953.xml" ContentType="application/inkml+xml"/>
  <Override PartName="/ppt/ink/ink1954.xml" ContentType="application/inkml+xml"/>
  <Override PartName="/ppt/ink/ink1955.xml" ContentType="application/inkml+xml"/>
  <Override PartName="/ppt/ink/ink1956.xml" ContentType="application/inkml+xml"/>
  <Override PartName="/ppt/ink/ink1957.xml" ContentType="application/inkml+xml"/>
  <Override PartName="/ppt/ink/ink1958.xml" ContentType="application/inkml+xml"/>
  <Override PartName="/ppt/ink/ink1959.xml" ContentType="application/inkml+xml"/>
  <Override PartName="/ppt/ink/ink1960.xml" ContentType="application/inkml+xml"/>
  <Override PartName="/ppt/ink/ink1961.xml" ContentType="application/inkml+xml"/>
  <Override PartName="/ppt/ink/ink1962.xml" ContentType="application/inkml+xml"/>
  <Override PartName="/ppt/ink/ink1963.xml" ContentType="application/inkml+xml"/>
  <Override PartName="/ppt/ink/ink1964.xml" ContentType="application/inkml+xml"/>
  <Override PartName="/ppt/ink/ink1965.xml" ContentType="application/inkml+xml"/>
  <Override PartName="/ppt/ink/ink1966.xml" ContentType="application/inkml+xml"/>
  <Override PartName="/ppt/ink/ink1967.xml" ContentType="application/inkml+xml"/>
  <Override PartName="/ppt/ink/ink1968.xml" ContentType="application/inkml+xml"/>
  <Override PartName="/ppt/ink/ink1969.xml" ContentType="application/inkml+xml"/>
  <Override PartName="/ppt/ink/ink1970.xml" ContentType="application/inkml+xml"/>
  <Override PartName="/ppt/ink/ink1971.xml" ContentType="application/inkml+xml"/>
  <Override PartName="/ppt/ink/ink1972.xml" ContentType="application/inkml+xml"/>
  <Override PartName="/ppt/ink/ink1973.xml" ContentType="application/inkml+xml"/>
  <Override PartName="/ppt/ink/ink1974.xml" ContentType="application/inkml+xml"/>
  <Override PartName="/ppt/ink/ink1975.xml" ContentType="application/inkml+xml"/>
  <Override PartName="/ppt/ink/ink1976.xml" ContentType="application/inkml+xml"/>
  <Override PartName="/ppt/ink/ink1977.xml" ContentType="application/inkml+xml"/>
  <Override PartName="/ppt/ink/ink1978.xml" ContentType="application/inkml+xml"/>
  <Override PartName="/ppt/ink/ink1979.xml" ContentType="application/inkml+xml"/>
  <Override PartName="/ppt/ink/ink1980.xml" ContentType="application/inkml+xml"/>
  <Override PartName="/ppt/ink/ink1981.xml" ContentType="application/inkml+xml"/>
  <Override PartName="/ppt/ink/ink1982.xml" ContentType="application/inkml+xml"/>
  <Override PartName="/ppt/ink/ink1983.xml" ContentType="application/inkml+xml"/>
  <Override PartName="/ppt/ink/ink1984.xml" ContentType="application/inkml+xml"/>
  <Override PartName="/ppt/ink/ink1985.xml" ContentType="application/inkml+xml"/>
  <Override PartName="/ppt/ink/ink1986.xml" ContentType="application/inkml+xml"/>
  <Override PartName="/ppt/ink/ink1987.xml" ContentType="application/inkml+xml"/>
  <Override PartName="/ppt/ink/ink1988.xml" ContentType="application/inkml+xml"/>
  <Override PartName="/ppt/ink/ink1989.xml" ContentType="application/inkml+xml"/>
  <Override PartName="/ppt/ink/ink1990.xml" ContentType="application/inkml+xml"/>
  <Override PartName="/ppt/ink/ink1991.xml" ContentType="application/inkml+xml"/>
  <Override PartName="/ppt/ink/ink1992.xml" ContentType="application/inkml+xml"/>
  <Override PartName="/ppt/ink/ink1993.xml" ContentType="application/inkml+xml"/>
  <Override PartName="/ppt/ink/ink1994.xml" ContentType="application/inkml+xml"/>
  <Override PartName="/ppt/ink/ink1995.xml" ContentType="application/inkml+xml"/>
  <Override PartName="/ppt/ink/ink1996.xml" ContentType="application/inkml+xml"/>
  <Override PartName="/ppt/ink/ink1997.xml" ContentType="application/inkml+xml"/>
  <Override PartName="/ppt/ink/ink1998.xml" ContentType="application/inkml+xml"/>
  <Override PartName="/ppt/ink/ink1999.xml" ContentType="application/inkml+xml"/>
  <Override PartName="/ppt/ink/ink2000.xml" ContentType="application/inkml+xml"/>
  <Override PartName="/ppt/ink/ink2001.xml" ContentType="application/inkml+xml"/>
  <Override PartName="/ppt/ink/ink2002.xml" ContentType="application/inkml+xml"/>
  <Override PartName="/ppt/ink/ink2003.xml" ContentType="application/inkml+xml"/>
  <Override PartName="/ppt/ink/ink2004.xml" ContentType="application/inkml+xml"/>
  <Override PartName="/ppt/ink/ink2005.xml" ContentType="application/inkml+xml"/>
  <Override PartName="/ppt/ink/ink2006.xml" ContentType="application/inkml+xml"/>
  <Override PartName="/ppt/ink/ink2007.xml" ContentType="application/inkml+xml"/>
  <Override PartName="/ppt/ink/ink2008.xml" ContentType="application/inkml+xml"/>
  <Override PartName="/ppt/ink/ink2009.xml" ContentType="application/inkml+xml"/>
  <Override PartName="/ppt/ink/ink2010.xml" ContentType="application/inkml+xml"/>
  <Override PartName="/ppt/ink/ink2011.xml" ContentType="application/inkml+xml"/>
  <Override PartName="/ppt/ink/ink2012.xml" ContentType="application/inkml+xml"/>
  <Override PartName="/ppt/ink/ink2013.xml" ContentType="application/inkml+xml"/>
  <Override PartName="/ppt/ink/ink2014.xml" ContentType="application/inkml+xml"/>
  <Override PartName="/ppt/ink/ink2015.xml" ContentType="application/inkml+xml"/>
  <Override PartName="/ppt/ink/ink2016.xml" ContentType="application/inkml+xml"/>
  <Override PartName="/ppt/ink/ink2017.xml" ContentType="application/inkml+xml"/>
  <Override PartName="/ppt/ink/ink2018.xml" ContentType="application/inkml+xml"/>
  <Override PartName="/ppt/ink/ink2019.xml" ContentType="application/inkml+xml"/>
  <Override PartName="/ppt/ink/ink2020.xml" ContentType="application/inkml+xml"/>
  <Override PartName="/ppt/ink/ink2021.xml" ContentType="application/inkml+xml"/>
  <Override PartName="/ppt/ink/ink2022.xml" ContentType="application/inkml+xml"/>
  <Override PartName="/ppt/ink/ink2023.xml" ContentType="application/inkml+xml"/>
  <Override PartName="/ppt/ink/ink2024.xml" ContentType="application/inkml+xml"/>
  <Override PartName="/ppt/ink/ink2025.xml" ContentType="application/inkml+xml"/>
  <Override PartName="/ppt/ink/ink2026.xml" ContentType="application/inkml+xml"/>
  <Override PartName="/ppt/ink/ink2027.xml" ContentType="application/inkml+xml"/>
  <Override PartName="/ppt/ink/ink2028.xml" ContentType="application/inkml+xml"/>
  <Override PartName="/ppt/ink/ink2029.xml" ContentType="application/inkml+xml"/>
  <Override PartName="/ppt/ink/ink2030.xml" ContentType="application/inkml+xml"/>
  <Override PartName="/ppt/ink/ink2031.xml" ContentType="application/inkml+xml"/>
  <Override PartName="/ppt/ink/ink2032.xml" ContentType="application/inkml+xml"/>
  <Override PartName="/ppt/ink/ink2033.xml" ContentType="application/inkml+xml"/>
  <Override PartName="/ppt/ink/ink2034.xml" ContentType="application/inkml+xml"/>
  <Override PartName="/ppt/ink/ink2035.xml" ContentType="application/inkml+xml"/>
  <Override PartName="/ppt/ink/ink2036.xml" ContentType="application/inkml+xml"/>
  <Override PartName="/ppt/ink/ink2037.xml" ContentType="application/inkml+xml"/>
  <Override PartName="/ppt/ink/ink2038.xml" ContentType="application/inkml+xml"/>
  <Override PartName="/ppt/ink/ink2039.xml" ContentType="application/inkml+xml"/>
  <Override PartName="/ppt/ink/ink2040.xml" ContentType="application/inkml+xml"/>
  <Override PartName="/ppt/ink/ink2041.xml" ContentType="application/inkml+xml"/>
  <Override PartName="/ppt/ink/ink2042.xml" ContentType="application/inkml+xml"/>
  <Override PartName="/ppt/ink/ink2043.xml" ContentType="application/inkml+xml"/>
  <Override PartName="/ppt/ink/ink2044.xml" ContentType="application/inkml+xml"/>
  <Override PartName="/ppt/ink/ink2045.xml" ContentType="application/inkml+xml"/>
  <Override PartName="/ppt/ink/ink2046.xml" ContentType="application/inkml+xml"/>
  <Override PartName="/ppt/ink/ink2047.xml" ContentType="application/inkml+xml"/>
  <Override PartName="/ppt/ink/ink2048.xml" ContentType="application/inkml+xml"/>
  <Override PartName="/ppt/ink/ink2049.xml" ContentType="application/inkml+xml"/>
  <Override PartName="/ppt/ink/ink2050.xml" ContentType="application/inkml+xml"/>
  <Override PartName="/ppt/ink/ink2051.xml" ContentType="application/inkml+xml"/>
  <Override PartName="/ppt/ink/ink2052.xml" ContentType="application/inkml+xml"/>
  <Override PartName="/ppt/ink/ink2053.xml" ContentType="application/inkml+xml"/>
  <Override PartName="/ppt/ink/ink2054.xml" ContentType="application/inkml+xml"/>
  <Override PartName="/ppt/ink/ink2055.xml" ContentType="application/inkml+xml"/>
  <Override PartName="/ppt/ink/ink2056.xml" ContentType="application/inkml+xml"/>
  <Override PartName="/ppt/ink/ink2057.xml" ContentType="application/inkml+xml"/>
  <Override PartName="/ppt/ink/ink2058.xml" ContentType="application/inkml+xml"/>
  <Override PartName="/ppt/ink/ink2059.xml" ContentType="application/inkml+xml"/>
  <Override PartName="/ppt/ink/ink2060.xml" ContentType="application/inkml+xml"/>
  <Override PartName="/ppt/ink/ink2061.xml" ContentType="application/inkml+xml"/>
  <Override PartName="/ppt/ink/ink2062.xml" ContentType="application/inkml+xml"/>
  <Override PartName="/ppt/ink/ink2063.xml" ContentType="application/inkml+xml"/>
  <Override PartName="/ppt/ink/ink2064.xml" ContentType="application/inkml+xml"/>
  <Override PartName="/ppt/ink/ink2065.xml" ContentType="application/inkml+xml"/>
  <Override PartName="/ppt/ink/ink2066.xml" ContentType="application/inkml+xml"/>
  <Override PartName="/ppt/ink/ink2067.xml" ContentType="application/inkml+xml"/>
  <Override PartName="/ppt/ink/ink2068.xml" ContentType="application/inkml+xml"/>
  <Override PartName="/ppt/ink/ink2069.xml" ContentType="application/inkml+xml"/>
  <Override PartName="/ppt/ink/ink2070.xml" ContentType="application/inkml+xml"/>
  <Override PartName="/ppt/ink/ink2071.xml" ContentType="application/inkml+xml"/>
  <Override PartName="/ppt/ink/ink2072.xml" ContentType="application/inkml+xml"/>
  <Override PartName="/ppt/ink/ink2073.xml" ContentType="application/inkml+xml"/>
  <Override PartName="/ppt/ink/ink2074.xml" ContentType="application/inkml+xml"/>
  <Override PartName="/ppt/ink/ink2075.xml" ContentType="application/inkml+xml"/>
  <Override PartName="/ppt/ink/ink2076.xml" ContentType="application/inkml+xml"/>
  <Override PartName="/ppt/ink/ink2077.xml" ContentType="application/inkml+xml"/>
  <Override PartName="/ppt/ink/ink2078.xml" ContentType="application/inkml+xml"/>
  <Override PartName="/ppt/ink/ink2079.xml" ContentType="application/inkml+xml"/>
  <Override PartName="/ppt/ink/ink2080.xml" ContentType="application/inkml+xml"/>
  <Override PartName="/ppt/ink/ink2081.xml" ContentType="application/inkml+xml"/>
  <Override PartName="/ppt/ink/ink2082.xml" ContentType="application/inkml+xml"/>
  <Override PartName="/ppt/ink/ink2083.xml" ContentType="application/inkml+xml"/>
  <Override PartName="/ppt/ink/ink2084.xml" ContentType="application/inkml+xml"/>
  <Override PartName="/ppt/ink/ink2085.xml" ContentType="application/inkml+xml"/>
  <Override PartName="/ppt/ink/ink2086.xml" ContentType="application/inkml+xml"/>
  <Override PartName="/ppt/ink/ink2087.xml" ContentType="application/inkml+xml"/>
  <Override PartName="/ppt/ink/ink2088.xml" ContentType="application/inkml+xml"/>
  <Override PartName="/ppt/ink/ink2089.xml" ContentType="application/inkml+xml"/>
  <Override PartName="/ppt/ink/ink2090.xml" ContentType="application/inkml+xml"/>
  <Override PartName="/ppt/ink/ink2091.xml" ContentType="application/inkml+xml"/>
  <Override PartName="/ppt/ink/ink2092.xml" ContentType="application/inkml+xml"/>
  <Override PartName="/ppt/ink/ink2093.xml" ContentType="application/inkml+xml"/>
  <Override PartName="/ppt/ink/ink2094.xml" ContentType="application/inkml+xml"/>
  <Override PartName="/ppt/ink/ink2095.xml" ContentType="application/inkml+xml"/>
  <Override PartName="/ppt/ink/ink2096.xml" ContentType="application/inkml+xml"/>
  <Override PartName="/ppt/ink/ink2097.xml" ContentType="application/inkml+xml"/>
  <Override PartName="/ppt/ink/ink2098.xml" ContentType="application/inkml+xml"/>
  <Override PartName="/ppt/ink/ink2099.xml" ContentType="application/inkml+xml"/>
  <Override PartName="/ppt/ink/ink2100.xml" ContentType="application/inkml+xml"/>
  <Override PartName="/ppt/ink/ink2101.xml" ContentType="application/inkml+xml"/>
  <Override PartName="/ppt/ink/ink2102.xml" ContentType="application/inkml+xml"/>
  <Override PartName="/ppt/ink/ink2103.xml" ContentType="application/inkml+xml"/>
  <Override PartName="/ppt/ink/ink2104.xml" ContentType="application/inkml+xml"/>
  <Override PartName="/ppt/ink/ink2105.xml" ContentType="application/inkml+xml"/>
  <Override PartName="/ppt/ink/ink2106.xml" ContentType="application/inkml+xml"/>
  <Override PartName="/ppt/ink/ink2107.xml" ContentType="application/inkml+xml"/>
  <Override PartName="/ppt/ink/ink2108.xml" ContentType="application/inkml+xml"/>
  <Override PartName="/ppt/ink/ink2109.xml" ContentType="application/inkml+xml"/>
  <Override PartName="/ppt/ink/ink2110.xml" ContentType="application/inkml+xml"/>
  <Override PartName="/ppt/ink/ink2111.xml" ContentType="application/inkml+xml"/>
  <Override PartName="/ppt/ink/ink2112.xml" ContentType="application/inkml+xml"/>
  <Override PartName="/ppt/ink/ink2113.xml" ContentType="application/inkml+xml"/>
  <Override PartName="/ppt/ink/ink2114.xml" ContentType="application/inkml+xml"/>
  <Override PartName="/ppt/ink/ink2115.xml" ContentType="application/inkml+xml"/>
  <Override PartName="/ppt/ink/ink2116.xml" ContentType="application/inkml+xml"/>
  <Override PartName="/ppt/ink/ink2117.xml" ContentType="application/inkml+xml"/>
  <Override PartName="/ppt/ink/ink2118.xml" ContentType="application/inkml+xml"/>
  <Override PartName="/ppt/ink/ink2119.xml" ContentType="application/inkml+xml"/>
  <Override PartName="/ppt/ink/ink2120.xml" ContentType="application/inkml+xml"/>
  <Override PartName="/ppt/ink/ink2121.xml" ContentType="application/inkml+xml"/>
  <Override PartName="/ppt/ink/ink2122.xml" ContentType="application/inkml+xml"/>
  <Override PartName="/ppt/ink/ink2123.xml" ContentType="application/inkml+xml"/>
  <Override PartName="/ppt/ink/ink2124.xml" ContentType="application/inkml+xml"/>
  <Override PartName="/ppt/ink/ink2125.xml" ContentType="application/inkml+xml"/>
  <Override PartName="/ppt/ink/ink2126.xml" ContentType="application/inkml+xml"/>
  <Override PartName="/ppt/ink/ink2127.xml" ContentType="application/inkml+xml"/>
  <Override PartName="/ppt/ink/ink2128.xml" ContentType="application/inkml+xml"/>
  <Override PartName="/ppt/ink/ink2129.xml" ContentType="application/inkml+xml"/>
  <Override PartName="/ppt/ink/ink2130.xml" ContentType="application/inkml+xml"/>
  <Override PartName="/ppt/ink/ink2131.xml" ContentType="application/inkml+xml"/>
  <Override PartName="/ppt/ink/ink2132.xml" ContentType="application/inkml+xml"/>
  <Override PartName="/ppt/ink/ink2133.xml" ContentType="application/inkml+xml"/>
  <Override PartName="/ppt/ink/ink2134.xml" ContentType="application/inkml+xml"/>
  <Override PartName="/ppt/ink/ink2135.xml" ContentType="application/inkml+xml"/>
  <Override PartName="/ppt/ink/ink2136.xml" ContentType="application/inkml+xml"/>
  <Override PartName="/ppt/ink/ink2137.xml" ContentType="application/inkml+xml"/>
  <Override PartName="/ppt/ink/ink2138.xml" ContentType="application/inkml+xml"/>
  <Override PartName="/ppt/ink/ink2139.xml" ContentType="application/inkml+xml"/>
  <Override PartName="/ppt/ink/ink2140.xml" ContentType="application/inkml+xml"/>
  <Override PartName="/ppt/ink/ink2141.xml" ContentType="application/inkml+xml"/>
  <Override PartName="/ppt/ink/ink2142.xml" ContentType="application/inkml+xml"/>
  <Override PartName="/ppt/ink/ink2143.xml" ContentType="application/inkml+xml"/>
  <Override PartName="/ppt/ink/ink2144.xml" ContentType="application/inkml+xml"/>
  <Override PartName="/ppt/ink/ink2145.xml" ContentType="application/inkml+xml"/>
  <Override PartName="/ppt/ink/ink2146.xml" ContentType="application/inkml+xml"/>
  <Override PartName="/ppt/ink/ink2147.xml" ContentType="application/inkml+xml"/>
  <Override PartName="/ppt/ink/ink2148.xml" ContentType="application/inkml+xml"/>
  <Override PartName="/ppt/ink/ink2149.xml" ContentType="application/inkml+xml"/>
  <Override PartName="/ppt/ink/ink2150.xml" ContentType="application/inkml+xml"/>
  <Override PartName="/ppt/ink/ink2151.xml" ContentType="application/inkml+xml"/>
  <Override PartName="/ppt/ink/ink2152.xml" ContentType="application/inkml+xml"/>
  <Override PartName="/ppt/ink/ink2153.xml" ContentType="application/inkml+xml"/>
  <Override PartName="/ppt/ink/ink2154.xml" ContentType="application/inkml+xml"/>
  <Override PartName="/ppt/ink/ink2155.xml" ContentType="application/inkml+xml"/>
  <Override PartName="/ppt/ink/ink2156.xml" ContentType="application/inkml+xml"/>
  <Override PartName="/ppt/ink/ink2157.xml" ContentType="application/inkml+xml"/>
  <Override PartName="/ppt/ink/ink2158.xml" ContentType="application/inkml+xml"/>
  <Override PartName="/ppt/ink/ink2159.xml" ContentType="application/inkml+xml"/>
  <Override PartName="/ppt/ink/ink2160.xml" ContentType="application/inkml+xml"/>
  <Override PartName="/ppt/ink/ink2161.xml" ContentType="application/inkml+xml"/>
  <Override PartName="/ppt/ink/ink2162.xml" ContentType="application/inkml+xml"/>
  <Override PartName="/ppt/ink/ink2163.xml" ContentType="application/inkml+xml"/>
  <Override PartName="/ppt/ink/ink2164.xml" ContentType="application/inkml+xml"/>
  <Override PartName="/ppt/ink/ink2165.xml" ContentType="application/inkml+xml"/>
  <Override PartName="/ppt/ink/ink2166.xml" ContentType="application/inkml+xml"/>
  <Override PartName="/ppt/ink/ink2167.xml" ContentType="application/inkml+xml"/>
  <Override PartName="/ppt/ink/ink2168.xml" ContentType="application/inkml+xml"/>
  <Override PartName="/ppt/ink/ink2169.xml" ContentType="application/inkml+xml"/>
  <Override PartName="/ppt/ink/ink2170.xml" ContentType="application/inkml+xml"/>
  <Override PartName="/ppt/ink/ink2171.xml" ContentType="application/inkml+xml"/>
  <Override PartName="/ppt/ink/ink2172.xml" ContentType="application/inkml+xml"/>
  <Override PartName="/ppt/ink/ink2173.xml" ContentType="application/inkml+xml"/>
  <Override PartName="/ppt/ink/ink2174.xml" ContentType="application/inkml+xml"/>
  <Override PartName="/ppt/ink/ink2175.xml" ContentType="application/inkml+xml"/>
  <Override PartName="/ppt/ink/ink2176.xml" ContentType="application/inkml+xml"/>
  <Override PartName="/ppt/ink/ink2177.xml" ContentType="application/inkml+xml"/>
  <Override PartName="/ppt/ink/ink2178.xml" ContentType="application/inkml+xml"/>
  <Override PartName="/ppt/ink/ink2179.xml" ContentType="application/inkml+xml"/>
  <Override PartName="/ppt/ink/ink2180.xml" ContentType="application/inkml+xml"/>
  <Override PartName="/ppt/ink/ink2181.xml" ContentType="application/inkml+xml"/>
  <Override PartName="/ppt/ink/ink2182.xml" ContentType="application/inkml+xml"/>
  <Override PartName="/ppt/ink/ink2183.xml" ContentType="application/inkml+xml"/>
  <Override PartName="/ppt/ink/ink2184.xml" ContentType="application/inkml+xml"/>
  <Override PartName="/ppt/ink/ink2185.xml" ContentType="application/inkml+xml"/>
  <Override PartName="/ppt/ink/ink2186.xml" ContentType="application/inkml+xml"/>
  <Override PartName="/ppt/ink/ink2187.xml" ContentType="application/inkml+xml"/>
  <Override PartName="/ppt/ink/ink2188.xml" ContentType="application/inkml+xml"/>
  <Override PartName="/ppt/ink/ink2189.xml" ContentType="application/inkml+xml"/>
  <Override PartName="/ppt/ink/ink2190.xml" ContentType="application/inkml+xml"/>
  <Override PartName="/ppt/ink/ink2191.xml" ContentType="application/inkml+xml"/>
  <Override PartName="/ppt/ink/ink2192.xml" ContentType="application/inkml+xml"/>
  <Override PartName="/ppt/ink/ink2193.xml" ContentType="application/inkml+xml"/>
  <Override PartName="/ppt/ink/ink2194.xml" ContentType="application/inkml+xml"/>
  <Override PartName="/ppt/ink/ink2195.xml" ContentType="application/inkml+xml"/>
  <Override PartName="/ppt/ink/ink2196.xml" ContentType="application/inkml+xml"/>
  <Override PartName="/ppt/ink/ink2197.xml" ContentType="application/inkml+xml"/>
  <Override PartName="/ppt/ink/ink2198.xml" ContentType="application/inkml+xml"/>
  <Override PartName="/ppt/ink/ink2199.xml" ContentType="application/inkml+xml"/>
  <Override PartName="/ppt/ink/ink2200.xml" ContentType="application/inkml+xml"/>
  <Override PartName="/ppt/ink/ink2201.xml" ContentType="application/inkml+xml"/>
  <Override PartName="/ppt/ink/ink2202.xml" ContentType="application/inkml+xml"/>
  <Override PartName="/ppt/ink/ink2203.xml" ContentType="application/inkml+xml"/>
  <Override PartName="/ppt/ink/ink2204.xml" ContentType="application/inkml+xml"/>
  <Override PartName="/ppt/ink/ink2205.xml" ContentType="application/inkml+xml"/>
  <Override PartName="/ppt/ink/ink2206.xml" ContentType="application/inkml+xml"/>
  <Override PartName="/ppt/ink/ink2207.xml" ContentType="application/inkml+xml"/>
  <Override PartName="/ppt/ink/ink2208.xml" ContentType="application/inkml+xml"/>
  <Override PartName="/ppt/ink/ink2209.xml" ContentType="application/inkml+xml"/>
  <Override PartName="/ppt/ink/ink2210.xml" ContentType="application/inkml+xml"/>
  <Override PartName="/ppt/ink/ink2211.xml" ContentType="application/inkml+xml"/>
  <Override PartName="/ppt/ink/ink2212.xml" ContentType="application/inkml+xml"/>
  <Override PartName="/ppt/ink/ink2213.xml" ContentType="application/inkml+xml"/>
  <Override PartName="/ppt/ink/ink2214.xml" ContentType="application/inkml+xml"/>
  <Override PartName="/ppt/ink/ink2215.xml" ContentType="application/inkml+xml"/>
  <Override PartName="/ppt/ink/ink2216.xml" ContentType="application/inkml+xml"/>
  <Override PartName="/ppt/ink/ink2217.xml" ContentType="application/inkml+xml"/>
  <Override PartName="/ppt/ink/ink2218.xml" ContentType="application/inkml+xml"/>
  <Override PartName="/ppt/ink/ink2219.xml" ContentType="application/inkml+xml"/>
  <Override PartName="/ppt/ink/ink2220.xml" ContentType="application/inkml+xml"/>
  <Override PartName="/ppt/ink/ink2221.xml" ContentType="application/inkml+xml"/>
  <Override PartName="/ppt/ink/ink2222.xml" ContentType="application/inkml+xml"/>
  <Override PartName="/ppt/ink/ink2223.xml" ContentType="application/inkml+xml"/>
  <Override PartName="/ppt/ink/ink2224.xml" ContentType="application/inkml+xml"/>
  <Override PartName="/ppt/ink/ink2225.xml" ContentType="application/inkml+xml"/>
  <Override PartName="/ppt/ink/ink2226.xml" ContentType="application/inkml+xml"/>
  <Override PartName="/ppt/ink/ink2227.xml" ContentType="application/inkml+xml"/>
  <Override PartName="/ppt/ink/ink2228.xml" ContentType="application/inkml+xml"/>
  <Override PartName="/ppt/ink/ink2229.xml" ContentType="application/inkml+xml"/>
  <Override PartName="/ppt/ink/ink2230.xml" ContentType="application/inkml+xml"/>
  <Override PartName="/ppt/ink/ink2231.xml" ContentType="application/inkml+xml"/>
  <Override PartName="/ppt/ink/ink2232.xml" ContentType="application/inkml+xml"/>
  <Override PartName="/ppt/ink/ink2233.xml" ContentType="application/inkml+xml"/>
  <Override PartName="/ppt/ink/ink2234.xml" ContentType="application/inkml+xml"/>
  <Override PartName="/ppt/ink/ink2235.xml" ContentType="application/inkml+xml"/>
  <Override PartName="/ppt/ink/ink2236.xml" ContentType="application/inkml+xml"/>
  <Override PartName="/ppt/ink/ink2237.xml" ContentType="application/inkml+xml"/>
  <Override PartName="/ppt/ink/ink2238.xml" ContentType="application/inkml+xml"/>
  <Override PartName="/ppt/ink/ink2239.xml" ContentType="application/inkml+xml"/>
  <Override PartName="/ppt/ink/ink2240.xml" ContentType="application/inkml+xml"/>
  <Override PartName="/ppt/ink/ink2241.xml" ContentType="application/inkml+xml"/>
  <Override PartName="/ppt/ink/ink2242.xml" ContentType="application/inkml+xml"/>
  <Override PartName="/ppt/ink/ink2243.xml" ContentType="application/inkml+xml"/>
  <Override PartName="/ppt/ink/ink2244.xml" ContentType="application/inkml+xml"/>
  <Override PartName="/ppt/ink/ink2245.xml" ContentType="application/inkml+xml"/>
  <Override PartName="/ppt/ink/ink2246.xml" ContentType="application/inkml+xml"/>
  <Override PartName="/ppt/ink/ink2247.xml" ContentType="application/inkml+xml"/>
  <Override PartName="/ppt/ink/ink2248.xml" ContentType="application/inkml+xml"/>
  <Override PartName="/ppt/ink/ink2249.xml" ContentType="application/inkml+xml"/>
  <Override PartName="/ppt/ink/ink2250.xml" ContentType="application/inkml+xml"/>
  <Override PartName="/ppt/ink/ink2251.xml" ContentType="application/inkml+xml"/>
  <Override PartName="/ppt/ink/ink2252.xml" ContentType="application/inkml+xml"/>
  <Override PartName="/ppt/ink/ink2253.xml" ContentType="application/inkml+xml"/>
  <Override PartName="/ppt/ink/ink2254.xml" ContentType="application/inkml+xml"/>
  <Override PartName="/ppt/ink/ink2255.xml" ContentType="application/inkml+xml"/>
  <Override PartName="/ppt/ink/ink2256.xml" ContentType="application/inkml+xml"/>
  <Override PartName="/ppt/ink/ink2257.xml" ContentType="application/inkml+xml"/>
  <Override PartName="/ppt/ink/ink2258.xml" ContentType="application/inkml+xml"/>
  <Override PartName="/ppt/ink/ink2259.xml" ContentType="application/inkml+xml"/>
  <Override PartName="/ppt/ink/ink2260.xml" ContentType="application/inkml+xml"/>
  <Override PartName="/ppt/ink/ink2261.xml" ContentType="application/inkml+xml"/>
  <Override PartName="/ppt/ink/ink2262.xml" ContentType="application/inkml+xml"/>
  <Override PartName="/ppt/ink/ink2263.xml" ContentType="application/inkml+xml"/>
  <Override PartName="/ppt/ink/ink2264.xml" ContentType="application/inkml+xml"/>
  <Override PartName="/ppt/ink/ink2265.xml" ContentType="application/inkml+xml"/>
  <Override PartName="/ppt/ink/ink2266.xml" ContentType="application/inkml+xml"/>
  <Override PartName="/ppt/ink/ink2267.xml" ContentType="application/inkml+xml"/>
  <Override PartName="/ppt/ink/ink2268.xml" ContentType="application/inkml+xml"/>
  <Override PartName="/ppt/ink/ink2269.xml" ContentType="application/inkml+xml"/>
  <Override PartName="/ppt/ink/ink2270.xml" ContentType="application/inkml+xml"/>
  <Override PartName="/ppt/ink/ink2271.xml" ContentType="application/inkml+xml"/>
  <Override PartName="/ppt/ink/ink2272.xml" ContentType="application/inkml+xml"/>
  <Override PartName="/ppt/ink/ink2273.xml" ContentType="application/inkml+xml"/>
  <Override PartName="/ppt/ink/ink2274.xml" ContentType="application/inkml+xml"/>
  <Override PartName="/ppt/ink/ink2275.xml" ContentType="application/inkml+xml"/>
  <Override PartName="/ppt/ink/ink2276.xml" ContentType="application/inkml+xml"/>
  <Override PartName="/ppt/ink/ink2277.xml" ContentType="application/inkml+xml"/>
  <Override PartName="/ppt/ink/ink2278.xml" ContentType="application/inkml+xml"/>
  <Override PartName="/ppt/ink/ink2279.xml" ContentType="application/inkml+xml"/>
  <Override PartName="/ppt/ink/ink2280.xml" ContentType="application/inkml+xml"/>
  <Override PartName="/ppt/ink/ink2281.xml" ContentType="application/inkml+xml"/>
  <Override PartName="/ppt/ink/ink2282.xml" ContentType="application/inkml+xml"/>
  <Override PartName="/ppt/ink/ink2283.xml" ContentType="application/inkml+xml"/>
  <Override PartName="/ppt/ink/ink2284.xml" ContentType="application/inkml+xml"/>
  <Override PartName="/ppt/ink/ink2285.xml" ContentType="application/inkml+xml"/>
  <Override PartName="/ppt/ink/ink2286.xml" ContentType="application/inkml+xml"/>
  <Override PartName="/ppt/ink/ink2287.xml" ContentType="application/inkml+xml"/>
  <Override PartName="/ppt/ink/ink2288.xml" ContentType="application/inkml+xml"/>
  <Override PartName="/ppt/ink/ink2289.xml" ContentType="application/inkml+xml"/>
  <Override PartName="/ppt/ink/ink2290.xml" ContentType="application/inkml+xml"/>
  <Override PartName="/ppt/ink/ink2291.xml" ContentType="application/inkml+xml"/>
  <Override PartName="/ppt/ink/ink2292.xml" ContentType="application/inkml+xml"/>
  <Override PartName="/ppt/ink/ink2293.xml" ContentType="application/inkml+xml"/>
  <Override PartName="/ppt/ink/ink2294.xml" ContentType="application/inkml+xml"/>
  <Override PartName="/ppt/ink/ink2295.xml" ContentType="application/inkml+xml"/>
  <Override PartName="/ppt/ink/ink2296.xml" ContentType="application/inkml+xml"/>
  <Override PartName="/ppt/ink/ink2297.xml" ContentType="application/inkml+xml"/>
  <Override PartName="/ppt/ink/ink2298.xml" ContentType="application/inkml+xml"/>
  <Override PartName="/ppt/ink/ink2299.xml" ContentType="application/inkml+xml"/>
  <Override PartName="/ppt/ink/ink2300.xml" ContentType="application/inkml+xml"/>
  <Override PartName="/ppt/ink/ink2301.xml" ContentType="application/inkml+xml"/>
  <Override PartName="/ppt/ink/ink2302.xml" ContentType="application/inkml+xml"/>
  <Override PartName="/ppt/ink/ink2303.xml" ContentType="application/inkml+xml"/>
  <Override PartName="/ppt/ink/ink2304.xml" ContentType="application/inkml+xml"/>
  <Override PartName="/ppt/ink/ink2305.xml" ContentType="application/inkml+xml"/>
  <Override PartName="/ppt/ink/ink2306.xml" ContentType="application/inkml+xml"/>
  <Override PartName="/ppt/ink/ink2307.xml" ContentType="application/inkml+xml"/>
  <Override PartName="/ppt/ink/ink2308.xml" ContentType="application/inkml+xml"/>
  <Override PartName="/ppt/ink/ink2309.xml" ContentType="application/inkml+xml"/>
  <Override PartName="/ppt/ink/ink2310.xml" ContentType="application/inkml+xml"/>
  <Override PartName="/ppt/ink/ink2311.xml" ContentType="application/inkml+xml"/>
  <Override PartName="/ppt/ink/ink2312.xml" ContentType="application/inkml+xml"/>
  <Override PartName="/ppt/ink/ink2313.xml" ContentType="application/inkml+xml"/>
  <Override PartName="/ppt/ink/ink2314.xml" ContentType="application/inkml+xml"/>
  <Override PartName="/ppt/ink/ink2315.xml" ContentType="application/inkml+xml"/>
  <Override PartName="/ppt/ink/ink2316.xml" ContentType="application/inkml+xml"/>
  <Override PartName="/ppt/ink/ink2317.xml" ContentType="application/inkml+xml"/>
  <Override PartName="/ppt/ink/ink2318.xml" ContentType="application/inkml+xml"/>
  <Override PartName="/ppt/ink/ink2319.xml" ContentType="application/inkml+xml"/>
  <Override PartName="/ppt/ink/ink2320.xml" ContentType="application/inkml+xml"/>
  <Override PartName="/ppt/ink/ink2321.xml" ContentType="application/inkml+xml"/>
  <Override PartName="/ppt/ink/ink2322.xml" ContentType="application/inkml+xml"/>
  <Override PartName="/ppt/ink/ink2323.xml" ContentType="application/inkml+xml"/>
  <Override PartName="/ppt/ink/ink2324.xml" ContentType="application/inkml+xml"/>
  <Override PartName="/ppt/ink/ink2325.xml" ContentType="application/inkml+xml"/>
  <Override PartName="/ppt/ink/ink2326.xml" ContentType="application/inkml+xml"/>
  <Override PartName="/ppt/ink/ink2327.xml" ContentType="application/inkml+xml"/>
  <Override PartName="/ppt/ink/ink2328.xml" ContentType="application/inkml+xml"/>
  <Override PartName="/ppt/ink/ink2329.xml" ContentType="application/inkml+xml"/>
  <Override PartName="/ppt/ink/ink2330.xml" ContentType="application/inkml+xml"/>
  <Override PartName="/ppt/ink/ink2331.xml" ContentType="application/inkml+xml"/>
  <Override PartName="/ppt/ink/ink2332.xml" ContentType="application/inkml+xml"/>
  <Override PartName="/ppt/ink/ink2333.xml" ContentType="application/inkml+xml"/>
  <Override PartName="/ppt/ink/ink2334.xml" ContentType="application/inkml+xml"/>
  <Override PartName="/ppt/ink/ink2335.xml" ContentType="application/inkml+xml"/>
  <Override PartName="/ppt/ink/ink2336.xml" ContentType="application/inkml+xml"/>
  <Override PartName="/ppt/ink/ink2337.xml" ContentType="application/inkml+xml"/>
  <Override PartName="/ppt/ink/ink2338.xml" ContentType="application/inkml+xml"/>
  <Override PartName="/ppt/ink/ink2339.xml" ContentType="application/inkml+xml"/>
  <Override PartName="/ppt/ink/ink2340.xml" ContentType="application/inkml+xml"/>
  <Override PartName="/ppt/ink/ink2341.xml" ContentType="application/inkml+xml"/>
  <Override PartName="/ppt/ink/ink2342.xml" ContentType="application/inkml+xml"/>
  <Override PartName="/ppt/ink/ink2343.xml" ContentType="application/inkml+xml"/>
  <Override PartName="/ppt/ink/ink2344.xml" ContentType="application/inkml+xml"/>
  <Override PartName="/ppt/ink/ink2345.xml" ContentType="application/inkml+xml"/>
  <Override PartName="/ppt/ink/ink2346.xml" ContentType="application/inkml+xml"/>
  <Override PartName="/ppt/ink/ink2347.xml" ContentType="application/inkml+xml"/>
  <Override PartName="/ppt/ink/ink2348.xml" ContentType="application/inkml+xml"/>
  <Override PartName="/ppt/ink/ink2349.xml" ContentType="application/inkml+xml"/>
  <Override PartName="/ppt/ink/ink2350.xml" ContentType="application/inkml+xml"/>
  <Override PartName="/ppt/ink/ink2351.xml" ContentType="application/inkml+xml"/>
  <Override PartName="/ppt/ink/ink2352.xml" ContentType="application/inkml+xml"/>
  <Override PartName="/ppt/ink/ink2353.xml" ContentType="application/inkml+xml"/>
  <Override PartName="/ppt/ink/ink2354.xml" ContentType="application/inkml+xml"/>
  <Override PartName="/ppt/ink/ink2355.xml" ContentType="application/inkml+xml"/>
  <Override PartName="/ppt/ink/ink2356.xml" ContentType="application/inkml+xml"/>
  <Override PartName="/ppt/ink/ink2357.xml" ContentType="application/inkml+xml"/>
  <Override PartName="/ppt/ink/ink2358.xml" ContentType="application/inkml+xml"/>
  <Override PartName="/ppt/ink/ink2359.xml" ContentType="application/inkml+xml"/>
  <Override PartName="/ppt/ink/ink2360.xml" ContentType="application/inkml+xml"/>
  <Override PartName="/ppt/ink/ink2361.xml" ContentType="application/inkml+xml"/>
  <Override PartName="/ppt/ink/ink2362.xml" ContentType="application/inkml+xml"/>
  <Override PartName="/ppt/ink/ink2363.xml" ContentType="application/inkml+xml"/>
  <Override PartName="/ppt/ink/ink2364.xml" ContentType="application/inkml+xml"/>
  <Override PartName="/ppt/ink/ink2365.xml" ContentType="application/inkml+xml"/>
  <Override PartName="/ppt/ink/ink2366.xml" ContentType="application/inkml+xml"/>
  <Override PartName="/ppt/ink/ink2367.xml" ContentType="application/inkml+xml"/>
  <Override PartName="/ppt/ink/ink2368.xml" ContentType="application/inkml+xml"/>
  <Override PartName="/ppt/ink/ink2369.xml" ContentType="application/inkml+xml"/>
  <Override PartName="/ppt/ink/ink2370.xml" ContentType="application/inkml+xml"/>
  <Override PartName="/ppt/ink/ink2371.xml" ContentType="application/inkml+xml"/>
  <Override PartName="/ppt/ink/ink2372.xml" ContentType="application/inkml+xml"/>
  <Override PartName="/ppt/ink/ink2373.xml" ContentType="application/inkml+xml"/>
  <Override PartName="/ppt/ink/ink2374.xml" ContentType="application/inkml+xml"/>
  <Override PartName="/ppt/ink/ink2375.xml" ContentType="application/inkml+xml"/>
  <Override PartName="/ppt/ink/ink2376.xml" ContentType="application/inkml+xml"/>
  <Override PartName="/ppt/ink/ink2377.xml" ContentType="application/inkml+xml"/>
  <Override PartName="/ppt/ink/ink2378.xml" ContentType="application/inkml+xml"/>
  <Override PartName="/ppt/ink/ink2379.xml" ContentType="application/inkml+xml"/>
  <Override PartName="/ppt/ink/ink2380.xml" ContentType="application/inkml+xml"/>
  <Override PartName="/ppt/ink/ink2381.xml" ContentType="application/inkml+xml"/>
  <Override PartName="/ppt/ink/ink2382.xml" ContentType="application/inkml+xml"/>
  <Override PartName="/ppt/ink/ink2383.xml" ContentType="application/inkml+xml"/>
  <Override PartName="/ppt/ink/ink2384.xml" ContentType="application/inkml+xml"/>
  <Override PartName="/ppt/ink/ink2385.xml" ContentType="application/inkml+xml"/>
  <Override PartName="/ppt/ink/ink2386.xml" ContentType="application/inkml+xml"/>
  <Override PartName="/ppt/ink/ink2387.xml" ContentType="application/inkml+xml"/>
  <Override PartName="/ppt/ink/ink2388.xml" ContentType="application/inkml+xml"/>
  <Override PartName="/ppt/ink/ink2389.xml" ContentType="application/inkml+xml"/>
  <Override PartName="/ppt/ink/ink2390.xml" ContentType="application/inkml+xml"/>
  <Override PartName="/ppt/ink/ink2391.xml" ContentType="application/inkml+xml"/>
  <Override PartName="/ppt/ink/ink2392.xml" ContentType="application/inkml+xml"/>
  <Override PartName="/ppt/ink/ink2393.xml" ContentType="application/inkml+xml"/>
  <Override PartName="/ppt/ink/ink2394.xml" ContentType="application/inkml+xml"/>
  <Override PartName="/ppt/ink/ink2395.xml" ContentType="application/inkml+xml"/>
  <Override PartName="/ppt/ink/ink2396.xml" ContentType="application/inkml+xml"/>
  <Override PartName="/ppt/ink/ink2397.xml" ContentType="application/inkml+xml"/>
  <Override PartName="/ppt/ink/ink2398.xml" ContentType="application/inkml+xml"/>
  <Override PartName="/ppt/ink/ink2399.xml" ContentType="application/inkml+xml"/>
  <Override PartName="/ppt/ink/ink2400.xml" ContentType="application/inkml+xml"/>
  <Override PartName="/ppt/ink/ink2401.xml" ContentType="application/inkml+xml"/>
  <Override PartName="/ppt/ink/ink2402.xml" ContentType="application/inkml+xml"/>
  <Override PartName="/ppt/ink/ink2403.xml" ContentType="application/inkml+xml"/>
  <Override PartName="/ppt/ink/ink2404.xml" ContentType="application/inkml+xml"/>
  <Override PartName="/ppt/ink/ink2405.xml" ContentType="application/inkml+xml"/>
  <Override PartName="/ppt/ink/ink2406.xml" ContentType="application/inkml+xml"/>
  <Override PartName="/ppt/ink/ink2407.xml" ContentType="application/inkml+xml"/>
  <Override PartName="/ppt/ink/ink2408.xml" ContentType="application/inkml+xml"/>
  <Override PartName="/ppt/ink/ink2409.xml" ContentType="application/inkml+xml"/>
  <Override PartName="/ppt/ink/ink2410.xml" ContentType="application/inkml+xml"/>
  <Override PartName="/ppt/ink/ink2411.xml" ContentType="application/inkml+xml"/>
  <Override PartName="/ppt/ink/ink2412.xml" ContentType="application/inkml+xml"/>
  <Override PartName="/ppt/ink/ink2413.xml" ContentType="application/inkml+xml"/>
  <Override PartName="/ppt/ink/ink2414.xml" ContentType="application/inkml+xml"/>
  <Override PartName="/ppt/ink/ink2415.xml" ContentType="application/inkml+xml"/>
  <Override PartName="/ppt/ink/ink2416.xml" ContentType="application/inkml+xml"/>
  <Override PartName="/ppt/ink/ink2417.xml" ContentType="application/inkml+xml"/>
  <Override PartName="/ppt/ink/ink2418.xml" ContentType="application/inkml+xml"/>
  <Override PartName="/ppt/ink/ink2419.xml" ContentType="application/inkml+xml"/>
  <Override PartName="/ppt/ink/ink2420.xml" ContentType="application/inkml+xml"/>
  <Override PartName="/ppt/ink/ink2421.xml" ContentType="application/inkml+xml"/>
  <Override PartName="/ppt/ink/ink2422.xml" ContentType="application/inkml+xml"/>
  <Override PartName="/ppt/ink/ink2423.xml" ContentType="application/inkml+xml"/>
  <Override PartName="/ppt/ink/ink2424.xml" ContentType="application/inkml+xml"/>
  <Override PartName="/ppt/ink/ink2425.xml" ContentType="application/inkml+xml"/>
  <Override PartName="/ppt/ink/ink2426.xml" ContentType="application/inkml+xml"/>
  <Override PartName="/ppt/ink/ink2427.xml" ContentType="application/inkml+xml"/>
  <Override PartName="/ppt/ink/ink2428.xml" ContentType="application/inkml+xml"/>
  <Override PartName="/ppt/ink/ink2429.xml" ContentType="application/inkml+xml"/>
  <Override PartName="/ppt/ink/ink2430.xml" ContentType="application/inkml+xml"/>
  <Override PartName="/ppt/ink/ink2431.xml" ContentType="application/inkml+xml"/>
  <Override PartName="/ppt/ink/ink2432.xml" ContentType="application/inkml+xml"/>
  <Override PartName="/ppt/ink/ink2433.xml" ContentType="application/inkml+xml"/>
  <Override PartName="/ppt/ink/ink2434.xml" ContentType="application/inkml+xml"/>
  <Override PartName="/ppt/ink/ink2435.xml" ContentType="application/inkml+xml"/>
  <Override PartName="/ppt/ink/ink2436.xml" ContentType="application/inkml+xml"/>
  <Override PartName="/ppt/ink/ink2437.xml" ContentType="application/inkml+xml"/>
  <Override PartName="/ppt/ink/ink2438.xml" ContentType="application/inkml+xml"/>
  <Override PartName="/ppt/ink/ink2439.xml" ContentType="application/inkml+xml"/>
  <Override PartName="/ppt/ink/ink2440.xml" ContentType="application/inkml+xml"/>
  <Override PartName="/ppt/ink/ink2441.xml" ContentType="application/inkml+xml"/>
  <Override PartName="/ppt/ink/ink2442.xml" ContentType="application/inkml+xml"/>
  <Override PartName="/ppt/ink/ink2443.xml" ContentType="application/inkml+xml"/>
  <Override PartName="/ppt/ink/ink2444.xml" ContentType="application/inkml+xml"/>
  <Override PartName="/ppt/ink/ink2445.xml" ContentType="application/inkml+xml"/>
  <Override PartName="/ppt/ink/ink2446.xml" ContentType="application/inkml+xml"/>
  <Override PartName="/ppt/ink/ink2447.xml" ContentType="application/inkml+xml"/>
  <Override PartName="/ppt/ink/ink2448.xml" ContentType="application/inkml+xml"/>
  <Override PartName="/ppt/ink/ink2449.xml" ContentType="application/inkml+xml"/>
  <Override PartName="/ppt/ink/ink2450.xml" ContentType="application/inkml+xml"/>
  <Override PartName="/ppt/ink/ink2451.xml" ContentType="application/inkml+xml"/>
  <Override PartName="/ppt/ink/ink2452.xml" ContentType="application/inkml+xml"/>
  <Override PartName="/ppt/ink/ink2453.xml" ContentType="application/inkml+xml"/>
  <Override PartName="/ppt/ink/ink2454.xml" ContentType="application/inkml+xml"/>
  <Override PartName="/ppt/ink/ink2455.xml" ContentType="application/inkml+xml"/>
  <Override PartName="/ppt/ink/ink2456.xml" ContentType="application/inkml+xml"/>
  <Override PartName="/ppt/ink/ink2457.xml" ContentType="application/inkml+xml"/>
  <Override PartName="/ppt/ink/ink2458.xml" ContentType="application/inkml+xml"/>
  <Override PartName="/ppt/ink/ink2459.xml" ContentType="application/inkml+xml"/>
  <Override PartName="/ppt/ink/ink2460.xml" ContentType="application/inkml+xml"/>
  <Override PartName="/ppt/ink/ink2461.xml" ContentType="application/inkml+xml"/>
  <Override PartName="/ppt/ink/ink2462.xml" ContentType="application/inkml+xml"/>
  <Override PartName="/ppt/ink/ink2463.xml" ContentType="application/inkml+xml"/>
  <Override PartName="/ppt/ink/ink2464.xml" ContentType="application/inkml+xml"/>
  <Override PartName="/ppt/ink/ink2465.xml" ContentType="application/inkml+xml"/>
  <Override PartName="/ppt/ink/ink2466.xml" ContentType="application/inkml+xml"/>
  <Override PartName="/ppt/ink/ink2467.xml" ContentType="application/inkml+xml"/>
  <Override PartName="/ppt/ink/ink2468.xml" ContentType="application/inkml+xml"/>
  <Override PartName="/ppt/ink/ink2469.xml" ContentType="application/inkml+xml"/>
  <Override PartName="/ppt/ink/ink2470.xml" ContentType="application/inkml+xml"/>
  <Override PartName="/ppt/ink/ink2471.xml" ContentType="application/inkml+xml"/>
  <Override PartName="/ppt/ink/ink2472.xml" ContentType="application/inkml+xml"/>
  <Override PartName="/ppt/ink/ink2473.xml" ContentType="application/inkml+xml"/>
  <Override PartName="/ppt/ink/ink2474.xml" ContentType="application/inkml+xml"/>
  <Override PartName="/ppt/ink/ink2475.xml" ContentType="application/inkml+xml"/>
  <Override PartName="/ppt/ink/ink2476.xml" ContentType="application/inkml+xml"/>
  <Override PartName="/ppt/ink/ink2477.xml" ContentType="application/inkml+xml"/>
  <Override PartName="/ppt/ink/ink2478.xml" ContentType="application/inkml+xml"/>
  <Override PartName="/ppt/ink/ink2479.xml" ContentType="application/inkml+xml"/>
  <Override PartName="/ppt/ink/ink2480.xml" ContentType="application/inkml+xml"/>
  <Override PartName="/ppt/ink/ink2481.xml" ContentType="application/inkml+xml"/>
  <Override PartName="/ppt/ink/ink2482.xml" ContentType="application/inkml+xml"/>
  <Override PartName="/ppt/ink/ink2483.xml" ContentType="application/inkml+xml"/>
  <Override PartName="/ppt/ink/ink2484.xml" ContentType="application/inkml+xml"/>
  <Override PartName="/ppt/ink/ink2485.xml" ContentType="application/inkml+xml"/>
  <Override PartName="/ppt/ink/ink2486.xml" ContentType="application/inkml+xml"/>
  <Override PartName="/ppt/ink/ink2487.xml" ContentType="application/inkml+xml"/>
  <Override PartName="/ppt/ink/ink2488.xml" ContentType="application/inkml+xml"/>
  <Override PartName="/ppt/ink/ink2489.xml" ContentType="application/inkml+xml"/>
  <Override PartName="/ppt/ink/ink2490.xml" ContentType="application/inkml+xml"/>
  <Override PartName="/ppt/ink/ink2491.xml" ContentType="application/inkml+xml"/>
  <Override PartName="/ppt/ink/ink2492.xml" ContentType="application/inkml+xml"/>
  <Override PartName="/ppt/ink/ink2493.xml" ContentType="application/inkml+xml"/>
  <Override PartName="/ppt/ink/ink2494.xml" ContentType="application/inkml+xml"/>
  <Override PartName="/ppt/ink/ink2495.xml" ContentType="application/inkml+xml"/>
  <Override PartName="/ppt/ink/ink2496.xml" ContentType="application/inkml+xml"/>
  <Override PartName="/ppt/ink/ink2497.xml" ContentType="application/inkml+xml"/>
  <Override PartName="/ppt/ink/ink2498.xml" ContentType="application/inkml+xml"/>
  <Override PartName="/ppt/ink/ink2499.xml" ContentType="application/inkml+xml"/>
  <Override PartName="/ppt/ink/ink2500.xml" ContentType="application/inkml+xml"/>
  <Override PartName="/ppt/ink/ink2501.xml" ContentType="application/inkml+xml"/>
  <Override PartName="/ppt/ink/ink2502.xml" ContentType="application/inkml+xml"/>
  <Override PartName="/ppt/ink/ink2503.xml" ContentType="application/inkml+xml"/>
  <Override PartName="/ppt/ink/ink2504.xml" ContentType="application/inkml+xml"/>
  <Override PartName="/ppt/ink/ink2505.xml" ContentType="application/inkml+xml"/>
  <Override PartName="/ppt/ink/ink2506.xml" ContentType="application/inkml+xml"/>
  <Override PartName="/ppt/ink/ink2507.xml" ContentType="application/inkml+xml"/>
  <Override PartName="/ppt/ink/ink2508.xml" ContentType="application/inkml+xml"/>
  <Override PartName="/ppt/ink/ink2509.xml" ContentType="application/inkml+xml"/>
  <Override PartName="/ppt/ink/ink2510.xml" ContentType="application/inkml+xml"/>
  <Override PartName="/ppt/ink/ink2511.xml" ContentType="application/inkml+xml"/>
  <Override PartName="/ppt/ink/ink2512.xml" ContentType="application/inkml+xml"/>
  <Override PartName="/ppt/ink/ink2513.xml" ContentType="application/inkml+xml"/>
  <Override PartName="/ppt/ink/ink2514.xml" ContentType="application/inkml+xml"/>
  <Override PartName="/ppt/ink/ink2515.xml" ContentType="application/inkml+xml"/>
  <Override PartName="/ppt/ink/ink2516.xml" ContentType="application/inkml+xml"/>
  <Override PartName="/ppt/ink/ink2517.xml" ContentType="application/inkml+xml"/>
  <Override PartName="/ppt/ink/ink2518.xml" ContentType="application/inkml+xml"/>
  <Override PartName="/ppt/ink/ink2519.xml" ContentType="application/inkml+xml"/>
  <Override PartName="/ppt/ink/ink2520.xml" ContentType="application/inkml+xml"/>
  <Override PartName="/ppt/ink/ink2521.xml" ContentType="application/inkml+xml"/>
  <Override PartName="/ppt/ink/ink2522.xml" ContentType="application/inkml+xml"/>
  <Override PartName="/ppt/ink/ink2523.xml" ContentType="application/inkml+xml"/>
  <Override PartName="/ppt/ink/ink2524.xml" ContentType="application/inkml+xml"/>
  <Override PartName="/ppt/ink/ink2525.xml" ContentType="application/inkml+xml"/>
  <Override PartName="/ppt/ink/ink2526.xml" ContentType="application/inkml+xml"/>
  <Override PartName="/ppt/ink/ink2527.xml" ContentType="application/inkml+xml"/>
  <Override PartName="/ppt/ink/ink2528.xml" ContentType="application/inkml+xml"/>
  <Override PartName="/ppt/ink/ink2529.xml" ContentType="application/inkml+xml"/>
  <Override PartName="/ppt/ink/ink2530.xml" ContentType="application/inkml+xml"/>
  <Override PartName="/ppt/ink/ink2531.xml" ContentType="application/inkml+xml"/>
  <Override PartName="/ppt/ink/ink2532.xml" ContentType="application/inkml+xml"/>
  <Override PartName="/ppt/ink/ink2533.xml" ContentType="application/inkml+xml"/>
  <Override PartName="/ppt/ink/ink2534.xml" ContentType="application/inkml+xml"/>
  <Override PartName="/ppt/ink/ink2535.xml" ContentType="application/inkml+xml"/>
  <Override PartName="/ppt/ink/ink2536.xml" ContentType="application/inkml+xml"/>
  <Override PartName="/ppt/ink/ink2537.xml" ContentType="application/inkml+xml"/>
  <Override PartName="/ppt/ink/ink2538.xml" ContentType="application/inkml+xml"/>
  <Override PartName="/ppt/ink/ink2539.xml" ContentType="application/inkml+xml"/>
  <Override PartName="/ppt/ink/ink2540.xml" ContentType="application/inkml+xml"/>
  <Override PartName="/ppt/ink/ink2541.xml" ContentType="application/inkml+xml"/>
  <Override PartName="/ppt/ink/ink2542.xml" ContentType="application/inkml+xml"/>
  <Override PartName="/ppt/ink/ink2543.xml" ContentType="application/inkml+xml"/>
  <Override PartName="/ppt/ink/ink2544.xml" ContentType="application/inkml+xml"/>
  <Override PartName="/ppt/ink/ink2545.xml" ContentType="application/inkml+xml"/>
  <Override PartName="/ppt/ink/ink2546.xml" ContentType="application/inkml+xml"/>
  <Override PartName="/ppt/ink/ink2547.xml" ContentType="application/inkml+xml"/>
  <Override PartName="/ppt/ink/ink2548.xml" ContentType="application/inkml+xml"/>
  <Override PartName="/ppt/ink/ink2549.xml" ContentType="application/inkml+xml"/>
  <Override PartName="/ppt/ink/ink2550.xml" ContentType="application/inkml+xml"/>
  <Override PartName="/ppt/ink/ink2551.xml" ContentType="application/inkml+xml"/>
  <Override PartName="/ppt/ink/ink2552.xml" ContentType="application/inkml+xml"/>
  <Override PartName="/ppt/ink/ink2553.xml" ContentType="application/inkml+xml"/>
  <Override PartName="/ppt/ink/ink2554.xml" ContentType="application/inkml+xml"/>
  <Override PartName="/ppt/ink/ink2555.xml" ContentType="application/inkml+xml"/>
  <Override PartName="/ppt/ink/ink2556.xml" ContentType="application/inkml+xml"/>
  <Override PartName="/ppt/ink/ink2557.xml" ContentType="application/inkml+xml"/>
  <Override PartName="/ppt/ink/ink2558.xml" ContentType="application/inkml+xml"/>
  <Override PartName="/ppt/ink/ink2559.xml" ContentType="application/inkml+xml"/>
  <Override PartName="/ppt/ink/ink2560.xml" ContentType="application/inkml+xml"/>
  <Override PartName="/ppt/ink/ink2561.xml" ContentType="application/inkml+xml"/>
  <Override PartName="/ppt/ink/ink2562.xml" ContentType="application/inkml+xml"/>
  <Override PartName="/ppt/ink/ink2563.xml" ContentType="application/inkml+xml"/>
  <Override PartName="/ppt/ink/ink2564.xml" ContentType="application/inkml+xml"/>
  <Override PartName="/ppt/ink/ink2565.xml" ContentType="application/inkml+xml"/>
  <Override PartName="/ppt/ink/ink2566.xml" ContentType="application/inkml+xml"/>
  <Override PartName="/ppt/ink/ink2567.xml" ContentType="application/inkml+xml"/>
  <Override PartName="/ppt/ink/ink2568.xml" ContentType="application/inkml+xml"/>
  <Override PartName="/ppt/ink/ink2569.xml" ContentType="application/inkml+xml"/>
  <Override PartName="/ppt/ink/ink2570.xml" ContentType="application/inkml+xml"/>
  <Override PartName="/ppt/ink/ink2571.xml" ContentType="application/inkml+xml"/>
  <Override PartName="/ppt/ink/ink2572.xml" ContentType="application/inkml+xml"/>
  <Override PartName="/ppt/ink/ink2573.xml" ContentType="application/inkml+xml"/>
  <Override PartName="/ppt/ink/ink2574.xml" ContentType="application/inkml+xml"/>
  <Override PartName="/ppt/ink/ink2575.xml" ContentType="application/inkml+xml"/>
  <Override PartName="/ppt/ink/ink2576.xml" ContentType="application/inkml+xml"/>
  <Override PartName="/ppt/ink/ink2577.xml" ContentType="application/inkml+xml"/>
  <Override PartName="/ppt/ink/ink2578.xml" ContentType="application/inkml+xml"/>
  <Override PartName="/ppt/ink/ink2579.xml" ContentType="application/inkml+xml"/>
  <Override PartName="/ppt/ink/ink2580.xml" ContentType="application/inkml+xml"/>
  <Override PartName="/ppt/ink/ink2581.xml" ContentType="application/inkml+xml"/>
  <Override PartName="/ppt/ink/ink2582.xml" ContentType="application/inkml+xml"/>
  <Override PartName="/ppt/ink/ink2583.xml" ContentType="application/inkml+xml"/>
  <Override PartName="/ppt/ink/ink2584.xml" ContentType="application/inkml+xml"/>
  <Override PartName="/ppt/ink/ink2585.xml" ContentType="application/inkml+xml"/>
  <Override PartName="/ppt/ink/ink2586.xml" ContentType="application/inkml+xml"/>
  <Override PartName="/ppt/ink/ink2587.xml" ContentType="application/inkml+xml"/>
  <Override PartName="/ppt/ink/ink2588.xml" ContentType="application/inkml+xml"/>
  <Override PartName="/ppt/ink/ink2589.xml" ContentType="application/inkml+xml"/>
  <Override PartName="/ppt/ink/ink2590.xml" ContentType="application/inkml+xml"/>
  <Override PartName="/ppt/ink/ink2591.xml" ContentType="application/inkml+xml"/>
  <Override PartName="/ppt/ink/ink2592.xml" ContentType="application/inkml+xml"/>
  <Override PartName="/ppt/ink/ink2593.xml" ContentType="application/inkml+xml"/>
  <Override PartName="/ppt/ink/ink2594.xml" ContentType="application/inkml+xml"/>
  <Override PartName="/ppt/ink/ink2595.xml" ContentType="application/inkml+xml"/>
  <Override PartName="/ppt/ink/ink2596.xml" ContentType="application/inkml+xml"/>
  <Override PartName="/ppt/ink/ink2597.xml" ContentType="application/inkml+xml"/>
  <Override PartName="/ppt/ink/ink2598.xml" ContentType="application/inkml+xml"/>
  <Override PartName="/ppt/ink/ink2599.xml" ContentType="application/inkml+xml"/>
  <Override PartName="/ppt/ink/ink2600.xml" ContentType="application/inkml+xml"/>
  <Override PartName="/ppt/ink/ink2601.xml" ContentType="application/inkml+xml"/>
  <Override PartName="/ppt/ink/ink2602.xml" ContentType="application/inkml+xml"/>
  <Override PartName="/ppt/ink/ink2603.xml" ContentType="application/inkml+xml"/>
  <Override PartName="/ppt/ink/ink2604.xml" ContentType="application/inkml+xml"/>
  <Override PartName="/ppt/ink/ink2605.xml" ContentType="application/inkml+xml"/>
  <Override PartName="/ppt/ink/ink2606.xml" ContentType="application/inkml+xml"/>
  <Override PartName="/ppt/ink/ink2607.xml" ContentType="application/inkml+xml"/>
  <Override PartName="/ppt/ink/ink2608.xml" ContentType="application/inkml+xml"/>
  <Override PartName="/ppt/ink/ink2609.xml" ContentType="application/inkml+xml"/>
  <Override PartName="/ppt/ink/ink2610.xml" ContentType="application/inkml+xml"/>
  <Override PartName="/ppt/ink/ink2611.xml" ContentType="application/inkml+xml"/>
  <Override PartName="/ppt/ink/ink2612.xml" ContentType="application/inkml+xml"/>
  <Override PartName="/ppt/ink/ink2613.xml" ContentType="application/inkml+xml"/>
  <Override PartName="/ppt/ink/ink2614.xml" ContentType="application/inkml+xml"/>
  <Override PartName="/ppt/ink/ink2615.xml" ContentType="application/inkml+xml"/>
  <Override PartName="/ppt/ink/ink2616.xml" ContentType="application/inkml+xml"/>
  <Override PartName="/ppt/ink/ink2617.xml" ContentType="application/inkml+xml"/>
  <Override PartName="/ppt/ink/ink2618.xml" ContentType="application/inkml+xml"/>
  <Override PartName="/ppt/ink/ink2619.xml" ContentType="application/inkml+xml"/>
  <Override PartName="/ppt/ink/ink2620.xml" ContentType="application/inkml+xml"/>
  <Override PartName="/ppt/ink/ink2621.xml" ContentType="application/inkml+xml"/>
  <Override PartName="/ppt/ink/ink2622.xml" ContentType="application/inkml+xml"/>
  <Override PartName="/ppt/ink/ink2623.xml" ContentType="application/inkml+xml"/>
  <Override PartName="/ppt/ink/ink2624.xml" ContentType="application/inkml+xml"/>
  <Override PartName="/ppt/ink/ink2625.xml" ContentType="application/inkml+xml"/>
  <Override PartName="/ppt/ink/ink2626.xml" ContentType="application/inkml+xml"/>
  <Override PartName="/ppt/ink/ink2627.xml" ContentType="application/inkml+xml"/>
  <Override PartName="/ppt/ink/ink2628.xml" ContentType="application/inkml+xml"/>
  <Override PartName="/ppt/ink/ink2629.xml" ContentType="application/inkml+xml"/>
  <Override PartName="/ppt/ink/ink2630.xml" ContentType="application/inkml+xml"/>
  <Override PartName="/ppt/ink/ink2631.xml" ContentType="application/inkml+xml"/>
  <Override PartName="/ppt/ink/ink2632.xml" ContentType="application/inkml+xml"/>
  <Override PartName="/ppt/ink/ink2633.xml" ContentType="application/inkml+xml"/>
  <Override PartName="/ppt/ink/ink2634.xml" ContentType="application/inkml+xml"/>
  <Override PartName="/ppt/ink/ink2635.xml" ContentType="application/inkml+xml"/>
  <Override PartName="/ppt/ink/ink2636.xml" ContentType="application/inkml+xml"/>
  <Override PartName="/ppt/ink/ink2637.xml" ContentType="application/inkml+xml"/>
  <Override PartName="/ppt/ink/ink2638.xml" ContentType="application/inkml+xml"/>
  <Override PartName="/ppt/ink/ink2639.xml" ContentType="application/inkml+xml"/>
  <Override PartName="/ppt/ink/ink2640.xml" ContentType="application/inkml+xml"/>
  <Override PartName="/ppt/ink/ink2641.xml" ContentType="application/inkml+xml"/>
  <Override PartName="/ppt/ink/ink2642.xml" ContentType="application/inkml+xml"/>
  <Override PartName="/ppt/ink/ink2643.xml" ContentType="application/inkml+xml"/>
  <Override PartName="/ppt/ink/ink2644.xml" ContentType="application/inkml+xml"/>
  <Override PartName="/ppt/ink/ink2645.xml" ContentType="application/inkml+xml"/>
  <Override PartName="/ppt/ink/ink2646.xml" ContentType="application/inkml+xml"/>
  <Override PartName="/ppt/ink/ink2647.xml" ContentType="application/inkml+xml"/>
  <Override PartName="/ppt/ink/ink2648.xml" ContentType="application/inkml+xml"/>
  <Override PartName="/ppt/ink/ink2649.xml" ContentType="application/inkml+xml"/>
  <Override PartName="/ppt/ink/ink2650.xml" ContentType="application/inkml+xml"/>
  <Override PartName="/ppt/ink/ink2651.xml" ContentType="application/inkml+xml"/>
  <Override PartName="/ppt/ink/ink2652.xml" ContentType="application/inkml+xml"/>
  <Override PartName="/ppt/ink/ink2653.xml" ContentType="application/inkml+xml"/>
  <Override PartName="/ppt/ink/ink2654.xml" ContentType="application/inkml+xml"/>
  <Override PartName="/ppt/ink/ink2655.xml" ContentType="application/inkml+xml"/>
  <Override PartName="/ppt/ink/ink2656.xml" ContentType="application/inkml+xml"/>
  <Override PartName="/ppt/ink/ink2657.xml" ContentType="application/inkml+xml"/>
  <Override PartName="/ppt/ink/ink2658.xml" ContentType="application/inkml+xml"/>
  <Override PartName="/ppt/ink/ink2659.xml" ContentType="application/inkml+xml"/>
  <Override PartName="/ppt/ink/ink2660.xml" ContentType="application/inkml+xml"/>
  <Override PartName="/ppt/ink/ink2661.xml" ContentType="application/inkml+xml"/>
  <Override PartName="/ppt/ink/ink2662.xml" ContentType="application/inkml+xml"/>
  <Override PartName="/ppt/ink/ink2663.xml" ContentType="application/inkml+xml"/>
  <Override PartName="/ppt/ink/ink2664.xml" ContentType="application/inkml+xml"/>
  <Override PartName="/ppt/ink/ink2665.xml" ContentType="application/inkml+xml"/>
  <Override PartName="/ppt/ink/ink2666.xml" ContentType="application/inkml+xml"/>
  <Override PartName="/ppt/ink/ink2667.xml" ContentType="application/inkml+xml"/>
  <Override PartName="/ppt/ink/ink2668.xml" ContentType="application/inkml+xml"/>
  <Override PartName="/ppt/ink/ink2669.xml" ContentType="application/inkml+xml"/>
  <Override PartName="/ppt/ink/ink2670.xml" ContentType="application/inkml+xml"/>
  <Override PartName="/ppt/ink/ink2671.xml" ContentType="application/inkml+xml"/>
  <Override PartName="/ppt/ink/ink2672.xml" ContentType="application/inkml+xml"/>
  <Override PartName="/ppt/ink/ink2673.xml" ContentType="application/inkml+xml"/>
  <Override PartName="/ppt/ink/ink2674.xml" ContentType="application/inkml+xml"/>
  <Override PartName="/ppt/ink/ink2675.xml" ContentType="application/inkml+xml"/>
  <Override PartName="/ppt/ink/ink2676.xml" ContentType="application/inkml+xml"/>
  <Override PartName="/ppt/ink/ink2677.xml" ContentType="application/inkml+xml"/>
  <Override PartName="/ppt/ink/ink2678.xml" ContentType="application/inkml+xml"/>
  <Override PartName="/ppt/ink/ink2679.xml" ContentType="application/inkml+xml"/>
  <Override PartName="/ppt/ink/ink2680.xml" ContentType="application/inkml+xml"/>
  <Override PartName="/ppt/ink/ink2681.xml" ContentType="application/inkml+xml"/>
  <Override PartName="/ppt/ink/ink2682.xml" ContentType="application/inkml+xml"/>
  <Override PartName="/ppt/ink/ink2683.xml" ContentType="application/inkml+xml"/>
  <Override PartName="/ppt/ink/ink2684.xml" ContentType="application/inkml+xml"/>
  <Override PartName="/ppt/ink/ink2685.xml" ContentType="application/inkml+xml"/>
  <Override PartName="/ppt/ink/ink2686.xml" ContentType="application/inkml+xml"/>
  <Override PartName="/ppt/ink/ink2687.xml" ContentType="application/inkml+xml"/>
  <Override PartName="/ppt/ink/ink2688.xml" ContentType="application/inkml+xml"/>
  <Override PartName="/ppt/ink/ink2689.xml" ContentType="application/inkml+xml"/>
  <Override PartName="/ppt/ink/ink2690.xml" ContentType="application/inkml+xml"/>
  <Override PartName="/ppt/ink/ink2691.xml" ContentType="application/inkml+xml"/>
  <Override PartName="/ppt/ink/ink2692.xml" ContentType="application/inkml+xml"/>
  <Override PartName="/ppt/ink/ink2693.xml" ContentType="application/inkml+xml"/>
  <Override PartName="/ppt/ink/ink2694.xml" ContentType="application/inkml+xml"/>
  <Override PartName="/ppt/ink/ink2695.xml" ContentType="application/inkml+xml"/>
  <Override PartName="/ppt/ink/ink2696.xml" ContentType="application/inkml+xml"/>
  <Override PartName="/ppt/ink/ink2697.xml" ContentType="application/inkml+xml"/>
  <Override PartName="/ppt/ink/ink2698.xml" ContentType="application/inkml+xml"/>
  <Override PartName="/ppt/ink/ink2699.xml" ContentType="application/inkml+xml"/>
  <Override PartName="/ppt/ink/ink2700.xml" ContentType="application/inkml+xml"/>
  <Override PartName="/ppt/ink/ink2701.xml" ContentType="application/inkml+xml"/>
  <Override PartName="/ppt/ink/ink2702.xml" ContentType="application/inkml+xml"/>
  <Override PartName="/ppt/ink/ink2703.xml" ContentType="application/inkml+xml"/>
  <Override PartName="/ppt/ink/ink2704.xml" ContentType="application/inkml+xml"/>
  <Override PartName="/ppt/ink/ink2705.xml" ContentType="application/inkml+xml"/>
  <Override PartName="/ppt/ink/ink2706.xml" ContentType="application/inkml+xml"/>
  <Override PartName="/ppt/ink/ink2707.xml" ContentType="application/inkml+xml"/>
  <Override PartName="/ppt/ink/ink2708.xml" ContentType="application/inkml+xml"/>
  <Override PartName="/ppt/ink/ink2709.xml" ContentType="application/inkml+xml"/>
  <Override PartName="/ppt/ink/ink2710.xml" ContentType="application/inkml+xml"/>
  <Override PartName="/ppt/ink/ink2711.xml" ContentType="application/inkml+xml"/>
  <Override PartName="/ppt/ink/ink2712.xml" ContentType="application/inkml+xml"/>
  <Override PartName="/ppt/ink/ink2713.xml" ContentType="application/inkml+xml"/>
  <Override PartName="/ppt/ink/ink2714.xml" ContentType="application/inkml+xml"/>
  <Override PartName="/ppt/ink/ink2715.xml" ContentType="application/inkml+xml"/>
  <Override PartName="/ppt/ink/ink2716.xml" ContentType="application/inkml+xml"/>
  <Override PartName="/ppt/ink/ink2717.xml" ContentType="application/inkml+xml"/>
  <Override PartName="/ppt/ink/ink2718.xml" ContentType="application/inkml+xml"/>
  <Override PartName="/ppt/ink/ink2719.xml" ContentType="application/inkml+xml"/>
  <Override PartName="/ppt/ink/ink2720.xml" ContentType="application/inkml+xml"/>
  <Override PartName="/ppt/ink/ink2721.xml" ContentType="application/inkml+xml"/>
  <Override PartName="/ppt/ink/ink2722.xml" ContentType="application/inkml+xml"/>
  <Override PartName="/ppt/ink/ink2723.xml" ContentType="application/inkml+xml"/>
  <Override PartName="/ppt/ink/ink2724.xml" ContentType="application/inkml+xml"/>
  <Override PartName="/ppt/ink/ink2725.xml" ContentType="application/inkml+xml"/>
  <Override PartName="/ppt/ink/ink2726.xml" ContentType="application/inkml+xml"/>
  <Override PartName="/ppt/ink/ink2727.xml" ContentType="application/inkml+xml"/>
  <Override PartName="/ppt/ink/ink2728.xml" ContentType="application/inkml+xml"/>
  <Override PartName="/ppt/ink/ink2729.xml" ContentType="application/inkml+xml"/>
  <Override PartName="/ppt/ink/ink2730.xml" ContentType="application/inkml+xml"/>
  <Override PartName="/ppt/ink/ink2731.xml" ContentType="application/inkml+xml"/>
  <Override PartName="/ppt/ink/ink2732.xml" ContentType="application/inkml+xml"/>
  <Override PartName="/ppt/ink/ink2733.xml" ContentType="application/inkml+xml"/>
  <Override PartName="/ppt/ink/ink2734.xml" ContentType="application/inkml+xml"/>
  <Override PartName="/ppt/ink/ink2735.xml" ContentType="application/inkml+xml"/>
  <Override PartName="/ppt/ink/ink2736.xml" ContentType="application/inkml+xml"/>
  <Override PartName="/ppt/ink/ink2737.xml" ContentType="application/inkml+xml"/>
  <Override PartName="/ppt/ink/ink2738.xml" ContentType="application/inkml+xml"/>
  <Override PartName="/ppt/ink/ink2739.xml" ContentType="application/inkml+xml"/>
  <Override PartName="/ppt/ink/ink2740.xml" ContentType="application/inkml+xml"/>
  <Override PartName="/ppt/ink/ink2741.xml" ContentType="application/inkml+xml"/>
  <Override PartName="/ppt/ink/ink2742.xml" ContentType="application/inkml+xml"/>
  <Override PartName="/ppt/ink/ink2743.xml" ContentType="application/inkml+xml"/>
  <Override PartName="/ppt/ink/ink2744.xml" ContentType="application/inkml+xml"/>
  <Override PartName="/ppt/ink/ink2745.xml" ContentType="application/inkml+xml"/>
  <Override PartName="/ppt/ink/ink2746.xml" ContentType="application/inkml+xml"/>
  <Override PartName="/ppt/ink/ink2747.xml" ContentType="application/inkml+xml"/>
  <Override PartName="/ppt/ink/ink2748.xml" ContentType="application/inkml+xml"/>
  <Override PartName="/ppt/ink/ink2749.xml" ContentType="application/inkml+xml"/>
  <Override PartName="/ppt/ink/ink2750.xml" ContentType="application/inkml+xml"/>
  <Override PartName="/ppt/ink/ink2751.xml" ContentType="application/inkml+xml"/>
  <Override PartName="/ppt/ink/ink2752.xml" ContentType="application/inkml+xml"/>
  <Override PartName="/ppt/ink/ink2753.xml" ContentType="application/inkml+xml"/>
  <Override PartName="/ppt/ink/ink2754.xml" ContentType="application/inkml+xml"/>
  <Override PartName="/ppt/ink/ink2755.xml" ContentType="application/inkml+xml"/>
  <Override PartName="/ppt/ink/ink2756.xml" ContentType="application/inkml+xml"/>
  <Override PartName="/ppt/ink/ink2757.xml" ContentType="application/inkml+xml"/>
  <Override PartName="/ppt/ink/ink2758.xml" ContentType="application/inkml+xml"/>
  <Override PartName="/ppt/ink/ink2759.xml" ContentType="application/inkml+xml"/>
  <Override PartName="/ppt/ink/ink2760.xml" ContentType="application/inkml+xml"/>
  <Override PartName="/ppt/ink/ink2761.xml" ContentType="application/inkml+xml"/>
  <Override PartName="/ppt/ink/ink2762.xml" ContentType="application/inkml+xml"/>
  <Override PartName="/ppt/ink/ink2763.xml" ContentType="application/inkml+xml"/>
  <Override PartName="/ppt/ink/ink2764.xml" ContentType="application/inkml+xml"/>
  <Override PartName="/ppt/ink/ink2765.xml" ContentType="application/inkml+xml"/>
  <Override PartName="/ppt/ink/ink2766.xml" ContentType="application/inkml+xml"/>
  <Override PartName="/ppt/ink/ink2767.xml" ContentType="application/inkml+xml"/>
  <Override PartName="/ppt/ink/ink2768.xml" ContentType="application/inkml+xml"/>
  <Override PartName="/ppt/ink/ink2769.xml" ContentType="application/inkml+xml"/>
  <Override PartName="/ppt/ink/ink2770.xml" ContentType="application/inkml+xml"/>
  <Override PartName="/ppt/ink/ink2771.xml" ContentType="application/inkml+xml"/>
  <Override PartName="/ppt/ink/ink2772.xml" ContentType="application/inkml+xml"/>
  <Override PartName="/ppt/ink/ink2773.xml" ContentType="application/inkml+xml"/>
  <Override PartName="/ppt/ink/ink2774.xml" ContentType="application/inkml+xml"/>
  <Override PartName="/ppt/ink/ink2775.xml" ContentType="application/inkml+xml"/>
  <Override PartName="/ppt/ink/ink2776.xml" ContentType="application/inkml+xml"/>
  <Override PartName="/ppt/ink/ink2777.xml" ContentType="application/inkml+xml"/>
  <Override PartName="/ppt/ink/ink2778.xml" ContentType="application/inkml+xml"/>
  <Override PartName="/ppt/ink/ink2779.xml" ContentType="application/inkml+xml"/>
  <Override PartName="/ppt/ink/ink2780.xml" ContentType="application/inkml+xml"/>
  <Override PartName="/ppt/ink/ink2781.xml" ContentType="application/inkml+xml"/>
  <Override PartName="/ppt/ink/ink2782.xml" ContentType="application/inkml+xml"/>
  <Override PartName="/ppt/ink/ink2783.xml" ContentType="application/inkml+xml"/>
  <Override PartName="/ppt/ink/ink2784.xml" ContentType="application/inkml+xml"/>
  <Override PartName="/ppt/ink/ink2785.xml" ContentType="application/inkml+xml"/>
  <Override PartName="/ppt/ink/ink2786.xml" ContentType="application/inkml+xml"/>
  <Override PartName="/ppt/ink/ink2787.xml" ContentType="application/inkml+xml"/>
  <Override PartName="/ppt/ink/ink2788.xml" ContentType="application/inkml+xml"/>
  <Override PartName="/ppt/ink/ink2789.xml" ContentType="application/inkml+xml"/>
  <Override PartName="/ppt/ink/ink2790.xml" ContentType="application/inkml+xml"/>
  <Override PartName="/ppt/ink/ink2791.xml" ContentType="application/inkml+xml"/>
  <Override PartName="/ppt/ink/ink2792.xml" ContentType="application/inkml+xml"/>
  <Override PartName="/ppt/ink/ink2793.xml" ContentType="application/inkml+xml"/>
  <Override PartName="/ppt/ink/ink2794.xml" ContentType="application/inkml+xml"/>
  <Override PartName="/ppt/ink/ink2795.xml" ContentType="application/inkml+xml"/>
  <Override PartName="/ppt/ink/ink2796.xml" ContentType="application/inkml+xml"/>
  <Override PartName="/ppt/ink/ink2797.xml" ContentType="application/inkml+xml"/>
  <Override PartName="/ppt/ink/ink2798.xml" ContentType="application/inkml+xml"/>
  <Override PartName="/ppt/ink/ink2799.xml" ContentType="application/inkml+xml"/>
  <Override PartName="/ppt/ink/ink2800.xml" ContentType="application/inkml+xml"/>
  <Override PartName="/ppt/ink/ink2801.xml" ContentType="application/inkml+xml"/>
  <Override PartName="/ppt/ink/ink2802.xml" ContentType="application/inkml+xml"/>
  <Override PartName="/ppt/ink/ink2803.xml" ContentType="application/inkml+xml"/>
  <Override PartName="/ppt/ink/ink2804.xml" ContentType="application/inkml+xml"/>
  <Override PartName="/ppt/ink/ink2805.xml" ContentType="application/inkml+xml"/>
  <Override PartName="/ppt/ink/ink2806.xml" ContentType="application/inkml+xml"/>
  <Override PartName="/ppt/ink/ink2807.xml" ContentType="application/inkml+xml"/>
  <Override PartName="/ppt/ink/ink2808.xml" ContentType="application/inkml+xml"/>
  <Override PartName="/ppt/ink/ink2809.xml" ContentType="application/inkml+xml"/>
  <Override PartName="/ppt/ink/ink2810.xml" ContentType="application/inkml+xml"/>
  <Override PartName="/ppt/ink/ink2811.xml" ContentType="application/inkml+xml"/>
  <Override PartName="/ppt/ink/ink2812.xml" ContentType="application/inkml+xml"/>
  <Override PartName="/ppt/ink/ink2813.xml" ContentType="application/inkml+xml"/>
  <Override PartName="/ppt/ink/ink2814.xml" ContentType="application/inkml+xml"/>
  <Override PartName="/ppt/ink/ink2815.xml" ContentType="application/inkml+xml"/>
  <Override PartName="/ppt/ink/ink2816.xml" ContentType="application/inkml+xml"/>
  <Override PartName="/ppt/ink/ink2817.xml" ContentType="application/inkml+xml"/>
  <Override PartName="/ppt/ink/ink2818.xml" ContentType="application/inkml+xml"/>
  <Override PartName="/ppt/ink/ink2819.xml" ContentType="application/inkml+xml"/>
  <Override PartName="/ppt/ink/ink2820.xml" ContentType="application/inkml+xml"/>
  <Override PartName="/ppt/ink/ink2821.xml" ContentType="application/inkml+xml"/>
  <Override PartName="/ppt/ink/ink2822.xml" ContentType="application/inkml+xml"/>
  <Override PartName="/ppt/ink/ink2823.xml" ContentType="application/inkml+xml"/>
  <Override PartName="/ppt/ink/ink2824.xml" ContentType="application/inkml+xml"/>
  <Override PartName="/ppt/ink/ink2825.xml" ContentType="application/inkml+xml"/>
  <Override PartName="/ppt/ink/ink2826.xml" ContentType="application/inkml+xml"/>
  <Override PartName="/ppt/ink/ink2827.xml" ContentType="application/inkml+xml"/>
  <Override PartName="/ppt/ink/ink2828.xml" ContentType="application/inkml+xml"/>
  <Override PartName="/ppt/ink/ink2829.xml" ContentType="application/inkml+xml"/>
  <Override PartName="/ppt/ink/ink2830.xml" ContentType="application/inkml+xml"/>
  <Override PartName="/ppt/ink/ink2831.xml" ContentType="application/inkml+xml"/>
  <Override PartName="/ppt/ink/ink2832.xml" ContentType="application/inkml+xml"/>
  <Override PartName="/ppt/ink/ink2833.xml" ContentType="application/inkml+xml"/>
  <Override PartName="/ppt/ink/ink2834.xml" ContentType="application/inkml+xml"/>
  <Override PartName="/ppt/ink/ink2835.xml" ContentType="application/inkml+xml"/>
  <Override PartName="/ppt/ink/ink2836.xml" ContentType="application/inkml+xml"/>
  <Override PartName="/ppt/ink/ink2837.xml" ContentType="application/inkml+xml"/>
  <Override PartName="/ppt/ink/ink2838.xml" ContentType="application/inkml+xml"/>
  <Override PartName="/ppt/ink/ink2839.xml" ContentType="application/inkml+xml"/>
  <Override PartName="/ppt/ink/ink2840.xml" ContentType="application/inkml+xml"/>
  <Override PartName="/ppt/ink/ink2841.xml" ContentType="application/inkml+xml"/>
  <Override PartName="/ppt/ink/ink2842.xml" ContentType="application/inkml+xml"/>
  <Override PartName="/ppt/ink/ink2843.xml" ContentType="application/inkml+xml"/>
  <Override PartName="/ppt/ink/ink2844.xml" ContentType="application/inkml+xml"/>
  <Override PartName="/ppt/ink/ink2845.xml" ContentType="application/inkml+xml"/>
  <Override PartName="/ppt/ink/ink2846.xml" ContentType="application/inkml+xml"/>
  <Override PartName="/ppt/ink/ink2847.xml" ContentType="application/inkml+xml"/>
  <Override PartName="/ppt/ink/ink2848.xml" ContentType="application/inkml+xml"/>
  <Override PartName="/ppt/ink/ink2849.xml" ContentType="application/inkml+xml"/>
  <Override PartName="/ppt/ink/ink2850.xml" ContentType="application/inkml+xml"/>
  <Override PartName="/ppt/ink/ink2851.xml" ContentType="application/inkml+xml"/>
  <Override PartName="/ppt/ink/ink2852.xml" ContentType="application/inkml+xml"/>
  <Override PartName="/ppt/ink/ink2853.xml" ContentType="application/inkml+xml"/>
  <Override PartName="/ppt/ink/ink2854.xml" ContentType="application/inkml+xml"/>
  <Override PartName="/ppt/ink/ink2855.xml" ContentType="application/inkml+xml"/>
  <Override PartName="/ppt/ink/ink2856.xml" ContentType="application/inkml+xml"/>
  <Override PartName="/ppt/ink/ink2857.xml" ContentType="application/inkml+xml"/>
  <Override PartName="/ppt/ink/ink2858.xml" ContentType="application/inkml+xml"/>
  <Override PartName="/ppt/ink/ink2859.xml" ContentType="application/inkml+xml"/>
  <Override PartName="/ppt/ink/ink2860.xml" ContentType="application/inkml+xml"/>
  <Override PartName="/ppt/ink/ink2861.xml" ContentType="application/inkml+xml"/>
  <Override PartName="/ppt/ink/ink2862.xml" ContentType="application/inkml+xml"/>
  <Override PartName="/ppt/ink/ink2863.xml" ContentType="application/inkml+xml"/>
  <Override PartName="/ppt/ink/ink2864.xml" ContentType="application/inkml+xml"/>
  <Override PartName="/ppt/ink/ink2865.xml" ContentType="application/inkml+xml"/>
  <Override PartName="/ppt/ink/ink2866.xml" ContentType="application/inkml+xml"/>
  <Override PartName="/ppt/ink/ink2867.xml" ContentType="application/inkml+xml"/>
  <Override PartName="/ppt/ink/ink2868.xml" ContentType="application/inkml+xml"/>
  <Override PartName="/ppt/ink/ink2869.xml" ContentType="application/inkml+xml"/>
  <Override PartName="/ppt/ink/ink2870.xml" ContentType="application/inkml+xml"/>
  <Override PartName="/ppt/ink/ink2871.xml" ContentType="application/inkml+xml"/>
  <Override PartName="/ppt/ink/ink2872.xml" ContentType="application/inkml+xml"/>
  <Override PartName="/ppt/ink/ink2873.xml" ContentType="application/inkml+xml"/>
  <Override PartName="/ppt/ink/ink2874.xml" ContentType="application/inkml+xml"/>
  <Override PartName="/ppt/ink/ink2875.xml" ContentType="application/inkml+xml"/>
  <Override PartName="/ppt/ink/ink2876.xml" ContentType="application/inkml+xml"/>
  <Override PartName="/ppt/ink/ink2877.xml" ContentType="application/inkml+xml"/>
  <Override PartName="/ppt/ink/ink2878.xml" ContentType="application/inkml+xml"/>
  <Override PartName="/ppt/ink/ink2879.xml" ContentType="application/inkml+xml"/>
  <Override PartName="/ppt/ink/ink2880.xml" ContentType="application/inkml+xml"/>
  <Override PartName="/ppt/ink/ink2881.xml" ContentType="application/inkml+xml"/>
  <Override PartName="/ppt/ink/ink2882.xml" ContentType="application/inkml+xml"/>
  <Override PartName="/ppt/ink/ink2883.xml" ContentType="application/inkml+xml"/>
  <Override PartName="/ppt/ink/ink2884.xml" ContentType="application/inkml+xml"/>
  <Override PartName="/ppt/ink/ink2885.xml" ContentType="application/inkml+xml"/>
  <Override PartName="/ppt/ink/ink2886.xml" ContentType="application/inkml+xml"/>
  <Override PartName="/ppt/ink/ink2887.xml" ContentType="application/inkml+xml"/>
  <Override PartName="/ppt/ink/ink2888.xml" ContentType="application/inkml+xml"/>
  <Override PartName="/ppt/ink/ink2889.xml" ContentType="application/inkml+xml"/>
  <Override PartName="/ppt/ink/ink2890.xml" ContentType="application/inkml+xml"/>
  <Override PartName="/ppt/ink/ink2891.xml" ContentType="application/inkml+xml"/>
  <Override PartName="/ppt/ink/ink2892.xml" ContentType="application/inkml+xml"/>
  <Override PartName="/ppt/ink/ink2893.xml" ContentType="application/inkml+xml"/>
  <Override PartName="/ppt/ink/ink2894.xml" ContentType="application/inkml+xml"/>
  <Override PartName="/ppt/ink/ink2895.xml" ContentType="application/inkml+xml"/>
  <Override PartName="/ppt/ink/ink2896.xml" ContentType="application/inkml+xml"/>
  <Override PartName="/ppt/ink/ink2897.xml" ContentType="application/inkml+xml"/>
  <Override PartName="/ppt/ink/ink2898.xml" ContentType="application/inkml+xml"/>
  <Override PartName="/ppt/ink/ink2899.xml" ContentType="application/inkml+xml"/>
  <Override PartName="/ppt/ink/ink2900.xml" ContentType="application/inkml+xml"/>
  <Override PartName="/ppt/ink/ink2901.xml" ContentType="application/inkml+xml"/>
  <Override PartName="/ppt/ink/ink2902.xml" ContentType="application/inkml+xml"/>
  <Override PartName="/ppt/ink/ink2903.xml" ContentType="application/inkml+xml"/>
  <Override PartName="/ppt/ink/ink2904.xml" ContentType="application/inkml+xml"/>
  <Override PartName="/ppt/ink/ink2905.xml" ContentType="application/inkml+xml"/>
  <Override PartName="/ppt/ink/ink2906.xml" ContentType="application/inkml+xml"/>
  <Override PartName="/ppt/ink/ink2907.xml" ContentType="application/inkml+xml"/>
  <Override PartName="/ppt/ink/ink2908.xml" ContentType="application/inkml+xml"/>
  <Override PartName="/ppt/ink/ink2909.xml" ContentType="application/inkml+xml"/>
  <Override PartName="/ppt/ink/ink2910.xml" ContentType="application/inkml+xml"/>
  <Override PartName="/ppt/ink/ink2911.xml" ContentType="application/inkml+xml"/>
  <Override PartName="/ppt/ink/ink2912.xml" ContentType="application/inkml+xml"/>
  <Override PartName="/ppt/ink/ink2913.xml" ContentType="application/inkml+xml"/>
  <Override PartName="/ppt/ink/ink2914.xml" ContentType="application/inkml+xml"/>
  <Override PartName="/ppt/ink/ink2915.xml" ContentType="application/inkml+xml"/>
  <Override PartName="/ppt/ink/ink2916.xml" ContentType="application/inkml+xml"/>
  <Override PartName="/ppt/ink/ink2917.xml" ContentType="application/inkml+xml"/>
  <Override PartName="/ppt/ink/ink2918.xml" ContentType="application/inkml+xml"/>
  <Override PartName="/ppt/ink/ink2919.xml" ContentType="application/inkml+xml"/>
  <Override PartName="/ppt/ink/ink2920.xml" ContentType="application/inkml+xml"/>
  <Override PartName="/ppt/ink/ink2921.xml" ContentType="application/inkml+xml"/>
  <Override PartName="/ppt/ink/ink2922.xml" ContentType="application/inkml+xml"/>
  <Override PartName="/ppt/ink/ink2923.xml" ContentType="application/inkml+xml"/>
  <Override PartName="/ppt/ink/ink2924.xml" ContentType="application/inkml+xml"/>
  <Override PartName="/ppt/ink/ink2925.xml" ContentType="application/inkml+xml"/>
  <Override PartName="/ppt/ink/ink2926.xml" ContentType="application/inkml+xml"/>
  <Override PartName="/ppt/ink/ink2927.xml" ContentType="application/inkml+xml"/>
  <Override PartName="/ppt/ink/ink2928.xml" ContentType="application/inkml+xml"/>
  <Override PartName="/ppt/ink/ink2929.xml" ContentType="application/inkml+xml"/>
  <Override PartName="/ppt/ink/ink2930.xml" ContentType="application/inkml+xml"/>
  <Override PartName="/ppt/ink/ink2931.xml" ContentType="application/inkml+xml"/>
  <Override PartName="/ppt/ink/ink2932.xml" ContentType="application/inkml+xml"/>
  <Override PartName="/ppt/ink/ink2933.xml" ContentType="application/inkml+xml"/>
  <Override PartName="/ppt/ink/ink2934.xml" ContentType="application/inkml+xml"/>
  <Override PartName="/ppt/ink/ink2935.xml" ContentType="application/inkml+xml"/>
  <Override PartName="/ppt/ink/ink2936.xml" ContentType="application/inkml+xml"/>
  <Override PartName="/ppt/ink/ink2937.xml" ContentType="application/inkml+xml"/>
  <Override PartName="/ppt/ink/ink2938.xml" ContentType="application/inkml+xml"/>
  <Override PartName="/ppt/ink/ink2939.xml" ContentType="application/inkml+xml"/>
  <Override PartName="/ppt/ink/ink2940.xml" ContentType="application/inkml+xml"/>
  <Override PartName="/ppt/ink/ink2941.xml" ContentType="application/inkml+xml"/>
  <Override PartName="/ppt/ink/ink2942.xml" ContentType="application/inkml+xml"/>
  <Override PartName="/ppt/ink/ink2943.xml" ContentType="application/inkml+xml"/>
  <Override PartName="/ppt/ink/ink2944.xml" ContentType="application/inkml+xml"/>
  <Override PartName="/ppt/ink/ink2945.xml" ContentType="application/inkml+xml"/>
  <Override PartName="/ppt/ink/ink2946.xml" ContentType="application/inkml+xml"/>
  <Override PartName="/ppt/ink/ink2947.xml" ContentType="application/inkml+xml"/>
  <Override PartName="/ppt/ink/ink2948.xml" ContentType="application/inkml+xml"/>
  <Override PartName="/ppt/ink/ink2949.xml" ContentType="application/inkml+xml"/>
  <Override PartName="/ppt/ink/ink2950.xml" ContentType="application/inkml+xml"/>
  <Override PartName="/ppt/ink/ink2951.xml" ContentType="application/inkml+xml"/>
  <Override PartName="/ppt/ink/ink2952.xml" ContentType="application/inkml+xml"/>
  <Override PartName="/ppt/ink/ink2953.xml" ContentType="application/inkml+xml"/>
  <Override PartName="/ppt/ink/ink2954.xml" ContentType="application/inkml+xml"/>
  <Override PartName="/ppt/ink/ink2955.xml" ContentType="application/inkml+xml"/>
  <Override PartName="/ppt/ink/ink2956.xml" ContentType="application/inkml+xml"/>
  <Override PartName="/ppt/ink/ink2957.xml" ContentType="application/inkml+xml"/>
  <Override PartName="/ppt/ink/ink2958.xml" ContentType="application/inkml+xml"/>
  <Override PartName="/ppt/ink/ink2959.xml" ContentType="application/inkml+xml"/>
  <Override PartName="/ppt/ink/ink2960.xml" ContentType="application/inkml+xml"/>
  <Override PartName="/ppt/ink/ink2961.xml" ContentType="application/inkml+xml"/>
  <Override PartName="/ppt/ink/ink2962.xml" ContentType="application/inkml+xml"/>
  <Override PartName="/ppt/ink/ink2963.xml" ContentType="application/inkml+xml"/>
  <Override PartName="/ppt/ink/ink2964.xml" ContentType="application/inkml+xml"/>
  <Override PartName="/ppt/ink/ink2965.xml" ContentType="application/inkml+xml"/>
  <Override PartName="/ppt/ink/ink2966.xml" ContentType="application/inkml+xml"/>
  <Override PartName="/ppt/ink/ink2967.xml" ContentType="application/inkml+xml"/>
  <Override PartName="/ppt/ink/ink2968.xml" ContentType="application/inkml+xml"/>
  <Override PartName="/ppt/ink/ink2969.xml" ContentType="application/inkml+xml"/>
  <Override PartName="/ppt/ink/ink2970.xml" ContentType="application/inkml+xml"/>
  <Override PartName="/ppt/ink/ink2971.xml" ContentType="application/inkml+xml"/>
  <Override PartName="/ppt/ink/ink2972.xml" ContentType="application/inkml+xml"/>
  <Override PartName="/ppt/ink/ink2973.xml" ContentType="application/inkml+xml"/>
  <Override PartName="/ppt/ink/ink2974.xml" ContentType="application/inkml+xml"/>
  <Override PartName="/ppt/ink/ink2975.xml" ContentType="application/inkml+xml"/>
  <Override PartName="/ppt/ink/ink2976.xml" ContentType="application/inkml+xml"/>
  <Override PartName="/ppt/ink/ink2977.xml" ContentType="application/inkml+xml"/>
  <Override PartName="/ppt/ink/ink2978.xml" ContentType="application/inkml+xml"/>
  <Override PartName="/ppt/ink/ink2979.xml" ContentType="application/inkml+xml"/>
  <Override PartName="/ppt/ink/ink2980.xml" ContentType="application/inkml+xml"/>
  <Override PartName="/ppt/ink/ink2981.xml" ContentType="application/inkml+xml"/>
  <Override PartName="/ppt/ink/ink2982.xml" ContentType="application/inkml+xml"/>
  <Override PartName="/ppt/ink/ink2983.xml" ContentType="application/inkml+xml"/>
  <Override PartName="/ppt/ink/ink2984.xml" ContentType="application/inkml+xml"/>
  <Override PartName="/ppt/ink/ink2985.xml" ContentType="application/inkml+xml"/>
  <Override PartName="/ppt/ink/ink2986.xml" ContentType="application/inkml+xml"/>
  <Override PartName="/ppt/ink/ink2987.xml" ContentType="application/inkml+xml"/>
  <Override PartName="/ppt/ink/ink2988.xml" ContentType="application/inkml+xml"/>
  <Override PartName="/ppt/ink/ink2989.xml" ContentType="application/inkml+xml"/>
  <Override PartName="/ppt/ink/ink2990.xml" ContentType="application/inkml+xml"/>
  <Override PartName="/ppt/ink/ink2991.xml" ContentType="application/inkml+xml"/>
  <Override PartName="/ppt/ink/ink2992.xml" ContentType="application/inkml+xml"/>
  <Override PartName="/ppt/ink/ink2993.xml" ContentType="application/inkml+xml"/>
  <Override PartName="/ppt/ink/ink2994.xml" ContentType="application/inkml+xml"/>
  <Override PartName="/ppt/ink/ink2995.xml" ContentType="application/inkml+xml"/>
  <Override PartName="/ppt/ink/ink2996.xml" ContentType="application/inkml+xml"/>
  <Override PartName="/ppt/ink/ink2997.xml" ContentType="application/inkml+xml"/>
  <Override PartName="/ppt/ink/ink2998.xml" ContentType="application/inkml+xml"/>
  <Override PartName="/ppt/ink/ink2999.xml" ContentType="application/inkml+xml"/>
  <Override PartName="/ppt/ink/ink3000.xml" ContentType="application/inkml+xml"/>
  <Override PartName="/ppt/ink/ink3001.xml" ContentType="application/inkml+xml"/>
  <Override PartName="/ppt/ink/ink3002.xml" ContentType="application/inkml+xml"/>
  <Override PartName="/ppt/ink/ink3003.xml" ContentType="application/inkml+xml"/>
  <Override PartName="/ppt/ink/ink3004.xml" ContentType="application/inkml+xml"/>
  <Override PartName="/ppt/ink/ink3005.xml" ContentType="application/inkml+xml"/>
  <Override PartName="/ppt/ink/ink3006.xml" ContentType="application/inkml+xml"/>
  <Override PartName="/ppt/ink/ink3007.xml" ContentType="application/inkml+xml"/>
  <Override PartName="/ppt/ink/ink3008.xml" ContentType="application/inkml+xml"/>
  <Override PartName="/ppt/ink/ink3009.xml" ContentType="application/inkml+xml"/>
  <Override PartName="/ppt/ink/ink3010.xml" ContentType="application/inkml+xml"/>
  <Override PartName="/ppt/ink/ink3011.xml" ContentType="application/inkml+xml"/>
  <Override PartName="/ppt/ink/ink3012.xml" ContentType="application/inkml+xml"/>
  <Override PartName="/ppt/ink/ink3013.xml" ContentType="application/inkml+xml"/>
  <Override PartName="/ppt/ink/ink3014.xml" ContentType="application/inkml+xml"/>
  <Override PartName="/ppt/ink/ink3015.xml" ContentType="application/inkml+xml"/>
  <Override PartName="/ppt/ink/ink3016.xml" ContentType="application/inkml+xml"/>
  <Override PartName="/ppt/ink/ink3017.xml" ContentType="application/inkml+xml"/>
  <Override PartName="/ppt/ink/ink3018.xml" ContentType="application/inkml+xml"/>
  <Override PartName="/ppt/ink/ink3019.xml" ContentType="application/inkml+xml"/>
  <Override PartName="/ppt/ink/ink3020.xml" ContentType="application/inkml+xml"/>
  <Override PartName="/ppt/ink/ink3021.xml" ContentType="application/inkml+xml"/>
  <Override PartName="/ppt/ink/ink3022.xml" ContentType="application/inkml+xml"/>
  <Override PartName="/ppt/ink/ink3023.xml" ContentType="application/inkml+xml"/>
  <Override PartName="/ppt/ink/ink3024.xml" ContentType="application/inkml+xml"/>
  <Override PartName="/ppt/ink/ink3025.xml" ContentType="application/inkml+xml"/>
  <Override PartName="/ppt/ink/ink3026.xml" ContentType="application/inkml+xml"/>
  <Override PartName="/ppt/ink/ink3027.xml" ContentType="application/inkml+xml"/>
  <Override PartName="/ppt/ink/ink3028.xml" ContentType="application/inkml+xml"/>
  <Override PartName="/ppt/ink/ink3029.xml" ContentType="application/inkml+xml"/>
  <Override PartName="/ppt/ink/ink3030.xml" ContentType="application/inkml+xml"/>
  <Override PartName="/ppt/ink/ink3031.xml" ContentType="application/inkml+xml"/>
  <Override PartName="/ppt/ink/ink3032.xml" ContentType="application/inkml+xml"/>
  <Override PartName="/ppt/ink/ink3033.xml" ContentType="application/inkml+xml"/>
  <Override PartName="/ppt/ink/ink3034.xml" ContentType="application/inkml+xml"/>
  <Override PartName="/ppt/ink/ink3035.xml" ContentType="application/inkml+xml"/>
  <Override PartName="/ppt/ink/ink3036.xml" ContentType="application/inkml+xml"/>
  <Override PartName="/ppt/ink/ink3037.xml" ContentType="application/inkml+xml"/>
  <Override PartName="/ppt/ink/ink3038.xml" ContentType="application/inkml+xml"/>
  <Override PartName="/ppt/ink/ink3039.xml" ContentType="application/inkml+xml"/>
  <Override PartName="/ppt/ink/ink3040.xml" ContentType="application/inkml+xml"/>
  <Override PartName="/ppt/ink/ink3041.xml" ContentType="application/inkml+xml"/>
  <Override PartName="/ppt/ink/ink3042.xml" ContentType="application/inkml+xml"/>
  <Override PartName="/ppt/ink/ink3043.xml" ContentType="application/inkml+xml"/>
  <Override PartName="/ppt/ink/ink3044.xml" ContentType="application/inkml+xml"/>
  <Override PartName="/ppt/ink/ink3045.xml" ContentType="application/inkml+xml"/>
  <Override PartName="/ppt/ink/ink3046.xml" ContentType="application/inkml+xml"/>
  <Override PartName="/ppt/ink/ink3047.xml" ContentType="application/inkml+xml"/>
  <Override PartName="/ppt/ink/ink3048.xml" ContentType="application/inkml+xml"/>
  <Override PartName="/ppt/ink/ink3049.xml" ContentType="application/inkml+xml"/>
  <Override PartName="/ppt/ink/ink3050.xml" ContentType="application/inkml+xml"/>
  <Override PartName="/ppt/ink/ink3051.xml" ContentType="application/inkml+xml"/>
  <Override PartName="/ppt/ink/ink3052.xml" ContentType="application/inkml+xml"/>
  <Override PartName="/ppt/ink/ink3053.xml" ContentType="application/inkml+xml"/>
  <Override PartName="/ppt/ink/ink3054.xml" ContentType="application/inkml+xml"/>
  <Override PartName="/ppt/ink/ink3055.xml" ContentType="application/inkml+xml"/>
  <Override PartName="/ppt/ink/ink3056.xml" ContentType="application/inkml+xml"/>
  <Override PartName="/ppt/ink/ink3057.xml" ContentType="application/inkml+xml"/>
  <Override PartName="/ppt/ink/ink3058.xml" ContentType="application/inkml+xml"/>
  <Override PartName="/ppt/ink/ink3059.xml" ContentType="application/inkml+xml"/>
  <Override PartName="/ppt/ink/ink3060.xml" ContentType="application/inkml+xml"/>
  <Override PartName="/ppt/ink/ink3061.xml" ContentType="application/inkml+xml"/>
  <Override PartName="/ppt/ink/ink3062.xml" ContentType="application/inkml+xml"/>
  <Override PartName="/ppt/ink/ink3063.xml" ContentType="application/inkml+xml"/>
  <Override PartName="/ppt/ink/ink3064.xml" ContentType="application/inkml+xml"/>
  <Override PartName="/ppt/ink/ink3065.xml" ContentType="application/inkml+xml"/>
  <Override PartName="/ppt/ink/ink3066.xml" ContentType="application/inkml+xml"/>
  <Override PartName="/ppt/ink/ink3067.xml" ContentType="application/inkml+xml"/>
  <Override PartName="/ppt/ink/ink3068.xml" ContentType="application/inkml+xml"/>
  <Override PartName="/ppt/ink/ink3069.xml" ContentType="application/inkml+xml"/>
  <Override PartName="/ppt/ink/ink3070.xml" ContentType="application/inkml+xml"/>
  <Override PartName="/ppt/ink/ink3071.xml" ContentType="application/inkml+xml"/>
  <Override PartName="/ppt/ink/ink3072.xml" ContentType="application/inkml+xml"/>
  <Override PartName="/ppt/ink/ink3073.xml" ContentType="application/inkml+xml"/>
  <Override PartName="/ppt/ink/ink3074.xml" ContentType="application/inkml+xml"/>
  <Override PartName="/ppt/ink/ink3075.xml" ContentType="application/inkml+xml"/>
  <Override PartName="/ppt/ink/ink3076.xml" ContentType="application/inkml+xml"/>
  <Override PartName="/ppt/ink/ink3077.xml" ContentType="application/inkml+xml"/>
  <Override PartName="/ppt/ink/ink3078.xml" ContentType="application/inkml+xml"/>
  <Override PartName="/ppt/ink/ink3079.xml" ContentType="application/inkml+xml"/>
  <Override PartName="/ppt/ink/ink3080.xml" ContentType="application/inkml+xml"/>
  <Override PartName="/ppt/ink/ink3081.xml" ContentType="application/inkml+xml"/>
  <Override PartName="/ppt/ink/ink3082.xml" ContentType="application/inkml+xml"/>
  <Override PartName="/ppt/ink/ink3083.xml" ContentType="application/inkml+xml"/>
  <Override PartName="/ppt/ink/ink3084.xml" ContentType="application/inkml+xml"/>
  <Override PartName="/ppt/ink/ink3085.xml" ContentType="application/inkml+xml"/>
  <Override PartName="/ppt/ink/ink3086.xml" ContentType="application/inkml+xml"/>
  <Override PartName="/ppt/ink/ink3087.xml" ContentType="application/inkml+xml"/>
  <Override PartName="/ppt/ink/ink3088.xml" ContentType="application/inkml+xml"/>
  <Override PartName="/ppt/ink/ink3089.xml" ContentType="application/inkml+xml"/>
  <Override PartName="/ppt/ink/ink3090.xml" ContentType="application/inkml+xml"/>
  <Override PartName="/ppt/ink/ink3091.xml" ContentType="application/inkml+xml"/>
  <Override PartName="/ppt/ink/ink3092.xml" ContentType="application/inkml+xml"/>
  <Override PartName="/ppt/ink/ink3093.xml" ContentType="application/inkml+xml"/>
  <Override PartName="/ppt/ink/ink3094.xml" ContentType="application/inkml+xml"/>
  <Override PartName="/ppt/ink/ink3095.xml" ContentType="application/inkml+xml"/>
  <Override PartName="/ppt/ink/ink3096.xml" ContentType="application/inkml+xml"/>
  <Override PartName="/ppt/ink/ink3097.xml" ContentType="application/inkml+xml"/>
  <Override PartName="/ppt/ink/ink3098.xml" ContentType="application/inkml+xml"/>
  <Override PartName="/ppt/ink/ink3099.xml" ContentType="application/inkml+xml"/>
  <Override PartName="/ppt/ink/ink3100.xml" ContentType="application/inkml+xml"/>
  <Override PartName="/ppt/ink/ink3101.xml" ContentType="application/inkml+xml"/>
  <Override PartName="/ppt/ink/ink3102.xml" ContentType="application/inkml+xml"/>
  <Override PartName="/ppt/ink/ink3103.xml" ContentType="application/inkml+xml"/>
  <Override PartName="/ppt/ink/ink3104.xml" ContentType="application/inkml+xml"/>
  <Override PartName="/ppt/ink/ink3105.xml" ContentType="application/inkml+xml"/>
  <Override PartName="/ppt/ink/ink3106.xml" ContentType="application/inkml+xml"/>
  <Override PartName="/ppt/ink/ink3107.xml" ContentType="application/inkml+xml"/>
  <Override PartName="/ppt/ink/ink3108.xml" ContentType="application/inkml+xml"/>
  <Override PartName="/ppt/ink/ink3109.xml" ContentType="application/inkml+xml"/>
  <Override PartName="/ppt/ink/ink3110.xml" ContentType="application/inkml+xml"/>
  <Override PartName="/ppt/ink/ink3111.xml" ContentType="application/inkml+xml"/>
  <Override PartName="/ppt/ink/ink3112.xml" ContentType="application/inkml+xml"/>
  <Override PartName="/ppt/ink/ink3113.xml" ContentType="application/inkml+xml"/>
  <Override PartName="/ppt/ink/ink3114.xml" ContentType="application/inkml+xml"/>
  <Override PartName="/ppt/ink/ink3115.xml" ContentType="application/inkml+xml"/>
  <Override PartName="/ppt/ink/ink3116.xml" ContentType="application/inkml+xml"/>
  <Override PartName="/ppt/ink/ink3117.xml" ContentType="application/inkml+xml"/>
  <Override PartName="/ppt/ink/ink3118.xml" ContentType="application/inkml+xml"/>
  <Override PartName="/ppt/ink/ink3119.xml" ContentType="application/inkml+xml"/>
  <Override PartName="/ppt/ink/ink3120.xml" ContentType="application/inkml+xml"/>
  <Override PartName="/ppt/ink/ink3121.xml" ContentType="application/inkml+xml"/>
  <Override PartName="/ppt/ink/ink3122.xml" ContentType="application/inkml+xml"/>
  <Override PartName="/ppt/ink/ink3123.xml" ContentType="application/inkml+xml"/>
  <Override PartName="/ppt/ink/ink3124.xml" ContentType="application/inkml+xml"/>
  <Override PartName="/ppt/ink/ink3125.xml" ContentType="application/inkml+xml"/>
  <Override PartName="/ppt/ink/ink3126.xml" ContentType="application/inkml+xml"/>
  <Override PartName="/ppt/ink/ink3127.xml" ContentType="application/inkml+xml"/>
  <Override PartName="/ppt/ink/ink3128.xml" ContentType="application/inkml+xml"/>
  <Override PartName="/ppt/ink/ink3129.xml" ContentType="application/inkml+xml"/>
  <Override PartName="/ppt/ink/ink3130.xml" ContentType="application/inkml+xml"/>
  <Override PartName="/ppt/ink/ink3131.xml" ContentType="application/inkml+xml"/>
  <Override PartName="/ppt/ink/ink3132.xml" ContentType="application/inkml+xml"/>
  <Override PartName="/ppt/ink/ink3133.xml" ContentType="application/inkml+xml"/>
  <Override PartName="/ppt/ink/ink3134.xml" ContentType="application/inkml+xml"/>
  <Override PartName="/ppt/ink/ink3135.xml" ContentType="application/inkml+xml"/>
  <Override PartName="/ppt/ink/ink3136.xml" ContentType="application/inkml+xml"/>
  <Override PartName="/ppt/ink/ink3137.xml" ContentType="application/inkml+xml"/>
  <Override PartName="/ppt/ink/ink3138.xml" ContentType="application/inkml+xml"/>
  <Override PartName="/ppt/ink/ink3139.xml" ContentType="application/inkml+xml"/>
  <Override PartName="/ppt/ink/ink3140.xml" ContentType="application/inkml+xml"/>
  <Override PartName="/ppt/ink/ink3141.xml" ContentType="application/inkml+xml"/>
  <Override PartName="/ppt/ink/ink3142.xml" ContentType="application/inkml+xml"/>
  <Override PartName="/ppt/ink/ink3143.xml" ContentType="application/inkml+xml"/>
  <Override PartName="/ppt/ink/ink3144.xml" ContentType="application/inkml+xml"/>
  <Override PartName="/ppt/ink/ink3145.xml" ContentType="application/inkml+xml"/>
  <Override PartName="/ppt/ink/ink3146.xml" ContentType="application/inkml+xml"/>
  <Override PartName="/ppt/ink/ink3147.xml" ContentType="application/inkml+xml"/>
  <Override PartName="/ppt/ink/ink3148.xml" ContentType="application/inkml+xml"/>
  <Override PartName="/ppt/ink/ink3149.xml" ContentType="application/inkml+xml"/>
  <Override PartName="/ppt/ink/ink3150.xml" ContentType="application/inkml+xml"/>
  <Override PartName="/ppt/ink/ink3151.xml" ContentType="application/inkml+xml"/>
  <Override PartName="/ppt/ink/ink3152.xml" ContentType="application/inkml+xml"/>
  <Override PartName="/ppt/ink/ink3153.xml" ContentType="application/inkml+xml"/>
  <Override PartName="/ppt/ink/ink3154.xml" ContentType="application/inkml+xml"/>
  <Override PartName="/ppt/ink/ink3155.xml" ContentType="application/inkml+xml"/>
  <Override PartName="/ppt/ink/ink3156.xml" ContentType="application/inkml+xml"/>
  <Override PartName="/ppt/ink/ink3157.xml" ContentType="application/inkml+xml"/>
  <Override PartName="/ppt/ink/ink3158.xml" ContentType="application/inkml+xml"/>
  <Override PartName="/ppt/ink/ink3159.xml" ContentType="application/inkml+xml"/>
  <Override PartName="/ppt/ink/ink3160.xml" ContentType="application/inkml+xml"/>
  <Override PartName="/ppt/ink/ink3161.xml" ContentType="application/inkml+xml"/>
  <Override PartName="/ppt/ink/ink3162.xml" ContentType="application/inkml+xml"/>
  <Override PartName="/ppt/ink/ink3163.xml" ContentType="application/inkml+xml"/>
  <Override PartName="/ppt/ink/ink3164.xml" ContentType="application/inkml+xml"/>
  <Override PartName="/ppt/ink/ink3165.xml" ContentType="application/inkml+xml"/>
  <Override PartName="/ppt/ink/ink3166.xml" ContentType="application/inkml+xml"/>
  <Override PartName="/ppt/ink/ink3167.xml" ContentType="application/inkml+xml"/>
  <Override PartName="/ppt/ink/ink3168.xml" ContentType="application/inkml+xml"/>
  <Override PartName="/ppt/ink/ink3169.xml" ContentType="application/inkml+xml"/>
  <Override PartName="/ppt/ink/ink3170.xml" ContentType="application/inkml+xml"/>
  <Override PartName="/ppt/ink/ink3171.xml" ContentType="application/inkml+xml"/>
  <Override PartName="/ppt/ink/ink3172.xml" ContentType="application/inkml+xml"/>
  <Override PartName="/ppt/ink/ink3173.xml" ContentType="application/inkml+xml"/>
  <Override PartName="/ppt/ink/ink3174.xml" ContentType="application/inkml+xml"/>
  <Override PartName="/ppt/ink/ink3175.xml" ContentType="application/inkml+xml"/>
  <Override PartName="/ppt/ink/ink3176.xml" ContentType="application/inkml+xml"/>
  <Override PartName="/ppt/ink/ink3177.xml" ContentType="application/inkml+xml"/>
  <Override PartName="/ppt/ink/ink3178.xml" ContentType="application/inkml+xml"/>
  <Override PartName="/ppt/ink/ink3179.xml" ContentType="application/inkml+xml"/>
  <Override PartName="/ppt/ink/ink3180.xml" ContentType="application/inkml+xml"/>
  <Override PartName="/ppt/ink/ink3181.xml" ContentType="application/inkml+xml"/>
  <Override PartName="/ppt/ink/ink3182.xml" ContentType="application/inkml+xml"/>
  <Override PartName="/ppt/ink/ink3183.xml" ContentType="application/inkml+xml"/>
  <Override PartName="/ppt/ink/ink3184.xml" ContentType="application/inkml+xml"/>
  <Override PartName="/ppt/ink/ink3185.xml" ContentType="application/inkml+xml"/>
  <Override PartName="/ppt/ink/ink3186.xml" ContentType="application/inkml+xml"/>
  <Override PartName="/ppt/ink/ink3187.xml" ContentType="application/inkml+xml"/>
  <Override PartName="/ppt/ink/ink3188.xml" ContentType="application/inkml+xml"/>
  <Override PartName="/ppt/ink/ink3189.xml" ContentType="application/inkml+xml"/>
  <Override PartName="/ppt/ink/ink3190.xml" ContentType="application/inkml+xml"/>
  <Override PartName="/ppt/ink/ink3191.xml" ContentType="application/inkml+xml"/>
  <Override PartName="/ppt/ink/ink3192.xml" ContentType="application/inkml+xml"/>
  <Override PartName="/ppt/ink/ink3193.xml" ContentType="application/inkml+xml"/>
  <Override PartName="/ppt/ink/ink3194.xml" ContentType="application/inkml+xml"/>
  <Override PartName="/ppt/ink/ink3195.xml" ContentType="application/inkml+xml"/>
  <Override PartName="/ppt/ink/ink3196.xml" ContentType="application/inkml+xml"/>
  <Override PartName="/ppt/ink/ink3197.xml" ContentType="application/inkml+xml"/>
  <Override PartName="/ppt/ink/ink3198.xml" ContentType="application/inkml+xml"/>
  <Override PartName="/ppt/ink/ink3199.xml" ContentType="application/inkml+xml"/>
  <Override PartName="/ppt/ink/ink3200.xml" ContentType="application/inkml+xml"/>
  <Override PartName="/ppt/ink/ink3201.xml" ContentType="application/inkml+xml"/>
  <Override PartName="/ppt/ink/ink3202.xml" ContentType="application/inkml+xml"/>
  <Override PartName="/ppt/ink/ink3203.xml" ContentType="application/inkml+xml"/>
  <Override PartName="/ppt/ink/ink3204.xml" ContentType="application/inkml+xml"/>
  <Override PartName="/ppt/ink/ink3205.xml" ContentType="application/inkml+xml"/>
  <Override PartName="/ppt/ink/ink3206.xml" ContentType="application/inkml+xml"/>
  <Override PartName="/ppt/ink/ink3207.xml" ContentType="application/inkml+xml"/>
  <Override PartName="/ppt/ink/ink3208.xml" ContentType="application/inkml+xml"/>
  <Override PartName="/ppt/ink/ink3209.xml" ContentType="application/inkml+xml"/>
  <Override PartName="/ppt/ink/ink3210.xml" ContentType="application/inkml+xml"/>
  <Override PartName="/ppt/ink/ink3211.xml" ContentType="application/inkml+xml"/>
  <Override PartName="/ppt/ink/ink3212.xml" ContentType="application/inkml+xml"/>
  <Override PartName="/ppt/ink/ink3213.xml" ContentType="application/inkml+xml"/>
  <Override PartName="/ppt/ink/ink3214.xml" ContentType="application/inkml+xml"/>
  <Override PartName="/ppt/ink/ink3215.xml" ContentType="application/inkml+xml"/>
  <Override PartName="/ppt/ink/ink3216.xml" ContentType="application/inkml+xml"/>
  <Override PartName="/ppt/ink/ink3217.xml" ContentType="application/inkml+xml"/>
  <Override PartName="/ppt/ink/ink3218.xml" ContentType="application/inkml+xml"/>
  <Override PartName="/ppt/ink/ink3219.xml" ContentType="application/inkml+xml"/>
  <Override PartName="/ppt/ink/ink3220.xml" ContentType="application/inkml+xml"/>
  <Override PartName="/ppt/ink/ink3221.xml" ContentType="application/inkml+xml"/>
  <Override PartName="/ppt/ink/ink3222.xml" ContentType="application/inkml+xml"/>
  <Override PartName="/ppt/ink/ink3223.xml" ContentType="application/inkml+xml"/>
  <Override PartName="/ppt/ink/ink3224.xml" ContentType="application/inkml+xml"/>
  <Override PartName="/ppt/ink/ink3225.xml" ContentType="application/inkml+xml"/>
  <Override PartName="/ppt/ink/ink3226.xml" ContentType="application/inkml+xml"/>
  <Override PartName="/ppt/ink/ink3227.xml" ContentType="application/inkml+xml"/>
  <Override PartName="/ppt/ink/ink3228.xml" ContentType="application/inkml+xml"/>
  <Override PartName="/ppt/ink/ink3229.xml" ContentType="application/inkml+xml"/>
  <Override PartName="/ppt/ink/ink3230.xml" ContentType="application/inkml+xml"/>
  <Override PartName="/ppt/ink/ink3231.xml" ContentType="application/inkml+xml"/>
  <Override PartName="/ppt/ink/ink3232.xml" ContentType="application/inkml+xml"/>
  <Override PartName="/ppt/ink/ink3233.xml" ContentType="application/inkml+xml"/>
  <Override PartName="/ppt/ink/ink3234.xml" ContentType="application/inkml+xml"/>
  <Override PartName="/ppt/ink/ink3235.xml" ContentType="application/inkml+xml"/>
  <Override PartName="/ppt/ink/ink3236.xml" ContentType="application/inkml+xml"/>
  <Override PartName="/ppt/ink/ink3237.xml" ContentType="application/inkml+xml"/>
  <Override PartName="/ppt/ink/ink3238.xml" ContentType="application/inkml+xml"/>
  <Override PartName="/ppt/ink/ink3239.xml" ContentType="application/inkml+xml"/>
  <Override PartName="/ppt/ink/ink3240.xml" ContentType="application/inkml+xml"/>
  <Override PartName="/ppt/ink/ink3241.xml" ContentType="application/inkml+xml"/>
  <Override PartName="/ppt/ink/ink3242.xml" ContentType="application/inkml+xml"/>
  <Override PartName="/ppt/ink/ink3243.xml" ContentType="application/inkml+xml"/>
  <Override PartName="/ppt/ink/ink3244.xml" ContentType="application/inkml+xml"/>
  <Override PartName="/ppt/ink/ink3245.xml" ContentType="application/inkml+xml"/>
  <Override PartName="/ppt/ink/ink3246.xml" ContentType="application/inkml+xml"/>
  <Override PartName="/ppt/ink/ink3247.xml" ContentType="application/inkml+xml"/>
  <Override PartName="/ppt/ink/ink3248.xml" ContentType="application/inkml+xml"/>
  <Override PartName="/ppt/ink/ink3249.xml" ContentType="application/inkml+xml"/>
  <Override PartName="/ppt/ink/ink3250.xml" ContentType="application/inkml+xml"/>
  <Override PartName="/ppt/ink/ink3251.xml" ContentType="application/inkml+xml"/>
  <Override PartName="/ppt/ink/ink3252.xml" ContentType="application/inkml+xml"/>
  <Override PartName="/ppt/ink/ink3253.xml" ContentType="application/inkml+xml"/>
  <Override PartName="/ppt/ink/ink3254.xml" ContentType="application/inkml+xml"/>
  <Override PartName="/ppt/ink/ink3255.xml" ContentType="application/inkml+xml"/>
  <Override PartName="/ppt/ink/ink3256.xml" ContentType="application/inkml+xml"/>
  <Override PartName="/ppt/ink/ink3257.xml" ContentType="application/inkml+xml"/>
  <Override PartName="/ppt/ink/ink3258.xml" ContentType="application/inkml+xml"/>
  <Override PartName="/ppt/ink/ink3259.xml" ContentType="application/inkml+xml"/>
  <Override PartName="/ppt/ink/ink3260.xml" ContentType="application/inkml+xml"/>
  <Override PartName="/ppt/ink/ink3261.xml" ContentType="application/inkml+xml"/>
  <Override PartName="/ppt/ink/ink3262.xml" ContentType="application/inkml+xml"/>
  <Override PartName="/ppt/ink/ink3263.xml" ContentType="application/inkml+xml"/>
  <Override PartName="/ppt/ink/ink3264.xml" ContentType="application/inkml+xml"/>
  <Override PartName="/ppt/ink/ink3265.xml" ContentType="application/inkml+xml"/>
  <Override PartName="/ppt/ink/ink3266.xml" ContentType="application/inkml+xml"/>
  <Override PartName="/ppt/ink/ink3267.xml" ContentType="application/inkml+xml"/>
  <Override PartName="/ppt/ink/ink3268.xml" ContentType="application/inkml+xml"/>
  <Override PartName="/ppt/ink/ink3269.xml" ContentType="application/inkml+xml"/>
  <Override PartName="/ppt/ink/ink3270.xml" ContentType="application/inkml+xml"/>
  <Override PartName="/ppt/ink/ink3271.xml" ContentType="application/inkml+xml"/>
  <Override PartName="/ppt/ink/ink3272.xml" ContentType="application/inkml+xml"/>
  <Override PartName="/ppt/ink/ink3273.xml" ContentType="application/inkml+xml"/>
  <Override PartName="/ppt/ink/ink3274.xml" ContentType="application/inkml+xml"/>
  <Override PartName="/ppt/ink/ink3275.xml" ContentType="application/inkml+xml"/>
  <Override PartName="/ppt/ink/ink3276.xml" ContentType="application/inkml+xml"/>
  <Override PartName="/ppt/ink/ink3277.xml" ContentType="application/inkml+xml"/>
  <Override PartName="/ppt/ink/ink3278.xml" ContentType="application/inkml+xml"/>
  <Override PartName="/ppt/ink/ink3279.xml" ContentType="application/inkml+xml"/>
  <Override PartName="/ppt/ink/ink3280.xml" ContentType="application/inkml+xml"/>
  <Override PartName="/ppt/ink/ink3281.xml" ContentType="application/inkml+xml"/>
  <Override PartName="/ppt/ink/ink3282.xml" ContentType="application/inkml+xml"/>
  <Override PartName="/ppt/ink/ink3283.xml" ContentType="application/inkml+xml"/>
  <Override PartName="/ppt/ink/ink3284.xml" ContentType="application/inkml+xml"/>
  <Override PartName="/ppt/ink/ink3285.xml" ContentType="application/inkml+xml"/>
  <Override PartName="/ppt/ink/ink3286.xml" ContentType="application/inkml+xml"/>
  <Override PartName="/ppt/ink/ink3287.xml" ContentType="application/inkml+xml"/>
  <Override PartName="/ppt/ink/ink3288.xml" ContentType="application/inkml+xml"/>
  <Override PartName="/ppt/ink/ink3289.xml" ContentType="application/inkml+xml"/>
  <Override PartName="/ppt/ink/ink3290.xml" ContentType="application/inkml+xml"/>
  <Override PartName="/ppt/ink/ink3291.xml" ContentType="application/inkml+xml"/>
  <Override PartName="/ppt/ink/ink3292.xml" ContentType="application/inkml+xml"/>
  <Override PartName="/ppt/ink/ink3293.xml" ContentType="application/inkml+xml"/>
  <Override PartName="/ppt/ink/ink3294.xml" ContentType="application/inkml+xml"/>
  <Override PartName="/ppt/ink/ink3295.xml" ContentType="application/inkml+xml"/>
  <Override PartName="/ppt/ink/ink3296.xml" ContentType="application/inkml+xml"/>
  <Override PartName="/ppt/ink/ink3297.xml" ContentType="application/inkml+xml"/>
  <Override PartName="/ppt/ink/ink3298.xml" ContentType="application/inkml+xml"/>
  <Override PartName="/ppt/ink/ink3299.xml" ContentType="application/inkml+xml"/>
  <Override PartName="/ppt/ink/ink3300.xml" ContentType="application/inkml+xml"/>
  <Override PartName="/ppt/ink/ink3301.xml" ContentType="application/inkml+xml"/>
  <Override PartName="/ppt/ink/ink3302.xml" ContentType="application/inkml+xml"/>
  <Override PartName="/ppt/ink/ink3303.xml" ContentType="application/inkml+xml"/>
  <Override PartName="/ppt/ink/ink3304.xml" ContentType="application/inkml+xml"/>
  <Override PartName="/ppt/ink/ink3305.xml" ContentType="application/inkml+xml"/>
  <Override PartName="/ppt/ink/ink3306.xml" ContentType="application/inkml+xml"/>
  <Override PartName="/ppt/ink/ink3307.xml" ContentType="application/inkml+xml"/>
  <Override PartName="/ppt/ink/ink3308.xml" ContentType="application/inkml+xml"/>
  <Override PartName="/ppt/ink/ink3309.xml" ContentType="application/inkml+xml"/>
  <Override PartName="/ppt/ink/ink3310.xml" ContentType="application/inkml+xml"/>
  <Override PartName="/ppt/ink/ink3311.xml" ContentType="application/inkml+xml"/>
  <Override PartName="/ppt/ink/ink3312.xml" ContentType="application/inkml+xml"/>
  <Override PartName="/ppt/ink/ink3313.xml" ContentType="application/inkml+xml"/>
  <Override PartName="/ppt/ink/ink3314.xml" ContentType="application/inkml+xml"/>
  <Override PartName="/ppt/ink/ink3315.xml" ContentType="application/inkml+xml"/>
  <Override PartName="/ppt/ink/ink3316.xml" ContentType="application/inkml+xml"/>
  <Override PartName="/ppt/ink/ink3317.xml" ContentType="application/inkml+xml"/>
  <Override PartName="/ppt/ink/ink3318.xml" ContentType="application/inkml+xml"/>
  <Override PartName="/ppt/ink/ink3319.xml" ContentType="application/inkml+xml"/>
  <Override PartName="/ppt/ink/ink3320.xml" ContentType="application/inkml+xml"/>
  <Override PartName="/ppt/ink/ink3321.xml" ContentType="application/inkml+xml"/>
  <Override PartName="/ppt/ink/ink3322.xml" ContentType="application/inkml+xml"/>
  <Override PartName="/ppt/ink/ink3323.xml" ContentType="application/inkml+xml"/>
  <Override PartName="/ppt/ink/ink3324.xml" ContentType="application/inkml+xml"/>
  <Override PartName="/ppt/ink/ink3325.xml" ContentType="application/inkml+xml"/>
  <Override PartName="/ppt/ink/ink3326.xml" ContentType="application/inkml+xml"/>
  <Override PartName="/ppt/ink/ink3327.xml" ContentType="application/inkml+xml"/>
  <Override PartName="/ppt/ink/ink3328.xml" ContentType="application/inkml+xml"/>
  <Override PartName="/ppt/ink/ink3329.xml" ContentType="application/inkml+xml"/>
  <Override PartName="/ppt/ink/ink3330.xml" ContentType="application/inkml+xml"/>
  <Override PartName="/ppt/ink/ink3331.xml" ContentType="application/inkml+xml"/>
  <Override PartName="/ppt/ink/ink3332.xml" ContentType="application/inkml+xml"/>
  <Override PartName="/ppt/ink/ink3333.xml" ContentType="application/inkml+xml"/>
  <Override PartName="/ppt/ink/ink3334.xml" ContentType="application/inkml+xml"/>
  <Override PartName="/ppt/ink/ink3335.xml" ContentType="application/inkml+xml"/>
  <Override PartName="/ppt/ink/ink3336.xml" ContentType="application/inkml+xml"/>
  <Override PartName="/ppt/ink/ink3337.xml" ContentType="application/inkml+xml"/>
  <Override PartName="/ppt/ink/ink3338.xml" ContentType="application/inkml+xml"/>
  <Override PartName="/ppt/ink/ink3339.xml" ContentType="application/inkml+xml"/>
  <Override PartName="/ppt/ink/ink3340.xml" ContentType="application/inkml+xml"/>
  <Override PartName="/ppt/ink/ink3341.xml" ContentType="application/inkml+xml"/>
  <Override PartName="/ppt/ink/ink3342.xml" ContentType="application/inkml+xml"/>
  <Override PartName="/ppt/ink/ink3343.xml" ContentType="application/inkml+xml"/>
  <Override PartName="/ppt/ink/ink3344.xml" ContentType="application/inkml+xml"/>
  <Override PartName="/ppt/ink/ink3345.xml" ContentType="application/inkml+xml"/>
  <Override PartName="/ppt/ink/ink3346.xml" ContentType="application/inkml+xml"/>
  <Override PartName="/ppt/ink/ink3347.xml" ContentType="application/inkml+xml"/>
  <Override PartName="/ppt/ink/ink3348.xml" ContentType="application/inkml+xml"/>
  <Override PartName="/ppt/ink/ink3349.xml" ContentType="application/inkml+xml"/>
  <Override PartName="/ppt/ink/ink3350.xml" ContentType="application/inkml+xml"/>
  <Override PartName="/ppt/ink/ink3351.xml" ContentType="application/inkml+xml"/>
  <Override PartName="/ppt/ink/ink3352.xml" ContentType="application/inkml+xml"/>
  <Override PartName="/ppt/ink/ink3353.xml" ContentType="application/inkml+xml"/>
  <Override PartName="/ppt/ink/ink3354.xml" ContentType="application/inkml+xml"/>
  <Override PartName="/ppt/ink/ink3355.xml" ContentType="application/inkml+xml"/>
  <Override PartName="/ppt/ink/ink3356.xml" ContentType="application/inkml+xml"/>
  <Override PartName="/ppt/ink/ink3357.xml" ContentType="application/inkml+xml"/>
  <Override PartName="/ppt/ink/ink3358.xml" ContentType="application/inkml+xml"/>
  <Override PartName="/ppt/ink/ink3359.xml" ContentType="application/inkml+xml"/>
  <Override PartName="/ppt/ink/ink3360.xml" ContentType="application/inkml+xml"/>
  <Override PartName="/ppt/ink/ink3361.xml" ContentType="application/inkml+xml"/>
  <Override PartName="/ppt/ink/ink3362.xml" ContentType="application/inkml+xml"/>
  <Override PartName="/ppt/ink/ink3363.xml" ContentType="application/inkml+xml"/>
  <Override PartName="/ppt/ink/ink3364.xml" ContentType="application/inkml+xml"/>
  <Override PartName="/ppt/ink/ink3365.xml" ContentType="application/inkml+xml"/>
  <Override PartName="/ppt/ink/ink3366.xml" ContentType="application/inkml+xml"/>
  <Override PartName="/ppt/ink/ink3367.xml" ContentType="application/inkml+xml"/>
  <Override PartName="/ppt/ink/ink3368.xml" ContentType="application/inkml+xml"/>
  <Override PartName="/ppt/ink/ink3369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341" r:id="rId3"/>
    <p:sldId id="257" r:id="rId4"/>
    <p:sldId id="258" r:id="rId5"/>
    <p:sldId id="259" r:id="rId6"/>
    <p:sldId id="342" r:id="rId7"/>
    <p:sldId id="349" r:id="rId8"/>
    <p:sldId id="350" r:id="rId9"/>
    <p:sldId id="335" r:id="rId10"/>
    <p:sldId id="261" r:id="rId11"/>
    <p:sldId id="346" r:id="rId12"/>
    <p:sldId id="329" r:id="rId13"/>
    <p:sldId id="343" r:id="rId14"/>
    <p:sldId id="263" r:id="rId15"/>
    <p:sldId id="344" r:id="rId16"/>
    <p:sldId id="345" r:id="rId17"/>
    <p:sldId id="264" r:id="rId18"/>
    <p:sldId id="337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347" r:id="rId29"/>
    <p:sldId id="274" r:id="rId30"/>
    <p:sldId id="351" r:id="rId31"/>
    <p:sldId id="338" r:id="rId32"/>
    <p:sldId id="275" r:id="rId33"/>
    <p:sldId id="276" r:id="rId34"/>
    <p:sldId id="348" r:id="rId35"/>
    <p:sldId id="330" r:id="rId36"/>
    <p:sldId id="339" r:id="rId37"/>
    <p:sldId id="340" r:id="rId38"/>
    <p:sldId id="331" r:id="rId39"/>
    <p:sldId id="332" r:id="rId40"/>
    <p:sldId id="280" r:id="rId41"/>
    <p:sldId id="281" r:id="rId42"/>
    <p:sldId id="282" r:id="rId43"/>
    <p:sldId id="283" r:id="rId44"/>
    <p:sldId id="284" r:id="rId45"/>
    <p:sldId id="285" r:id="rId46"/>
    <p:sldId id="286" r:id="rId47"/>
    <p:sldId id="287" r:id="rId48"/>
    <p:sldId id="288" r:id="rId49"/>
    <p:sldId id="289" r:id="rId50"/>
    <p:sldId id="290" r:id="rId51"/>
    <p:sldId id="291" r:id="rId52"/>
    <p:sldId id="292" r:id="rId53"/>
    <p:sldId id="293" r:id="rId54"/>
    <p:sldId id="294" r:id="rId55"/>
    <p:sldId id="295" r:id="rId56"/>
    <p:sldId id="296" r:id="rId57"/>
    <p:sldId id="297" r:id="rId58"/>
    <p:sldId id="298" r:id="rId59"/>
    <p:sldId id="299" r:id="rId60"/>
    <p:sldId id="300" r:id="rId61"/>
    <p:sldId id="302" r:id="rId62"/>
    <p:sldId id="303" r:id="rId63"/>
    <p:sldId id="304" r:id="rId64"/>
    <p:sldId id="305" r:id="rId65"/>
    <p:sldId id="306" r:id="rId66"/>
    <p:sldId id="307" r:id="rId67"/>
    <p:sldId id="308" r:id="rId68"/>
    <p:sldId id="310" r:id="rId69"/>
    <p:sldId id="311" r:id="rId70"/>
    <p:sldId id="312" r:id="rId71"/>
    <p:sldId id="313" r:id="rId72"/>
    <p:sldId id="314" r:id="rId73"/>
    <p:sldId id="315" r:id="rId74"/>
    <p:sldId id="316" r:id="rId75"/>
    <p:sldId id="317" r:id="rId76"/>
    <p:sldId id="333" r:id="rId77"/>
    <p:sldId id="334" r:id="rId78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29" autoAdjust="0"/>
    <p:restoredTop sz="94660"/>
  </p:normalViewPr>
  <p:slideViewPr>
    <p:cSldViewPr>
      <p:cViewPr>
        <p:scale>
          <a:sx n="113" d="100"/>
          <a:sy n="113" d="100"/>
        </p:scale>
        <p:origin x="144" y="42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1:44.7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901 640 3225 0 0,'21'-24'1528'0'0,"-2"0"0"0"0,-1-1 0 0 0,0 0 0 0 0,22-48 0 0 0,-14 27 930 0 0,-2 15 262 0 0,-20 30-1110 0 0,-15 20-1123 0 0,-316 482 1839 0 0,246-384-2253 0 0,-4-5 0 0 0,-120 122-1 0 0,154-183-72 0 0,-11 9 0 0 0,2 2 0 0 0,-97 134 0 0 0,155-193 0 0 0,-3 3 0 0 0,1 1 0 0 0,-1 1 1 0 0,2-1-1 0 0,-1 1 0 0 0,-3 10 0 0 0,7-17 0 0 0,0 0 0 0 0,-1 0 0 0 0,1 1-1 0 0,0-1 1 0 0,0 0 0 0 0,0 0 0 0 0,0 1-1 0 0,0-1 1 0 0,0 0 0 0 0,0 0 0 0 0,0 0-1 0 0,1 1 1 0 0,-1-1 0 0 0,0 0 0 0 0,1 0-1 0 0,-1 0 1 0 0,1 0 0 0 0,-1 0 0 0 0,1 0-1 0 0,0 0 1 0 0,-1 0 0 0 0,1 0 0 0 0,0 0-1 0 0,0 0 1 0 0,0 0 0 0 0,-1 0 0 0 0,1-1-1 0 0,0 1 1 0 0,0 0 0 0 0,0 0 0 0 0,0-1-1 0 0,1 1 1 0 0,-1-1 0 0 0,0 1 0 0 0,0-1-1 0 0,0 0 1 0 0,0 1 0 0 0,0-1 0 0 0,1 0-1 0 0,-1 0 1 0 0,0 0 0 0 0,0 0-1 0 0,0 0 1 0 0,1 0 0 0 0,0 0 0 0 0,23 1-14 0 0,0-2 1 0 0,0 0-1 0 0,45-9 1 0 0,12-1 13 0 0,9 4 79 0 0,-1 4-1 0 0,154 14 0 0 0,-233-9-76 0 0,0 0-1 0 0,0 0 1 0 0,-1 1-1 0 0,1 0 1 0 0,-1 1 0 0 0,0 0-1 0 0,0 1 1 0 0,18 10-1 0 0,-24-12-3 0 0,-1 0-1 0 0,1 0 1 0 0,0 0-1 0 0,-1 0 1 0 0,0 1-1 0 0,1 0 1 0 0,-1 0-1 0 0,-1 0 1 0 0,1 0 0 0 0,-1 0-1 0 0,1 0 1 0 0,-1 1-1 0 0,0-1 1 0 0,-1 1-1 0 0,1-1 1 0 0,-1 1-1 0 0,0 0 1 0 0,0-1-1 0 0,0 1 1 0 0,-1 0-1 0 0,0 0 1 0 0,0 6-1 0 0,-2 4 2 0 0,0 0 0 0 0,0-1-1 0 0,-2 1 1 0 0,0-1 0 0 0,-7 17-1 0 0,-36 69-51 0 0,25-56 50 0 0,-5 10-15 0 0,3 1 0 0 0,2 0 0 0 0,-19 73 0 0 0,37-111 14 0 0,1 0 0 0 0,0 0 0 0 0,1 0-1 0 0,1 0 1 0 0,0 1 0 0 0,2-1 0 0 0,0 0 0 0 0,0 1-1 0 0,2-1 1 0 0,0 0 0 0 0,1-1 0 0 0,1 1-1 0 0,1 0 1 0 0,0-1 0 0 0,1 0 0 0 0,9 16-1 0 0,-11-24 10 0 0,1 0 0 0 0,-1-1 0 0 0,1 0 0 0 0,1 1 0 0 0,-1-2 0 0 0,1 1 0 0 0,1-1 0 0 0,-1 0 0 0 0,1-1 0 0 0,0 1 0 0 0,16 7 0 0 0,-11-8 12 0 0,0-1 0 0 0,0 0 0 0 0,0 0 0 0 0,1-1 0 0 0,-1-1 0 0 0,1 0 0 0 0,19-1 0 0 0,13-3 49 0 0,0-3-1 0 0,0-1 0 0 0,82-24 0 0 0,-110 26-56 0 0,441-136 819 0 0,-369 110-681 0 0,-7-2-147 0 0,-1-4 0 0 0,-2-3 0 0 0,91-61 0 0 0,-155 90-84 0 0,-2 0 1 0 0,1 0 0 0 0,-1-2-1 0 0,-1 0 1 0 0,0 0 0 0 0,-1-1 0 0 0,0-1-1 0 0,-1 0 1 0 0,-1-1 0 0 0,0 0-1 0 0,-1 0 1 0 0,-1-1 0 0 0,0 0-1 0 0,11-33 1 0 0,-3 2-140 0 0,2 1 0 0 0,2 0 0 0 0,42-69 0 0 0,-51 99 270 0 0,46-82-344 0 0,-52 88 154 0 0,-1 0 0 0 0,0 0-1 0 0,0 0 1 0 0,-1-1 0 0 0,0 1 0 0 0,-1-1-1 0 0,0 0 1 0 0,0-12 0 0 0,-12-24-99 0 0,7 40 276 0 0,1 0 0 0 0,0-1 0 0 0,0 1 0 0 0,1-1-1 0 0,0 0 1 0 0,0-12 0 0 0,1 18-31 0 0,0 0 1 0 0,1 0-1 0 0,-1 1 0 0 0,1-1 0 0 0,-1 0 0 0 0,1 1 1 0 0,0-1-1 0 0,0 0 0 0 0,0 1 0 0 0,0-1 1 0 0,0 1-1 0 0,0 0 0 0 0,0-1 0 0 0,0 1 0 0 0,1 0 1 0 0,-1 0-1 0 0,0 0 0 0 0,1-1 0 0 0,-1 1 1 0 0,1 1-1 0 0,-1-1 0 0 0,1 0 0 0 0,0 0 0 0 0,-1 1 1 0 0,1-1-1 0 0,0 0 0 0 0,-1 1 0 0 0,1 0 1 0 0,0-1-1 0 0,0 1 0 0 0,0 0 0 0 0,-1 0 0 0 0,1 0 1 0 0,2 1-1 0 0,13-1 227 0 0,0 1-1 0 0,0 1 1 0 0,0 0 0 0 0,29 9 0 0 0,13 2 325 0 0,13-2-171 0 0,175 32 151 0 0,-237-40-530 0 0,47 10 121 0 0,81 10-1 0 0,-123-21-107 0 0,1-1 0 0 0,-1-1 0 0 0,1 0 0 0 0,0-1 0 0 0,-1-1 0 0 0,1 0 0 0 0,-1-1 0 0 0,0-1 0 0 0,0 0 0 0 0,21-10 0 0 0,-31 12 3 0 0,-1-1 0 0 0,0 0 0 0 0,0 0 1 0 0,0 0-1 0 0,0 0 0 0 0,-1-1 0 0 0,1 1 1 0 0,-1-1-1 0 0,0 0 0 0 0,0 0 0 0 0,0 0 1 0 0,-1 0-1 0 0,1-1 0 0 0,-1 1 0 0 0,0-1 1 0 0,0 1-1 0 0,-1-1 0 0 0,1 0 1 0 0,-1 0-1 0 0,0 1 0 0 0,0-9 0 0 0,1-8 145 0 0,-2-1-1 0 0,0 1 1 0 0,-7-38-1 0 0,3 26-95 0 0,3 16-64 0 0,-10-100 72 0 0,-5 1 0 0 0,-39-144 1 0 0,45 229-178 0 0,-2 0-1 0 0,-1 1 1 0 0,-1 0-1 0 0,-2 1 1 0 0,-1 1-1 0 0,-1 0 1 0 0,-1 1 0 0 0,-2 1-1 0 0,0 1 1 0 0,-2 1-1 0 0,-1 1 1 0 0,-45-34 0 0 0,30 30-41 0 0,-1 1 0 0 0,-1 3 0 0 0,-1 1 0 0 0,-1 2-1 0 0,-1 2 1 0 0,-1 1 0 0 0,0 3 0 0 0,-59-11 0 0 0,-194-19 436 0 0,-81-17 99 0 0,348 53-423 0 0,-32-7 283 0 0,-110-41 0 0 0,155 48-361 0 0,1 0-1 0 0,0-1 0 0 0,0-1 1 0 0,1 0-1 0 0,0-1 1 0 0,0-1-1 0 0,2-1 0 0 0,-1 0 1 0 0,2-1-1 0 0,-19-23 0 0 0,28 31-215 0 0,0 0 0 0 0,0 0 0 0 0,1 0 0 0 0,-4-10-1 0 0,2-2-994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1:45.4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0 5065 0 0,'0'29'1525'0'0,"-1"6"-330"0"0,2 1 0 0 0,6 39 1 0 0,-6-66-1029 0 0,1-1 0 0 0,-1 1 0 0 0,2-1 0 0 0,-1 0 0 0 0,1 0 0 0 0,0 0 1 0 0,1-1-1 0 0,0 1 0 0 0,0-1 0 0 0,1 1 0 0 0,0-1 0 0 0,0-1 0 0 0,0 1 1 0 0,10 8-1 0 0,-13-14-96 0 0,0 1-1 0 0,0-1 1 0 0,0 1 0 0 0,0-1 0 0 0,0 0 0 0 0,0 0-1 0 0,0 0 1 0 0,1 0 0 0 0,-1 0 0 0 0,0-1 0 0 0,1 1-1 0 0,-1-1 1 0 0,0 1 0 0 0,1-1 0 0 0,-1 0 0 0 0,1 0 0 0 0,-1 0-1 0 0,0 0 1 0 0,1 0 0 0 0,2-1 0 0 0,-1-1 48 0 0,1 1 1 0 0,-1-1-1 0 0,0 0 1 0 0,0 0-1 0 0,0-1 1 0 0,-1 1-1 0 0,1-1 1 0 0,-1 1-1 0 0,1-1 1 0 0,3-4-1 0 0,3-5 117 0 0,0 0 0 0 0,0-1-1 0 0,-2 0 1 0 0,1 0 0 0 0,6-16-1 0 0,-11 20-166 0 0,0 0 0 0 0,-1 0 0 0 0,0 0-1 0 0,0-1 1 0 0,-1 1 0 0 0,0-1 0 0 0,-1 1-1 0 0,0-1 1 0 0,-1 0 0 0 0,0 1 0 0 0,0-1 0 0 0,-1 0-1 0 0,-3-16 1 0 0,3 25-23 0 0,1-1 0 0 0,0 1 0 0 0,-1 0 0 0 0,1 0 0 0 0,-1 0 1 0 0,1-1-1 0 0,-1 1 0 0 0,0 0 0 0 0,1 0 0 0 0,-1 0 0 0 0,0 0 0 0 0,0 0 0 0 0,0 0 0 0 0,0 0 0 0 0,0 1 0 0 0,0-1 0 0 0,0 0 0 0 0,0 0 0 0 0,0 1 0 0 0,0-1 0 0 0,0 1 0 0 0,-1-1 1 0 0,-1 0-1 0 0,1 1-7 0 0,0 0 0 0 0,0 0 1 0 0,0 0-1 0 0,0 0 0 0 0,0 0 1 0 0,0 1-1 0 0,0-1 1 0 0,0 1-1 0 0,0 0 0 0 0,0-1 1 0 0,0 1-1 0 0,0 0 0 0 0,-2 2 1 0 0,-7 4 4 0 0,0 1-1 0 0,1 0 1 0 0,-17 17 0 0 0,20-17-58 0 0,-27 27-659 0 0,21-18-4261 0 0,4-3-1112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1:47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6913 0 0,'0'0'529'0'0,"18"17"2977"0"0,-12-3-3121 0 0,-1 1 0 0 0,-1 0 0 0 0,0 0 0 0 0,-1 0 1 0 0,-1 0-1 0 0,0 0 0 0 0,-1 1 0 0 0,-1 16 0 0 0,3 17 1 0 0,1 334-285 0 0,-5-114-81 0 0,-22 565 438 0 0,1-344-333 0 0,28 1-62 0 0,121 588 918 0 0,-55-721-643 0 0,34 211 453 0 0,-87-423 67 0 0,2 257-1 0 0,-23-334-654 0 0,-4 0-1 0 0,-2 0 1 0 0,-3-1-1 0 0,-3 0 1 0 0,-45 127-1 0 0,32-125-410 0 0,-3-1 0 0 0,-4-1 0 0 0,-2-2 0 0 0,-48 66 0 0 0,66-111-4559 0 0,1-1-1599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1:48.0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1606 17 3225 0 0,'-2'-2'161'0'0,"0"0"0"0"0,-1 1 0 0 0,1-1 0 0 0,-1 1 0 0 0,1-1 0 0 0,-1 1 0 0 0,0 0 0 0 0,1 0 0 0 0,-1 0 0 0 0,0 0 0 0 0,0 1 0 0 0,0-1 0 0 0,0 1 0 0 0,0-1 0 0 0,0 1 0 0 0,0 0 1 0 0,0 0-1 0 0,1 1 0 0 0,-1-1 0 0 0,0 1 0 0 0,0-1 0 0 0,0 1 0 0 0,0 0 0 0 0,0 0 0 0 0,-4 2 0 0 0,-7 4 484 0 0,-1 0 1 0 0,2 1-1 0 0,-20 14 1 0 0,23-15-335 0 0,-260 204 4766 0 0,64-46-3161 0 0,149-124-1243 0 0,-109 59 0 0 0,-122 53 529 0 0,264-142-1506 0 0,-1 0 1 0 0,0-2 0 0 0,0-1 0 0 0,-1-1 0 0 0,1-2 0 0 0,-31 4 0 0 0,35-7-141 0 0,-1 0-1 0 0,0-2 1 0 0,1-1 0 0 0,-1 0 0 0 0,1-1 0 0 0,-1-2 0 0 0,-39-11 0 0 0,39 6-460 0 0,5-1-136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1:48.4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6449 0 0,'40'14'829'0'0,"0"2"0"0"0,45 25-1 0 0,-20-9-358 0 0,108 49 743 0 0,248 109 1613 0 0,-376-172-2117 0 0,2-2 0 0 0,49 10 0 0 0,-69-20-973 0 0,0-2 0 0 0,0-1 0 0 0,1-1 0 0 0,-1-1 0 0 0,33-3 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1:48.8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1215 3 4145 0 0,'0'0'67'0'0,"0"0"1"0"0,0 0-1 0 0,0 0 0 0 0,0-1 1 0 0,0 1-1 0 0,1 0 0 0 0,-1 0 1 0 0,0 0-1 0 0,0 0 0 0 0,0-1 1 0 0,0 1-1 0 0,1 0 0 0 0,-1 0 1 0 0,0 0-1 0 0,0 0 0 0 0,0 0 1 0 0,1 0-1 0 0,-1 0 0 0 0,0 0 1 0 0,0 0-1 0 0,1 0 0 0 0,-1 0 1 0 0,0 0-1 0 0,0 0 0 0 0,0 0 1 0 0,1 0-1 0 0,-1 0 1 0 0,0 0-1 0 0,0 0 0 0 0,0 0 1 0 0,1 0-1 0 0,-1 0 0 0 0,0 0 1 0 0,0 0-1 0 0,1 0 0 0 0,-1 0 1 0 0,0 1-1 0 0,0-1 0 0 0,1 0 1 0 0,3 11 1979 0 0,-2 13 405 0 0,-7 3-1971 0 0,-2-2 0 0 0,0 1 0 0 0,-2-1 1 0 0,-1 0-1 0 0,-1-1 0 0 0,-20 33 0 0 0,3-3-201 0 0,-15 32 134 0 0,-3-2 0 0 0,-5-3 1 0 0,-2-2-1 0 0,-5-2 0 0 0,-85 89 1 0 0,109-131-289 0 0,-36 39 339 0 0,-103 82 0 0 0,150-138-406 0 0,-2 0 1 0 0,1-2-1 0 0,-2 0 1 0 0,0-2-1 0 0,-1-1 1 0 0,0-1-1 0 0,-1-2 1 0 0,0 0-1 0 0,-32 5 1 0 0,50-12-187 0 0,0-2-1 0 0,0 1 1 0 0,0-2 0 0 0,0 1 0 0 0,0-1-1 0 0,0-1 1 0 0,0 1 0 0 0,0-2 0 0 0,0 0-1 0 0,0 0 1 0 0,-19-7 0 0 0,12 0-1089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1:49.1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1 456 0 0,'55'58'6381'0'0,"-1"1"-3444"0"0,-2-1-1583 0 0,68 59 1 0 0,-103-103-1166 0 0,0-1 0 0 0,1-1 0 0 0,0 0 0 0 0,1-1 0 0 0,1-2 0 0 0,-1 0 0 0 0,2-1 0 0 0,-1 0 0 0 0,1-2 0 0 0,21 4 0 0 0,-21-7-1168 0 0,0 0-1 0 0,0-2 0 0 0,28-1 1 0 0,-5-3-3592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1:51.0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385 0 3225 0 0,'-8'2'114'0'0,"1"0"0"0"0,-1 1 1 0 0,1 0-1 0 0,0 1 0 0 0,-1-1 1 0 0,2 1-1 0 0,-9 6 1 0 0,-46 39 1576 0 0,27-21-573 0 0,-155 107 1186 0 0,155-114-5548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1:51.8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110 19 2304 0 0,'-1'0'109'0'0,"0"0"-1"0"0,1-1 0 0 0,-1 1 1 0 0,0 0-1 0 0,1-1 0 0 0,-1 1 1 0 0,1-1-1 0 0,-1 1 0 0 0,1-1 0 0 0,-1 1 1 0 0,1-1-1 0 0,-1 1 0 0 0,1-1 1 0 0,-1 0-1 0 0,1 1 0 0 0,0-1 0 0 0,-2-10 4564 0 0,1 16-4239 0 0,-11 36 151 0 0,-58 251 402 0 0,63-255-1037 0 0,3 1-1 0 0,1-1 1 0 0,1 0 0 0 0,2 1-1 0 0,2-1 1 0 0,7 39 0 0 0,-6-61 38 0 0,2-1 1 0 0,-1 1-1 0 0,2-1 1 0 0,0 1-1 0 0,0-2 0 0 0,2 1 1 0 0,-1-1-1 0 0,2 0 1 0 0,0 0-1 0 0,0-1 1 0 0,1-1-1 0 0,1 1 0 0 0,0-2 1 0 0,0 1-1 0 0,1-2 1 0 0,0 1-1 0 0,25 13 1 0 0,-16-12 6 0 0,0 0 0 0 0,1-2 0 0 0,0 0-1 0 0,0-2 1 0 0,1 0 0 0 0,-1-2 0 0 0,1 0 0 0 0,1-2 0 0 0,-1 0 0 0 0,1-1 0 0 0,23-3 0 0 0,-35 0 80 0 0,0 0 1 0 0,-1-1-1 0 0,0-1 0 0 0,1 0 0 0 0,-1 0 0 0 0,0-1 0 0 0,-1-1 1 0 0,1 0-1 0 0,-1 0 0 0 0,0-1 0 0 0,0-1 0 0 0,0 1 1 0 0,12-13-1 0 0,6-8-42 0 0,0-2 1 0 0,37-51-1 0 0,-28 33-48 0 0,-30 39 102 0 0,-1-1 0 0 0,1 0-1 0 0,-2 0 1 0 0,1 0 0 0 0,-1-1-1 0 0,6-17 1 0 0,-9 21-39 0 0,-1 0 1 0 0,1-1-1 0 0,-1 1 1 0 0,-1-1-1 0 0,1 1 1 0 0,-1-1-1 0 0,0 1 0 0 0,-1 0 1 0 0,1-1-1 0 0,-1 1 1 0 0,-1-1-1 0 0,-2-8 1 0 0,-22-62 1860 0 0,-68-138 0 0 0,87 202-1735 0 0,-2 0 0 0 0,1 0-1 0 0,-2 1 1 0 0,1 0 0 0 0,-2 1-1 0 0,0 0 1 0 0,0 0 0 0 0,-15-10-1 0 0,10 10-672 0 0,-1 0-1 0 0,0 1 1 0 0,-23-9-1 0 0,11 6-5244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1:55.9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11979 0 0,'3'3'127'0'0,"0"-1"0"0"0,0 0 0 0 0,1 1 0 0 0,-1-1 0 0 0,0-1 0 0 0,1 1 1 0 0,-1 0-1 0 0,1-1 0 0 0,0 1 0 0 0,4 0 0 0 0,-3 0 8 0 0,38 13 41 0 0,0-2-1 0 0,1-2 1 0 0,68 9 0 0 0,138 1-76 0 0,-40-5 12 0 0,28 14-437 0 0,-1 10-1 0 0,338 104 1 0 0,-473-112 348 0 0,-2 4-1 0 0,147 76 1 0 0,-213-93-31 0 0,-1 1-1 0 0,-1 2 1 0 0,-1 0-1 0 0,-1 3 1 0 0,-1 0-1 0 0,-1 2 1 0 0,-1 1-1 0 0,-1 1 1 0 0,-2 1-1 0 0,29 48 1 0 0,-24-23-82 0 0,-3 2 1 0 0,32 107 0 0 0,7 14-176 0 0,-51-147 339 0 0,0-2 1 0 0,2 0-1 0 0,35 48 1 0 0,-28-47 131 0 0,2-2 0 0 0,1 0 0 0 0,34 26 0 0 0,-41-38 149 0 0,0-2 0 0 0,1 0 0 0 0,1-2 0 0 0,0 0 1 0 0,1-1-1 0 0,24 8 0 0 0,-40-17-544 0 0,1 0 1 0 0,-1-1-1 0 0,1 0 1 0 0,-1 0-1 0 0,12 0 1 0 0,-1-2-5324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1:56.5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544 1 10594 0 0,'-4'4'204'0'0,"1"0"0"0"0,-1 0 0 0 0,1 1 0 0 0,1-1 0 0 0,-1 1 0 0 0,0 0 0 0 0,1 0-1 0 0,0 0 1 0 0,0 0 0 0 0,1 0 0 0 0,-1 1 0 0 0,1-1 0 0 0,0 1 0 0 0,0 7 0 0 0,1 8 1098 0 0,0 0 0 0 0,5 31 1 0 0,-1-16-747 0 0,27 286-672 0 0,-17-226 58 0 0,34 124 0 0 0,-43-201 50 0 0,1-1 0 0 0,1 0 0 0 0,0 0 0 0 0,2-1 0 0 0,0 0 0 0 0,1 0 0 0 0,0-1 0 0 0,1-1 0 0 0,21 23 0 0 0,-32-38 15 0 0,1 1 0 0 0,-1-1-1 0 0,0 1 1 0 0,1-1 0 0 0,-1 0 0 0 0,0 1 0 0 0,0-1 0 0 0,1 1-1 0 0,-1-1 1 0 0,0 0 0 0 0,0 1 0 0 0,0-1 0 0 0,0 1 0 0 0,1-1 0 0 0,-1 1-1 0 0,0-1 1 0 0,0 1 0 0 0,0-1 0 0 0,0 1 0 0 0,0-1 0 0 0,0 1 0 0 0,0-1-1 0 0,0 1 1 0 0,0-1 0 0 0,-1 1 0 0 0,1-1 0 0 0,0 1 0 0 0,0-1 0 0 0,0 1-1 0 0,-1 0 1 0 0,-14 13 162 0 0,-28 9 78 0 0,36-20-195 0 0,-107 49 833 0 0,-146 43 1 0 0,2-20-2786 0 0,235-68 1221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1:57.3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1867 84 6913 0 0,'-1'0'156'0'0,"0"0"0"0"0,0-1 0 0 0,0 1 0 0 0,0 0 0 0 0,-1-1 0 0 0,1 0 0 0 0,0 1-1 0 0,0-1 1 0 0,0 0 0 0 0,0 1 0 0 0,0-1 0 0 0,0 0 0 0 0,1 0 0 0 0,-1 0 0 0 0,0 0-1 0 0,0 0 1 0 0,1 0 0 0 0,-1 0 0 0 0,0 0 0 0 0,1 0 0 0 0,-1 0 0 0 0,1 0-1 0 0,-1 0 1 0 0,1-2 0 0 0,0 1 162 0 0,1-1 1 0 0,0 1-1 0 0,1 0 0 0 0,-1 0 0 0 0,0-1 1 0 0,1 1-1 0 0,-1 0 0 0 0,1 0 0 0 0,-1 0 1 0 0,5-2-1 0 0,-4 1-491 0 0,17-22 1549 0 0,-19 24-1354 0 0,0 1 0 0 0,0 0 0 0 0,1 0 0 0 0,-1-1 0 0 0,0 1 0 0 0,0 0 0 0 0,0 0 1 0 0,0-1-1 0 0,0 1 0 0 0,0 0 0 0 0,0 0 0 0 0,0-1 0 0 0,0 1 0 0 0,0 0 0 0 0,0 0 0 0 0,0-1 0 0 0,0 1 0 0 0,0 0 0 0 0,0 0 0 0 0,0-1 0 0 0,0 1 0 0 0,0 0 0 0 0,0 0 0 0 0,0-1 0 0 0,0 1 0 0 0,0 0 0 0 0,-1 0 0 0 0,1 0 0 0 0,0-1 0 0 0,0 1 0 0 0,0 0 1 0 0,0 0-1 0 0,0 0 0 0 0,-1-1 0 0 0,-16 3 378 0 0,-50 21 317 0 0,-112 57-1 0 0,-56 49-564 0 0,132-67-215 0 0,3 4 0 0 0,3 4 0 0 0,3 4 0 0 0,-110 115 0 0 0,-224 249-17 0 0,387-395-174 0 0,14-14-561 0 0,-42 37 1 0 0,59-58 681 0 0,0-1 1 0 0,-1 0-1 0 0,0 0 1 0 0,0-1-1 0 0,0 0 1 0 0,0-1-1 0 0,-1-1 1 0 0,-20 6-1 0 0,23-8-171 0 0,1 0 0 0 0,-1-1 0 0 0,0 0 0 0 0,1 0-1 0 0,-1-1 1 0 0,0 0 0 0 0,1 0 0 0 0,-12-3 0 0 0,6-1-4085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1:57.7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250 2 2304 0 0,'-1'0'161'0'0,"0"0"0"0"0,1-1 0 0 0,-1 1-1 0 0,1 0 1 0 0,-1 0 0 0 0,0 0 0 0 0,0 0-1 0 0,1-1 1 0 0,-1 1 0 0 0,0 0 0 0 0,1 0-1 0 0,-1 0 1 0 0,0 0 0 0 0,1 1-1 0 0,-1-1 1 0 0,0 0 0 0 0,0 0 0 0 0,1 0-1 0 0,-1 0 1 0 0,0 1 0 0 0,1-1 0 0 0,-1 0-1 0 0,1 1 1 0 0,-1-1 0 0 0,0 0 0 0 0,1 1-1 0 0,-1-1 1 0 0,1 1 0 0 0,-1-1-1 0 0,1 1 1 0 0,-1-1 0 0 0,1 1 0 0 0,0 0-1 0 0,-1-1 1 0 0,1 1 0 0 0,0-1 0 0 0,-1 1-1 0 0,1 0 1 0 0,0 0 0 0 0,-15 25 2071 0 0,3 5-954 0 0,1 1 0 0 0,-11 57 0 0 0,1-3-424 0 0,-21 52-25 0 0,11-40-157 0 0,-37 201-1 0 0,66-286-569 0 0,1 0-1 0 0,0 0 0 0 0,1 0 0 0 0,0 0 1 0 0,1 0-1 0 0,1 0 0 0 0,5 21 0 0 0,-6-30-66 0 0,0-1 0 0 0,1 1-1 0 0,-1 0 1 0 0,1 0-1 0 0,0-1 1 0 0,0 1-1 0 0,1-1 1 0 0,-1 1-1 0 0,0-1 1 0 0,1 0 0 0 0,0 0-1 0 0,0 0 1 0 0,0 0-1 0 0,0-1 1 0 0,0 1-1 0 0,1-1 1 0 0,-1 0 0 0 0,1 0-1 0 0,0 0 1 0 0,-1 0-1 0 0,1-1 1 0 0,0 1-1 0 0,0-1 1 0 0,0 0 0 0 0,0 0-1 0 0,0-1 1 0 0,8 1-1 0 0,4-1-67 0 0,0 0 0 0 0,0-2-1 0 0,0 0 1 0 0,0 0 0 0 0,20-7 0 0 0,79-31-3392 0 0,-81 27 521 0 0,24-8-2738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1:58.6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 5529 0 0,'1'-1'148'0'0,"0"1"-1"0"0,0 0 0 0 0,0-1 0 0 0,1 1 1 0 0,-1 0-1 0 0,0-1 0 0 0,0 1 1 0 0,0 0-1 0 0,1 0 0 0 0,-1 0 1 0 0,0 0-1 0 0,0 0 0 0 0,0 0 1 0 0,1 1-1 0 0,-1-1 0 0 0,0 0 1 0 0,0 1-1 0 0,2 0 0 0 0,32 7 1048 0 0,-15 0-620 0 0,1 0-1 0 0,-2 2 1 0 0,0 1-1 0 0,0 0 0 0 0,31 26 1 0 0,77 81-361 0 0,5 5-751 0 0,-92-94 400 0 0,1-1 0 0 0,1-2 0 0 0,2-2 0 0 0,0-2 0 0 0,1-1 0 0 0,1-3 0 0 0,1-2 0 0 0,77 16 0 0 0,-68-21 447 0 0,0-4 0 0 0,0-1 0 0 0,1-4 0 0 0,0-1 0 0 0,0-3 0 0 0,-1-3 0 0 0,70-14 0 0 0,366-95 3541 0 0,-484 113-3945 0 0,3-1-139 0 0,0 0 1 0 0,-1-1-1 0 0,1 0 1 0 0,-1-1-1 0 0,18-8 0 0 0,-17 5-875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1:59.1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0 8290 0 0,'-2'2'92'0'0,"0"0"0"0"0,1-1 0 0 0,-1 1 0 0 0,0 0 1 0 0,1 0-1 0 0,-1 0 0 0 0,1 0 0 0 0,-1 1 0 0 0,1-1 0 0 0,0 0 0 0 0,0 1 1 0 0,0-1-1 0 0,1 0 0 0 0,-1 1 0 0 0,0-1 0 0 0,1 1 0 0 0,0-1 0 0 0,-1 1 1 0 0,1-1-1 0 0,0 1 0 0 0,1 3 0 0 0,-1 4 82 0 0,0 1-1 0 0,1 0 1 0 0,1 0-1 0 0,2 10 1 0 0,1-2 79 0 0,2-1 1 0 0,0 1-1 0 0,1-2 0 0 0,1 1 0 0 0,15 22 0 0 0,63 77 623 0 0,-63-88-814 0 0,0 1-1 0 0,-3 1 1 0 0,0 1 0 0 0,16 35-1 0 0,-2 27 46 0 0,-26-65-341 0 0,2-1 0 0 0,1 1 0 0 0,27 46 0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1:59.4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54 10594 0 0,'42'3'215'0'0,"0"1"0"0"0,0 3-1 0 0,0 1 1 0 0,74 25 0 0 0,14 3-273 0 0,-107-31 132 0 0,0-1 0 0 0,1-1-1 0 0,0-2 1 0 0,0 0-1 0 0,-1-1 1 0 0,1-2 0 0 0,0 0-1 0 0,0-1 1 0 0,27-9-1 0 0,-20 3-328 0 0,-1-1 0 0 0,-1-2 0 0 0,0-1 0 0 0,0-1 0 0 0,-1-1 0 0 0,36-28 0 0 0,-32 20-488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00.1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2 368 10138 0 0,'-1'1'46'0'0,"1"0"-1"0"0,0 1 1 0 0,0-1-1 0 0,-1 0 1 0 0,1 1-1 0 0,0-1 1 0 0,0 1-1 0 0,0-1 1 0 0,1 0 0 0 0,-1 1-1 0 0,0-1 1 0 0,0 0-1 0 0,1 1 1 0 0,-1-1-1 0 0,1 0 1 0 0,-1 1-1 0 0,1-1 1 0 0,-1 0-1 0 0,1 0 1 0 0,0 0-1 0 0,0 1 1 0 0,-1-1-1 0 0,1 0 1 0 0,0 0 0 0 0,0 0-1 0 0,0 0 1 0 0,0 0-1 0 0,1-1 1 0 0,0 2-1 0 0,1 1-22 0 0,1 0-1 0 0,-1-1 1 0 0,0 1 0 0 0,1-1-1 0 0,0 0 1 0 0,0 0 0 0 0,-1 0-1 0 0,1 0 1 0 0,5 1 0 0 0,-3-3-17 0 0,0 0 1 0 0,0 0-1 0 0,0 0 1 0 0,0-1 0 0 0,0 0-1 0 0,-1 0 1 0 0,1 0 0 0 0,0-1-1 0 0,0 0 1 0 0,-1 0 0 0 0,1 0-1 0 0,-1-1 1 0 0,9-5 0 0 0,8-6-135 0 0,36-30 0 0 0,-40 29 60 0 0,39-30-43 0 0,1 1 0 0 0,2 4 1 0 0,2 2-1 0 0,83-38 0 0 0,-107 59-128 0 0,1 2 0 0 0,1 2-1 0 0,0 1 1 0 0,0 2 0 0 0,1 1 0 0 0,65-4-1 0 0,-58 13-12 0 0,0 1-1 0 0,0 3 0 0 0,58 11 0 0 0,137 50-285 0 0,-64-4 419 0 0,174 51 118 0 0,-288-96 1011 0 0,0-2 0 0 0,2-3 0 0 0,97 3 0 0 0,-132-13-65 0 0,52-6-1 0 0,-27-9-1435 0 0,-50 12-413 0 0,1-2 0 0 0,0 1 0 0 0,-1-1 0 0 0,13-9 0 0 0,-9 6-2783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00.6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1 4145 0 0,'-2'0'165'0'0,"1"0"1"0"0,-1 0 0 0 0,1 0-1 0 0,-1 0 1 0 0,1 0-1 0 0,0 0 1 0 0,-1 0-1 0 0,1 0 1 0 0,-1 0-1 0 0,1 1 1 0 0,-1-1 0 0 0,1 1-1 0 0,0-1 1 0 0,-1 1-1 0 0,1 0 1 0 0,0-1-1 0 0,0 1 1 0 0,-1 0-1 0 0,1 0 1 0 0,0 0 0 0 0,0 0-1 0 0,-2 2 1 0 0,3-2 20 0 0,0 1 0 0 0,0-1 0 0 0,0 1 0 0 0,0-1 0 0 0,0 1 0 0 0,0-1-1 0 0,1 1 1 0 0,-1-1 0 0 0,0 1 0 0 0,1-1 0 0 0,-1 0 0 0 0,1 1 0 0 0,0-1 0 0 0,-1 0 0 0 0,1 1 0 0 0,0-1 0 0 0,0 0 0 0 0,0 0 0 0 0,0 0 0 0 0,0 0 0 0 0,0 0 0 0 0,0 0 0 0 0,2 2 0 0 0,24 24 1570 0 0,44 62-1 0 0,-44-48-1568 0 0,-2 1 1 0 0,32 73-1 0 0,-32-65-168 0 0,2-1 0 0 0,40 54 1 0 0,-12-20 151 0 0,-49-74-82 0 0,-1 0 0 0 0,0 0 0 0 0,0 1-1 0 0,-1 0 1 0 0,0-1 0 0 0,-1 1 0 0 0,0 0 0 0 0,3 18-1 0 0,-6-21 53 0 0,0-1 0 0 0,0 0-1 0 0,0 1 1 0 0,-1-1 0 0 0,0 0-1 0 0,0 0 1 0 0,-1 0 0 0 0,0 0 0 0 0,0 0-1 0 0,0 0 1 0 0,-1 0 0 0 0,0 0-1 0 0,0-1 1 0 0,0 1 0 0 0,-7 8-1 0 0,-18 18 26 0 0,-1-1 0 0 0,-2-2 0 0 0,-58 45 0 0 0,43-37-1663 0 0,17-13-5323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06.729"/>
    </inkml:context>
    <inkml:brush xml:id="br0">
      <inkml:brushProperty name="width" value="0.35" units="cm"/>
      <inkml:brushProperty name="height" value="0.35" units="cm"/>
      <inkml:brushProperty name="color" value="#00A0D7"/>
    </inkml:brush>
  </inkml:definitions>
  <inkml:trace contextRef="#ctx0" brushRef="#br0">1 0 9218 0 0,'23'24'3473'0'0,"26"24"-189"0"0,63 77-2306 0 0,-82-86-976 0 0,-3 1-1 0 0,-1 2 1 0 0,-3 0-1 0 0,-1 2 1 0 0,28 79-1 0 0,-24-37 127 0 0,-3 0 0 0 0,13 108-1 0 0,13 97 245 0 0,14 98-176 0 0,-48-259-186 0 0,-1 133-1 0 0,-36 319 181 0 0,9-340-156 0 0,10-155-41 0 0,5-1 0 0 0,3 1 0 0 0,24 120 0 0 0,-15-137-43 0 0,4-1-1 0 0,3 0 0 0 0,2-2 0 0 0,51 100 0 0 0,-57-135-428 0 0,1-2 0 0 0,2-1-1 0 0,1 0 1 0 0,1-1-1 0 0,1-1 1 0 0,2-2-1 0 0,34 29 1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07.473"/>
    </inkml:context>
    <inkml:brush xml:id="br0">
      <inkml:brushProperty name="width" value="0.35" units="cm"/>
      <inkml:brushProperty name="height" value="0.35" units="cm"/>
      <inkml:brushProperty name="color" value="#00A0D7"/>
    </inkml:brush>
  </inkml:definitions>
  <inkml:trace contextRef="#ctx0" brushRef="#br0">1 296 14283 0 0,'42'-3'1767'0'0,"-35"5"-1762"0"0,0 0 0 0 0,1 1 0 0 0,-1 0 0 0 0,0 1 0 0 0,-1 0 0 0 0,1 0 0 0 0,-1 0 0 0 0,1 1 0 0 0,-1 0 0 0 0,-1 0 0 0 0,1 0 0 0 0,-1 1 0 0 0,0 0 0 0 0,0 0 0 0 0,8 13 0 0 0,4 10-257 0 0,-1 1 0 0 0,17 44 1 0 0,-17-37-39 0 0,1 2-169 0 0,2-1 0 0 0,2-1 0 0 0,39 54 1 0 0,-44-71 410 0 0,1-1-1 0 0,0-1 1 0 0,2 0 0 0 0,0-1 0 0 0,0-1 0 0 0,2-1 0 0 0,27 16 0 0 0,122 52 871 0 0,-144-72-590 0 0,1-2 0 0 0,0 0 0 0 0,1-2 0 0 0,46 5 0 0 0,-58-10-170 0 0,1-2 0 0 0,0 0 1 0 0,-1-1-1 0 0,1-1 1 0 0,-1 0-1 0 0,1-1 1 0 0,-1-1-1 0 0,0-1 1 0 0,23-9-1 0 0,-18 4 48 0 0,0-1 1 0 0,-1-1 0 0 0,0-1-1 0 0,-1 0 1 0 0,34-32-1 0 0,-5-6-955 0 0,-2-2 0 0 0,-3-2 0 0 0,53-88 0 0 0,78-132-6295 0 0,-14-10 9198 0 0,-139 244-1973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12.1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43 306 456 0 0,'-8'-17'527'0'0,"1"-1"-1"0"0,1 0 0 0 0,0 0 1 0 0,2 0-1 0 0,0-1 1 0 0,1 0-1 0 0,0 1 1 0 0,1-37-1 0 0,3 36 1169 0 0,1-1 0 0 0,6-29 1 0 0,-8 48-1522 0 0,0 0 1 0 0,0 0 0 0 0,0 0 0 0 0,0 1-1 0 0,0-1 1 0 0,1 0 0 0 0,-1 0 0 0 0,0 0 0 0 0,1 0-1 0 0,-1 0 1 0 0,1 0 0 0 0,-1 0 0 0 0,1 0 0 0 0,0 1-1 0 0,-1-1 1 0 0,1 0 0 0 0,0 0 0 0 0,0 0-1 0 0,0 1-80 0 0,-1 0 0 0 0,1 0 0 0 0,-1 0 0 0 0,1 0 0 0 0,-1 0 0 0 0,1 0-1 0 0,-1 1 1 0 0,0-1 0 0 0,1 0 0 0 0,-1 0 0 0 0,1 0 0 0 0,-1 1 0 0 0,0-1-1 0 0,1 0 1 0 0,-1 1 0 0 0,0-1 0 0 0,1 0 0 0 0,-1 1 0 0 0,0-1-1 0 0,1 0 1 0 0,-1 1 0 0 0,0-1 0 0 0,0 1 0 0 0,0-1 0 0 0,1 0 0 0 0,-1 1-1 0 0,13 36 1777 0 0,-3 37-548 0 0,0 131 1 0 0,-9-127-1216 0 0,16 112 0 0 0,2-110-117 0 0,-13-58-728 0 0,-1 0 0 0 0,0 1 0 0 0,-2-1 0 0 0,2 40 1 0 0,-10-30-2493 0 0,1-15-1990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12.4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4 117 6913 0 0,'-4'0'1045'0'0,"8"-3"-140"0"0,17-12 542 0 0,35-16 407 0 0,-36 22-1952 0 0,49-22 661 0 0,-22 12-4209 0 0,-20 10-216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12.8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0 187 4609 0 0,'0'2'102'0'0,"0"-1"1"0"0,0 0 0 0 0,0 0-1 0 0,0 1 1 0 0,0-1-1 0 0,1 0 1 0 0,-1 0-1 0 0,0 1 1 0 0,0-1-1 0 0,1 0 1 0 0,-1 0-1 0 0,1 0 1 0 0,-1 0-1 0 0,1 1 1 0 0,0-1-1 0 0,-1 0 1 0 0,1 0-1 0 0,0 0 1 0 0,0 0-1 0 0,-1-1 1 0 0,1 1-1 0 0,0 0 1 0 0,2 1-1 0 0,7 11 151 0 0,6 18 786 0 0,-14-25-920 0 0,1 1 0 0 0,-1-2 0 0 0,1 1 0 0 0,1 0 0 0 0,-1 0 0 0 0,1-1 1 0 0,0 0-1 0 0,0 0 0 0 0,1 0 0 0 0,-1 0 0 0 0,7 4 0 0 0,-10-9-161 0 0,0 0-1 0 0,0 0 1 0 0,0 0-1 0 0,0 1 1 0 0,0-1 0 0 0,0 0-1 0 0,0-1 1 0 0,0 1 0 0 0,0 0-1 0 0,0 0 1 0 0,0 0-1 0 0,0 0 1 0 0,0-1 0 0 0,0 1-1 0 0,0-1 1 0 0,0 1-1 0 0,0-1 1 0 0,0 1 0 0 0,-1-1-1 0 0,1 1 1 0 0,0-1-1 0 0,0 0 1 0 0,0 1 0 0 0,-1-1-1 0 0,1 0 1 0 0,0 0-1 0 0,-1 1 1 0 0,1-1 0 0 0,-1 0-1 0 0,1 0 1 0 0,-1 0-1 0 0,1 0 1 0 0,0-1 0 0 0,17-36-1050 0 0,-17 36 1054 0 0,28-79-850 0 0,-20 55 1050 0 0,0 0 0 0 0,2 0 0 0 0,0 1-1 0 0,20-30 1 0 0,-30 52 13 0 0,0 1-1 0 0,1 0 0 0 0,0 0 1 0 0,-1-1-1 0 0,1 1 1 0 0,0 0-1 0 0,0 1 0 0 0,0-1 1 0 0,1 0-1 0 0,-1 0 1 0 0,0 1-1 0 0,1 0 1 0 0,-1-1-1 0 0,1 1 0 0 0,-1 0 1 0 0,1 0-1 0 0,0 0 1 0 0,-1 1-1 0 0,1-1 0 0 0,0 0 1 0 0,-1 1-1 0 0,1 0 1 0 0,0 0-1 0 0,0 0 0 0 0,3 0 1 0 0,-3 1 1 0 0,0 0-1 0 0,0 0 1 0 0,0 1 0 0 0,0-1-1 0 0,0 0 1 0 0,-1 1 0 0 0,1 0 0 0 0,-1 0-1 0 0,1 0 1 0 0,-1 0 0 0 0,0 0 0 0 0,1 0-1 0 0,-1 1 1 0 0,0-1 0 0 0,-1 1 0 0 0,1-1-1 0 0,0 1 1 0 0,-1 0 0 0 0,1-1-1 0 0,-1 1 1 0 0,0 0 0 0 0,1 5 0 0 0,13 46 1602 0 0,12 95 1 0 0,-8-34-2108 0 0,-12-82-2865 0 0,17 48-1 0 0,-18-68-2215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13.1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9674 0 0,'0'0'748'0'0,"0"3"-431"0"0,1 1 0 0 0,0-1-1 0 0,0 1 1 0 0,1-1-1 0 0,-1 0 1 0 0,1 0 0 0 0,3 6-1 0 0,2 5 461 0 0,38 100 2497 0 0,-19-43-2981 0 0,41 76 0 0 0,-61-126-3127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13.3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1 148 1376 0 0,'1'-6'286'0'0,"1"1"0"0"0,-1-1-1 0 0,1 1 1 0 0,1-1 0 0 0,-1 1-1 0 0,1 0 1 0 0,0 0 0 0 0,0 0-1 0 0,0 0 1 0 0,0 1 0 0 0,1-1-1 0 0,0 1 1 0 0,0 0 0 0 0,0 0-1 0 0,1 0 1 0 0,-1 0 0 0 0,1 1-1 0 0,9-5 1 0 0,0-2 650 0 0,1 1 0 0 0,0 1 0 0 0,19-9 0 0 0,-31 16-738 0 0,0-1-1 0 0,0 1 1 0 0,1 0 0 0 0,-1-1-1 0 0,0 1 1 0 0,1 1-1 0 0,-1-1 1 0 0,1 1-1 0 0,-1-1 1 0 0,1 1 0 0 0,-1 0-1 0 0,1 0 1 0 0,-1 0-1 0 0,1 1 1 0 0,-1-1-1 0 0,0 1 1 0 0,1 0 0 0 0,-1 0-1 0 0,0 0 1 0 0,1 0-1 0 0,-1 1 1 0 0,0-1-1 0 0,3 3 1 0 0,-4-2-135 0 0,-1 0 0 0 0,1 0-1 0 0,-1 0 1 0 0,0 0 0 0 0,0 0 0 0 0,0 0 0 0 0,0 1-1 0 0,0-1 1 0 0,-1 0 0 0 0,1 1 0 0 0,-1-1 0 0 0,1 0-1 0 0,-1 1 1 0 0,0-1 0 0 0,0 0 0 0 0,0 1 0 0 0,0-1-1 0 0,0 1 1 0 0,-1-1 0 0 0,1 0 0 0 0,-1 1 0 0 0,1-1-1 0 0,-1 0 1 0 0,0 1 0 0 0,0-1 0 0 0,-2 3 0 0 0,-2 7 79 0 0,-1 0 1 0 0,-1-1-1 0 0,-11 15 1 0 0,10-14-371 0 0,-1 0 0 0 0,0-1 1 0 0,-1 0-1 0 0,0-1 0 0 0,-1 0 0 0 0,0 0 1 0 0,-14 8-1 0 0,20-16-1570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13.6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3681 0 0,'1'67'4473'0'0,"1"-43"-3768"0"0,0 1 1 0 0,8 31-1 0 0,-8-46-603 0 0,1-1 1 0 0,-1 0-1 0 0,1 0 1 0 0,1 0-1 0 0,0 0 1 0 0,0-1-1 0 0,1 1 1 0 0,0-1-1 0 0,0 0 1 0 0,1-1-1 0 0,0 1 1 0 0,0-1-1 0 0,1 0 0 0 0,0-1 1 0 0,0 0-1 0 0,9 7 1 0 0,-15-13-70 0 0,0 1 0 0 0,0 0 0 0 0,0-1 0 0 0,0 1 0 0 0,0-1 0 0 0,0 1-1 0 0,0-1 1 0 0,0 0 0 0 0,0 1 0 0 0,0-1 0 0 0,0 0 0 0 0,1 0 0 0 0,-1 0 0 0 0,0 0 0 0 0,0 0 0 0 0,0 0 0 0 0,0 0 0 0 0,0 0 0 0 0,0 0 0 0 0,0-1 0 0 0,0 1 0 0 0,0 0-1 0 0,0-1 1 0 0,0 1 0 0 0,0-1 0 0 0,0 1 0 0 0,0-1 0 0 0,0 1 0 0 0,0-1 0 0 0,0 0 0 0 0,0 1 0 0 0,0-1 0 0 0,-1 0 0 0 0,1 0 0 0 0,0 0 0 0 0,0 0 0 0 0,-1 0 0 0 0,1 1-1 0 0,-1-1 1 0 0,1 0 0 0 0,-1 0 0 0 0,1 0 0 0 0,-1-1 0 0 0,0 1 0 0 0,1 0 0 0 0,-1 0 0 0 0,0-1 0 0 0,3-9 44 0 0,0 0-1 0 0,-1 0 1 0 0,1-20-1 0 0,-3 23-65 0 0,1 6-7 0 0,13-102 96 0 0,-12 94-89 0 0,0 1 1 0 0,1-1 0 0 0,0 1 0 0 0,1-1-1 0 0,0 1 1 0 0,0 0 0 0 0,1 1-1 0 0,8-12 1 0 0,-13 19 1 0 0,1 0-1 0 0,0 0 0 0 0,-1 0 1 0 0,1 1-1 0 0,0-1 1 0 0,0 0-1 0 0,0 1 1 0 0,0-1-1 0 0,-1 0 1 0 0,1 1-1 0 0,0-1 1 0 0,0 1-1 0 0,0 0 1 0 0,0-1-1 0 0,0 1 1 0 0,0 0-1 0 0,0-1 1 0 0,0 1-1 0 0,1 0 1 0 0,-1 0-1 0 0,0 0 1 0 0,0 0-1 0 0,0 0 1 0 0,2 0-1 0 0,-1 1 58 0 0,0 0-1 0 0,1 0 0 0 0,-1 0 1 0 0,1 0-1 0 0,-1 1 0 0 0,0-1 1 0 0,0 0-1 0 0,0 1 0 0 0,0-1 1 0 0,2 3-1 0 0,5 6 390 0 0,0 0 0 0 0,-1 0 0 0 0,8 14 0 0 0,-13-20-305 0 0,3 5-115 0 0,1 1 1 0 0,1-1 0 0 0,-1-1 0 0 0,1 1-1 0 0,1-1 1 0 0,9 7 0 0 0,-14-12-440 0 0,1 0-1 0 0,0 0 1 0 0,-1 0 0 0 0,1-1 0 0 0,0 1 0 0 0,0-1-1 0 0,1-1 1 0 0,-1 1 0 0 0,0-1 0 0 0,0 0-1 0 0,1 0 1 0 0,-1 0 0 0 0,1-1 0 0 0,-1 0 0 0 0,6 0-1 0 0,3-3-1327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13.8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21 5985 0 0,'0'-1'222'0'0,"0"0"0"0"0,0 0 0 0 0,0 0-1 0 0,0 0 1 0 0,0 0 0 0 0,0 0 0 0 0,0 0-1 0 0,0-1 1 0 0,0 1 0 0 0,1 0-1 0 0,-1 0 1 0 0,0 0 0 0 0,1 0 0 0 0,-1 0-1 0 0,1 0 1 0 0,-1 0 0 0 0,2-1 0 0 0,-2 2-74 0 0,1 0 0 0 0,-1 0 1 0 0,1 0-1 0 0,-1 0 0 0 0,1 0 0 0 0,-1 0 1 0 0,1 1-1 0 0,-1-1 0 0 0,0 0 1 0 0,1 0-1 0 0,-1 0 0 0 0,1 1 0 0 0,-1-1 1 0 0,1 0-1 0 0,-1 0 0 0 0,0 1 1 0 0,1-1-1 0 0,-1 1 0 0 0,0-1 0 0 0,1 0 1 0 0,-1 1-1 0 0,0-1 0 0 0,0 0 1 0 0,1 1-1 0 0,-1 0 0 0 0,19 38 3192 0 0,64 292 1315 0 0,-47-171-5981 0 0,6-3-4727 0 0,-36-141 575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14.0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10 176 10138 0 0,'-1'-1'69'0'0,"0"1"1"0"0,1-1-1 0 0,-1 1 0 0 0,0-1 1 0 0,1 1-1 0 0,-1-1 0 0 0,1 0 1 0 0,-1 1-1 0 0,1-1 0 0 0,-1 0 1 0 0,1 1-1 0 0,0-1 0 0 0,-1 0 1 0 0,1 1-1 0 0,0-1 0 0 0,-1 0 1 0 0,1 0-1 0 0,0 0 0 0 0,0 1 1 0 0,0-1-1 0 0,0 0 0 0 0,0 0 1 0 0,0 0-1 0 0,0 1 0 0 0,0-1 1 0 0,0 0-1 0 0,0 0 0 0 0,0 0 1 0 0,0 1-1 0 0,1-1 0 0 0,-1 0 1 0 0,0 0-1 0 0,1 1 0 0 0,-1-1 1 0 0,0 0-1 0 0,1 1 0 0 0,-1-1 1 0 0,1 0-1 0 0,-1 1 0 0 0,1-1 1 0 0,-1 0-1 0 0,2 0 0 0 0,29-33 1613 0 0,-24 28-1713 0 0,4-6-14 0 0,1 1-1 0 0,0 0 1 0 0,1 1 0 0 0,0 0 0 0 0,1 2 0 0 0,0-1-1 0 0,1 1 1 0 0,-1 1 0 0 0,19-6 0 0 0,-11 7 34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14.5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0 8754 0 0,'0'5'4189'0'0,"-3"19"-1775"0"0,1 4-1168 0 0,1 0 0 0 0,1 1 0 0 0,7 47 0 0 0,23 84-3456 0 0,-22-129-4327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15.6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10 113 5529 0 0,'-1'-1'153'0'0,"0"0"-1"0"0,0 0 1 0 0,0 0-1 0 0,1 0 0 0 0,-1 0 1 0 0,0-1-1 0 0,1 1 1 0 0,-1 0-1 0 0,0-1 1 0 0,1 1-1 0 0,0 0 1 0 0,-1-1-1 0 0,1 1 1 0 0,0 0-1 0 0,0-1 0 0 0,0 1 1 0 0,0-1-1 0 0,0 1 1 0 0,0-1-1 0 0,0 1 1 0 0,0 0-1 0 0,0-1 1 0 0,1-1-1 0 0,1-1 29 0 0,-1 0-1 0 0,1 0 1 0 0,0 1-1 0 0,0-1 1 0 0,0 1-1 0 0,0-1 1 0 0,1 1-1 0 0,4-5 1 0 0,-3 4-85 0 0,0 0 0 0 0,0 0 1 0 0,0 0-1 0 0,0 1 1 0 0,1 0-1 0 0,0 0 0 0 0,-1 0 1 0 0,1 0-1 0 0,0 1 1 0 0,0 0-1 0 0,0 0 0 0 0,1 0 1 0 0,-1 1-1 0 0,7-2 1 0 0,-9 3-64 0 0,-1 1 0 0 0,0-1 0 0 0,1 1 1 0 0,-1-1-1 0 0,0 1 0 0 0,1 0 0 0 0,-1 0 0 0 0,0 0 1 0 0,0 0-1 0 0,0 1 0 0 0,0-1 0 0 0,0 0 1 0 0,0 1-1 0 0,0-1 0 0 0,0 1 0 0 0,0 0 0 0 0,-1 0 1 0 0,1 0-1 0 0,-1 0 0 0 0,0 0 0 0 0,1 0 1 0 0,-1 0-1 0 0,0 0 0 0 0,0 0 0 0 0,0 1 1 0 0,0-1-1 0 0,-1 0 0 0 0,2 4 0 0 0,1 9 198 0 0,0-1 0 0 0,0 1 1 0 0,0 20-1 0 0,-3-32-188 0 0,1 36 24 0 0,-1 0 1 0 0,-2-1 0 0 0,-11 56-1 0 0,-33 112-122 0 0,22-111 1643 0 0,24-94-1507 0 0,0-1 0 0 0,0 1 0 0 0,-1 0 0 0 0,1-1 0 0 0,0 1 0 0 0,0 0 0 0 0,0-1 0 0 0,0 1 0 0 0,0 0 0 0 0,0 0 0 0 0,0-1 0 0 0,0 1 0 0 0,0 0 0 0 0,0-1 0 0 0,0 1 0 0 0,0 0 0 0 0,0 0 0 0 0,1-1 0 0 0,-1 1 0 0 0,0 0 0 0 0,1-1 0 0 0,-1 1 0 0 0,0-1 0 0 0,1 1 0 0 0,-1 0 0 0 0,1-1 0 0 0,-1 1 0 0 0,1 0 0 0 0,0-1-7 0 0,0 0 0 0 0,0 1 0 0 0,1-1 1 0 0,-1 0-1 0 0,0 0 0 0 0,0 0 0 0 0,0 0 0 0 0,0 0 1 0 0,1 0-1 0 0,-1 0 0 0 0,0 0 0 0 0,0-1 0 0 0,0 1 1 0 0,0 0-1 0 0,2-1 0 0 0,51-27 464 0 0,-43 21-458 0 0,31-16 153 0 0,70-29 0 0 0,-97 47-695 0 0,0 0 1 0 0,1 1 0 0 0,-1 0-1 0 0,1 2 1 0 0,0-1 0 0 0,0 2-1 0 0,0 0 1 0 0,26 3 0 0 0,-22 0-5598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16.5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 8290 0 0,'-3'2'7098'0'0,"5"3"-5449"0"0,22 61-1082 0 0,-3 1 0 0 0,-4 1 0 0 0,11 76 0 0 0,9 38-799 0 0,-36-175 175 0 0,10 40-611 0 0,2-1 0 0 0,1 0 0 0 0,22 44-1 0 0,-20-61-487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17.0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87 5529 0 0,'-1'4'150'0'0,"1"0"0"0"0,0 0 0 0 0,0-1 0 0 0,1 1-1 0 0,-1 0 1 0 0,1 0 0 0 0,0 0 0 0 0,0-1 0 0 0,0 1 0 0 0,0 0 0 0 0,1-1 0 0 0,3 7-1 0 0,29 41 143 0 0,-14-23-58 0 0,20 43 937 0 0,-39-71-1215 0 0,-1-1 1 0 0,1 1-1 0 0,0 0 1 0 0,-1-1-1 0 0,1 1 1 0 0,-1-1-1 0 0,1 1 1 0 0,0-1-1 0 0,-1 1 1 0 0,1-1-1 0 0,-1 1 1 0 0,0-1-1 0 0,1 1 1 0 0,-1-1-1 0 0,1 1 1 0 0,-1-1-1 0 0,0 0 1 0 0,1 1-1 0 0,-1-1 1 0 0,0 0-1 0 0,0 1 1 0 0,1-2-1 0 0,13-27-1177 0 0,-12 23 1018 0 0,11-22-537 0 0,35-65-320 0 0,-43 84 1213 0 0,0 1 1 0 0,1 0-1 0 0,0 0 1 0 0,0 1-1 0 0,1 0 1 0 0,0 0 0 0 0,1 0-1 0 0,9-6 1 0 0,-16 12 2 0 0,0 0 0 0 0,0 1 0 0 0,0-1 0 0 0,0 0 1 0 0,1 1-1 0 0,-1-1 0 0 0,0 1 0 0 0,0 0 0 0 0,0-1 0 0 0,1 1 1 0 0,-1 0-1 0 0,0 0 0 0 0,0 0 0 0 0,1 0 0 0 0,-1 0 0 0 0,0 0 1 0 0,1 0-1 0 0,-1 0 0 0 0,0 0 0 0 0,0 0 0 0 0,1 1 0 0 0,-1-1 1 0 0,0 1-1 0 0,0-1 0 0 0,0 1 0 0 0,1-1 0 0 0,-1 1 0 0 0,0 0 0 0 0,0-1 1 0 0,0 1-1 0 0,0 0 0 0 0,0 0 0 0 0,0 0 0 0 0,-1 0 0 0 0,3 1 1 0 0,2 6 313 0 0,-1-1 0 0 0,1 1 0 0 0,-1-1 0 0 0,5 14 0 0 0,7 13-385 0 0,-14-31-243 0 0,0 0-1 0 0,1-1 0 0 0,-1 1 1 0 0,1-1-1 0 0,-1 1 0 0 0,1-1 1 0 0,0 0-1 0 0,0 0 0 0 0,0 0 1 0 0,0 0-1 0 0,0-1 0 0 0,0 1 1 0 0,0-1-1 0 0,1 0 0 0 0,-1 0 1 0 0,5 1-1 0 0,-6-2-78 0 0,1 0 1 0 0,-1 0-1 0 0,0 0 0 0 0,1 0 0 0 0,-1 0 1 0 0,0-1-1 0 0,0 1 0 0 0,1-1 0 0 0,-1 1 1 0 0,0-1-1 0 0,0 0 0 0 0,0 0 1 0 0,0 0-1 0 0,0 0 0 0 0,0 0 0 0 0,0-1 1 0 0,0 1-1 0 0,0-1 0 0 0,0 1 0 0 0,-1-1 1 0 0,1 1-1 0 0,-1-1 0 0 0,1 0 0 0 0,-1 0 1 0 0,2-3-1 0 0,20-45-2156 0 0,3-6 1171 0 0,-23 53 1401 0 0,-1-1 0 0 0,0 1 0 0 0,1 0 0 0 0,-1 0 0 0 0,1 0 0 0 0,0 0 0 0 0,0 0 0 0 0,0 0 0 0 0,1 1 0 0 0,-1-1 0 0 0,7-3 0 0 0,-8 6-34 0 0,-1 0 0 0 0,1-1 0 0 0,-1 1 0 0 0,0 0 0 0 0,1 0-1 0 0,-1 0 1 0 0,1 0 0 0 0,-1 0 0 0 0,0 0 0 0 0,1 1 0 0 0,-1-1 0 0 0,1 0 0 0 0,-1 1 0 0 0,0-1 0 0 0,1 1 0 0 0,-1-1 0 0 0,0 1 0 0 0,0 0 0 0 0,1-1 0 0 0,-1 1-1 0 0,0 0 1 0 0,0 0 0 0 0,0 0 0 0 0,0 0 0 0 0,0 0 0 0 0,0 0 0 0 0,0 0 0 0 0,0 0 0 0 0,-1 1 0 0 0,1-1 0 0 0,1 2 0 0 0,22 47 2998 0 0,-22-43-2870 0 0,43 85 1950 0 0,-9-34-3893 0 0,-26-44-2932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17.4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65 20 9218 0 0,'1'-1'99'0'0,"-1"0"1"0"0,1 0-1 0 0,0 0 1 0 0,0-1-1 0 0,0 1 1 0 0,0 0-1 0 0,0 0 0 0 0,0 0 1 0 0,0 0-1 0 0,0 1 1 0 0,0-1-1 0 0,1 0 1 0 0,-1 0-1 0 0,0 1 0 0 0,1-1 1 0 0,-1 1-1 0 0,0-1 1 0 0,1 1-1 0 0,-1-1 1 0 0,3 1-1 0 0,-3-1-117 0 0,0 1-1 0 0,0 0 1 0 0,0-1 0 0 0,0 1-1 0 0,0 0 1 0 0,1 0-1 0 0,-1 0 1 0 0,0 0 0 0 0,0 0-1 0 0,0 0 1 0 0,0 0 0 0 0,0 0-1 0 0,1 0 1 0 0,1 1 0 0 0,-3-1 24 0 0,1 1 1 0 0,-1-1-1 0 0,0 1 1 0 0,1-1-1 0 0,-1 1 1 0 0,0-1-1 0 0,1 1 1 0 0,-1-1-1 0 0,0 1 1 0 0,1-1 0 0 0,-1 1-1 0 0,0-1 1 0 0,0 1-1 0 0,0 0 1 0 0,0-1-1 0 0,0 1 1 0 0,0-1-1 0 0,0 1 1 0 0,0 0-1 0 0,0-1 1 0 0,0 1-1 0 0,0 0 1 0 0,0-1 0 0 0,0 1-1 0 0,0-1 1 0 0,0 1-1 0 0,0-1 1 0 0,-1 1-1 0 0,1 0 1 0 0,0-1-1 0 0,-1 1 1 0 0,1 0-1 0 0,-4 8 155 0 0,-1 0-1 0 0,1 0 0 0 0,-2 0 1 0 0,1 0-1 0 0,-1-1 1 0 0,-12 13-1 0 0,-46 40-3344 0 0,64-61 3158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17.8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29 1840 0 0,'2'3'424'0'0,"0"0"0"0"0,0 0 0 0 0,0 0 0 0 0,-1 1 0 0 0,1-1 0 0 0,-1 0 0 0 0,1 1 0 0 0,-1-1 0 0 0,-1 0 0 0 0,1 1 0 0 0,0 3 0 0 0,0-5-246 0 0,9 55 3329 0 0,-8-38-2722 0 0,2 0 1 0 0,0 0-1 0 0,11 31 1 0 0,-15-49-768 0 0,0-1 1 0 0,0 1-1 0 0,0-1 1 0 0,1 0-1 0 0,-1 1 1 0 0,0-1-1 0 0,0 1 1 0 0,0-1-1 0 0,0 0 1 0 0,1 1-1 0 0,-1-1 0 0 0,0 0 1 0 0,0 1-1 0 0,1-1 1 0 0,-1 0-1 0 0,0 1 1 0 0,1-1-1 0 0,-1 0 1 0 0,0 0-1 0 0,1 1 1 0 0,-1-1-1 0 0,0 0 1 0 0,1 0-1 0 0,-1 0 1 0 0,0 1-1 0 0,1-1 0 0 0,-1 0 1 0 0,1 0-1 0 0,-1 0 1 0 0,0 0-1 0 0,1 0 1 0 0,-1 0-1 0 0,1 0 1 0 0,-1 0-1 0 0,1 0 1 0 0,9-13 319 0 0,5-28-275 0 0,-14 37-94 0 0,9-32-143 0 0,-6 20 166 0 0,0 0 0 0 0,1 0-1 0 0,0 1 1 0 0,2 0 0 0 0,-1 0 0 0 0,2 0 0 0 0,15-22 0 0 0,-22 36 38 0 0,0 0 0 0 0,-1 1 0 0 0,1-1-1 0 0,-1 1 1 0 0,1-1 0 0 0,0 1 0 0 0,-1-1 0 0 0,1 1-1 0 0,0 0 1 0 0,-1-1 0 0 0,1 1 0 0 0,0 0 0 0 0,0 0-1 0 0,-1-1 1 0 0,1 1 0 0 0,0 0 0 0 0,0 0 0 0 0,-1 0-1 0 0,1 0 1 0 0,0 0 0 0 0,0 0 0 0 0,0 0 0 0 0,-1 0-1 0 0,1 0 1 0 0,0 0 0 0 0,0 1 0 0 0,-1-1 0 0 0,1 0-1 0 0,0 0 1 0 0,0 1 0 0 0,-1-1 0 0 0,1 1 0 0 0,0-1 0 0 0,-1 0-1 0 0,1 1 1 0 0,-1-1 0 0 0,1 1 0 0 0,0 0 0 0 0,0 0-1 0 0,26 32 1306 0 0,-11-12-969 0 0,-9-14-390 0 0,0-1 0 0 0,1 0 0 0 0,14 8 0 0 0,-19-12-309 0 0,0 0 0 0 0,0-1-1 0 0,0 1 1 0 0,0-1 0 0 0,0 0 0 0 0,1 0-1 0 0,-1-1 1 0 0,0 1 0 0 0,1-1 0 0 0,-1 1-1 0 0,1-1 1 0 0,-1 0 0 0 0,0 0 0 0 0,5-1-1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18.0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22 5529 0 0,'-3'-22'7750'0'0,"6"33"-5722"0"0,59 203 3654 0 0,4 15-5939 0 0,-44-156-1026 0 0,-5-26-5443 0 0,-11-32 1221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18.2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38 198 10594 0 0,'-2'0'80'0'0,"1"0"-1"0"0,-1 1 0 0 0,1-1 0 0 0,-1 0 1 0 0,1 0-1 0 0,-1-1 0 0 0,1 1 1 0 0,-1 0-1 0 0,1 0 0 0 0,-1-1 0 0 0,1 1 1 0 0,-1-1-1 0 0,1 1 0 0 0,-1-1 1 0 0,1 0-1 0 0,0 0 0 0 0,-1 1 0 0 0,1-1 1 0 0,0 0-1 0 0,0 0 0 0 0,0 0 0 0 0,-1 0 1 0 0,1 0-1 0 0,0-1 0 0 0,-1-1 1 0 0,2 1 22 0 0,-1 0 0 0 0,1 0 0 0 0,0-1 1 0 0,0 1-1 0 0,0 0 0 0 0,0 0 1 0 0,1 0-1 0 0,-1 0 0 0 0,0 0 1 0 0,1 0-1 0 0,0-1 0 0 0,-1 1 0 0 0,1 0 1 0 0,0 1-1 0 0,0-1 0 0 0,0 0 1 0 0,0 0-1 0 0,3-3 0 0 0,2-4 41 0 0,1 0 0 0 0,0 1 0 0 0,0 0 0 0 0,1 0 1 0 0,0 0-1 0 0,1 1 0 0 0,-1 0 0 0 0,1 1 0 0 0,16-9 0 0 0,1 3-709 0 0,1 0-1 0 0,39-12 1 0 0,-45 17 550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19.9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 5529 0 0,'13'-3'997'0'0,"0"0"1"0"0,1 2-1 0 0,-1 0 0 0 0,20 1 0 0 0,-28 0-692 0 0,0 0-1 0 0,1 0 1 0 0,-1 1-1 0 0,0 0 0 0 0,1 0 1 0 0,-1 1-1 0 0,0-1 1 0 0,0 1-1 0 0,0 0 1 0 0,0 0-1 0 0,-1 1 1 0 0,1 0-1 0 0,-1-1 0 0 0,5 5 1 0 0,-7-5-219 0 0,-1 1 1 0 0,1-1-1 0 0,-1 0 0 0 0,0 1 1 0 0,0-1-1 0 0,0 1 0 0 0,0 0 1 0 0,0-1-1 0 0,-1 1 0 0 0,1 0 0 0 0,-1-1 1 0 0,1 1-1 0 0,-1 0 0 0 0,0 0 1 0 0,0-1-1 0 0,-1 1 0 0 0,1 0 1 0 0,0-1-1 0 0,-1 1 0 0 0,0 0 1 0 0,1-1-1 0 0,-3 5 0 0 0,-2 8 123 0 0,-1-1 1 0 0,-12 22-1 0 0,17-34-172 0 0,-23 37 83 0 0,18-31-98 0 0,0 1 0 0 0,0 0 0 0 0,1 0 1 0 0,0 1-1 0 0,1-1 0 0 0,0 1 0 0 0,0 0 1 0 0,-2 15-1 0 0,6-24-23 0 0,0 0 1 0 0,0 0 0 0 0,0 0-1 0 0,0 0 1 0 0,0-1-1 0 0,0 1 1 0 0,0 0-1 0 0,0 0 1 0 0,1 0-1 0 0,-1 0 1 0 0,0 0 0 0 0,1-1-1 0 0,-1 1 1 0 0,0 0-1 0 0,1 0 1 0 0,-1-1-1 0 0,1 1 1 0 0,-1 0-1 0 0,1 0 1 0 0,0-1 0 0 0,-1 1-1 0 0,1-1 1 0 0,0 1-1 0 0,-1 0 1 0 0,1-1-1 0 0,0 0 1 0 0,0 1 0 0 0,0-1-1 0 0,-1 1 1 0 0,1-1-1 0 0,0 0 1 0 0,0 0-1 0 0,0 1 1 0 0,0-1-1 0 0,-1 0 1 0 0,1 0 0 0 0,0 0-1 0 0,0 0 1 0 0,0 0-1 0 0,0 0 1 0 0,0 0-1 0 0,0 0 1 0 0,1-1-1 0 0,46-8 0 0 0,-37 6 19 0 0,5-1 33 0 0,0 0-1 0 0,0 2 1 0 0,1 0-1 0 0,-1 1 1 0 0,1 0 0 0 0,24 3-1 0 0,-37-1-42 0 0,0-1 0 0 0,0 1-1 0 0,0 0 1 0 0,1 0 0 0 0,-1 1 0 0 0,-1-1 0 0 0,1 1 0 0 0,0 0-1 0 0,0 0 1 0 0,0 0 0 0 0,-1 1 0 0 0,0-1 0 0 0,1 1-1 0 0,-1 0 1 0 0,0 0 0 0 0,0 0 0 0 0,0 0 0 0 0,-1 1 0 0 0,1-1-1 0 0,-1 1 1 0 0,0-1 0 0 0,0 1 0 0 0,0 0 0 0 0,0 0-1 0 0,-1 0 1 0 0,1 0 0 0 0,-1 0 0 0 0,0 0 0 0 0,0 0-1 0 0,0 7 1 0 0,0 2 211 0 0,-1 0-1 0 0,0 0 0 0 0,-1 0 0 0 0,-1 0 0 0 0,0 0 1 0 0,0 0-1 0 0,-1 0 0 0 0,-1-1 0 0 0,0 1 1 0 0,-1-1-1 0 0,-9 18 0 0 0,-2-1 181 0 0,-1-1 0 0 0,-2 0 1 0 0,-30 34-1 0 0,48-60-444 0 0,0-1 3 0 0,0 1 0 0 0,0-1 0 0 0,0 1 0 0 0,-1-1 0 0 0,1 0 0 0 0,0 1 0 0 0,0-1 0 0 0,-1 0 0 0 0,1 0 0 0 0,-1 0 0 0 0,1 0 0 0 0,-1 0 0 0 0,0 0 0 0 0,1-1 0 0 0,-1 1 0 0 0,0 0 0 0 0,1-1 0 0 0,-1 1 0 0 0,0-1 0 0 0,-2 1 0 0 0,-1-3-896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20.7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 5529 0 0,'3'-1'282'0'0,"0"1"-1"0"0,0-1 1 0 0,0 0 0 0 0,1 1-1 0 0,-1-1 1 0 0,0 1 0 0 0,0 0-1 0 0,0 0 1 0 0,0 0-1 0 0,0 1 1 0 0,1-1 0 0 0,-1 1-1 0 0,0 0 1 0 0,0 0-1 0 0,0 0 1 0 0,0 0 0 0 0,0 0-1 0 0,-1 0 1 0 0,6 4 0 0 0,-6-3-89 0 0,0 1 1 0 0,0-1 0 0 0,0 1 0 0 0,0-1-1 0 0,0 1 1 0 0,-1 0 0 0 0,1 0 0 0 0,-1 0-1 0 0,0 0 1 0 0,0 0 0 0 0,0 0 0 0 0,0 0-1 0 0,0 0 1 0 0,-1 1 0 0 0,1-1 0 0 0,-1 0-1 0 0,0 0 1 0 0,0 1 0 0 0,-1 2 0 0 0,-2 35 1028 0 0,-14 62 0 0 0,10-76-1129 0 0,2 1 0 0 0,2-1 0 0 0,0 1 0 0 0,1 0 0 0 0,4 47 0 0 0,-1-69-66 0 0,0-1 1 0 0,0 1 0 0 0,1-1-1 0 0,-1 0 1 0 0,1 0 0 0 0,0 1-1 0 0,0-1 1 0 0,1-1 0 0 0,-1 1-1 0 0,1 0 1 0 0,0-1 0 0 0,1 1-1 0 0,-1-1 1 0 0,1 0 0 0 0,0 0-1 0 0,0 0 1 0 0,0-1 0 0 0,0 1-1 0 0,9 4 1 0 0,-6-5 38 0 0,-1 0 1 0 0,1-1 0 0 0,-1 1-1 0 0,1-2 1 0 0,0 1 0 0 0,0-1-1 0 0,-1 0 1 0 0,1 0-1 0 0,0-1 1 0 0,0 0 0 0 0,0 0-1 0 0,0-1 1 0 0,0 0-1 0 0,0 0 1 0 0,8-3 0 0 0,67-16-168 0 0,-27 9-4101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20.9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90 23 920 0 0,'0'-1'187'0'0,"0"0"-1"0"0,0 0 1 0 0,0 0-1 0 0,0 1 1 0 0,0-1-1 0 0,0 0 1 0 0,0 0-1 0 0,0 0 1 0 0,-1 0-1 0 0,1 0 1 0 0,0 1-1 0 0,-1-1 1 0 0,1 0-1 0 0,0 0 1 0 0,-1 1-1 0 0,1-1 1 0 0,-1 0-1 0 0,1 0 1 0 0,-1 1-1 0 0,0-1 1 0 0,1 0-1 0 0,-1 1 1 0 0,0-1-1 0 0,1 1 1 0 0,-1-1-1 0 0,0 1 1 0 0,1-1-1 0 0,-1 1 1 0 0,0 0-1 0 0,0-1 1 0 0,0 1-1 0 0,0 0 1 0 0,1 0-1 0 0,-1-1 1 0 0,0 1-1 0 0,0 0 1 0 0,0 0-1 0 0,0 0 1 0 0,0 0-1 0 0,0 0 1 0 0,1 0-1 0 0,-1 0 1 0 0,0 1-1 0 0,-1-1 1 0 0,0 1 100 0 0,0-1 0 0 0,0 1 0 0 0,0-1 0 0 0,1 1 0 0 0,-1 0 0 0 0,0 0 0 0 0,0 0-1 0 0,1 0 1 0 0,-1 0 0 0 0,1 0 0 0 0,-1 1 0 0 0,1-1 0 0 0,-1 0 0 0 0,1 1 0 0 0,0-1 0 0 0,0 1 0 0 0,0-1 0 0 0,0 1 0 0 0,0 0 0 0 0,0 0 0 0 0,-1 2 0 0 0,-1 11 533 0 0,1 0 0 0 0,0 0 0 0 0,1 0 0 0 0,1 0 0 0 0,2 25-1 0 0,-1 29 321 0 0,-12 48-353 0 0,-4 59-275 0 0,15-151-535 0 0,1-1-1 0 0,1 0 1 0 0,0 0-1 0 0,2 0 1 0 0,8 27 0 0 0,-6-35-1587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29.6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216 1 5529 0 0,'12'-1'6356'0'0,"-12"2"-6229"0"0,6 17 2183 0 0,-4-10-2381 0 0,27 56 2189 0 0,-24-56-2036 0 0,-1 0 1 0 0,1 1-1 0 0,-1 0 0 0 0,-1-1 0 0 0,1 2 0 0 0,-2-1 1 0 0,1 0-1 0 0,-1 0 0 0 0,-1 1 0 0 0,0-1 1 0 0,0 17-1 0 0,-6 10 45 0 0,-2-1 0 0 0,-2-1 1 0 0,-1 1-1 0 0,-24 54 1 0 0,-13 41 131 0 0,20-36-259 0 0,-70 284 0 0 0,93-339-35 0 0,1 0-1 0 0,2 0 1 0 0,4 44 0 0 0,-1-47-43 0 0,-1 1 0 0 0,-2 0 0 0 0,-9 64 1 0 0,4-80-928 0 0,0 0 0 0 0,-2-1 0 0 0,-18 36 0 0 0,22-47-60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30.0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42 26 4145 0 0,'-13'-10'514'0'0,"-8"-6"4816"0"0,15 19-2740 0 0,5 12-1303 0 0,3-7-1102 0 0,1 0 0 0 0,0 0 1 0 0,0 0-1 0 0,1 0 0 0 0,0-1 0 0 0,0 0 1 0 0,8 11-1 0 0,9 15 293 0 0,-16-22-332 0 0,1 0-1 0 0,1-1 1 0 0,0 0-1 0 0,0 0 1 0 0,1 0-1 0 0,0-1 1 0 0,19 16-1 0 0,-20-20-135 0 0,0 0-1 0 0,0-1 1 0 0,0 0-1 0 0,1 0 0 0 0,-1-1 1 0 0,1 0-1 0 0,0 0 1 0 0,0-1-1 0 0,0 0 1 0 0,1-1-1 0 0,-1 1 1 0 0,16-1-1 0 0,-9-1 194 0 0,0 0 0 0 0,1-1 0 0 0,-1-1 1 0 0,0-1-1 0 0,0 0 0 0 0,0 0 0 0 0,22-10 0 0 0,-28 9-271 0 0,0 0 0 0 0,0-1 0 0 0,0 0 1 0 0,-1-1-1 0 0,0 0 0 0 0,13-11 0 0 0,-15 11-628 0 0,-1 0-1 0 0,0 0 1 0 0,-1 0-1 0 0,1 0 1 0 0,4-11-1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31.3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186 103 1376 0 0,'-2'-2'118'0'0,"0"0"0"0"0,0 0 1 0 0,0 0-1 0 0,0-1 0 0 0,0 1 0 0 0,1 0 0 0 0,-1-1 0 0 0,1 0 0 0 0,0 1 0 0 0,0-1 0 0 0,0 0 0 0 0,0 0 0 0 0,0 1 0 0 0,1-1 0 0 0,-1-6 1 0 0,0 3 607 0 0,1 1 0 0 0,0-1 0 0 0,0 0 0 0 0,0 1 0 0 0,1-1 0 0 0,0 1 0 0 0,0-13 5418 0 0,-1 18-6060 0 0,-10 5 1022 0 0,-12 14-686 0 0,3 7-4 0 0,2 1 0 0 0,1 1-1 0 0,1 0 1 0 0,2 1 0 0 0,0 1 0 0 0,2 0-1 0 0,-9 39 1 0 0,17-53-344 0 0,0 1 1 0 0,1 0-1 0 0,1-1 0 0 0,0 1 0 0 0,1 0 0 0 0,1 0 1 0 0,1-1-1 0 0,0 1 0 0 0,1-1 0 0 0,1 1 0 0 0,9 22 0 0 0,-8-27-20 0 0,0 0 0 0 0,1-1 0 0 0,1 0 0 0 0,-1 0-1 0 0,2 0 1 0 0,0-1 0 0 0,0-1 0 0 0,1 1 0 0 0,0-1-1 0 0,0 0 1 0 0,1-1 0 0 0,1 0 0 0 0,-1-1 0 0 0,1 0-1 0 0,18 8 1 0 0,-13-7-17 0 0,1-2 0 0 0,0 1-1 0 0,1-2 1 0 0,-1 0 0 0 0,32 3-1 0 0,-37-7-467 0 0,-1 0 0 0 0,1-1-1 0 0,23-3 1 0 0,-26 1-668 0 0,-1 0 0 0 0,1 0 0 0 0,0-1 0 0 0,-1 0 0 0 0,15-8 0 0 0,-7 2-4505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31.7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78 5985 0 0,'-1'0'162'0'0,"0"0"-1"0"0,0 0 1 0 0,-1 1-1 0 0,1-1 1 0 0,0 0-1 0 0,-1 0 1 0 0,1 1-1 0 0,0-1 1 0 0,0 1-1 0 0,0-1 1 0 0,-1 1-1 0 0,1 0 1 0 0,0-1-1 0 0,0 1 1 0 0,0 0-1 0 0,0 0 1 0 0,0 0-1 0 0,0 0 1 0 0,0 0-1 0 0,0 0 1 0 0,1 0-1 0 0,-2 2 1 0 0,0 0 159 0 0,0 1 0 0 0,1-1 1 0 0,0 1-1 0 0,-1 0 0 0 0,2-1 1 0 0,-1 1-1 0 0,0 0 1 0 0,0 4-1 0 0,1 4 514 0 0,0 1-1 0 0,0 0 1 0 0,5 25-1 0 0,-3-29-605 0 0,1 0 0 0 0,0 0 0 0 0,0 0 0 0 0,1 0 0 0 0,0-1 0 0 0,1 1 0 0 0,0-1 0 0 0,0 0 0 0 0,1 0 0 0 0,0-1 0 0 0,0 1 0 0 0,0-1 1 0 0,1-1-1 0 0,0 1 0 0 0,1-1 0 0 0,12 7 0 0 0,-16-10-203 0 0,1 0 1 0 0,0-1 0 0 0,0 1-1 0 0,0-1 1 0 0,0-1 0 0 0,0 1-1 0 0,0-1 1 0 0,1 0-1 0 0,-1 0 1 0 0,1 0 0 0 0,-1-1-1 0 0,0 0 1 0 0,1 0 0 0 0,-1 0-1 0 0,1-1 1 0 0,-1 0 0 0 0,0 0-1 0 0,0 0 1 0 0,1 0 0 0 0,-1-1-1 0 0,0 0 1 0 0,0 0 0 0 0,0 0-1 0 0,-1-1 1 0 0,1 0-1 0 0,0 0 1 0 0,-1 0 0 0 0,0 0-1 0 0,0-1 1 0 0,5-5 0 0 0,-3 4-10 0 0,-1-1 0 0 0,0 0 1 0 0,-1 0-1 0 0,1 0 0 0 0,-1-1 1 0 0,0 1-1 0 0,-1-1 0 0 0,0 0 1 0 0,0 0-1 0 0,0 0 0 0 0,-1-1 0 0 0,0 1 1 0 0,0 0-1 0 0,-1-1 0 0 0,0 1 1 0 0,-1-1-1 0 0,1 0 0 0 0,-1 1 1 0 0,-1-1-1 0 0,1 0 0 0 0,-1 1 0 0 0,-1-1 1 0 0,1 1-1 0 0,-1 0 0 0 0,-1-1 1 0 0,1 1-1 0 0,-1 0 0 0 0,-1 0 1 0 0,1 1-1 0 0,-1-1 0 0 0,0 1 1 0 0,-1-1-1 0 0,1 1 0 0 0,-1 1 0 0 0,0-1 1 0 0,-1 1-1 0 0,1-1 0 0 0,-1 2 1 0 0,0-1-1 0 0,-1 1 0 0 0,-7-5 1 0 0,-3-1-348 0 0,-1 1 0 0 0,-22-8 0 0 0,35 15 13 0 0,1 1 0 0 0,-1-1 1 0 0,1 1-1 0 0,-1 0 0 0 0,1 0 1 0 0,-1 1-1 0 0,0-1 0 0 0,1 1 0 0 0,-1 0 1 0 0,0 0-1 0 0,1 1 0 0 0,-1-1 0 0 0,0 1 1 0 0,1 0-1 0 0,-8 3 0 0 0,6 0-1055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32.3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72 3225 0 0,'2'0'311'0'0,"0"0"0"0"0,0 0 1 0 0,-1 0-1 0 0,1 0 0 0 0,0 0 0 0 0,0 0 1 0 0,-1 1-1 0 0,1-1 0 0 0,0 0 0 0 0,-1 1 1 0 0,1 0-1 0 0,0-1 0 0 0,-1 1 0 0 0,1 0 1 0 0,-1 0-1 0 0,1 0 0 0 0,-1 0 1 0 0,1 0-1 0 0,-1 0 0 0 0,0 0 0 0 0,1 0 1 0 0,-1 0-1 0 0,0 1 0 0 0,0-1 0 0 0,0 1 1 0 0,0-1-1 0 0,0 1 0 0 0,0-1 1 0 0,-1 1-1 0 0,2 1 0 0 0,5 11 994 0 0,-1-1 0 0 0,7 23-1 0 0,-9-23-940 0 0,3 4 96 0 0,-5-8-397 0 0,0-1-1 0 0,1-1 0 0 0,0 1 0 0 0,1 0 1 0 0,0-1-1 0 0,0 0 0 0 0,8 10 1 0 0,-10-78-2740 0 0,0 44 2272 0 0,1 0 1 0 0,0 0-1 0 0,2 0 1 0 0,9-28-1 0 0,-11 39 369 0 0,-1 0 0 0 0,1 1 0 0 0,0-1 0 0 0,0 1 0 0 0,0-1 0 0 0,1 1-1 0 0,0 0 1 0 0,0 0 0 0 0,0 1 0 0 0,1-1 0 0 0,-1 1 0 0 0,1 0 0 0 0,0 0 0 0 0,0 1 0 0 0,1-1-1 0 0,7-3 1 0 0,-12 6 108 0 0,1 1 0 0 0,0-1-1 0 0,-1 1 1 0 0,1-1 0 0 0,0 1 0 0 0,-1-1-1 0 0,1 1 1 0 0,0 0 0 0 0,0 0-1 0 0,0 0 1 0 0,-1 0 0 0 0,1 0 0 0 0,0 0-1 0 0,0 1 1 0 0,-1-1 0 0 0,1 1-1 0 0,0-1 1 0 0,-1 1 0 0 0,1-1-1 0 0,0 1 1 0 0,2 1 0 0 0,-2 0 86 0 0,0 0 0 0 0,0 0 0 0 0,0 0-1 0 0,-1 0 1 0 0,1 0 0 0 0,0 1 0 0 0,-1-1 0 0 0,1 0 0 0 0,-1 1 0 0 0,0-1 0 0 0,0 1 0 0 0,1 4-1 0 0,2 8 271 0 0,-1 0 0 0 0,-1 0 0 0 0,-1 0-1 0 0,1 17 1 0 0,-2-21-691 0 0,-1 24 317 0 0,0-28-97 0 0,0 0-1 0 0,1 1 1 0 0,-1-1 0 0 0,2 0 0 0 0,-1 0 0 0 0,1 0-1 0 0,0 0 1 0 0,3 9 0 0 0,-3-15 32 0 0,-1-1 0 0 0,0 0 0 0 0,0 0 0 0 0,0 0 0 0 0,0 0 0 0 0,0 1 0 0 0,0-1 0 0 0,0 0 0 0 0,0 0 0 0 0,0 0 0 0 0,1 0 0 0 0,-1 0 0 0 0,0 1 0 0 0,0-1 0 0 0,0 0 0 0 0,0 0 0 0 0,1 0 0 0 0,-1 0 0 0 0,0 0 0 0 0,0 0 0 0 0,0 0 0 0 0,0 0 0 0 0,1 0 0 0 0,-1 1 0 0 0,0-1 0 0 0,0 0 0 0 0,0 0 0 0 0,1 0 0 0 0,-1 0 0 0 0,0 0 0 0 0,0 0 0 0 0,0 0 0 0 0,0 0 0 0 0,1 0 0 0 0,-1-1 0 0 0,0 1 0 0 0,0 0 0 0 0,0 0 0 0 0,1 0 0 0 0,-1 0 0 0 0,0 0 0 0 0,0 0 0 0 0,0 0 0 0 0,0 0 0 0 0,1 0 0 0 0,-1-1 0 0 0,0 1 0 0 0,0 0 0 0 0,0 0 0 0 0,11-13-476 0 0,6-17-28 0 0,-11 16 449 0 0,3-6 52 0 0,1 0 1 0 0,0 1-1 0 0,2 0 1 0 0,14-19-1 0 0,-23 35 51 0 0,-1-1 0 0 0,1 1 0 0 0,0 0 0 0 0,1 0 0 0 0,-1 0-1 0 0,0 0 1 0 0,1 0 0 0 0,0 1 0 0 0,0-1 0 0 0,-1 1 0 0 0,1 0-1 0 0,0 0 1 0 0,1 1 0 0 0,-1-1 0 0 0,0 1 0 0 0,0 0 0 0 0,1 0-1 0 0,-1 0 1 0 0,1 1 0 0 0,-1 0 0 0 0,1-1 0 0 0,-1 2 0 0 0,1-1 0 0 0,-1 0-1 0 0,0 1 1 0 0,8 1 0 0 0,-8 0 76 0 0,-1 0 1 0 0,1 0-1 0 0,0 0 0 0 0,0 0 1 0 0,-1 1-1 0 0,1-1 1 0 0,-1 1-1 0 0,0 0 0 0 0,0 0 1 0 0,0 0-1 0 0,0 0 0 0 0,0 1 1 0 0,-1-1-1 0 0,1 1 0 0 0,-1-1 1 0 0,0 1-1 0 0,0 0 1 0 0,-1 0-1 0 0,2 5 0 0 0,4 11-99 0 0,-1 0-1 0 0,4 37 0 0 0,-2-15-910 0 0,-2-20-65 0 0,0-1-207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32.6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10106 0 0,'7'7'4701'0'0,"22"30"-1992"0"0,-16-15-2334 0 0,-2 1 1 0 0,0 0-1 0 0,13 41 1 0 0,14 78 1286 0 0,-27-97-1506 0 0,-7-21-915 0 0,-3-18 52 0 0,0 1 0 0 0,0-1 0 0 0,1 1 1 0 0,-1-1-1 0 0,1 0 0 0 0,1 0 1 0 0,-1 0-1 0 0,1 0 0 0 0,6 10 0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32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1 201 456 0 0,'0'-6'262'0'0,"-1"0"0"0"0,1 0 0 0 0,0 0 0 0 0,1 0 0 0 0,0 0 0 0 0,0 0 0 0 0,0 1 0 0 0,0-1 0 0 0,1 0 0 0 0,0 0 0 0 0,0 1-1 0 0,1-1 1 0 0,-1 1 0 0 0,1 0 0 0 0,0 0 0 0 0,1 0 0 0 0,-1 0 0 0 0,1 0 0 0 0,0 1 0 0 0,0-1 0 0 0,1 1 0 0 0,4-4 0 0 0,1 0 246 0 0,0 0 1 0 0,0 0-1 0 0,1 1 1 0 0,0 0-1 0 0,1 1 0 0 0,-1 0 1 0 0,1 1-1 0 0,0 0 1 0 0,18-4-1 0 0,-24 8-241 0 0,1-1 1 0 0,0 1-1 0 0,-1 1 1 0 0,1 0-1 0 0,0 0 0 0 0,-1 0 1 0 0,1 0-1 0 0,-1 1 0 0 0,10 2 1 0 0,-14-2-233 0 0,0 0-1 0 0,0 0 1 0 0,0-1 0 0 0,-1 1 0 0 0,1 0 0 0 0,0 0 0 0 0,-1 1 0 0 0,1-1 0 0 0,-1 0-1 0 0,1 0 1 0 0,-1 1 0 0 0,0-1 0 0 0,1 1 0 0 0,-1-1 0 0 0,0 1 0 0 0,0 0-1 0 0,0-1 1 0 0,0 1 0 0 0,0 0 0 0 0,0 0 0 0 0,-1 0 0 0 0,1 0 0 0 0,-1 0 0 0 0,1-1-1 0 0,-1 1 1 0 0,0 0 0 0 0,0 0 0 0 0,0 0 0 0 0,0 0 0 0 0,0 0 0 0 0,0 0 0 0 0,0 0-1 0 0,0 0 1 0 0,-1 0 0 0 0,0 2 0 0 0,-2 9 39 0 0,-1-1-1 0 0,-1 0 1 0 0,1 0 0 0 0,-2 0 0 0 0,0-1-1 0 0,0 0 1 0 0,-1 0 0 0 0,0 0-1 0 0,-14 15 1 0 0,3-7-444 0 0,0 0 0 0 0,-1-1 0 0 0,-38 26 0 0 0,41-34-495 0 0,2-3-194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33.3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 0 4145 0 0,'-6'20'1247'0'0,"1"-1"-1"0"0,1 1 1 0 0,-2 24 0 0 0,5-36-802 0 0,0 1 0 0 0,1-1 0 0 0,0 0 0 0 0,1 1 0 0 0,0-1 0 0 0,0 0 0 0 0,0 0 0 0 0,1 1 0 0 0,1-1 0 0 0,4 12 0 0 0,-7-19-443 0 0,1 0-1 0 0,0 0 1 0 0,-1 1-1 0 0,1-1 1 0 0,0 0-1 0 0,-1 0 1 0 0,1 0 0 0 0,0 0-1 0 0,0 0 1 0 0,0 0-1 0 0,0 0 1 0 0,0 0 0 0 0,0 0-1 0 0,0 0 1 0 0,1-1-1 0 0,-1 1 1 0 0,0 0-1 0 0,0-1 1 0 0,1 1 0 0 0,-1-1-1 0 0,0 1 1 0 0,1-1-1 0 0,-1 0 1 0 0,3 1-1 0 0,-2-1 5 0 0,0-1 0 0 0,0 1 0 0 0,0-1-1 0 0,0 0 1 0 0,0 0 0 0 0,0 0-1 0 0,-1 0 1 0 0,1 0 0 0 0,0 0-1 0 0,0 0 1 0 0,-1 0 0 0 0,1 0-1 0 0,-1-1 1 0 0,3-2 0 0 0,4-6 22 0 0,0-1 0 0 0,0 1 0 0 0,11-23 0 0 0,-19 32-29 0 0,4-8-2 0 0,1 1 42 0 0,-1-1 0 0 0,1 1 1 0 0,0 0-1 0 0,11-12 1 0 0,-16 19-3 0 0,1 0 1 0 0,0 0-1 0 0,0 0 1 0 0,-1 1-1 0 0,1-1 1 0 0,0 0-1 0 0,0 1 1 0 0,0-1-1 0 0,0 0 1 0 0,0 1-1 0 0,0-1 1 0 0,0 1-1 0 0,0-1 1 0 0,0 1-1 0 0,0 0 1 0 0,0 0-1 0 0,0-1 1 0 0,0 1-1 0 0,1 0 1 0 0,-1 0-1 0 0,0 0 1 0 0,0 0-1 0 0,0 0 1 0 0,0 0-1 0 0,0 0 1 0 0,0 1-1 0 0,0-1 1 0 0,0 0-1 0 0,1 1 1 0 0,-1-1-1 0 0,0 0 1 0 0,0 1-1 0 0,0 0 1 0 0,0-1-1 0 0,-1 1 0 0 0,1-1 1 0 0,0 1-1 0 0,0 0 1 0 0,0 0-1 0 0,0-1 1 0 0,-1 1-1 0 0,1 0 1 0 0,0 0-1 0 0,-1 0 1 0 0,1 0-1 0 0,-1 0 1 0 0,1 0-1 0 0,-1 0 1 0 0,1 2-1 0 0,19 33 1660 0 0,-10-17-1105 0 0,1-1 0 0 0,18 24 0 0 0,-26-38-646 0 0,1 1-1 0 0,0-1 0 0 0,1 1 0 0 0,-1-1 0 0 0,1-1 0 0 0,0 1 0 0 0,0-1 0 0 0,0 1 0 0 0,0-1 0 0 0,1-1 1 0 0,-1 1-1 0 0,12 3 0 0 0,-15-6-171 0 0,-1 1 0 0 0,1-1 1 0 0,-1 0-1 0 0,1 0 0 0 0,-1 0 0 0 0,1 0 1 0 0,-1 0-1 0 0,1 0 0 0 0,-1 0 0 0 0,1 0 1 0 0,-1 0-1 0 0,1-1 0 0 0,-1 1 0 0 0,0-1 1 0 0,1 1-1 0 0,-1-1 0 0 0,1 1 1 0 0,1-2-1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33.5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9674 0 0,'1'6'932'0'0,"1"-1"-1"0"0,-1 0 1 0 0,1 1 0 0 0,0-1-1 0 0,0 0 1 0 0,1 0-1 0 0,4 6 1 0 0,4 12 529 0 0,6 24-174 0 0,-2 0 1 0 0,14 83-1 0 0,0 101-1170 0 0,-29-229-136 0 0,8 103-568 0 0,-13-35-3261 0 0,1-48-2839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33.8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1 140 7370 0 0,'4'-5'499'0'0,"0"0"1"0"0,1 0-1 0 0,0 0 1 0 0,0 0-1 0 0,1 1 1 0 0,-1 0-1 0 0,1 0 1 0 0,8-4-1 0 0,1-2 352 0 0,-12 7-598 0 0,72-46 1664 0 0,-65 44-2125 0 0,0-1 0 0 0,0 2 0 0 0,0-1 0 0 0,1 1 0 0 0,19-4 0 0 0,-21 7 261 0 0,-3 1 11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34.2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1 296 6449 0 0,'11'-1'632'0'0,"1"0"-1"0"0,-1-1 1 0 0,1 0-1 0 0,-1-1 1 0 0,0 0-1 0 0,0-1 1 0 0,0 0-1 0 0,-1-1 1 0 0,14-8-1 0 0,6-5 887 0 0,49-40-1 0 0,-50 37-1293 0 0,-20 15-148 0 0,1 0 1 0 0,-2-1-1 0 0,1 0 1 0 0,-1-1-1 0 0,0 1 1 0 0,0-2-1 0 0,-1 1 1 0 0,0-1-1 0 0,11-18 1 0 0,-18 25-72 0 0,0-1 0 0 0,1 0 0 0 0,-1 1 0 0 0,0-1 0 0 0,-1 1 1 0 0,1-1-1 0 0,0 1 0 0 0,-1-1 0 0 0,1 1 0 0 0,-1-1 0 0 0,0 1 1 0 0,0-1-1 0 0,0 1 0 0 0,0-1 0 0 0,0 1 0 0 0,-1 0 0 0 0,1 0 1 0 0,-1 0-1 0 0,-2-4 0 0 0,3 5-54 0 0,0 0 0 0 0,1 0-1 0 0,-1 0 1 0 0,0 0 0 0 0,1 0 0 0 0,-1 1 0 0 0,0-1 0 0 0,0 0-1 0 0,0 0 1 0 0,0 0 0 0 0,0 1 0 0 0,0-1 0 0 0,0 1-1 0 0,0-1 1 0 0,0 1 0 0 0,0-1 0 0 0,0 1 0 0 0,-1-1 0 0 0,1 1-1 0 0,0 0 1 0 0,0 0 0 0 0,0 0 0 0 0,0-1 0 0 0,-1 1 0 0 0,1 0-1 0 0,0 0 1 0 0,0 1 0 0 0,0-1 0 0 0,-1 0 0 0 0,1 0-1 0 0,0 1 1 0 0,0-1 0 0 0,0 0 0 0 0,0 1 0 0 0,0-1 0 0 0,0 1-1 0 0,0 0 1 0 0,0-1 0 0 0,0 1 0 0 0,0 0 0 0 0,0-1-1 0 0,0 1 1 0 0,-1 1 0 0 0,-5 7 315 0 0,1 1 0 0 0,0 0 0 0 0,1 0 0 0 0,0 0 0 0 0,0 1 0 0 0,1-1 1 0 0,0 1-1 0 0,1 0 0 0 0,0 1 0 0 0,1-1 0 0 0,0 0 0 0 0,0 23 0 0 0,2-29-139 0 0,0 0 1 0 0,0 0 0 0 0,0 0-1 0 0,1 0 1 0 0,0 0-1 0 0,0 0 1 0 0,0 0 0 0 0,1 0-1 0 0,0 0 1 0 0,0-1-1 0 0,0 1 1 0 0,0-1 0 0 0,1 1-1 0 0,-1-1 1 0 0,1 0-1 0 0,0 0 1 0 0,1 0-1 0 0,-1 0 1 0 0,1-1 0 0 0,-1 1-1 0 0,1-1 1 0 0,0 0-1 0 0,0 0 1 0 0,1-1 0 0 0,-1 1-1 0 0,1-1 1 0 0,-1 0-1 0 0,1 0 1 0 0,0 0 0 0 0,-1 0-1 0 0,8 0 1 0 0,-2 0-189 0 0,1 0 0 0 0,0-1 1 0 0,0-1-1 0 0,-1 0 0 0 0,1 0 1 0 0,0-1-1 0 0,0 0 0 0 0,0-1 1 0 0,14-4-1 0 0,4-3-284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43.923"/>
    </inkml:context>
    <inkml:brush xml:id="br0">
      <inkml:brushProperty name="width" value="0.1" units="cm"/>
      <inkml:brushProperty name="height" value="0.1" units="cm"/>
      <inkml:brushProperty name="color" value="#00A0D7"/>
    </inkml:brush>
  </inkml:definitions>
  <inkml:trace contextRef="#ctx0" brushRef="#br0">326 16 6913 0 0,'-2'-2'213'0'0,"0"1"0"0"0,0-1 0 0 0,0 1 0 0 0,-1 0 0 0 0,1-1 0 0 0,0 1-1 0 0,0 0 1 0 0,-1 0 0 0 0,1 0 0 0 0,-1 1 0 0 0,1-1 0 0 0,-1 1-1 0 0,1-1 1 0 0,-1 1 0 0 0,1 0 0 0 0,-1 0 0 0 0,1 0 0 0 0,-1 0-1 0 0,1 0 1 0 0,-1 1 0 0 0,1-1 0 0 0,-1 1 0 0 0,1-1 0 0 0,-1 1 0 0 0,1 0-1 0 0,0 0 1 0 0,-1 0 0 0 0,1 0 0 0 0,0 1 0 0 0,-3 1 0 0 0,-2 2 162 0 0,1-1 1 0 0,-1 1 0 0 0,1 1 0 0 0,0-1 0 0 0,0 1 0 0 0,1 0 0 0 0,-1 1-1 0 0,-4 7 1 0 0,-24 46 323 0 0,3 2 0 0 0,3 0 0 0 0,2 2 0 0 0,-31 123-1 0 0,53-171-683 0 0,0 1 1 0 0,1 0-1 0 0,1 0 0 0 0,1 0 0 0 0,1 0 0 0 0,0 0 0 0 0,1 0 0 0 0,0 0 1 0 0,6 19-1 0 0,-5-28-8 0 0,0 0 0 0 0,1 0 1 0 0,0-1-1 0 0,0 1 0 0 0,1-1 1 0 0,-1 0-1 0 0,2 0 0 0 0,-1 0 0 0 0,1-1 1 0 0,0 1-1 0 0,1-1 0 0 0,-1 0 1 0 0,1-1-1 0 0,0 1 0 0 0,1-1 1 0 0,-1 0-1 0 0,1-1 0 0 0,0 0 1 0 0,0 0-1 0 0,1 0 0 0 0,7 2 0 0 0,-8-3 17 0 0,0-1-1 0 0,-1 0 1 0 0,1 0 0 0 0,0 0-1 0 0,0-1 1 0 0,0 0-1 0 0,0 0 1 0 0,0-1-1 0 0,0 0 1 0 0,0 0-1 0 0,0-1 1 0 0,0 0-1 0 0,0 0 1 0 0,0 0-1 0 0,0-1 1 0 0,0 0-1 0 0,0-1 1 0 0,-1 1 0 0 0,1-1-1 0 0,-1-1 1 0 0,0 1-1 0 0,0-1 1 0 0,0 0-1 0 0,-1 0 1 0 0,1-1-1 0 0,-1 1 1 0 0,0-1-1 0 0,0-1 1 0 0,0 1-1 0 0,5-9 1 0 0,11-14 175 0 0,-1 0 0 0 0,-1-2 0 0 0,-2 0 0 0 0,25-60 0 0 0,-35 72-135 0 0,-2 1 0 0 0,0-1-1 0 0,-1 0 1 0 0,-1-1-1 0 0,-1 1 1 0 0,0 0 0 0 0,-1-1-1 0 0,-1 1 1 0 0,-1-1-1 0 0,-6-34 1 0 0,1 26 33 0 0,-1 0 1 0 0,-17-42-1 0 0,21 61-78 0 0,0 0 0 0 0,-1 1 0 0 0,0 0 1 0 0,0-1-1 0 0,-1 1 0 0 0,0 1 0 0 0,0-1 0 0 0,-1 1 0 0 0,1 0 0 0 0,-1 0 1 0 0,-1 1-1 0 0,1-1 0 0 0,-10-4 0 0 0,13 8-82 0 0,-1 1 0 0 0,0-1 0 0 0,0 1 0 0 0,0 0 0 0 0,0 0 0 0 0,0 0 0 0 0,0 1 0 0 0,0 0 0 0 0,0-1 0 0 0,0 1 0 0 0,0 1 0 0 0,0-1 0 0 0,-1 1 0 0 0,1-1 0 0 0,0 1 0 0 0,0 0 0 0 0,1 1 0 0 0,-1-1 0 0 0,0 1 0 0 0,0-1 0 0 0,1 1 0 0 0,-6 3 0 0 0,3-1-106 0 0,0 1 0 0 0,1-1 0 0 0,-1 1-1 0 0,1 0 1 0 0,0 0 0 0 0,0 0 0 0 0,0 1 0 0 0,1 0-1 0 0,0 0 1 0 0,0 0 0 0 0,-6 13 0 0 0,2 2-1041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44.430"/>
    </inkml:context>
    <inkml:brush xml:id="br0">
      <inkml:brushProperty name="width" value="0.1" units="cm"/>
      <inkml:brushProperty name="height" value="0.1" units="cm"/>
      <inkml:brushProperty name="color" value="#00A0D7"/>
    </inkml:brush>
  </inkml:definitions>
  <inkml:trace contextRef="#ctx0" brushRef="#br0">4 20 6913 0 0,'0'1'221'0'0,"-1"0"-1"0"0,1 0 0 0 0,-1 0 0 0 0,1 0 0 0 0,0 0 0 0 0,-1 0 0 0 0,1 0 0 0 0,0 0 0 0 0,0 0 0 0 0,0 0 0 0 0,0 0 0 0 0,0 0 0 0 0,0 0 0 0 0,0 0 0 0 0,0 0 0 0 0,0 0 0 0 0,0 0 0 0 0,1 0 0 0 0,-1 0 0 0 0,0 0 0 0 0,1 0 0 0 0,-1 0 0 0 0,0 0 0 0 0,1 0 0 0 0,0 0 0 0 0,19 38 3169 0 0,-10-20-1832 0 0,-2 1-529 0 0,-5-11-858 0 0,1-1-1 0 0,-1 0 0 0 0,1 0 1 0 0,1 0-1 0 0,-1 0 0 0 0,1-1 1 0 0,0 0-1 0 0,9 9 0 0 0,-13-16-191 0 0,0 1 1 0 0,0-1-1 0 0,0 0 0 0 0,0 1 0 0 0,0-1 0 0 0,0 0 0 0 0,0 0 0 0 0,0 0 0 0 0,0 0 0 0 0,0 0 0 0 0,0 0 0 0 0,0 0 1 0 0,0 0-1 0 0,0 0 0 0 0,0 0 0 0 0,0-1 0 0 0,0 1 0 0 0,0 0 0 0 0,-1-1 0 0 0,1 1 0 0 0,0-1 0 0 0,0 1 1 0 0,0-1-1 0 0,0 1 0 0 0,0-1 0 0 0,-1 0 0 0 0,1 1 0 0 0,0-1 0 0 0,0 0 0 0 0,-1 0 0 0 0,1 1 0 0 0,0-1 1 0 0,0-2-1 0 0,25-33-1337 0 0,-22 30 1112 0 0,28-50-1074 0 0,-20 34 1334 0 0,2 0 0 0 0,18-24 0 0 0,-32 46 33 0 0,0 0 1 0 0,0-1-1 0 0,0 1 1 0 0,1 0 0 0 0,-1 0-1 0 0,0 0 1 0 0,0-1 0 0 0,1 1-1 0 0,-1 0 1 0 0,0 0-1 0 0,0 0 1 0 0,1 0 0 0 0,-1-1-1 0 0,0 1 1 0 0,1 0 0 0 0,-1 0-1 0 0,0 0 1 0 0,1 0-1 0 0,-1 0 1 0 0,0 0 0 0 0,0 0-1 0 0,1 0 1 0 0,-1 0 0 0 0,0 0-1 0 0,1 0 1 0 0,-1 0-1 0 0,0 0 1 0 0,1 0 0 0 0,-1 0-1 0 0,0 0 1 0 0,1 0 0 0 0,-1 0-1 0 0,1 1 1 0 0,9 10 1044 0 0,5 21 193 0 0,-13-27-1038 0 0,11 25 217 0 0,2 0 1 0 0,1-1-1 0 0,24 32 0 0 0,-28-45-474 0 0,0-1 0 0 0,1-1 0 0 0,0 0 0 0 0,1 0 0 0 0,1-2 0 0 0,30 21 0 0 0,-43-31-111 0 0,0-1-1 0 0,1 1 1 0 0,-1-1-1 0 0,1 0 1 0 0,-1 0-1 0 0,1 0 1 0 0,-1 0 0 0 0,1-1-1 0 0,0 1 1 0 0,-1-1-1 0 0,1 1 1 0 0,0-1-1 0 0,0 0 1 0 0,-1 0 0 0 0,1 0-1 0 0,0 0 1 0 0,0-1-1 0 0,-1 1 1 0 0,5-2-1 0 0,-3 0-275 0 0,-1 1 0 0 0,1-1 0 0 0,-1-1-1 0 0,0 1 1 0 0,0 0 0 0 0,1-1 0 0 0,-2 1-1 0 0,1-1 1 0 0,0 0 0 0 0,-1 0 0 0 0,1 0-1 0 0,2-5 1 0 0,4-8-1523 0 0,0-2 1 0 0,-1 1-1 0 0,-1-1 0 0 0,7-27 0 0 0,-13 42 1773 0 0,21-78-854 0 0,-13 40 981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44.620"/>
    </inkml:context>
    <inkml:brush xml:id="br0">
      <inkml:brushProperty name="width" value="0.1" units="cm"/>
      <inkml:brushProperty name="height" value="0.1" units="cm"/>
      <inkml:brushProperty name="color" value="#00A0D7"/>
    </inkml:brush>
  </inkml:definitions>
  <inkml:trace contextRef="#ctx0" brushRef="#br0">0 148 1840 0 0,'2'-20'1932'0'0,"0"1"-1"0"0,2-1 0 0 0,0 1 0 0 0,21-50 7860 0 0,-17 101-7944 0 0,-2-4-1103 0 0,94 306 1140 0 0,-66-233-1738 0 0,-28-84-266 0 0,9 28 320 0 0,20 45-1 0 0,-29-79-452 0 0,-1 1 0 0 0,2-1 0 0 0,-1-1 0 0 0,1 1-1 0 0,1-1 1 0 0,0 0 0 0 0,1-1 0 0 0,0 0 0 0 0,10 8 0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44.795"/>
    </inkml:context>
    <inkml:brush xml:id="br0">
      <inkml:brushProperty name="width" value="0.1" units="cm"/>
      <inkml:brushProperty name="height" value="0.1" units="cm"/>
      <inkml:brushProperty name="color" value="#00A0D7"/>
    </inkml:brush>
  </inkml:definitions>
  <inkml:trace contextRef="#ctx0" brushRef="#br0">26 89 9218 0 0,'-6'2'73'0'0,"-13"3"3148"0"0,29-11-751 0 0,16-7-1111 0 0,0 2 0 0 0,1 0 0 0 0,42-9 0 0 0,35-4-5857 0 0,-90 21 3040 0 0,20-5-4754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45.065"/>
    </inkml:context>
    <inkml:brush xml:id="br0">
      <inkml:brushProperty name="width" value="0.1" units="cm"/>
      <inkml:brushProperty name="height" value="0.1" units="cm"/>
      <inkml:brushProperty name="color" value="#00A0D7"/>
    </inkml:brush>
  </inkml:definitions>
  <inkml:trace contextRef="#ctx0" brushRef="#br0">6 0 9218 0 0,'-6'6'3229'0'0,"19"3"-1058"0"0,-9-4-1739 0 0,-1 0 0 0 0,1 0 0 0 0,-1 0 0 0 0,0 1 1 0 0,0-1-1 0 0,0 1 0 0 0,-1-1 0 0 0,0 1 0 0 0,2 6 0 0 0,12 60 712 0 0,-11-41-689 0 0,2 0-336 0 0,2 6-241 0 0,-2 0 0 0 0,-1 1 0 0 0,-2-1 0 0 0,-1 1 1 0 0,-3 46-1 0 0,-9-53-4207 0 0,8-35 3231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45.292"/>
    </inkml:context>
    <inkml:brush xml:id="br0">
      <inkml:brushProperty name="width" value="0.1" units="cm"/>
      <inkml:brushProperty name="height" value="0.1" units="cm"/>
      <inkml:brushProperty name="color" value="#00A0D7"/>
    </inkml:brush>
  </inkml:definitions>
  <inkml:trace contextRef="#ctx0" brushRef="#br0">1 44 2304 0 0,'5'-3'700'0'0,"1"0"0"0"0,0 0-1 0 0,-1 0 1 0 0,1 1 0 0 0,0-1-1 0 0,1 2 1 0 0,-1-1 0 0 0,12-1-1 0 0,-5 0-257 0 0,-10 2-248 0 0,21-4 2242 0 0,35-5 0 0 0,-53 10-2082 0 0,-1-1 0 0 0,1 1-1 0 0,-1 0 1 0 0,1 0 0 0 0,0 1 0 0 0,-1 0-1 0 0,1 0 1 0 0,-1 0 0 0 0,1 0 0 0 0,-1 1-1 0 0,0 0 1 0 0,9 4 0 0 0,-13-5-305 0 0,0 0 0 0 0,0-1-1 0 0,0 1 1 0 0,0 0 0 0 0,0 0 0 0 0,0-1 0 0 0,-1 1 0 0 0,1 0-1 0 0,0 0 1 0 0,0 0 0 0 0,-1 0 0 0 0,1 0 0 0 0,-1 0 0 0 0,1 0-1 0 0,-1 0 1 0 0,0 0 0 0 0,1 0 0 0 0,-1 0 0 0 0,0 0 0 0 0,1 1-1 0 0,-1-1 1 0 0,0 0 0 0 0,0 2 0 0 0,-1 0-1 0 0,1-1 1 0 0,-1 1-1 0 0,0-1 0 0 0,1 1 1 0 0,-1-1-1 0 0,0 0 1 0 0,-1 1-1 0 0,1-1 0 0 0,0 0 1 0 0,-3 3-1 0 0,-3 4 48 0 0,0-1 0 0 0,-1 0-1 0 0,-15 12 1 0 0,-46 30 215 0 0,62-45-437 0 0,0-1 0 0 0,0 0-1 0 0,-1-1 1 0 0,1 0 0 0 0,-1 0 0 0 0,0-1 0 0 0,1 0 0 0 0,-13 2 0 0 0,8-4-857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45.697"/>
    </inkml:context>
    <inkml:brush xml:id="br0">
      <inkml:brushProperty name="width" value="0.1" units="cm"/>
      <inkml:brushProperty name="height" value="0.1" units="cm"/>
      <inkml:brushProperty name="color" value="#00A0D7"/>
    </inkml:brush>
  </inkml:definitions>
  <inkml:trace contextRef="#ctx0" brushRef="#br0">1 1 5985 0 0,'1'9'784'0'0,"1"1"0"0"0,0 0 0 0 0,0-1 0 0 0,1 1 0 0 0,0-1 0 0 0,5 10 0 0 0,3 8 458 0 0,-5-9-626 0 0,1-1 1 0 0,0 1 0 0 0,2-2-1 0 0,12 20 1 0 0,-19-32-567 0 0,0 0-1 0 0,1-1 1 0 0,-1 1 0 0 0,1-1 0 0 0,0 0 0 0 0,0 1-1 0 0,1-1 1 0 0,-1-1 0 0 0,0 1 0 0 0,1 0 0 0 0,0-1-1 0 0,0 0 1 0 0,-1 0 0 0 0,1 0 0 0 0,1 0 0 0 0,-1-1-1 0 0,0 1 1 0 0,0-1 0 0 0,0 0 0 0 0,1 0 0 0 0,-1-1-1 0 0,1 1 1 0 0,8-1 0 0 0,-8-2-208 0 0,-1 1 0 0 0,1-1 0 0 0,0 0 0 0 0,-1 0 0 0 0,0-1 0 0 0,1 1 0 0 0,-1-1 0 0 0,0 0 0 0 0,0 0 0 0 0,0 0 0 0 0,-1 0 0 0 0,1-1 0 0 0,-1 0 0 0 0,0 1 0 0 0,5-9 0 0 0,2-3-512 0 0,-1 1 1 0 0,-1-1-1 0 0,8-20 1 0 0,-13 26 526 0 0,0 1 0 0 0,0-1 0 0 0,-1 1 0 0 0,0-1 0 0 0,-1 0 0 0 0,1-11 0 0 0,-1-13 3697 0 0,11 60 677 0 0,-2-6-3543 0 0,23 71 1002 0 0,28 72-1137 0 0,-57-156-730 0 0,0 0 1 0 0,0 0-1 0 0,1 0 0 0 0,8 10 0 0 0,4-1-5407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45.936"/>
    </inkml:context>
    <inkml:brush xml:id="br0">
      <inkml:brushProperty name="width" value="0.1" units="cm"/>
      <inkml:brushProperty name="height" value="0.1" units="cm"/>
      <inkml:brushProperty name="color" value="#00A0D7"/>
    </inkml:brush>
  </inkml:definitions>
  <inkml:trace contextRef="#ctx0" brushRef="#br0">0 1 8754 0 0,'0'0'399'0'0,"12"26"2120"0"0,4 38 1029 0 0,7 71 0 0 0,-15-82-2571 0 0,1-1 1 0 0,28 87 0 0 0,-29-120-952 0 0,1 0 1 0 0,0-1-1 0 0,1 0 1 0 0,1 0-1 0 0,18 21 0 0 0,-14-21-958 0 0,2 0 0 0 0,21 18 0 0 0,-29-29-695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2:46.142"/>
    </inkml:context>
    <inkml:brush xml:id="br0">
      <inkml:brushProperty name="width" value="0.1" units="cm"/>
      <inkml:brushProperty name="height" value="0.1" units="cm"/>
      <inkml:brushProperty name="color" value="#00A0D7"/>
    </inkml:brush>
  </inkml:definitions>
  <inkml:trace contextRef="#ctx0" brushRef="#br0">0 141 7834 0 0,'25'-13'6769'0'0,"15"3"-3389"0"0,76-9 0 0 0,-69 12-3055 0 0,48-11 0 0 0,-47 3-325 0 0,49-22 0 0 0,-48 15 0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27.7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938 309 6913 0 0,'-1'-2'-208'0'0,"0"0"0"0"0,0 0 0 0 0,0-1 0 0 0,0 1 0 0 0,0 0-1 0 0,0 0 1 0 0,0-1 0 0 0,1 1 0 0 0,-1-3 0 0 0,-5-15 626 0 0,5 18-375 0 0,-1 0-1 0 0,1 0 0 0 0,0 1 1 0 0,-1-1-1 0 0,1 0 0 0 0,-1 1 1 0 0,0-1-1 0 0,1 1 0 0 0,-1-1 1 0 0,0 1-1 0 0,0 0 0 0 0,0 0 1 0 0,0-1-1 0 0,0 2 0 0 0,0-1 1 0 0,-1 0-1 0 0,1 0 0 0 0,0 1 1 0 0,0-1-1 0 0,0 1 0 0 0,-1 0 1 0 0,1-1-1 0 0,0 1 0 0 0,-1 0 1 0 0,1 0-1 0 0,0 1 0 0 0,0-1 1 0 0,-1 0-1 0 0,1 1 0 0 0,0 0 1 0 0,0-1-1 0 0,0 1 0 0 0,-4 2 1 0 0,-9 3 356 0 0,1 1 1 0 0,0 0 0 0 0,-23 18-1 0 0,27-19-349 0 0,-76 51-66 0 0,-113 78-55 0 0,154-100 111 0 0,1 1-1 0 0,-48 53 1 0 0,25-13 851 0 0,4 2 0 0 0,-76 126-1 0 0,135-198-1082 0 0,0 1 0 0 0,0 0 0 0 0,0 1 0 0 0,1-1 0 0 0,-3 13 0 0 0,5-18 155 0 0,1 0 1 0 0,0-1 0 0 0,-1 1 0 0 0,1-1-1 0 0,0 1 1 0 0,0 0 0 0 0,0-1-1 0 0,0 1 1 0 0,0-1 0 0 0,1 1-1 0 0,-1 0 1 0 0,0-1 0 0 0,1 1 0 0 0,-1-1-1 0 0,1 1 1 0 0,0-1 0 0 0,-1 1-1 0 0,1-1 1 0 0,0 0 0 0 0,0 1-1 0 0,0-1 1 0 0,0 0 0 0 0,0 1 0 0 0,0-1-1 0 0,0 0 1 0 0,1 0 0 0 0,-1 0-1 0 0,0 0 1 0 0,1 0 0 0 0,-1 0-1 0 0,0-1 1 0 0,1 1 0 0 0,-1 0-1 0 0,3 0 1 0 0,14 3-28 0 0,0 0 0 0 0,1-1 0 0 0,-1 0 0 0 0,1-2 1 0 0,-1 0-1 0 0,36-4 0 0 0,12 1 46 0 0,-37 3 51 0 0,0 0 0 0 0,-1 3 0 0 0,1 0 0 0 0,-1 1 0 0 0,0 2 0 0 0,0 1 0 0 0,40 17 0 0 0,-59-20-32 0 0,1 0-1 0 0,-1 0 1 0 0,0 1 0 0 0,0 1 0 0 0,-1-1 0 0 0,1 1 0 0 0,-2 1 0 0 0,1-1 0 0 0,12 19 0 0 0,-15-19-21 0 0,-1 0 1 0 0,0 1 0 0 0,0 0 0 0 0,-1 0-1 0 0,0 0 1 0 0,-1 1 0 0 0,1-1 0 0 0,-2 1-1 0 0,1-1 1 0 0,-1 1 0 0 0,0-1 0 0 0,-1 1-1 0 0,0 0 1 0 0,-2 8 0 0 0,1-5-35 0 0,-1 0 0 0 0,-1 0 0 0 0,0 0 0 0 0,-1-1 0 0 0,0 1 0 0 0,0-1 0 0 0,-2 0 0 0 0,1 0 0 0 0,-14 18 0 0 0,-5 3-47 0 0,-48 49 1 0 0,45-53 610 0 0,-38 51 1 0 0,44-48-107 0 0,2 1 1 0 0,1 1-1 0 0,1 1 1 0 0,2 0-1 0 0,2 1 1 0 0,-14 54-1 0 0,22-71-206 0 0,2 0-1 0 0,0-1 1 0 0,1 1 0 0 0,1 0-1 0 0,1 1 1 0 0,0-1-1 0 0,1 0 1 0 0,1 0 0 0 0,1 0-1 0 0,1-1 1 0 0,0 1 0 0 0,1-1-1 0 0,1 0 1 0 0,1 0-1 0 0,12 23 1 0 0,-16-35-155 0 0,1 1 0 0 0,0-1 1 0 0,0 0-1 0 0,1 0 0 0 0,0-1 0 0 0,-1 1 0 0 0,2-1 1 0 0,-1 0-1 0 0,0-1 0 0 0,1 1 0 0 0,-1-1 0 0 0,1 0 1 0 0,0 0-1 0 0,0-1 0 0 0,1 0 0 0 0,-1 0 0 0 0,0 0 1 0 0,1-1-1 0 0,-1 0 0 0 0,1 0 0 0 0,10 0 0 0 0,12-1 405 0 0,-1-2-1 0 0,1-1 0 0 0,47-10 0 0 0,-37 5 48 0 0,96-15 427 0 0,191-10 1 0 0,-283 31-755 0 0,0 3 0 0 0,0 1 1 0 0,0 2-1 0 0,0 3 0 0 0,-1 0 1 0 0,0 3-1 0 0,0 2 0 0 0,67 28 0 0 0,-68-18-931 0 0,59 42-1 0 0,-66-40 128 0 0,2-2-1 0 0,45 22 1 0 0,-74-42 642 0 0,1 1 1 0 0,0-1-1 0 0,-1-1 1 0 0,1 1-1 0 0,0-1 1 0 0,0-1-1 0 0,0 1 1 0 0,0-1-1 0 0,0-1 0 0 0,0 1 1 0 0,0-2-1 0 0,0 1 1 0 0,0-1-1 0 0,0 0 1 0 0,-1 0-1 0 0,1-1 1 0 0,8-5-1 0 0,14-7 771 0 0,-1-1-1 0 0,48-36 1 0 0,-67 44-763 0 0,71-60 333 0 0,-62 49-561 0 0,2 1 0 0 0,0 1 0 0 0,34-21 0 0 0,-53 37 118 0 0,0 0 1 0 0,-1 0 0 0 0,1 0-1 0 0,0 0 1 0 0,0 1 0 0 0,0-1-1 0 0,-1 1 1 0 0,1-1 0 0 0,0 1-1 0 0,0 0 1 0 0,0 0 0 0 0,0 0-1 0 0,0 0 1 0 0,0 0 0 0 0,0 0-1 0 0,0 0 1 0 0,0 1 0 0 0,-1-1-1 0 0,1 1 1 0 0,0-1 0 0 0,0 1-1 0 0,0 0 1 0 0,1 1-1 0 0,3 2-326 0 0,0 0-1 0 0,-1 0 1 0 0,0 1-1 0 0,0 0 1 0 0,5 7-1 0 0,-5-7 372 0 0,-1 0 1 0 0,1 0-1 0 0,0 0 0 0 0,0-1 0 0 0,0 0 0 0 0,7 4 0 0 0,-2-3 242 0 0,0-1 0 0 0,0-1 0 0 0,1 0-1 0 0,-1 0 1 0 0,1-1 0 0 0,0-1 0 0 0,0 0 0 0 0,0 0-1 0 0,0-1 1 0 0,20-2 0 0 0,0-2 368 0 0,0-2 1 0 0,46-14-1 0 0,-34 5-258 0 0,0-1 1 0 0,-1-3-1 0 0,-1-1 1 0 0,-1-2 0 0 0,49-36-1 0 0,-41 22 80 0 0,-1-2 1 0 0,-2-2-1 0 0,63-72 0 0 0,-83 81-425 0 0,-1 0-1 0 0,-2-1 1 0 0,22-44 0 0 0,-33 54-425 0 0,0 0 0 0 0,-2-1 1 0 0,-1 0-1 0 0,-1-1 0 0 0,0 0 1 0 0,3-32-1 0 0,-9 40 195 0 0,-1 0 0 0 0,-1-1 0 0 0,0 1 0 0 0,-1 0 0 0 0,-1 0 0 0 0,-1 0 0 0 0,0 0 0 0 0,-1 0 0 0 0,0 1 0 0 0,-1 0 0 0 0,-10-16 0 0 0,0 1 580 0 0,-2 1 0 0 0,-1 0 0 0 0,-1 2 0 0 0,-31-33 0 0 0,16 28 89 0 0,0 0 0 0 0,-3 3 1 0 0,0 1-1 0 0,-62-34 0 0 0,35 22 23 0 0,56 35-255 0 0,1-1 0 0 0,-1-1 0 0 0,1 1 0 0 0,1-2 0 0 0,-1 1 0 0 0,1-1 0 0 0,1 0 0 0 0,-11-15 0 0 0,8 7-23 0 0,1 0 1 0 0,1 0-1 0 0,1-1 0 0 0,-6-22 0 0 0,1 1-304 0 0,-1 1 0 0 0,-2 1-1 0 0,-2 0 1 0 0,-1 1 0 0 0,-34-52-1 0 0,37 68 201 0 0,0 0 0 0 0,-2 1 1 0 0,0 0-1 0 0,-1 2 0 0 0,0 0 0 0 0,-2 1 0 0 0,0 0 0 0 0,0 2 0 0 0,-1 0 0 0 0,-32-14 0 0 0,-22-2-113 0 0,-2 3 0 0 0,-129-27 1 0 0,-36-10-81 0 0,127 20 913 0 0,-183-99 1 0 0,280 133-861 0 0,-35-12 0 0 0,20 12-329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2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337 0 9218 0 0,'-10'2'140'0'0,"0"0"0"0"0,1 1 1 0 0,-1 0-1 0 0,0 1 0 0 0,1 0 0 0 0,-1 0 1 0 0,1 1-1 0 0,1 0 0 0 0,-11 7 0 0 0,1 0 58 0 0,-3 0-230 0 0,1 1 0 0 0,1 1 0 0 0,0 0 0 0 0,1 2 0 0 0,-25 27 0 0 0,35-33 4 0 0,0-1 0 0 0,1 2-1 0 0,0-1 1 0 0,1 1 0 0 0,0 0 0 0 0,1 0 0 0 0,0 0-1 0 0,1 1 1 0 0,0 0 0 0 0,1 0 0 0 0,0 0 0 0 0,-2 18 0 0 0,2 23 345 0 0,3-1 0 0 0,1 1 0 0 0,3 0 0 0 0,3-1 0 0 0,19 82 1 0 0,-23-123-280 0 0,0 0 0 0 0,1 0 0 0 0,1 0 0 0 0,-1-1 1 0 0,2 1-1 0 0,-1-1 0 0 0,1-1 0 0 0,1 1 0 0 0,0-1 0 0 0,15 16 1 0 0,-17-21-10 0 0,0 1 1 0 0,0-1-1 0 0,1-1 1 0 0,-1 1-1 0 0,1-1 1 0 0,0 0-1 0 0,0 0 1 0 0,0-1-1 0 0,1 0 1 0 0,-1 0 0 0 0,1 0-1 0 0,-1-1 1 0 0,1 0-1 0 0,-1 0 1 0 0,1 0-1 0 0,0-1 1 0 0,-1 0-1 0 0,1-1 1 0 0,-1 1-1 0 0,10-3 1 0 0,12-4 268 0 0,0-1 0 0 0,-1-1 0 0 0,0-1 0 0 0,28-15 0 0 0,101-63 348 0 0,-98 53-662 0 0,3 1 59 0 0,49-30-489 0 0,-94 53 352 0 0,-1 0 0 0 0,-1 0-1 0 0,0-1 1 0 0,21-25-1 0 0,-33 35 128 0 0,0 0-1 0 0,0 0 0 0 0,-1-1 1 0 0,1 1-1 0 0,-1-1 1 0 0,1 1-1 0 0,-1-1 0 0 0,0 0 1 0 0,0 0-1 0 0,0 1 0 0 0,-1-1 1 0 0,1 0-1 0 0,-1 0 0 0 0,1 0 1 0 0,-1 0-1 0 0,0 0 0 0 0,0 0 1 0 0,0 1-1 0 0,-1-1 0 0 0,1 0 1 0 0,-1 0-1 0 0,1 0 1 0 0,-1 0-1 0 0,0 1 0 0 0,0-1 1 0 0,0 0-1 0 0,-1 1 0 0 0,1-1 1 0 0,-1 1-1 0 0,1-1 0 0 0,-1 1 1 0 0,0 0-1 0 0,0-1 0 0 0,-4-2 1 0 0,-6-7 341 0 0,-1 1 0 0 0,0 0 0 0 0,-1 1 0 0 0,-24-13 0 0 0,32 19-277 0 0,-61-35 404 0 0,-65-40 1152 0 0,46 23-7021 0 0,56 35-788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29.2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105 0 9218 0 0,'-2'7'313'0'0,"0"-1"0"0"0,0 0 1 0 0,1 1-1 0 0,0-1 0 0 0,-1 9 0 0 0,-2 13 42 0 0,-25 83 903 0 0,-25 123-102 0 0,50-205-1045 0 0,2 0 0 0 0,0-1 0 0 0,2 1 1 0 0,1 0-1 0 0,2 0 0 0 0,8 40 0 0 0,15 43 881 0 0,39 225 237 0 0,-54-227-1267 0 0,34 243 1423 0 0,11 44-508 0 0,-11-69-338 0 0,-37-281-497 0 0,2 0-1 0 0,2-1 1 0 0,2 0 0 0 0,2 0-1 0 0,2-2 1 0 0,1 0-1 0 0,3-1 1 0 0,2-2 0 0 0,56 77-1 0 0,-39-68-16 0 0,-2 1 0 0 0,-2 3 0 0 0,-3 0 1 0 0,31 69-1 0 0,-45-73-137 0 0,-3 0 1 0 0,-2 2 0 0 0,-2 0 0 0 0,-2 0-1 0 0,3 61 1 0 0,-1 271 784 0 0,-11-209-54 0 0,-1 48 338 0 0,-42 338 1 0 0,25-465-1232 0 0,-3-2 0 0 0,-39 110 0 0 0,-84 173-2780 0 0,125-334-3832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31.4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1163 0 4609 0 0,'-15'29'-309'0'0,"-1"0"1"0"0,-1-1-1 0 0,-1-1 0 0 0,-1-1 0 0 0,-43 43 1 0 0,26-33 180 0 0,-10 9 475 0 0,1 1 0 0 0,3 2 0 0 0,-44 65 0 0 0,79-101-245 0 0,1 0 0 0 0,0 1 0 0 0,0 0 0 0 0,1 0 0 0 0,1 1 0 0 0,0-1 0 0 0,1 1 0 0 0,-2 19 0 0 0,3-3-464 0 0,1 0 0 0 0,6 56 0 0 0,-5-70 454 0 0,0 0-1 0 0,0-1 1 0 0,-2 1 0 0 0,0 0 0 0 0,-1-1 0 0 0,-7 27-1 0 0,-41 93 1328 0 0,21-62-989 0 0,9-21-59 0 0,-1-2-1 0 0,-2 0 1 0 0,-58 85-1 0 0,57-101 232 0 0,-1-2 0 0 0,-1-1 0 0 0,-1-1 0 0 0,-2-1 0 0 0,-60 44 0 0 0,59-50-698 0 0,-1-1-1 0 0,-1-2 1 0 0,0-1-1 0 0,-59 23 1 0 0,70-35-3847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32.1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1204 1 6913 0 0,'-11'6'254'0'0,"0"0"-1"0"0,1 1 1 0 0,0 0-1 0 0,-18 17 1 0 0,-1 0 23 0 0,29-24-277 0 0,-275 197-480 0 0,240-173 173 0 0,0 1 1 0 0,2 2 0 0 0,1 2-1 0 0,1 1 1 0 0,-47 59 0 0 0,58-64 573 0 0,2 2 0 0 0,1 0 1 0 0,1 0-1 0 0,1 2 0 0 0,1 0 1 0 0,2 1-1 0 0,1 0 0 0 0,-9 43 1 0 0,16-45-268 0 0,2 0 0 0 0,1 1 0 0 0,1-1 1 0 0,1 0-1 0 0,2 0 0 0 0,7 32 0 0 0,4 68-2125 0 0,-13-110 1761 0 0,-2-1-1 0 0,0 0 0 0 0,0 0 1 0 0,-2 0-1 0 0,-7 27 0 0 0,0-16 561 0 0,-1-1 0 0 0,-2-1 0 0 0,0 0 0 0 0,-2 0 0 0 0,-1-1 0 0 0,0-1 0 0 0,-25 26 0 0 0,-15 11 2777 0 0,-78 68 0 0 0,85-88-2238 0 0,-3 4-4116 0 0,29-24-528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32.4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781 1 5529 0 0,'-127'167'20'0'0,"-19"24"323"0"0,-146 181 4648 0 0,112-114-6588 0 0,145-203-1808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33.1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12 9674 0 0,'2'-2'71'0'0,"0"1"0"0"0,0-1 0 0 0,1 1 0 0 0,-1 0-1 0 0,0 0 1 0 0,1 0 0 0 0,-1 1 0 0 0,0-1 0 0 0,1 0 0 0 0,-1 1 0 0 0,1-1 0 0 0,-1 1-1 0 0,1 0 1 0 0,-1 0 0 0 0,1 0 0 0 0,-1 0 0 0 0,4 1 0 0 0,0 1-27 0 0,1 0 0 0 0,-1 1 0 0 0,0-1 1 0 0,0 1-1 0 0,6 4 0 0 0,8 5 19 0 0,42 24-531 0 0,-2 4 0 0 0,-1 2-1 0 0,58 54 1 0 0,87 62-1870 0 0,-144-119 1895 0 0,1-3 0 0 0,2-3 1 0 0,79 30-1 0 0,-93-45 814 0 0,1-3 0 0 0,1-1 0 0 0,0-3 1 0 0,1-2-1 0 0,53 2 0 0 0,565-22 8660 0 0,-486 10-9540 0 0,-129 5-5198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33.6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1 182 14747 0 0,'0'-3'112'0'0,"0"-1"-1"0"0,0 1 1 0 0,0-1-1 0 0,0 1 1 0 0,0-1-1 0 0,1 1 1 0 0,-1 0-1 0 0,1-1 1 0 0,0 1-1 0 0,0 0 1 0 0,0 0-1 0 0,1-1 1 0 0,-1 1-1 0 0,4-5 1 0 0,1 1-154 0 0,-1 1 0 0 0,1 0 0 0 0,1 0 0 0 0,12-8 0 0 0,-12 9 86 0 0,7-6-148 0 0,1 2-1 0 0,0 0 0 0 0,0 0 1 0 0,1 2-1 0 0,0-1 1 0 0,1 2-1 0 0,0 1 1 0 0,0 0-1 0 0,0 1 1 0 0,0 0-1 0 0,1 2 0 0 0,22-1 1 0 0,-13 3 103 0 0,-1 1 1 0 0,1 2-1 0 0,-1 0 1 0 0,1 2 0 0 0,-1 1-1 0 0,0 1 1 0 0,37 16-1 0 0,17 11-345 0 0,142 86-1 0 0,60 69-624 0 0,-166-105 136 0 0,220 141-3163 0 0,-310-212 4129 0 0,0 0-1 0 0,1-2 1 0 0,0 0 0 0 0,1-2-1 0 0,0-2 1 0 0,56 9 0 0 0,-42-12 717 0 0,0-2 0 0 0,1-2-1 0 0,-1-2 1 0 0,48-8 0 0 0,-41 3-953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34.1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26 10594 0 0,'8'-3'465'0'0,"0"0"0"0"0,0 0 1 0 0,0 1-1 0 0,0 0 0 0 0,0 0 0 0 0,1 1 0 0 0,11 0 0 0 0,0-2-381 0 0,-4 1-88 0 0,0 0 0 0 0,0 1 1 0 0,0 0-1 0 0,1 1 0 0 0,-1 1 0 0 0,0 1 0 0 0,0 0 1 0 0,0 1-1 0 0,0 1 0 0 0,-1 0 0 0 0,1 1 0 0 0,-1 1 1 0 0,0 0-1 0 0,0 1 0 0 0,-1 1 0 0 0,0 0 0 0 0,0 1 1 0 0,-1 1-1 0 0,19 17 0 0 0,10 17 19 0 0,-3 1-1 0 0,64 94 0 0 0,18 23-481 0 0,-12-42-399 0 0,168 144 0 0 0,-259-249 225 0 0,1-1 0 0 0,1-1 0 0 0,0-1 0 0 0,33 14 0 0 0,90 27-821 0 0,-115-44 1476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34.4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20740 0 0,'1'5'921'0'0,"0"-2"183"0"0,2 0-880 0 0,3 0-224 0 0,1-2 0 0 0,1-1 0 0 0,3 2-928 0 0,9-2-233 0 0,15-2-47 0 0,9-5-8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35.5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911 1042 5529 0 0,'2'0'24'0'0,"0"1"1"0"0,-1-1-1 0 0,1 0 0 0 0,0 0 0 0 0,-1-1 0 0 0,1 1 1 0 0,0 0-1 0 0,-1 0 0 0 0,1-1 0 0 0,0 1 0 0 0,-1-1 0 0 0,1 0 1 0 0,-1 1-1 0 0,1-1 0 0 0,-1 0 0 0 0,1 0 0 0 0,-1 0 1 0 0,0 0-1 0 0,1 0 0 0 0,-1 0 0 0 0,0 0 0 0 0,2-2 1 0 0,-2 1-15 0 0,-1 0 1 0 0,1 0 0 0 0,-1 1 0 0 0,1-1 0 0 0,-1 0-1 0 0,0 0 1 0 0,0 0 0 0 0,0 0 0 0 0,0 0-1 0 0,0 0 1 0 0,0 0 0 0 0,0 0 0 0 0,0 1 0 0 0,-1-1-1 0 0,1 0 1 0 0,-2-2 0 0 0,-2-8 216 0 0,-1 2-1 0 0,-1-1 1 0 0,1 1-1 0 0,-15-19 1 0 0,-4-1 461 0 0,-1 2 0 0 0,-2 0 0 0 0,-54-43 1 0 0,-101-60 632 0 0,163 118-1129 0 0,-233-176 1094 0 0,222 162-1107 0 0,1-1 0 0 0,1-2 0 0 0,2-1-1 0 0,1-1 1 0 0,-36-61 0 0 0,-30-81-4041 0 0,84 157 58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36.0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1 760 8754 0 0,'40'-79'-60'0'0,"-3"-1"0"0"0,-4-1 0 0 0,-3-2 0 0 0,-4-2 0 0 0,18-97 0 0 0,-7 37-3160 0 0,-33 121 2903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36.4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1019 3681 0 0,'155'-339'3384'0'0,"72"-145"1842"0"0,-163 376-3816 0 0,-21 40-3022 0 0,-32 48-2779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36.8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88 14747 0 0,'25'-6'648'0'0,"-3"1"144"0"0,5-1-632 0 0,-4 2-160 0 0,-3 1 0 0 0,-2 0 0 0 0,8-1 185 0 0,19-3 7 0 0,28-2 0 0 0,19-5 0 0 0,8 1-192 0 0,-12-1 0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41.0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48 172 6737 0 0,'-5'-6'108'0'0,"0"-1"-1"0"0,0 0 1 0 0,0-1-1 0 0,1 1 1 0 0,0-1-1 0 0,0 1 1 0 0,1-1-1 0 0,0 0 1 0 0,0-1-1 0 0,1 1 1 0 0,-2-10-1 0 0,4 14 33 0 0,0 1 0 0 0,0 0 1 0 0,0 0-1 0 0,0-1 0 0 0,1 1 0 0 0,0 0 0 0 0,-1 0 0 0 0,1-1 1 0 0,0 1-1 0 0,1 0 0 0 0,2-5 0 0 0,-3 6 8 0 0,-1 0 0 0 0,1 1-1 0 0,0-1 1 0 0,0 0 0 0 0,1 1 0 0 0,-1 0 0 0 0,0-1-1 0 0,0 1 1 0 0,1-1 0 0 0,-1 1 0 0 0,0 0 0 0 0,1 0-1 0 0,0 0 1 0 0,-1 0 0 0 0,1 0 0 0 0,0 0-1 0 0,-1 0 1 0 0,1 1 0 0 0,0-1 0 0 0,0 1 0 0 0,-1-1-1 0 0,4 0 365 0 0,-6 7-108 0 0,0-1 1 0 0,0 0-1 0 0,0 1 0 0 0,0-1 0 0 0,-4 9 1 0 0,-5 21 978 0 0,9-23-1165 0 0,1-1-1 0 0,0 1 0 0 0,1 0 1 0 0,0 0-1 0 0,0 0 1 0 0,1-1-1 0 0,1 1 1 0 0,0-1-1 0 0,1 1 1 0 0,0-1-1 0 0,1 0 1 0 0,9 16-1 0 0,-6-11-130 0 0,0 0-1 0 0,1-1 0 0 0,19 25 1 0 0,-23-35-76 0 0,0 1 0 0 0,1-1 0 0 0,-1 0 1 0 0,1-1-1 0 0,0 1 0 0 0,0-1 0 0 0,1 0 1 0 0,-1-1-1 0 0,1 0 0 0 0,0 0 0 0 0,11 3 0 0 0,6 2 13 0 0,0 0-1 0 0,0 2 1 0 0,-1 0-1 0 0,-1 1 0 0 0,0 2 1 0 0,0 0-1 0 0,-1 1 1 0 0,35 32-1 0 0,-30-25 211 0 0,1-2-1 0 0,1 0 0 0 0,51 24 1 0 0,-45-26-55 0 0,-1 2-1 0 0,47 35 1 0 0,-58-37-151 0 0,-10-9-4 0 0,0 1-1 0 0,-1 0 1 0 0,0 1-1 0 0,-1 0 1 0 0,0 1-1 0 0,-1 0 1 0 0,0 1-1 0 0,11 18 1 0 0,-19-26-327 0 0,0 0 1 0 0,0 0 0 0 0,0 0-1 0 0,-1 0 1 0 0,1 0 0 0 0,-1 0-1 0 0,0 0 1 0 0,-1 1-1 0 0,1-1 1 0 0,-1 0 0 0 0,0 0-1 0 0,0 0 1 0 0,-2 7 0 0 0,1-6-241 0 0,1 1 1 0 0,-1-1 0 0 0,1 1 0 0 0,1-1 0 0 0,-1 1 0 0 0,1 10-1 0 0,0-15 390 0 0,0-1-1 0 0,0 1 1 0 0,0-1-1 0 0,0 1 0 0 0,0-1 1 0 0,0 0-1 0 0,0 1 0 0 0,0-1 1 0 0,1 1-1 0 0,-1-1 1 0 0,0 1-1 0 0,0-1 0 0 0,0 1 1 0 0,1-1-1 0 0,-1 0 1 0 0,0 1-1 0 0,0-1 0 0 0,1 0 1 0 0,1 3-1076 0 0,-1-3 1075 0 0,-1 0 0 0 0,1 0 1 0 0,-1 1-1 0 0,1-1 1 0 0,-1 0-1 0 0,0 0 0 0 0,1 0 1 0 0,-1 0-1 0 0,1 0 0 0 0,-1 0 1 0 0,1 0-1 0 0,-1 0 1 0 0,1 0-1 0 0,0 0 0 0 0,5-6-624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41.49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36 906 4145 0 0,'-4'4'181'0'0,"-28"18"7310"0"0,50-48-5897 0 0,16-22-368 0 0,-2-2 0 0 0,-2-1 0 0 0,-2-2 0 0 0,31-82 0 0 0,59-231-692 0 0,-114 353-517 0 0,4-16-77 0 0,-2 0-1 0 0,4-34 1 0 0,-7 11-2527 0 0,-3 36-3719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43.8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1827 217 2304 0 0,'13'-44'845'0'0,"-8"33"-584"0"0,-1-1-1 0 0,-1 0 1 0 0,0 0-1 0 0,0-1 0 0 0,-1 1 1 0 0,-1-1-1 0 0,0 1 0 0 0,-1-1 1 0 0,-2-19-1 0 0,2 30-282 0 0,0 1 1 0 0,-1-1-1 0 0,1 1 0 0 0,-1-1 0 0 0,1 1 0 0 0,-1-1 0 0 0,0 1 1 0 0,1 0-1 0 0,-1-1 0 0 0,0 1 0 0 0,0 0 0 0 0,0 0 0 0 0,0-1 0 0 0,0 1 1 0 0,0 0-1 0 0,-1 0 0 0 0,1 0 0 0 0,0 0 0 0 0,0 0 0 0 0,-1 1 1 0 0,1-1-1 0 0,-3-1 0 0 0,1 1 82 0 0,0 1-1 0 0,0 0 1 0 0,0-1 0 0 0,0 1-1 0 0,0 0 1 0 0,0 0 0 0 0,0 1-1 0 0,0-1 1 0 0,0 1 0 0 0,0-1-1 0 0,-4 2 1 0 0,-7 4 570 0 0,-1 0-1 0 0,2 1 1 0 0,-23 14-1 0 0,30-18-432 0 0,-36 23 2374 0 0,-25 16 1671 0 0,-88 40 1 0 0,140-75-4184 0 0,-2-2 0 0 0,1 0 0 0 0,-1 0 0 0 0,1-2 0 0 0,-1 0 0 0 0,0-1 0 0 0,-18 0 0 0 0,-119-12 51 0 0,119 6 205 0 0,0 1 0 0 0,1 1 0 0 0,-1 2 0 0 0,-55 8 0 0 0,58-3-249 0 0,0-2 0 0 0,1 0 0 0 0,-1-2 0 0 0,0-2-1 0 0,0-1 1 0 0,0-1 0 0 0,1-2 0 0 0,0-1-1 0 0,0-1 1 0 0,0-2 0 0 0,-40-17 0 0 0,-5-10-66 0 0,-14-5-10 0 0,80 37-11 0 0,0 1 1 0 0,-1 0-1 0 0,1 1 1 0 0,0 0-1 0 0,-1 0 1 0 0,-20 1-1 0 0,20 2-206 0 0,0 1 0 0 0,1 0 0 0 0,-1 1 0 0 0,1 0 0 0 0,0 1 0 0 0,0 0 0 0 0,0 0 0 0 0,1 1 0 0 0,-1 1 0 0 0,1-1 0 0 0,-13 12 0 0 0,13-10-623 0 0,1 0 0 0 0,0 0 0 0 0,1 1 0 0 0,-1 0 0 0 0,1 1 1 0 0,-10 15-1 0 0,-15 58-925 0 0,22-62 1775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44.5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384 389 3225 0 0,'-22'7'1051'0'0,"16"-5"-267"0"0,0 0 0 0 0,0 0 0 0 0,0-1 0 0 0,0 1 1 0 0,-7-1-1 0 0,19-29 5538 0 0,0 7-4395 0 0,-6 14-1670 0 0,0-1-1 0 0,0 0 0 0 0,-1 1 0 0 0,0-1 0 0 0,0 0 1 0 0,-1 1-1 0 0,0 0 0 0 0,0-1 0 0 0,-1 1 0 0 0,0 0 1 0 0,0 0-1 0 0,0 0 0 0 0,-1 1 0 0 0,0-1 0 0 0,-1 1 1 0 0,1 0-1 0 0,-8-7 0 0 0,-11-12-396 0 0,-1 2 0 0 0,-45-34 0 0 0,40 34 325 0 0,1 0-1964 0 0,-63-39-1 0 0,74 52-4778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44.89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427 0 2761 0 0,'-6'21'8193'0'0,"-9"1"-4776"0"0,-26 20-3534 0 0,18-20 782 0 0,-48 62-1844 0 0,-98 157 1 0 0,90-123-1281 0 0,56-86-1275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45.50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338 402 5985 0 0,'-6'-12'676'0'0,"0"-1"0"0"0,0 0-1 0 0,2 0 1 0 0,0 0-1 0 0,0-1 1 0 0,1 1 0 0 0,-2-16-1 0 0,-9-38 886 0 0,12 60-1518 0 0,-1 0 1 0 0,1 0 0 0 0,-1 0-1 0 0,-1 1 1 0 0,1-1-1 0 0,-1 1 1 0 0,-1 0-1 0 0,1 0 1 0 0,-1 0 0 0 0,0 0-1 0 0,-6-5 1 0 0,-4 0 106 0 0,0 0 0 0 0,-1 1 0 0 0,-19-9 0 0 0,16 8 155 0 0,-87-47-1188 0 0,78 45-3963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45.84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815 196 4609 0 0,'27'-11'565'0'0,"-26"10"-444"0"0,0 1 0 0 0,0-1 1 0 0,0 1-1 0 0,0 0 0 0 0,0-1 1 0 0,0 0-1 0 0,-1 1 0 0 0,1-1 1 0 0,0 1-1 0 0,0-1 0 0 0,0 0 1 0 0,0 0-1 0 0,-1 0 0 0 0,1 1 1 0 0,0-1-1 0 0,-1 0 0 0 0,1 0 1 0 0,-1 0-1 0 0,1 0 0 0 0,-1 0 1 0 0,1 0-1 0 0,-1-2 0 0 0,-3 1 203 0 0,-1-1 0 0 0,1 1-1 0 0,-1 0 1 0 0,0 0 0 0 0,0 1 0 0 0,0-1-1 0 0,0 1 1 0 0,0 0 0 0 0,0 0-1 0 0,-7-1 1 0 0,4 0 64 0 0,-28-6 295 0 0,-1 2-1 0 0,-1 1 0 0 0,1 2 0 0 0,-1 2 1 0 0,1 1-1 0 0,-1 2 0 0 0,-64 11 1 0 0,57-7-289 0 0,0-1 1 0 0,-89-2-1 0 0,120-4-594 0 0,-1 0-1 0 0,1-1 1 0 0,0 0-1 0 0,-1-1 1 0 0,1 0-1 0 0,1-1 1 0 0,-1-1-1 0 0,0 0 1 0 0,1-1-1 0 0,0 0 0 0 0,1-1 1 0 0,-1 0-1 0 0,1 0 1 0 0,-14-14-1 0 0,23 19-197 0 0,-1 0-1 0 0,1-1 0 0 0,0 1 0 0 0,0-1 1 0 0,0 0-1 0 0,0 0 0 0 0,1 0 0 0 0,-1 0 1 0 0,1 0-1 0 0,-1 0 0 0 0,1 0 0 0 0,0 0 1 0 0,0 0-1 0 0,1-1 0 0 0,-1 1 0 0 0,0-7 1 0 0,1-5-1706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46.2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125 591 3681 0 0,'-1'0'121'0'0,"1"0"0"0"0,0 1 0 0 0,-1-1 1 0 0,1 1-1 0 0,-1-1 0 0 0,1 0 0 0 0,-1 1 0 0 0,1-1 0 0 0,-1 0 1 0 0,1 0-1 0 0,-1 1 0 0 0,1-1 0 0 0,-1 0 0 0 0,0 0 1 0 0,1 0-1 0 0,-1 0 0 0 0,1 1 0 0 0,-1-1 0 0 0,0 0 1 0 0,1 0-1 0 0,-1 0 0 0 0,1 0 0 0 0,-1-1 0 0 0,0 1 0 0 0,1 0 1 0 0,-1 0-1 0 0,1 0 0 0 0,-2-1 0 0 0,-13-13 1989 0 0,-2-23-39 0 0,-4-31 299 0 0,-20-108 0 0 0,35 134-2735 0 0,1 0 0 0 0,2 0 0 0 0,6-82 0 0 0,0 98-1180 0 0,0 3-3284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48.09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1553 9 8754 0 0,'-9'-3'273'0'0,"0"2"1"0"0,1-1-1 0 0,-1 1 1 0 0,0 0-1 0 0,0 1 0 0 0,1 0 1 0 0,-1 0-1 0 0,0 1 1 0 0,0 0-1 0 0,-11 4 1 0 0,-12 3 583 0 0,-43 19 0 0 0,51-18-450 0 0,-629 259 4480 0 0,485-196-4142 0 0,116-47-360 0 0,2 3 0 0 0,0 2 0 0 0,-49 39 0 0 0,73-51-347 0 0,12-7-752 0 0,0-2 1 0 0,-1 1 0 0 0,0-2 0 0 0,0 0-1 0 0,-1-1 1 0 0,0 0 0 0 0,-1-1 0 0 0,1-1-1 0 0,-1-1 1 0 0,-26 3 0 0 0,25-6-4996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42.2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0 988 2304 0 0,'1'-2'312'0'0,"1"1"0"0"0,-1-1 0 0 0,0 1-1 0 0,0-1 1 0 0,0 1 0 0 0,-1-1 0 0 0,1 0-1 0 0,0 1 1 0 0,0-1 0 0 0,-1 0 0 0 0,1-3-1 0 0,1 0 349 0 0,30-61 1489 0 0,-11 24-654 0 0,-2 0 0 0 0,-2-1 0 0 0,15-57 0 0 0,-15 44-1001 0 0,2 1 1 0 0,2 1-1 0 0,44-79 0 0 0,-10 20-248 0 0,-44 90-295 0 0,1-1-145 0 0,-1-1-1 0 0,-1 0 0 0 0,-1 0 1 0 0,-1-1-1 0 0,8-47 1 0 0,-12 49-4667 0 0,-1 13 122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42.9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22 391 4145 0 0,'0'0'159'0'0,"0"1"0"0"0,-1 0 1 0 0,1-1-1 0 0,-1 1 0 0 0,1-1 1 0 0,-1 1-1 0 0,1 0 0 0 0,-1-1 1 0 0,1 1-1 0 0,-1-1 0 0 0,1 0 0 0 0,-1 1 1 0 0,0-1-1 0 0,1 1 0 0 0,-1-1 1 0 0,0 0-1 0 0,0 0 0 0 0,1 1 0 0 0,-1-1 1 0 0,0 0-1 0 0,1 0 0 0 0,-1 0 1 0 0,0 0-1 0 0,0 0 0 0 0,1 0 0 0 0,-1 0 1 0 0,0 0-1 0 0,0 0 0 0 0,1 0 1 0 0,-3-1-1 0 0,3 1-44 0 0,0-1-1 0 0,0 0 1 0 0,-1 0-1 0 0,1 0 1 0 0,0 1 0 0 0,0-1-1 0 0,0 0 1 0 0,0 0-1 0 0,0 0 1 0 0,0 1 0 0 0,0-1-1 0 0,0 0 1 0 0,1 0-1 0 0,-1 0 1 0 0,0 1 0 0 0,0-1-1 0 0,1 0 1 0 0,-1 0-1 0 0,0 1 1 0 0,1-1 0 0 0,-1 0-1 0 0,1 1 1 0 0,-1-1 0 0 0,1 0-1 0 0,-1 1 1 0 0,1-1-1 0 0,0 0 1 0 0,5-6 265 0 0,0 0-1 0 0,0 1 1 0 0,1-1 0 0 0,-1 1 0 0 0,2 1-1 0 0,-1-1 1 0 0,0 1 0 0 0,1 1-1 0 0,0-1 1 0 0,9-3 0 0 0,2 2 0 0 0,-1 1 1 0 0,1 0-1 0 0,32-3 1 0 0,162-15-178 0 0,17-2 1602 0 0,-178 17-1387 0 0,0-3 0 0 0,67-23 0 0 0,-108 30-405 0 0,0 0 0 0 0,0-1 1 0 0,-1 0-1 0 0,1-1 1 0 0,-1 0-1 0 0,-1 0 0 0 0,1-1 1 0 0,-1-1-1 0 0,0 1 1 0 0,-1-2-1 0 0,0 1 0 0 0,8-12 1 0 0,-10 11-1217 0 0,0 0 1 0 0,-1 0-1 0 0,0-1 1 0 0,6-17-1 0 0,-2-1-5425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46.7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1 564 3225 0 0,'8'2'456'0'0,"1"-1"1"0"0,0 1-1 0 0,0-2 0 0 0,-1 1 1 0 0,1-1-1 0 0,0-1 1 0 0,0 1-1 0 0,0-1 1 0 0,-1-1-1 0 0,1 0 1 0 0,-1 0-1 0 0,1-1 0 0 0,-1 0 1 0 0,0 0-1 0 0,12-7 1 0 0,9-5 972 0 0,-2-2 1 0 0,48-36-1 0 0,-44 26-602 0 0,-1-1-1 0 0,-2-1 1 0 0,0-1-1 0 0,-3-1 0 0 0,38-60 1 0 0,-37 56-1539 0 0,54-60-1 0 0,-41 55-3115 0 0,0 0-3627 0 0,-34 36 6381 0 0,3-4 290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47.09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0 109 10138 0 0,'59'-6'1446'0'0,"-2"-3"0"0"0,1-3 0 0 0,-1-1 0 0 0,65-26 0 0 0,-58 15-3717 0 0,-45 18-3232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48.7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0 323 2304 0 0,'14'-19'1175'0'0,"0"2"-1"0"0,1 0 1 0 0,0 1-1 0 0,24-20 1 0 0,76-50 866 0 0,-103 77-1809 0 0,17-11 599 0 0,0 0 0 0 0,64-30-1 0 0,-77 44-552 0 0,0 0-1 0 0,0 1 0 0 0,1 1 0 0 0,-1 0 0 0 0,1 1 0 0 0,0 1 0 0 0,0 0 1 0 0,23 2-1 0 0,-2 2-43 0 0,0 3-1 0 0,0 1 1 0 0,-1 1 0 0 0,42 15 0 0 0,138 65-379 0 0,-192-76 158 0 0,1 0 0 0 0,0-2-1 0 0,1 0 1 0 0,43 6 0 0 0,-52-12 0 0 0,-1-2 1 0 0,1 0-1 0 0,0-1 0 0 0,0-1 0 0 0,0-1 0 0 0,0 0 0 0 0,-1-1 0 0 0,22-7 1 0 0,-13 1-2085 0 0,0-2 0 0 0,39-21 1 0 0,-44 21-2441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49.10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91 121 2761 0 0,'-2'1'114'0'0,"0"-1"0"0"0,0 1 0 0 0,1-1 0 0 0,-1 1 0 0 0,0 0 1 0 0,1-1-1 0 0,-1 1 0 0 0,1 0 0 0 0,-1 0 0 0 0,1 0 0 0 0,-1 0 1 0 0,1 0-1 0 0,0 1 0 0 0,-1-1 0 0 0,0 2 0 0 0,-21 26 1302 0 0,13-17-664 0 0,4-5-295 0 0,3-4-186 0 0,1-1-1 0 0,-1 1 1 0 0,1 0 0 0 0,0 0-1 0 0,0 0 1 0 0,0 0-1 0 0,0 0 1 0 0,0 0 0 0 0,1 0-1 0 0,-1 1 1 0 0,-1 5 0 0 0,4-9-196 0 0,-1 0 0 0 0,0 1 0 0 0,1-1 0 0 0,-1 0 0 0 0,1 0 0 0 0,-1 1 0 0 0,0-1 0 0 0,1 0 0 0 0,-1 0 0 0 0,1 0 0 0 0,-1 0 0 0 0,1 0 0 0 0,-1 1 0 0 0,0-1 0 0 0,1 0 0 0 0,-1 0 0 0 0,1 0 0 0 0,-1 0 0 0 0,1-1 0 0 0,-1 1 0 0 0,1 0 0 0 0,-1 0 0 0 0,1 0 0 0 0,-1 0 0 0 0,0 0 0 0 0,1 0 0 0 0,-1-1 0 0 0,1 1 0 0 0,-1 0 0 0 0,0 0 0 0 0,1-1 0 0 0,-1 1 0 0 0,0 0 0 0 0,1-1 0 0 0,-1 1 1 0 0,0 0-1 0 0,1-1 0 0 0,-1 0 0 0 0,19-11 619 0 0,27-28-462 0 0,45-48-1 0 0,-35 31-2037 0 0,-29 30-2841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49.5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4145 0 0,'1'2'449'0'0,"1"0"0"0"0,-1 0 0 0 0,0-1 0 0 0,0 1 0 0 0,1 0 0 0 0,-1-1 0 0 0,1 1 0 0 0,0-1 0 0 0,-1 1 0 0 0,1-1 0 0 0,0 0 0 0 0,4 3 0 0 0,-3-2 451 0 0,148 102 7921 0 0,-98-73-9925 0 0,2-6-4083 0 0,-38-18-583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49.8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0 100 8754 0 0,'1'0'776'0'0,"1"-2"-616"0"0,1 1-160 0 0,-1 0 0 0 0,1 1 704 0 0,0-2 104 0 0,3-1 25 0 0,3-1 7 0 0,3-1-328 0 0,3-4-72 0 0,0-1-16 0 0,1 1 0 0 0,-1-2-1864 0 0,2-2-369 0 0,-1 0-79 0 0,0-3-8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54.4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814 1 3225 0 0,'-9'7'633'0'0,"0"0"1"0"0,-1-1 0 0 0,0 0 0 0 0,0 0 0 0 0,-1-1-1 0 0,-19 7 1 0 0,14-6 463 0 0,1 1 1 0 0,-23 14-1 0 0,13-3-852 0 0,1 1 1 0 0,1 2-1 0 0,1 0 1 0 0,1 1-1 0 0,-31 42 0 0 0,-76 135-19 0 0,-142 285-140 0 0,215-377-743 0 0,26-33-4295 0 0,23-58 1865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54.8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853 0 3225 0 0,'1'1'34'0'0,"-1"-1"0"0"0,0 0-1 0 0,1 0 1 0 0,-1 1 0 0 0,0-1 0 0 0,0 0 0 0 0,1 0 0 0 0,-1 1 0 0 0,0-1 0 0 0,0 0 0 0 0,0 1 0 0 0,1-1 0 0 0,-1 0 0 0 0,0 1-1 0 0,0-1 1 0 0,0 0 0 0 0,0 1 0 0 0,0-1 0 0 0,0 0 0 0 0,0 1 0 0 0,0-1 0 0 0,0 1 0 0 0,0-1 0 0 0,0 0 0 0 0,0 1-1 0 0,0-1 1 0 0,0 0 0 0 0,0 1 0 0 0,0-1 0 0 0,0 0 0 0 0,0 1 0 0 0,0-1 0 0 0,-1 1 0 0 0,0 17 848 0 0,-2-7-489 0 0,-1-1 1 0 0,1 0 0 0 0,-2 1-1 0 0,0-1 1 0 0,0-1 0 0 0,-9 13-1 0 0,-45 54 554 0 0,21-30-419 0 0,-133 157 1040 0 0,-23 31-591 0 0,125-134-899 0 0,-72 133 0 0 0,59-55-2407 0 0,63-125-1014 0 0,-19 80 1 0 0,34-116 3222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55.2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995 22 456 0 0,'2'-2'-563'0'0,"16"-13"2459"0"0,-17 15-1804 0 0,-1 0 0 0 0,0-1 0 0 0,0 1 0 0 0,1 0 0 0 0,-1-1 0 0 0,0 1 0 0 0,0 0 0 0 0,1-1 1 0 0,-1 1-1 0 0,0 0 0 0 0,1 0 0 0 0,-1 0 0 0 0,0-1 0 0 0,1 1 0 0 0,-1 0 0 0 0,0 0 0 0 0,1 0 0 0 0,-1 0 0 0 0,1 0 0 0 0,-1 0 0 0 0,0-1 0 0 0,1 1 0 0 0,-1 0 1 0 0,1 0-1 0 0,-1 0 0 0 0,0 0 0 0 0,1 0 0 0 0,-1 1 0 0 0,0-1 0 0 0,1 0 0 0 0,-1 0 0 0 0,1 0 0 0 0,-1 0 0 0 0,0 0 0 0 0,1 0 0 0 0,-1 1 0 0 0,0-1 1 0 0,1 0-1 0 0,-1 0 0 0 0,0 1 0 0 0,1-1 0 0 0,-1 0 0 0 0,1 1 0 0 0,-3 2 6 0 0,1 0 1 0 0,-1 0-1 0 0,0 0 0 0 0,0 0 1 0 0,0-1-1 0 0,0 1 0 0 0,0-1 1 0 0,-1 1-1 0 0,1-1 1 0 0,-1 0-1 0 0,1 0 0 0 0,-4 3 1 0 0,-1 0 117 0 0,-41 41 818 0 0,1 2 0 0 0,-50 68-1 0 0,-69 117-795 0 0,15-20 290 0 0,71-101-514 0 0,5 3-1 0 0,-65 134 0 0 0,-30 108-3445 0 0,151-312 2736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55.6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909 0 3681 0 0,'-7'8'508'0'0,"2"-1"1"0"0,-1 1 0 0 0,1 0-1 0 0,-6 12 1 0 0,-10 16 574 0 0,-223 281-2757 0 0,169-220 1723 0 0,-108 186-1 0 0,23-30 71 0 0,14-4-2641 0 0,116-192 2284 0 0,15-30 238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55.9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778 5 5065 0 0,'1'-1'31'0'0,"0"1"-1"0"0,0-1 1 0 0,-1 1-1 0 0,1-1 1 0 0,0 1 0 0 0,0-1-1 0 0,0 1 1 0 0,0 0-1 0 0,0 0 1 0 0,0-1-1 0 0,0 1 1 0 0,0 0 0 0 0,0 0-1 0 0,0 0 1 0 0,0 0-1 0 0,0 0 1 0 0,0 0 0 0 0,0 0-1 0 0,0 1 1 0 0,0-1-1 0 0,0 0 1 0 0,0 1-1 0 0,0-1 1 0 0,0 0 0 0 0,0 1-1 0 0,1 0 1 0 0,-1 1 39 0 0,-1 0 0 0 0,0 1 0 0 0,0-1 0 0 0,0 0 0 0 0,0 0 0 0 0,-1 0 0 0 0,1 0 0 0 0,-1 0 0 0 0,1 0 0 0 0,-1 0 0 0 0,1 0 0 0 0,-1 0 0 0 0,-1 2 0 0 0,-11 27 337 0 0,-1 0 1 0 0,-2-1 0 0 0,0-1-1 0 0,-32 41 1 0 0,-93 103 528 0 0,123-152-675 0 0,-259 321 689 0 0,199-233-1566 0 0,-81 152-1 0 0,140-225-164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56.3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542 7 5529 0 0,'7'-2'-31'0'0,"-6"1"112"0"0,1 1 0 0 0,0-1 1 0 0,-1 1-1 0 0,1-1 0 0 0,0 1 0 0 0,0-1 1 0 0,-1 1-1 0 0,1 0 0 0 0,0 0 0 0 0,0 0 1 0 0,0 0-1 0 0,2 0 0 0 0,-4 1 1 0 0,1 0 1 0 0,-1 0-1 0 0,1 0 1 0 0,-1 0-1 0 0,1 0 1 0 0,-1 0-1 0 0,0 0 1 0 0,0 0-1 0 0,1 0 1 0 0,-1 0-1 0 0,0 0 0 0 0,0 0 1 0 0,0 1-1 0 0,0-1 1 0 0,0 0-1 0 0,0 0 1 0 0,-1 0-1 0 0,1 0 1 0 0,0 0-1 0 0,0 0 1 0 0,-1 0-1 0 0,1 0 0 0 0,-1 0 1 0 0,1 0-1 0 0,-1 1 1 0 0,-7 19 848 0 0,-1 0 0 0 0,-1-1 0 0 0,-1 0 0 0 0,-22 31 0 0 0,-8 15 3 0 0,-145 272 1791 0 0,30 1-2152 0 0,85-175-684 0 0,30-62-839 0 0,34-83 85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57.4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559 3723 2761 0 0,'-2'3'114'0'0,"0"0"1"0"0,0 0-1 0 0,-1-1 1 0 0,1 1-1 0 0,-1-1 1 0 0,0 1-1 0 0,0-1 1 0 0,1 0-1 0 0,-2 0 1 0 0,1-1-1 0 0,0 1 1 0 0,0 0-1 0 0,0-1 1 0 0,-1 0-1 0 0,1 0 1 0 0,-1 0-1 0 0,1 0 1 0 0,-5 0-1 0 0,3-1-37 0 0,1-1-1 0 0,0 1 0 0 0,-1-1 0 0 0,1 0 1 0 0,0 0-1 0 0,-1 0 0 0 0,1-1 1 0 0,0 1-1 0 0,0-1 0 0 0,0 0 0 0 0,0 0 1 0 0,-6-5-1 0 0,-5-6 322 0 0,0 0-1 0 0,2-1 1 0 0,-1 0-1 0 0,2-1 1 0 0,-17-25 0 0 0,-3-10 268 0 0,3-2 0 0 0,1-1 0 0 0,3-1 0 0 0,-26-82 0 0 0,-46-237 141 0 0,65 187-551 0 0,8-2 0 0 0,8 0 0 0 0,11-272 0 0 0,14 307-93 0 0,6 1-1 0 0,8 0 1 0 0,6 2 0 0 0,6 1-1 0 0,89-235 1 0 0,-75 274 490 0 0,77-129 1 0 0,19-38 1805 0 0,-129 236-2083 0 0,5-10-409 0 0,-2 20-4725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58.0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321 0 456 0 0,'-5'1'179'0'0,"0"-1"1"0"0,-1 1-1 0 0,1 1 0 0 0,0-1 1 0 0,0 1-1 0 0,0 0 0 0 0,0 0 0 0 0,0 0 1 0 0,0 1-1 0 0,1 0 0 0 0,-8 5 1 0 0,-50 45 2982 0 0,43-35-1810 0 0,-11 8-475 0 0,2 1-1 0 0,1 1 1 0 0,1 2 0 0 0,-30 43 0 0 0,56-73-876 0 0,-1 1-1 0 0,1 0 1 0 0,-1-1-1 0 0,1 1 1 0 0,-1 0-1 0 0,1-1 1 0 0,0 1-1 0 0,-1 0 1 0 0,1 0-1 0 0,0-1 0 0 0,0 1 1 0 0,-1 0-1 0 0,1 0 1 0 0,0-1-1 0 0,0 1 1 0 0,0 0-1 0 0,0 0 1 0 0,0 0-1 0 0,0-1 1 0 0,0 1-1 0 0,0 0 0 0 0,0 0 1 0 0,1 0-1 0 0,-1 1 1 0 0,1-2 0 0 0,0 1 0 0 0,-1-1 0 0 0,1 1 1 0 0,0-1-1 0 0,0 1 0 0 0,-1-1 0 0 0,1 1 1 0 0,0-1-1 0 0,0 0 0 0 0,0 0 0 0 0,0 1 1 0 0,-1-1-1 0 0,1 0 0 0 0,0 0 0 0 0,0 0 0 0 0,0 0 1 0 0,0 0-1 0 0,1 0 0 0 0,4-1 3 0 0,1 0 0 0 0,-1 0-1 0 0,0 0 1 0 0,12-5 0 0 0,139-71-62 0 0,32-13 671 0 0,-164 80-464 0 0,-14 5-78 0 0,0 0 1 0 0,1 1-1 0 0,0 0 1 0 0,0 0-1 0 0,0 2 0 0 0,0-1 1 0 0,0 2-1 0 0,22-1 1 0 0,-33 2-28 0 0,0 0 0 0 0,1 1 0 0 0,-1-1 0 0 0,0 0 1 0 0,1 1-1 0 0,-1 0 0 0 0,0-1 0 0 0,0 1 0 0 0,0-1 0 0 0,0 1 0 0 0,0 0 1 0 0,1 0-1 0 0,-1 0 0 0 0,-1 0 0 0 0,1 0 0 0 0,0 0 0 0 0,0 0 1 0 0,0 0-1 0 0,0 0 0 0 0,-1 0 0 0 0,1 0 0 0 0,0 1 0 0 0,-1-1 1 0 0,1 0-1 0 0,-1 0 0 0 0,0 1 0 0 0,1-1 0 0 0,-1 0 0 0 0,0 1 0 0 0,0-1 1 0 0,0 0-1 0 0,0 1 0 0 0,0-1 0 0 0,0 2 0 0 0,0 7 390 0 0,-1 0 0 0 0,-1 1 0 0 0,-3 15 0 0 0,0-5-68 0 0,0 27-210 0 0,3 0 1 0 0,1 1-1 0 0,2-1 0 0 0,3 1 0 0 0,12 61 1 0 0,-11-85-4367 0 0,3-1-1486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59.5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300 88 6913 0 0,'0'-4'340'0'0,"-1"1"0"0"0,1-1-1 0 0,0 0 1 0 0,-1 0 0 0 0,0 1-1 0 0,0-1 1 0 0,0 0 0 0 0,-1 1-1 0 0,1-1 1 0 0,-1 1 0 0 0,0-1-1 0 0,0 1 1 0 0,0 0 0 0 0,0 0-1 0 0,0 0 1 0 0,-1 0 0 0 0,1 0-1 0 0,-1 1 1 0 0,0-1 0 0 0,0 1-1 0 0,0-1 1 0 0,0 1-1 0 0,0 0 1 0 0,-1 0 0 0 0,1 1-1 0 0,-1-1 1 0 0,1 1 0 0 0,-1-1-1 0 0,1 1 1 0 0,-1 0 0 0 0,0 1-1 0 0,0-1 1 0 0,1 0 0 0 0,-1 1-1 0 0,0 0 1 0 0,0 0 0 0 0,-5 1-1 0 0,-2 1-190 0 0,1 1 0 0 0,-1 0 0 0 0,0 0 0 0 0,1 1 0 0 0,-1 1 0 0 0,1 0 0 0 0,1 0 0 0 0,-1 1 0 0 0,1 0 0 0 0,0 1 0 0 0,0 0 0 0 0,0 0 0 0 0,-13 16 0 0 0,16-15-146 0 0,0-1 0 0 0,1 1 1 0 0,1 0-1 0 0,-1 0 0 0 0,1 1 0 0 0,1-1 1 0 0,-1 1-1 0 0,1 0 0 0 0,1 0 1 0 0,0 0-1 0 0,0 0 0 0 0,1 0 0 0 0,0 0 1 0 0,0 1-1 0 0,1-1 0 0 0,1 0 0 0 0,1 10 1 0 0,-1-6-8 0 0,2 0 0 0 0,-1 0 0 0 0,2 0 0 0 0,0 0 0 0 0,0 0 0 0 0,1-1 0 0 0,1 0 0 0 0,0 0 0 0 0,0-1 0 0 0,2 1 1 0 0,15 19-1 0 0,-16-24 3 0 0,0 0 0 0 0,0-1 0 0 0,1 0 0 0 0,0 0 0 0 0,0-1 0 0 0,0 0 0 0 0,0 0 0 0 0,1-1 0 0 0,0 0 0 0 0,0 0 0 0 0,0-1 0 0 0,1 0 0 0 0,-1-1 0 0 0,1 0 1 0 0,-1 0-1 0 0,1-1 0 0 0,10 0 0 0 0,-1-2 38 0 0,1-1 0 0 0,-1 0 1 0 0,0-1-1 0 0,0-1 0 0 0,0-1 1 0 0,-1-1-1 0 0,1-1 0 0 0,-1 0 1 0 0,-1-1-1 0 0,1-1 0 0 0,26-18 1 0 0,-9 2 51 0 0,-1-1 1 0 0,-1-2 0 0 0,-1-1-1 0 0,33-41 1 0 0,-61 66-103 0 0,21-29-352 0 0,-24 33 341 0 0,0-1 1 0 0,0 0-1 0 0,-1 0 0 0 0,1 0 1 0 0,-1 0-1 0 0,1 0 1 0 0,-1 0-1 0 0,1 0 0 0 0,-1-1 1 0 0,0 1-1 0 0,1 0 0 0 0,-1 0 1 0 0,0 0-1 0 0,0 0 1 0 0,0 0-1 0 0,0-1 0 0 0,0 1 1 0 0,0 0-1 0 0,0 0 1 0 0,0 0-1 0 0,-1 0 0 0 0,1 0 1 0 0,0-1-1 0 0,-1 1 0 0 0,1 0 1 0 0,-1 0-1 0 0,1 0 1 0 0,-2-2-1 0 0,1 3-225 0 0,0-1-1 0 0,0 1 1 0 0,0-1 0 0 0,0 1 0 0 0,0 0 0 0 0,0-1-1 0 0,0 1 1 0 0,0 0 0 0 0,0 0 0 0 0,-1 0-1 0 0,1 0 1 0 0,0 0 0 0 0,0 0 0 0 0,0 0-1 0 0,0 0 1 0 0,-2 0 0 0 0,1 0-247 0 0,-7 2-1278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09:59.9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 0 4609 0 0,'-17'8'13865'0'0,"16"-6"-13387"0"0,-1 12 2908 0 0,2-8-4874 0 0,0 30 1900 0 0,7 64 1 0 0,-1-30-214 0 0,-5-56-585 0 0,1 19 775 0 0,1 0 1 0 0,9 41-1 0 0,-10-64-661 0 0,2 1 1 0 0,-1-1 0 0 0,1 0 0 0 0,8 14 0 0 0,-9-19-482 0 0,0 0-1 0 0,1 0 1 0 0,-1-1 0 0 0,1 1 0 0 0,1-1 0 0 0,-1 1 0 0 0,0-1 0 0 0,11 6 0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0:00.2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79 2761 0 0,'2'-4'209'0'0,"0"0"1"0"0,1-1-1 0 0,0 1 1 0 0,0 0 0 0 0,0 0-1 0 0,0 0 1 0 0,1 1 0 0 0,-1-1-1 0 0,1 1 1 0 0,0 0-1 0 0,0 0 1 0 0,0 0 0 0 0,1 1-1 0 0,-1-1 1 0 0,0 1 0 0 0,9-3-1 0 0,-4 1 451 0 0,0 1-1 0 0,0 0 1 0 0,0 1-1 0 0,1 0 0 0 0,-1 0 1 0 0,1 1-1 0 0,17 0 1 0 0,-20 2-539 0 0,-1 0 1 0 0,0 0 0 0 0,0 0-1 0 0,0 1 1 0 0,0 0 0 0 0,-1 1-1 0 0,1-1 1 0 0,0 1-1 0 0,-1 0 1 0 0,0 0 0 0 0,0 1-1 0 0,0-1 1 0 0,0 1 0 0 0,0 0-1 0 0,-1 1 1 0 0,0-1-1 0 0,0 1 1 0 0,0 0 0 0 0,0 0-1 0 0,-1 0 1 0 0,0 1 0 0 0,0-1-1 0 0,0 1 1 0 0,0-1-1 0 0,2 11 1 0 0,-2-8-52 0 0,-1 0-1 0 0,0 0 1 0 0,-1 1 0 0 0,1-1-1 0 0,-1 0 1 0 0,-1 0 0 0 0,0 1 0 0 0,0-1-1 0 0,0 0 1 0 0,-1 1 0 0 0,-1-1-1 0 0,1 0 1 0 0,-1 0 0 0 0,-1 0-1 0 0,1 0 1 0 0,-1 0 0 0 0,-1-1-1 0 0,-7 14 1 0 0,3-10 128 0 0,-1-1-1 0 0,0 0 1 0 0,-1 0-1 0 0,0-1 1 0 0,0 0-1 0 0,-1-1 1 0 0,-13 9-1 0 0,20-15-211 0 0,-1 0 0 0 0,1 0-1 0 0,0 0 1 0 0,-1 0 0 0 0,1-1 0 0 0,-1 0 0 0 0,1 1-1 0 0,-1-2 1 0 0,0 1 0 0 0,-8 0 0 0 0,10-1-106 0 0,0-1 0 0 0,1 1 0 0 0,-1-1 0 0 0,0 0 0 0 0,1 0 0 0 0,-1 0 0 0 0,0 0 0 0 0,1 0 0 0 0,-1 0 0 0 0,1-1 0 0 0,0 1 0 0 0,-1-1 0 0 0,1 1 0 0 0,0-1 0 0 0,0 0 0 0 0,0 0 0 0 0,0 0 0 0 0,0 0 0 0 0,-2-5 0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0:00.7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39 131 9218 0 0,'-1'-1'153'0'0,"0"1"-1"0"0,0-1 1 0 0,0 1 0 0 0,0 0 0 0 0,1-1 0 0 0,-1 1-1 0 0,0 0 1 0 0,-1 0 0 0 0,1 0 0 0 0,0 0-1 0 0,0 0 1 0 0,0 0 0 0 0,0 0 0 0 0,0 0-1 0 0,0 0 1 0 0,0 1 0 0 0,0-1 0 0 0,1 0-1 0 0,-1 1 1 0 0,0-1 0 0 0,0 1 0 0 0,0-1-1 0 0,0 1 1 0 0,0-1 0 0 0,0 1 0 0 0,1-1 0 0 0,-1 1-1 0 0,0 0 1 0 0,0-1 0 0 0,1 1 0 0 0,-1 0-1 0 0,0 0 1 0 0,1 0 0 0 0,-1 0 0 0 0,1-1-1 0 0,-1 1 1 0 0,1 0 0 0 0,0 0 0 0 0,-1 0-1 0 0,1 0 1 0 0,0 0 0 0 0,0 0 0 0 0,-1 0-1 0 0,1 0 1 0 0,0 1 0 0 0,-1 4 87 0 0,0 0 0 0 0,0 0 0 0 0,0 0-1 0 0,1 0 1 0 0,0 0 0 0 0,1 9 0 0 0,4 18-11 0 0,3 1 1 0 0,21 62-1 0 0,-24-82-194 0 0,1-1 1 0 0,0 0-1 0 0,1-1 0 0 0,0 1 1 0 0,1-1-1 0 0,1-1 0 0 0,0 1 1 0 0,0-1-1 0 0,18 15 0 0 0,-20-20 13 0 0,0 0 0 0 0,1-1 0 0 0,0 0 0 0 0,0-1 0 0 0,0 1 0 0 0,0-1 0 0 0,0-1 0 0 0,1 0 0 0 0,0 0 0 0 0,0-1 0 0 0,0 0 1 0 0,0 0-1 0 0,0-1 0 0 0,0 0 0 0 0,0-1 0 0 0,0 0 0 0 0,0 0 0 0 0,0-1 0 0 0,0 0 0 0 0,0-1 0 0 0,0 0 0 0 0,0 0 0 0 0,0-1 0 0 0,0 0 0 0 0,-1-1 0 0 0,0 1 0 0 0,0-2 0 0 0,0 1 0 0 0,0-1 0 0 0,0 0 0 0 0,-1-1 0 0 0,7-7 0 0 0,-2 2 91 0 0,-1-1 0 0 0,-1 0 0 0 0,0-1 1 0 0,-1 0-1 0 0,0 0 0 0 0,8-19 0 0 0,-14 27-71 0 0,-1-1-1 0 0,0 0 0 0 0,0 0 0 0 0,0 1 1 0 0,-1-1-1 0 0,0-1 0 0 0,0 1 0 0 0,0 0 0 0 0,-1 0 1 0 0,0 0-1 0 0,0 0 0 0 0,-1 0 0 0 0,0 0 1 0 0,0-1-1 0 0,0 1 0 0 0,-1 1 0 0 0,1-1 0 0 0,-1 0 1 0 0,-3-6-1 0 0,-28-44 242 0 0,22 38-329 0 0,0-1 0 0 0,-11-28 0 0 0,19 41-154 0 0,1-2-1 0 0,0 1 0 0 0,0 0 0 0 0,1 0 1 0 0,0-1-1 0 0,0 1 0 0 0,1 0 1 0 0,0-1-1 0 0,0 1 0 0 0,3-15 1 0 0,4-7-531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0:56.0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75 905 5985 0 0,'-1'0'-46'0'0,"-42"7"1838"0"0,41-6-1608 0 0,1 0 0 0 0,-1 0 0 0 0,0 0 1 0 0,0 0-1 0 0,0 0 0 0 0,1 0 1 0 0,-1 0-1 0 0,0 1 0 0 0,1-1 0 0 0,-1 0 1 0 0,1 1-1 0 0,-1-1 0 0 0,1 1 0 0 0,0 0 1 0 0,0 0-1 0 0,0-1 0 0 0,0 1 0 0 0,-2 4 1 0 0,3-6-167 0 0,0 0 0 0 0,0 0 0 0 0,0 1 0 0 0,0-1 0 0 0,0 0 0 0 0,0 0 0 0 0,0 1 0 0 0,0-1 0 0 0,0 0 1 0 0,0 1-1 0 0,0-1 0 0 0,0 0 0 0 0,0 0 0 0 0,0 1 0 0 0,0-1 0 0 0,0 0 0 0 0,0 0 0 0 0,0 1 0 0 0,0-1 0 0 0,0 0 0 0 0,1 0 1 0 0,-1 1-1 0 0,0-1 0 0 0,0 0 0 0 0,0 0 0 0 0,0 1 0 0 0,1-1 0 0 0,-1 0 0 0 0,0 0 0 0 0,0 0 0 0 0,0 1 0 0 0,1-1 0 0 0,-1 0 0 0 0,0 0 1 0 0,0 0-1 0 0,1 0 0 0 0,-1 0 0 0 0,1 1 0 0 0,15 1 562 0 0,20-7 224 0 0,-35 5-753 0 0,242-43 2066 0 0,233-38-2011 0 0,296-4-71 0 0,3 32 86 0 0,276-25-13 0 0,-209-4 84 0 0,-333 35 430 0 0,-196 19-18 0 0,1350-110 2077 0 0,-811 70-2515 0 0,-486 24-1249 0 0,-5-29-5357 0 0,-262 49 1623 0 0,154-59 0 0 0,-244 79 4632 0 0,-1 1 0 0 0,1 0 0 0 0,0 0 0 0 0,0 1 0 0 0,0 0 0 0 0,1 0 0 0 0,-1 1-1 0 0,14 0 1 0 0,-17 2 489 0 0,-1 0 0 0 0,0 0 0 0 0,0 0-1 0 0,0 0 1 0 0,1 1 0 0 0,-2 0 0 0 0,1 0 0 0 0,0 0-1 0 0,0 1 1 0 0,-1-1 0 0 0,1 1 0 0 0,-1 0-1 0 0,0 1 1 0 0,0-1 0 0 0,0 1 0 0 0,5 6-1 0 0,11 14 1405 0 0,-2 1-1 0 0,-1 0 1 0 0,-1 1 0 0 0,24 55-1 0 0,36 121 834 0 0,-68-178-2267 0 0,32 104 609 0 0,34 198-1 0 0,-7 138-443 0 0,-60-405-417 0 0,157 1746-1278 0 0,-113-763 305 0 0,-5-83 894 0 0,36-1 601 0 0,28-50-96 0 0,84 795 504 0 0,-103-728-527 0 0,99 1137 971 0 0,-142-767-1456 0 0,-32-777-3 0 0,-14-538 59 0 0,-1-9-22 0 0,1 26-363 0 0,-3 55-1 0 0,0-89 327 0 0,-1-1 0 0 0,1 0-1 0 0,-2 0 1 0 0,0 0 0 0 0,0 0-1 0 0,-1 0 1 0 0,-1-1 0 0 0,0 1 0 0 0,-11 18-1 0 0,14-28 85 0 0,-1 1 0 0 0,1 0 0 0 0,-1-1 0 0 0,0 0-1 0 0,0 1 1 0 0,0-1 0 0 0,0 0 0 0 0,0 0 0 0 0,0-1-1 0 0,0 1 1 0 0,-1-1 0 0 0,1 0 0 0 0,-1 1 0 0 0,1-2 0 0 0,-1 1-1 0 0,1 0 1 0 0,-1-1 0 0 0,1 1 0 0 0,-1-1 0 0 0,0 0-1 0 0,1 0 1 0 0,-8-2 0 0 0,-8 0 143 0 0,1-2-1 0 0,0 0 1 0 0,-22-9-1 0 0,25 8-114 0 0,-117-37 356 0 0,-422-118-137 0 0,-524-5-1658 0 0,-14 91 2667 0 0,527 41-434 0 0,-718-8-741 0 0,253 14-68 0 0,7-66 114 0 0,985 88 60 0 0,0-3 0 0 0,-65-21 0 0 0,82 21-754 0 0,1-1-1 0 0,-38-23 1 0 0,44 23-1222 0 0,0-2 1 0 0,-16-14 0 0 0,-8-14-5331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0:56.8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9674 0 0,'9'33'1019'0'0,"23"58"1"0"0,-9-26-706 0 0,5 29 217 0 0,22 138 1 0 0,-3 104-349 0 0,-25-158-500 0 0,61 545-540 0 0,26 184 473 0 0,58 241 374 0 0,-33-208 114 0 0,-14 59 284 0 0,-34 6-179 0 0,15 150-608 0 0,7-232 212 0 0,-13-118 498 0 0,-31-49 2290 0 0,9 81 827 0 0,-21-416-3097 0 0,44 452 150 0 0,-89-798-660 0 0,-4 1-1 0 0,-4 0 1 0 0,-17 133 0 0 0,14-179-6329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0: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1 9674 0 0,'-6'0'3828'0'0,"6"0"-3749"0"0,-4 12 1990 0 0,1 11 13 0 0,5 8-206 0 0,11 61 0 0 0,0-4-1311 0 0,-10-12-591 0 0,-3 1 0 0 0,-21 147 0 0 0,8-112-1733 0 0,11-94 607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0:58.2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12 251 1376 0 0,'-11'20'19439'0'0,"20"-8"-20208"0"0,17 21 794 0 0,1-2 585 0 0,1-1 1 0 0,1-1-1 0 0,1-2 1 0 0,54 36 0 0 0,-78-59-594 0 0,0 0 1 0 0,1-1-1 0 0,-1 0 1 0 0,1 0-1 0 0,0 0 1 0 0,0-1-1 0 0,0 0 1 0 0,0-1-1 0 0,0 1 1 0 0,1-1-1 0 0,11 0 1 0 0,-15-2-3 0 0,-1 1 0 0 0,1-1 0 0 0,-1 0 0 0 0,1 0 0 0 0,-1 0 0 0 0,1 0 0 0 0,-1-1 0 0 0,0 1 0 0 0,0-1 0 0 0,1 0 0 0 0,-1 0 0 0 0,-1 0 0 0 0,1 0 0 0 0,0-1 0 0 0,0 1 0 0 0,-1-1 0 0 0,1 0 0 0 0,-1 1 0 0 0,0-1 0 0 0,0 0 0 0 0,0 0 0 0 0,0-1 0 0 0,-1 1 0 0 0,1 0 0 0 0,1-6 0 0 0,8-27 163 0 0,-2-1 0 0 0,-1 0 0 0 0,-2-1 0 0 0,-1 0 0 0 0,-1-51 1 0 0,2 3-2275 0 0,4 2-3919 0 0,-6 64-1161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0:59.2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93 7834 0 0,'20'-21'3515'0'0,"-20"20"-3419"0"0,0 1 1 0 0,0 0-1 0 0,0-1 0 0 0,1 1 1 0 0,-1 0-1 0 0,0-1 0 0 0,0 1 1 0 0,1 0-1 0 0,-1 0 0 0 0,0-1 1 0 0,1 1-1 0 0,-1 0 0 0 0,0 0 1 0 0,0-1-1 0 0,1 1 1 0 0,-1 0-1 0 0,0 0 0 0 0,1 0 1 0 0,-1 0-1 0 0,1 0 0 0 0,-1 0 1 0 0,0-1-1 0 0,1 1 0 0 0,-1 0 1 0 0,0 0-1 0 0,1 0 0 0 0,-1 0 1 0 0,0 0-1 0 0,1 0 0 0 0,-1 1 1 0 0,1-1-1 0 0,-1 0 0 0 0,0 0 1 0 0,1 0-1 0 0,-1 0 0 0 0,0 0 1 0 0,1 0-1 0 0,-1 1 0 0 0,0-1 1 0 0,1 0-1 0 0,-1 0 0 0 0,0 0 1 0 0,0 1-1 0 0,1-1 1 0 0,-1 0-1 0 0,0 0 0 0 0,0 1 1 0 0,1-1-1 0 0,-1 0 0 0 0,0 1 1 0 0,0-1-1 0 0,0 0 0 0 0,0 1 1 0 0,1-1-1 0 0,-1 0 0 0 0,0 1 1 0 0,0-1-1 0 0,0 0 0 0 0,0 1 1 0 0,0-1-1 0 0,0 1 0 0 0,0-1 1 0 0,0 0-1 0 0,0 1 0 0 0,0-1 1 0 0,0 1-67 0 0,1 0-1 0 0,-1 0 1 0 0,0 0 0 0 0,1 0 0 0 0,-1 0 0 0 0,1 0 0 0 0,-1 0 0 0 0,1-1-1 0 0,0 1 1 0 0,-1 0 0 0 0,1 0 0 0 0,0-1 0 0 0,-1 1 0 0 0,1 0-1 0 0,0-1 1 0 0,0 1 0 0 0,0-1 0 0 0,0 1 0 0 0,0-1 0 0 0,0 1-1 0 0,-1-1 1 0 0,1 0 0 0 0,2 1 0 0 0,-3-1-43 0 0,1-1 1 0 0,-1 1-1 0 0,0-1 1 0 0,0 1-1 0 0,0-1 0 0 0,1 1 1 0 0,-1 0-1 0 0,0-1 1 0 0,0 1-1 0 0,0-1 1 0 0,0 1-1 0 0,0-1 0 0 0,0 1 1 0 0,0-1-1 0 0,0 1 1 0 0,-5-9 3588 0 0,3 21-3520 0 0,2 0 1 0 0,-1 0-1 0 0,2 1 0 0 0,0-1 0 0 0,0 0 0 0 0,6 21 0 0 0,0-5-166 0 0,20 50 1 0 0,-22-67 98 0 0,0-1-1 0 0,1 1 1 0 0,0-2 0 0 0,0 1 0 0 0,1 0 0 0 0,0-1 0 0 0,1-1 0 0 0,0 1 0 0 0,0-1 0 0 0,10 7 0 0 0,-15-13 12 0 0,0 0 1 0 0,0 1 0 0 0,0-1 0 0 0,1-1-1 0 0,-1 1 1 0 0,1 0 0 0 0,-1-1 0 0 0,1 0-1 0 0,0 0 1 0 0,-1 0 0 0 0,1 0 0 0 0,0 0-1 0 0,0-1 1 0 0,-1 0 0 0 0,1 0 0 0 0,0 0 0 0 0,0 0-1 0 0,0 0 1 0 0,0-1 0 0 0,-1 0 0 0 0,1 0-1 0 0,0 0 1 0 0,-1 0 0 0 0,1 0 0 0 0,-1-1-1 0 0,1 1 1 0 0,-1-1 0 0 0,0 0 0 0 0,1 0-1 0 0,-1-1 1 0 0,0 1 0 0 0,5-6 0 0 0,4-4-2 0 0,-1-1 0 0 0,0-1 0 0 0,-1 0 0 0 0,-1 0 0 0 0,0-1 0 0 0,-1-1 0 0 0,0 1 0 0 0,6-21 0 0 0,5-21 0 0 0,11-59 0 0 0,-22 82 0 0 0,-5 17-68 0 0,2-1 345 0 0,-3 39 254 0 0,-1 20-312 0 0,2 0 1 0 0,2-1 0 0 0,2 1-1 0 0,23 75 1 0 0,-17-79-3638 0 0,18 37-1 0 0,-18-47-3849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00.18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1 401 9674 0 0,'3'-12'541'0'0,"2"-1"-1"0"0,0 1 1 0 0,0 0-1 0 0,1 0 1 0 0,9-13-1 0 0,3-8 46 0 0,33-55 1087 0 0,-32 58-1150 0 0,-2 0 0 0 0,-1-2 1 0 0,17-45-1 0 0,-33 76-520 0 0,1 0 0 0 0,-1 1 0 0 0,0-1-1 0 0,1 0 1 0 0,-1 0 0 0 0,0 0 0 0 0,0 0 0 0 0,0 0 0 0 0,0 1 0 0 0,0-1-1 0 0,0 0 1 0 0,0 0 0 0 0,0 0 0 0 0,0 0 0 0 0,0 0 0 0 0,0 0 0 0 0,0 0-1 0 0,-1 1 1 0 0,1-1 0 0 0,0 0 0 0 0,-1 0 0 0 0,1 0 0 0 0,-1-1 0 0 0,0 2 11 0 0,0 0 0 0 0,1-1 1 0 0,-1 1-1 0 0,0 0 0 0 0,0-1 1 0 0,1 1-1 0 0,-1 0 0 0 0,0 0 1 0 0,0 0-1 0 0,0 0 1 0 0,0 0-1 0 0,1 0 0 0 0,-1 0 1 0 0,0 0-1 0 0,0 0 0 0 0,0 0 1 0 0,1 0-1 0 0,-1 1 0 0 0,-2-1 1 0 0,-2 2 110 0 0,1 0 1 0 0,-1 1 0 0 0,0-1-1 0 0,0 1 1 0 0,1-1-1 0 0,-7 7 1 0 0,4-1 39 0 0,0 0-1 0 0,0 1 1 0 0,1-1 0 0 0,1 1 0 0 0,-1 0-1 0 0,1 1 1 0 0,1-1 0 0 0,0 1 0 0 0,0 0-1 0 0,1 0 1 0 0,1 1 0 0 0,-4 19-1 0 0,4-13-17 0 0,1-1 0 0 0,0 0 0 0 0,1 1 0 0 0,1-1 0 0 0,0 1 0 0 0,1-1 0 0 0,7 27 0 0 0,-7-37-130 0 0,0 0 0 0 0,-1 0 1 0 0,2-1-1 0 0,-1 1 0 0 0,1 0 0 0 0,0-1 1 0 0,0 0-1 0 0,0 1 0 0 0,1-1 1 0 0,0-1-1 0 0,0 1 0 0 0,0 0 0 0 0,1-1 1 0 0,-1 0-1 0 0,1 0 0 0 0,0 0 1 0 0,0-1-1 0 0,0 0 0 0 0,1 0 0 0 0,-1 0 1 0 0,1 0-1 0 0,0-1 0 0 0,0 0 1 0 0,0 0-1 0 0,0-1 0 0 0,0 0 0 0 0,8 1 1 0 0,13-4-414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00.5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17508 0 0,'15'18'4156'0'0,"3"2"-3258"0"0,-6-2-664 0 0,0 1 1 0 0,-1 0-1 0 0,-2 1 0 0 0,1 0 0 0 0,-2 0 1 0 0,9 36-1 0 0,19 131-711 0 0,-35-163 219 0 0,-3-19 68 0 0,-2-16 86 0 0,-2-17-159 0 0,2-1 0 0 0,0 1 0 0 0,3-1 0 0 0,0 1 1 0 0,1-1-1 0 0,2 0 0 0 0,8-40 0 0 0,1 13-7300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00.7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 6 10138 0 0,'-4'7'296'0'0,"0"0"0"0"0,0 0 0 0 0,1 0 0 0 0,0 0 0 0 0,0 1 1 0 0,1-1-1 0 0,0 1 0 0 0,1 0 0 0 0,-1 0 0 0 0,1-1 0 0 0,1 1 0 0 0,0 11 0 0 0,1 14 1867 0 0,2 0-1 0 0,13 64 1 0 0,-14-86-1913 0 0,1 0 0 0 0,1 0 1 0 0,0 0-1 0 0,0-1 0 0 0,1 1 1 0 0,1-1-1 0 0,0 0 0 0 0,0 0 1 0 0,0-1-1 0 0,2 0 0 0 0,-1 0 1 0 0,12 10-1 0 0,-18-17-226 0 0,1-1 0 0 0,0 0 1 0 0,-1 1-1 0 0,1-1 0 0 0,0 0 0 0 0,0 0 0 0 0,0 0 1 0 0,0 0-1 0 0,0 0 0 0 0,0 0 0 0 0,0-1 1 0 0,0 1-1 0 0,0-1 0 0 0,0 1 0 0 0,1-1 0 0 0,-1 0 1 0 0,0 0-1 0 0,4 0 0 0 0,-5 0-9 0 0,1-1-1 0 0,0 0 1 0 0,0 0-1 0 0,-1 1 1 0 0,1-1-1 0 0,0 0 1 0 0,-1 0 0 0 0,1-1-1 0 0,-1 1 1 0 0,1 0-1 0 0,-1 0 1 0 0,0-1-1 0 0,1 1 1 0 0,-1-1 0 0 0,0 1-1 0 0,0-1 1 0 0,1-1-1 0 0,2-5-5 0 0,-1 0-1 0 0,1-1 0 0 0,-2 1 0 0 0,1 0 1 0 0,-1-1-1 0 0,0 0 0 0 0,0-14 0 0 0,0-1-21 0 0,-2 0 0 0 0,-1 1 0 0 0,-1-1 0 0 0,-7-35 0 0 0,6 47-57 0 0,0 1 1 0 0,0-1-1 0 0,-1 0 0 0 0,0 1 0 0 0,-1 0 1 0 0,-1 0-1 0 0,0 0 0 0 0,0 1 1 0 0,-1 0-1 0 0,-13-15 0 0 0,1 8-1234 0 0,-3 5-4100 0 0,-2 2-1899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01.1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18 15203 0 0,'7'5'462'0'0,"0"0"0"0"0,0 1 0 0 0,0 0-1 0 0,-1 0 1 0 0,0 0 0 0 0,0 1 0 0 0,0 0-1 0 0,-1 0 1 0 0,0 0 0 0 0,-1 1 0 0 0,7 14 0 0 0,2 10 515 0 0,15 54 0 0 0,-23-72-804 0 0,25 107 359 0 0,-28-106-473 0 0,1 1 0 0 0,-2-1 0 0 0,0 1-1 0 0,-1-1 1 0 0,-4 31 0 0 0,1-38-115 0 0,0-19-74 0 0,1-21-124 0 0,9-17 120 0 0,3 1-1 0 0,1 0 1 0 0,2 1-1 0 0,25-59 1 0 0,-36 102 129 0 0,7-20-75 0 0,18-35 0 0 0,-24 53 63 0 0,0 1 1 0 0,0 0-1 0 0,0 0 0 0 0,1 0 0 0 0,0 1 0 0 0,0-1 0 0 0,0 1 0 0 0,0 0 0 0 0,1 0 0 0 0,0 0 1 0 0,-1 1-1 0 0,11-6 0 0 0,-12 8 23 0 0,-1 1 1 0 0,0-1-1 0 0,1 1 1 0 0,-1-1-1 0 0,1 1 0 0 0,-1 0 1 0 0,1 0-1 0 0,-1 0 1 0 0,0 1-1 0 0,1-1 1 0 0,-1 1-1 0 0,1-1 0 0 0,-1 1 1 0 0,0 0-1 0 0,1-1 1 0 0,-1 1-1 0 0,0 1 1 0 0,0-1-1 0 0,0 0 1 0 0,0 0-1 0 0,0 1 0 0 0,0-1 1 0 0,0 1-1 0 0,0 0 1 0 0,-1-1-1 0 0,4 4 1 0 0,5 7 83 0 0,-1 1 1 0 0,0 0 0 0 0,9 15 0 0 0,-6-8-4 0 0,13 20 90 0 0,-1-3-96 0 0,30 37 0 0 0,-26-44-28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02.2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85 96 9674 0 0,'-84'3'8442'0'0,"121"-7"-4693"0"0,16-1-3353 0 0,64 3 136 0 0,163-7-112 0 0,-195 2-736 0 0,108-22 1 0 0,-115 11-962 0 0,-27 3-4441 0 0,-16 5-987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02.6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1 9218 0 0,'0'0'151'0'0,"-1"0"0"0"0,-4 4 2417 0 0,4-4-2417 0 0,1 0 0 0 0,0 1 0 0 0,0-1 0 0 0,0 1 0 0 0,-1-1 0 0 0,1 0 0 0 0,0 1 0 0 0,0-1 0 0 0,0 1 0 0 0,0-1 0 0 0,0 0 0 0 0,0 1 0 0 0,0-1 0 0 0,0 1 0 0 0,0-1 0 0 0,0 1 0 0 0,0-1 0 0 0,0 0 1 0 0,4 6 2415 0 0,-4-5-2416 0 0,1-1 0 0 0,23 19 1713 0 0,57 26 362 0 0,-58-33-2061 0 0,0 0 0 0 0,-1 1 1 0 0,0 1-1 0 0,36 31 0 0 0,-54-41-147 0 0,1 1 0 0 0,-1 0 0 0 0,0 0-1 0 0,0 0 1 0 0,0 1 0 0 0,-1-1 0 0 0,0 1-1 0 0,0 0 1 0 0,0 0 0 0 0,-1 0 0 0 0,0 0 0 0 0,0 0-1 0 0,0 1 1 0 0,-1-1 0 0 0,0 0 0 0 0,0 1-1 0 0,-1-1 1 0 0,0 1 0 0 0,0-1 0 0 0,0 1 0 0 0,-1-1-1 0 0,0 1 1 0 0,0-1 0 0 0,-3 7 0 0 0,1-2-32 0 0,0 1 0 0 0,-1-2 0 0 0,-1 1 0 0 0,0 0 0 0 0,0-1 0 0 0,-1 0 1 0 0,-1 0-1 0 0,1-1 0 0 0,-2 0 0 0 0,1 0 0 0 0,-1 0 0 0 0,0-1 0 0 0,-1 0 1 0 0,0-1-1 0 0,0 0 0 0 0,-1 0 0 0 0,0-1 0 0 0,0 0 0 0 0,0-1 0 0 0,-1 0 1 0 0,0-1-1 0 0,-12 4 0 0 0,13-6-386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02.9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48 133 11522 0 0,'-9'1'241'0'0,"5"0"-140"0"0,1 0 0 0 0,0-1-1 0 0,-1 1 1 0 0,1-1 0 0 0,0 0 0 0 0,-1 0-1 0 0,1 0 1 0 0,0 0 0 0 0,-5-2 0 0 0,8 2-41 0 0,0 0 1 0 0,0-1 0 0 0,0 1-1 0 0,0-1 1 0 0,0 1-1 0 0,0 0 1 0 0,0-1 0 0 0,0 1-1 0 0,0-1 1 0 0,0 1-1 0 0,0 0 1 0 0,0-1 0 0 0,0 1-1 0 0,0-1 1 0 0,1 1 0 0 0,-1 0-1 0 0,0-1 1 0 0,0 1-1 0 0,0 0 1 0 0,0-1 0 0 0,1 1-1 0 0,-1 0 1 0 0,0-1-1 0 0,0 1 1 0 0,1 0 0 0 0,-1 0-1 0 0,0-1 1 0 0,1 1 0 0 0,-1 0-1 0 0,0 0 1 0 0,1-1-1 0 0,12-10 995 0 0,14 0 79 0 0,-1 1 1 0 0,2 1-1 0 0,-1 1 1 0 0,51-6-1 0 0,-17 2-585 0 0,203-31 61 0 0,-151 37-7523 0 0,-97 6 168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03.2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1 7834 0 0,'-1'1'431'0'0,"1"1"-1"0"0,0 0 1 0 0,-1 0 0 0 0,1-1 0 0 0,0 1 0 0 0,0 0-1 0 0,0 0 1 0 0,1-1 0 0 0,-1 1 0 0 0,0 0 0 0 0,1 0 0 0 0,-1-1-1 0 0,1 1 1 0 0,-1 0 0 0 0,2 2 0 0 0,18 34 4772 0 0,-8-14-4161 0 0,-2 3-462 0 0,-2 1 0 0 0,-1 0-1 0 0,-1 0 1 0 0,-2 0 0 0 0,2 35-1 0 0,-8 145 302 0 0,-1-44-1385 0 0,5-136-1450 0 0,1-3-6292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03.5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78 13827 0 0,'32'22'1961'0'0,"-14"-10"-1415"0"0,-1 0-1 0 0,-1 1 1 0 0,20 20 0 0 0,-33-30-464 0 0,1 0 1 0 0,-1 1 0 0 0,-1 0 0 0 0,1-1-1 0 0,0 1 1 0 0,-1 0 0 0 0,0 0 0 0 0,0 1-1 0 0,0-1 1 0 0,0 0 0 0 0,-1 1 0 0 0,0-1-1 0 0,0 1 1 0 0,0 0 0 0 0,0-1-1 0 0,-1 1 1 0 0,0-1 0 0 0,1 1 0 0 0,-2 0-1 0 0,0 6 1 0 0,1-9-55 0 0,-1 0-1 0 0,0 1 1 0 0,0-1 0 0 0,1 0-1 0 0,-2 0 1 0 0,1 1 0 0 0,0-1-1 0 0,0 0 1 0 0,-1 0-1 0 0,1 0 1 0 0,-1 0 0 0 0,1 0-1 0 0,-1-1 1 0 0,0 1 0 0 0,0 0-1 0 0,0-1 1 0 0,0 0-1 0 0,0 1 1 0 0,0-1 0 0 0,0 0-1 0 0,0 0 1 0 0,0 0 0 0 0,-1 0-1 0 0,1 0 1 0 0,-4 0-1 0 0,4-1-11 0 0,0 1 0 0 0,0-1 0 0 0,0 0 0 0 0,0 0 0 0 0,0 0-1 0 0,0-1 1 0 0,1 1 0 0 0,-1 0 0 0 0,0-1 0 0 0,0 1-1 0 0,0-1 1 0 0,1 0 0 0 0,-1 1 0 0 0,0-1 0 0 0,0 0 0 0 0,1 0-1 0 0,-1 0 1 0 0,1 0 0 0 0,-1 0 0 0 0,1-1 0 0 0,-1 1 0 0 0,1 0-1 0 0,0-1 1 0 0,0 1 0 0 0,0-1 0 0 0,-1 1 0 0 0,2-1 0 0 0,-1 0-1 0 0,0 1 1 0 0,0-1 0 0 0,0 0 0 0 0,1 0 0 0 0,-1-2-1 0 0,-1-5 2 0 0,0 0-1 0 0,1 0 0 0 0,0 0 0 0 0,1 0 0 0 0,0 0 0 0 0,1 0 0 0 0,-1 0 0 0 0,2 0 1 0 0,-1 1-1 0 0,1-1 0 0 0,1 0 0 0 0,3-9 0 0 0,3-4-628 0 0,0 1 0 0 0,2 0 1 0 0,19-29-1 0 0,-7 15-6160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04.1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277 39 6913 0 0,'-7'-5'1029'0'0,"1"0"0"0"0,-1 0-1 0 0,0 1 1 0 0,-1 0-1 0 0,1 0 1 0 0,-1 1 0 0 0,-8-3-1 0 0,12 5-964 0 0,0 1 0 0 0,1-1 0 0 0,-1 1-1 0 0,0 0 1 0 0,1 0 0 0 0,-1 0 0 0 0,1 1 0 0 0,-1-1-1 0 0,0 1 1 0 0,1 0 0 0 0,-1 0 0 0 0,1 0 0 0 0,-1 0-1 0 0,1 1 1 0 0,0-1 0 0 0,0 1 0 0 0,0 0 0 0 0,-1 0-1 0 0,-1 2 1 0 0,-9 9-163 0 0,0 0 0 0 0,1 0-1 0 0,1 1 1 0 0,0 1 0 0 0,1 0 0 0 0,1 0-1 0 0,0 1 1 0 0,1 1 0 0 0,1 0 0 0 0,1 0-1 0 0,-7 21 1 0 0,13-33 83 0 0,0 0 0 0 0,0 1 0 0 0,0-1 0 0 0,0 0 0 0 0,1 1 0 0 0,0-1-1 0 0,0 0 1 0 0,1 1 0 0 0,0-1 0 0 0,-1 0 0 0 0,2 1 0 0 0,-1-1 0 0 0,1 0 0 0 0,-1 0-1 0 0,1 0 1 0 0,1 0 0 0 0,4 7 0 0 0,-6-10 10 0 0,1 1-1 0 0,0-1 1 0 0,0 0-1 0 0,0 0 0 0 0,1 0 1 0 0,-1-1-1 0 0,0 1 1 0 0,1 0-1 0 0,-1-1 1 0 0,1 0-1 0 0,-1 1 1 0 0,1-1-1 0 0,0 0 1 0 0,0 0-1 0 0,-1-1 1 0 0,1 1-1 0 0,0 0 1 0 0,0-1-1 0 0,0 0 1 0 0,0 0-1 0 0,0 0 0 0 0,0 0 1 0 0,-1 0-1 0 0,1 0 1 0 0,0-1-1 0 0,0 1 1 0 0,0-1-1 0 0,0 0 1 0 0,-1 0-1 0 0,1 0 1 0 0,0 0-1 0 0,-1-1 1 0 0,5-2-1 0 0,2-1-12 0 0,0-1 0 0 0,-1 0 0 0 0,0 0 1 0 0,0 0-1 0 0,0-1 0 0 0,-1-1 0 0 0,0 1 0 0 0,-1-1 0 0 0,0 0 0 0 0,0 0 0 0 0,0-1 0 0 0,7-15 0 0 0,0-8 590 0 0,-1 0 0 0 0,11-47-1 0 0,-13 44 219 0 0,-10 34-772 0 0,0 1 0 0 0,0 0-1 0 0,0 0 1 0 0,0 0 0 0 0,0-1 0 0 0,0 1-1 0 0,0 0 1 0 0,0 0 0 0 0,0-1 0 0 0,0 1-1 0 0,0 0 1 0 0,0 0 0 0 0,0-1-1 0 0,0 1 1 0 0,0 0 0 0 0,0 0 0 0 0,0-1-1 0 0,0 1 1 0 0,0 0 0 0 0,0 0-1 0 0,0 0 1 0 0,0-1 0 0 0,1 1 0 0 0,-1 0-1 0 0,0 0 1 0 0,0 0 0 0 0,0-1 0 0 0,0 1-1 0 0,1 0 1 0 0,-1 0 0 0 0,0 0-1 0 0,0 0 1 0 0,0 0 0 0 0,1-1 0 0 0,-1 1-1 0 0,0 0 1 0 0,0 0 0 0 0,0 0-1 0 0,1 0 1 0 0,-1 0 0 0 0,0 0 0 0 0,0 0-1 0 0,1 0 1 0 0,-1 0 0 0 0,0 0 0 0 0,0 0-1 0 0,1 0 1 0 0,-1 0 0 0 0,0 0-1 0 0,0 0 1 0 0,1 0 0 0 0,-1 0 0 0 0,6 16 644 0 0,2 25 298 0 0,-3 26 248 0 0,-4-48-1080 0 0,0 0 0 0 0,1 0 0 0 0,1 0 0 0 0,0 0 0 0 0,2 0 0 0 0,7 20 0 0 0,-12-38-140 0 0,1 0 1 0 0,-1 0 0 0 0,0 0 0 0 0,1 0 0 0 0,-1 0 0 0 0,1 0 0 0 0,-1 0-1 0 0,1-1 1 0 0,-1 1 0 0 0,1 0 0 0 0,0 0 0 0 0,-1-1 0 0 0,1 1 0 0 0,0 0-1 0 0,0-1 1 0 0,0 1 0 0 0,-1 0 0 0 0,1-1 0 0 0,0 1 0 0 0,0-1 0 0 0,0 0-1 0 0,0 1 1 0 0,0-1 0 0 0,0 0 0 0 0,0 1 0 0 0,0-1 0 0 0,0 0 0 0 0,0 0-1 0 0,0 0 1 0 0,0 0 0 0 0,0 0 0 0 0,0 0 0 0 0,0 0 0 0 0,0 0-1 0 0,0 0 1 0 0,0-1 0 0 0,0 1 0 0 0,0 0 0 0 0,0-1 0 0 0,0 1 0 0 0,0-1-1 0 0,-1 1 1 0 0,1-1 0 0 0,0 1 0 0 0,0-1 0 0 0,0 1 0 0 0,0-1 0 0 0,-1 0-1 0 0,1 0 1 0 0,0 1 0 0 0,-1-1 0 0 0,2-1 0 0 0,6-7-164 0 0,-1 0 0 0 0,0-1-1 0 0,10-16 1 0 0,-12 18 164 0 0,1-2-68 0 0,56-80-124 0 0,-53 78 196 0 0,0 1-1 0 0,1 0 0 0 0,0 1 1 0 0,1 0-1 0 0,16-12 0 0 0,-26 22 13 0 0,-1 0-1 0 0,1-1 1 0 0,-1 1-1 0 0,1 0 0 0 0,-1-1 1 0 0,1 1-1 0 0,-1 0 1 0 0,1 0-1 0 0,-1-1 1 0 0,1 1-1 0 0,0 0 1 0 0,-1 0-1 0 0,1 0 1 0 0,-1 0-1 0 0,1 0 0 0 0,-1 0 1 0 0,1 0-1 0 0,0 0 1 0 0,-1 0-1 0 0,1 0 1 0 0,-1 0-1 0 0,1 0 1 0 0,0 1-1 0 0,-1-1 0 0 0,1 0 1 0 0,-1 0-1 0 0,1 1 1 0 0,-1-1-1 0 0,1 1 1 0 0,10 17 402 0 0,0 36 739 0 0,-9-41-785 0 0,4 10-212 0 0,1 1-1 0 0,1-2 0 0 0,2 1 0 0 0,0-1 0 0 0,1-1 1 0 0,1 0-1 0 0,20 28 0 0 0,-30-45-1525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04.7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0 123 4609 0 0,'9'-16'1534'0'0,"0"-1"0"0"0,21-27 0 0 0,-27 40-1176 0 0,-1 0 1 0 0,1 1-1 0 0,0 0 0 0 0,0-1 0 0 0,1 1 1 0 0,-1 1-1 0 0,1-1 0 0 0,-1 0 0 0 0,1 1 0 0 0,0 0 1 0 0,0 0-1 0 0,0 0 0 0 0,0 0 0 0 0,0 0 1 0 0,1 1-1 0 0,-1 0 0 0 0,9-2 0 0 0,-11 4-205 0 0,1-1 0 0 0,-1 0 0 0 0,0 0-1 0 0,1 1 1 0 0,-1 0 0 0 0,0-1 0 0 0,0 1-1 0 0,0 0 1 0 0,0 0 0 0 0,1 0-1 0 0,-1 0 1 0 0,0 1 0 0 0,-1-1 0 0 0,1 0-1 0 0,0 1 1 0 0,0-1 0 0 0,-1 1 0 0 0,1 0-1 0 0,0 0 1 0 0,-1-1 0 0 0,0 1 0 0 0,1 0-1 0 0,-1 0 1 0 0,0 0 0 0 0,0 1 0 0 0,0-1-1 0 0,1 4 1 0 0,2 7-27 0 0,-1 0-1 0 0,0 1 0 0 0,1 24 1 0 0,1-6-990 0 0,-3-22-34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05.0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54 4 8754 0 0,'16'-1'635'0'0,"-11"0"282"0"0,1 0 0 0 0,-1 1-1 0 0,0 0 1 0 0,1 0 0 0 0,7 1-1 0 0,-12-1-835 0 0,0 1 0 0 0,0-1 0 0 0,-1 0 0 0 0,1 0 0 0 0,0 1 0 0 0,0-1-1 0 0,-1 1 1 0 0,1-1 0 0 0,0 0 0 0 0,-1 1 0 0 0,1-1 0 0 0,-1 1 0 0 0,1-1-1 0 0,0 1 1 0 0,-1 0 0 0 0,1-1 0 0 0,-1 1 0 0 0,0 0 0 0 0,1-1 0 0 0,-1 1-1 0 0,1 0 1 0 0,-1-1 0 0 0,0 1 0 0 0,0 0 0 0 0,1 0 0 0 0,-1-1 0 0 0,0 1-1 0 0,0 0 1 0 0,0 0 0 0 0,0 0 0 0 0,0-1 0 0 0,0 1 0 0 0,0 0 0 0 0,0 0-1 0 0,0-1 1 0 0,0 1 0 0 0,-1 0 0 0 0,1 0 0 0 0,0-1 0 0 0,0 1 0 0 0,-1 0-1 0 0,1 0 1 0 0,0-1 0 0 0,-2 2 0 0 0,-2 8 81 0 0,-1-1-1 0 0,-1 1 1 0 0,0-1 0 0 0,0-1 0 0 0,-1 1-1 0 0,0-1 1 0 0,-11 10 0 0 0,10-10-39 0 0,0 0 0 0 0,1 0-1 0 0,0 1 1 0 0,1-1 0 0 0,0 1 0 0 0,0 1 0 0 0,-5 11-1 0 0,10-20-121 0 0,1 1 0 0 0,-1-1-1 0 0,1 0 1 0 0,0 0-1 0 0,0 0 1 0 0,-1 0-1 0 0,1 0 1 0 0,0 1 0 0 0,0-1-1 0 0,0 0 1 0 0,0 0-1 0 0,1 0 1 0 0,-1 0 0 0 0,0 0-1 0 0,0 1 1 0 0,1-1-1 0 0,-1 0 1 0 0,0 0-1 0 0,1 0 1 0 0,-1 0 0 0 0,1 0-1 0 0,0 0 1 0 0,0 2-1 0 0,1-2 4 0 0,0 1-1 0 0,0 0 0 0 0,1 0 0 0 0,-1-1 1 0 0,0 1-1 0 0,0-1 0 0 0,1 1 0 0 0,-1-1 1 0 0,6 2-1 0 0,5 0 14 0 0,0 0-1 0 0,0 0 1 0 0,17 1 0 0 0,-25-4-13 0 0,22 2-69 0 0,14 2 63 0 0,-31-2-1116 0 0,-51 0-5024 0 0,27-2 1101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05.2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53 1 11058 0 0,'-7'12'710'0'0,"0"1"0"0"0,0 0-1 0 0,1 0 1 0 0,1 0-1 0 0,0 1 1 0 0,1 0-1 0 0,1 0 1 0 0,0 0 0 0 0,0 1-1 0 0,2-1 1 0 0,0 0-1 0 0,1 19 1 0 0,0-31-702 0 0,0 1 0 0 0,0 0 0 0 0,0-1-1 0 0,0 1 1 0 0,1-1 0 0 0,-1 1 0 0 0,1-1 0 0 0,0 0 0 0 0,0 1 0 0 0,0-1-1 0 0,0 0 1 0 0,0 1 0 0 0,1-1 0 0 0,-1 0 0 0 0,1 0 0 0 0,-1 0 0 0 0,3 3-1 0 0,3-1-475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05.4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5065 0 0,'6'8'4265'0'0,"-5"-2"-2921"0"0,1 1-704 0 0,-2 2-143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05.7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93 1 16131 0 0,'2'0'339'0'0,"1"1"0"0"0,0 0 0 0 0,0 0-1 0 0,0-1 1 0 0,-1 2 0 0 0,1-1-1 0 0,-1 0 1 0 0,5 3 0 0 0,-7-3-271 0 0,1 0 1 0 0,0 0-1 0 0,-1 0 1 0 0,1 0-1 0 0,-1 0 1 0 0,1 0-1 0 0,-1 0 1 0 0,1 0-1 0 0,-1 0 0 0 0,0 0 1 0 0,1 0-1 0 0,-1 0 1 0 0,0 0-1 0 0,0 0 1 0 0,0 0-1 0 0,0 0 1 0 0,0 1-1 0 0,0-1 1 0 0,0 0-1 0 0,0 0 1 0 0,0 0-1 0 0,-1 0 1 0 0,1 0-1 0 0,0 0 1 0 0,-1 0-1 0 0,0 1 0 0 0,-5 14 113 0 0,-2 0-1 0 0,1-1 1 0 0,-2 0-1 0 0,0 0 0 0 0,-13 15 1 0 0,-23 40 273 0 0,42-65-652 0 0,0 1 1 0 0,1-1-1 0 0,0 1 1 0 0,0 0-1 0 0,0 0 0 0 0,1 0 1 0 0,0 0-1 0 0,0 0 1 0 0,0 0-1 0 0,1 11 1 0 0,1-15 123 0 0,-1 1 0 0 0,0-1 0 0 0,1 0 1 0 0,-1 0-1 0 0,1 0 0 0 0,0 1 0 0 0,0-1 0 0 0,0 0 1 0 0,0 0-1 0 0,0 0 0 0 0,0 0 0 0 0,0 0 0 0 0,1 0 1 0 0,-1-1-1 0 0,1 1 0 0 0,-1 0 0 0 0,1-1 1 0 0,0 1-1 0 0,0-1 0 0 0,0 0 0 0 0,0 1 0 0 0,0-1 1 0 0,0 0-1 0 0,0 0 0 0 0,0 0 0 0 0,0 0 0 0 0,0-1 1 0 0,0 1-1 0 0,1-1 0 0 0,-1 1 0 0 0,4-1 1 0 0,-2 0-298 0 0,0-1 3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05.8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14283 0 0,'4'6'696'0'0,"2"0"0"0"0,-1-1 0 0 0,1 1 0 0 0,0-1 0 0 0,10 7 0 0 0,21 20 1970 0 0,-32-24-2467 0 0,1 0 1 0 0,-2 0 0 0 0,1 0 0 0 0,-1 0-1 0 0,-1 1 1 0 0,1 0 0 0 0,-1 0 0 0 0,-1 0 0 0 0,0 0-1 0 0,0 0 1 0 0,-1 0 0 0 0,0 1 0 0 0,0-1-1 0 0,-2 16 1 0 0,0-7-298 0 0,-1-1-1 0 0,-1 0 1 0 0,0 0-1 0 0,-1 0 1 0 0,-1 0-1 0 0,-1 0 1 0 0,-7 15-1 0 0,-1-8-1405 0 0,8-16 159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06.3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1 175 1376 0 0,'0'-2'254'0'0,"-1"1"-1"0"0,1-1 1 0 0,0 0-1 0 0,0 0 0 0 0,0 1 1 0 0,1-1-1 0 0,-1 0 1 0 0,0 1-1 0 0,1-1 1 0 0,-1 0-1 0 0,1 1 0 0 0,-1-1 1 0 0,1 1-1 0 0,0-1 1 0 0,-1 0-1 0 0,1 1 1 0 0,0 0-1 0 0,0-1 0 0 0,2-1 1 0 0,0 0 212 0 0,0-1 0 0 0,1 1 0 0 0,0 0 1 0 0,0 0-1 0 0,0 0 0 0 0,8-3 0 0 0,4-2 651 0 0,1 1-1 0 0,29-8 0 0 0,-46 15-1116 0 0,10-3 503 0 0,0 1-1 0 0,0 0 0 0 0,0 0 0 0 0,0 1 0 0 0,19 0 0 0 0,-27 1-431 0 0,0 0 0 0 0,0 0-1 0 0,0 0 1 0 0,-1 0 0 0 0,1 1 0 0 0,0-1-1 0 0,0 1 1 0 0,0-1 0 0 0,-1 1-1 0 0,1 0 1 0 0,0-1 0 0 0,0 1 0 0 0,-1 0-1 0 0,1 0 1 0 0,-1 0 0 0 0,1 0-1 0 0,-1 1 1 0 0,0-1 0 0 0,1 0 0 0 0,-1 1-1 0 0,0-1 1 0 0,0 1 0 0 0,0-1-1 0 0,0 1 1 0 0,0-1 0 0 0,0 1-1 0 0,0 0 1 0 0,0-1 0 0 0,-1 1 0 0 0,1 0-1 0 0,-1 0 1 0 0,1 0 0 0 0,-1-1-1 0 0,0 1 1 0 0,0 0 0 0 0,0 0 0 0 0,0 0-1 0 0,0 0 1 0 0,0 2 0 0 0,-3 14 172 0 0,0 35 324 0 0,3-52-580 0 0,0 1 0 0 0,0-1-1 0 0,0 1 1 0 0,0-1 0 0 0,0 1 0 0 0,0-1-1 0 0,1 1 1 0 0,-1-1 0 0 0,1 1 0 0 0,-1-1 0 0 0,1 0-1 0 0,0 1 1 0 0,-1-1 0 0 0,1 0 0 0 0,0 1-1 0 0,0-1 1 0 0,0 0 0 0 0,0 0 0 0 0,0 0 0 0 0,0 0-1 0 0,0 0 1 0 0,0 0 0 0 0,1 0 0 0 0,-1 0-1 0 0,0 0 1 0 0,1 0 0 0 0,0 0 0 0 0,0-1-32 0 0,0 0 0 0 0,0 0 1 0 0,0 0-1 0 0,0 0 0 0 0,0 0 1 0 0,0 0-1 0 0,0 0 0 0 0,0-1 0 0 0,-1 1 1 0 0,1-1-1 0 0,0 1 0 0 0,0-1 1 0 0,0 0-1 0 0,-1 0 0 0 0,1 0 0 0 0,0 0 1 0 0,-1 0-1 0 0,1 0 0 0 0,-1 0 1 0 0,1 0-1 0 0,-1-1 0 0 0,0 1 0 0 0,0-1 1 0 0,1 1-1 0 0,-1-1 0 0 0,0 1 1 0 0,0-1-1 0 0,0 0 0 0 0,-1 1 0 0 0,1-1 1 0 0,0 0-1 0 0,0-2 0 0 0,2-4 11 0 0,0 1 1 0 0,-1 0-1 0 0,0-1 0 0 0,0 1 0 0 0,-1-1 0 0 0,1-13 0 0 0,-8-17-654 0 0,4 35 551 0 0,1-1 0 0 0,0 1 0 0 0,1-1 0 0 0,-1 0 0 0 0,1 1 0 0 0,-1-1 0 0 0,2-6 1 0 0,-1 8 129 0 0,1 0 0 0 0,-1 0 0 0 0,1 1 1 0 0,0-1-1 0 0,0 0 0 0 0,0 1 0 0 0,0-1 0 0 0,0 1 1 0 0,0-1-1 0 0,0 1 0 0 0,0-1 0 0 0,1 1 1 0 0,-1 0-1 0 0,0-1 0 0 0,1 1 0 0 0,-1 0 1 0 0,1 0-1 0 0,0 0 0 0 0,2-1 0 0 0,5-2 169 0 0,-1 1-1 0 0,1 0 0 0 0,0 0 1 0 0,-1 1-1 0 0,1 0 0 0 0,0 1 1 0 0,0 0-1 0 0,0 0 0 0 0,14 1 1 0 0,10 2 1365 0 0,39 7 0 0 0,-71-9-1483 0 0,1 0 31 0 0,-1 1-1 0 0,1-1 0 0 0,-1 0 1 0 0,1 0-1 0 0,0 1 1 0 0,-1-1-1 0 0,1 1 1 0 0,-1-1-1 0 0,1 1 1 0 0,-1-1-1 0 0,1 1 1 0 0,2 2-1 0 0,-4-3-53 0 0,-1 1-1 0 0,1-1 1 0 0,0 0-1 0 0,0 1 1 0 0,0-1 0 0 0,0 1-1 0 0,-1-1 1 0 0,1 0-1 0 0,0 1 1 0 0,0-1-1 0 0,-1 0 1 0 0,1 1 0 0 0,0-1-1 0 0,-1 0 1 0 0,1 0-1 0 0,0 1 1 0 0,-1-1-1 0 0,1 0 1 0 0,0 0 0 0 0,-1 0-1 0 0,1 1 1 0 0,-1-1-1 0 0,1 0 1 0 0,0 0-1 0 0,-1 0 1 0 0,1 0 0 0 0,-1 0-1 0 0,1 0 1 0 0,-1 0-1 0 0,-47 9 612 0 0,24-12-311 0 0,23 2-315 0 0,1 1 0 0 0,-1 0 0 0 0,1-1 0 0 0,-1 1 0 0 0,1-1 0 0 0,-1 1 0 0 0,1-1 0 0 0,0 1 1 0 0,-1-1-1 0 0,1 1 0 0 0,0-1 0 0 0,-1 1 0 0 0,1-1 0 0 0,0 1 0 0 0,0-1 0 0 0,-1 1 0 0 0,1-1 0 0 0,0 0 0 0 0,0 1 1 0 0,0-1-1 0 0,0 0 0 0 0,0 1 0 0 0,0-1 0 0 0,0 1 0 0 0,0-1 0 0 0,0 0 0 0 0,0 1 0 0 0,0-1 0 0 0,0 1 0 0 0,1-1 1 0 0,-1 0-1 0 0,0 1 0 0 0,0-1 0 0 0,1 1 0 0 0,-1-1 0 0 0,0 1 0 0 0,1-1 0 0 0,0 0 0 0 0,9-17 5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25.4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1362 43 5065 0 0,'-2'-4'727'0'0,"0"1"0"0"0,1-1 0 0 0,-1 1-1 0 0,-1 0 1 0 0,1 0 0 0 0,0 0 0 0 0,-1 0 0 0 0,0 0-1 0 0,1 0 1 0 0,-7-4 0 0 0,7 6-637 0 0,1 1 0 0 0,0-1 0 0 0,-1 1 0 0 0,1 0 0 0 0,-1-1 0 0 0,1 1 0 0 0,-1 0 0 0 0,1 0 0 0 0,0 0 0 0 0,-1 0 0 0 0,1 0 0 0 0,-1 0 0 0 0,1 0 0 0 0,-1 0 0 0 0,1 1 0 0 0,0-1 0 0 0,-1 1 0 0 0,1-1 0 0 0,-1 1 0 0 0,1-1 0 0 0,0 1 0 0 0,0 0 0 0 0,-1-1 0 0 0,1 1 0 0 0,0 0 0 0 0,0 0 0 0 0,0 0 0 0 0,0 0-1 0 0,0 0 1 0 0,0 0 0 0 0,-1 2 0 0 0,-12 15 96 0 0,2 1 0 0 0,0 0-1 0 0,1 0 1 0 0,1 1-1 0 0,1 0 1 0 0,-9 31 0 0 0,1-7 75 0 0,-41 103 509 0 0,-85 189 819 0 0,80-222-991 0 0,30-58-398 0 0,-35 83 1 0 0,54-102-203 0 0,-85 196 174 0 0,79-191 36 0 0,-3-1 0 0 0,-1-1 0 0 0,-40 51 1 0 0,45-71-119 0 0,0 0 0 0 0,-1-1 1 0 0,-1-1-1 0 0,-1-1 1 0 0,0-1-1 0 0,-28 14 0 0 0,-153 71 558 0 0,183-93-640 0 0,-7 5-1443 0 0,-1-2 0 0 0,0-1 0 0 0,-1-1 0 0 0,-38 6 0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26.0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1684 1 7370 0 0,'-2'-1'238'0'0,"0"1"1"0"0,0 0-1 0 0,1 0 0 0 0,-1 1 1 0 0,0-1-1 0 0,0 0 1 0 0,0 1-1 0 0,1-1 1 0 0,-1 1-1 0 0,0-1 1 0 0,0 1-1 0 0,1 0 1 0 0,-1 0-1 0 0,0 0 1 0 0,1 0-1 0 0,-2 1 1 0 0,-30 21 1415 0 0,28-20-1385 0 0,-17 14 412 0 0,0 2 0 0 0,2 0 1 0 0,0 2-1 0 0,-25 32 0 0 0,-61 101 297 0 0,50-69-417 0 0,51-79-533 0 0,-317 494 839 0 0,284-423-384 0 0,3 3 1 0 0,-44 152 0 0 0,0 3-743 0 0,-95 300-1276 0 0,161-484 1870 0 0,-2-1 0 0 0,-2-1 0 0 0,-3-1 0 0 0,-1 0 0 0 0,-2-2 0 0 0,-3 0 1 0 0,-50 67-1 0 0,50-80-153 0 0,-1-1 0 0 0,-2-1 0 0 0,-2-2 0 0 0,0-1 0 0 0,-55 38 0 0 0,55-46-3414 0 0,-57 26 0 0 0,56-31-3711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26.6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0 191 10594 0 0,'153'-66'2029'0'0,"-89"37"-1183"0"0,2 2 0 0 0,89-24-1 0 0,-133 45-772 0 0,0 2 0 0 0,1 0 0 0 0,-1 2 0 0 0,1 1 0 0 0,0 0 0 0 0,-1 2 0 0 0,1 0 0 0 0,-1 2 0 0 0,1 0 0 0 0,-1 1 0 0 0,31 11-1 0 0,-6 3 85 0 0,-1 3-1 0 0,50 29 0 0 0,83 61 398 0 0,-41-23-438 0 0,-78-53-62 0 0,0-3-1 0 0,120 44 0 0 0,-145-64-51 0 0,1-2 0 0 0,0-1-1 0 0,0-2 1 0 0,1-2 0 0 0,-1-1 0 0 0,74-2-1 0 0,-88-3-2450 0 0,39-9-1 0 0,-23 0-2899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27.1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0 801 2761 0 0,'9'-19'1139'0'0,"1"0"1"0"0,1 1-1 0 0,1 0 0 0 0,0 0 1 0 0,15-15-1 0 0,78-77 2197 0 0,-100 105-3333 0 0,69-59 1648 0 0,2 4 0 0 0,119-74-1 0 0,-102 73-1075 0 0,183-110-617 0 0,-152 110-6450 0 0,-104 52 1348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27.6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7370 0 0,'0'0'568'0'0,"13"18"833"0"0,10 15 339 0 0,2 0 1 0 0,1-1-1 0 0,34 32 0 0 0,-39-45-1160 0 0,1-1 0 0 0,0 0 0 0 0,2-2 0 0 0,0-1 0 0 0,36 18 0 0 0,91 26-2339 0 0,-115-47-4748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28.2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 7834 0 0,'8'-2'401'0'0,"0"0"0"0"0,-1 1 0 0 0,1 0 0 0 0,0 1 0 0 0,0-1 0 0 0,0 1 0 0 0,0 1 0 0 0,-1 0 1 0 0,1 0-1 0 0,0 0 0 0 0,0 1 0 0 0,-1 0 0 0 0,12 5 0 0 0,12 6 66 0 0,56 34 0 0 0,-29-15 129 0 0,259 108 1679 0 0,-64-32 87 0 0,-148-57-1653 0 0,104 45-31 0 0,-175-83-578 0 0,1-2 0 0 0,1-1 0 0 0,-1-2 0 0 0,49 5 0 0 0,-47-10 41 0 0,1-2 1 0 0,0-2-1 0 0,0-1 0 0 0,-1-2 0 0 0,54-13 1 0 0,-27 0-195 0 0,-1-3 1 0 0,76-35 0 0 0,-100 39-1588 0 0,-1 1-5743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29.1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57 232 4609 0 0,'-6'3'675'0'0,"0"1"1"0"0,1 0-1 0 0,0 1 1 0 0,-1-1-1 0 0,1 1 1 0 0,1 0-1 0 0,-1 0 1 0 0,1 1-1 0 0,-6 8 306 0 0,10-14-947 0 0,0 0 0 0 0,0 0 0 0 0,0 0 0 0 0,0 0 0 0 0,0 0 0 0 0,0 0 0 0 0,0 0 0 0 0,0 0 0 0 0,0 0 0 0 0,0 1 0 0 0,0-1 0 0 0,0 0-1 0 0,0 0 1 0 0,1 2 713 0 0,-1-2-713 0 0,0 0 0 0 0,0 0 0 0 0,0 0 0 0 0,0 0 0 0 0,0 0 0 0 0,0 0 0 0 0,0 0 0 0 0,0 0 0 0 0,1 0 0 0 0,-1 0 0 0 0,0 0-1 0 0,0 0 1 0 0,0 0 0 0 0,0 0 0 0 0,10-2 1032 0 0,9-6-46 0 0,40-24 1090 0 0,-29 14-1322 0 0,1 2 1 0 0,1 0 0 0 0,0 3 0 0 0,1 0 0 0 0,38-8 0 0 0,39 4-607 0 0,138-4 0 0 0,-137 14-78 0 0,138-25 0 0 0,-147 7-1784 0 0,-70 15-809 0 0,34-15-1 0 0,-36 11-4494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29.7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713 3 5985 0 0,'33'-2'5219'0'0,"-31"2"-5050"0"0,0 1-1 0 0,0-1 1 0 0,0 1 0 0 0,0-1 0 0 0,-1 1 0 0 0,1 0 0 0 0,0 0 0 0 0,0 0-1 0 0,-1 0 1 0 0,1 0 0 0 0,-1 0 0 0 0,1 0 0 0 0,-1 1 0 0 0,1-1 0 0 0,-1 1 0 0 0,0-1-1 0 0,0 1 1 0 0,1-1 0 0 0,-1 1 0 0 0,0 0 0 0 0,0 1 0 0 0,0 1-7 0 0,0-1 0 0 0,0 0 0 0 0,0 1 0 0 0,-1-1 0 0 0,0 1 1 0 0,1-1-1 0 0,-2 1 0 0 0,1-1 0 0 0,0 1 0 0 0,-2 6 0 0 0,-2 7 171 0 0,-2 0 1 0 0,0-1-1 0 0,-14 29 0 0 0,15-37-92 0 0,-20 41 331 0 0,-3-2 0 0 0,-2-1-1 0 0,-2-1 1 0 0,-53 57 0 0 0,20-35-11 0 0,-130 105 1 0 0,87-94-267 0 0,94-70-310 0 0,1 0-1 0 0,-1-1 1 0 0,0-1-1 0 0,-1 0 1 0 0,0-1-1 0 0,-23 6 1 0 0,36-11-157 0 0,-1 1-1 0 0,0-1 1 0 0,1 1 0 0 0,-1-1 0 0 0,0 0-1 0 0,1 0 1 0 0,-1 0 0 0 0,0-1-1 0 0,1 1 1 0 0,-1 0 0 0 0,0-1 0 0 0,1 0-1 0 0,-1 0 1 0 0,0 0 0 0 0,1 0 0 0 0,0 0-1 0 0,-4-2 1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30.1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56 6449 0 0,'0'-1'97'0'0,"1"-1"0"0"0,-1 0 0 0 0,1 0 0 0 0,0 0 0 0 0,0 1 0 0 0,0-1 0 0 0,0 1 1 0 0,0-1-1 0 0,0 0 0 0 0,0 1 0 0 0,0 0 0 0 0,1-1 0 0 0,-1 1 0 0 0,0 0 0 0 0,1 0 0 0 0,-1-1 0 0 0,1 1 0 0 0,0 0 0 0 0,-1 1 0 0 0,1-1 0 0 0,0 0 0 0 0,0 0 0 0 0,2 0 0 0 0,47-14 1546 0 0,-29 12-1133 0 0,-1 0 0 0 0,1 1 0 0 0,0 1 0 0 0,0 1 0 0 0,1 2 1 0 0,-2 0-1 0 0,1 1 0 0 0,29 7 0 0 0,-22-1 10 0 0,0 1 0 0 0,-1 1 0 0 0,0 2 0 0 0,-1 0 0 0 0,35 24 1 0 0,-3 6-20 0 0,-2 2 1 0 0,-2 3 0 0 0,-3 3 0 0 0,58 70 0 0 0,-23-19-344 0 0,61 68-118 0 0,-118-140-38 0 0,1-1 0 0 0,1-2 0 0 0,49 32 0 0 0,-40-33 152 0 0,2-1 0 0 0,80 33-1 0 0,-106-52-237 0 0,0 0 1 0 0,1-1-1 0 0,-1-1 0 0 0,1 0 1 0 0,0-1-1 0 0,0-1 0 0 0,0-1 0 0 0,1-1 1 0 0,-1 0-1 0 0,34-5 0 0 0,-26-2-860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30.8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 3225 0 0,'7'-7'12154'0'0,"-4"7"-11898"0"0,1 1 0 0 0,-1 0 0 0 0,0-1 0 0 0,1 1 0 0 0,-1 1 0 0 0,0-1 0 0 0,0 0 0 0 0,0 1 0 0 0,0 0 0 0 0,0-1 0 0 0,0 1 0 0 0,0 0 0 0 0,0 1 0 0 0,-1-1 0 0 0,1 0 0 0 0,-1 1 0 0 0,0 0 0 0 0,0-1 0 0 0,0 1 0 0 0,0 0 0 0 0,0 0 0 0 0,1 3 0 0 0,10 20 131 0 0,-1 0 0 0 0,-1 1 0 0 0,-1 0 0 0 0,8 36 0 0 0,14 116-205 0 0,-27-122-220 0 0,-6-33-6616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31.0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7 15667 0 0,'7'-5'949'0'0,"17"3"-6317"0"0,-9 7 1306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31.6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22 6913 0 0,'0'-1'138'0'0,"0"0"-1"0"0,0 1 1 0 0,0-1-1 0 0,0 0 1 0 0,0 0-1 0 0,0 0 1 0 0,0 1-1 0 0,0-1 1 0 0,0 0-1 0 0,1 0 1 0 0,-1 0-1 0 0,0 1 1 0 0,1-1-1 0 0,-1 0 1 0 0,1 0-1 0 0,-1 1 1 0 0,0-1-1 0 0,1 0 1 0 0,-1 1-1 0 0,1-1 1 0 0,0 0-1 0 0,-1 1 1 0 0,1-1-1 0 0,0 1 1 0 0,-1-1-1 0 0,1 1 1 0 0,0 0-1 0 0,-1-1 1 0 0,1 1-1 0 0,0 0 1 0 0,0-1-1 0 0,0 1 1 0 0,-1 0-1 0 0,1 0 1 0 0,0-1-1 0 0,0 1 1 0 0,0 0-1 0 0,0 0 1 0 0,-1 0-1 0 0,1 0 1 0 0,0 0-1 0 0,1 1 1 0 0,0-1 138 0 0,0 0 1 0 0,0 1 0 0 0,1 0-1 0 0,-1-1 1 0 0,0 1-1 0 0,0 0 1 0 0,0 0 0 0 0,0 0-1 0 0,0 0 1 0 0,0 0 0 0 0,-1 1-1 0 0,1-1 1 0 0,0 1-1 0 0,-1-1 1 0 0,4 4 0 0 0,-1 2 68 0 0,0-1 0 0 0,0 2-1 0 0,-1-1 1 0 0,1 0 0 0 0,-2 1 0 0 0,1-1 0 0 0,-1 1 0 0 0,2 11 0 0 0,2 67 308 0 0,-6-68-737 0 0,1 0 0 0 0,1 1 0 0 0,0-1 0 0 0,6 19-1 0 0,-8-36 47 0 0,0 0 0 0 0,0-1 0 0 0,0 1 0 0 0,0-1 0 0 0,0 1 0 0 0,0-1 0 0 0,0 1 0 0 0,1-1 0 0 0,-1 1-1 0 0,0-1 1 0 0,0 1 0 0 0,1-1 0 0 0,-1 1 0 0 0,0-1 0 0 0,0 1 0 0 0,1-1 0 0 0,-1 1 0 0 0,1-1-1 0 0,-1 0 1 0 0,0 1 0 0 0,1-1 0 0 0,-1 0 0 0 0,1 1 0 0 0,-1-1 0 0 0,1 0 0 0 0,-1 1 0 0 0,1-1 0 0 0,-1 0-1 0 0,1 0 1 0 0,-1 0 0 0 0,1 0 0 0 0,-1 1 0 0 0,2-1 0 0 0,-1-1-47 0 0,0 1 0 0 0,0-1 0 0 0,0 0 0 0 0,0 0 0 0 0,0 1 0 0 0,0-1 0 0 0,0 0 0 0 0,0 0 0 0 0,0 0 0 0 0,-1 0 0 0 0,1 0 0 0 0,0 0 0 0 0,1-2 0 0 0,17-41-1664 0 0,-19 44 1746 0 0,15-48-1604 0 0,15-38 64 0 0,-26 77 1807 0 0,0 1-1 0 0,0 0 1 0 0,0 0 0 0 0,1 0-1 0 0,1 1 1 0 0,-1 0-1 0 0,10-9 1 0 0,-14 14-83 0 0,0 1 0 0 0,1 0 0 0 0,-1-1 0 0 0,1 1 0 0 0,0 0 1 0 0,-1 0-1 0 0,1 0 0 0 0,0 0 0 0 0,0 0 0 0 0,-1 1 0 0 0,1-1 0 0 0,0 1 0 0 0,0-1 0 0 0,0 1 1 0 0,0-1-1 0 0,0 1 0 0 0,0 0 0 0 0,0 0 0 0 0,0 0 0 0 0,0 0 0 0 0,0 0 0 0 0,0 1 1 0 0,2 0-1 0 0,0 0 5 0 0,-1 1 1 0 0,1-1 0 0 0,-1 1-1 0 0,1 0 1 0 0,-1 1 0 0 0,0-1 0 0 0,0 0-1 0 0,0 1 1 0 0,0 0 0 0 0,0 0-1 0 0,2 3 1 0 0,4 6 7 0 0,-1 0 0 0 0,0 1 0 0 0,0 0 0 0 0,-2 1 0 0 0,6 14 0 0 0,20 82-2172 0 0,-30-103 1190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31.8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11058 0 0,'46'11'5364'0'0,"-38"-8"-4805"0"0,0 0-1 0 0,-1 1 1 0 0,0 0 0 0 0,0 1-1 0 0,0-1 1 0 0,0 1 0 0 0,-1 1-1 0 0,11 10 1 0 0,-9-6-275 0 0,0 1 0 0 0,0-1 0 0 0,-1 1 0 0 0,-1 0 1 0 0,6 13-1 0 0,3 14-319 0 0,-2 0 1 0 0,14 67 0 0 0,-19-68 376 0 0,-7-36-354 0 0,5 35-17 0 0,-5-34-47 0 0,-1 0 0 0 0,0 0 0 0 0,0 0-1 0 0,0 0 1 0 0,0 0 0 0 0,0-1-1 0 0,0 1 1 0 0,-1 0 0 0 0,1 0 0 0 0,0 0-1 0 0,-1 0 1 0 0,0 0 0 0 0,1 0 0 0 0,-1-1-1 0 0,0 1 1 0 0,-1 2 0 0 0,-3-2-1842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32.0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0 181 5529 0 0,'1'-7'174'0'0,"0"-1"0"0"0,1 1 1 0 0,-1-1-1 0 0,2 1 0 0 0,-1 0 0 0 0,1 0 0 0 0,0 0 0 0 0,0 0 1 0 0,1 0-1 0 0,0 0 0 0 0,0 1 0 0 0,1 0 0 0 0,-1 0 0 0 0,10-8 1 0 0,-8 7 417 0 0,1 0 1 0 0,0 1-1 0 0,0 0 1 0 0,1 0-1 0 0,0 1 1 0 0,0-1 0 0 0,0 2-1 0 0,0-1 1 0 0,1 2-1 0 0,0-1 1 0 0,14-3 0 0 0,-21 6-431 0 0,1 0 0 0 0,-1 1 0 0 0,0-1 0 0 0,1 1 1 0 0,-1 0-1 0 0,0 0 0 0 0,1 0 0 0 0,-1 0 0 0 0,0 0 1 0 0,1 0-1 0 0,-1 1 0 0 0,0-1 0 0 0,1 1 1 0 0,-1-1-1 0 0,0 1 0 0 0,0 0 0 0 0,1 0 0 0 0,-1 0 1 0 0,0 0-1 0 0,0 1 0 0 0,0-1 0 0 0,0 1 0 0 0,-1-1 1 0 0,1 1-1 0 0,0-1 0 0 0,0 1 0 0 0,-1 0 0 0 0,1 0 1 0 0,-1 0-1 0 0,2 2 0 0 0,-2 0-77 0 0,0-1 0 0 0,0 1 0 0 0,0 0-1 0 0,0 0 1 0 0,-1-1 0 0 0,0 1 0 0 0,1 0 0 0 0,-1 0-1 0 0,0-1 1 0 0,-1 1 0 0 0,1 0 0 0 0,-1 0 0 0 0,0-1 0 0 0,0 1-1 0 0,0 0 1 0 0,0-1 0 0 0,-1 1 0 0 0,-1 3 0 0 0,-8 10-41 0 0,-1-1 0 0 0,0-1 0 0 0,-1 0 0 0 0,0 0 0 0 0,-2-2 1 0 0,1 0-1 0 0,-2 0 0 0 0,-31 19 0 0 0,29-22-2290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32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 11979 0 0,'-1'0'147'0'0,"1"1"0"0"0,-1 0 0 0 0,1 0 1 0 0,0 0-1 0 0,0 0 0 0 0,-1 0 0 0 0,1 0 0 0 0,0 0 1 0 0,0-1-1 0 0,0 1 0 0 0,0 0 0 0 0,0 0 1 0 0,0 0-1 0 0,0 0 0 0 0,0 0 0 0 0,0 0 1 0 0,0 0-1 0 0,1 0 0 0 0,-1 0 0 0 0,0 0 1 0 0,1 0-1 0 0,-1-1 0 0 0,1 1 0 0 0,-1 0 1 0 0,1 0-1 0 0,-1 0 0 0 0,1 0 0 0 0,21 28 1712 0 0,-16-21-1010 0 0,29 53 1767 0 0,-30-50-2478 0 0,0 0-1 0 0,1-1 0 0 0,0 0 0 0 0,1 0 1 0 0,0 0-1 0 0,0 0 0 0 0,1-1 1 0 0,10 8-1 0 0,-17-16-154 0 0,-1 0 1 0 0,1 0 0 0 0,0 0-1 0 0,0 0 1 0 0,0 0-1 0 0,0-1 1 0 0,0 1-1 0 0,1 0 1 0 0,-1-1-1 0 0,0 1 1 0 0,0-1 0 0 0,0 1-1 0 0,1-1 1 0 0,-1 1-1 0 0,0-1 1 0 0,0 0-1 0 0,1 0 1 0 0,-1 0-1 0 0,0 1 1 0 0,1-1 0 0 0,-1 0-1 0 0,0-1 1 0 0,1 1-1 0 0,-1 0 1 0 0,0 0-1 0 0,0-1 1 0 0,1 1-1 0 0,-1 0 1 0 0,0-1 0 0 0,0 1-1 0 0,0-1 1 0 0,1 0-1 0 0,-1 1 1 0 0,0-1-1 0 0,0 0 1 0 0,0 0-1 0 0,0 0 1 0 0,0 1 0 0 0,0-1-1 0 0,-1 0 1 0 0,1 0-1 0 0,0-1 1 0 0,0 1-1 0 0,-1 0 1 0 0,1 0-1 0 0,0 0 1 0 0,-1 0-1 0 0,1-1 1 0 0,-1 0 0 0 0,4-10-205 0 0,-1 0 0 0 0,0 0 0 0 0,0 0 0 0 0,0-17 0 0 0,-1 13-37 0 0,-1 7 153 0 0,1 0-1 0 0,0 0 1 0 0,0 1-1 0 0,1-1 0 0 0,5-9 1 0 0,-7 16 144 0 0,-1 1 0 0 0,0 0 0 0 0,1 0 0 0 0,-1 0 1 0 0,1 0-1 0 0,-1 0 0 0 0,1 0 0 0 0,-1 0 0 0 0,1 0 0 0 0,0 0 1 0 0,0 1-1 0 0,-1-1 0 0 0,1 0 0 0 0,0 0 0 0 0,0 1 0 0 0,0-1 0 0 0,0 0 1 0 0,0 1-1 0 0,0-1 0 0 0,0 1 0 0 0,0-1 0 0 0,0 1 0 0 0,0-1 0 0 0,0 1 1 0 0,0 0-1 0 0,0 0 0 0 0,0-1 0 0 0,1 1 0 0 0,-1 0 0 0 0,0 0 0 0 0,0 0 1 0 0,0 0-1 0 0,0 1 0 0 0,0-1 0 0 0,0 0 0 0 0,1 0 0 0 0,-1 1 0 0 0,0-1 1 0 0,0 0-1 0 0,0 1 0 0 0,0-1 0 0 0,0 1 0 0 0,0-1 0 0 0,0 1 0 0 0,0 0 1 0 0,-1-1-1 0 0,1 1 0 0 0,0 0 0 0 0,0 0 0 0 0,0 0 0 0 0,-1 0 0 0 0,1-1 1 0 0,0 3-1 0 0,8 8 176 0 0,0 0 1 0 0,-1 1 0 0 0,-1 0-1 0 0,7 16 1 0 0,-10-19-275 0 0,0-1 1 0 0,0 1-1 0 0,1-1 1 0 0,0 0-1 0 0,0-1 1 0 0,1 1-1 0 0,0-1 1 0 0,0 0-1 0 0,0-1 1 0 0,1 1-1 0 0,0-1 1 0 0,13 7-1 0 0,-7-6-1020 0 0,1-1-304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32.7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6913 0 0,'14'7'8022'0'0,"2"9"-4394"0"0,8 20-1118 0 0,-6 11-1766 0 0,-1 0 1 0 0,-2 2-1 0 0,10 67 1 0 0,-8-40-580 0 0,16 74-1968 0 0,-30-128 699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32.9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14 154 13827 0 0,'-1'0'69'0'0,"1"0"0"0"0,-1 0 0 0 0,0-1-1 0 0,1 1 1 0 0,-1 0 0 0 0,1 0 0 0 0,-1 0 0 0 0,1 0 0 0 0,-1-1 0 0 0,1 1 0 0 0,-1 0 0 0 0,1-1-1 0 0,-1 1 1 0 0,1 0 0 0 0,-1-1 0 0 0,1 1 0 0 0,0 0 0 0 0,-1-1 0 0 0,1 1 0 0 0,-1-1-1 0 0,1 1 1 0 0,0-1 0 0 0,0 1 0 0 0,-1-1 0 0 0,1 1 0 0 0,0-1 0 0 0,0 1 0 0 0,-1-1 0 0 0,1 1-1 0 0,0-1 1 0 0,0 0 0 0 0,0 0 0 0 0,0 0 70 0 0,1-1 0 0 0,-1 1 1 0 0,1-1-1 0 0,-1 1 0 0 0,1-1 0 0 0,-1 1 0 0 0,1 0 0 0 0,0-1 0 0 0,0 1 1 0 0,0 0-1 0 0,0 0 0 0 0,1-2 0 0 0,3-2 253 0 0,0 0 0 0 0,0 0 0 0 0,1 0-1 0 0,9-6 1 0 0,28-12 982 0 0,46-30 13 0 0,-70 38-1211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36.8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149 90 4609 0 0,'-8'-7'953'0'0,"-1"1"0"0"0,0 0 0 0 0,0 1 0 0 0,0 0 0 0 0,0 0 0 0 0,-1 1 0 0 0,0 0 0 0 0,0 1 0 0 0,-17-4 0 0 0,26 7-864 0 0,1 0 0 0 0,-1 0 0 0 0,0 0 0 0 0,1 1 0 0 0,-1-1 0 0 0,0 0 0 0 0,1 0 0 0 0,-1 0 0 0 0,0 1 0 0 0,1-1-1 0 0,-1 0 1 0 0,1 1 0 0 0,-1-1 0 0 0,1 0 0 0 0,-1 1 0 0 0,1-1 0 0 0,-1 1 0 0 0,1-1 0 0 0,-1 1 0 0 0,1-1 0 0 0,-1 1 0 0 0,1-1 0 0 0,0 1 0 0 0,-1 0 0 0 0,1-1 0 0 0,0 1 0 0 0,-1-1 0 0 0,1 1 0 0 0,0 0 0 0 0,0-1 0 0 0,0 1-1 0 0,0 0 1 0 0,0-1 0 0 0,0 2 0 0 0,-2 30 641 0 0,2-22-543 0 0,-10 87 158 0 0,-2 60-281 0 0,12-139-116 0 0,1 0-1 0 0,1 0 0 0 0,0 0 0 0 0,1-1 1 0 0,1 1-1 0 0,9 26 0 0 0,-9-36 13 0 0,0 0 0 0 0,0 0 0 0 0,1 0 0 0 0,0-1 0 0 0,0 0 0 0 0,1 0-1 0 0,-1 0 1 0 0,1-1 0 0 0,1 0 0 0 0,-1 0 0 0 0,1 0 0 0 0,1-1 0 0 0,-1 0 0 0 0,0-1 0 0 0,1 1-1 0 0,0-2 1 0 0,0 1 0 0 0,0-1 0 0 0,1 0 0 0 0,-1 0 0 0 0,1-1 0 0 0,12 1 0 0 0,-11-1 11 0 0,0-2 1 0 0,1 1 0 0 0,-1-1-1 0 0,0 0 1 0 0,0-1 0 0 0,1-1 0 0 0,-1 1-1 0 0,0-1 1 0 0,0-1 0 0 0,0 0-1 0 0,-1-1 1 0 0,1 1 0 0 0,-1-2 0 0 0,0 1-1 0 0,0-2 1 0 0,0 1 0 0 0,-1-1-1 0 0,0 0 1 0 0,8-8 0 0 0,-4 0 134 0 0,0-1-1 0 0,-1 0 1 0 0,0-1-1 0 0,-2 0 1 0 0,0-1 0 0 0,0 0-1 0 0,-2 0 1 0 0,0-1-1 0 0,-1 0 1 0 0,-1 0 0 0 0,0-1-1 0 0,-2 1 1 0 0,0-1-1 0 0,-1 0 1 0 0,-1 0 0 0 0,-1 0-1 0 0,0 0 1 0 0,-1 0 0 0 0,-2 0-1 0 0,-6-30 1 0 0,6 40-13 0 0,0 1 1 0 0,0 0-1 0 0,-1 0 1 0 0,0 0 0 0 0,0 0-1 0 0,-1 0 1 0 0,0 1-1 0 0,0 0 1 0 0,0 0-1 0 0,-1 0 1 0 0,-9-7 0 0 0,3 4-526 0 0,0 1 1 0 0,-21-13-1 0 0,-9-1-4837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37.33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65 2761 0 0,'-1'-2'159'0'0,"1"0"0"0"0,-1 0 1 0 0,1 0-1 0 0,0 0 1 0 0,0 0-1 0 0,0 0 1 0 0,0-1-1 0 0,0 1 0 0 0,0 0 1 0 0,1 0-1 0 0,-1 0 1 0 0,1 0-1 0 0,-1 0 1 0 0,1 0-1 0 0,0 0 0 0 0,0 0 1 0 0,0 0-1 0 0,0 0 1 0 0,0 0-1 0 0,0 0 1 0 0,0 1-1 0 0,1-1 0 0 0,-1 0 1 0 0,3-1-1 0 0,-4 2-26 0 0,1 0-1 0 0,0 0 0 0 0,0 0 0 0 0,-1 0 1 0 0,1 0-1 0 0,0 1 0 0 0,0-1 0 0 0,0 0 1 0 0,0 0-1 0 0,0 1 0 0 0,0-1 0 0 0,0 1 1 0 0,0-1-1 0 0,0 1 0 0 0,0-1 0 0 0,0 1 1 0 0,0 0-1 0 0,1-1 0 0 0,-1 1 0 0 0,0 0 1 0 0,0 0-1 0 0,0 0 0 0 0,0 0 0 0 0,1 0 1 0 0,-1 0-1 0 0,0 0 0 0 0,0 0 0 0 0,0 0 1 0 0,0 1-1 0 0,0-1 0 0 0,1 1 0 0 0,-1-1 1 0 0,0 0-1 0 0,0 1 0 0 0,0 0 0 0 0,0-1 1 0 0,0 1-1 0 0,0 0 0 0 0,0-1 1 0 0,0 1-1 0 0,-1 0 0 0 0,1 0 0 0 0,0 0 1 0 0,0 0-1 0 0,-1 0 0 0 0,1 0 0 0 0,0 0 1 0 0,0 1-1 0 0,3 7 150 0 0,-1 0 0 0 0,0 0 0 0 0,0 0 0 0 0,-1 1 0 0 0,0-1 0 0 0,0 1 0 0 0,-1 0 0 0 0,-1 16 0 0 0,0-17-398 0 0,0-1 0 0 0,1 1 0 0 0,0-1 0 0 0,0 1 0 0 0,0-1 0 0 0,1 0 0 0 0,1 1 0 0 0,-1-1 0 0 0,1 0-1 0 0,1 0 1 0 0,7 13 0 0 0,-10-20 43 0 0,-1 0 1 0 0,1 1-1 0 0,0-1 0 0 0,0 0 0 0 0,0 0 0 0 0,0 0 0 0 0,0 0 0 0 0,0 0 0 0 0,0 0 0 0 0,0-1 0 0 0,1 1 0 0 0,-1 0 0 0 0,0-1 0 0 0,0 1 0 0 0,1 0 0 0 0,-1-1 0 0 0,0 0 0 0 0,1 1 0 0 0,-1-1 1 0 0,1 0-1 0 0,-1 1 0 0 0,1-1 0 0 0,-1 0 0 0 0,3 0 0 0 0,-1-1-10 0 0,-1 0 0 0 0,0 0 0 0 0,1 0 0 0 0,-1 0 0 0 0,0 0 0 0 0,0-1 0 0 0,0 1 0 0 0,0-1 0 0 0,0 1 0 0 0,0-1 0 0 0,0 0 0 0 0,3-3 0 0 0,3-6-74 0 0,-1 0 0 0 0,0 0-1 0 0,0 0 1 0 0,5-15 0 0 0,-2 3 57 0 0,-8 16 327 0 0,0 1-1 0 0,1-1 1 0 0,0 0-1 0 0,0 1 1 0 0,1 0-1 0 0,0 0 1 0 0,0 0-1 0 0,7-8 1 0 0,-10 13-156 0 0,0 1-1 0 0,0-1 1 0 0,0 1 0 0 0,0-1 0 0 0,0 1 0 0 0,0 0-1 0 0,0 0 1 0 0,-1-1 0 0 0,1 1 0 0 0,0 0 0 0 0,0 0-1 0 0,0 0 1 0 0,0 0 0 0 0,0 0 0 0 0,0 0 0 0 0,0 0-1 0 0,0 0 1 0 0,0 0 0 0 0,0 1 0 0 0,0-1 0 0 0,0 0 0 0 0,0 1-1 0 0,0-1 1 0 0,0 0 0 0 0,-1 1 0 0 0,1-1 0 0 0,0 1-1 0 0,0 0 1 0 0,0-1 0 0 0,-1 1 0 0 0,1 0 0 0 0,0-1-1 0 0,-1 1 1 0 0,1 0 0 0 0,-1 0 0 0 0,1-1 0 0 0,-1 1 0 0 0,1 0-1 0 0,0 1 1 0 0,21 39 861 0 0,-20-38-795 0 0,3 9-45 0 0,1 0 1 0 0,1 0 0 0 0,0-1-1 0 0,1 0 1 0 0,0 0 0 0 0,1-1 0 0 0,0 0-1 0 0,0 0 1 0 0,1-1 0 0 0,14 10 0 0 0,-13-11-936 0 0,1-1 1 0 0,0 0-1 0 0,1-1 1 0 0,0-1-1 0 0,0 0 1 0 0,14 4-1 0 0,-13-6-3601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37.55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6 10594 0 0,'-7'-6'1235'0'0,"9"12"297"0"0,4 8-310 0 0,20 79 3910 0 0,-5 4-3346 0 0,1 7-1204 0 0,37 109-764 0 0,-29-121-3642 0 0,-21-66-2827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37.7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0 209 7370 0 0,'3'-4'384'0'0,"-1"1"1"0"0,1-1 0 0 0,-1 0 0 0 0,1 1-1 0 0,0-1 1 0 0,0 1 0 0 0,1 0 0 0 0,-1 0 0 0 0,0 0-1 0 0,1 0 1 0 0,6-3 0 0 0,-2 0 107 0 0,105-77 3268 0 0,-90 69-3912 0 0,0 1-1 0 0,0 1 1 0 0,33-13 0 0 0,-1 14-1459 0 0,-46 9 1587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38.2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11522 0 0,'8'8'575'0'0,"-1"0"-1"0"0,0 1 1 0 0,0 0-1 0 0,0 0 1 0 0,-1 0-1 0 0,-1 1 1 0 0,0 0-1 0 0,7 16 1 0 0,-2-4 249 0 0,7 14-110 0 0,-2 1-1 0 0,-1 0 1 0 0,-2 2-1 0 0,-2-1 1 0 0,10 71-1 0 0,-17-72-1815 0 0,-1-1 0 0 0,-2 1 0 0 0,-7 60 0 0 0,4-77-581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38.51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22 6449 0 0,'12'-4'710'0'0,"0"0"-1"0"0,0 0 0 0 0,0 1 0 0 0,0 1 0 0 0,0 0 1 0 0,1 1-1 0 0,-1 0 0 0 0,1 1 0 0 0,-1 0 0 0 0,1 1 1 0 0,-1 1-1 0 0,0 0 0 0 0,22 6 0 0 0,-31-7-653 0 0,-1 0-1 0 0,-1 0 0 0 0,1 0 1 0 0,0 0-1 0 0,0 0 0 0 0,0 0 1 0 0,-1 1-1 0 0,1-1 0 0 0,0 1 1 0 0,-1-1-1 0 0,1 1 0 0 0,-1 0 1 0 0,0-1-1 0 0,0 1 0 0 0,1 0 1 0 0,-1 0-1 0 0,0 0 0 0 0,-1 0 1 0 0,2 4-1 0 0,-1-2 1 0 0,0 0 1 0 0,-1 0-1 0 0,0 0 0 0 0,0 0 1 0 0,0 0-1 0 0,0 0 0 0 0,-1 0 1 0 0,1-1-1 0 0,-1 1 0 0 0,-1 4 0 0 0,-3 6-136 0 0,0-1 0 0 0,-1 0 0 0 0,0-1 0 0 0,-1 0 0 0 0,-9 12 0 0 0,4-6-1393 0 0,-2-2-4372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38.8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5985 0 0,'4'2'337'0'0,"0"-1"-1"0"0,0 1 0 0 0,-1 0 0 0 0,1 0 1 0 0,0 0-1 0 0,-1 0 0 0 0,1 1 1 0 0,-1-1-1 0 0,0 1 0 0 0,0 0 1 0 0,0 0-1 0 0,0 0 0 0 0,0 0 1 0 0,-1 1-1 0 0,1-1 0 0 0,-1 1 0 0 0,0-1 1 0 0,0 1-1 0 0,0 0 0 0 0,-1 0 1 0 0,0 0-1 0 0,2 7 0 0 0,2 5 535 0 0,-2 1 0 0 0,0 0 0 0 0,0 0 0 0 0,-1 21 0 0 0,-3 3 224 0 0,0-21-641 0 0,0 1 1 0 0,4 28-1 0 0,-2-45-443 0 0,-1 0 0 0 0,1 0 0 0 0,0 0 0 0 0,0 0 0 0 0,0 0 0 0 0,1 0 0 0 0,-1 0 0 0 0,1 0 0 0 0,0 0 0 0 0,0-1 0 0 0,0 1 0 0 0,1-1 0 0 0,-1 0 0 0 0,1 0 0 0 0,0 0 0 0 0,0 0 0 0 0,5 5 0 0 0,-5-7-75 0 0,0 0 0 0 0,0 0-1 0 0,0 0 1 0 0,-1 0 0 0 0,1 0 0 0 0,0-1-1 0 0,0 0 1 0 0,0 1 0 0 0,0-1 0 0 0,0 0-1 0 0,0 0 1 0 0,1 0 0 0 0,-1-1-1 0 0,0 1 1 0 0,-1-1 0 0 0,1 0 0 0 0,0 0-1 0 0,0 0 1 0 0,0 0 0 0 0,0 0 0 0 0,-1 0-1 0 0,1-1 1 0 0,0 0 0 0 0,-1 1 0 0 0,1-1-1 0 0,-1 0 1 0 0,3-3 0 0 0,5-4-269 0 0,0 0 0 0 0,0-1 0 0 0,-1 0 1 0 0,13-20-1 0 0,-5 2-253 0 0,-1-2 0 0 0,19-48 1 0 0,-9 19 565 0 0,-26 59 89 0 0,0-1 1 0 0,1 0-1 0 0,-1 0 0 0 0,0 0 0 0 0,1 0 0 0 0,-1 0 1 0 0,1 0-1 0 0,-1 0 0 0 0,1 1 0 0 0,-1-1 0 0 0,1 0 0 0 0,-1 0 1 0 0,1 1-1 0 0,0-1 0 0 0,0 0 0 0 0,-1 1 0 0 0,1-1 0 0 0,0 1 1 0 0,0-1-1 0 0,0 1 0 0 0,-1-1 0 0 0,1 1 0 0 0,0 0 0 0 0,0-1 1 0 0,0 1-1 0 0,0 0 0 0 0,0 0 0 0 0,0 0 0 0 0,1-1 0 0 0,0 2 37 0 0,-1 0 0 0 0,1-1-1 0 0,-1 1 1 0 0,1 0 0 0 0,-1 0-1 0 0,1 0 1 0 0,-1 0 0 0 0,0 0-1 0 0,0 1 1 0 0,1-1-1 0 0,-1 0 1 0 0,0 0 0 0 0,0 1-1 0 0,1 2 1 0 0,5 7 227 0 0,-2 0 1 0 0,0 0-1 0 0,5 15 0 0 0,-7-18-393 0 0,0-1-1 0 0,0 1 1 0 0,0-1-1 0 0,9 13 1 0 0,4-1-5439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39.14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8290 0 0,'24'33'3921'0'0,"-10"-12"-2610"0"0,-1 0 0 0 0,0 1 1 0 0,-2 0-1 0 0,-1 1 0 0 0,13 42 1 0 0,21 126 514 0 0,-20-74-1852 0 0,-14-73-189 0 0,1 7-1454 0 0,30 85-1 0 0,-28-105 277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1:39.42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1 143 8842 0 0,'5'-6'192'0'0,"1"2"32"0"0,4 0 16 0 0,-1 0 16 0 0,1 1-256 0 0,0-1 0 0 0,3-2 0 0 0,10-2 0 0 0,14-5 224 0 0,16-5 0 0 0,16-4-8 0 0,12-3 0 0 0,4 0-216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2:14.960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8023 2125 10594 0 0,'-33'-14'-1039'0'0,"-43"-26"-1"0"0,46 24 1023 0 0,-57-24 1 0 0,-38 3-5 0 0,-209-35 0 0 0,81 21 666 0 0,-830-169 1959 0 0,-276-17 395 0 0,1210 213-3478 0 0,-989-136 993 0 0,743 130-871 0 0,306 29-144 0 0,0 3 0 0 0,-128 22 0 0 0,119-5 325 0 0,1 5 0 0 0,-105 40 0 0 0,176-55 227 0 0,0 0-1 0 0,0-2 1 0 0,0-1 0 0 0,-1-1 0 0 0,0-1 0 0 0,1-2 0 0 0,-2 0 0 0 0,1-2 0 0 0,0-1 0 0 0,0-1 0 0 0,-29-6-1 0 0,-71-22 1049 0 0,1-6 0 0 0,2-5 0 0 0,2-6 0 0 0,2-4 0 0 0,-142-85 0 0 0,211 105-1064 0 0,0-3 0 0 0,3-1 0 0 0,1-3 0 0 0,-83-85 0 0 0,80 66 100 0 0,2-2-1 0 0,4-2 1 0 0,-59-104-1 0 0,94 149-175 0 0,-29-52-677 0 0,-53-74 0 0 0,77 124 483 0 0,0 0 1 0 0,-1 1-1 0 0,-1 0 0 0 0,-1 1 0 0 0,0 1 0 0 0,-1 0 0 0 0,-1 2 0 0 0,-32-19 0 0 0,28 22-984 0 0,-2 3-4325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2:16.391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903 145 11058 0 0,'-11'1'191'0'0,"-8"1"-29"0"0,0-1 1 0 0,1-1-1 0 0,-26-2 1 0 0,44 2-162 0 0,0 0 0 0 0,-1 0 1 0 0,1 0-1 0 0,0 0 1 0 0,0 0-1 0 0,0 0 0 0 0,0 0 1 0 0,-1 0-1 0 0,1 0 1 0 0,0 0-1 0 0,0 0 0 0 0,0-1 1 0 0,0 1-1 0 0,-1 0 1 0 0,1 0-1 0 0,0 0 0 0 0,0 0 1 0 0,0 0-1 0 0,0 0 1 0 0,-1 0-1 0 0,1 0 0 0 0,0 0 1 0 0,0-1-1 0 0,0 1 1 0 0,0 0-1 0 0,0 0 0 0 0,0 0 1 0 0,0 0-1 0 0,-1 0 1 0 0,1 0-1 0 0,0-1 0 0 0,0 1 1 0 0,0 0-1 0 0,0 0 1 0 0,0 0-1 0 0,0 0 1 0 0,0-1-1 0 0,0 1 0 0 0,0 0 1 0 0,0 0-1 0 0,0 0 1 0 0,0 0-1 0 0,0-1 0 0 0,0 1 1 0 0,0 0-1 0 0,0 0 1 0 0,0 0-1 0 0,0 0 0 0 0,0-1 1 0 0,0 1-1 0 0,0 0 1 0 0,0 0-1 0 0,11-10 174 0 0,15-6 186 0 0,18-3-43 0 0,0 1 0 0 0,1 2-1 0 0,0 2 1 0 0,1 2 0 0 0,70-8 0 0 0,-24 10 155 0 0,173 5 0 0 0,-170 12-402 0 0,0 5 0 0 0,-2 3 0 0 0,0 5 0 0 0,0 4 1 0 0,107 43-1 0 0,-135-42-234 0 0,-2 2 0 0 0,-1 4 0 0 0,-1 2 0 0 0,70 51 0 0 0,-96-58-34 0 0,-1 1 1 0 0,-2 1-1 0 0,-1 2 0 0 0,-1 1 0 0 0,-1 2 0 0 0,-2 0 0 0 0,-2 2 1 0 0,22 39-1 0 0,-39-58 165 0 0,0 0 0 0 0,-1 1-1 0 0,0 0 1 0 0,-1 0 0 0 0,-1 1 0 0 0,-1 0 0 0 0,-1 0 0 0 0,0 0 0 0 0,0 27 0 0 0,-4-22-15 0 0,0 0 0 0 0,-2 0 0 0 0,-1 0 0 0 0,0-1 0 0 0,-2 0 0 0 0,-13 36 0 0 0,1-16-51 0 0,-2 0 0 0 0,-38 58 1 0 0,-59 69-116 0 0,101-148 193 0 0,-141 218-51 0 0,45-66 158 0 0,-87 162 59 0 0,25 14-332 0 0,166-334 170 0 0,-161 351 3238 0 0,158-341-2817 0 0,-1-1 0 0 0,-1 0 1 0 0,-19 24-1 0 0,26-39-528 0 0,-1-1 0 0 0,0 0 1 0 0,0 0-1 0 0,-1 0 0 0 0,0-1 0 0 0,0 0 0 0 0,-1-1 1 0 0,0 1-1 0 0,0-2 0 0 0,-17 9 0 0 0,24-14-55 0 0,1 1 1 0 0,-1-1-1 0 0,0 0 0 0 0,0 1 0 0 0,1-1 0 0 0,-1 0 1 0 0,0 0-1 0 0,1 0 0 0 0,-1-1 0 0 0,0 1 0 0 0,1 0 1 0 0,-1-1-1 0 0,0 1 0 0 0,1-1 0 0 0,-1 1 0 0 0,0-1 1 0 0,1 0-1 0 0,-1 0 0 0 0,1 1 0 0 0,-1-1 0 0 0,1 0 1 0 0,0-1-1 0 0,-1 1 0 0 0,-1-2 0 0 0,-29-38-2438 0 0,16 20 1885 0 0,-17-16 729 0 0,18 21 358 0 0,1 1 0 0 0,1-2 0 0 0,0 0 1 0 0,1 0-1 0 0,1-1 0 0 0,-13-28 0 0 0,14 16-531 0 0,1-1 0 0 0,2-1 0 0 0,-7-57 0 0 0,9 52-567 0 0,-1 1 0 0 0,-14-48 0 0 0,15 73 905 0 0,0 0 0 0 0,0 1 0 0 0,-1 0-1 0 0,0 0 1 0 0,-10-12 0 0 0,7 10 1182 0 0,1 0-1 0 0,-12-21 1 0 0,20 31-1150 0 0,-1 0 0 0 0,0 0 0 0 0,1 0 0 0 0,-1 0 0 0 0,1-1 0 0 0,0 1 0 0 0,0 0 1 0 0,0 0-1 0 0,0 0 0 0 0,0-1 0 0 0,0 1 0 0 0,1 0 0 0 0,-1 0 0 0 0,1 0 0 0 0,-1 0 1 0 0,1 0-1 0 0,0-1 0 0 0,0 1 0 0 0,0 0 0 0 0,2-3 0 0 0,4-5 383 0 0,1 0 0 0 0,15-17 0 0 0,6-7 153 0 0,-27 30-736 0 0,1 0 1 0 0,-1 0-1 0 0,0-1 0 0 0,0 1 0 0 0,-1-1 0 0 0,1 1 0 0 0,-1-1 0 0 0,0 1 1 0 0,0-1-1 0 0,0 0 0 0 0,-1 0 0 0 0,0 1 0 0 0,0-1 0 0 0,0 0 0 0 0,0 0 1 0 0,-1 0-1 0 0,1 1 0 0 0,-1-1 0 0 0,-3-7 0 0 0,1 5-75 0 0,0 1-1 0 0,-1-1 1 0 0,0 1 0 0 0,0 0-1 0 0,-1 0 1 0 0,0 0 0 0 0,0 1-1 0 0,0-1 1 0 0,0 1 0 0 0,-1 1-1 0 0,0-1 1 0 0,-7-4 0 0 0,-15-8-134 0 0,-2 1 1 0 0,1 1-1 0 0,-60-20 1 0 0,-103-20-84 0 0,130 39 254 0 0,-65-17-59 0 0,-329-102 1254 0 0,439 128-1128 0 0,0 0 0 0 0,0-1 1 0 0,1-1-1 0 0,1 0 0 0 0,0-1 1 0 0,0-1-1 0 0,1 0 0 0 0,0-1 0 0 0,1-1 1 0 0,0 0-1 0 0,1-1 0 0 0,0 0 1 0 0,2 0-1 0 0,-1-2 0 0 0,2 1 0 0 0,0-1 1 0 0,1 0-1 0 0,1-1 0 0 0,0 0 1 0 0,1 0-1 0 0,1-1 0 0 0,-5-32 1 0 0,3 8 88 0 0,3 0 1 0 0,2-1 0 0 0,1 1-1 0 0,3-1 1 0 0,1 1 0 0 0,2 0 0 0 0,2 0-1 0 0,2 0 1 0 0,1 1 0 0 0,3 0-1 0 0,1 1 1 0 0,1 1 0 0 0,3 0-1 0 0,1 1 1 0 0,2 1 0 0 0,1 1 0 0 0,2 1-1 0 0,56-62 1 0 0,-13 25-2 0 0,3 3 0 0 0,136-102 0 0 0,-158 139-367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2:16.788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438 6 1376 0 0,'-13'-2'231'0'0,"0"1"0"0"0,1-1-1 0 0,-1 2 1 0 0,0 0 0 0 0,-18 2 0 0 0,22 0 1683 0 0,-1 0 1 0 0,1 1 0 0 0,-1 0 0 0 0,-16 8 0 0 0,5 0-1975 0 0,1 0 1 0 0,0 1-1 0 0,0 1 1 0 0,1 1-1 0 0,1 1 1 0 0,1 0-1 0 0,-26 29 1 0 0,31-29-67 0 0,1 0 1 0 0,1 0-1 0 0,0 1 0 0 0,1 1 1 0 0,1-1-1 0 0,0 1 0 0 0,1 1 1 0 0,1-1-1 0 0,1 1 1 0 0,-4 23-1 0 0,7-26 183 0 0,0 0 1 0 0,1 0 0 0 0,0 0-1 0 0,2 0 1 0 0,-1 0-1 0 0,2 0 1 0 0,0 0 0 0 0,1 0-1 0 0,0 0 1 0 0,1-1-1 0 0,1 1 1 0 0,10 20-1 0 0,-10-24-6 0 0,1-1 0 0 0,0 0-1 0 0,1-1 1 0 0,0 1-1 0 0,1-1 1 0 0,0 0-1 0 0,0-1 1 0 0,1 0 0 0 0,0 0-1 0 0,0-1 1 0 0,1 0-1 0 0,0-1 1 0 0,0 0 0 0 0,0-1-1 0 0,1 0 1 0 0,17 6-1 0 0,-13-7-119 0 0,0-1 0 0 0,0 0-1 0 0,0-1 1 0 0,1 0 0 0 0,-1-2-1 0 0,0 0 1 0 0,1 0 0 0 0,-1-2 0 0 0,0 0-1 0 0,0 0 1 0 0,0-1 0 0 0,0-1-1 0 0,-1-1 1 0 0,1 0 0 0 0,26-14-1 0 0,-20 7 274 0 0,0 0-1 0 0,-1-1 1 0 0,-1-1-1 0 0,0-1 1 0 0,-1-1-1 0 0,-1 0 0 0 0,0-1 1 0 0,-1-1-1 0 0,21-32 1 0 0,-29 37-24 0 0,0-1 0 0 0,-1 0 1 0 0,-1 0-1 0 0,0-1 0 0 0,-1 1 1 0 0,-1-1-1 0 0,0 0 0 0 0,-1-1 1 0 0,-1 1-1 0 0,0 0 0 0 0,-1-1 1 0 0,-1 1-1 0 0,-2-29 0 0 0,0 27-194 0 0,-1 0 0 0 0,-1 0 1 0 0,0 1-1 0 0,-1-1 0 0 0,0 1 0 0 0,-2 0 0 0 0,0 1 0 0 0,-1 0 1 0 0,0 0-1 0 0,-1 0 0 0 0,-1 1 0 0 0,-15-17 0 0 0,-5 1-514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2:17.844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13 445 12443 0 0,'-1'-2'-151'0'0,"-1"1"0"0"0,1 0 0 0 0,0-1 0 0 0,0 1 0 0 0,0-1 1 0 0,0 1-1 0 0,1-1 0 0 0,-1 1 0 0 0,0-1 0 0 0,1 0 0 0 0,-1 1 1 0 0,1-1-1 0 0,-1 0 0 0 0,1 1 0 0 0,0-1 0 0 0,0 0 0 0 0,-1 0 0 0 0,1 1 1 0 0,1-1-1 0 0,-1 0 0 0 0,0 1 0 0 0,0-1 0 0 0,1 0 0 0 0,-1 0 1 0 0,1-1-1 0 0,12-53-2280 0 0,-12 53 2365 0 0,8-28-165 0 0,2 0 0 0 0,1 0 1 0 0,1 1-1 0 0,1 0 0 0 0,32-46 0 0 0,-39 65 397 0 0,2 1 1 0 0,-1 0-1 0 0,1 1 0 0 0,1 0 0 0 0,0 0 0 0 0,0 1 1 0 0,17-10-1 0 0,-20 13 96 0 0,1 1-1 0 0,0 1 1 0 0,1 0 0 0 0,-1 0-1 0 0,0 0 1 0 0,1 1 0 0 0,0 0 0 0 0,-1 1-1 0 0,1 0 1 0 0,0 0 0 0 0,0 1 0 0 0,10 1-1 0 0,-10 0-20 0 0,0 1 0 0 0,0 1 0 0 0,0-1 0 0 0,0 1 0 0 0,-1 1 0 0 0,1 0 0 0 0,-1 0 0 0 0,0 1 0 0 0,0 0 0 0 0,0 0 0 0 0,-1 1 0 0 0,0 0 0 0 0,0 0 0 0 0,0 1 0 0 0,-1-1 0 0 0,0 2 0 0 0,0-1 0 0 0,-1 1 0 0 0,0-1 0 0 0,0 1 0 0 0,-1 1 0 0 0,7 16 0 0 0,-10-23-330 0 0,-1-1 0 0 0,0 1 0 0 0,1-1 0 0 0,-1 1 0 0 0,0 0 0 0 0,0-1 0 0 0,0 1 0 0 0,0-1 0 0 0,0 1 0 0 0,-1-1 0 0 0,1 1 0 0 0,0 0 0 0 0,-1-1 0 0 0,1 1 0 0 0,-1-1 0 0 0,1 0 0 0 0,-1 1 0 0 0,0-1 0 0 0,0 1 0 0 0,0-1 0 0 0,1 0 0 0 0,-1 0 1 0 0,-1 1-1 0 0,1-1 0 0 0,0 0 0 0 0,0 0 0 0 0,0 0 0 0 0,0 0 0 0 0,-1 0 0 0 0,1 0 0 0 0,0-1 0 0 0,-1 1 0 0 0,1 0 0 0 0,-3 0 0 0 0,-11 5-1237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2:18.375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848 1802 19756 0 0,'-2'0'49'0'0,"0"-1"-1"0"0,0 0 0 0 0,1 1 1 0 0,-1-1-1 0 0,0 0 1 0 0,1 0-1 0 0,-1 0 0 0 0,1-1 1 0 0,-1 1-1 0 0,1 0 1 0 0,-1-1-1 0 0,1 1 0 0 0,0 0 1 0 0,0-1-1 0 0,0 0 1 0 0,0 1-1 0 0,0-1 0 0 0,0 0 1 0 0,-1-2-1 0 0,1 1 88 0 0,1-1 1 0 0,0 0-1 0 0,0 0 0 0 0,0 0 0 0 0,0 0 0 0 0,1 1 0 0 0,1-8 1 0 0,1-6-26 0 0,3-37-150 0 0,-1-1 1 0 0,-5-57 0 0 0,-14-109-217 0 0,-1-18-19 0 0,13 22-723 0 0,-9-237-2439 0 0,8 419 2720 0 0,-1-1 1 0 0,-1 1-1 0 0,-18-60 0 0 0,19 84 616 0 0,1 0-1 0 0,-2 0 0 0 0,1 1 0 0 0,-1-1 0 0 0,-1 1 0 0 0,0 0 1 0 0,0 1-1 0 0,-1 0 0 0 0,-1 0 0 0 0,1 0 0 0 0,-1 1 0 0 0,-1 0 1 0 0,1 1-1 0 0,-1-1 0 0 0,-17-9 0 0 0,24 16 21 0 0,-1-1 0 0 0,1 1 0 0 0,-1 0 0 0 0,0 0 0 0 0,0 0 0 0 0,1 0 0 0 0,-1 1 0 0 0,0-1 0 0 0,0 1 0 0 0,0-1 0 0 0,0 1 0 0 0,0 0 0 0 0,0 0 0 0 0,0 1 0 0 0,0-1 0 0 0,1 0 0 0 0,-1 1 0 0 0,0 0 0 0 0,0 0 0 0 0,0-1 0 0 0,1 2 0 0 0,-1-1 0 0 0,-4 3 0 0 0,-2 2-416 0 0,1 1-1 0 0,1 0 1 0 0,-1 0 0 0 0,1 1-1 0 0,-9 12 1 0 0,12-14 370 0 0,-9 10 56 0 0,-46 57-1176 0 0,-77 77-1 0 0,114-130 1007 0 0,0-1 0 0 0,-1 0 0 0 0,-1-2 0 0 0,-1 0 0 0 0,0-2 0 0 0,-1-1 0 0 0,-55 21 0 0 0,31-21 240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2:18.717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28 57 11058 0 0,'-4'-5'250'0'0,"1"2"-124"0"0,1 0 0 0 0,-1 0 0 0 0,1-1 0 0 0,0 1 0 0 0,0-1 0 0 0,0 1 0 0 0,1-1 0 0 0,-1 0 1 0 0,1 1-1 0 0,0-1 0 0 0,0 0 0 0 0,-1-5 0 0 0,24 45-210 0 0,213 457 3183 0 0,-177-393-2424 0 0,74 140 678 0 0,-108-190-1908 0 0,-2 1 0 0 0,28 101 0 0 0,-39-106-903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2:19.570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5554 0 14283 0 0,'-50'16'432'0'0,"-73"34"1"0"0,44-17-675 0 0,-644 229-101 0 0,244-92 630 0 0,-157 50 356 0 0,519-180-462 0 0,-209 64 2228 0 0,-596 110-1 0 0,323-105-2244 0 0,57 9-1007 0 0,488-108 801 0 0,-438 78-628 0 0,136-47-1142 0 0,301-34-4418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2:20.266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1497 108 11522 0 0,'-15'-5'202'0'0,"-18"-6"-250"0"0,0 2-1 0 0,-1 1 1 0 0,0 1-1 0 0,0 2 1 0 0,-66-2-1 0 0,30 9-107 0 0,-187 13 500 0 0,222-10-17 0 0,-1 1 0 0 0,1 2 0 0 0,0 1 0 0 0,1 2 0 0 0,-39 17 0 0 0,52-17-51 0 0,0 1 1 0 0,0 1-1 0 0,1 1 1 0 0,1 1-1 0 0,0 1 1 0 0,1 0-1 0 0,1 1 1 0 0,-26 34-1 0 0,-3 12 49 0 0,-50 94 0 0 0,75-120-352 0 0,-34 58-610 0 0,5 3 1 0 0,-44 117-1 0 0,77-167-15 0 0,2 1 0 0 0,2 1 0 0 0,2-1 0 0 0,2 2 1 0 0,3 0-1 0 0,-1 96 0 0 0,11-105 593 0 0,1-1 1 0 0,2 0-1 0 0,2-1 1 0 0,1 1-1 0 0,3-2 0 0 0,1 0 1 0 0,2 0-1 0 0,1-2 1 0 0,2 0-1 0 0,31 45 1 0 0,-9-24 195 0 0,1-2 0 0 0,4-2-1 0 0,1-2 1 0 0,3-2 0 0 0,72 55 0 0 0,-78-72 16 0 0,1-1-1 0 0,2-3 0 0 0,1-1 1 0 0,1-3-1 0 0,1-2 0 0 0,1-2 1 0 0,93 25-1 0 0,-96-35-48 0 0,0-2 0 0 0,1-2-1 0 0,-1-2 1 0 0,1-2 0 0 0,0-3 0 0 0,0-1-1 0 0,0-3 1 0 0,94-19 0 0 0,-77 5 562 0 0,0-3 0 0 0,75-35 1 0 0,116-75 1145 0 0,-160 71-1030 0 0,-3-4-1 0 0,-3-4 1 0 0,88-86-1 0 0,-153 130-743 0 0,-1-1 0 0 0,-2-1 0 0 0,0-1 0 0 0,-2-1 0 0 0,-1-1 0 0 0,31-60-1 0 0,-40 64-18 0 0,0-2-1 0 0,-2 1 1 0 0,-1-1-1 0 0,-1 0 1 0 0,-1-1-1 0 0,-2 0 0 0 0,0 0 1 0 0,-2 0-1 0 0,-2-32 1 0 0,-2 18-137 0 0,-3-1 1 0 0,-1 1 0 0 0,-3 0-1 0 0,-1 1 1 0 0,-17-46-1 0 0,6 33 144 0 0,-3 1 0 0 0,-2 1 0 0 0,-38-56-1 0 0,-18-7 433 0 0,-5 5-1 0 0,-131-130 0 0 0,165 186-669 0 0,-3 2-1 0 0,-109-77 1 0 0,34 49-5376 0 0,48 37-645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2:21.216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589 24 5985 0 0,'-4'-3'31'0'0,"0"0"0"0"0,0 0 0 0 0,0 1 1 0 0,-1 0-1 0 0,1 0 0 0 0,-1 0 0 0 0,1 0 0 0 0,-1 1 0 0 0,0 0 0 0 0,0 0 0 0 0,1 0 0 0 0,-1 1 0 0 0,0-1 0 0 0,0 1 0 0 0,-5 1 0 0 0,-8-1 170 0 0,0 2 0 0 0,-32 6 1 0 0,36-4-49 0 0,0 0 1 0 0,0 1-1 0 0,0 1 1 0 0,1 0 0 0 0,0 0-1 0 0,0 2 1 0 0,1-1 0 0 0,-14 13-1 0 0,8-5 26 0 0,1 1 0 0 0,0 0-1 0 0,2 1 1 0 0,-22 31 0 0 0,8-3 201 0 0,3 1 1 0 0,2 0-1 0 0,-33 91 1 0 0,46-108-67 0 0,1 1 1 0 0,2 0 0 0 0,0 0-1 0 0,3 1 1 0 0,0 0 0 0 0,2 0 0 0 0,1 42-1 0 0,3-62-128 0 0,1 1-1 0 0,-1 0 1 0 0,2-1-1 0 0,0 0 1 0 0,0 1 0 0 0,1-1-1 0 0,0 0 1 0 0,1 0-1 0 0,10 16 1 0 0,-9-19-84 0 0,-1 0 0 0 0,2-1 0 0 0,-1 0 0 0 0,1 0 0 0 0,0-1 0 0 0,1 1 1 0 0,-1-2-1 0 0,1 1 0 0 0,0-1 0 0 0,1 0 0 0 0,-1-1 0 0 0,1 0 0 0 0,12 4 0 0 0,-11-5-43 0 0,1 0 0 0 0,-1 0 0 0 0,1-1 0 0 0,0-1 1 0 0,0 0-1 0 0,-1 0 0 0 0,1-1 0 0 0,0-1 0 0 0,0 0 0 0 0,0 0 0 0 0,10-3 0 0 0,-6 0 12 0 0,0-1 0 0 0,-1 0 0 0 0,0-1 0 0 0,0-1 0 0 0,0 0 0 0 0,-1 0 0 0 0,15-12 0 0 0,-8 3 18 0 0,-1 0 0 0 0,-1-1 0 0 0,-1-1 0 0 0,0 0-1 0 0,-1-2 1 0 0,-1 0 0 0 0,-1 0 0 0 0,-1-2 0 0 0,15-30 0 0 0,-17 25-312 0 0,-1 0 0 0 0,-1-1 0 0 0,-2 0-1 0 0,0 0 1 0 0,-2 0 0 0 0,-1-1 0 0 0,-2 0 0 0 0,0-38 0 0 0,-5 17-5859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2:21.526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580 1 16588 0 0,'-7'0'63'0'0,"-3"1"71"0"0,-1-1-1 0 0,1 2 1 0 0,0-1 0 0 0,-1 1-1 0 0,1 1 1 0 0,0 0-1 0 0,1 0 1 0 0,-1 1 0 0 0,0 0-1 0 0,1 1 1 0 0,0 0-1 0 0,-14 11 1 0 0,-18 18-280 0 0,1 2-1 0 0,1 2 1 0 0,3 1-1 0 0,1 2 1 0 0,2 2 0 0 0,2 1-1 0 0,-29 54 1 0 0,37-47-1225 0 0,2 1-1 0 0,3 1 1 0 0,-20 95 0 0 0,23-84-647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4:49.526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23 200 7370 0 0,'-22'0'922'0'0,"35"8"148"0"0,37 9-363 0 0,-35-14-680 0 0,-1-1-1 0 0,1-1 1 0 0,0 0 0 0 0,-1-1-1 0 0,1-1 1 0 0,0 0 0 0 0,-1-1-1 0 0,1-1 1 0 0,20-6 0 0 0,-13 4 202 0 0,0 0 0 0 0,1 2 0 0 0,27-1 0 0 0,488 45 1003 0 0,-143-3-1475 0 0,-193-15 475 0 0,-136-13-295 0 0,1-3 1 0 0,103-1-1 0 0,359-37 861 0 0,-78 38 71 0 0,-237-5-834 0 0,-127-4-60 0 0,96 11 1 0 0,16 9-40 0 0,2-9 1 0 0,338-28-1 0 0,-310 6 168 0 0,17-2 12 0 0,-46 5 54 0 0,244 18 0 0 0,6 29-106 0 0,-124 19-129 0 0,-130-20 66 0 0,152 10-58 0 0,31 5 322 0 0,-145-11-337 0 0,260 12 0 0 0,-344-45 102 0 0,129 4 68 0 0,-14-8 216 0 0,237-5 124 0 0,351-37-366 0 0,-58-1 288 0 0,-350 16-292 0 0,-1-31 0 0 0,154-31 1951 0 0,-548 80-1973 0 0,262-53 42 0 0,-115 18-163 0 0,-21 4 6 0 0,-64 13 88 0 0,118-11-1 0 0,852-6-82 0 0,-697 40-61 0 0,-4 1 21 0 0,-95 17 104 0 0,112 1 0 0 0,90-18 0 0 0,-305 1 74 0 0,158-9 116 0 0,408-56-330 0 0,132 37 10 0 0,-520 18-1980 0 0,-115 0 977 0 0,-42 7 1152 0 0,282-10 201 0 0,-118-20-347 0 0,-33 24 903 0 0,-264 11-517 0 0,0 4 0 0 0,119 26-1 0 0,-160-27-423 0 0,1-1-1 0 0,0-2 0 0 0,0 0 0 0 0,0-3 1 0 0,0 0-1 0 0,57-9 0 0 0,-66 7 315 0 0,-1 1 0 0 0,1 0 0 0 0,-1 2 0 0 0,40 6 0 0 0,2 6-3861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7:10.24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41 1 4609 0 0,'-21'27'6668'0'0,"15"-7"-5840"0"0,2 1 0 0 0,0 1 0 0 0,1-1 0 0 0,1 0-1 0 0,1 1 1 0 0,3 37 0 0 0,-1-10-191 0 0,30 721 3835 0 0,-19-694-6187 0 0,-7-56-5620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7:10.8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886 411 4609 0 0,'-1'-15'660'0'0,"0"-1"0"0"0,-1 1 0 0 0,-1 0 0 0 0,0 0-1 0 0,-2 0 1 0 0,1 0 0 0 0,-2 0 0 0 0,0 1 0 0 0,0 0 0 0 0,-18-26 0 0 0,22 37-460 0 0,-1-1 1 0 0,0 1-1 0 0,0-1 0 0 0,0 1 1 0 0,0 0-1 0 0,-1 0 1 0 0,0 0-1 0 0,1 1 0 0 0,-1-1 1 0 0,0 1-1 0 0,0 0 1 0 0,0 0-1 0 0,0 0 0 0 0,-1 0 1 0 0,1 1-1 0 0,0 0 1 0 0,-8-1-1 0 0,5 1 23 0 0,0 1 0 0 0,0 1 0 0 0,1-1 0 0 0,-1 1 0 0 0,0 0 0 0 0,0 1 0 0 0,1 0 0 0 0,-1 0 0 0 0,0 0 0 0 0,-8 5 0 0 0,-7 5 121 0 0,2 0 1 0 0,0 2-1 0 0,0 1 0 0 0,1 0 0 0 0,-24 26 1 0 0,-30 38-57 0 0,5 4 0 0 0,-65 98 0 0 0,99-127-263 0 0,2 1 0 0 0,2 1 0 0 0,3 1 0 0 0,2 2 0 0 0,3 1 0 0 0,2 0 0 0 0,3 2 0 0 0,3 0 0 0 0,3 0 0 0 0,2 1 0 0 0,3 1 0 0 0,3-1 0 0 0,2 1 0 0 0,4 0 0 0 0,15 92 0 0 0,-10-99-45 0 0,3 0 0 0 0,2-2 0 0 0,3 1-1 0 0,2-2 1 0 0,37 77 0 0 0,-43-109 5 0 0,1-1-1 0 0,1 0 1 0 0,1 0-1 0 0,0-1 1 0 0,2-1-1 0 0,24 22 1 0 0,-27-29-19 0 0,1-1 1 0 0,0 0-1 0 0,1-1 0 0 0,0 0 1 0 0,0-2-1 0 0,1 0 0 0 0,0-1 1 0 0,1 0-1 0 0,27 5 0 0 0,-27-9-66 0 0,0 0 0 0 0,0-2-1 0 0,0 0 1 0 0,0-1 0 0 0,0-1-1 0 0,0-1 1 0 0,0 0 0 0 0,0-1-1 0 0,-1-1 1 0 0,1-1 0 0 0,16-7-1 0 0,13-7-124 0 0,-1-2-1 0 0,71-45 1 0 0,-69 36 246 0 0,-3-3 1 0 0,0-2-1 0 0,-3-2 0 0 0,-1-1 1 0 0,67-82-1 0 0,-47 40 361 0 0,-3-3 0 0 0,65-125 0 0 0,-77 113-67 0 0,-4-2 1 0 0,-4-2 0 0 0,-4-1 0 0 0,-5-1 0 0 0,20-135 0 0 0,-40 182-177 0 0,-3 0 0 0 0,-2-1 0 0 0,-3 1 1 0 0,-1-1-1 0 0,-11-64 0 0 0,7 89-90 0 0,-2 1 0 0 0,-1 0 0 0 0,-2 0 0 0 0,0 1 0 0 0,-2 0 0 0 0,-1 0 1 0 0,-2 1-1 0 0,0 1 0 0 0,-2 1 0 0 0,0 0 0 0 0,-22-24 0 0 0,28 38-21 0 0,-1 1-1 0 0,1 0 1 0 0,-2 0-1 0 0,0 1 1 0 0,0 1-1 0 0,0 0 1 0 0,-1 1-1 0 0,0 0 1 0 0,-1 1 0 0 0,1 0-1 0 0,-1 1 1 0 0,0 1-1 0 0,-1 0 1 0 0,1 1-1 0 0,-1 0 1 0 0,0 2-1 0 0,1-1 1 0 0,-1 2-1 0 0,0 0 1 0 0,0 1 0 0 0,-21 3-1 0 0,15 0-216 0 0,0 0 0 0 0,0 2 0 0 0,1 0 0 0 0,-1 1 0 0 0,1 1-1 0 0,-21 13 1 0 0,22-11-729 0 0,1 2-1 0 0,0 0 1 0 0,1 1 0 0 0,0 1-1 0 0,1 1 1 0 0,-15 17-1 0 0,-7 14-6073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7:11.14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50 1 14283 0 0,'0'0'1103'0'0,"-14"28"-350"0"0,2 19-786 0 0,3 1-1 0 0,-5 89 0 0 0,14 99-234 0 0,9-111 1164 0 0,7-1 1 0 0,46 189-1 0 0,6-80-6150 0 0,-56-196-421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7:11.57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19 208 9674 0 0,'-2'-2'131'0'0,"0"-1"1"0"0,0 1-1 0 0,1-1 0 0 0,-1 0 0 0 0,1 0 1 0 0,-1 1-1 0 0,1-1 0 0 0,0 0 1 0 0,0 0-1 0 0,0 0 0 0 0,0-1 0 0 0,1 1 1 0 0,-1 0-1 0 0,1 0 0 0 0,0 0 0 0 0,0 0 1 0 0,0-1-1 0 0,0 1 0 0 0,1 0 1 0 0,-1 0-1 0 0,1 0 0 0 0,0 0 0 0 0,0 0 1 0 0,0 0-1 0 0,0 0 0 0 0,0 0 0 0 0,3-4 1 0 0,0 2 84 0 0,1-1 0 0 0,0 1 0 0 0,0 0 0 0 0,1 0 0 0 0,-1 0 1 0 0,1 1-1 0 0,0-1 0 0 0,0 2 0 0 0,0-1 0 0 0,1 1 0 0 0,7-4 0 0 0,18-6 151 0 0,1 2-1 0 0,0 1 0 0 0,0 1 0 0 0,1 2 0 0 0,0 1 0 0 0,0 2 0 0 0,1 1 0 0 0,45 2 0 0 0,-39 4-290 0 0,0 2 0 0 0,0 1 0 0 0,-1 2 0 0 0,0 2 0 0 0,0 2 0 0 0,61 27 0 0 0,-47-15-109 0 0,-1 2 1 0 0,-1 3 0 0 0,-1 2-1 0 0,-2 2 1 0 0,-1 2 0 0 0,65 63-1 0 0,-93-78 77 0 0,-2 2-1 0 0,0 0 1 0 0,-1 0-1 0 0,-1 2 1 0 0,-2 0-1 0 0,21 45 0 0 0,-27-49 27 0 0,-2 0 0 0 0,0 1-1 0 0,-1 0 1 0 0,0 0-1 0 0,-2 0 1 0 0,-1 0-1 0 0,0 0 1 0 0,-2 1-1 0 0,-4 38 1 0 0,0-35 66 0 0,-1-1 0 0 0,-1 0 0 0 0,-1-1 0 0 0,-2 0 0 0 0,0 0 0 0 0,-1-1 0 0 0,-1 0 0 0 0,-2 0 0 0 0,0-1 0 0 0,-1-1 0 0 0,-24 27 0 0 0,18-25-90 0 0,-1 0 1 0 0,-1-1-1 0 0,-1-2 0 0 0,-1 0 0 0 0,0-2 1 0 0,-1 0-1 0 0,-1-2 0 0 0,-55 24 1 0 0,53-29-253 0 0,-1-2 0 0 0,0-1 0 0 0,-40 6 1 0 0,-37-3-3180 0 0,78-8-3333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7:11.90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102 6 14283 0 0,'0'0'87'0'0,"0"0"-1"0"0,0 0 0 0 0,0-1 1 0 0,0 1-1 0 0,0 0 1 0 0,0 0-1 0 0,0-1 1 0 0,-1 1-1 0 0,1 0 1 0 0,-2-3 1037 0 0,2 3-1038 0 0,0 0 0 0 0,0 0 1 0 0,0 0-1 0 0,-1 0 1 0 0,1 0-1 0 0,0 0 1 0 0,0-1-1 0 0,-1 1 1 0 0,1 0-1 0 0,0 0 1 0 0,0 0-1 0 0,-1 0 1 0 0,1 0-1 0 0,0 0 0 0 0,0 0 1 0 0,-1 0-1 0 0,1 0 1 0 0,0 0-1 0 0,0 0 1 0 0,-1 0-1 0 0,1 1 1 0 0,0-1-1 0 0,0 0 1 0 0,-1 0-1 0 0,1 0 0 0 0,-11 14 1579 0 0,-6 23-602 0 0,6 4-822 0 0,1 1-1 0 0,-7 68 0 0 0,3 89-20 0 0,9-108-211 0 0,4-70-114 0 0,-6 182-2340 0 0,8-173-4647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7:12.14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7 14283 0 0,'2'-4'2812'0'0,"-1"4"-2761"0"0,12-2 1283 0 0,14 4-34 0 0,-21 3-1171 0 0,1 0 0 0 0,-1 0 0 0 0,0 0 0 0 0,-1 1 0 0 0,1 0 0 0 0,-1 1 0 0 0,0-1 1 0 0,-1 1-1 0 0,0 0 0 0 0,0 0 0 0 0,5 11 0 0 0,-2-4-25 0 0,146 305 531 0 0,-78-153-7734 0 0,-58-130 652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7:12.3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0 135 7834 0 0,'22'-16'7212'0'0,"2"1"-6219"0"0,0 2 0 0 0,1 1 0 0 0,1 1 0 0 0,0 1 0 0 0,0 1 0 0 0,29-6 0 0 0,54-4-2308 0 0,5 8-4581 0 0,-69 8-464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7:12.66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0 102 5529 0 0,'50'-17'4290'0'0,"233"-43"5755"0"0,-203 49-8700 0 0,128-3 0 0 0,-176 15-1492 0 0,1 1 0 0 0,55 10 0 0 0,-63-6-1439 0 0,47 17-1 0 0,-53-15 123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7:12.88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 0 2304 0 0,'-25'50'18879'0'0,"26"-44"-17863"0"0,3 13-1876 0 0,18 75 1630 0 0,16 188-1 0 0,-22-141-7193 0 0,-10-97-644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7:13.1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57 10594 0 0,'0'-2'50'0'0,"17"-31"1510"0"0,-16 32-1304 0 0,0-1 0 0 0,0 0 0 0 0,0 1 0 0 0,1-1 0 0 0,-1 1 0 0 0,0 0 0 0 0,1-1 0 0 0,-1 1 0 0 0,1 0 0 0 0,-1 0 0 0 0,1 0 1 0 0,-1 0-1 0 0,1 0 0 0 0,0 0 0 0 0,0 0 0 0 0,2-1 0 0 0,-3 3-141 0 0,-1-1-1 0 0,1 0 1 0 0,0 1 0 0 0,-1-1-1 0 0,1 1 1 0 0,-1-1 0 0 0,1 0 0 0 0,0 1-1 0 0,-1 0 1 0 0,1-1 0 0 0,-1 1-1 0 0,0-1 1 0 0,1 1 0 0 0,-1-1 0 0 0,1 1-1 0 0,-1 0 1 0 0,0-1 0 0 0,0 1-1 0 0,1 0 1 0 0,-1 0 0 0 0,0-1 0 0 0,0 1-1 0 0,0 0 1 0 0,0-1 0 0 0,0 1-1 0 0,0 0 1 0 0,0 0 0 0 0,0 0 0 0 0,3 30 700 0 0,-3-26-551 0 0,6 375 1854 0 0,-7-275-2029 0 0,-8 240-2 0 0,0-2-3498 0 0,9-326-3776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7:13.3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51 3681 0 0,'0'-1'398'0'0,"-1"-1"-1"0"0,1 1 1 0 0,0 0 0 0 0,-1-1 0 0 0,1 1-1 0 0,0-1 1 0 0,0 1 0 0 0,0-1 0 0 0,0 1 0 0 0,0-1-1 0 0,0 1 1 0 0,0 0 0 0 0,0-1 0 0 0,1 1 0 0 0,-1-1-1 0 0,0 1 1 0 0,1-1 0 0 0,-1 1 0 0 0,1 0-1 0 0,0-1 1 0 0,-1 1 0 0 0,1 0 0 0 0,0 0 0 0 0,0 0-1 0 0,0-1 1 0 0,0 1 0 0 0,0 0 0 0 0,0 0 0 0 0,0 0-1 0 0,0 0 1 0 0,1 1 0 0 0,0-2 0 0 0,1 1-140 0 0,-1 0 0 0 0,1-1 0 0 0,0 1 1 0 0,0 1-1 0 0,-1-1 0 0 0,1 0 0 0 0,0 1 0 0 0,0 0 1 0 0,0-1-1 0 0,0 1 0 0 0,-1 0 0 0 0,1 0 0 0 0,0 1 1 0 0,0-1-1 0 0,4 2 0 0 0,19 6-13 0 0,0 2 0 0 0,0 1 1 0 0,-1 2-1 0 0,-1 0 0 0 0,0 1 0 0 0,26 21 0 0 0,124 113-151 0 0,-173-147-91 0 0,23 22 110 0 0,-1 0 1 0 0,-1 2 0 0 0,25 35 0 0 0,-35-42-527 0 0,-1 1 0 0 0,9 20 0 0 0,-13-22-1666 0 0,-1 0 1 0 0,8 33 0 0 0,-8-17-4693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7:13.5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1 142 17972 0 0,'36'-25'2168'0'0,"-1"2"-1392"0"0,0 2-1 0 0,62-26 1 0 0,-81 41-944 0 0,0 1 0 0 0,-1 1 0 0 0,30-4 1 0 0,-33 7-424 0 0,-1 0 0 0 0,1 1 0 0 0,0 0 0 0 0,0 1-1 0 0,0 0 1 0 0,12 4 0 0 0,10 5-1072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7:14.3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208 273 5065 0 0,'-16'1'1417'0'0,"0"0"-1"0"0,0-2 1 0 0,0 0 0 0 0,-24-5-1 0 0,33 5-938 0 0,0-1-1 0 0,0 1 1 0 0,0-1-1 0 0,0-1 0 0 0,1 0 1 0 0,-1 0-1 0 0,1 0 1 0 0,0 0-1 0 0,0-1 0 0 0,0 0 1 0 0,0 0-1 0 0,-8-9 1 0 0,13 12-371 0 0,0-1 0 0 0,0 1 0 0 0,0-1 1 0 0,0 0-1 0 0,0 1 0 0 0,0-1 0 0 0,0 0 0 0 0,0 0 1 0 0,1 0-1 0 0,-1 0 0 0 0,1 0 0 0 0,0 0 1 0 0,-1 0-1 0 0,1 0 0 0 0,0 1 0 0 0,0-1 0 0 0,0 0 1 0 0,0 0-1 0 0,1-2 0 0 0,0-1 36 0 0,0 1 0 0 0,0 0 0 0 0,1 1 0 0 0,0-1-1 0 0,-1 0 1 0 0,1 0 0 0 0,1 1 0 0 0,3-6 0 0 0,5-4 53 0 0,1 1 1 0 0,0 0-1 0 0,20-15 1 0 0,-31 26-198 0 0,11-8 11 0 0,1 0 1 0 0,0 0-1 0 0,0 1 0 0 0,1 1 0 0 0,0 1 0 0 0,0 0 1 0 0,1 0-1 0 0,-1 2 0 0 0,1 0 0 0 0,25-4 0 0 0,-34 7-77 0 0,0 1-1 0 0,0-1 0 0 0,1 1 1 0 0,-1 0-1 0 0,0 1 0 0 0,0 0 1 0 0,1 0-1 0 0,-1 0 0 0 0,0 1 1 0 0,0-1-1 0 0,0 1 0 0 0,0 1 1 0 0,-1-1-1 0 0,1 1 1 0 0,-1 0-1 0 0,1 1 0 0 0,-1-1 1 0 0,0 1-1 0 0,0 0 0 0 0,-1 0 1 0 0,1 1-1 0 0,-1-1 0 0 0,0 1 1 0 0,0 0-1 0 0,0 0 0 0 0,-1 0 1 0 0,0 1-1 0 0,4 7 0 0 0,-2 0-215 0 0,-1-1-1 0 0,0 1 0 0 0,-1 0 0 0 0,0 0 0 0 0,-1 1 0 0 0,0-1 0 0 0,-1 0 0 0 0,-1 1 0 0 0,0-1 0 0 0,-1 0 0 0 0,-3 22 0 0 0,-7 14-1050 0 0,-28 85 0 0 0,16-58 552 0 0,19-62 796 0 0,-15 63-296 0 0,18-71 440 0 0,0 0 1 0 0,0 0-1 0 0,1 0 1 0 0,0 0 0 0 0,0 0-1 0 0,0 0 1 0 0,1 0-1 0 0,0 0 1 0 0,0-1 0 0 0,3 10-1 0 0,-2-13-35 0 0,-1 0 0 0 0,1 0 0 0 0,0 0 0 0 0,0 0 0 0 0,-1 0 0 0 0,1 0 0 0 0,1 0 1 0 0,-1-1-1 0 0,0 1 0 0 0,0-1 0 0 0,1 0 0 0 0,-1 1 0 0 0,0-1 0 0 0,1 0 0 0 0,-1 0 0 0 0,1-1 0 0 0,0 1 0 0 0,-1-1 0 0 0,1 1 0 0 0,0-1 0 0 0,-1 0 0 0 0,1 0 0 0 0,5 0 0 0 0,9-1 316 0 0,1 0 0 0 0,24-5 1 0 0,-31 4-222 0 0,39-9 477 0 0,-2-2 0 0 0,91-37-1 0 0,21-8-199 0 0,-137 52-752 0 0,1 0-1 0 0,-1 2 0 0 0,1 1 1 0 0,47-1-1 0 0,-42 5-849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7:14.9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1024 33 5065 0 0,'-55'-12'2108'0'0,"-109"-8"0"0"0,135 19-1125 0 0,0 1 0 0 0,-1 2 0 0 0,1 1 0 0 0,0 1 0 0 0,-43 11 0 0 0,51-9-629 0 0,0 2-1 0 0,1 0 1 0 0,-1 1-1 0 0,2 1 1 0 0,-1 0-1 0 0,1 2 1 0 0,1 0 0 0 0,0 1-1 0 0,-30 30 1 0 0,14-6-256 0 0,1 1 1 0 0,3 2-1 0 0,1 1 0 0 0,2 1 1 0 0,2 2-1 0 0,1 0 1 0 0,3 1-1 0 0,-21 66 1 0 0,17-33 58 0 0,5 1 1 0 0,3 0-1 0 0,3 1 1 0 0,-5 117-1 0 0,17-132-190 0 0,3 0-1 0 0,3 0 0 0 0,3-1 0 0 0,2 1 0 0 0,3-2 1 0 0,3 0-1 0 0,3 0 0 0 0,46 108 0 0 0,-49-142 35 0 0,2-2-1 0 0,0 1 0 0 0,2-2 0 0 0,0-1 1 0 0,2 0-1 0 0,1-1 0 0 0,1-2 0 0 0,1 0 1 0 0,1-2-1 0 0,0 0 0 0 0,2-2 1 0 0,0-1-1 0 0,46 22 0 0 0,-27-19 130 0 0,0-1 1 0 0,1-2-1 0 0,1-3 0 0 0,0-1 0 0 0,1-3 1 0 0,0-2-1 0 0,1-2 0 0 0,52 0 1 0 0,-69-7-110 0 0,-1-1 0 0 0,0-2 0 0 0,1-1 0 0 0,-1-1 1 0 0,55-20-1 0 0,-44 10 10 0 0,0-2 0 0 0,-2-2-1 0 0,59-38 1 0 0,-75 40 23 0 0,-1 0-1 0 0,-1-2 1 0 0,-1-1-1 0 0,-1-1 1 0 0,-1 0-1 0 0,0-2 1 0 0,-2 0 0 0 0,-1-1-1 0 0,18-36 1 0 0,-6 4 69 0 0,-3-1 1 0 0,-3-1-1 0 0,23-88 1 0 0,-32 86-74 0 0,-3-1 0 0 0,-2-1 0 0 0,-3 0 1 0 0,-2-76-1 0 0,-30-251 532 0 0,16 288-318 0 0,9 91-225 0 0,-3-36 200 0 0,-1-1 1 0 0,-20-74-1 0 0,21 109-175 0 0,0-1-1 0 0,-2 1 1 0 0,1-1 0 0 0,-2 1-1 0 0,1 1 1 0 0,-2 0-1 0 0,0 0 1 0 0,0 0-1 0 0,-1 1 1 0 0,0 0 0 0 0,-1 1-1 0 0,-1 0 1 0 0,-13-11-1 0 0,4 8 22 0 0,-2 0 0 0 0,1 2-1 0 0,-1 0 1 0 0,-1 1-1 0 0,0 1 1 0 0,0 2-1 0 0,-1 0 1 0 0,0 1-1 0 0,0 2 1 0 0,-1 0 0 0 0,1 1-1 0 0,-36 2 1 0 0,-26 4-4 0 0,0 4-1 0 0,-101 22 1 0 0,139-20-138 0 0,16-4-99 0 0,-124 26-201 0 0,138-26-143 0 0,-1 1 1 0 0,1 0-1 0 0,1 2 0 0 0,-1 0 1 0 0,1 1-1 0 0,-18 12 0 0 0,-4 13-7704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8:01.4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399 414 7370 0 0,'5'-37'841'0'0,"2"-15"23"0"0,0-58-1 0 0,-6 96-777 0 0,-2 0-1 0 0,0 0 1 0 0,-1 0-1 0 0,0 0 1 0 0,-1 0 0 0 0,0 0-1 0 0,-1 1 1 0 0,-1-1 0 0 0,-7-13-1 0 0,10 22 39 0 0,-1 1-1 0 0,1 0 0 0 0,-1 0 1 0 0,-1 0-1 0 0,1 0 0 0 0,0 1 1 0 0,-1-1-1 0 0,0 1 0 0 0,1 0 0 0 0,-1 0 1 0 0,-1 0-1 0 0,1 0 0 0 0,0 1 1 0 0,-1-1-1 0 0,1 1 0 0 0,-1 1 1 0 0,0-1-1 0 0,1 0 0 0 0,-1 1 1 0 0,0 0-1 0 0,0 0 0 0 0,0 1 1 0 0,0-1-1 0 0,0 1 0 0 0,0 0 1 0 0,0 1-1 0 0,0-1 0 0 0,-6 2 1 0 0,2 0 16 0 0,0 0 0 0 0,0 1 1 0 0,0 0-1 0 0,0 0 1 0 0,1 1-1 0 0,-1 0 0 0 0,1 0 1 0 0,0 1-1 0 0,0 0 1 0 0,1 1-1 0 0,-1 0 1 0 0,1 0-1 0 0,0 1 0 0 0,-7 8 1 0 0,-2 8-12 0 0,1 1 0 0 0,1 0 1 0 0,1 1-1 0 0,1 1 0 0 0,1 0 0 0 0,1 0 1 0 0,2 1-1 0 0,1 0 0 0 0,0 1 0 0 0,2-1 1 0 0,-1 31-1 0 0,1 25 645 0 0,4 0 1 0 0,14 121-1 0 0,20 11 643 0 0,-24-175-1162 0 0,2-1 1 0 0,2 0-1 0 0,23 49 0 0 0,-31-77-216 0 0,1-1 0 0 0,0 0 0 0 0,1 0 1 0 0,0 0-1 0 0,1 0 0 0 0,0-1 0 0 0,14 13 1 0 0,-17-19-85 0 0,-1 1 1 0 0,1-1 0 0 0,0 0 0 0 0,0 0-1 0 0,0 0 1 0 0,0 0 0 0 0,0-1 0 0 0,1 0-1 0 0,-1 0 1 0 0,1-1 0 0 0,0 0 0 0 0,-1 0-1 0 0,1 0 1 0 0,0 0 0 0 0,-1-1 0 0 0,1 0-1 0 0,11-1 1 0 0,6-4-649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8:01.88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119 80 12443 0 0,'-3'-6'571'0'0,"1"0"0"0"0,-2 1 0 0 0,1-1 1 0 0,0 1-1 0 0,-1 0 0 0 0,-6-7 1 0 0,9 11-458 0 0,0 0 1 0 0,0 1-1 0 0,1-1 1 0 0,-1 0 0 0 0,0 1-1 0 0,0-1 1 0 0,0 1 0 0 0,0-1-1 0 0,0 1 1 0 0,0-1 0 0 0,1 1-1 0 0,-1 0 1 0 0,0 0 0 0 0,0-1-1 0 0,0 1 1 0 0,0 0 0 0 0,0 0-1 0 0,-1 0 1 0 0,0 0 0 0 0,1 0-90 0 0,0 1 0 0 0,0-1 0 0 0,0 1 0 0 0,-1 0 0 0 0,1-1-1 0 0,0 1 1 0 0,0 0 0 0 0,0 0 0 0 0,1 0 0 0 0,-1 0 0 0 0,0 0 0 0 0,0 0 0 0 0,0 0 0 0 0,1 0 0 0 0,-1 0 0 0 0,0 0 0 0 0,1 0 0 0 0,-1 0 0 0 0,1 0 0 0 0,-1 2 0 0 0,-7 23-44 0 0,1 0 1 0 0,1 1 0 0 0,1-1-1 0 0,1 1 1 0 0,1 39 0 0 0,-2-6-7 0 0,1-19 58 0 0,-1-5 94 0 0,2 2-1 0 0,1-1 1 0 0,2 0-1 0 0,2 0 1 0 0,7 44-1 0 0,-9-77-59 0 0,1 0-1 0 0,0 0 0 0 0,1 0 0 0 0,-1-1 1 0 0,1 1-1 0 0,-1 0 0 0 0,1-1 1 0 0,0 1-1 0 0,1-1 0 0 0,-1 1 1 0 0,1-1-1 0 0,-1 0 0 0 0,1 0 1 0 0,6 4-1 0 0,-7-5-33 0 0,0-1 1 0 0,-1-1-1 0 0,2 1 1 0 0,-1 0 0 0 0,0 0-1 0 0,0-1 1 0 0,0 1-1 0 0,0-1 1 0 0,0 0-1 0 0,0 0 1 0 0,1 0-1 0 0,-1 0 1 0 0,0 0-1 0 0,0 0 1 0 0,0 0-1 0 0,0-1 1 0 0,1 1-1 0 0,-1-1 1 0 0,0 1 0 0 0,0-1-1 0 0,0 0 1 0 0,0 0-1 0 0,0 0 1 0 0,0 0-1 0 0,-1 0 1 0 0,1-1-1 0 0,0 1 1 0 0,3-3-1 0 0,6-7-15 0 0,0 0 0 0 0,-1 0 0 0 0,0-1 0 0 0,-1 0 0 0 0,0-1 0 0 0,-1 0 0 0 0,0 0-1 0 0,-1-1 1 0 0,-1 0 0 0 0,5-16 0 0 0,1-6-66 0 0,-1 0 0 0 0,-3 0 0 0 0,5-39-1 0 0,-11 58-21 0 0,0-1-1 0 0,-1 1 1 0 0,-1-1-1 0 0,-1 0 1 0 0,0 1-1 0 0,-7-29 1 0 0,5 36 37 0 0,0 0 0 0 0,0 1 0 0 0,-1-1 0 0 0,0 1 0 0 0,-1 0 0 0 0,0 0 0 0 0,0 1 0 0 0,-1-1 0 0 0,0 1 0 0 0,0 1 0 0 0,-1-1 0 0 0,0 1 0 0 0,-9-7 0 0 0,4 4-114 0 0,8 6-68 0 0,-1 0 0 0 0,1 0 0 0 0,-1 0 0 0 0,0 1 0 0 0,-1-1 0 0 0,1 1-1 0 0,0 1 1 0 0,-12-5 0 0 0,11 6-982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8:02.1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29 12443 0 0,'-1'-1'51'0'0,"1"0"0"0"0,0 0 1 0 0,0 0-1 0 0,0 0 1 0 0,0 0-1 0 0,0 0 1 0 0,0 0-1 0 0,0 0 0 0 0,0 0 1 0 0,0 0-1 0 0,0 0 1 0 0,0 1-1 0 0,1-1 0 0 0,-1 0 1 0 0,0 0-1 0 0,1 0 1 0 0,-1 0-1 0 0,1 0 0 0 0,-1 1 1 0 0,1-1-1 0 0,-1 0 1 0 0,1 0-1 0 0,-1 1 1 0 0,1-1-1 0 0,0 0 0 0 0,-1 1 1 0 0,1-1-1 0 0,0 1 1 0 0,0-1-1 0 0,0 1 0 0 0,-1-1 1 0 0,1 1-1 0 0,0-1 1 0 0,0 1-1 0 0,0 0 0 0 0,0-1 1 0 0,0 1-1 0 0,0 0 1 0 0,0 0-1 0 0,0 0 0 0 0,-1 0 1 0 0,1 0-1 0 0,2 0 1 0 0,0 0 15 0 0,0-1 0 0 0,0 2 1 0 0,0-1-1 0 0,0 0 0 0 0,0 0 0 0 0,0 1 1 0 0,0 0-1 0 0,0-1 0 0 0,0 1 0 0 0,0 0 1 0 0,0 1-1 0 0,4 1 0 0 0,-2 2 31 0 0,0-1-1 0 0,0 1 1 0 0,-1 0 0 0 0,0 1-1 0 0,0-1 1 0 0,0 1-1 0 0,-1 0 1 0 0,0 0 0 0 0,0 0-1 0 0,0 0 1 0 0,-1 0-1 0 0,0 1 1 0 0,0-1-1 0 0,1 10 1 0 0,2 10 369 0 0,-1 0 1 0 0,-1 32-1 0 0,-2-24-149 0 0,-1 0 0 0 0,-1 0 0 0 0,-3 0 1 0 0,0 0-1 0 0,-17 58 0 0 0,15-76-1805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8:02.5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0 154 8754 0 0,'1'-2'169'0'0,"0"-1"0"0"0,0 1 1 0 0,0 0-1 0 0,0 0 0 0 0,0 0 0 0 0,0 0 1 0 0,0 0-1 0 0,1 0 0 0 0,-1 0 0 0 0,1 0 0 0 0,-1 0 1 0 0,1 0-1 0 0,0 1 0 0 0,0-1 0 0 0,0 1 1 0 0,0 0-1 0 0,0-1 0 0 0,0 1 0 0 0,0 0 1 0 0,0 0-1 0 0,0 0 0 0 0,0 0 0 0 0,1 1 1 0 0,-1-1-1 0 0,0 1 0 0 0,1-1 0 0 0,-1 1 0 0 0,0 0 1 0 0,1 0-1 0 0,-1 0 0 0 0,1 0 0 0 0,-1 0 1 0 0,0 0-1 0 0,1 1 0 0 0,-1-1 0 0 0,0 1 1 0 0,1 0-1 0 0,-1 0 0 0 0,4 1 0 0 0,0 2-11 0 0,0 0 0 0 0,0 0-1 0 0,-1 1 1 0 0,1-1 0 0 0,-1 1-1 0 0,0 0 1 0 0,-1 0 0 0 0,1 1-1 0 0,-1 0 1 0 0,0-1 0 0 0,4 9-1 0 0,5 11 261 0 0,14 39 1 0 0,-18-41-107 0 0,10 27 194 0 0,-14-32-218 0 0,2 0 1 0 0,0-1-1 0 0,0 0 1 0 0,2 0-1 0 0,0-1 1 0 0,1 0-1 0 0,19 23 1 0 0,-29-38-278 0 0,1 0 1 0 0,0-1 0 0 0,-1 1-1 0 0,1 0 1 0 0,0-1-1 0 0,0 1 1 0 0,0-1-1 0 0,-1 1 1 0 0,1-1 0 0 0,0 1-1 0 0,0-1 1 0 0,0 0-1 0 0,0 0 1 0 0,0 1 0 0 0,0-1-1 0 0,0 0 1 0 0,0 0-1 0 0,0 0 1 0 0,0 0-1 0 0,0 0 1 0 0,0 0 0 0 0,0 0-1 0 0,0 0 1 0 0,0 0-1 0 0,0 0 1 0 0,0-1-1 0 0,0 1 1 0 0,0 0 0 0 0,-1-1-1 0 0,1 1 1 0 0,0-1-1 0 0,0 1 1 0 0,0-1-1 0 0,0 1 1 0 0,-1-1 0 0 0,1 0-1 0 0,0 1 1 0 0,0-1-1 0 0,-1 0 1 0 0,1 1-1 0 0,-1-1 1 0 0,1 0 0 0 0,0 0-1 0 0,-1 0 1 0 0,0 0-1 0 0,1 0 1 0 0,0 0-1 0 0,3-8-144 0 0,1 1 0 0 0,-2-1-1 0 0,6-16 1 0 0,-8 22 96 0 0,35-130-1149 0 0,-27 94 698 0 0,1 0 1 0 0,2 0-1 0 0,1 1 0 0 0,21-39 0 0 0,-28 67 397 0 0,0 1-1 0 0,0-1 1 0 0,13-13-1 0 0,-17 20 131 0 0,0 1 0 0 0,0 0 0 0 0,0 0-1 0 0,0 0 1 0 0,1 0 0 0 0,-1 0 0 0 0,1 1 0 0 0,-1-1-1 0 0,1 1 1 0 0,-1-1 0 0 0,1 1 0 0 0,0 0-1 0 0,0 0 1 0 0,-1 0 0 0 0,1 1 0 0 0,0-1 0 0 0,0 1-1 0 0,0-1 1 0 0,4 1 0 0 0,-4 1 65 0 0,-1 0 1 0 0,0 0-1 0 0,0 0 0 0 0,1 0 1 0 0,-1 0-1 0 0,0 1 1 0 0,0-1-1 0 0,-1 1 0 0 0,1-1 1 0 0,0 1-1 0 0,0 0 1 0 0,-1 0-1 0 0,1 0 0 0 0,-1 0 1 0 0,1 0-1 0 0,1 3 1 0 0,20 43 962 0 0,-18-36-788 0 0,60 150 660 0 0,-6-12-286 0 0,-41-105-2151 0 0,-2 0 1 0 0,14 70-1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8:02.79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0 14283 0 0,'0'0'57'0'0,"-1"1"0"0"0,1-1 0 0 0,0 0-1 0 0,-1 1 1 0 0,1-1 0 0 0,-1 0 0 0 0,1 1 0 0 0,0-1 0 0 0,-1 0 0 0 0,1 1-1 0 0,0-1 1 0 0,-1 1 0 0 0,1-1 0 0 0,0 1 0 0 0,0-1 0 0 0,-1 1 0 0 0,1-1-1 0 0,0 1 1 0 0,0-1 0 0 0,0 1 0 0 0,0-1 0 0 0,0 1 0 0 0,0-1-1 0 0,0 1 1 0 0,0-1 0 0 0,0 1 0 0 0,0-1 0 0 0,0 1 0 0 0,0-1 0 0 0,0 1-1 0 0,0-1 1 0 0,0 1 0 0 0,0-1 0 0 0,1 1 0 0 0,-1-1 0 0 0,0 1 0 0 0,0-1-1 0 0,1 1 1 0 0,-1-1 0 0 0,0 0 0 0 0,1 1 0 0 0,-1-1 0 0 0,0 1 0 0 0,1-1-1 0 0,-1 0 1 0 0,1 1 0 0 0,-1-1 0 0 0,0 0 0 0 0,1 0 0 0 0,-1 1-1 0 0,2-1 1 0 0,5 8 385 0 0,14 16-138 0 0,-2 0-1 0 0,-1 2 1 0 0,-1 0 0 0 0,-1 1-1 0 0,18 43 1 0 0,-17-29-25 0 0,-1 1 1 0 0,-3 0-1 0 0,10 56 0 0 0,-20-87-502 0 0,-1-1 1 0 0,-1 0-1 0 0,0 1 0 0 0,0-1 0 0 0,-1 1 0 0 0,-1-1 0 0 0,1 1 0 0 0,-2-1 0 0 0,1 1 0 0 0,-2-1 0 0 0,-3 12 0 0 0,-1-8-870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8:03.0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58 10594 0 0,'5'-5'343'0'0,"-1"0"0"0"0,2 1 0 0 0,-1-1 0 0 0,0 1-1 0 0,1 0 1 0 0,0 1 0 0 0,0-1 0 0 0,0 1 0 0 0,0 0 0 0 0,1 1 0 0 0,-1-1-1 0 0,8-1 1 0 0,-7 2-107 0 0,1 0-1 0 0,-1 1 1 0 0,1-1 0 0 0,0 2-1 0 0,-1-1 1 0 0,1 1 0 0 0,0 0-1 0 0,-1 0 1 0 0,1 1 0 0 0,0 0-1 0 0,-1 1 1 0 0,15 4 0 0 0,-18-4-213 0 0,1 0-1 0 0,-1 0 1 0 0,0 1 0 0 0,0-1 0 0 0,0 1 0 0 0,0 0 0 0 0,0 0 0 0 0,-1 1 0 0 0,1-1 0 0 0,-1 1 0 0 0,0 0 0 0 0,0 0 0 0 0,0 0 0 0 0,-1 0 0 0 0,1 0 0 0 0,-1 0 0 0 0,0 1 0 0 0,0-1 0 0 0,-1 1 0 0 0,1 0 0 0 0,0 7 0 0 0,0-2-67 0 0,-1-1 1 0 0,0 1-1 0 0,-1-1 0 0 0,0 1 1 0 0,-1-1-1 0 0,0 0 0 0 0,0 1 1 0 0,-1-1-1 0 0,0 0 0 0 0,0 1 1 0 0,-1-1-1 0 0,-1 0 0 0 0,1-1 1 0 0,-1 1-1 0 0,-10 13 0 0 0,7-11-237 0 0,0-1 0 0 0,-1 0 0 0 0,-1 0 0 0 0,0-1 0 0 0,0 0 0 0 0,-1-1 0 0 0,0 0 0 0 0,0 0 0 0 0,-1-1 0 0 0,1-1 0 0 0,-15 7-1 0 0,5-5-5008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8:03.34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13363 0 0,'2'24'702'0'0,"1"-1"0"0"0,0 0 0 0 0,14 43 0 0 0,-6-22 228 0 0,0-2 28 0 0,28 73 1 0 0,-33-100-757 0 0,1 0 0 0 0,1-1 1 0 0,0 0-1 0 0,1 0 0 0 0,0 0 1 0 0,1-1-1 0 0,22 22 0 0 0,-30-34-189 0 0,-1 1 0 0 0,1 0 0 0 0,0-1 0 0 0,0 0 0 0 0,0 0 0 0 0,0 1 0 0 0,-1-1 0 0 0,2 0 0 0 0,-1 0-1 0 0,0-1 1 0 0,0 1 0 0 0,0 0 0 0 0,0-1 0 0 0,0 1 0 0 0,1-1 0 0 0,-1 0 0 0 0,0 0 0 0 0,0 0 0 0 0,0 0-1 0 0,1 0 1 0 0,2-1 0 0 0,-2 0 37 0 0,0 0-1 0 0,1 0 1 0 0,-1-1-1 0 0,-1 0 1 0 0,1 1-1 0 0,0-1 1 0 0,0 0-1 0 0,-1-1 1 0 0,1 1 0 0 0,-1 0-1 0 0,1-1 1 0 0,2-4-1 0 0,5-9 176 0 0,0 1 0 0 0,-2-1-1 0 0,0-1 1 0 0,7-20 0 0 0,-13 32-204 0 0,51-153 451 0 0,-48 139-885 0 0,-1 1 0 0 0,-1-1 0 0 0,-1 0 1 0 0,0 0-1 0 0,-1 0 0 0 0,-4-34 0 0 0,0 39-4621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8:03.6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0 110 13827 0 0,'3'0'172'0'0,"0"0"0"0"0,0 0 0 0 0,-1 0 0 0 0,1 0 0 0 0,0-1-1 0 0,0 1 1 0 0,-1-1 0 0 0,1 1 0 0 0,0-1 0 0 0,-1 0 0 0 0,1 0 0 0 0,-1 0 0 0 0,3-2 0 0 0,3 0 587 0 0,55-20 899 0 0,113-33 1587 0 0,-153 50-3507 0 0,1 2 0 0 0,0 0-1 0 0,1 1 1 0 0,-1 2-1 0 0,39 2 1 0 0,-49 0-1114 0 0,0 0-3518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8:03.85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3225 0 0,'6'41'15713'0'0,"-2"-36"-14418"0"0,4 6-1032 0 0,5 10 22 0 0,-1 1 0 0 0,-1 0 0 0 0,-1 1 0 0 0,-1 0-1 0 0,-1 1 1 0 0,-1 0 0 0 0,-1 0 0 0 0,4 39 0 0 0,-5-7-930 0 0,-3 1 1 0 0,-7 95 0 0 0,2-118-6936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8:04.1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16 12899 0 0,'0'-1'111'0'0,"1"0"0"0"0,0-1 0 0 0,0 1-1 0 0,0 0 1 0 0,0 0 0 0 0,0 0 0 0 0,0 0 0 0 0,0 1 0 0 0,1-1 0 0 0,-1 0 0 0 0,0 0 0 0 0,0 1 0 0 0,1-1 0 0 0,-1 1-1 0 0,0-1 1 0 0,1 1 0 0 0,-1-1 0 0 0,1 1 0 0 0,-1 0 0 0 0,0 0 0 0 0,1-1 0 0 0,-1 1 0 0 0,3 1 0 0 0,-1-1 55 0 0,-1 1 1 0 0,0 0-1 0 0,0 0 1 0 0,1 0-1 0 0,-1 0 1 0 0,0 0-1 0 0,0 1 1 0 0,0-1-1 0 0,0 1 1 0 0,0-1-1 0 0,-1 1 1 0 0,1 0-1 0 0,1 1 1 0 0,3 5 209 0 0,0 0 0 0 0,-1 0 0 0 0,0 0 0 0 0,-1 0 0 0 0,0 1 0 0 0,5 13 0 0 0,-1 10 83 0 0,0 1 0 0 0,-2 0 0 0 0,3 65 0 0 0,-12 106 172 0 0,0-3-553 0 0,4-177-42 0 0,-1-8-651 0 0,1 0 0 0 0,4 23-1 0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8:04.33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1 316 14283 0 0,'55'-56'1074'0'0,"-12"10"-926"0"0,2 2-1 0 0,2 2 0 0 0,92-63 0 0 0,-133 102-154 0 0,0-1 1 0 0,-1 1-1 0 0,1 1 0 0 0,1-1 0 0 0,-1 1 1 0 0,10-3-1 0 0,-15 5-35 0 0,0 0 1 0 0,0 0-1 0 0,0 0 0 0 0,0 0 1 0 0,0 0-1 0 0,1 0 1 0 0,-1 0-1 0 0,0 0 0 0 0,0 0 1 0 0,0 0-1 0 0,0 1 0 0 0,0-1 1 0 0,0 0-1 0 0,0 1 0 0 0,0-1 1 0 0,0 1-1 0 0,-1-1 1 0 0,1 1-1 0 0,0-1 0 0 0,0 1 1 0 0,0 0-1 0 0,0-1 0 0 0,-1 1 1 0 0,1 0-1 0 0,0 0 1 0 0,-1-1-1 0 0,1 1 0 0 0,0 0 1 0 0,-1 0-1 0 0,1 0 0 0 0,-1 0 1 0 0,0 0-1 0 0,1 0 0 0 0,-1 0 1 0 0,0 0-1 0 0,1 0 1 0 0,-1 0-1 0 0,0 0 0 0 0,0 0 1 0 0,0 0-1 0 0,0 0 0 0 0,0 0 1 0 0,0 0-1 0 0,0 0 1 0 0,0 0-1 0 0,-1 0 0 0 0,1 0 1 0 0,-1 2-1 0 0,1 3-51 0 0,-1 0 0 0 0,0 0 1 0 0,0 0-1 0 0,0 0 0 0 0,-1 0 0 0 0,0 0 1 0 0,0 0-1 0 0,-5 9 0 0 0,-9 6 40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8:04.47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1 103 11979 0 0,'22'-12'3758'0'0,"7"-4"-3029"0"0,50-33 228 0 0,-22 24-3426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8:04.6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24 0 15667 0 0,'-7'13'355'0'0,"5"-9"-233"0"0,0 1 0 0 0,-1-1 0 0 0,1 1 0 0 0,1-1 0 0 0,-1 1 0 0 0,1 0 0 0 0,0 0 0 0 0,0-1 0 0 0,0 1 0 0 0,0 8 0 0 0,2-9-30 0 0,0-2 1 0 0,0 1-1 0 0,0 0 1 0 0,0 0-1 0 0,1 0 1 0 0,-1 0-1 0 0,1-1 1 0 0,-1 1-1 0 0,1-1 1 0 0,0 1-1 0 0,0-1 1 0 0,0 0-1 0 0,1 1 1 0 0,-1-1-1 0 0,1 0 1 0 0,-1-1-1 0 0,1 1 1 0 0,-1 0-1 0 0,1-1 1 0 0,3 2-1 0 0,0-1 112 0 0,-1 1-1 0 0,1-1 0 0 0,0 0 1 0 0,0-1-1 0 0,0 0 0 0 0,0 0 0 0 0,0 0 1 0 0,0 0-1 0 0,7-1 0 0 0,15-4-637 0 0,0-1 0 0 0,-1-2 0 0 0,0 0 0 0 0,0-2 0 0 0,38-17 0 0 0,-32 12-6370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8:06.2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9923 0 14283 0 0,'-2'235'5626'0'0,"-3"120"-5464"0"0,2-196 387 0 0,5 927-1175 0 0,65-1-76 0 0,11-560 897 0 0,14 177 26 0 0,-89-426-326 0 0,-5-248 322 0 0,-1 1 0 0 0,-2 0 1 0 0,0-1-1 0 0,-2 0 1 0 0,-1 0-1 0 0,-1-1 0 0 0,-20 39 1 0 0,27-61-125 0 0,-1 0 1 0 0,0-1-1 0 0,0 1 1 0 0,0-1-1 0 0,-1 0 1 0 0,0 0-1 0 0,0 0 1 0 0,0-1-1 0 0,0 1 0 0 0,0-1 1 0 0,-1 0-1 0 0,1 0 1 0 0,-1-1-1 0 0,0 1 1 0 0,0-1-1 0 0,0 0 1 0 0,-7 2-1 0 0,-5-1 27 0 0,0 0-1 0 0,-1-1 0 0 0,1 0 1 0 0,-19-2-1 0 0,13 0 9 0 0,-35 5 0 0 0,-570 71 1150 0 0,-429-6-1609 0 0,680-35-41 0 0,-121 10 165 0 0,214-24 38 0 0,-774 77 66 0 0,901-76-26 0 0,-268 33 15 0 0,-3-26 117 0 0,-536 24-827 0 0,895-45 672 0 0,-472 46-33 0 0,424-49 388 0 0,1-6 0 0 0,-194-24 0 0 0,-328-41-614 0 0,439 62 145 0 0,107 5 220 0 0,-172-22-1 0 0,236 16 97 0 0,1 0 0 0 0,-1-2 0 0 0,2-2 0 0 0,-1 0 0 0 0,1-1 0 0 0,1-2 0 0 0,0-1 0 0 0,0-1 0 0 0,1 0 0 0 0,-33-29 0 0 0,11 0-303 0 0,-60-74 0 0 0,73 77-1449 0 0,-2 2 0 0 0,-1 1-1 0 0,-48-36 1 0 0,20 29-1340 0 0,40 29 3252 0 0,0-2-1 0 0,-24-22 1 0 0,40 32 183 0 0,1-1 0 0 0,0 1 0 0 0,0-2 0 0 0,1 1 0 0 0,0-1 0 0 0,1 0 0 0 0,-1 0 0 0 0,2-1 1 0 0,-7-16-1 0 0,7 9 219 0 0,4 13-471 0 0,-1 0-1 0 0,0 1 1 0 0,0-1 0 0 0,0 0-1 0 0,0 0 1 0 0,0 1 0 0 0,-1-1-1 0 0,0 1 1 0 0,0-1-1 0 0,0 1 1 0 0,0-1 0 0 0,-5-4-1 0 0,4 5 10 0 0,0 1 0 0 0,0-1 0 0 0,0 0-1 0 0,0 0 1 0 0,0 0 0 0 0,0-1 0 0 0,1 1 0 0 0,-1 0 0 0 0,1-1-1 0 0,-2-6 1 0 0,-24-50-399 0 0,16 32 363 0 0,-46-101 137 0 0,5-3 1 0 0,-41-161-1 0 0,38 60-124 0 0,-37-133 85 0 0,-70-150 199 0 0,137 431-378 0 0,5-1 1 0 0,3 0 0 0 0,3-1-1 0 0,-4-143 1 0 0,20 84-1940 0 0,14 0-6372 0 0,-11 122 6555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18:06.85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127 1181 1376 0 0,'-12'0'-46'0'0,"-1"1"256"0"0,0-2-1 0 0,-26-3 1 0 0,36 4-59 0 0,1 0 0 0 0,-1-1 0 0 0,1 0 1 0 0,-1 1-1 0 0,1-1 0 0 0,-1 0 0 0 0,1 0 0 0 0,0-1 0 0 0,-1 1 0 0 0,1 0 0 0 0,0-1 1 0 0,0 1-1 0 0,0-1 0 0 0,0 0 0 0 0,0 1 0 0 0,1-1 0 0 0,-1 0 0 0 0,0 0 0 0 0,1 0 1 0 0,-1-1-1 0 0,-1-3 0 0 0,3 4-60 0 0,-1 0 0 0 0,1 0 0 0 0,0 0 1 0 0,0 0-1 0 0,0-1 0 0 0,0 1 0 0 0,0 0 0 0 0,0 0 1 0 0,0 0-1 0 0,1-1 0 0 0,-1 1 0 0 0,1 0 0 0 0,0 0 0 0 0,0 0 1 0 0,0 0-1 0 0,0 0 0 0 0,0 0 0 0 0,0 0 0 0 0,0 0 1 0 0,0 1-1 0 0,1-1 0 0 0,-1 0 0 0 0,4-2 0 0 0,3-4 74 0 0,1 0 0 0 0,0 0 0 0 0,11-6 0 0 0,-17 13-146 0 0,77-50 518 0 0,3 4-1 0 0,1 4 0 0 0,110-40 1 0 0,7 11 909 0 0,221-48 1 0 0,220-5 161 0 0,2 58-529 0 0,6 40-696 0 0,163-12-434 0 0,748-157-131 0 0,-799 75 1323 0 0,4 59-1227 0 0,-664 64-126 0 0,-1 3 0 0 0,117 23 0 0 0,193 57-322 0 0,-304-61 380 0 0,232 33 1277 0 0,-253-50 1171 0 0,170-8 0 0 0,-196-4-1741 0 0,100-4 440 0 0,-138 10-941 0 0,0 0 0 0 0,-1 1 0 0 0,1 1 0 0 0,-1 1-1 0 0,25 7 1 0 0,-40-9-299 0 0,-1 0-1 0 0,1 1 0 0 0,0 0 1 0 0,-1 0-1 0 0,0 0 0 0 0,9 7 1 0 0,6 9-7487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1:52.1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46 5065 0 0,'0'-46'5729'0'0,"3"144"-755"0"0,8 55-3996 0 0,-3-55-592 0 0,1 48-228 0 0,17 174-3658 0 0,-18-275-1608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1:52.4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53 5529 0 0,'-1'-1'147'0'0,"1"1"0"0"0,0-1 0 0 0,0 0-1 0 0,0 0 1 0 0,0 0 0 0 0,0 0 0 0 0,0 1 0 0 0,0-1-1 0 0,0 0 1 0 0,0 0 0 0 0,1 0 0 0 0,-1 0 0 0 0,0 1-1 0 0,0-1 1 0 0,1 0 0 0 0,-1 0 0 0 0,0 1 0 0 0,1-1 0 0 0,-1 0-1 0 0,1 0 1 0 0,-1 1 0 0 0,1-1 0 0 0,0 1 0 0 0,-1-1-1 0 0,1 0 1 0 0,-1 1 0 0 0,1-1 0 0 0,0 1 0 0 0,0-1-1 0 0,22-17 2192 0 0,-17 15-2075 0 0,0 1 0 0 0,0 0 0 0 0,0 1 1 0 0,0-1-1 0 0,0 1 0 0 0,0 1 0 0 0,0-1 1 0 0,1 1-1 0 0,-1 0 0 0 0,0 0 0 0 0,0 1 1 0 0,1-1-1 0 0,-1 2 0 0 0,8 1 0 0 0,0 0-599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1:53.4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228 511 3225 0 0,'-3'-2'133'0'0,"-1"-1"0"0"0,1 1 0 0 0,-1 0 0 0 0,1 0 0 0 0,-1 0 0 0 0,0 1 0 0 0,1-1 1 0 0,-1 1-1 0 0,0 0 0 0 0,0 0 0 0 0,0 0 0 0 0,0 1 0 0 0,0-1 0 0 0,0 1 0 0 0,-1 0 0 0 0,1 0 0 0 0,-7 1 1 0 0,5 1 102 0 0,0 0 1 0 0,1 0-1 0 0,-1 0 1 0 0,0 1 0 0 0,1-1-1 0 0,0 1 1 0 0,0 0-1 0 0,0 1 1 0 0,0 0 0 0 0,0-1-1 0 0,-4 6 1 0 0,0 1 100 0 0,0 0 0 0 0,0 1 1 0 0,1 0-1 0 0,0 0 0 0 0,1 1 1 0 0,1 0-1 0 0,0 0 1 0 0,0 1-1 0 0,1 0 0 0 0,-3 15 1 0 0,7-26-319 0 0,1 0 0 0 0,-1 0 0 0 0,1 1 0 0 0,0-1 0 0 0,0 0 0 0 0,0 0 0 0 0,0 0 0 0 0,0 0 0 0 0,0 0 0 0 0,0 1 0 0 0,1-1 0 0 0,-1 0 0 0 0,1 0 0 0 0,0 0 0 0 0,-1 0 0 0 0,1 0 0 0 0,0 0 0 0 0,0 0 0 0 0,0-1 0 0 0,3 4 0 0 0,-3-4-28 0 0,0-1 0 0 0,0 1 0 0 0,0 0 0 0 0,0-1 0 0 0,1 1-1 0 0,-1-1 1 0 0,0 0 0 0 0,0 1 0 0 0,1-1 0 0 0,-1 0 0 0 0,0 0 0 0 0,0 0 0 0 0,1 0 0 0 0,-1 0 0 0 0,0 0 0 0 0,0 0 0 0 0,1 0 0 0 0,-1 0 0 0 0,0 0 0 0 0,0-1 0 0 0,1 1 0 0 0,-1-1-1 0 0,0 1 1 0 0,0-1 0 0 0,0 1 0 0 0,0-1 0 0 0,0 0 0 0 0,0 1 0 0 0,0-1 0 0 0,0 0 0 0 0,0 0 0 0 0,0 0 0 0 0,0 0 0 0 0,0 0 0 0 0,0 0 0 0 0,0-1 0 0 0,11-12-266 0 0,0 0 1 0 0,-1-1 0 0 0,0-1 0 0 0,-1 1-1 0 0,-1-2 1 0 0,-1 1 0 0 0,8-22 0 0 0,-6 11-206 0 0,-1-1 1 0 0,-2 0-1 0 0,9-56 1 0 0,-15 54 460 0 0,0 0-1 0 0,-2 0 1 0 0,-1-1-1 0 0,-1 1 1 0 0,-2 0-1 0 0,-8-31 1 0 0,3 28 1594 0 0,0 1 1 0 0,-26-54-1 0 0,36 86-1510 0 0,0 0-1 0 0,0 0 0 0 0,0 0 0 0 0,0 0 0 0 0,0-1 1 0 0,0 1-1 0 0,0 0 0 0 0,0 0 0 0 0,0 0 0 0 0,0-1 1 0 0,0 1-1 0 0,0 0 0 0 0,0 0 0 0 0,0 0 0 0 0,-1-1 1 0 0,1 1-1 0 0,-1-1 449 0 0,1 1-448 0 0,0 0-1 0 0,0 0 0 0 0,0 0 0 0 0,0 0 0 0 0,-1-1 0 0 0,1 1 1 0 0,0 0-1 0 0,0 0 0 0 0,0 0 0 0 0,-1 0 0 0 0,1 0 1 0 0,0 0-1 0 0,0 0 0 0 0,0 0 0 0 0,0 0 0 0 0,-1 0 1 0 0,1 0-1 0 0,0 0 0 0 0,0 0 0 0 0,0 0 0 0 0,-1 0 1 0 0,1 0-1 0 0,0 0 0 0 0,0 0 0 0 0,0 0 0 0 0,-1 1 1 0 0,1-1-1 0 0,-3 14 1509 0 0,1 25-694 0 0,2-36-715 0 0,3 116 568 0 0,33 223 0 0 0,-31-312-712 0 0,2-1-1 0 0,1 0 1 0 0,17 41-1 0 0,-19-57-115 0 0,0 0-1 0 0,1 0 0 0 0,0-1 0 0 0,1 0 1 0 0,1 0-1 0 0,0-1 0 0 0,0 0 0 0 0,1-1 1 0 0,16 13-1 0 0,3-2-894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1:54.1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49 230 5529 0 0,'-4'3'232'0'0,"-1"1"0"0"0,1 0 1 0 0,0 1-1 0 0,1-1 0 0 0,-1 1 0 0 0,1 0 0 0 0,0 0 0 0 0,0 0 0 0 0,0 0 0 0 0,1 0 1 0 0,0 0-1 0 0,0 1 0 0 0,0-1 0 0 0,1 1 0 0 0,0 0 0 0 0,0-1 0 0 0,-1 7 0 0 0,2-11-176 0 0,0-1-1 0 0,0 0 0 0 0,0 1 1 0 0,0-1-1 0 0,0 1 0 0 0,0-1 0 0 0,0 0 1 0 0,0 1-1 0 0,1-1 0 0 0,-1 0 0 0 0,0 1 1 0 0,0-1-1 0 0,0 0 0 0 0,0 0 1 0 0,0 1-1 0 0,1-1 0 0 0,-1 0 0 0 0,0 1 1 0 0,0-1-1 0 0,0 0 0 0 0,1 0 1 0 0,-1 1-1 0 0,0-1 0 0 0,0 0 0 0 0,1 0 1 0 0,-1 0-1 0 0,0 1 0 0 0,1-1 1 0 0,-1 0-1 0 0,0 0 0 0 0,1 0 0 0 0,-1 0 1 0 0,0 0-1 0 0,0 1 0 0 0,1-1 0 0 0,12-6 1234 0 0,9-16 140 0 0,-16 14-1246 0 0,0-1 0 0 0,-1 0 0 0 0,0 0 0 0 0,0-1 0 0 0,-1 1 0 0 0,0-1 0 0 0,0 0 0 0 0,-2 0 0 0 0,1-1 0 0 0,-1 1 0 0 0,0-1 0 0 0,0-18 0 0 0,-3-7-208 0 0,0-1 0 0 0,-10-46 0 0 0,11 77 40 0 0,0 8-31 0 0,4 26-11 0 0,1 0-1 0 0,1 0 0 0 0,13 34 0 0 0,-16-53-20 0 0,1 0 0 0 0,0-1-1 0 0,1 0 1 0 0,0 0-1 0 0,0 0 1 0 0,9 10-1 0 0,-10-14-44 0 0,-1-1 0 0 0,1 1 0 0 0,0-1 0 0 0,0 0 0 0 0,1 0 0 0 0,-1 0 0 0 0,0-1 0 0 0,1 0 0 0 0,-1 1 0 0 0,1-2 0 0 0,0 1 0 0 0,0 0 0 0 0,5 0 0 0 0,-8-2-52 0 0,-1 0 1 0 0,1 0-1 0 0,0 0 0 0 0,0-1 1 0 0,0 1-1 0 0,-1 0 0 0 0,1-1 1 0 0,0 1-1 0 0,-1-1 0 0 0,1 0 1 0 0,0 0-1 0 0,-1 1 0 0 0,1-1 1 0 0,-1 0-1 0 0,0 0 0 0 0,1-1 1 0 0,-1 1-1 0 0,0 0 0 0 0,1 0 1 0 0,-1-1-1 0 0,0 1 0 0 0,0 0 1 0 0,0-1-1 0 0,0 1 0 0 0,0-1 1 0 0,1-2-1 0 0,22-53-127 0 0,-15 34-98 0 0,-3 11 272 0 0,0 0 0 0 0,1 0 1 0 0,0 0-1 0 0,14-16 0 0 0,-19 25 230 0 0,1 0 1 0 0,-1 0-1 0 0,1 1 1 0 0,0-1-1 0 0,0 1 0 0 0,0-1 1 0 0,0 1-1 0 0,0 0 1 0 0,0 0-1 0 0,0 1 1 0 0,1-1-1 0 0,-1 1 1 0 0,1-1-1 0 0,0 1 1 0 0,-1 0-1 0 0,1 0 0 0 0,0 1 1 0 0,-1-1-1 0 0,1 1 1 0 0,0 0-1 0 0,6 0 1 0 0,-8 0-64 0 0,-1 1 1 0 0,0 0-1 0 0,1-1 0 0 0,-1 1 1 0 0,0 0-1 0 0,0 0 0 0 0,0 0 1 0 0,1-1-1 0 0,-1 1 1 0 0,0 0-1 0 0,0 1 0 0 0,0-1 1 0 0,-1 0-1 0 0,1 0 0 0 0,0 0 1 0 0,0 0-1 0 0,0 1 1 0 0,-1-1-1 0 0,1 0 0 0 0,-1 1 1 0 0,1 1-1 0 0,9 35 562 0 0,-8-29-386 0 0,8 54 747 0 0,-9-48-983 0 0,1 0-1 0 0,0-1 0 0 0,1 0 0 0 0,0 1 0 0 0,2-1 1 0 0,0-1-1 0 0,0 1 0 0 0,12 20 0 0 0,-16-32-87 0 0,-1-1-1 0 0,1 0 0 0 0,0 0 0 0 0,-1 0 0 0 0,1 0 1 0 0,0 0-1 0 0,0 0 0 0 0,0 0 0 0 0,0 0 0 0 0,0 0 0 0 0,0 0 1 0 0,0-1-1 0 0,0 1 0 0 0,0 0 0 0 0,1-1 0 0 0,-1 1 1 0 0,0-1-1 0 0,0 1 0 0 0,1-1 0 0 0,-1 0 0 0 0,0 1 0 0 0,1-1 1 0 0,-1 0-1 0 0,0 0 0 0 0,2 0 0 0 0,-1 0-81 0 0,0-1-1 0 0,0 0 0 0 0,0 0 1 0 0,0 0-1 0 0,0 0 1 0 0,-1 0-1 0 0,1 0 0 0 0,-1 0 1 0 0,1-1-1 0 0,-1 1 1 0 0,1-1-1 0 0,-1 1 1 0 0,1-1-1 0 0,1-2 0 0 0,3-6-374 0 0,-1 0 0 0 0,0 0 0 0 0,0 0-1 0 0,6-18 1 0 0,2-31-86 0 0,5-13 1009 0 0,-16 65-237 0 0,1 1-1 0 0,-1 0 1 0 0,1 0-1 0 0,0 0 1 0 0,1 0 0 0 0,0 0-1 0 0,0 1 1 0 0,6-8-1 0 0,-9 12-106 0 0,0 0-1 0 0,0 0 1 0 0,-1 1-1 0 0,1-1 1 0 0,0 0-1 0 0,0 0 1 0 0,0 1-1 0 0,0-1 1 0 0,0 0-1 0 0,0 1 1 0 0,0-1-1 0 0,0 1 1 0 0,0 0-1 0 0,0-1 1 0 0,0 1-1 0 0,1 0 1 0 0,-1-1-1 0 0,0 1 1 0 0,0 0-1 0 0,0 0 1 0 0,0 0-1 0 0,0 0 1 0 0,1 0-1 0 0,-1 0 1 0 0,0 1-1 0 0,1-1 1 0 0,0 1 29 0 0,0 0 1 0 0,0 1 0 0 0,-1-1-1 0 0,1 0 1 0 0,0 1 0 0 0,-1-1-1 0 0,1 1 1 0 0,-1-1 0 0 0,1 1-1 0 0,-1 0 1 0 0,0-1-1 0 0,0 1 1 0 0,1 2 0 0 0,4 9 372 0 0,-1 0-1 0 0,0-1 1 0 0,4 21 0 0 0,-7-28-247 0 0,36 121 1485 0 0,-29-103-4265 0 0,20 34-1 0 0,-14-30-2118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1:54.6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87 30 9218 0 0,'-3'-6'938'0'0,"1"4"-225"0"0,1 0 0 0 0,0-1 0 0 0,-1 1 1 0 0,0 0-1 0 0,1 0 0 0 0,-1 0 0 0 0,0 0 0 0 0,0 0 0 0 0,-3-2 0 0 0,4 4-615 0 0,1 0 0 0 0,0 0 1 0 0,-1 0-1 0 0,1 0 0 0 0,0 0 0 0 0,-1 0 0 0 0,1 0 0 0 0,0 0 0 0 0,-1 0 1 0 0,1 0-1 0 0,0 0 0 0 0,-1 0 0 0 0,1 0 0 0 0,0 0 0 0 0,-1 0 0 0 0,1 0 0 0 0,0 0 1 0 0,-1 1-1 0 0,1-1 0 0 0,0 0 0 0 0,0 0 0 0 0,-1 0 0 0 0,1 1 0 0 0,0-1 1 0 0,0 0-1 0 0,-1 0 0 0 0,1 0 0 0 0,0 1 0 0 0,-9 19 839 0 0,-2 23-331 0 0,2 0 1 0 0,-6 69-1 0 0,6 92-745 0 0,8-178 247 0 0,0 29-158 0 0,2-1-1 0 0,11 70 1 0 0,-7-97-1458 0 0,13 42 0 0 0,-10-43-5660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1:54.8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1 201 4145 0 0,'0'-3'144'0'0,"1"0"0"0"0,-1-1 0 0 0,1 1 0 0 0,0 0 0 0 0,1-1 0 0 0,-1 1 0 0 0,0 0 0 0 0,1 0 0 0 0,0 0 0 0 0,-1 0 0 0 0,1 0 0 0 0,0 1 0 0 0,1-1 0 0 0,2-2 0 0 0,41-37 2009 0 0,-29 27-1344 0 0,-5 4-34 0 0,1 1 1 0 0,0 1-1 0 0,1 0 0 0 0,-1 0 0 0 0,2 2 0 0 0,20-9 0 0 0,21-3-1012 0 0,-30 13-4881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1:55.0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10594 0 0,'21'270'4694'0'0,"-10"-183"-4937"0"0,-2-6-2442 0 0,-9-72 2600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1:55.17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41 25 6449 0 0,'-2'-7'-102'0'0,"-5"-11"1527"0"0,2 19-267 0 0,-3 10-115 0 0,5-3-1017 0 0,0 1 0 0 0,0 0 1 0 0,1-1-1 0 0,0 2 0 0 0,1-1 0 0 0,0 0 1 0 0,0 14-1 0 0,0 1-1004 0 0,-1-7 679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1:55.4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175 40 12443 0 0,'0'-2'128'0'0,"-1"0"0"0"0,0 0 0 0 0,1 0 0 0 0,-1 0 0 0 0,0 0 0 0 0,0 0 0 0 0,-1 0 0 0 0,1 0 0 0 0,0 0 0 0 0,-1 1 0 0 0,1-1 0 0 0,-1 0 0 0 0,1 1 0 0 0,-1-1 0 0 0,0 1 0 0 0,1 0 0 0 0,-1-1 0 0 0,0 1 0 0 0,0 0 0 0 0,0 0 0 0 0,0 0 0 0 0,0 1 0 0 0,0-1 0 0 0,-1 0 0 0 0,1 1 0 0 0,0-1 0 0 0,0 1 0 0 0,0 0 0 0 0,-1 0 0 0 0,1 0 0 0 0,0 0 0 0 0,0 0 0 0 0,0 0 0 0 0,-1 0 0 0 0,1 1 0 0 0,0-1 0 0 0,0 1 0 0 0,0 0 0 0 0,0 0 0 0 0,0 0 0 0 0,0 0 0 0 0,0 0 0 0 0,0 0 0 0 0,0 0 0 0 0,-2 2 0 0 0,-2 2 41 0 0,0-1 0 0 0,0 1 0 0 0,1 1 1 0 0,-1-1-1 0 0,1 1 0 0 0,1 0 0 0 0,-1 0 1 0 0,1 0-1 0 0,0 1 0 0 0,0-1 1 0 0,1 1-1 0 0,0 0 0 0 0,0 0 0 0 0,-2 11 1 0 0,-1 5-93 0 0,0 0 1 0 0,2 0 0 0 0,-2 33 0 0 0,5-21-90 0 0,1 1 0 0 0,2-1 0 0 0,1 0 1 0 0,2 1-1 0 0,1-1 0 0 0,2-1 1 0 0,16 46-1 0 0,-13-50-1237 0 0,2-1 1 0 0,23 40-1 0 0,-26-52-5114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1:55.63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4 238 1840 0 0,'-1'-2'198'0'0,"0"0"-1"0"0,1-1 0 0 0,-1 1 0 0 0,1 0 0 0 0,0 0 1 0 0,0 0-1 0 0,0-1 0 0 0,0 1 0 0 0,0 0 1 0 0,0 0-1 0 0,0 0 0 0 0,1-1 0 0 0,-1 1 0 0 0,1 0 1 0 0,0 0-1 0 0,0 0 0 0 0,-1 0 0 0 0,1 0 1 0 0,0 0-1 0 0,1 0 0 0 0,-1 0 0 0 0,3-3 0 0 0,36-43 3080 0 0,-33 41-2793 0 0,6-6-99 0 0,1 0 1 0 0,0 1 0 0 0,1 0-1 0 0,0 2 1 0 0,1-1 0 0 0,22-9-1 0 0,-21 12-1457 0 0,1 0-1 0 0,0 2 0 0 0,25-7 1 0 0,-19 9-2609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1:55.90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42 1840 0 0,'3'2'111'0'0,"1"0"0"0"0,-1 0 0 0 0,1 0-1 0 0,-1 0 1 0 0,0 1 0 0 0,0-1 0 0 0,0 1 0 0 0,0 0-1 0 0,-1 0 1 0 0,1 0 0 0 0,-1 0 0 0 0,1 1-1 0 0,-1-1 1 0 0,0 0 0 0 0,2 7 0 0 0,8 35 1741 0 0,-10-35-1437 0 0,-1-1 0 0 0,2 0 0 0 0,-1 0 0 0 0,1 0 0 0 0,1 0 1 0 0,0 0-1 0 0,0-1 0 0 0,7 11 0 0 0,-10-17-389 0 0,1-1 1 0 0,-1 1 0 0 0,0-1 0 0 0,1 0-1 0 0,-1 0 1 0 0,1 1 0 0 0,-1-1-1 0 0,1 0 1 0 0,-1 0 0 0 0,1-1 0 0 0,0 1-1 0 0,0 0 1 0 0,-1-1 0 0 0,1 1-1 0 0,0-1 1 0 0,0 1 0 0 0,0-1 0 0 0,0 0-1 0 0,0 1 1 0 0,-1-1 0 0 0,1 0-1 0 0,2-1 1 0 0,0 1-63 0 0,-1-1-1 0 0,1-1 1 0 0,-1 1-1 0 0,0 0 0 0 0,1-1 1 0 0,-1 1-1 0 0,0-1 1 0 0,0 0-1 0 0,0 0 1 0 0,5-5-1 0 0,1-1-119 0 0,-1-1 0 0 0,0 0-1 0 0,-1 0 1 0 0,0-1 0 0 0,0 0-1 0 0,5-11 1 0 0,6-23 608 0 0,-16 36-72 0 0,0 0 0 0 0,1 0 1 0 0,0 0-1 0 0,1 1 0 0 0,-1-1 0 0 0,1 1 0 0 0,1 0 0 0 0,0 0 0 0 0,0 0 0 0 0,0 1 0 0 0,9-9 0 0 0,-12 14-245 0 0,-1 0 1 0 0,0 0-1 0 0,1 0 0 0 0,-1 1 0 0 0,1-1 1 0 0,-1 1-1 0 0,1-1 0 0 0,-1 1 0 0 0,1-1 0 0 0,-1 1 1 0 0,1 0-1 0 0,-1 0 0 0 0,1 0 0 0 0,0 0 1 0 0,-1 0-1 0 0,1 0 0 0 0,-1 0 0 0 0,1 0 1 0 0,-1 1-1 0 0,1-1 0 0 0,-1 1 0 0 0,3 0 0 0 0,-1 1 53 0 0,0-1 0 0 0,0 1 0 0 0,0 0 0 0 0,0 1 0 0 0,0-1 0 0 0,-1 0 0 0 0,1 1 0 0 0,-1 0 0 0 0,4 4 0 0 0,0 2 153 0 0,0 0 1 0 0,-1 0-1 0 0,0 1 0 0 0,0 0 0 0 0,5 18 1 0 0,-3 5-20 0 0,-1 0 0 0 0,-1 1-1 0 0,-2 0 1 0 0,-2-1 0 0 0,-1 1 0 0 0,-8 66 0 0 0,-5-21-56 0 0,-40 138-1 0 0,28-141-222 0 0,-4-1-1 0 0,-42 79 1 0 0,3-29-6627 0 0,43-82-592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7:16.122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0 0 8754 0 0,'2'3'121'0'0,"0"0"1"0"0,0 0-1 0 0,0 0 1 0 0,1 0-1 0 0,-1 0 1 0 0,1-1-1 0 0,0 1 1 0 0,0-1 0 0 0,3 3-1 0 0,2 1-8 0 0,22 25-281 0 0,34 44-1 0 0,-42-48 53 0 0,0-1 0 0 0,2 0 0 0 0,34 28 0 0 0,-25-31 608 0 0,1 0 1 0 0,1-2 0 0 0,1-2-1 0 0,62 24 1 0 0,159 38 1301 0 0,-19 2-1564 0 0,-154-50-65 0 0,105 25 0 0 0,-128-40 109 0 0,0 2 0 0 0,-2 3 1 0 0,89 47-1 0 0,-111-51-267 0 0,-14-5 12 0 0,2-1 0 0 0,0-1 0 0 0,0-2 0 0 0,1 0 0 0 0,0-2 0 0 0,40 8 0 0 0,-6-10 78 0 0,29 4 53 0 0,-80-9-135 0 0,0 1 0 0 0,0 1 0 0 0,0 0 0 0 0,0 0 0 0 0,0 0 0 0 0,-1 1 0 0 0,9 6 0 0 0,-12-6-16 0 0,0 0 1 0 0,-1 0-1 0 0,1 1 0 0 0,-1-1 1 0 0,0 1-1 0 0,-1 0 1 0 0,5 8-1 0 0,-4-7-63 0 0,-1-1 0 0 0,1 1 0 0 0,0-1 0 0 0,0 0 1 0 0,1 0-1 0 0,9 7 0 0 0,-6-7-60 0 0,-1 0 0 0 0,1-1 0 0 0,0 0 0 0 0,1 0 0 0 0,-1-1 0 0 0,0 0 0 0 0,1 0 0 0 0,0-1 0 0 0,0 0 0 0 0,0-1 0 0 0,-1 0 0 0 0,1 0 0 0 0,0-1 0 0 0,15-1 0 0 0,-9 0-1071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7:16.838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527 249 4145 0 0,'-20'-23'1240'0'0,"1"0"0"0"0,-27-43 0 0 0,32 44-378 0 0,-1-1 0 0 0,-2 2 0 0 0,-36-38 0 0 0,52 58-761 0 0,-1 0 0 0 0,1-1 0 0 0,-1 1 0 0 0,1 0 0 0 0,-1 1 0 0 0,1-1 0 0 0,-1 0 0 0 0,0 0 0 0 0,0 1 0 0 0,1-1 0 0 0,-1 1 0 0 0,0-1 0 0 0,0 1 0 0 0,1 0 0 0 0,-1-1 0 0 0,0 1 0 0 0,0 0 0 0 0,0 0 0 0 0,0 1 0 0 0,1-1 0 0 0,-1 0 0 0 0,0 1 0 0 0,0-1 0 0 0,0 1 0 0 0,1-1 0 0 0,-3 2 0 0 0,3-1-16 0 0,0-1 0 0 0,-1 1 0 0 0,1 0 0 0 0,0 0 0 0 0,0 0 0 0 0,0 0 0 0 0,0 0 0 0 0,0 0 0 0 0,0 0 0 0 0,1 1 0 0 0,-1-1 0 0 0,0 0 0 0 0,1 0 1 0 0,-1 1-1 0 0,0-1 0 0 0,1 0 0 0 0,0 1 0 0 0,-1-1 0 0 0,1 1 0 0 0,0-1 0 0 0,0 0 0 0 0,-1 1 0 0 0,1-1 0 0 0,0 1 0 0 0,0-1 0 0 0,1 1 0 0 0,-1-1 0 0 0,0 0 0 0 0,0 1 0 0 0,1-1 0 0 0,-1 1 0 0 0,1-1 1 0 0,0 2-1 0 0,8 14 64 0 0,0-1 0 0 0,1 0 0 0 0,1-1 0 0 0,0 0 0 0 0,2 0 0 0 0,-1-1 0 0 0,17 13 0 0 0,34 42-218 0 0,-25-20 32 0 0,-2 2 0 0 0,-2 2 1 0 0,47 101-1 0 0,-37-71 37 0 0,-31-62 0 0 0,-1 0 0 0 0,-2 0 0 0 0,15 39 0 0 0,-23-54-1 0 0,-1 0 1 0 0,1 0-1 0 0,-1 0 1 0 0,0 0 0 0 0,0 0-1 0 0,-1 1 1 0 0,1-1-1 0 0,-1 0 1 0 0,-1 0-1 0 0,1 0 1 0 0,-1 0-1 0 0,0 1 1 0 0,-1-1-1 0 0,1 0 1 0 0,-1-1-1 0 0,-1 1 1 0 0,1 0 0 0 0,-1 0-1 0 0,0-1 1 0 0,0 0-1 0 0,0 1 1 0 0,-1-1-1 0 0,0-1 1 0 0,0 1-1 0 0,0 0 1 0 0,0-1-1 0 0,-1 0 1 0 0,-5 4-1 0 0,-20 12 109 0 0,-1 0 0 0 0,-1-3 0 0 0,-48 21 0 0 0,-107 29-197 0 0,-1 1-931 0 0,165-59 906 0 0,-7 3-347 0 0,1 1 0 0 0,-32 21-1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7:17.873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225 105 7370 0 0,'-19'6'157'0'0,"-69"21"2862"0"0,78-25-2950 0 0,1-1 0 0 0,-1 1 0 0 0,0-1 0 0 0,1-1 0 0 0,-1 0 0 0 0,0 0 0 0 0,-12-3 0 0 0,21 3-103 0 0,0 0-1 0 0,0 0 1 0 0,0 0-1 0 0,-1 0 1 0 0,1-1-1 0 0,0 1 1 0 0,0 0-1 0 0,0-1 1 0 0,0 1-1 0 0,0-1 1 0 0,0 1-1 0 0,0-1 1 0 0,0 1-1 0 0,0-1 1 0 0,0 0-1 0 0,0 0 1 0 0,0 1-1 0 0,0-1 1 0 0,0 0-1 0 0,1 0 1 0 0,-1 0-1 0 0,0 0 1 0 0,1 0-1 0 0,-1 0 1 0 0,0 0-1 0 0,1 0 1 0 0,-1 0-1 0 0,1 0 0 0 0,0 0 1 0 0,-1-1-1 0 0,1 1 1 0 0,0 0-1 0 0,0 0 1 0 0,0 0-1 0 0,0 0 1 0 0,0-1-1 0 0,0 0 1 0 0,0 0 62 0 0,1 0 0 0 0,0 0 0 0 0,0 0 1 0 0,0 0-1 0 0,0 0 0 0 0,0 0 0 0 0,0 0 0 0 0,0 0 0 0 0,0 0 1 0 0,1 1-1 0 0,-1-1 0 0 0,1 0 0 0 0,0 1 0 0 0,-1 0 0 0 0,1-1 1 0 0,0 1-1 0 0,0 0 0 0 0,0 0 0 0 0,2-1 0 0 0,30-12 88 0 0,1 1 0 0 0,1 2 1 0 0,0 2-1 0 0,0 1 0 0 0,45-3 0 0 0,187 0 477 0 0,-159 12-488 0 0,214 31 1 0 0,439 61 1014 0 0,-265-37-563 0 0,-417-45-538 0 0,95 20 27 0 0,17 3 624 0 0,-162-31-1561 0 0,0-1 0 0 0,1-1 0 0 0,-1-2 0 0 0,43-6-1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7:18.701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629 3 7370 0 0,'0'-1'30'0'0,"-1"1"1"0"0,0 0 0 0 0,1-1-1 0 0,-1 1 1 0 0,0 0 0 0 0,0 0-1 0 0,1 0 1 0 0,-1-1 0 0 0,0 1-1 0 0,0 0 1 0 0,1 0 0 0 0,-1 0-1 0 0,0 0 1 0 0,0 1 0 0 0,1-1-1 0 0,-1 0 1 0 0,0 0 0 0 0,0 0-1 0 0,1 1 1 0 0,-1-1 0 0 0,0 0-1 0 0,1 0 1 0 0,-1 1 0 0 0,0-1-1 0 0,1 1 1 0 0,-1-1 0 0 0,0 1-1 0 0,1-1 1 0 0,-1 1 0 0 0,1-1-1 0 0,-1 1 1 0 0,1-1 0 0 0,-1 1-1 0 0,1 0 1 0 0,0-1 0 0 0,-1 1-1 0 0,1 0 1 0 0,0-1 0 0 0,-1 1 0 0 0,1 0-1 0 0,0 0 1 0 0,0-1 0 0 0,0 1-1 0 0,0 0 1 0 0,-1 0 0 0 0,1-1-1 0 0,0 1 1 0 0,0 0 0 0 0,1 0-1 0 0,-1-1 1 0 0,0 1 0 0 0,0 0-1 0 0,0 0 1 0 0,0-1 0 0 0,1 1-1 0 0,-1 1 1 0 0,2 4 206 0 0,0 0-1 0 0,0 0 1 0 0,0 0 0 0 0,0 0 0 0 0,6 9-1 0 0,196 305-308 0 0,-121-189 321 0 0,1 3 519 0 0,121 146 0 0 0,-200-274-768 0 0,9 11 11 0 0,0 0 1 0 0,14 25-1 0 0,-25-38-9 0 0,-1 0-1 0 0,0 0 1 0 0,0 0 0 0 0,0 0-1 0 0,0 1 1 0 0,-1-1 0 0 0,1 0-1 0 0,-1 1 1 0 0,0-1-1 0 0,-1 1 1 0 0,1 0 0 0 0,-1-1-1 0 0,0 1 1 0 0,0 0 0 0 0,0-1-1 0 0,-1 1 1 0 0,-1 7 0 0 0,0-8 19 0 0,-1 0 0 0 0,1 1 0 0 0,-1-1 0 0 0,0 0 1 0 0,0-1-1 0 0,-1 1 0 0 0,1 0 0 0 0,-1-1 1 0 0,1 0-1 0 0,-1 0 0 0 0,0 0 0 0 0,0 0 0 0 0,-8 3 1 0 0,-9 5 196 0 0,-33 12 1 0 0,38-17-169 0 0,-207 71 1497 0 0,-35 14-430 0 0,154-41-920 0 0,1 4 1 0 0,-126 91-1 0 0,201-127 260 0 0,-39 23 179 0 0,-6 4-870 0 0,27-11-4596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7:19.905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1182 672 2761 0 0,'-264'121'2596'0'0,"84"-43"-1441"0"0,-353 147 1887 0 0,499-212-3327 0 0,0 2 0 0 0,1 1 0 0 0,1 2 0 0 0,-39 32 1938 0 0,90-58-1329 0 0,40-21-1178 0 0,-48 23 951 0 0,266-115-435 0 0,-80 38 756 0 0,561-216 1999 0 0,-154 65-2289 0 0,-333 125 613 0 0,127-55 1968 0 0,-110 24-4215 0 0,-288 140 1448 0 0,32-14-2988 0 0,-19 14 1607 0 0,-13 0 1435 0 0,0 1 0 0 0,1-1 1 0 0,-1 1-1 0 0,0 0 1 0 0,0-1-1 0 0,0 1 1 0 0,0-1-1 0 0,0 1 1 0 0,0-1-1 0 0,0 1 1 0 0,0 0-1 0 0,0-1 0 0 0,0 1 1 0 0,0-1-1 0 0,0 1 1 0 0,-1-1-1 0 0,1 1 1 0 0,0 0-1 0 0,0-1 1 0 0,0 1-1 0 0,-1-1 1 0 0,1 1-1 0 0,0-1 0 0 0,-1 1 1 0 0,0 0-1 0 0,-6 11 71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7:20.697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57 28 4609 0 0,'0'0'14'0'0,"-5"2"379"0"0,0-1 0 0 0,-1 0 0 0 0,1-1 0 0 0,0 1 0 0 0,0-1 0 0 0,0 0 0 0 0,0 0 0 0 0,-8-2 0 0 0,12 2-362 0 0,1 0-1 0 0,0-1 0 0 0,0 1 0 0 0,0-1 0 0 0,-1 1 1 0 0,1 0-1 0 0,0-1 0 0 0,0 1 0 0 0,0-1 0 0 0,0 1 0 0 0,0-1 1 0 0,0 1-1 0 0,0 0 0 0 0,0-1 0 0 0,0 1 0 0 0,0-1 1 0 0,0 1-1 0 0,0-1 0 0 0,0 1 0 0 0,0 0 0 0 0,0-1 0 0 0,1 1 1 0 0,-1-1-1 0 0,0 1 0 0 0,0 0 0 0 0,0-1 0 0 0,1 1 1 0 0,-1-1-1 0 0,0 1 0 0 0,0 0 0 0 0,1-1 0 0 0,-1 1 0 0 0,0 0 1 0 0,1 0-1 0 0,-1-1 0 0 0,0 1 0 0 0,1 0 0 0 0,-1 0 1 0 0,0-1-1 0 0,1 1 0 0 0,-1 0 0 0 0,1 0 0 0 0,17-12 87 0 0,-14 11 12 0 0,0 0-1 0 0,1 0 0 0 0,-1 1 1 0 0,0 0-1 0 0,1 0 1 0 0,-1 0-1 0 0,0 0 0 0 0,1 1 1 0 0,-1 0-1 0 0,0 0 0 0 0,5 2 1 0 0,50 21 1291 0 0,-16-6-636 0 0,154 33 858 0 0,-137-39-1531 0 0,-1 3 0 0 0,93 37 0 0 0,144 72-171 0 0,-289-120 48 0 0,0 0 1 0 0,0 0-1 0 0,0 1 0 0 0,0-1 0 0 0,0 2 1 0 0,-1-1-1 0 0,0 1 0 0 0,0 0 0 0 0,-1 0 0 0 0,0 0 1 0 0,7 10-1 0 0,-11-13 12 0 0,1-1 0 0 0,0 1 0 0 0,-1 0 0 0 0,1-1 0 0 0,-1 1 0 0 0,0 0 0 0 0,0 0 1 0 0,0 0-1 0 0,-1 0 0 0 0,1 0 0 0 0,-1 0 0 0 0,1 0 0 0 0,-1 0 0 0 0,0 0 0 0 0,0 0 0 0 0,0 0 0 0 0,-1 0 0 0 0,1 0 0 0 0,-1 0 0 0 0,0 0 1 0 0,1 0-1 0 0,-1 0 0 0 0,-1 0 0 0 0,1-1 0 0 0,0 1 0 0 0,-1 0 0 0 0,1-1 0 0 0,-1 1 0 0 0,0-1 0 0 0,0 1 0 0 0,0-1 0 0 0,0 0 0 0 0,-4 4 1 0 0,-31 21 1545 0 0,29-23-1503 0 0,1 1 0 0 0,0 0 0 0 0,0 0 0 0 0,1 1 0 0 0,0 0 0 0 0,0 0 0 0 0,0 1 0 0 0,-8 11 0 0 0,-47 92 868 0 0,-75 191 0 0 0,58-120-779 0 0,-58 152-4625 0 0,115-275 3069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7:43.946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2114 3313 5529 0 0,'-742'-221'3314'0'0,"659"190"-2867"0"0,1-4 0 0 0,-145-86 1 0 0,-134-120 577 0 0,301 196-486 0 0,3-2 0 0 0,2-2-1 0 0,2-3 1 0 0,-68-86-1 0 0,85 91-52 0 0,2-2-1 0 0,2-1 1 0 0,2-1-1 0 0,3-2 0 0 0,2-1 1 0 0,-20-61-1 0 0,34 76-439 0 0,1 0 1 0 0,2-1-1 0 0,2 0 1 0 0,1 0-1 0 0,2 0 0 0 0,2-1 1 0 0,7-63-1 0 0,1 52 8 0 0,3-1-1 0 0,1 2 1 0 0,3-1 0 0 0,2 2-1 0 0,29-61 1 0 0,-6 33-136 0 0,3 1 0 0 0,4 3 0 0 0,3 1 0 0 0,3 3 0 0 0,3 2 0 0 0,120-115 0 0 0,-112 127 48 0 0,2 2 0 0 0,3 3 0 0 0,1 3 1 0 0,3 3-1 0 0,2 3 0 0 0,1 3 0 0 0,2 4 0 0 0,114-36 1 0 0,-100 45-6 0 0,0 4 0 0 0,1 4 1 0 0,1 4-1 0 0,0 4 0 0 0,151 3 1 0 0,-149 12-261 0 0,-1 4 0 0 0,0 5 0 0 0,-1 3 0 0 0,-1 5 0 0 0,124 46 0 0 0,-155-44 5 0 0,-2 2 0 0 0,-1 3 0 0 0,-1 3 0 0 0,83 61 0 0 0,-98-60 35 0 0,-2 1 1 0 0,-1 2-1 0 0,-1 2 0 0 0,-3 1 1 0 0,-1 2-1 0 0,29 46 0 0 0,-39-48-92 0 0,-2 0 0 0 0,-1 1 0 0 0,-2 1-1 0 0,-3 1 1 0 0,-1 0 0 0 0,-1 1 0 0 0,-3 1-1 0 0,-2 0 1 0 0,-1 0 0 0 0,1 59 0 0 0,-7-31 35 0 0,-4 0 1 0 0,-3 0 0 0 0,-3 0 0 0 0,-3-1-1 0 0,-3-1 1 0 0,-46 134 0 0 0,21-102 344 0 0,-5-3 0 0 0,-3-1 0 0 0,-118 176 0 0 0,-92 47-193 0 0,173-223 56 0 0,-330 338-346 0 0,168-183 281 0 0,-16 16-142 0 0,-64 76 200 0 0,95-96 481 0 0,-304 373-39 0 0,482-556-725 0 0,-26 34-555 0 0,5 3 0 0 0,-98 182-1 0 0,136-213 853 0 0,3 1-1 0 0,3 1 0 0 0,4 2 0 0 0,3 1 1 0 0,-17 104-1 0 0,35-147 80 0 0,2 1 0 0 0,2-1-1 0 0,0 1 1 0 0,3-1 0 0 0,1 1 0 0 0,1-1 0 0 0,2 1-1 0 0,2-2 1 0 0,0 1 0 0 0,3-1 0 0 0,26 59 0 0 0,-24-66 107 0 0,1-1 0 0 0,1-1 0 0 0,0 0 0 0 0,2-1 0 0 0,1-1 0 0 0,1 0 0 0 0,1-2 0 0 0,1 0 0 0 0,0-1 0 0 0,1-1 0 0 0,1-1 0 0 0,1-2 0 0 0,1 0 0 0 0,44 20 1 0 0,-6-12 51 0 0,0-3 1 0 0,1-2 0 0 0,1-4-1 0 0,85 9 1 0 0,270 2-122 0 0,-351-22 2 0 0,100 0 19 0 0,0-6 0 0 0,0-8-1 0 0,237-46 1 0 0,-245 20 388 0 0,-3-7-1 0 0,-1-6 1 0 0,-2-8 0 0 0,271-143-1 0 0,-335 149-409 0 0,-3-3-1 0 0,-2-4 0 0 0,-4-4 1 0 0,122-118-1 0 0,-152 129 894 0 0,75-98-1 0 0,-109 125-595 0 0,-1 0 0 0 0,-2-2 0 0 0,-1 0 0 0 0,0 0 0 0 0,-3-2 1 0 0,16-52-1 0 0,-13 19 835 0 0,-3-1 0 0 0,-2 0 0 0 0,0-104 0 0 0,-11 91-881 0 0,-3 0 1 0 0,-3 1-1 0 0,-4 0 1 0 0,-2 1-1 0 0,-28-80 0 0 0,25 106-170 0 0,-1 2 0 0 0,-3 0 0 0 0,-2 1 0 0 0,-55-81 1 0 0,36 70 111 0 0,-2 2 1 0 0,-102-96-1 0 0,28 52 244 0 0,-4 5 0 0 0,-210-121 0 0 0,-78-13 421 0 0,182 105-672 0 0,-410-182-1899 0 0,498 246-4581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8:22.0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2469 77 5529 0 0,'-155'1'-84'0'0,"-159"22"0"0"0,250-12 832 0 0,-124 37 1 0 0,-57 41 319 0 0,174-63-416 0 0,-3 5 88 0 0,2 3 1 0 0,-125 79 0 0 0,-119 111-1059 0 0,266-184 278 0 0,2 3 0 0 0,2 1-1 0 0,-71 88 1 0 0,-98 167 12 0 0,170-233 175 0 0,26-35 194 0 0,1 1 0 0 0,1 0 0 0 0,2 2 0 0 0,1-1-1 0 0,-9 38 1 0 0,-36 182 1021 0 0,21-75-1342 0 0,23-110-121 0 0,2 0-1 0 0,3 1 1 0 0,3 0 0 0 0,4 0-1 0 0,6 101 1 0 0,1-125 229 0 0,2 0 1 0 0,2 0-1 0 0,2-1 0 0 0,1 0 0 0 0,3-1 1 0 0,1 0-1 0 0,3-2 0 0 0,1 1 0 0 0,34 53 1 0 0,16 0 153 0 0,100 106 0 0 0,-106-130-209 0 0,-37-41-176 0 0,2-1 0 0 0,0-2 0 0 0,2-1 0 0 0,1-1 0 0 0,1-2-1 0 0,1-1 1 0 0,0-1 0 0 0,59 25 0 0 0,663 291 959 0 0,-650-282-825 0 0,114 81 1 0 0,30 18-17 0 0,-169-110 17 0 0,-3 3 1 0 0,113 91 0 0 0,111 79 150 0 0,-24-21-46 0 0,-225-158-77 0 0,2-4-1 0 0,91 45 0 0 0,-94-54 11 0 0,0 3-1 0 0,-2 1 1 0 0,77 62-1 0 0,-81-51-136 0 0,-1 2 0 0 0,64 79-1 0 0,-94-104 43 0 0,-2 2 0 0 0,0 0 0 0 0,-1 0-1 0 0,-1 1 1 0 0,-1 0 0 0 0,0 0-1 0 0,-2 1 1 0 0,0 0 0 0 0,-2 1 0 0 0,6 36-1 0 0,-6 39-252 0 0,-12 150-1 0 0,0-108 1762 0 0,-3 7-837 0 0,4-94-785 0 0,3 1 0 0 0,2-1 0 0 0,11 99 1 0 0,-2-102 392 0 0,2 1 0 0 0,3-2 1 0 0,2 1-1 0 0,32 69 1 0 0,-36-97-397 0 0,2-1 1 0 0,0 0 0 0 0,2-1-1 0 0,0-1 1 0 0,1 0 0 0 0,0-1-1 0 0,2-1 1 0 0,24 19 0 0 0,23 11-201 0 0,78 41 0 0 0,-133-82 361 0 0,389 202 205 0 0,-331-177-307 0 0,0-3 0 0 0,2-4 0 0 0,0-2 0 0 0,1-3 0 0 0,2-4 0 0 0,-1-2 0 0 0,103 2 0 0 0,-125-14 161 0 0,0-3 0 0 0,0-2 0 0 0,0-3 0 0 0,-1-1 0 0 0,0-3 0 0 0,-1-1 0 0 0,59-26 0 0 0,-47 13 62 0 0,-2-3 0 0 0,0-2 0 0 0,-2-3 0 0 0,-2-2 1 0 0,57-50-1 0 0,-89 67-122 0 0,-1-2 1 0 0,-1 0 0 0 0,0-1-1 0 0,-2-1 1 0 0,-1-1 0 0 0,-1-1 0 0 0,20-38-1 0 0,-19 25 107 0 0,-2 0 0 0 0,-1-1 0 0 0,-2-1 0 0 0,13-71-1 0 0,-16 29 203 0 0,-2 0-1 0 0,-5 0 1 0 0,-3-1-1 0 0,-20-148 0 0 0,-95-319 1524 0 0,85 449-2262 0 0,-4 2 0 0 0,-4 2 1 0 0,-5 1-1 0 0,-3 2 0 0 0,-88-127 0 0 0,104 177 283 0 0,-2 0 0 0 0,-3 2 1 0 0,-1 2-1 0 0,-1 2 0 0 0,-52-41 0 0 0,28 32-351 0 0,-2 3 0 0 0,-2 3-1 0 0,-75-35 1 0 0,93 51 314 0 0,1-2 0 0 0,1-2 0 0 0,-79-66 0 0 0,65 40 1233 0 0,-103-121 0 0 0,101 98-532 0 0,17 20-689 0 0,-2 2-1 0 0,-2 2 1 0 0,-80-66-1 0 0,71 80 627 0 0,-1 3 0 0 0,-107-49 0 0 0,11 6 51 0 0,47 25-182 0 0,-120-42 0 0 0,113 50-223 0 0,49 15-233 0 0,2-3-1 0 0,-66-46 1 0 0,16 8-51 0 0,-88-36-464 0 0,114 63 661 0 0,-142-95 0 0 0,26-6 297 0 0,-243-196-1919 0 0,437 334 1529 0 0,-130-131 90 0 0,123 121 102 0 0,2-1-1 0 0,1 0 1 0 0,0-1-1 0 0,1-1 1 0 0,-18-44-1 0 0,22 42-218 0 0,0-1-1 0 0,2 0 1 0 0,1-1-1 0 0,1 1 1 0 0,2-1 0 0 0,0 0-1 0 0,2 0 1 0 0,0 0-1 0 0,2-1 1 0 0,1 1-1 0 0,1 0 1 0 0,1 1 0 0 0,1-1-1 0 0,2 1 1 0 0,0 0-1 0 0,2 0 1 0 0,1 1 0 0 0,0 0-1 0 0,2 0 1 0 0,1 2-1 0 0,1-1 1 0 0,0 2 0 0 0,24-27-1 0 0,87-77-710 0 0,8-9 340 0 0,-108 107 522 0 0,-2-2-1 0 0,-1-1 0 0 0,21-37 0 0 0,40-70-38 0 0,-40 71 83 0 0,34-74 0 0 0,-71 128 1 0 0,-1-1 1 0 0,-1 0-1 0 0,0 0 0 0 0,-1-1 0 0 0,0 1 1 0 0,-1-1-1 0 0,0 0 0 0 0,-1 0 0 0 0,-1 1 1 0 0,0-1-1 0 0,-1 0 0 0 0,0 0 1 0 0,-1 1-1 0 0,-1-1 0 0 0,-6-20 0 0 0,6 24-46 0 0,-6-26 431 0 0,-2 0-1 0 0,-1 1 1 0 0,-32-65-1 0 0,39 91-529 0 0,0 1 0 0 0,-1-1 1 0 0,0 1-1 0 0,0 0 0 0 0,-1 0 0 0 0,0 0 1 0 0,-1 1-1 0 0,1 1 0 0 0,-1-1 0 0 0,-1 1 0 0 0,1 0 1 0 0,-1 1-1 0 0,0 0 0 0 0,0 0 0 0 0,-1 1 0 0 0,1 0 1 0 0,-1 1-1 0 0,0 0 0 0 0,-13-2 0 0 0,-18 1-4505 0 0,-5 0-1521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8:27.9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3720 170 7370 0 0,'8'1'170'0'0,"-1"0"0"0"0,0 1 1 0 0,0-1-1 0 0,0 1 0 0 0,0 1 1 0 0,6 2-1 0 0,16 9-24 0 0,-1 1 0 0 0,-1 1 0 0 0,-1 1 0 0 0,0 2 0 0 0,-1 0 1 0 0,30 32-1 0 0,-43-39-221 0 0,-1 0-1 0 0,0 1 1 0 0,-1 0 0 0 0,-1 0 0 0 0,0 1 0 0 0,-1 1-1 0 0,0-1 1 0 0,-1 1 0 0 0,-1 1 0 0 0,0-1 0 0 0,-1 1-1 0 0,-1 0 1 0 0,0 0 0 0 0,-1 0 0 0 0,-1 1 0 0 0,-1-1-1 0 0,0 30 1 0 0,10 186 1401 0 0,1-39-251 0 0,-12-158-673 0 0,-2 0 1 0 0,-1-1 0 0 0,-12 56 0 0 0,0-37-313 0 0,-1-1 1 0 0,-3-1-1 0 0,-2 0 1 0 0,-3-2 0 0 0,-39 64-1 0 0,20-49 207 0 0,-3-1-1 0 0,-2-3 1 0 0,-68 65-1 0 0,26-33-127 0 0,-144 137 718 0 0,154-157-604 0 0,-93 65 1 0 0,38-38-204 0 0,-175 170 0 0 0,174-143 390 0 0,-148 153-35 0 0,-58 81-1802 0 0,253-270 958 0 0,-99 133 0 0 0,19-21 841 0 0,39-65 6 0 0,-87 105-793 0 0,32-21-974 0 0,93-116 1355 0 0,4 4 0 0 0,-73 121 0 0 0,122-165 158 0 0,4 0 0 0 0,2 3 0 0 0,3 1 0 0 0,3 0 0 0 0,-17 76 0 0 0,-32 202-826 0 0,24-106 929 0 0,-30 70-161 0 0,-7 32 1271 0 0,17 60-114 0 0,53-189-1078 0 0,19-182-38 0 0,2-1-1 0 0,0 1 1 0 0,2 0-1 0 0,14 54 1 0 0,-1-26-529 0 0,3-1-1 0 0,28 62 1 0 0,-39-103 119 0 0,1 0 1 0 0,0-1 0 0 0,1 0-1 0 0,1-1 1 0 0,0 0 0 0 0,1-1-1 0 0,1 0 1 0 0,0-1 0 0 0,1-1-1 0 0,27 19 1 0 0,2-5 253 0 0,1-2 0 0 0,1-2 0 0 0,1-2 0 0 0,1-2 0 0 0,72 18 0 0 0,-80-27-15 0 0,1-2-1 0 0,0-2 1 0 0,0-2 0 0 0,1-2 0 0 0,0-1 0 0 0,-1-2-1 0 0,51-8 1 0 0,-48 0-333 0 0,-1-1 0 0 0,0-3 0 0 0,-1-1 0 0 0,0-2 0 0 0,74-40 0 0 0,-56 20-572 0 0,-1-2 0 0 0,-2-2 1 0 0,53-50-1 0 0,290-251 1229 0 0,-346 294-71 0 0,-2-3 0 0 0,79-96 0 0 0,72-130 2643 0 0,-117 156-1591 0 0,-11 4-1034 0 0,99-204 0 0 0,-91 159-663 0 0,-36 62-245 0 0,39-120 0 0 0,-48 116 741 0 0,57-110 1 0 0,-36 99 1048 0 0,5 4 0 0 0,123-163 0 0 0,138-96-854 0 0,56-69-192 0 0,-19 30 1068 0 0,-103 110-815 0 0,-72 78-6 0 0,-122 144-183 0 0,-3-3 0 0 0,-3-3 0 0 0,74-137-1 0 0,-75 115 76 0 0,-25 48-116 0 0,-2-2-1 0 0,30-79 1 0 0,-27 42-51 0 0,7-19 225 0 0,33-145 0 0 0,-57 151-369 0 0,-5 0 0 0 0,-3-159 0 0 0,-7 132 89 0 0,-3 88-58 0 0,-1 0-1 0 0,-3 0 1 0 0,-2 0-1 0 0,-2 0 1 0 0,-1 1-1 0 0,-3 1 1 0 0,-27-64-1 0 0,-20-70 654 0 0,1 4-613 0 0,47 145-232 0 0,-1 1 0 0 0,-2 0 0 0 0,-32-46 0 0 0,14 29 258 0 0,-2 2 0 0 0,-2 1 0 0 0,-83-73 0 0 0,34 40-452 0 0,58 48 134 0 0,-2 1 0 0 0,-1 2 0 0 0,-52-32 0 0 0,14 17 300 0 0,31 16 1 0 0,-1 2-1 0 0,-1 2 1 0 0,0 1 0 0 0,-51-14 0 0 0,-142-25-17 0 0,190 51 24 0 0,-1 1-1 0 0,0 2 1 0 0,-63 2-1 0 0,96 3-18 0 0,1 0-1 0 0,0 1 1 0 0,-1 0-1 0 0,1 1 1 0 0,0 1 0 0 0,1-1-1 0 0,-1 1 1 0 0,0 1 0 0 0,1 0-1 0 0,0 0 1 0 0,0 1-1 0 0,-15 13 1 0 0,9-5-51 0 0,0 1 0 0 0,1 0 0 0 0,1 1 0 0 0,0 0-1 0 0,-17 31 1 0 0,12-16-217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8:29.2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115 559 5065 0 0,'-1'0'22'0'0,"0"0"0"0"0,1 1-1 0 0,-1-1 1 0 0,0 0 0 0 0,0 0-1 0 0,0 0 1 0 0,0 0 0 0 0,0 0 0 0 0,1 0-1 0 0,-1 0 1 0 0,0 0 0 0 0,0 0-1 0 0,0 0 1 0 0,0-1 0 0 0,0 1 0 0 0,1 0-1 0 0,-1 0 1 0 0,0-1 0 0 0,0 1-1 0 0,1-1 1 0 0,-1 1 0 0 0,0-1 0 0 0,0 1-1 0 0,1-1 1 0 0,-1 1 0 0 0,1-1-1 0 0,-1 1 1 0 0,0-2 0 0 0,0-23-257 0 0,3 12 13 0 0,0-32-102 0 0,-1 0 0 0 0,-2-1-1 0 0,-3 1 1 0 0,-1 0-1 0 0,-2 1 1 0 0,-2 0 0 0 0,-20-58-1 0 0,4 56 2197 0 0,20 38 10 0 0,0 0-1 0 0,0-1 0 0 0,10-17 9024 0 0,-4 27-10740 0 0,1 3-79 0 0,0 0 0 0 0,0 0 0 0 0,-1 0 0 0 0,1 1 0 0 0,-1-1 0 0 0,0 0 0 0 0,0 1 0 0 0,-1-1-1 0 0,1 1 1 0 0,-1 7 0 0 0,-5 55 162 0 0,0-26-187 0 0,4 5-6 0 0,1 0-1 0 0,9 67 1 0 0,26 87-66 0 0,-14-92 87 0 0,-2 96 489 0 0,-18-202-546 0 0,-1 1 0 0 0,1-1 1 0 0,0 0-1 0 0,0 1 0 0 0,0-1 0 0 0,0 0 0 0 0,0 0 1 0 0,0 0-1 0 0,1 0 0 0 0,-1 0 0 0 0,4 3 0 0 0,-5-4-26 0 0,1-1-1 0 0,-1 0 0 0 0,0 1 1 0 0,1-1-1 0 0,-1 0 0 0 0,1 0 0 0 0,-1 1 1 0 0,0-1-1 0 0,1 0 0 0 0,-1 0 0 0 0,1 0 1 0 0,-1 1-1 0 0,1-1 0 0 0,-1 0 0 0 0,1 0 1 0 0,-1 0-1 0 0,0 0 0 0 0,1 0 1 0 0,-1 0-1 0 0,1 0 0 0 0,-1 0 0 0 0,1 0 1 0 0,-1 0-1 0 0,1-1 0 0 0,0 1-57 0 0,0-1-1 0 0,0 1 1 0 0,-1-1 0 0 0,1 0-1 0 0,0 1 1 0 0,-1-1 0 0 0,1 0-1 0 0,-1 1 1 0 0,1-1 0 0 0,-1 0-1 0 0,1 0 1 0 0,-1 0 0 0 0,0 0-1 0 0,1 1 1 0 0,-1-1 0 0 0,0 0-1 0 0,1-2 1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8:30.8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75 319 2761 0 0,'-11'-1'-97'0'0,"5"0"554"0"0,0 0 0 0 0,0 0 0 0 0,1 0-1 0 0,-1 0 1 0 0,-10-5 0 0 0,15 5-333 0 0,-1 1 1 0 0,1-1-1 0 0,0 0 0 0 0,0 0 0 0 0,0 0 0 0 0,0 1 0 0 0,0-1 0 0 0,0 0 1 0 0,0-1-1 0 0,0 1 0 0 0,0 0 0 0 0,1 0 0 0 0,-1 0 0 0 0,0 0 1 0 0,1-1-1 0 0,-1 1 0 0 0,1 0 0 0 0,-1 0 0 0 0,1-1 0 0 0,0 1 0 0 0,-1-1 1 0 0,1 1-1 0 0,0 0 0 0 0,0-1 0 0 0,0 1 0 0 0,0 0 0 0 0,0-1 1 0 0,0 1-1 0 0,0-1 0 0 0,1-2 0 0 0,3-9 482 0 0,0-1 0 0 0,1 1 0 0 0,0 0 0 0 0,1 0-1 0 0,0 1 1 0 0,1-1 0 0 0,1 1 0 0 0,-1 1 0 0 0,2-1 0 0 0,19-19 0 0 0,-15 18-192 0 0,2 0 0 0 0,0 0 0 0 0,0 2 0 0 0,1 0 0 0 0,1 0 0 0 0,-1 2 0 0 0,27-12 0 0 0,-39 20-399 0 0,0-1 0 0 0,0 1 0 0 0,1-1 0 0 0,-1 1 0 0 0,0 1 0 0 0,0-1 0 0 0,1 1 0 0 0,-1-1 0 0 0,0 1 0 0 0,1 0 0 0 0,-1 1 0 0 0,0-1 0 0 0,1 1 0 0 0,-1 0 0 0 0,0 0 0 0 0,0 0 0 0 0,0 1 0 0 0,0-1 0 0 0,0 1 0 0 0,0 0 0 0 0,0 0 0 0 0,0 0 0 0 0,-1 1 0 0 0,1-1 0 0 0,-1 1 0 0 0,0 0 0 0 0,1 0 0 0 0,-2 0 1 0 0,1 1-1 0 0,0-1 0 0 0,4 8 0 0 0,-1-2 15 0 0,-1 0 1 0 0,-1 1-1 0 0,1-1 1 0 0,-2 1-1 0 0,1 0 1 0 0,-1 0-1 0 0,-1 0 1 0 0,0 1-1 0 0,0-1 1 0 0,-1 1-1 0 0,0-1 1 0 0,-2 15-1 0 0,-7 54-98 0 0,-23 100 0 0 0,27-166 65 0 0,0-1 0 0 0,0-1-1 0 0,-2 1 1 0 0,1-1 0 0 0,-15 22-1 0 0,-14 27 240 0 0,34-59-223 0 0,-1 0 1 0 0,1 0-1 0 0,0 0 0 0 0,-1 0 0 0 0,1 1 0 0 0,0-1 0 0 0,-1 0 1 0 0,1 0-1 0 0,0 0 0 0 0,0 0 0 0 0,0 1 0 0 0,0-1 1 0 0,0 0-1 0 0,0 0 0 0 0,0 0 0 0 0,1 0 0 0 0,-1 1 0 0 0,0-1 1 0 0,1 0-1 0 0,-1 0 0 0 0,1 0 0 0 0,-1 0 0 0 0,1 0 0 0 0,-1 0 1 0 0,1 0-1 0 0,0 0 0 0 0,-1 0 0 0 0,1 0 0 0 0,0 0 0 0 0,0 0 1 0 0,0-1-1 0 0,0 1 0 0 0,0 0 0 0 0,0-1 0 0 0,0 1 0 0 0,0 0 1 0 0,0-1-1 0 0,0 1 0 0 0,0-1 0 0 0,0 0 0 0 0,0 1 0 0 0,0-1 1 0 0,1 0-1 0 0,1 0 0 0 0,8 2 130 0 0,0 0 1 0 0,1-1-1 0 0,21-1 0 0 0,-16 0-4 0 0,172 0 520 0 0,39 1 146 0 0,-206 4-885 0 0,-17-4-320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8:38.4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2885 128 2761 0 0,'8'-36'-2'0'0,"-6"30"-12"0"0,0 1 0 0 0,-1-1 0 0 0,0 1 0 0 0,0-1 0 0 0,0 1 1 0 0,0-1-1 0 0,-1 0 0 0 0,-1-7 0 0 0,1 12 39 0 0,-1 0 0 0 0,1 0 1 0 0,-1 0-1 0 0,1 1 0 0 0,-1-1 1 0 0,0 0-1 0 0,0 0 0 0 0,1 1 0 0 0,-1-1 1 0 0,0 1-1 0 0,0-1 0 0 0,0 1 1 0 0,1-1-1 0 0,-1 1 0 0 0,0-1 0 0 0,0 1 1 0 0,0 0-1 0 0,0-1 0 0 0,0 1 1 0 0,0 0-1 0 0,0 0 0 0 0,0 0 0 0 0,-2 0 1 0 0,-29-2 293 0 0,19 2-166 0 0,-200-16 2527 0 0,110 13-2911 0 0,-114 10 0 0 0,-269 65 765 0 0,-25 26-364 0 0,401-81 141 0 0,45-8 250 0 0,-1 3 0 0 0,-125 41 0 0 0,111-22-380 0 0,1 2 1 0 0,3 4 0 0 0,0 4 0 0 0,-108 77 0 0 0,150-90-637 0 0,1 2 0 0 0,2 0 0 0 0,1 3 1 0 0,-36 49-1 0 0,-84 156 915 0 0,145-230-425 0 0,0 1-1 0 0,1-1 1 0 0,0 1-1 0 0,1 0 1 0 0,0 0-1 0 0,0 1 1 0 0,1-1-1 0 0,0 1 1 0 0,1-1-1 0 0,0 1 1 0 0,0 9-1 0 0,2-11 26 0 0,0-1-1 0 0,0 0 1 0 0,1 0-1 0 0,0 0 1 0 0,0 0-1 0 0,0 0 1 0 0,1-1 0 0 0,0 1-1 0 0,1-1 1 0 0,-1 1-1 0 0,1-1 1 0 0,0 0 0 0 0,1-1-1 0 0,-1 1 1 0 0,8 6-1 0 0,9 6-85 0 0,0 0 1 0 0,2-1-1 0 0,-1-2 0 0 0,2 0 0 0 0,0-2 0 0 0,1 0 0 0 0,1-2 0 0 0,-1-1 0 0 0,2-1 1 0 0,37 9-1 0 0,20-2-143 0 0,0-2-1 0 0,92 1 1 0 0,106-16 960 0 0,-144-2-424 0 0,47-5-245 0 0,-1-8 1 0 0,216-46 0 0 0,316-105 1512 0 0,-694 161-1645 0 0,69-18-155 0 0,-1-3 0 0 0,160-74 0 0 0,-204 78 651 0 0,-1-2 0 0 0,-1-2 1 0 0,-2-2-1 0 0,-1-1 0 0 0,-1-3 0 0 0,67-70 0 0 0,-92 85-439 0 0,-1 1 1 0 0,-1-2-1 0 0,-1 0 1 0 0,0 0-1 0 0,-2-1 1 0 0,0-1-1 0 0,-1 1 1 0 0,-1-2-1 0 0,-1 1 1 0 0,-1-1-1 0 0,5-38 1 0 0,-9 48 38 0 0,-1 0 1 0 0,-1-1-1 0 0,0 1 1 0 0,0 0 0 0 0,-1-1-1 0 0,-1 1 1 0 0,0 0 0 0 0,-1 0-1 0 0,0 0 1 0 0,-1 0-1 0 0,0 1 1 0 0,-1 0 0 0 0,0-1-1 0 0,-1 2 1 0 0,0-1-1 0 0,-1 1 1 0 0,0 0 0 0 0,-1 0-1 0 0,0 0 1 0 0,0 1-1 0 0,-1 1 1 0 0,-18-14 0 0 0,10 9-27 0 0,-2 2 0 0 0,1 1 1 0 0,-1 0-1 0 0,-40-14 0 0 0,16 11-1173 0 0,-60-11-1 0 0,45 15-4334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8:40.0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2662 383 4233 0 0,'-157'-51'915'0'0,"19"8"-162"0"0,93 25-645 0 0,-567-196 2702 0 0,543 197-2355 0 0,-1 3 0 0 0,0 3 0 0 0,-123-4 0 0 0,-214 35-2876 0 0,286-4 2028 0 0,1 5 1 0 0,1 5 0 0 0,-147 53-1 0 0,234-68 836 0 0,1 1-1 0 0,0 2 1 0 0,-36 23 0 0 0,58-32-527 0 0,0 1 1 0 0,0 0 0 0 0,0 1 0 0 0,1 0-1 0 0,1 0 1 0 0,-1 1 0 0 0,1 0-1 0 0,0 0 1 0 0,1 1 0 0 0,0 0 0 0 0,0 0-1 0 0,1 0 1 0 0,0 1 0 0 0,-5 14 0 0 0,9-19-67 0 0,0 1 0 0 0,1 0 1 0 0,-1-1-1 0 0,1 1 1 0 0,0 0-1 0 0,1 0 1 0 0,-1-1-1 0 0,1 1 1 0 0,0-1-1 0 0,0 1 1 0 0,1 0-1 0 0,0-1 1 0 0,0 0-1 0 0,0 0 1 0 0,1 1-1 0 0,0-1 1 0 0,-1-1-1 0 0,2 1 1 0 0,3 5-1 0 0,10 11 175 0 0,1-1-1 0 0,37 33 1 0 0,-37-36 18 0 0,12 8-93 0 0,0 0 0 0 0,2-2 0 0 0,0-1 0 0 0,2-2 1 0 0,47 22-1 0 0,-19-16 57 0 0,0-3 0 0 0,88 19 0 0 0,48 9 500 0 0,351 75 1497 0 0,-454-109-1518 0 0,34 7-3 0 0,186 11-1 0 0,152-36 435 0 0,-393-5-547 0 0,-1-2 0 0 0,0-4 0 0 0,0-3-1 0 0,91-32 1 0 0,-142 39-98 0 0,-1-1 1 0 0,0-1-1 0 0,0-1 0 0 0,-1-1 0 0 0,-1 0 0 0 0,0-2 0 0 0,0 0 1 0 0,-2-1-1 0 0,0-1 0 0 0,0-1 0 0 0,20-27 0 0 0,-30 36-67 0 0,0-1 1 0 0,0 0-1 0 0,-1-1 0 0 0,0 1 0 0 0,-1-1 0 0 0,0 0 0 0 0,3-11 1 0 0,-7 16-179 0 0,0 1 1 0 0,0-1-1 0 0,0 1 1 0 0,-1-1-1 0 0,0 1 1 0 0,0-1-1 0 0,-1 0 1 0 0,1 1-1 0 0,-1-1 0 0 0,0 1 1 0 0,0-1-1 0 0,0 1 1 0 0,0 0-1 0 0,-1-1 1 0 0,0 1-1 0 0,0 0 1 0 0,0 0-1 0 0,-1 0 1 0 0,-5-7-1 0 0,-3-2-30 0 0,-1-1 0 0 0,0 1 0 0 0,-1 1 0 0 0,0 1 0 0 0,-1-1 0 0 0,-25-13 0 0 0,-99-49-352 0 0,96 53 193 0 0,-400-181-1572 0 0,393 183 782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8:43.5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0 109 2761 0 0,'45'-41'4638'0'0,"-37"35"-4322"0"0,1 0-1 0 0,0 0 0 0 0,0 1 0 0 0,0 0 1 0 0,1 1-1 0 0,13-4 0 0 0,-5 1 25 0 0,0 2 0 0 0,0 0 0 0 0,1 2 1 0 0,0 0-1 0 0,26-1 0 0 0,-40 4-242 0 0,1 0 0 0 0,0 0 1 0 0,0 1-1 0 0,0-1 0 0 0,-1 1 0 0 0,1 1 1 0 0,0-1-1 0 0,-1 1 0 0 0,1 0 1 0 0,-1 0-1 0 0,0 1 0 0 0,0 0 0 0 0,0-1 1 0 0,0 2-1 0 0,0-1 0 0 0,0 0 0 0 0,-1 1 1 0 0,0 0-1 0 0,0 0 0 0 0,0 1 0 0 0,0-1 1 0 0,3 6-1 0 0,-5-5-71 0 0,1 1 1 0 0,-1-1-1 0 0,0 1 0 0 0,0 0 0 0 0,-1 0 1 0 0,0 0-1 0 0,0 0 0 0 0,0 0 0 0 0,-1 0 1 0 0,0 1-1 0 0,0-1 0 0 0,-1 0 1 0 0,1 0-1 0 0,-1 0 0 0 0,-1 0 0 0 0,1 0 1 0 0,-1 0-1 0 0,0-1 0 0 0,0 1 0 0 0,-4 6 1 0 0,-5 11-191 0 0,-2 1 0 0 0,0-2 0 0 0,-20 26 0 0 0,11-23-4 0 0,17-20 181 0 0,1 0 0 0 0,-1 0 1 0 0,1 0-1 0 0,0 0 0 0 0,1 1 0 0 0,-4 6 0 0 0,7-11-10 0 0,0-1 0 0 0,0 1 0 0 0,1-1 0 0 0,-1 1 0 0 0,0-1 0 0 0,1 1 0 0 0,-1-1 0 0 0,0 1 0 0 0,1-1 0 0 0,-1 1 0 0 0,1-1-1 0 0,-1 0 1 0 0,0 1 0 0 0,1-1 0 0 0,-1 0 0 0 0,1 1 0 0 0,-1-1 0 0 0,1 0 0 0 0,0 0 0 0 0,-1 1 0 0 0,1-1 0 0 0,-1 0 0 0 0,1 0 0 0 0,-1 0 0 0 0,1 0-1 0 0,0 0 1 0 0,-1 0 0 0 0,1 0 0 0 0,-1 0 0 0 0,1 0 0 0 0,-1 0 0 0 0,1 0 0 0 0,0 0 0 0 0,-1 0 0 0 0,1 0 0 0 0,0-1 0 0 0,26-1 189 0 0,27-6 134 0 0,-21 2-170 0 0,51-2 0 0 0,-74 8-154 0 0,0 0 0 0 0,0 1 0 0 0,0 0 1 0 0,0 0-1 0 0,-1 1 0 0 0,1 1 0 0 0,0 0 0 0 0,-1 0 0 0 0,15 7 0 0 0,-22-9-10 0 0,1 0-1 0 0,-1 1 1 0 0,0-1-1 0 0,0 1 1 0 0,1 0 0 0 0,-1-1-1 0 0,0 1 1 0 0,-1 0-1 0 0,1 0 1 0 0,0 0-1 0 0,-1 0 1 0 0,1 0-1 0 0,-1 1 1 0 0,1-1 0 0 0,-1 1-1 0 0,0-1 1 0 0,0 0-1 0 0,0 1 1 0 0,0 0-1 0 0,-1-1 1 0 0,1 1 0 0 0,-1-1-1 0 0,1 1 1 0 0,-1 0-1 0 0,0-1 1 0 0,0 1-1 0 0,0 0 1 0 0,-1-1-1 0 0,0 4 1 0 0,-1 6 34 0 0,-2 0 1 0 0,0 0-1 0 0,0 0 1 0 0,-1 0-1 0 0,-7 10 0 0 0,-1 4 487 0 0,7-13-279 0 0,0 1 1 0 0,-1-2-1 0 0,0 1 1 0 0,-2-1-1 0 0,1 0 1 0 0,-14 14-1 0 0,15-20 72 0 0,0 1 0 0 0,-1-1 0 0 0,0 0 0 0 0,0-1-1 0 0,0 1 1 0 0,-1-2 0 0 0,0 1 0 0 0,0-1 0 0 0,0-1 0 0 0,-12 4 0 0 0,-94 31 812 0 0,107-35-1764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9:19.5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937 83 2761 0 0,'1'-1'44'0'0,"37"-32"1338"0"0,-36 31-976 0 0,1-1-1 0 0,0 0 1 0 0,-1 0 0 0 0,1 0 0 0 0,-1 0-1 0 0,0-1 1 0 0,0 1 0 0 0,0-1-1 0 0,-1 1 1 0 0,0-14 3847 0 0,-2 17-4149 0 0,1 0 0 0 0,0 0 0 0 0,0 0 0 0 0,-1 0 0 0 0,1 0 0 0 0,0 0 0 0 0,-1 0 0 0 0,-15 4 1973 0 0,-14 13-518 0 0,17-5-904 0 0,0-1 0 0 0,-27 19 0 0 0,-74 31 51 0 0,9-4-316 0 0,29-4 205 0 0,3 3 1 0 0,-91 89 0 0 0,76-64-452 0 0,38-38-16 0 0,16-14-61 0 0,-41 44 0 0 0,65-60-65 0 0,-1-1 0 0 0,2 2 0 0 0,0-1 0 0 0,1 1 0 0 0,0 0 0 0 0,1 1 0 0 0,-7 20 0 0 0,7-16 48 0 0,1 1-1 0 0,1-1 0 0 0,1 1 0 0 0,-3 37 0 0 0,7-50-45 0 0,0-1-1 0 0,0 1 0 0 0,1 0 0 0 0,0-1 1 0 0,0 1-1 0 0,1 0 0 0 0,-1-1 0 0 0,2 0 1 0 0,-1 1-1 0 0,0-1 0 0 0,1 0 1 0 0,0 0-1 0 0,1 0 0 0 0,-1-1 0 0 0,1 1 1 0 0,0-1-1 0 0,1 0 0 0 0,5 6 0 0 0,8 5 12 0 0,0 0 0 0 0,2-1-1 0 0,0-1 1 0 0,0 0 0 0 0,1-2 0 0 0,1 0-1 0 0,41 15 1 0 0,156 38-15 0 0,-198-60 14 0 0,-1 2 0 0 0,0 0 1 0 0,-1 0-1 0 0,1 2 0 0 0,24 15 0 0 0,86 65 28 0 0,-27-17-41 0 0,127 94 52 0 0,-219-157-44 0 0,0 0 0 0 0,0 1 0 0 0,-1 0 0 0 0,0 1 0 0 0,0 0 0 0 0,-1 0 0 0 0,-1 1 1 0 0,10 18-1 0 0,-15-22-6 0 0,1-1 1 0 0,-1 1 0 0 0,-1 0 0 0 0,1 0 0 0 0,-1 0 0 0 0,-1 0-1 0 0,1 0 1 0 0,-1 0 0 0 0,-1 0 0 0 0,0 1 0 0 0,0-1 0 0 0,0 0 0 0 0,-1 0-1 0 0,-1 1 1 0 0,1-1 0 0 0,-4 8 0 0 0,-6 17-166 0 0,-2-2 0 0 0,-1 0 1 0 0,-1 0-1 0 0,-2-2 0 0 0,-1 0 0 0 0,-1-1 0 0 0,-2-1 1 0 0,-1 0-1 0 0,0-2 0 0 0,-2-1 0 0 0,-1-1 1 0 0,-37 27-1 0 0,34-32-7353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9:23.0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0 2521 0 0,'-8'8'7917'0'0,"30"-3"-7027"0"0,-1-1-1 0 0,0 0 0 0 0,1-2 1 0 0,0 0-1 0 0,24-2 1 0 0,1 1 11 0 0,33 1 196 0 0,-35-2-879 0 0,-1 1 0 0 0,0 3-1 0 0,0 1 1 0 0,0 3 0 0 0,44 13 0 0 0,56 34 477 0 0,-122-44-567 0 0,0 1-1 0 0,-1 0 1 0 0,-1 2-1 0 0,26 20 0 0 0,-22-13-98 0 0,-7-7 129 0 0,32 34 0 0 0,-43-41-131 0 0,-1 1 0 0 0,0-1 0 0 0,0 1 0 0 0,0 0 0 0 0,-1 1 0 0 0,0-1 0 0 0,-1 1 0 0 0,4 10 1 0 0,2 15 56 0 0,-2 1 1 0 0,-1 0 0 0 0,-1 0 0 0 0,-3 1 0 0 0,0-1 0 0 0,-2 1-1 0 0,-2-1 1 0 0,-1 1 0 0 0,-2-1 0 0 0,-2 0 0 0 0,0-1 0 0 0,-18 47-1 0 0,12-53 36 0 0,-1-2 1 0 0,-1 0-1 0 0,-31 40 0 0 0,1 0-99 0 0,-238 317 32 0 0,194-260-15 0 0,54-71-20 0 0,-56 63 1 0 0,49-72 17 0 0,26-28-5 0 0,1 0 0 0 0,0 1 0 0 0,1 1 0 0 0,1 0 0 0 0,0 1 0 0 0,-14 28 0 0 0,17-24-147 0 0,7-16 122 0 0,0 0 1 0 0,0 0-1 0 0,1 0 1 0 0,-1 0-1 0 0,2 0 1 0 0,-1 1-1 0 0,1-1 1 0 0,0 1-1 0 0,0-1 0 0 0,0 8 1 0 0,1 19-7 0 0,-1-11 0 0 0,1 0 0 0 0,1 0 0 0 0,1 0 0 0 0,10 41 0 0 0,-6-37-39 0 0,-4-18 68 0 0,0 0 1 0 0,0 0-1 0 0,1-1 1 0 0,6 15-1 0 0,-7-19-5 0 0,0 0-1 0 0,0 0 1 0 0,1-1-1 0 0,-1 1 1 0 0,1-1 0 0 0,-1 1-1 0 0,1-1 1 0 0,0 0-1 0 0,0 0 1 0 0,-1 0-1 0 0,2 0 1 0 0,-1-1 0 0 0,0 1-1 0 0,0-1 1 0 0,4 1-1 0 0,5 3-205 0 0,0-1 0 0 0,0-1 0 0 0,0 0 0 0 0,1-1 1 0 0,-1 0-1 0 0,1-1 0 0 0,0 0 0 0 0,13-2 0 0 0,-5-3-7620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9:25.2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8 377 2304 0 0,'-1'0'98'0'0,"1"0"0"0"0,0 0-1 0 0,-1 0 1 0 0,1 0 0 0 0,0 0-1 0 0,-1 0 1 0 0,1 0-1 0 0,0-1 1 0 0,-1 1 0 0 0,1 0-1 0 0,0 0 1 0 0,0 0 0 0 0,-1-1-1 0 0,1 1 1 0 0,0 0-1 0 0,0 0 1 0 0,-1 0 0 0 0,1-1-1 0 0,0 1 1 0 0,0 0 0 0 0,0-1-1 0 0,-1 1 1 0 0,1 0-1 0 0,0 0 1 0 0,0-1 0 0 0,0 1-1 0 0,0 0 1 0 0,0-1-1 0 0,0 1 1 0 0,0 0 0 0 0,0-1-1 0 0,0 1 1 0 0,0 0 0 0 0,0-1-1 0 0,2-4 2237 0 0,1 2-1510 0 0,37-30 874 0 0,1 1 0 0 0,1 2 1 0 0,2 2-1 0 0,81-38 0 0 0,202-67-640 0 0,-326 133-1058 0 0,31-13-587 0 0,1 0-945 0 0,-10 5-2674 0 0,-4 4-1008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9:25.7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1 213 5529 0 0,'0'0'423'0'0,"29"-12"2928"0"0,107-40 3587 0 0,102-36-2392 0 0,-184 71-5489 0 0,0 3 1 0 0,86-11 0 0 0,-95 20-5592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06.5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125 240 3225 0 0,'2'-22'895'0'0,"-2"0"0"0"0,0 0 1 0 0,-6-41-1 0 0,5 55-326 0 0,-1 0 0 0 0,0 0 0 0 0,0 0 0 0 0,-1 1-1 0 0,0-1 1 0 0,0 1 0 0 0,-1 0 0 0 0,0 0 0 0 0,0 0 0 0 0,0 1 0 0 0,-1-1 0 0 0,0 1 0 0 0,-1 0-1 0 0,-11-5 3114 0 0,17 11-3628 0 0,0 14 1263 0 0,7 29-1247 0 0,-3-23 293 0 0,27 346 336 0 0,-30 2-73 0 0,9 363-491 0 0,1-135-18 0 0,7 114 228 0 0,-25 367-270 0 0,7-1062-75 0 0,-28 544 26 0 0,-3 151 12 0 0,-8 218 26 0 0,7 117 77 0 0,62-643 189 0 0,-1-46 186 0 0,-37-179-114 0 0,3-94-376 0 0,5-64-343 0 0,1 1 1 0 0,4 22-1 0 0,0 26-1244 0 0,-14-96-2472 0 0,1 9 2752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6:42.5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83 113 6913 0 0,'-33'-5'2480'0'0,"27"5"-1829"0"0,1 0-1 0 0,-1-1 0 0 0,0 0 1 0 0,0 0-1 0 0,1 0 0 0 0,-9-4 1 0 0,14 5-579 0 0,0 0 1 0 0,0-1 0 0 0,0 1 0 0 0,0 0-1 0 0,-1-1 1 0 0,1 1 0 0 0,0 0 0 0 0,0-1-1 0 0,0 1 1 0 0,0 0 0 0 0,0-1 0 0 0,0 1-1 0 0,0-1 1 0 0,0 1 0 0 0,0 0 0 0 0,0-1 0 0 0,0 1-1 0 0,0 0 1 0 0,0-1 0 0 0,0 1 0 0 0,1-1-1 0 0,-1 1 1 0 0,0 0 0 0 0,0-1 0 0 0,0 1-1 0 0,0 0 1 0 0,1 0 0 0 0,-1-1 0 0 0,0 1-1 0 0,0 0 1 0 0,1-1 0 0 0,-1 1 0 0 0,0 0-1 0 0,1 0 1 0 0,-1-1 0 0 0,0 1 0 0 0,1 0-1 0 0,-1 0 1 0 0,0 0 0 0 0,1 0 0 0 0,-1 0-1 0 0,0-1 1 0 0,1 1 0 0 0,15-11 955 0 0,-6 6-835 0 0,1 0 0 0 0,-1 1 0 0 0,1 0 0 0 0,0 1 0 0 0,0 0 0 0 0,0 0 1 0 0,0 1-1 0 0,1 1 0 0 0,-1 0 0 0 0,0 0 0 0 0,1 1 0 0 0,-1 1 1 0 0,1 0-1 0 0,16 3 0 0 0,-22-2-184 0 0,1 0 0 0 0,0 0 0 0 0,0 1 0 0 0,-1 0 0 0 0,1 0 0 0 0,-1 0 0 0 0,0 1 0 0 0,0 0 0 0 0,0 0 0 0 0,-1 1 0 0 0,0 0 0 0 0,1 0 0 0 0,-1 0 0 0 0,-1 0 0 0 0,1 1 0 0 0,-1 0 0 0 0,0 0 0 0 0,-1 0 0 0 0,1 0 0 0 0,-1 0 0 0 0,0 1 0 0 0,-1 0 0 0 0,1-1 0 0 0,1 11 0 0 0,-1-1-96 0 0,-1 1 0 0 0,-1 0 0 0 0,0 0 0 0 0,-1-1 0 0 0,-1 1 1 0 0,-1 0-1 0 0,0 0 0 0 0,-1-1 0 0 0,-1 1 0 0 0,-8 22 0 0 0,1-9-95 0 0,-1 0-1 0 0,-2-1 0 0 0,-1 0 1 0 0,-27 40-1 0 0,37-63 183 0 0,2-1 0 0 0,0 0 0 0 0,0 0 0 0 0,0-1 0 0 0,0 0 0 0 0,-1 1 0 0 0,0-1 0 0 0,0 0 0 0 0,0-1 0 0 0,-1 1 0 0 0,1-1 0 0 0,-8 4 0 0 0,12-7 0 0 0,-1 0 0 0 0,1-1 0 0 0,-1 1 0 0 0,1-1 0 0 0,-1 1-1 0 0,1-1 1 0 0,0 1 0 0 0,-1-1 0 0 0,1 1 0 0 0,0-1 0 0 0,-1 1 0 0 0,1-1 0 0 0,0 0-1 0 0,0 1 1 0 0,0-1 0 0 0,0 1 0 0 0,-1-1 0 0 0,1 0 0 0 0,0 1 0 0 0,0-1 0 0 0,0 0 0 0 0,0 1-1 0 0,0-1 1 0 0,0 1 0 0 0,1-1 0 0 0,-1 0 0 0 0,0 1 0 0 0,0-1 0 0 0,0 0 0 0 0,1 0-1 0 0,3-24 20 0 0,25-69 44 0 0,4 3 1 0 0,48-96 0 0 0,-68 159-62 0 0,16-26 76 0 0,-22 44-38 0 0,-1-1 0 0 0,0 0 0 0 0,0 0 0 0 0,-1-1 0 0 0,-1 1 0 0 0,0-1 0 0 0,0 0 0 0 0,-1 0 0 0 0,2-17 0 0 0,-4 94 1250 0 0,16 109 1 0 0,-11-139-1386 0 0,1-1 0 0 0,2 0-1 0 0,2 0 1 0 0,0-1 0 0 0,26 49-1 0 0,-30-69-339 0 0,0-1-1 0 0,2 0 1 0 0,16 19 0 0 0,16 6-4278 0 0,-25-27-1202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6:43.9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6913 0 0,'3'5'411'0'0,"1"0"0"0"0,-2 0 0 0 0,1 0-1 0 0,0 0 1 0 0,2 9 0 0 0,-4-10-143 0 0,74 202 4737 0 0,-34-90-3063 0 0,-24-62-1289 0 0,-11-33-910 0 0,1-1 1 0 0,14 32 0 0 0,-8-37-2170 0 0,-13-15 2341 0 0,0 1 1 0 0,0-1-1 0 0,1 0 0 0 0,-1 0 1 0 0,0 1-1 0 0,0-1 1 0 0,1 0-1 0 0,-1 0 1 0 0,0 1-1 0 0,1-1 0 0 0,-1 0 1 0 0,0 0-1 0 0,0 0 1 0 0,1 1-1 0 0,-1-1 1 0 0,0 0-1 0 0,1 0 0 0 0,-1 0 1 0 0,1 0-1 0 0,-1 0 1 0 0,0 0-1 0 0,1 0 1 0 0,-1 0-1 0 0,0 0 0 0 0,1 0 1 0 0,-1 0-1 0 0,0 0 1 0 0,1 0-1 0 0,-1 0 1 0 0,0 0-1 0 0,1 0 1 0 0,-1 0-1 0 0,0-1 0 0 0,1 1 1 0 0,-1 0-1 0 0,0 0 1 0 0,1 0-1 0 0,-1-1 1 0 0,0 1-1 0 0,1 0 0 0 0,-1 0 1 0 0,0-1-1 0 0,0 1 1 0 0,1 0-1 0 0,-1 0 1 0 0,0-1-1 0 0,0 1 0 0 0,2-8-488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6:44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11 13363 0 0,'-3'-1'1184'0'0,"2"-1"-944"0"0,-1 2-240 0 0,4 0 552 0 0,-4-1-272 0 0,1-1 0 0 0,-1-1-456 0 0,1 2-88 0 0,0 1-24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6:46.3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1 206 6913 0 0,'1'-12'341'0'0,"0"0"-1"0"0,0 0 0 0 0,2-1 0 0 0,-1 1 0 0 0,2 0 0 0 0,0 1 0 0 0,0-1 0 0 0,1 1 0 0 0,6-12 0 0 0,-8 19-191 0 0,0-1 1 0 0,-1 1-1 0 0,2 0 1 0 0,-1 0-1 0 0,0 0 1 0 0,1 0-1 0 0,0 1 1 0 0,0-1 0 0 0,0 1-1 0 0,8-5 1 0 0,-9 7-72 0 0,0 0 0 0 0,0 0 0 0 0,0 0 0 0 0,0 0 0 0 0,0 0 0 0 0,0 1 0 0 0,0-1 0 0 0,0 1 0 0 0,1 0 0 0 0,-1 0 0 0 0,0 0 0 0 0,0 0 0 0 0,0 0 0 0 0,0 1 0 0 0,1-1 0 0 0,-1 1 0 0 0,0 0 0 0 0,5 2 1 0 0,-2 1 24 0 0,1 0 1 0 0,-1 0 0 0 0,0 0 0 0 0,0 0 0 0 0,0 1 0 0 0,0 0 0 0 0,-1 1 0 0 0,0-1 0 0 0,0 1 0 0 0,-1 0 0 0 0,1 0 0 0 0,-1 0 0 0 0,-1 1 0 0 0,1-1 0 0 0,-1 1 0 0 0,0 0 0 0 0,-1 0-1 0 0,1 0 1 0 0,-1 0 0 0 0,1 9 0 0 0,1 5 24 0 0,-1 0-1 0 0,-1 0 1 0 0,-1 1-1 0 0,-1-1 0 0 0,-4 39 1 0 0,0-29 85 0 0,-2 0 0 0 0,-14 47 0 0 0,15-65-178 0 0,0 0 0 0 0,0 0 0 0 0,-1-1 0 0 0,-1 0 0 0 0,0 0 0 0 0,0-1 1 0 0,-1 1-1 0 0,-13 12 0 0 0,16-23-260 0 0,5-8 8 0 0,5-11-105 0 0,14-24-349 0 0,30-51 1 0 0,8-16-214 0 0,-41 75 1269 0 0,-1 0 1 0 0,-3 0-1 0 0,0-1 0 0 0,-3-1 0 0 0,0 0 0 0 0,4-49 1 0 0,-13 83-294 0 0,0 1 0 0 0,0 0 1 0 0,0-1-1 0 0,0 1 0 0 0,0 0 1 0 0,0-1-1 0 0,0 1 0 0 0,0 0 0 0 0,0-1 1 0 0,-1 1-1 0 0,1 0 0 0 0,-1 0 1 0 0,1-1-1 0 0,-2-1 0 0 0,2 3-41 0 0,0 0 0 0 0,0 0 0 0 0,-1 0 0 0 0,1 0-1 0 0,0 0 1 0 0,-1 0 0 0 0,1 0 0 0 0,0 0-1 0 0,-1 0 1 0 0,1 0 0 0 0,0 0 0 0 0,-1 0 0 0 0,1 0-1 0 0,0 0 1 0 0,-1 0 0 0 0,1 0 0 0 0,0 0 0 0 0,-1 0-1 0 0,1 0 1 0 0,0 1 0 0 0,-1-1 0 0 0,1 0 0 0 0,0 0-1 0 0,0 0 1 0 0,-1 1 0 0 0,1-1 0 0 0,0 0-1 0 0,0 0 1 0 0,-1 0 0 0 0,1 1 0 0 0,0-1 0 0 0,0 0-1 0 0,-1 1 1 0 0,-1 2 104 0 0,-1 1 1 0 0,1 0-1 0 0,-1-1 0 0 0,1 1 0 0 0,0 0 0 0 0,1 0 0 0 0,-3 6 1 0 0,-3 28-135 0 0,2-1 0 0 0,1 1 1 0 0,2 0-1 0 0,1 0 0 0 0,3 0 1 0 0,1 0-1 0 0,1-1 0 0 0,2 1 1 0 0,2-1-1 0 0,1-1 0 0 0,24 60 1 0 0,-28-83-499 0 0,1 0-1 0 0,0-1 1 0 0,0 1 0 0 0,2-1 0 0 0,-1-1 0 0 0,2 1 0 0 0,-1-1 0 0 0,1-1 0 0 0,14 13 0 0 0,-18-19 263 0 0,0-1 0 0 0,-1 0-1 0 0,2 1 1 0 0,-1-2 0 0 0,0 1 0 0 0,0-1 0 0 0,1 1 0 0 0,0-1 0 0 0,-1-1 0 0 0,1 1 0 0 0,0-1 0 0 0,0 0 0 0 0,0 0 0 0 0,0-1 0 0 0,-1 0 0 0 0,1 0 0 0 0,0 0 0 0 0,0-1 0 0 0,0 0 0 0 0,0 0 0 0 0,0 0 0 0 0,-1-1 0 0 0,1 0 0 0 0,7-3-1 0 0,15-8-449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6:46.5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13363 0 0,'35'70'4139'0'0,"40"121"0"0"0,-62-146-5326 0 0,-1 1 1 0 0,5 49-1 0 0,-14-67-274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6:48.1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27 252 5065 0 0,'-1'1'51'0'0,"0"-1"0"0"0,0 0-1 0 0,1 1 1 0 0,-1-1 0 0 0,0 0 0 0 0,0 0-1 0 0,1 0 1 0 0,-1 0 0 0 0,0 0 0 0 0,0 0-1 0 0,0 0 1 0 0,1 0 0 0 0,-1 0 0 0 0,0 0-1 0 0,0 0 1 0 0,1-1 0 0 0,-1 1 0 0 0,0 0-1 0 0,0 0 1 0 0,1-1 0 0 0,-1 1 0 0 0,0-1-1 0 0,1 1 1 0 0,-1 0 0 0 0,0-1 0 0 0,1 0-1 0 0,-1 1 1 0 0,1-1 0 0 0,-1 1 0 0 0,1-1-1 0 0,-1 1 1 0 0,1-1 0 0 0,-1 0 0 0 0,1 1-1 0 0,-1-1 1 0 0,1 0 0 0 0,0 0 0 0 0,0 1-1 0 0,-1-1 1 0 0,1 0 0 0 0,0 0 0 0 0,0 1-1 0 0,0-1 1 0 0,0 0 0 0 0,0 0 0 0 0,0 0-1 0 0,0 1 1 0 0,0-1 0 0 0,0 0 0 0 0,0 0 0 0 0,0 0-1 0 0,1 1 1 0 0,-1-1 0 0 0,0 0 0 0 0,0 0-1 0 0,1 1 1 0 0,-1-1 0 0 0,1-1 0 0 0,1-3 342 0 0,0 1 1 0 0,0-1-1 0 0,1 0 1 0 0,-1 1-1 0 0,1 0 1 0 0,0 0-1 0 0,0 0 1 0 0,6-6-1 0 0,-5 6-192 0 0,1 1 1 0 0,-1 0-1 0 0,1 0 0 0 0,0 0 0 0 0,0 0 0 0 0,0 1 1 0 0,1 0-1 0 0,-1 0 0 0 0,1 0 0 0 0,-1 1 0 0 0,1-1 1 0 0,-1 1-1 0 0,1 1 0 0 0,8-1 0 0 0,-11 1-131 0 0,0 0 0 0 0,1 1 0 0 0,-1-1 0 0 0,0 1 1 0 0,1 0-1 0 0,-1 0 0 0 0,0 0 0 0 0,0 0 0 0 0,0 0 0 0 0,0 1 0 0 0,0-1 0 0 0,0 1 0 0 0,0 0 0 0 0,-1 0 0 0 0,1 0 0 0 0,0 0 0 0 0,-1 0 0 0 0,0 1 0 0 0,1-1 0 0 0,-1 1 1 0 0,0 0-1 0 0,0-1 0 0 0,-1 1 0 0 0,1 0 0 0 0,1 5 0 0 0,2 6-55 0 0,0 0 0 0 0,-1 1 1 0 0,-1 0-1 0 0,-1 0 0 0 0,0 0 0 0 0,-1 0 1 0 0,0 0-1 0 0,-2 21 0 0 0,-2-7-156 0 0,-1-1-1 0 0,-1 1 0 0 0,-12 39 0 0 0,10-50 193 0 0,6-23-18 0 0,8-29-295 0 0,18-37-666 0 0,87-273 795 0 0,-107 328 1293 0 0,1 0 0 0 0,11-21 0 0 0,-18 50-59 0 0,1-1 0 0 0,2 24 0 0 0,-1-22-770 0 0,3 35-57 0 0,1 1-1 0 0,22 86 1 0 0,-22-116-311 0 0,2 0-1 0 0,-1-1 1 0 0,2 0-1 0 0,1 0 1 0 0,0-1 0 0 0,2 0-1 0 0,-1 0 1 0 0,2-1-1 0 0,23 25 1 0 0,-30-37-349 0 0,0 0 0 0 0,1 0 0 0 0,0 0 0 0 0,0-1 0 0 0,1 0 0 0 0,-1 0 0 0 0,1 0 0 0 0,0-1 0 0 0,0 0 0 0 0,0 0 0 0 0,0-1 0 0 0,0 0 0 0 0,1 0 1 0 0,13 1-1 0 0,-8-3-1095 0 0,-1 0 1 0 0,1-1 0 0 0,-1 0-1 0 0,1-2 1 0 0,-1 1 0 0 0,0-1-1 0 0,1-1 1 0 0,12-5 0 0 0,-16 4 1308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6:48.4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10 178 6913 0 0,'-1'0'40'0'0,"1"-1"-1"0"0,-1 1 1 0 0,0 0-1 0 0,1 0 0 0 0,0-1 1 0 0,-1 1-1 0 0,1 0 0 0 0,-1-1 1 0 0,1 1-1 0 0,-1 0 1 0 0,1-1-1 0 0,-1 1 0 0 0,1-1 1 0 0,0 1-1 0 0,-1 0 0 0 0,1-1 1 0 0,0 1-1 0 0,0-1 1 0 0,-1 1-1 0 0,1-1 0 0 0,0 1 1 0 0,0-1-1 0 0,0 1 0 0 0,-1-1 1 0 0,1 0-1 0 0,0 1 0 0 0,0-1 1 0 0,0 1-1 0 0,0-1 1 0 0,0 1-1 0 0,0-1 0 0 0,0 0 1 0 0,10-24 1193 0 0,21-17 723 0 0,-20 30-1310 0 0,0 1-1 0 0,1-1 0 0 0,1 2 1 0 0,20-14-1 0 0,-28 20-435 0 0,0 1 1 0 0,0 0-1 0 0,0 1 0 0 0,0-1 0 0 0,0 1 0 0 0,1 0 1 0 0,-1 0-1 0 0,1 1 0 0 0,-1-1 0 0 0,1 1 0 0 0,0 1 1 0 0,-1-1-1 0 0,1 1 0 0 0,0 0 0 0 0,0 0 0 0 0,8 2 1 0 0,-12-2-181 0 0,0 1 0 0 0,0 0 0 0 0,0 0 1 0 0,0 0-1 0 0,0 0 0 0 0,0 0 1 0 0,0 0-1 0 0,0 0 0 0 0,-1 1 1 0 0,1-1-1 0 0,0 1 0 0 0,-1-1 0 0 0,1 1 1 0 0,-1 0-1 0 0,0 0 0 0 0,1 0 1 0 0,-1-1-1 0 0,1 4 0 0 0,0-1 84 0 0,-1 1 0 0 0,1-1 0 0 0,-1 1-1 0 0,0 0 1 0 0,0 0 0 0 0,0 0 0 0 0,-1 9 0 0 0,0 1 128 0 0,-2 0 0 0 0,1 0 1 0 0,-2-1-1 0 0,-6 23 0 0 0,-16 27-150 0 0,-5 14 128 0 0,28-70-197 0 0,0 0 0 0 0,0 0-1 0 0,1 0 1 0 0,0 0 0 0 0,0 0 0 0 0,1 0-1 0 0,1 13 1 0 0,-1-20-16 0 0,0 0-1 0 0,0 0 1 0 0,0 0 0 0 0,0 0-1 0 0,1 0 1 0 0,-1 0 0 0 0,0 0 0 0 0,1 0-1 0 0,-1 0 1 0 0,1 0 0 0 0,-1 0-1 0 0,1 0 1 0 0,-1 0 0 0 0,1 0 0 0 0,0-1-1 0 0,-1 1 1 0 0,1 0 0 0 0,0 0-1 0 0,0-1 1 0 0,0 1 0 0 0,0 0 0 0 0,-1-1-1 0 0,1 1 1 0 0,0-1 0 0 0,0 1-1 0 0,1 0 1 0 0,1-1 19 0 0,-1 0 0 0 0,0 1 0 0 0,1-1 0 0 0,-1 0-1 0 0,0 0 1 0 0,1-1 0 0 0,-1 1 0 0 0,1 0 0 0 0,-1-1 0 0 0,0 1 0 0 0,4-2-1 0 0,6-3 94 0 0,0-1-1 0 0,0 0 1 0 0,14-9-1 0 0,-23 12-112 0 0,40-25-1392 0 0,-28 16-145 0 0,0 2 0 0 0,0 0-1 0 0,2 1 1 0 0,-1 1 0 0 0,30-11 0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6:49.2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12 246 8290 0 0,'-1'-1'67'0'0,"0"1"-1"0"0,0-1 1 0 0,1 1 0 0 0,-1-1 0 0 0,0 1 0 0 0,1-1 0 0 0,-1 1 0 0 0,1-1-1 0 0,-1 0 1 0 0,1 1 0 0 0,-1-1 0 0 0,1 0 0 0 0,-1 1 0 0 0,1-1 0 0 0,-1 0 0 0 0,1 0-1 0 0,0 0 1 0 0,0 1 0 0 0,-1-1 0 0 0,1 0 0 0 0,0 0 0 0 0,0 0 0 0 0,0 0-1 0 0,0 1 1 0 0,0-1 0 0 0,0-1 0 0 0,9-28 1158 0 0,-3 19-614 0 0,1 0 1 0 0,15-18 0 0 0,-8 13 128 0 0,1 0-1 0 0,0 2 1 0 0,23-18 0 0 0,-30 26-504 0 0,0 1 0 0 0,0-1 1 0 0,1 2-1 0 0,-1-1 0 0 0,1 1 0 0 0,0 0 0 0 0,1 1 1 0 0,-1 0-1 0 0,14-2 0 0 0,-21 4-228 0 0,-1 1 1 0 0,1 0-1 0 0,0 0 1 0 0,-1 0-1 0 0,1 0 1 0 0,0 0-1 0 0,-1 1 1 0 0,1-1-1 0 0,-1 0 1 0 0,1 1-1 0 0,0-1 1 0 0,-1 1-1 0 0,1-1 0 0 0,-1 1 1 0 0,1 0-1 0 0,-1 0 1 0 0,0 0-1 0 0,1 0 1 0 0,-1 0-1 0 0,0 0 1 0 0,2 2-1 0 0,-1-1 15 0 0,-1 0-1 0 0,1 1 1 0 0,-1 0-1 0 0,1-1 1 0 0,-1 1 0 0 0,0 0-1 0 0,0 0 1 0 0,0 0-1 0 0,-1 0 1 0 0,2 5-1 0 0,-2 6 60 0 0,1 0-1 0 0,-2 0 0 0 0,-3 26 0 0 0,4-38-80 0 0,-9 38-127 0 0,-1-1-1 0 0,-2 0 1 0 0,-2 0-1 0 0,-21 42 0 0 0,-23 65-203 0 0,57-143 297 0 0,0-1 0 0 0,0 0 0 0 0,1 1 0 0 0,-1-1-1 0 0,1 1 1 0 0,0-1 0 0 0,-1 0 0 0 0,1 1 0 0 0,0-1 0 0 0,1 3-1 0 0,-1-4 17 0 0,0-1-1 0 0,0 0 0 0 0,0 0 0 0 0,0 0 0 0 0,0 0 0 0 0,0 0 0 0 0,1 0 0 0 0,-1 1 0 0 0,0-1 0 0 0,0 0 0 0 0,0 0 0 0 0,0 0 0 0 0,0 0 0 0 0,0 0 1 0 0,0 0-1 0 0,1 0 0 0 0,-1 0 0 0 0,0 1 0 0 0,0-1 0 0 0,0 0 0 0 0,0 0 0 0 0,0 0 0 0 0,1 0 0 0 0,-1 0 0 0 0,0 0 0 0 0,0 0 0 0 0,0 0 0 0 0,0 0 1 0 0,1 0-1 0 0,-1 0 0 0 0,0 0 0 0 0,0 0 0 0 0,0 0 0 0 0,0 0 0 0 0,0 0 0 0 0,1 0 0 0 0,-1 0 0 0 0,0-1 0 0 0,0 1 0 0 0,0 0 0 0 0,0 0 0 0 0,0 0 1 0 0,1 0-1 0 0,-1 0 0 0 0,12-13-769 0 0,13-23 408 0 0,-2 0-1 0 0,-1-2 1 0 0,19-47-1 0 0,41-128 953 0 0,-27 66 2050 0 0,-62 168-1961 0 0,2 0 0 0 0,0 1-1 0 0,2-1 1 0 0,0 1 0 0 0,0 31-1 0 0,3 0-660 0 0,9 73 0 0 0,-8-115-52 0 0,1 0 0 0 0,0-1 0 0 0,1 1 1 0 0,0 0-1 0 0,1-1 0 0 0,0 0 0 0 0,1 0 0 0 0,0 0 1 0 0,0 0-1 0 0,1-1 0 0 0,0 0 0 0 0,1 0 1 0 0,14 15-1 0 0,-12-16-708 0 0,0-1 1 0 0,0 0 0 0 0,1 0-1 0 0,0-1 1 0 0,0 0 0 0 0,1 0-1 0 0,0-1 1 0 0,11 3-1 0 0,-3-2-4683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6:49.7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1 118 5065 0 0,'0'-4'219'0'0,"1"0"-1"0"0,0 0 0 0 0,0 1 1 0 0,1-1-1 0 0,-1 0 1 0 0,1 1-1 0 0,-1-1 1 0 0,1 1-1 0 0,0-1 1 0 0,1 1-1 0 0,-1 0 1 0 0,0 0-1 0 0,6-5 1 0 0,39-34 3157 0 0,-43 39-3078 0 0,0 1 0 0 0,-1 0 0 0 0,1-1-1 0 0,0 1 1 0 0,0 1 0 0 0,0-1 0 0 0,0 0 0 0 0,0 1 0 0 0,1 0 0 0 0,-1 0 0 0 0,0 0 0 0 0,1 1 0 0 0,-1-1 0 0 0,0 1 0 0 0,1 0-1 0 0,-1 0 1 0 0,1 1 0 0 0,7 1 0 0 0,-9-1-209 0 0,0 0-1 0 0,1 1 0 0 0,-1-1 1 0 0,0 1-1 0 0,-1 0 1 0 0,1 0-1 0 0,0 0 0 0 0,0 0 1 0 0,-1 0-1 0 0,1 0 1 0 0,-1 1-1 0 0,0-1 1 0 0,1 1-1 0 0,-1 0 0 0 0,-1 0 1 0 0,1-1-1 0 0,0 1 1 0 0,-1 0-1 0 0,1 1 0 0 0,-1-1 1 0 0,0 0-1 0 0,0 0 1 0 0,0 1-1 0 0,0-1 0 0 0,0 4 1 0 0,-1 4-78 0 0,0 0 0 0 0,0 0 0 0 0,-1 0 0 0 0,0-1 0 0 0,-1 1 1 0 0,0 0-1 0 0,-1 0 0 0 0,0-1 0 0 0,0 0 0 0 0,-8 16 0 0 0,4-10-82 0 0,1 1 0 0 0,-7 30 0 0 0,13-46 61 0 0,0 0 0 0 0,0-1 0 0 0,0 1 0 0 0,0 0 0 0 0,0-1 0 0 0,0 1 0 0 0,0 0 0 0 0,0 0 0 0 0,0-1 0 0 0,0 1 0 0 0,0 0 0 0 0,0-1 0 0 0,0 1 0 0 0,1 0 0 0 0,-1-1 0 0 0,0 1 0 0 0,1 0 0 0 0,-1-1 0 0 0,0 1 0 0 0,1-1 0 0 0,-1 1 0 0 0,1-1 0 0 0,-1 1 0 0 0,0 0 0 0 0,1-1 0 0 0,0 0 0 0 0,-1 1 0 0 0,1-1 0 0 0,-1 1 0 0 0,1-1 0 0 0,-1 0 0 0 0,1 1 0 0 0,0-1 0 0 0,-1 0 0 0 0,1 0 0 0 0,0 1 0 0 0,-1-1 0 0 0,1 0 0 0 0,0 0 0 0 0,0 0 0 0 0,-1 0 0 0 0,1 0 0 0 0,0 0 0 0 0,-1 0 0 0 0,1 0 1 0 0,0 0-1 0 0,-1 0 0 0 0,1 0 0 0 0,0-1 0 0 0,0 1 0 0 0,0-1 0 0 0,50-15-1038 0 0,-30 8 1035 0 0,-13 6 38 0 0,0 1 0 0 0,0-1 0 0 0,0 2 1 0 0,0-1-1 0 0,1 1 0 0 0,-1 0 0 0 0,0 1 0 0 0,0-1 1 0 0,0 2-1 0 0,0-1 0 0 0,0 1 0 0 0,0 0 0 0 0,0 1 0 0 0,-1 0 1 0 0,1 0-1 0 0,-1 1 0 0 0,10 6 0 0 0,-11-6 81 0 0,-1 1 0 0 0,1 0 0 0 0,-1 0 0 0 0,0 0 0 0 0,-1 0 0 0 0,0 1 0 0 0,1-1 0 0 0,-2 1 0 0 0,1 0 0 0 0,-1 1 0 0 0,0-1 0 0 0,0 1 0 0 0,0-1 0 0 0,-1 1 0 0 0,0 0 0 0 0,-1 0 0 0 0,0 0 0 0 0,0 0 0 0 0,0 0 0 0 0,-1 10 0 0 0,-1 0 49 0 0,-1-1 0 0 0,-1 1 0 0 0,0-1 0 0 0,-2 0 0 0 0,1 0 0 0 0,-2 0 0 0 0,0-1 0 0 0,-1 0 0 0 0,-1 0 0 0 0,0-1 0 0 0,-1 0 0 0 0,0 0 0 0 0,-1-1 0 0 0,-1 0 1 0 0,-19 18-1 0 0,4-10-242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6:50.8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30 231 7370 0 0,'-1'-1'71'0'0,"-1"1"0"0"0,1-1 1 0 0,-1 1-1 0 0,1-1 0 0 0,-1 0 1 0 0,1 1-1 0 0,-1-1 0 0 0,1 0 1 0 0,-1 0-1 0 0,1 0 0 0 0,0 0 1 0 0,0 0-1 0 0,-1-1 0 0 0,1 1 1 0 0,0 0-1 0 0,0-1 0 0 0,0 1 1 0 0,1 0-1 0 0,-1-1 0 0 0,0 1 0 0 0,0-1 1 0 0,1 1-1 0 0,-1-1 0 0 0,1 0 1 0 0,-1 1-1 0 0,1-1 0 0 0,0 1 1 0 0,0-1-1 0 0,-1 0 0 0 0,1 1 1 0 0,0-1-1 0 0,1 0 0 0 0,-1 1 1 0 0,1-4-1 0 0,-1 2 38 0 0,1 0-1 0 0,0 0 0 0 0,0 1 1 0 0,1-1-1 0 0,-1 0 1 0 0,1 1-1 0 0,-1-1 0 0 0,1 1 1 0 0,0-1-1 0 0,0 1 1 0 0,0 0-1 0 0,0 0 1 0 0,0 0-1 0 0,1 0 0 0 0,-1 0 1 0 0,0 0-1 0 0,1 1 1 0 0,0-1-1 0 0,2-1 1 0 0,22-5-18 0 0,0 1 0 0 0,1 2 0 0 0,-1 0 0 0 0,1 2 0 0 0,55 0 1 0 0,-25 1 21 0 0,104-10 311 0 0,96-3-292 0 0,137-6-151 0 0,-62 2-26 0 0,317-7 45 0 0,1020 15 2800 0 0,-1474 18-2579 0 0,819 25 1271 0 0,-739-30-2350 0 0,139 5-2630 0 0,-378-6-1520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6:51.4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12899 0 0,'0'4'361'0'0,"0"0"-1"0"0,-1 0 1 0 0,1 0 0 0 0,1-1 0 0 0,-1 1-1 0 0,0 0 1 0 0,1 0 0 0 0,0 0 0 0 0,2 6 0 0 0,-2-6-283 0 0,16 121 1458 0 0,-9-50-904 0 0,20 456-217 0 0,-26-356-136 0 0,45 444 1094 0 0,46 264-1309 0 0,-23-167-64 0 0,10-55 203 0 0,9 81-8 0 0,-55-429-180 0 0,79 335 1 0 0,-57-405 330 0 0,41 421 1 0 0,-76-457-600 0 0,1 33-3300 0 0,-20-203-3093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6:51.9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6276 74 13363 0 0,'-2'1'502'0'0,"-1"-1"0"0"0,1 0 1 0 0,0 0-1 0 0,-1 0 0 0 0,1 0 1 0 0,-1 0-1 0 0,1 0 0 0 0,0-1 1 0 0,-1 1-1 0 0,-3-2 0 0 0,-30-11 1128 0 0,10 3-1632 0 0,-23-2-928 0 0,0 3 0 0 0,-92-6 1 0 0,-103 15-3127 0 0,-115 34 2721 0 0,132-8 1711 0 0,-469 24 1386 0 0,-2-16-5475 0 0,122-32 2705 0 0,392-4 601 0 0,-529-12 97 0 0,2-38 4712 0 0,138 2 1755 0 0,293 48-4744 0 0,108 3-992 0 0,105-2-442 0 0,-168-5-595 0 0,81-14-2799 0 0,99 7-2984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6:53.0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10594 0 0,'1'0'111'0'0,"1"1"0"0"0,0 0 0 0 0,-1 0 0 0 0,1 0 0 0 0,-1 0 0 0 0,0 0-1 0 0,1 0 1 0 0,-1 0 0 0 0,0 0 0 0 0,0 1 0 0 0,0-1 0 0 0,1 0 0 0 0,0 4 0 0 0,1 0-86 0 0,-1 1 1 0 0,0 0-1 0 0,-1-1 1 0 0,1 1-1 0 0,-1 0 1 0 0,0 0 0 0 0,-1 0-1 0 0,0 11 1 0 0,-6 52-72 0 0,0-28-112 0 0,5 650-822 0 0,3-636 1125 0 0,7 714 2352 0 0,-21-257-2446 0 0,10-232 1480 0 0,7 393 482 0 0,-5-194-1606 0 0,5 118-731 0 0,6-161 626 0 0,5 76 456 0 0,25-212 39 0 0,-2-27-667 0 0,12 87-156 0 0,1 19 1260 0 0,-30-189-210 0 0,-8-84-528 0 0,1 172 1 0 0,-15-277-497 0 0,-1 19-4 0 0,1-1 0 0 0,4 30 0 0 0,-2-38-56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17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79 8754 0 0,'-3'-7'875'0'0,"1"-1"1"0"0,0 1-1 0 0,0-1 1 0 0,0 1-1 0 0,1-1 1 0 0,1 0-1 0 0,-1 0 0 0 0,2-9 1 0 0,3 17 715 0 0,2 8-917 0 0,3 10-124 0 0,-4 0-221 0 0,-1 1 1 0 0,0 0-1 0 0,-1 0 0 0 0,0 32 0 0 0,-7 82 76 0 0,1-57-299 0 0,-1-18-109 0 0,0 11-3709 0 0,7-62 2339 0 0,-3-9 1340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17.6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 47 10594 0 0,'1'-3'257'0'0,"-1"0"-1"0"0,1 0 0 0 0,-1 0 1 0 0,1 0-1 0 0,-1 1 1 0 0,0-1-1 0 0,0 0 0 0 0,0 0 1 0 0,-2-5-1 0 0,3 8-204 0 0,-1-1 0 0 0,0 1 0 0 0,0 0 0 0 0,0-1 0 0 0,0 1-1 0 0,0-1 1 0 0,0 1 0 0 0,0-1 0 0 0,-1 1 0 0 0,1-1 0 0 0,0 1 0 0 0,0-1 0 0 0,0 1-1 0 0,0-1 1 0 0,0 1 0 0 0,-1 0 0 0 0,1-1 0 0 0,0 1 0 0 0,-1-1 0 0 0,1 1 0 0 0,0 0-1 0 0,0-1 1 0 0,-1 1 0 0 0,1 0 0 0 0,-1-1 0 0 0,1 1 0 0 0,0 0 0 0 0,-1 0 0 0 0,1-1-1 0 0,-1 1 1 0 0,1 0 0 0 0,0 0 0 0 0,-1 0 0 0 0,1-1 0 0 0,-1 1 0 0 0,1 0 0 0 0,-1 0-1 0 0,1 0 1 0 0,-1 0 0 0 0,1 0 0 0 0,-1 0 0 0 0,1 0 0 0 0,-1 0 0 0 0,1 0 0 0 0,-1 0-1 0 0,1 0 1 0 0,-1 1 0 0 0,1-1 0 0 0,0 0 0 0 0,-1 0 0 0 0,1 0 0 0 0,-1 1 0 0 0,1-1-1 0 0,-1 0 1 0 0,1 0 0 0 0,0 1 0 0 0,-1-1 0 0 0,1 0 0 0 0,0 1 0 0 0,-1-1 0 0 0,1 0-1 0 0,0 1 1 0 0,-1 0 0 0 0,0 0-214 0 0,0 0 0 0 0,0 0 0 0 0,1 0 0 0 0,-1 0 0 0 0,0 0 0 0 0,1 1 0 0 0,-1-1 0 0 0,1 0 0 0 0,-1 0 0 0 0,1 1 0 0 0,-1-1 0 0 0,1 0 0 0 0,0 1 0 0 0,0-1 0 0 0,0 0 0 0 0,0 1 0 0 0,0-1 0 0 0,0 0 0 0 0,0 1 0 0 0,0-1 0 0 0,0 0 0 0 0,0 1 0 0 0,1-1 0 0 0,-1 0 0 0 0,1 0 0 0 0,0 3 0 0 0,2 8 125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18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40 6913 0 0,'0'0'529'0'0,"19"22"4241"0"0,-13-5-3924 0 0,-1-1 0 0 0,0 1 0 0 0,-2-1 1 0 0,1 1-1 0 0,0 28 0 0 0,-3-27-881 0 0,2 1 0 0 0,-1-1 0 0 0,2 0 0 0 0,10 30 0 0 0,-14-48-9 0 0,0 1 1 0 0,1 0-1 0 0,-1-1 0 0 0,0 1 0 0 0,0 0 0 0 0,0-1 0 0 0,1 1 0 0 0,-1 0 0 0 0,0-1 0 0 0,1 1 1 0 0,-1-1-1 0 0,0 1 0 0 0,1-1 0 0 0,-1 1 0 0 0,1-1 0 0 0,-1 1 0 0 0,1-1 0 0 0,-1 1 0 0 0,1-1 0 0 0,-1 0 1 0 0,1 1-1 0 0,0-1 0 0 0,-1 0 0 0 0,1 1 0 0 0,0-1 0 0 0,0 1 0 0 0,0-2-10 0 0,0 1 1 0 0,-1-1-1 0 0,1 1 0 0 0,0-1 0 0 0,-1 1 0 0 0,1-1 1 0 0,-1 0-1 0 0,1 1 0 0 0,0-1 0 0 0,-1 0 1 0 0,0 1-1 0 0,1-1 0 0 0,-1 0 0 0 0,1 1 0 0 0,-1-1 1 0 0,0 0-1 0 0,1-1 0 0 0,8-40-1394 0 0,-8 42 1401 0 0,2-22-737 0 0,1-9-728 0 0,2 1-1 0 0,14-44 1 0 0,-18 66 1389 0 0,1 1-1 0 0,0 0 1 0 0,1-1 0 0 0,-1 1 0 0 0,2 1 0 0 0,-1-1-1 0 0,0 1 1 0 0,1-1 0 0 0,0 1 0 0 0,1 1-1 0 0,0-1 1 0 0,-1 1 0 0 0,2 0 0 0 0,-1 0 0 0 0,7-4-1 0 0,-11 8 253 0 0,0 0 0 0 0,0 0-1 0 0,-1 0 1 0 0,1 0-1 0 0,0 0 1 0 0,0 1 0 0 0,0-1-1 0 0,0 1 1 0 0,0-1 0 0 0,0 1-1 0 0,0-1 1 0 0,0 1-1 0 0,0 0 1 0 0,0 0 0 0 0,0 0-1 0 0,0 0 1 0 0,0 1 0 0 0,0-1-1 0 0,0 0 1 0 0,0 1-1 0 0,0 0 1 0 0,0-1 0 0 0,0 1-1 0 0,0 0 1 0 0,-1 0-1 0 0,1 0 1 0 0,0 0 0 0 0,0 0-1 0 0,-1 0 1 0 0,1 1 0 0 0,-1-1-1 0 0,1 0 1 0 0,-1 1-1 0 0,0-1 1 0 0,1 1 0 0 0,-1 0-1 0 0,0-1 1 0 0,0 1 0 0 0,1 2-1 0 0,3 8 582 0 0,0 0-1 0 0,0 1 1 0 0,-2-1-1 0 0,1 1 1 0 0,1 14-1 0 0,0-2-859 0 0,36 151-1744 0 0,-38-152-3043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18.3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6913 0 0,'8'6'648'0'0,"0"0"-1"0"0,-1 0 0 0 0,0 0 0 0 0,-1 1 0 0 0,1 0 0 0 0,-1 0 0 0 0,-1 1 0 0 0,6 9 1 0 0,5 5 1018 0 0,9 10-214 0 0,-2 0 0 0 0,33 60 0 0 0,-51-81-1689 0 0,0-1 1 0 0,0 1-1 0 0,-1 0 0 0 0,-1 0 1 0 0,0 1-1 0 0,0-1 0 0 0,-1 1 0 0 0,0 0 1 0 0,-1-1-1 0 0,-1 1 0 0 0,0 0 0 0 0,0 0 1 0 0,-4 20-1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18.6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55 10594 0 0,'3'-4'169'0'0,"0"-1"0"0"0,1 1-1 0 0,-1 0 1 0 0,1 0-1 0 0,0 1 1 0 0,0-1 0 0 0,0 1-1 0 0,1 0 1 0 0,-1 0 0 0 0,1 1-1 0 0,-1-1 1 0 0,1 1-1 0 0,0 0 1 0 0,0 0 0 0 0,0 0-1 0 0,0 1 1 0 0,0 0 0 0 0,8-1-1 0 0,-10 2-18 0 0,0-1-1 0 0,1 2 0 0 0,-1-1 0 0 0,1 0 1 0 0,-1 1-1 0 0,0-1 0 0 0,1 1 0 0 0,-1 0 1 0 0,0 0-1 0 0,0 0 0 0 0,0 1 0 0 0,0-1 1 0 0,0 1-1 0 0,0-1 0 0 0,0 1 0 0 0,0 0 1 0 0,0 0-1 0 0,-1 1 0 0 0,1-1 0 0 0,-1 0 1 0 0,0 1-1 0 0,0 0 0 0 0,0-1 0 0 0,0 1 1 0 0,0 0-1 0 0,0 0 0 0 0,-1 0 0 0 0,1 0 1 0 0,0 4-1 0 0,2 4-53 0 0,-1 0 0 0 0,-1 0 0 0 0,0 1 0 0 0,0-1 0 0 0,-1 0 0 0 0,-1 1 1 0 0,0-1-1 0 0,0 1 0 0 0,-1-1 0 0 0,0 1 0 0 0,-1-1 0 0 0,-1 0 0 0 0,0 0 0 0 0,-4 12 0 0 0,4-16-74 0 0,1-1-1 0 0,-1 1 0 0 0,0-1 0 0 0,-1 0 1 0 0,1 0-1 0 0,-1 0 0 0 0,-1 0 1 0 0,1 0-1 0 0,-1-1 0 0 0,0 0 0 0 0,0 0 1 0 0,0 0-1 0 0,-1-1 0 0 0,0 1 1 0 0,1-1-1 0 0,-2-1 0 0 0,1 1 1 0 0,0-1-1 0 0,-1 0 0 0 0,1-1 0 0 0,-1 1 1 0 0,0-1-1 0 0,-11 1 0 0 0,1-5-840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19.0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0 5985 0 0,'-3'11'738'0'0,"2"0"0"0"0,0 1 0 0 0,0-1 0 0 0,1 0 0 0 0,1 0 0 0 0,0 1 0 0 0,0-1 0 0 0,1 0 0 0 0,0 0 0 0 0,1 0 0 0 0,5 12 0 0 0,-6-19-516 0 0,0 1-1 0 0,0-1 1 0 0,0 0-1 0 0,1 1 1 0 0,-1-1-1 0 0,1-1 1 0 0,0 1-1 0 0,0 0 1 0 0,1-1-1 0 0,-1 1 1 0 0,1-1-1 0 0,5 4 1 0 0,-6-5-202 0 0,0-1 0 0 0,1 0 0 0 0,-1 1 1 0 0,0-1-1 0 0,1 0 0 0 0,-1 0 0 0 0,0-1 0 0 0,1 1 0 0 0,-1-1 0 0 0,1 0 1 0 0,-1 0-1 0 0,1 0 0 0 0,-1 0 0 0 0,1-1 0 0 0,-1 1 0 0 0,1-1 0 0 0,-1 0 1 0 0,0 0-1 0 0,4-1 0 0 0,-4 0 0 0 0,0 1-1 0 0,0-1 1 0 0,0 0-1 0 0,0 1 1 0 0,0-1 0 0 0,0-1-1 0 0,0 1 1 0 0,-1 0 0 0 0,1-1-1 0 0,-1 1 1 0 0,0-1-1 0 0,0 0 1 0 0,0 1 0 0 0,0-1-1 0 0,0 0 1 0 0,-1-1 0 0 0,2-2-1 0 0,3-9 127 0 0,-1 0-1 0 0,4-26 1 0 0,-7 30-66 0 0,1 0 0 0 0,0 0 0 0 0,0 0 0 0 0,1 1 0 0 0,5-11-1 0 0,-9 21-67 0 0,0-1 0 0 0,1 0 0 0 0,-1 1 0 0 0,0-1 0 0 0,1 0 0 0 0,-1 1 0 0 0,1-1 0 0 0,-1 1 0 0 0,1-1-1 0 0,-1 0 1 0 0,1 1 0 0 0,0 0 0 0 0,-1-1 0 0 0,1 1 0 0 0,-1-1 0 0 0,1 1 0 0 0,0 0 0 0 0,0-1 0 0 0,-1 1-1 0 0,1 0 1 0 0,0 0 0 0 0,-1-1 0 0 0,1 1 0 0 0,0 0 0 0 0,0 0 0 0 0,1 0 0 0 0,-1 0 29 0 0,0 1 1 0 0,0-1-1 0 0,1 1 1 0 0,-1 0 0 0 0,0-1-1 0 0,0 1 1 0 0,0 0-1 0 0,0 0 1 0 0,0-1-1 0 0,0 1 1 0 0,0 0 0 0 0,0 0-1 0 0,0 0 1 0 0,1 2-1 0 0,4 7 226 0 0,0 0-1 0 0,0 0 1 0 0,4 12-1 0 0,-4-8-287 0 0,-5-12-64 0 0,0 1 1 0 0,1 0-1 0 0,-1 0 0 0 0,1-1 0 0 0,-1 1 1 0 0,1-1-1 0 0,0 1 0 0 0,0-1 0 0 0,0 0 0 0 0,1 0 1 0 0,-1 0-1 0 0,0 0 0 0 0,1 0 0 0 0,-1 0 1 0 0,1-1-1 0 0,0 1 0 0 0,-1-1 0 0 0,1 0 0 0 0,0 1 1 0 0,5 0-1 0 0,5-2-594 0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19.2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24 10138 0 0,'7'-23'4693'0'0,"-2"36"-2899"0"0,25 129 2430 0 0,-10 1-3379 0 0,9 52-1340 0 0,-22-151-936 0 0,-3-15-3886 0 0,-3-8-908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19.4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19 169 8754 0 0,'-2'-1'282'0'0,"1"-1"0"0"0,-1 1 0 0 0,1 0 0 0 0,-1-1 0 0 0,1 0 0 0 0,0 1 0 0 0,0-1 0 0 0,0 0 0 0 0,0 0 0 0 0,0 1 0 0 0,0-1 0 0 0,0 0 1 0 0,1 0-1 0 0,-1 0 0 0 0,1 0 0 0 0,-1 0 0 0 0,1 0 0 0 0,0 0 0 0 0,0 0 0 0 0,-1 0 0 0 0,2-1 0 0 0,-1 1 0 0 0,0-2 0 0 0,1 1-40 0 0,1 0-1 0 0,-1 0 1 0 0,1 1-1 0 0,-1-1 1 0 0,1 0-1 0 0,0 1 1 0 0,0-1-1 0 0,0 1 1 0 0,0 0-1 0 0,0 0 1 0 0,1 0-1 0 0,-1 0 1 0 0,5-3-1 0 0,9-4-101 0 0,0 1 0 0 0,0 0 0 0 0,0 1 0 0 0,20-5 0 0 0,-33 11-208 0 0,112-30-429 0 0,-68 22 486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20.3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17 111 1840 0 0,'4'-28'3086'0'0,"1"-18"618"0"0,-5 44-3335 0 0,0 0 0 0 0,0 0 0 0 0,-1 1-1 0 0,1-1 1 0 0,0 0 0 0 0,-1 0 0 0 0,1 0 0 0 0,-1 1 0 0 0,1-1-1 0 0,-1 0 1 0 0,0 1 0 0 0,0-1 0 0 0,1 0 0 0 0,-1 1 0 0 0,-1-1-1 0 0,1 1 1 0 0,0 0 0 0 0,0-1 0 0 0,0 1 0 0 0,-3-2 124 0 0,4 3-431 0 0,0 0 0 0 0,0 0 0 0 0,0 0 1 0 0,0 0-1 0 0,0 0 0 0 0,-1 0 0 0 0,1 0 0 0 0,0-1 1 0 0,0 1-1 0 0,0 0 0 0 0,0 0 0 0 0,-1 0 0 0 0,1 0 1 0 0,0 0-1 0 0,0 0 0 0 0,0 0 0 0 0,-1 0 0 0 0,1 0 1 0 0,0 0-1 0 0,0 1 0 0 0,-2 0 871 0 0,2-1-871 0 0,0 0 0 0 0,-1 0 0 0 0,1 1 1 0 0,0-1-1 0 0,0 0 0 0 0,0 0 0 0 0,0 1 0 0 0,-2 12 827 0 0,2 13-748 0 0,9 42 43 0 0,9 50 107 0 0,-16-108-242 0 0,1 0 0 0 0,0 0 0 0 0,0 0-1 0 0,1 0 1 0 0,1-1 0 0 0,0 1 0 0 0,0-1 0 0 0,10 13 0 0 0,-12-19-58 0 0,0 0 0 0 0,0 1 0 0 0,0-2 1 0 0,0 1-1 0 0,0 0 0 0 0,1-1 0 0 0,-1 1 1 0 0,1-1-1 0 0,0 0 0 0 0,0 0 0 0 0,-1-1 1 0 0,1 1-1 0 0,0-1 0 0 0,0 0 0 0 0,1 0 1 0 0,-1 0-1 0 0,0 0 0 0 0,0-1 1 0 0,0 1-1 0 0,1-1 0 0 0,-1 0 0 0 0,0-1 1 0 0,0 1-1 0 0,0-1 0 0 0,1 0 0 0 0,-1 0 1 0 0,0 0-1 0 0,6-3 0 0 0,-3 1 2 0 0,-1 0-1 0 0,0-1 0 0 0,1 0 1 0 0,-1 0-1 0 0,-1 0 0 0 0,1-1 1 0 0,-1 1-1 0 0,0-1 1 0 0,0-1-1 0 0,0 1 0 0 0,0-1 1 0 0,-1 0-1 0 0,0 0 1 0 0,-1 0-1 0 0,1 0 0 0 0,2-8 1 0 0,1-5 89 0 0,-1 0 1 0 0,-1 0-1 0 0,-1-1 1 0 0,0 1-1 0 0,-2-1 1 0 0,0 0 0 0 0,-1 0-1 0 0,-3-30 1 0 0,0 43-137 0 0,-1 15-263 0 0,0 14-137 0 0,3-16 446 0 0,0-1 0 0 0,1 1 0 0 0,0-1 0 0 0,0 1-1 0 0,0-1 1 0 0,1 0 0 0 0,-1 0 0 0 0,1 0-1 0 0,1 0 1 0 0,-1 0 0 0 0,1 0 0 0 0,0 0 0 0 0,0-1-1 0 0,0 1 1 0 0,0-1 0 0 0,1 0 0 0 0,0 0-1 0 0,0 0 1 0 0,0 0 0 0 0,0-1 0 0 0,1 0-1 0 0,-1 0 1 0 0,1 0 0 0 0,0 0 0 0 0,0-1 0 0 0,0 0-1 0 0,0 0 1 0 0,0 0 0 0 0,0 0 0 0 0,1-1-1 0 0,-1 0 1 0 0,0 0 0 0 0,1-1 0 0 0,-1 1 0 0 0,10-2-1 0 0,-14 1 18 0 0,0 0 0 0 0,0 0 0 0 0,0 0 0 0 0,0 0 0 0 0,0-1 0 0 0,0 1 1 0 0,0 0-1 0 0,0-1 0 0 0,0 1 0 0 0,0-1 0 0 0,0 1 0 0 0,0-1 0 0 0,0 0 0 0 0,0 1 0 0 0,0-1 0 0 0,-1 0 0 0 0,1 0 0 0 0,0 1 0 0 0,0-1 0 0 0,-1 0 0 0 0,1 0 0 0 0,-1 0 0 0 0,1 0 0 0 0,-1 0 0 0 0,1 0 0 0 0,-1 0 0 0 0,1 0 0 0 0,-1 0 0 0 0,0 0 0 0 0,1 0 0 0 0,-1-2 0 0 0,-2-35-2006 0 0,1 29 707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20.8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1 395 2761 0 0,'0'1'30'0'0,"0"0"-1"0"0,0 0 1 0 0,0 0 0 0 0,0 0 0 0 0,0 0 0 0 0,0 0 0 0 0,0 0 0 0 0,1 0 0 0 0,-1 0 0 0 0,0 0 0 0 0,1 0 0 0 0,-1 0 0 0 0,1 0 0 0 0,-1 0 0 0 0,1 0-1 0 0,-1 0 1 0 0,1-1 0 0 0,0 1 0 0 0,-1 0 0 0 0,1 0 0 0 0,0-1 0 0 0,0 1 0 0 0,0 0 0 0 0,-1-1 0 0 0,1 1 0 0 0,0-1 0 0 0,0 1 0 0 0,0-1 0 0 0,0 1-1 0 0,0-1 1 0 0,0 0 0 0 0,2 1 0 0 0,-1-2 159 0 0,0 1-1 0 0,0 0 0 0 0,0-1 0 0 0,1 0 0 0 0,-1 0 1 0 0,0 1-1 0 0,0-1 0 0 0,-1 0 0 0 0,1 0 1 0 0,0-1-1 0 0,0 1 0 0 0,0 0 0 0 0,-1-1 1 0 0,1 1-1 0 0,2-4 0 0 0,6-7 783 0 0,-1 0-1 0 0,-1 0 1 0 0,0-1-1 0 0,0 0 0 0 0,-2 0 1 0 0,8-19-1 0 0,26-89 1786 0 0,-37 109-2623 0 0,2-5 156 0 0,0 3 26 0 0,-1 0 0 0 0,-1-1 0 0 0,3-22 0 0 0,-5 34-274 0 0,-1 1 0 0 0,0-1 0 0 0,0 1 0 0 0,0-1 0 0 0,0 1 1 0 0,0-1-1 0 0,0 1 0 0 0,-1-1 0 0 0,1 1 0 0 0,-1 0 0 0 0,0-1 0 0 0,0 1 1 0 0,0-1-1 0 0,0 1 0 0 0,0 0 0 0 0,0 0 0 0 0,0 0 0 0 0,-1 0 0 0 0,1 0 1 0 0,-1 0-1 0 0,0 0 0 0 0,0 0 0 0 0,1 1 0 0 0,-1-1 0 0 0,0 0 0 0 0,0 1 1 0 0,-4-2-1 0 0,5 2-33 0 0,1 1 1 0 0,-1 0-1 0 0,0-1 1 0 0,0 1 0 0 0,1 0-1 0 0,-1 0 1 0 0,0-1-1 0 0,0 1 1 0 0,1 0-1 0 0,-1 0 1 0 0,0 0-1 0 0,0 0 1 0 0,0 0 0 0 0,1 0-1 0 0,-1 0 1 0 0,0 0-1 0 0,0 0 1 0 0,0 1-1 0 0,1-1 1 0 0,-1 0-1 0 0,0 0 1 0 0,0 1 0 0 0,1-1-1 0 0,-1 1 1 0 0,0-1-1 0 0,1 0 1 0 0,-2 2-1 0 0,1-1 28 0 0,0 1-1 0 0,0-1 0 0 0,0 1 0 0 0,0-1 1 0 0,0 1-1 0 0,0 0 0 0 0,1 0 1 0 0,-1-1-1 0 0,1 1 0 0 0,-1 0 0 0 0,0 3 1 0 0,1 2 80 0 0,-1 1 1 0 0,1-1-1 0 0,0 1 1 0 0,2 13-1 0 0,1-8-196 0 0,1 0 0 0 0,0-1-1 0 0,1 0 1 0 0,0 0-1 0 0,1 0 1 0 0,0-1 0 0 0,1 0-1 0 0,0 0 1 0 0,1 0-1 0 0,0-1 1 0 0,15 14-1 0 0,-17-18 7 0 0,0 0 0 0 0,0-1 0 0 0,0 0 0 0 0,1 0 0 0 0,0 0 0 0 0,0-1 0 0 0,0 0 0 0 0,0-1 0 0 0,1 0 0 0 0,-1 0 0 0 0,1 0 0 0 0,0-1 0 0 0,0 0 0 0 0,0 0 0 0 0,0-1 0 0 0,0 0 0 0 0,0-1 0 0 0,0 0 0 0 0,13-1 0 0 0,-13-1-608 0 0,-1 0 0 0 0,1-1 0 0 0,-1 0 0 0 0,0 0 0 0 0,0 0 0 0 0,0-1 0 0 0,0 0 1 0 0,-1-1-1 0 0,0 1 0 0 0,0-1 0 0 0,0 0 0 0 0,0-1 0 0 0,-1 1 0 0 0,5-7 1 0 0,10-14-1461 0 0,-1-1 1 0 0,16-31-1 0 0,-6 8 3298 0 0,-20 36 34 0 0,11-17 3141 0 0,-19 30-3843 0 0,0-1 0 0 0,0 1 0 0 0,0 0 0 0 0,0 0 0 0 0,0 0 0 0 0,0 0 0 0 0,0 0 0 0 0,1 0 0 0 0,-1 0 0 0 0,0 0 0 0 0,1 1 0 0 0,-1-1 0 0 0,1 0 0 0 0,-1 1 0 0 0,1-1 0 0 0,-1 1-1 0 0,1 0 1 0 0,1-1 0 0 0,-2 2-279 0 0,1-1 0 0 0,-1 1 0 0 0,0 0 0 0 0,0 0 0 0 0,0-1-1 0 0,0 1 1 0 0,0 0 0 0 0,0 0 0 0 0,0 0 0 0 0,0 0-1 0 0,0 0 1 0 0,0 0 0 0 0,0 0 0 0 0,-1 1 0 0 0,1-1 0 0 0,0 0-1 0 0,-1 0 1 0 0,1 1 0 0 0,-1-1 0 0 0,1 1 0 0 0,11 32 522 0 0,-12-32-551 0 0,5 20 53 0 0,-1-1-1 0 0,2 30 1 0 0,-5-36-365 0 0,1 0 0 0 0,0 0 1 0 0,0 0-1 0 0,2 0 0 0 0,0-1 1 0 0,0 1-1 0 0,8 14 0 0 0,-7-21-1487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21.0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45 7834 0 0,'-4'-45'11285'0'0,"7"63"-9495"0"0,11 45-5975 0 0,-6-40 2840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21.5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272 38 3681 0 0,'-4'-4'460'0'0,"0"0"0"0"0,-1 0 0 0 0,0 1 0 0 0,0 0 0 0 0,0 0 0 0 0,0 0 0 0 0,-1 1 0 0 0,1 0 0 0 0,-1 0 0 0 0,1 0 0 0 0,-1 0 0 0 0,0 1 0 0 0,1 0 0 0 0,-1 0 0 0 0,0 1 0 0 0,0 0 0 0 0,0 0 0 0 0,0 0 0 0 0,0 0 1 0 0,1 1-1 0 0,-1 0 0 0 0,0 0 0 0 0,0 1 0 0 0,1 0 0 0 0,-1 0 0 0 0,-7 4 0 0 0,7-3-216 0 0,0 0-1 0 0,0 1 1 0 0,1 0 0 0 0,0-1 0 0 0,0 2 0 0 0,0-1 0 0 0,0 1-1 0 0,0 0 1 0 0,-3 6 0 0 0,6-8-188 0 0,0 0 0 0 0,1 0-1 0 0,0 0 1 0 0,0 0 0 0 0,0 0 0 0 0,0 1 0 0 0,0-1 0 0 0,1 0-1 0 0,-1 1 1 0 0,1-1 0 0 0,0 0 0 0 0,0 6 0 0 0,0-8-54 0 0,0 0 0 0 0,0 0 1 0 0,0 0-1 0 0,0 0 1 0 0,0 0-1 0 0,1 0 1 0 0,-1 0-1 0 0,0 0 0 0 0,0 0 1 0 0,1 0-1 0 0,-1 0 1 0 0,0 0-1 0 0,1 0 1 0 0,-1 0-1 0 0,1-1 0 0 0,0 1 1 0 0,-1 0-1 0 0,1 0 1 0 0,-1 0-1 0 0,1-1 0 0 0,0 1 1 0 0,0 0-1 0 0,0-1 1 0 0,-1 1-1 0 0,1 0 1 0 0,0-1-1 0 0,0 1 0 0 0,0-1 1 0 0,0 0-1 0 0,0 1 1 0 0,0-1-1 0 0,0 0 1 0 0,0 1-1 0 0,0-1 0 0 0,0 0 1 0 0,0 0-1 0 0,0 0 1 0 0,0 0-1 0 0,0 0 0 0 0,0 0 1 0 0,0 0-1 0 0,0 0 1 0 0,1-1-1 0 0,1 0 36 0 0,-1 1 0 0 0,1-1 0 0 0,0 1 1 0 0,-1 0-1 0 0,1 0 0 0 0,-1-1 0 0 0,1 2 0 0 0,-1-1 0 0 0,1 0 0 0 0,0 0 0 0 0,-1 1 0 0 0,1 0 1 0 0,-1-1-1 0 0,1 1 0 0 0,-1 0 0 0 0,0 0 0 0 0,1 0 0 0 0,-1 0 0 0 0,0 1 0 0 0,0-1 0 0 0,0 1 1 0 0,0-1-1 0 0,3 4 0 0 0,-1 0-74 0 0,0-1 0 0 0,-1 2 0 0 0,0-1 0 0 0,1 0 1 0 0,-2 1-1 0 0,1-1 0 0 0,-1 1 0 0 0,4 11 0 0 0,-5-10 44 0 0,0-1 0 0 0,-1 0 0 0 0,1 1 0 0 0,-1-1 0 0 0,-1 1-1 0 0,1-1 1 0 0,-1 0 0 0 0,0 1 0 0 0,-1-1 0 0 0,1 0 0 0 0,-1 0 0 0 0,0 0 0 0 0,-1 0-1 0 0,1 0 1 0 0,-1 0 0 0 0,-1-1 0 0 0,-5 9 0 0 0,5-8 68 0 0,0 0 0 0 0,0 0 1 0 0,-1-1-1 0 0,0 0 0 0 0,0 1 0 0 0,-1-2 1 0 0,0 1-1 0 0,1 0 0 0 0,-1-1 0 0 0,-1 0 1 0 0,1-1-1 0 0,0 0 0 0 0,-1 0 0 0 0,0 0 1 0 0,-8 2-1 0 0,13-4-89 0 0,1-1 0 0 0,-1 0-1 0 0,1 0 1 0 0,0 1 0 0 0,-1-1 0 0 0,1 0 0 0 0,-1 0 0 0 0,1-1 0 0 0,0 1-1 0 0,-1 0 1 0 0,1 0 0 0 0,-1-1 0 0 0,1 1 0 0 0,0-1 0 0 0,0 1-1 0 0,-1-1 1 0 0,1 1 0 0 0,0-1 0 0 0,0 0 0 0 0,-1 0 0 0 0,1 1 0 0 0,0-1-1 0 0,0 0 1 0 0,-2-2 0 0 0,2 0-2 0 0,-1 1-1 0 0,1-1 1 0 0,0 0 0 0 0,0 1-1 0 0,0-1 1 0 0,0 0 0 0 0,0 0 0 0 0,0 0-1 0 0,1 0 1 0 0,0 0 0 0 0,-1-4-1 0 0,1-5 72 0 0,1-1 0 0 0,0 0 0 0 0,0 1 0 0 0,6-19 0 0 0,-6 24-86 0 0,1 0 1 0 0,0 0 0 0 0,0 0 0 0 0,0 0 0 0 0,1 1 0 0 0,0-1 0 0 0,0 1 0 0 0,1 0 0 0 0,0 0 0 0 0,0 0 0 0 0,0 0 0 0 0,1 1 0 0 0,0-1-1 0 0,0 1 1 0 0,0 0 0 0 0,1 1 0 0 0,0-1 0 0 0,-1 1 0 0 0,1 1 0 0 0,1-1 0 0 0,-1 1 0 0 0,1 0 0 0 0,-1 0 0 0 0,12-3 0 0 0,26-11-890 0 0,-16 1-5122 0 0,-15 7 269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21.9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93 216 2761 0 0,'1'-8'422'0'0,"-1"0"0"0"0,0 1 1 0 0,0-1-1 0 0,-1 0 0 0 0,0 0 1 0 0,0 1-1 0 0,-1-1 1 0 0,0 1-1 0 0,0-1 0 0 0,-1 1 1 0 0,-5-12-1 0 0,-7-8 4300 0 0,-27-40 1 0 0,34 54-3138 0 0,8 13-1520 0 0,0 0 1 0 0,0 0 0 0 0,0-1 0 0 0,0 1-1 0 0,0 0 1 0 0,0 0 0 0 0,0 0-1 0 0,0-1 1 0 0,0 1 0 0 0,-1 0 0 0 0,1 0-1 0 0,0-1 1 0 0,0 1 0 0 0,0 0-1 0 0,0 0 1 0 0,-1 0 0 0 0,1-1-1 0 0,0 1 1 0 0,0 0 0 0 0,0 0 0 0 0,0 0-1 0 0,-1 0 1 0 0,1 0 0 0 0,0-1-1 0 0,0 1 1 0 0,-1 0 0 0 0,1 0 0 0 0,0 0-1 0 0,0 0 1 0 0,-1 0 0 0 0,1 0-1 0 0,0 0 1 0 0,0 0 0 0 0,-1 0 0 0 0,1 0-1 0 0,0 0 1 0 0,0 0 0 0 0,-1 0-1 0 0,1 0 1 0 0,-1 13 898 0 0,7 28-1073 0 0,-4-32 308 0 0,7 32-126 0 0,1-1 0 0 0,2 0 0 0 0,2-1-1 0 0,2-1 1 0 0,28 50 0 0 0,-13-29-206 0 0,-26-114-419 0 0,-5 52 541 0 0,15-119-391 0 0,-13 111 425 0 0,1-1 0 0 0,0 1 0 0 0,1 0 0 0 0,0 0 0 0 0,0 0-1 0 0,1 1 1 0 0,1-1 0 0 0,9-13 0 0 0,-14 23 0 0 0,0 0 0 0 0,0 0 0 0 0,0 0 0 0 0,0 0 0 0 0,0 0 0 0 0,1 0 0 0 0,-1 0 0 0 0,0 0 0 0 0,0 0 0 0 0,1 0 0 0 0,-1 1 0 0 0,1-1 0 0 0,-1 1 0 0 0,0-1 0 0 0,1 1 0 0 0,-1-1 0 0 0,1 1 0 0 0,-1 0 0 0 0,1 0 0 0 0,0 0 0 0 0,-1 0 0 0 0,1 0 0 0 0,-1 0 0 0 0,1 0 0 0 0,-1 0 0 0 0,1 0 0 0 0,-1 1 0 0 0,1-1 0 0 0,-1 1 0 0 0,1-1 0 0 0,-1 1-1 0 0,0 0 1 0 0,1-1 0 0 0,-1 1 0 0 0,0 0 0 0 0,0 0 0 0 0,1 0 0 0 0,-1 0 0 0 0,0 0 0 0 0,0 0 0 0 0,1 1 0 0 0,8 8 59 0 0,-1 0-1 0 0,-1 0 1 0 0,15 22-1 0 0,-12-16-50 0 0,10 14-141 0 0,-5-8 194 0 0,24 28 0 0 0,-36-45-484 0 0,1 0 1 0 0,-1-1-1 0 0,1 1 0 0 0,0-1 0 0 0,1 0 0 0 0,-1-1 0 0 0,1 1 1 0 0,0-1-1 0 0,0 0 0 0 0,12 4 0 0 0,-10-6-2155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22.1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 10138 0 0,'1'0'91'0'0,"-1"-1"0"0"0,1 1 0 0 0,-1-1 0 0 0,1 1 0 0 0,-1 0 0 0 0,1 0 0 0 0,0-1 0 0 0,-1 1 0 0 0,1 0 0 0 0,-1 0 0 0 0,1 0 0 0 0,0 0 0 0 0,-1 0 0 0 0,1 0 0 0 0,0 0 0 0 0,-1 0 0 0 0,1 0 0 0 0,-1 0 0 0 0,1 0 0 0 0,0 0 0 0 0,-1 0 0 0 0,1 0 1 0 0,-1 1-1 0 0,1-1 0 0 0,0 0 0 0 0,-1 0 0 0 0,1 1 0 0 0,0 0 0 0 0,12 18 2100 0 0,1 32 686 0 0,-13-48-2726 0 0,21 180 2337 0 0,3 9-512 0 0,39 70-5006 0 0,-57-238-4038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22.4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51 187 9218 0 0,'-14'2'518'0'0,"10"-1"-128"0"0,0-1 1 0 0,1 1-1 0 0,-1-1 1 0 0,0 1 0 0 0,0-1-1 0 0,0 0 1 0 0,-5-1-1 0 0,9 0-138 0 0,6-7 3274 0 0,-6 7-3275 0 0,1 1 1 0 0,-1 0 0 0 0,1-1 0 0 0,0 1 0 0 0,-1 0 0 0 0,1-1-1 0 0,0 1 1 0 0,0 0 0 0 0,23-14 1123 0 0,165-69 1835 0 0,6 12-5292 0 0,-165 60-5610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23.6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42 182 3225 0 0,'8'8'9962'0'0,"-6"-9"-9805"0"0,-1 0 0 0 0,0 1 1 0 0,0-1-1 0 0,1 0 0 0 0,-1 0 1 0 0,0 0-1 0 0,0 0 0 0 0,0 0 1 0 0,0 0-1 0 0,0 0 0 0 0,0 0 1 0 0,0-1-1 0 0,0 1 0 0 0,0 0 0 0 0,0-1 1 0 0,-1 1-1 0 0,1 0 0 0 0,-1-1 1 0 0,2-2-1 0 0,-2 0 167 0 0,1 0 1 0 0,-1 0-1 0 0,0 0 0 0 0,0 0 1 0 0,-1 0-1 0 0,1 0 0 0 0,-1 0 1 0 0,-1-4-1 0 0,0 2-203 0 0,0 0-1 0 0,0 0 1 0 0,-1 1 0 0 0,1 0 0 0 0,-1-1-1 0 0,-1 1 1 0 0,1 0 0 0 0,-1 0-1 0 0,-6-6 1 0 0,5 6-976 0 0,0-1-1 0 0,1 1 1 0 0,0-1-1 0 0,0 0 1 0 0,1 0 0 0 0,-4-8-1 0 0,7 0-2549 0 0,1 12 3269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26.0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2 278 7370 0 0,'-1'-18'1906'0'0,"1"-18"2909"0"0,1 35-4730 0 0,-1 0 0 0 0,0-1 0 0 0,1 1 0 0 0,-1 0 0 0 0,1 0 0 0 0,0 0 0 0 0,-1 0 0 0 0,1 0 0 0 0,0 0 0 0 0,-1 0 0 0 0,1 0 0 0 0,0 1 0 0 0,0-1 0 0 0,0 0 0 0 0,0 0 0 0 0,0 1 0 0 0,0-1 0 0 0,0 0 0 0 0,0 1 0 0 0,0-1 0 0 0,0 1 0 0 0,1-1 0 0 0,-1 1 0 0 0,0 0 0 0 0,0-1 0 0 0,2 1 0 0 0,53-6 250 0 0,0 2 0 0 0,1 3-1 0 0,-1 2 1 0 0,0 2 0 0 0,92 19 0 0 0,-49-9-289 0 0,184 0 1 0 0,101-29 78 0 0,104 2-38 0 0,342-2-87 0 0,-375-21 0 0 0,-104 3 90 0 0,-164 13-41 0 0,74-14-18 0 0,65-6-9 0 0,-242 35-18 0 0,386-17 56 0 0,200 25 868 0 0,-554-3-691 0 0,-4-1 140 0 0,164 19 0 0 0,-153 4-60 0 0,142 44 0 0 0,-217-51-419 0 0,1-3 0 0 0,0-1 1 0 0,0-3-1 0 0,1-2 0 0 0,-1-2 1 0 0,1-2-1 0 0,0-2 0 0 0,51-8 1 0 0,-80 5-7274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27.1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0 333 2304 0 0,'2'-2'-3'0'0,"13"-21"-10"0"0,17-34 0 0 0,-29 51 570 0 0,0-1-1 0 0,0 0 0 0 0,-1 0 1 0 0,0 0-1 0 0,0-1 0 0 0,0 1 1 0 0,-1 0-1 0 0,0-1 0 0 0,-1 1 1 0 0,0-10-1 0 0,-10-28 7279 0 0,3 73-3765 0 0,-1 1-3582 0 0,4 0-327 0 0,2-1 0 0 0,0 1 0 0 0,2 0-1 0 0,1-1 1 0 0,2 1 0 0 0,8 41-1 0 0,-7-51-158 0 0,2 1 0 0 0,0-1 0 0 0,0 0-1 0 0,2-1 1 0 0,1 0 0 0 0,0 0 0 0 0,1 0-1 0 0,1-1 1 0 0,0-1 0 0 0,16 17 0 0 0,-26-31-8 0 0,0-1 0 0 0,0 1 1 0 0,0-1-1 0 0,1 1 1 0 0,-1-1-1 0 0,1 0 0 0 0,-1 0 1 0 0,1 1-1 0 0,-1-1 1 0 0,1 0-1 0 0,0 0 0 0 0,-1 0 1 0 0,1-1-1 0 0,0 1 1 0 0,0 0-1 0 0,0-1 0 0 0,-1 1 1 0 0,1-1-1 0 0,0 0 1 0 0,0 1-1 0 0,0-1 0 0 0,0 0 1 0 0,0 0-1 0 0,0 0 1 0 0,0-1-1 0 0,3 0 0 0 0,-1-1-23 0 0,-1 0 0 0 0,0 0-1 0 0,1 0 1 0 0,-1-1-1 0 0,0 0 1 0 0,0 0 0 0 0,0 0-1 0 0,-1 0 1 0 0,1 0-1 0 0,-1 0 1 0 0,4-7 0 0 0,6-12-215 0 0,-2 0 0 0 0,0 0 1 0 0,-2-1-1 0 0,0 0 1 0 0,-2-1-1 0 0,4-24 1 0 0,-7 36 227 0 0,-3 12 16 0 0,0 0 0 0 0,0 0 0 0 0,0-1 0 0 0,0 1 0 0 0,0 0 1 0 0,0 0-1 0 0,0 0 0 0 0,0 0 0 0 0,0-1 0 0 0,0 1 0 0 0,0 0 0 0 0,0 0 0 0 0,0 0 0 0 0,0 0 0 0 0,0-1 0 0 0,0 1 0 0 0,0 0 0 0 0,0 0 0 0 0,1 0 0 0 0,-1 0 0 0 0,0 0 0 0 0,0-1 0 0 0,0 1 0 0 0,0 0 0 0 0,0 0 1 0 0,1 0-1 0 0,-1 0 0 0 0,0 0 0 0 0,0 0 0 0 0,0 0 0 0 0,0 0 0 0 0,1 0 0 0 0,-1 0 0 0 0,0-1 0 0 0,0 1 0 0 0,0 0 0 0 0,0 0 0 0 0,1 0 0 0 0,-1 0 0 0 0,0 0 0 0 0,0 0 0 0 0,0 0 0 0 0,1 0 0 0 0,-1 1 0 0 0,0-1 1 0 0,0 0-1 0 0,0 0 0 0 0,0 0 0 0 0,1 0 0 0 0,-1 0 0 0 0,0 0 0 0 0,0 0 0 0 0,0 0 0 0 0,1 1 0 0 0,11 12 8 0 0,12 28 16 0 0,-20-33-16 0 0,3 4-13 0 0,1 0 1 0 0,0 0-1 0 0,1 0 0 0 0,0-1 1 0 0,1 0-1 0 0,0-1 0 0 0,1 0 1 0 0,23 16-1 0 0,-29-23 27 0 0,0 0 1 0 0,0 0-1 0 0,1 0 1 0 0,-1-1-1 0 0,1 0 0 0 0,-1 0 1 0 0,1-1-1 0 0,0 1 0 0 0,0-1 1 0 0,0 0-1 0 0,0-1 1 0 0,0 0-1 0 0,-1 0 0 0 0,1 0 1 0 0,0 0-1 0 0,0-1 0 0 0,0 0 1 0 0,0 0-1 0 0,0-1 0 0 0,-1 0 1 0 0,1 0-1 0 0,0 0 1 0 0,-1 0-1 0 0,8-6 0 0 0,-4 2 94 0 0,0-1-1 0 0,-1 0 0 0 0,0 0 1 0 0,0-1-1 0 0,-1 0 1 0 0,0 0-1 0 0,0 0 0 0 0,-1-1 1 0 0,0-1-1 0 0,7-13 0 0 0,-4 5 31 0 0,-1-1-1 0 0,-1 0 1 0 0,0-1-1 0 0,6-32 1 0 0,-11 36-97 0 0,0 0 0 0 0,-1 0 0 0 0,-1 0 1 0 0,0-1-1 0 0,-1 1 0 0 0,-1 0 0 0 0,0 0 0 0 0,-1 0 1 0 0,-1 1-1 0 0,-7-20 0 0 0,6 22-71 0 0,-1 0 1 0 0,0 1-1 0 0,0 0 1 0 0,-1 0-1 0 0,-1 0 0 0 0,0 1 1 0 0,-1 0-1 0 0,0 1 0 0 0,0 0 1 0 0,-1 0-1 0 0,0 1 0 0 0,-15-10 1 0 0,3 8-1043 0 0,7 8-2580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27.3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6449 0 0,'4'4'575'0'0,"0"0"0"0"0,0 1-1 0 0,0-1 1 0 0,0 1 0 0 0,-1 0-1 0 0,1 0 1 0 0,-1 1 0 0 0,-1-1-1 0 0,1 1 1 0 0,-1-1-1 0 0,2 8 1 0 0,3 11 1591 0 0,5 36 0 0 0,-6-24-872 0 0,0-11-717 0 0,0 2-269 0 0,-1 1-1 0 0,3 50 1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27.5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57 10138 0 0,'-21'-27'1511'0'0,"-5"5"3754"0"0,26 22-5244 0 0,0 0 1 0 0,0 0-1 0 0,-1 0 0 0 0,1 0 0 0 0,0 0 0 0 0,0 0 0 0 0,0 0 0 0 0,-1 0 0 0 0,1 0 0 0 0,0-1 1 0 0,0 1-1 0 0,0 0 0 0 0,0 0 0 0 0,-1 0 0 0 0,1 0 0 0 0,0 0 0 0 0,0-1 0 0 0,0 1 1 0 0,0 0-1 0 0,0 0 0 0 0,-1 0 0 0 0,1 0 0 0 0,0-1 0 0 0,0 1 0 0 0,0 0 0 0 0,0 0 0 0 0,0 0 1 0 0,0-1-1 0 0,0 1 0 0 0,0 0 0 0 0,0 0 0 0 0,0 0 0 0 0,0-1 0 0 0,0 1 0 0 0,0 0 0 0 0,0 0 1 0 0,0-1-1 0 0,0 1 0 0 0,0 0 0 0 0,0 0 0 0 0,0 0 0 0 0,0-1 0 0 0,0 1 0 0 0,1 0 1 0 0,-1 0-1 0 0,0 0 0 0 0,0-1 0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28.6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309 42 5985 0 0,'-36'0'1705'0'0,"0"1"-1"0"0,1 3 0 0 0,-1 0 1 0 0,1 2-1 0 0,0 2 0 0 0,-54 19 1 0 0,88-27-1696 0 0,1 0-1 0 0,0 0 1 0 0,0 0 0 0 0,-1 0 0 0 0,1 0 0 0 0,0 0 0 0 0,0 0-1 0 0,0 0 1 0 0,-1 0 0 0 0,1 0 0 0 0,0 0 0 0 0,0 0-1 0 0,-1 0 1 0 0,1 1 0 0 0,0-1 0 0 0,0 0 0 0 0,0 0 0 0 0,-1 0-1 0 0,1 0 1 0 0,0 0 0 0 0,0 0 0 0 0,0 1 0 0 0,0-1-1 0 0,-1 0 1 0 0,1 0 0 0 0,0 0 0 0 0,0 0 0 0 0,0 1 0 0 0,0-1-1 0 0,0 0 1 0 0,0 0 0 0 0,-1 0 0 0 0,1 1 0 0 0,0-1-1 0 0,0 0 1 0 0,0 0 0 0 0,0 1 0 0 0,0-1 0 0 0,0 0 0 0 0,0 0-1 0 0,0 0 1 0 0,0 1 0 0 0,0-1 0 0 0,0 0 0 0 0,0 1-1 0 0,12 3 205 0 0,20-2-48 0 0,962-28 1922 0 0,276-51-1973 0 0,-75 76-114 0 0,-301 18-883 0 0,-400-11 454 0 0,-258 0 256 0 0,470-4 966 0 0,-379-11-1470 0 0,-216 6-5550 0 0,-80 3 493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29.7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65 10594 0 0,'-1'1'16'0'0,"0"0"-1"0"0,0 0 0 0 0,0-1 1 0 0,1 1-1 0 0,-1 0 1 0 0,0 0-1 0 0,0 0 0 0 0,0 0 1 0 0,1 0-1 0 0,-1 0 1 0 0,0 0-1 0 0,1 0 0 0 0,-1 0 1 0 0,1 0-1 0 0,-1 0 1 0 0,1 1-1 0 0,0-1 0 0 0,-1 0 1 0 0,1 0-1 0 0,0 0 1 0 0,0 1-1 0 0,0-1 0 0 0,0 2 1 0 0,1-2 59 0 0,-1 0 0 0 0,1 0 1 0 0,0-1-1 0 0,0 1 0 0 0,0 0 0 0 0,0-1 1 0 0,0 1-1 0 0,0 0 0 0 0,-1-1 0 0 0,1 1 1 0 0,0-1-1 0 0,1 0 0 0 0,-1 1 1 0 0,0-1-1 0 0,0 0 0 0 0,0 0 0 0 0,0 1 1 0 0,0-1-1 0 0,0 0 0 0 0,1 0 0 0 0,11 0 610 0 0,0 0 0 0 0,26-4-1 0 0,-39 4-698 0 0,586-39 3004 0 0,-318 29-2744 0 0,217-15-22 0 0,-73 21-321 0 0,1 26 114 0 0,-122-6 63 0 0,86 7-118 0 0,259 7-92 0 0,-445-27 187 0 0,529-7 390 0 0,-523-6-382 0 0,320-20 254 0 0,-264 1-79 0 0,96-5 378 0 0,-175 27-394 0 0,176 17 1 0 0,-271-4-87 0 0,65 8 367 0 0,-119-10-428 0 0,0 1-1 0 0,-1 1 1 0 0,39 14-1 0 0,-58-18-276 0 0,0 1 0 0 0,0 0-1 0 0,-1 0 1 0 0,1 0-1 0 0,-1 0 1 0 0,6 6 0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39.4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50 2761 0 0,'0'-1'206'0'0,"0"-1"-80"0"0,0 0 1 0 0,1 1-1 0 0,-1-1 0 0 0,1 0 0 0 0,19-37 16383 0 0,-19 40-16482 0 0,0 1 0 0 0,0-1 0 0 0,0 1 0 0 0,1-1 0 0 0,-1 0-1 0 0,0 0 1 0 0,1 0 0 0 0,-1 0 0 0 0,1 0 0 0 0,2 2 0 0 0,-2-3 46 0 0,0 1 1 0 0,0 0-1 0 0,0-1 0 0 0,0 1 0 0 0,0-1 1 0 0,0 0-1 0 0,0 0 0 0 0,0 0 0 0 0,0 0 1 0 0,0 0-1 0 0,0 0 0 0 0,0 0 0 0 0,1-1 1 0 0,-1 1-1 0 0,0-1 0 0 0,3 0 0 0 0,11-2 1164 0 0,-15 5-1156 0 0,1 1 1 0 0,-1 0-1 0 0,0-1 0 0 0,0 1 1 0 0,0 0-1 0 0,0 0 1 0 0,0 0-1 0 0,-1 0 0 0 0,0 0 1 0 0,1 0-1 0 0,-1 3 1 0 0,1 4-63 0 0,26 94 130 0 0,4 22 24 0 0,-22-65-145 0 0,0 100 0 0 0,-8-142-402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40.5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38 5529 0 0,'5'-26'8951'0'0,"-5"25"-8810"0"0,0 1 0 0 0,0 0-1 0 0,0-1 1 0 0,0 1 0 0 0,0-1-1 0 0,0 1 1 0 0,0-1 0 0 0,0 1-1 0 0,1 0 1 0 0,-1-1 0 0 0,0 1 0 0 0,0-1-1 0 0,0 1 1 0 0,0 0 0 0 0,1-1-1 0 0,-1 1 1 0 0,1-2 703 0 0,0 2-703 0 0,-1-1 0 0 0,0 1-1 0 0,1 0 1 0 0,-1 0 0 0 0,1-1 0 0 0,-1 1-1 0 0,0 0 1 0 0,1 0 0 0 0,-1 0-1 0 0,1 0 1 0 0,-1 0 0 0 0,0-1-1 0 0,1 1 1 0 0,-1 0 0 0 0,1 0 0 0 0,5 2 2488 0 0,-6 4-2594 0 0,1 0 0 0 0,1-1 0 0 0,-1 1 1 0 0,1-1-1 0 0,0 1 0 0 0,0-1 0 0 0,0 0 0 0 0,1 0 0 0 0,0 0 1 0 0,7 9-1 0 0,-6-7-36 0 0,1 1 0 0 0,-1-1 1 0 0,7 17-1 0 0,1 25 76 0 0,-2 0 1 0 0,4 58-1 0 0,-6-48-85 0 0,-2 22 26 0 0,-5-57 23 0 0,1 0 1 0 0,0 0-1 0 0,2-1 1 0 0,12 42-1 0 0,-7-47-2429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44.3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 12899 0 0,'1'-1'152'0'0,"0"1"1"0"0,-1-1 0 0 0,1 1 0 0 0,0-1-1 0 0,0 1 1 0 0,0-1 0 0 0,-1 1 0 0 0,1 0-1 0 0,0-1 1 0 0,0 1 0 0 0,0 0 0 0 0,0 0-1 0 0,0 0 1 0 0,0 0 0 0 0,-1 0 0 0 0,1 0-1 0 0,0 0 1 0 0,0 0 0 0 0,0 0 0 0 0,0 0-1 0 0,0 0 1 0 0,0 0 0 0 0,0 1 0 0 0,-1-1-1 0 0,1 0 1 0 0,0 1 0 0 0,0-1 0 0 0,0 1-1 0 0,0-1 1 0 0,-1 1 0 0 0,1-1-1 0 0,0 1 1 0 0,-1-1 0 0 0,1 1 0 0 0,0 0-1 0 0,-1-1 1 0 0,1 1 0 0 0,-1 0 0 0 0,1 0-1 0 0,-1-1 1 0 0,1 2 0 0 0,4 18 1242 0 0,-3 0-3778 0 0,-2-11-1752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45.1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1 176 1840 0 0,'9'-16'850'0'0,"1"1"-1"0"0,21-26 1 0 0,-8 12 842 0 0,-18 22-680 0 0,1-2 538 0 0,0 1-1 0 0,1 0 1 0 0,0 0 0 0 0,0 0-1 0 0,15-11 1 0 0,-21 18-1392 0 0,1 0 0 0 0,-1 0 0 0 0,1 0 0 0 0,0 1 0 0 0,-1-1 1 0 0,1 0-1 0 0,0 1 0 0 0,-1-1 0 0 0,1 1 0 0 0,0 0 0 0 0,0-1 0 0 0,0 1 0 0 0,-1 0 0 0 0,1 0 0 0 0,0 0 1 0 0,3 1-1 0 0,-3 0-201 0 0,0 0 0 0 0,0 0 0 0 0,0 0 0 0 0,1 0 0 0 0,-1 0 0 0 0,0 1 0 0 0,-1-1 0 0 0,1 1 0 0 0,0-1 0 0 0,0 1 0 0 0,-1 0 0 0 0,1-1 0 0 0,-1 1 0 0 0,1 0 0 0 0,1 4 0 0 0,0-1 68 0 0,-1 0 1 0 0,0 0 0 0 0,-1 1 0 0 0,1-1-1 0 0,-1 0 1 0 0,0 0 0 0 0,0 1 0 0 0,-1-1-1 0 0,0 1 1 0 0,0-1 0 0 0,0 1 0 0 0,0-1-1 0 0,-1 0 1 0 0,0 1 0 0 0,0-1 0 0 0,0 0-1 0 0,-1 1 1 0 0,-3 6 0 0 0,-4 11 16 0 0,-2 0 0 0 0,-20 33 0 0 0,31-56-43 0 0,-37 60-123 0 0,13-22 474 0 0,-24 48 1 0 0,48-85-306 0 0,-1 0 1 0 0,1 0-1 0 0,0-1 1 0 0,-1 1 0 0 0,1 0-1 0 0,0 0 1 0 0,-1 0 0 0 0,1-1-1 0 0,0 1 1 0 0,0 0-1 0 0,0 0 1 0 0,0 0 0 0 0,0 0-1 0 0,0 0 1 0 0,0-1-1 0 0,0 1 1 0 0,0 0 0 0 0,0 0-1 0 0,0 0 1 0 0,1 0 0 0 0,-1-1-1 0 0,0 1 1 0 0,1 0-1 0 0,-1 0 1 0 0,0-1 0 0 0,1 1-1 0 0,-1 0 1 0 0,1 0 0 0 0,-1-1-1 0 0,1 1 1 0 0,-1 0-1 0 0,1-1 1 0 0,0 1 0 0 0,-1-1-1 0 0,1 1 1 0 0,0-1 0 0 0,-1 1-1 0 0,1-1 1 0 0,0 0-1 0 0,0 1 1 0 0,0-1 0 0 0,-1 0-1 0 0,1 1 1 0 0,0-1 0 0 0,0 0-1 0 0,0 0 1 0 0,0 0-1 0 0,1 0 1 0 0,7 2 156 0 0,1-2-1 0 0,0 1 1 0 0,17-3 0 0 0,-2 2-89 0 0,38 11 36 0 0,-49-7-432 0 0,-1-1-1 0 0,1-1 0 0 0,-1 0 1 0 0,1-1-1 0 0,0 0 0 0 0,17-2 0 0 0,-8-3-7213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45.8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82 58 8290 0 0,'-3'0'363'0'0,"-1"0"0"0"0,1 0 0 0 0,0 1 0 0 0,0-1 0 0 0,-1 1 0 0 0,1 0 0 0 0,0 0-1 0 0,0 0 1 0 0,0 0 0 0 0,0 1 0 0 0,0-1 0 0 0,1 1 0 0 0,-1 0 0 0 0,0-1 0 0 0,1 1 0 0 0,-1 1 0 0 0,1-1 0 0 0,-4 4 0 0 0,4-3-179 0 0,-1 1-1 0 0,1-1 1 0 0,-1 1-1 0 0,1 0 1 0 0,0 0-1 0 0,1 0 1 0 0,-1 0-1 0 0,1 0 1 0 0,0 1-1 0 0,0-1 1 0 0,0 0-1 0 0,0 9 1 0 0,0 12-181 0 0,1-1 0 0 0,2 1 0 0 0,0-1 0 0 0,2 1 0 0 0,10 39 1 0 0,-10-53-5 0 0,0-1 0 0 0,0 0 1 0 0,1 0-1 0 0,0 0 0 0 0,0 0 1 0 0,12 13-1 0 0,-13-18 0 0 0,0 0 0 0 0,1 0 0 0 0,0-1 0 0 0,0 0-1 0 0,0 0 1 0 0,0 0 0 0 0,0-1 0 0 0,1 1 0 0 0,0-1 0 0 0,0-1 0 0 0,0 1 0 0 0,7 1 0 0 0,-10-2-54 0 0,1-1 1 0 0,0-1-1 0 0,0 1 0 0 0,0-1 1 0 0,0 1-1 0 0,0-1 0 0 0,0 0 1 0 0,0-1-1 0 0,0 1 0 0 0,0-1 1 0 0,0 1-1 0 0,0-1 1 0 0,0 0-1 0 0,0-1 0 0 0,-1 1 1 0 0,1-1-1 0 0,0 1 0 0 0,4-4 1 0 0,-3 1 53 0 0,0 0 1 0 0,0 0-1 0 0,-1 0 1 0 0,1-1-1 0 0,-1 0 1 0 0,0 0-1 0 0,-1 0 1 0 0,1 0-1 0 0,-1-1 0 0 0,5-10 1 0 0,-4 7 173 0 0,0-1-1 0 0,-1 1 1 0 0,0-1-1 0 0,0 0 1 0 0,-1 0-1 0 0,-1 0 1 0 0,0 0-1 0 0,0 0 1 0 0,-1 0-1 0 0,0 0 1 0 0,0 0-1 0 0,-1 0 1 0 0,-1 0 0 0 0,-4-16-1 0 0,-1 9-65 0 0,-1 1 0 0 0,-1 0 0 0 0,0 0 0 0 0,-1 1 0 0 0,-1 0 0 0 0,0 1 0 0 0,-1 0 0 0 0,0 1 0 0 0,-1 0 0 0 0,-1 1 0 0 0,0 1 0 0 0,-1 0 0 0 0,0 1 0 0 0,0 0 0 0 0,-26-11 0 0 0,39 20-291 0 0,0 1 1 0 0,1-1-1 0 0,-1 0 0 0 0,0 1 0 0 0,0-1 0 0 0,0 1 0 0 0,0-1 0 0 0,0 1 0 0 0,0 0 0 0 0,0 0 0 0 0,0 0 0 0 0,0 0 0 0 0,0 0 0 0 0,0 1 0 0 0,0-1 0 0 0,-3 1 0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46.3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169 13 5985 0 0,'-65'-7'6707'0'0,"50"5"-5084"0"0,0 0-1 0 0,0 1 1 0 0,-23 1 0 0 0,36 1-1610 0 0,1-1 0 0 0,0 1 0 0 0,0 0 1 0 0,0 0-1 0 0,0 0 0 0 0,0-1 0 0 0,0 1 0 0 0,0 0 1 0 0,0 0-1 0 0,1 0 0 0 0,-1 1 0 0 0,0-1 0 0 0,0 0 1 0 0,1 0-1 0 0,-1 0 0 0 0,1 1 0 0 0,-1-1 0 0 0,1 0 0 0 0,0 0 1 0 0,-1 1-1 0 0,1-1 0 0 0,0 0 0 0 0,0 1 0 0 0,0-1 1 0 0,0 0-1 0 0,0 1 0 0 0,0 2 0 0 0,0 3 23 0 0,-3 8 44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3:34.9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98 4609 0 0,'-3'-7'642'0'0,"1"0"1"0"0,0 0-1 0 0,0 0 1 0 0,-2-14-1 0 0,3 14 572 0 0,0 0 0 0 0,-1-1-1 0 0,0 1 1 0 0,-5-13 0 0 0,11 52 2925 0 0,-1-6-3652 0 0,7 21 65 0 0,29 87 0 0 0,-33-118-450 0 0,0 0 1 0 0,1 0-1 0 0,1-1 0 0 0,1 0 0 0 0,0-1 1 0 0,0 0-1 0 0,2-1 0 0 0,23 24 0 0 0,-29-31-84 0 0,1-1 0 0 0,0-1-1 0 0,0 1 1 0 0,0-1 0 0 0,0 0-1 0 0,1-1 1 0 0,0 1 0 0 0,0-1-1 0 0,0-1 1 0 0,0 1 0 0 0,0-1 0 0 0,1-1-1 0 0,-1 1 1 0 0,0-1 0 0 0,1 0-1 0 0,-1-1 1 0 0,1 0 0 0 0,-1 0-1 0 0,1 0 1 0 0,-1-1 0 0 0,1-1-1 0 0,-1 1 1 0 0,1-1 0 0 0,-1 0-1 0 0,0 0 1 0 0,0-1 0 0 0,0 0-1 0 0,-1-1 1 0 0,1 1 0 0 0,-1-1-1 0 0,1-1 1 0 0,-1 1 0 0 0,0-1-1 0 0,7-8 1 0 0,3-4 106 0 0,-1-2 0 0 0,0 0 0 0 0,-2-1 0 0 0,0 0 0 0 0,16-36 0 0 0,41-116 626 0 0,-59 142-606 0 0,-7 19-192 0 0,3-7 559 0 0,-3 21-210 0 0,0 11-174 0 0,9 46-134 0 0,-4 0 1 0 0,-1 0-1 0 0,-4 1 0 0 0,-2 0 1 0 0,-12 114-1 0 0,5-141 22 0 0,-2 0-1 0 0,-1 0 0 0 0,-2-1 1 0 0,-26 60-1 0 0,25-69 75 0 0,-2-1-1 0 0,0-1 1 0 0,-2-1 0 0 0,0 0-1 0 0,-2 0 1 0 0,0-2 0 0 0,-24 22-1 0 0,29-31 75 0 0,0-1-1 0 0,0 0 0 0 0,-1-1 1 0 0,0-1-1 0 0,0 0 0 0 0,-1 0 0 0 0,1-1 1 0 0,-19 4-1 0 0,22-7-300 0 0,0-1 0 0 0,0 0 0 0 0,-1-1 0 0 0,1 0 0 0 0,-15-1 0 0 0,18 0-610 0 0,-1-1 0 0 0,1 0 1 0 0,0-1-1 0 0,0 1 1 0 0,0-2-1 0 0,0 1 0 0 0,0-1 1 0 0,-8-4-1 0 0,-5-6-7127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3:38.4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1 158 4145 0 0,'0'-11'9751'0'0,"1"19"-6849"0"0,0 3-3901 0 0,13 28 1664 0 0,1 0-1 0 0,1-1 1 0 0,24 39-1 0 0,-28-57-322 0 0,0 0-1 0 0,16 20 0 0 0,-23-34-259 0 0,0 1 0 0 0,0-1 0 0 0,1-1 0 0 0,0 1 0 0 0,0-1 0 0 0,0 0 0 0 0,1 0 0 0 0,0-1-1 0 0,12 6 1 0 0,-15-9-52 0 0,0 0-1 0 0,-1-1 1 0 0,1 0-1 0 0,-1 0 1 0 0,1 0-1 0 0,0 0 0 0 0,-1 0 1 0 0,1-1-1 0 0,0 0 1 0 0,-1 1-1 0 0,1-2 1 0 0,-1 1-1 0 0,0 0 1 0 0,1 0-1 0 0,-1-1 0 0 0,0 0 1 0 0,0 0-1 0 0,0 0 1 0 0,0 0-1 0 0,0 0 1 0 0,0-1-1 0 0,-1 1 1 0 0,5-5-1 0 0,4-5 115 0 0,-1 0 0 0 0,1 0-1 0 0,-2-1 1 0 0,9-15 0 0 0,-1-3 65 0 0,-1-2 0 0 0,-2 0-1 0 0,11-34 1 0 0,21-106 173 0 0,-34 126-251 0 0,-12 47-123 0 0,0-1-1 0 0,0 1 1 0 0,0 0-1 0 0,0 0 1 0 0,0 0-1 0 0,0-1 0 0 0,0 1 1 0 0,0 0-1 0 0,0 0 1 0 0,0 0-1 0 0,0-1 1 0 0,0 1-1 0 0,0 0 1 0 0,0 0-1 0 0,0-1 0 0 0,0 1 1 0 0,0 0-1 0 0,0 0 1 0 0,0 0-1 0 0,0-1 1 0 0,0 1-1 0 0,0 0 1 0 0,1 0-1 0 0,-1 0 0 0 0,0 0 1 0 0,0-1-1 0 0,0 1 1 0 0,0 0-1 0 0,0 0 1 0 0,1 0-1 0 0,-1 0 1 0 0,0 0-1 0 0,0-1 1 0 0,0 1-1 0 0,1 0 0 0 0,-1 0 1 0 0,0 0-1 0 0,0 0 1 0 0,0 0-1 0 0,1 0 1 0 0,-1 0-1 0 0,0 0 1 0 0,0 0-1 0 0,0 0 0 0 0,1 0 1 0 0,-1 0-1 0 0,0 0 1 0 0,0 0-1 0 0,0 0 1 0 0,1 0-1 0 0,-1 0 1 0 0,0 0-1 0 0,0 0 1 0 0,0 0-1 0 0,1 0 0 0 0,-1 0 1 0 0,0 0-1 0 0,0 1 1 0 0,1-1-1 0 0,8 19 149 0 0,11 45-201 0 0,-15-45 74 0 0,32 91-23 0 0,-22-70-42 0 0,-1 1-1 0 0,-2 0 1 0 0,10 72-1 0 0,-19-77-6 0 0,-2-1-1 0 0,-1 0 1 0 0,-2 1-1 0 0,-1-1 1 0 0,-10 47 0 0 0,9-65 80 0 0,0-1 1 0 0,-1 1 0 0 0,-1-1 0 0 0,0 0-1 0 0,-1 0 1 0 0,-1-1 0 0 0,0 0 0 0 0,-1 0-1 0 0,-1-1 1 0 0,0 0 0 0 0,-1-1 0 0 0,0 0-1 0 0,-15 12 1 0 0,18-20-45 0 0,0 1-1 0 0,-1-1 1 0 0,1-1 0 0 0,-1 1-1 0 0,0-2 1 0 0,0 1 0 0 0,-1-1-1 0 0,1 0 1 0 0,-1-1-1 0 0,1 0 1 0 0,-1-1 0 0 0,0 0-1 0 0,1-1 1 0 0,-1 1 0 0 0,0-2-1 0 0,0 0 1 0 0,0 0 0 0 0,1 0-1 0 0,-1-1 1 0 0,1-1 0 0 0,-1 0-1 0 0,1 0 1 0 0,0-1-1 0 0,-11-5 1 0 0,11-2-2197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3:38.8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0 117 7834 0 0,'0'0'602'0'0,"25"-11"3169"0"0,35-18 167 0 0,37-17-3270 0 0,-80 40-2477 0 0,1 0 0 0 0,0 0 1 0 0,33-4-1 0 0,-34 7-1904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3:39.0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81 3225 0 0,'15'3'7746'0'0,"-13"-4"-7448"0"0,17-3 3588 0 0,44-21 231 0 0,0-4-3964 0 0,-31 13-1486 0 0,-14 7-5165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3:39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193 44 8754 0 0,'-6'-6'775'0'0,"0"1"0"0"0,-1-1 1 0 0,0 2-1 0 0,-13-8 0 0 0,18 11-545 0 0,-1-1-1 0 0,1 1 0 0 0,-1 0 1 0 0,0 0-1 0 0,0 0 1 0 0,1 0-1 0 0,-1 0 1 0 0,0 1-1 0 0,0-1 0 0 0,0 1 1 0 0,0 0-1 0 0,0 0 1 0 0,0 0-1 0 0,0 0 0 0 0,0 0 1 0 0,-5 2-1 0 0,6-1-115 0 0,-1 1 1 0 0,1 0-1 0 0,0 0 0 0 0,-1 0 0 0 0,1 0 1 0 0,0 0-1 0 0,0 0 0 0 0,0 1 0 0 0,1-1 1 0 0,-1 1-1 0 0,1-1 0 0 0,-1 1 0 0 0,1 0 1 0 0,-2 4-1 0 0,-13 46 389 0 0,12-39-326 0 0,-9 40-8 0 0,2 1 0 0 0,2 0 0 0 0,3 0 0 0 0,2 1-1 0 0,4 68 1 0 0,5-54 92 0 0,3-2 0 0 0,2 1 0 0 0,37 122-1 0 0,52 167 853 0 0,-85-322-1026 0 0,1 0-1 0 0,36 61 1 0 0,-9-19-11 0 0,-40-72-382 0 0,-1 0-516 0 0,2-8-167 0 0,-1-2-471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3:40.1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0 170 4145 0 0,'1'-1'107'0'0,"-1"0"1"0"0,1 0-1 0 0,0 0 0 0 0,0 0 0 0 0,0 0 1 0 0,-1 0-1 0 0,1 0 0 0 0,0 0 1 0 0,0 0-1 0 0,0 0 0 0 0,0 0 1 0 0,0 1-1 0 0,1-1 0 0 0,-1 1 1 0 0,0-1-1 0 0,0 0 0 0 0,3 0 1 0 0,27-11 2396 0 0,-25 10-2304 0 0,120-49 5025 0 0,2-1-1547 0 0,-41 24-4017 0 0,-68 24-1204 0 0,-2-1-4201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3:40.7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217 43 6913 0 0,'1'-2'148'0'0,"-1"1"-1"0"0,0-1 0 0 0,0 0 1 0 0,0 1-1 0 0,0-1 0 0 0,0 1 1 0 0,0-1-1 0 0,-1 1 0 0 0,1-1 1 0 0,0 0-1 0 0,-1 1 0 0 0,1 0 1 0 0,-1-1-1 0 0,0 1 0 0 0,0-1 1 0 0,1 1-1 0 0,-1 0 0 0 0,0-1 1 0 0,0 1-1 0 0,0 0 0 0 0,0 0 1 0 0,0 0-1 0 0,0-1 0 0 0,-1 1 1 0 0,1 1-1 0 0,0-1 0 0 0,-1 0 1 0 0,1 0-1 0 0,0 0 0 0 0,-1 1 1 0 0,1-1-1 0 0,-1 1 0 0 0,-2-2 1 0 0,1 2 41 0 0,1 0 0 0 0,-1 1 1 0 0,0-1-1 0 0,1 0 0 0 0,-1 1 1 0 0,1 0-1 0 0,-1-1 1 0 0,1 1-1 0 0,-1 0 0 0 0,1 0 1 0 0,0 0-1 0 0,-1 1 0 0 0,1-1 1 0 0,0 0-1 0 0,0 1 1 0 0,0 0-1 0 0,0-1 0 0 0,0 1 1 0 0,0 0-1 0 0,-1 2 0 0 0,-14 19 93 0 0,1 0-1 0 0,1 1 1 0 0,1 0-1 0 0,2 1 1 0 0,0 0-1 0 0,1 1 1 0 0,2 0-1 0 0,1 1 1 0 0,1 0-1 0 0,1 1 1 0 0,1-1-1 0 0,-1 50 1 0 0,7-62-147 0 0,0 1 1 0 0,2 0-1 0 0,0 0 1 0 0,0-1-1 0 0,2 1 1 0 0,0-1-1 0 0,0 0 1 0 0,2-1 0 0 0,0 1-1 0 0,0-1 1 0 0,12 15-1 0 0,9 10 278 0 0,1-2 0 0 0,50 50-1 0 0,-53-60-320 0 0,2-1-1 0 0,43 30 0 0 0,-10-21-3379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3:41.4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2 161 6913 0 0,'0'0'13'0'0,"0"0"-1"0"0,-1-1 0 0 0,1 1 0 0 0,0 0 0 0 0,0-1 0 0 0,0 1 0 0 0,0 0 0 0 0,-1-1 0 0 0,1 1 0 0 0,0 0 1 0 0,0-1-1 0 0,0 1 0 0 0,0 0 0 0 0,0-1 0 0 0,0 1 0 0 0,0-1 0 0 0,0 1 0 0 0,0 0 0 0 0,0-1 1 0 0,0 1-1 0 0,0 0 0 0 0,0-1 0 0 0,1 1 0 0 0,-1 0 0 0 0,0-1 0 0 0,0 1 0 0 0,0 0 0 0 0,0-1 0 0 0,1 1 1 0 0,-1 0-1 0 0,0-1 0 0 0,0 1 0 0 0,1-1 0 0 0,15-13 274 0 0,21-7 572 0 0,-36 20-764 0 0,25-13 1545 0 0,36-12 0 0 0,-53 23-1094 0 0,-1 0 0 0 0,0 1 0 0 0,1 0 0 0 0,-1 0 0 0 0,1 1 0 0 0,0 0 0 0 0,0 1 0 0 0,17 1 0 0 0,-25-1-484 0 0,1 1 0 0 0,-1-1 0 0 0,1 0 0 0 0,-1 1-1 0 0,1-1 1 0 0,-1 1 0 0 0,0 0 0 0 0,1-1 0 0 0,-1 1 0 0 0,0 0-1 0 0,1 0 1 0 0,-1 0 0 0 0,0 0 0 0 0,0 0 0 0 0,0 0 0 0 0,0 0-1 0 0,0 1 1 0 0,0-1 0 0 0,0 0 0 0 0,0 1 0 0 0,-1-1-1 0 0,1 0 1 0 0,0 1 0 0 0,-1-1 0 0 0,1 1 0 0 0,-1-1 0 0 0,0 1-1 0 0,1-1 1 0 0,-1 1 0 0 0,0-1 0 0 0,0 1 0 0 0,0-1 0 0 0,0 1-1 0 0,0-1 1 0 0,0 1 0 0 0,0-1 0 0 0,-1 3 0 0 0,-1 7-65 0 0,-1 0-1 0 0,0 0 1 0 0,0 0 0 0 0,-5 10 0 0 0,5-14 22 0 0,-45 91-631 0 0,0 0-285 0 0,43-85 756 0 0,1 0 0 0 0,0 0 0 0 0,0 0 0 0 0,1 1 0 0 0,-2 23 0 0 0,5-34 155 0 0,0 1 0 0 0,0-1 1 0 0,0 1-1 0 0,1-1 0 0 0,-1 1 1 0 0,1-1-1 0 0,0 1 1 0 0,0-1-1 0 0,0 0 0 0 0,3 6 1 0 0,-4-8 5 0 0,0-1 1 0 0,1 1-1 0 0,-1-1 1 0 0,0 0-1 0 0,1 1 0 0 0,-1-1 1 0 0,0 1-1 0 0,1-1 1 0 0,-1 0-1 0 0,1 0 1 0 0,-1 1-1 0 0,0-1 1 0 0,1 0-1 0 0,-1 0 0 0 0,1 1 1 0 0,-1-1-1 0 0,1 0 1 0 0,-1 0-1 0 0,1 0 1 0 0,-1 0-1 0 0,0 0 1 0 0,1 0-1 0 0,-1 0 0 0 0,1 0 1 0 0,-1 0-1 0 0,1 0 1 0 0,-1 0-1 0 0,2 0 1 0 0,-1-1 22 0 0,1 1 0 0 0,-1-1 0 0 0,1 0 1 0 0,-1 0-1 0 0,0 0 0 0 0,1 0 1 0 0,-1 0-1 0 0,0-1 0 0 0,0 1 0 0 0,0 0 1 0 0,0-1-1 0 0,0 1 0 0 0,1-2 1 0 0,15-25 123 0 0,-1-1 0 0 0,-2 0 0 0 0,0 0 0 0 0,13-48 0 0 0,25-130 673 0 0,-41 156 21 0 0,-6 33-439 0 0,3-21 589 0 0,-23 107-344 0 0,15-43-679 0 0,1 0-1 0 0,1 0 1 0 0,1 0 0 0 0,1 0 0 0 0,1-1-1 0 0,1 1 1 0 0,1-1 0 0 0,1-1 0 0 0,2 1-1 0 0,0-1 1 0 0,1-1 0 0 0,2 0 0 0 0,0-1-1 0 0,1 0 1 0 0,33 36 0 0 0,-21-31-1361 0 0,-6-12-4038 0 0,-3-3-1313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3:41.6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 1 6449 0 0,'-2'1'137'0'0,"0"0"1"0"0,0 1-1 0 0,0-1 0 0 0,0 0 0 0 0,0 1 0 0 0,1-1 0 0 0,-1 1 0 0 0,1 0 0 0 0,-1 0 0 0 0,1-1 0 0 0,0 1 0 0 0,0 0 0 0 0,-1 0 0 0 0,1 0 1 0 0,0 0-1 0 0,1 1 0 0 0,-2 3 0 0 0,1 0 318 0 0,0 0 1 0 0,0 0 0 0 0,0 0 0 0 0,1 0-1 0 0,0 0 1 0 0,1 10 0 0 0,3 5 1593 0 0,0 1 1 0 0,13 35 0 0 0,-8-30-1223 0 0,18 58 1109 0 0,-17-27-5438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3:41.8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 0 6913 0 0,'-9'0'609'0'0,"4"0"-481"0"0,2 2-128 0 0,2-2 0 0 0,1 1 0 0 0,1-1-96 0 0,1 2 24 0 0,-1-2 0 0 0,4 2-665 0 0,1 0-135 0 0,2 1-24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3:42.6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97 71 10594 0 0,'0'-1'188'0'0,"-1"1"0"0"0,0-1 0 0 0,0 1 0 0 0,1 0 0 0 0,-1-1 0 0 0,0 1 0 0 0,0 0 0 0 0,1-1 0 0 0,-1 1 0 0 0,0 0 0 0 0,0 0 0 0 0,0 0 0 0 0,0 0 0 0 0,0 0 0 0 0,1 0-1 0 0,-1 0 1 0 0,0 0 0 0 0,0 0 0 0 0,0 0 0 0 0,0 0 0 0 0,1 0 0 0 0,-1 1 0 0 0,0-1 0 0 0,0 0 0 0 0,0 1 0 0 0,1-1 0 0 0,-1 0 0 0 0,0 1 0 0 0,0-1 0 0 0,1 1 0 0 0,-1-1 0 0 0,0 1 0 0 0,1 0 0 0 0,-1-1 0 0 0,1 1-1 0 0,-1 0 1 0 0,1-1 0 0 0,-1 1 0 0 0,0 1 0 0 0,-19 29 1235 0 0,20-30-1407 0 0,-8 13 62 0 0,1 0 0 0 0,1 1 0 0 0,0 0 0 0 0,1 1 0 0 0,1-1 0 0 0,0 1 1 0 0,-1 21-1 0 0,4-30-82 0 0,1 1 1 0 0,0-1-1 0 0,0 1 1 0 0,1 0-1 0 0,0-1 1 0 0,1 0-1 0 0,-1 1 0 0 0,1-1 1 0 0,1 0-1 0 0,0 0 1 0 0,0 0-1 0 0,0 0 1 0 0,0 0-1 0 0,1-1 1 0 0,0 1-1 0 0,1-1 1 0 0,8 9-1 0 0,-2-4-33 0 0,0-1 0 0 0,0 0 0 0 0,14 9 0 0 0,-21-17 4 0 0,-1 1 0 0 0,1-1-1 0 0,0 1 1 0 0,0-1 0 0 0,0-1 0 0 0,0 1 0 0 0,1 0 0 0 0,-1-1 0 0 0,0 0 0 0 0,1 0 0 0 0,-1 0 0 0 0,0-1 0 0 0,1 0 0 0 0,7 0 0 0 0,-10 0 18 0 0,-1-1 0 0 0,1 0-1 0 0,0 0 1 0 0,-1 0 0 0 0,1 0 0 0 0,-1 0-1 0 0,1 0 1 0 0,-1 0 0 0 0,0-1 0 0 0,1 1-1 0 0,-1-1 1 0 0,0 1 0 0 0,0-1 0 0 0,0 1-1 0 0,0-1 1 0 0,0 1 0 0 0,0-1 0 0 0,0 0-1 0 0,-1 0 1 0 0,1 1 0 0 0,-1-1 0 0 0,1 0-1 0 0,-1 0 1 0 0,0 0 0 0 0,0 0 0 0 0,1-2-1 0 0,0-60 81 0 0,-1 50 1 0 0,-1-106 1082 0 0,3 127-1037 0 0,0 0 1 0 0,0 0-1 0 0,1 0 1 0 0,0 0-1 0 0,0-1 1 0 0,1 1-1 0 0,4 5 1 0 0,-7-10-70 0 0,4 6-46 0 0,1-1 0 0 0,-1 0 0 0 0,1 0 1 0 0,0-1-1 0 0,1 0 0 0 0,0 0 0 0 0,0 0 1 0 0,0-1-1 0 0,0 0 0 0 0,1 0 1 0 0,0-1-1 0 0,0 0 0 0 0,0 0 0 0 0,0-1 1 0 0,1 0-1 0 0,0 0 0 0 0,13 1 1 0 0,-7-1 21 0 0,0-2 1 0 0,1 0 0 0 0,-1 0 0 0 0,1-2 0 0 0,-1 0 0 0 0,1-1-1 0 0,-1 0 1 0 0,0-1 0 0 0,21-7 0 0 0,-32 8 20 0 0,-1 1-1 0 0,1 0 1 0 0,-1-1 0 0 0,0 0 0 0 0,1 0-1 0 0,-1 0 1 0 0,0 0 0 0 0,0 0 0 0 0,0-1-1 0 0,0 0 1 0 0,-1 1 0 0 0,1-1 0 0 0,-1 0-1 0 0,1 0 1 0 0,-1 0 0 0 0,2-5 0 0 0,-1 2 33 0 0,-1 0 1 0 0,0-1-1 0 0,0 1 1 0 0,0 0-1 0 0,-1-1 0 0 0,0 0 1 0 0,0 1-1 0 0,-1-12 1 0 0,-1-8 55 0 0,-2 1 0 0 0,-1 0 1 0 0,-13-44-1 0 0,16 66-140 0 0,-3-16-221 0 0,-13-35 191 0 0,16 51-318 0 0,0 0 0 0 0,-1 1 1 0 0,1-1-1 0 0,-1 1 0 0 0,0-1 0 0 0,0 1 1 0 0,0 0-1 0 0,0-1 0 0 0,-4-2 0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3:42.9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3681 0 0,'1'0'163'0'0,"1"0"0"0"0,-1 0 0 0 0,0 0 0 0 0,0 0 0 0 0,0 0 0 0 0,0 0 0 0 0,0 0 0 0 0,1 0 0 0 0,-1 0 0 0 0,0 1 0 0 0,0-1 0 0 0,0 0 0 0 0,0 1 0 0 0,0-1 0 0 0,0 1 0 0 0,0-1 0 0 0,0 1 0 0 0,0 0 0 0 0,0-1 0 0 0,0 1 0 0 0,0 0 0 0 0,0 0 0 0 0,0-1 0 0 0,-1 1 1 0 0,1 0-1 0 0,0 0 0 0 0,-1 0 0 0 0,1 0 0 0 0,0 0 0 0 0,-1 0 0 0 0,1 0 0 0 0,-1 0 0 0 0,0 0 0 0 0,1 2 0 0 0,10 38 4409 0 0,-8-14-3165 0 0,-1 1 0 0 0,-3 45 0 0 0,2 22-1290 0 0,-1-83-168 0 0,0-6-399 0 0,1 1 1 0 0,-1-1-1 0 0,1 1 1 0 0,0-1-1 0 0,1 1 1 0 0,-1-1-1 0 0,6 12 1 0 0,-1-10-726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3:43.1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42 26 9674 0 0,'-6'-3'921'0'0,"-18"-7"3239"0"0,24 10-4056 0 0,-1 0 1 0 0,0 0-1 0 0,1 0 0 0 0,-1-1 1 0 0,1 1-1 0 0,-1 0 0 0 0,0-1 1 0 0,1 1-1 0 0,-1 0 0 0 0,1-1 1 0 0,-1 1-1 0 0,1 0 0 0 0,-1-1 1 0 0,1 1-1 0 0,-1-1 1 0 0,1 1-1 0 0,0-1 0 0 0,-1 0 1 0 0,1 1-1 0 0,0-1 0 0 0,-1 1 1 0 0,1-1-1 0 0,0 1 0 0 0,-1-2 1 0 0,2 2-158 0 0,-1 0 0 0 0,0 0 0 0 0,0-1 0 0 0,0 1 0 0 0,0 0-1 0 0,1 0 1 0 0,-1 0 0 0 0,0 0 0 0 0,0 0 0 0 0,0-1 0 0 0,1 1 0 0 0,-1 0 0 0 0,0 0 0 0 0,0 0 0 0 0,0 0 0 0 0,1 0 0 0 0,-1 0 0 0 0,0 0 0 0 0,0 0 0 0 0,1 0 0 0 0,-1 0 0 0 0,0 0 0 0 0,0 0 0 0 0,0 0 0 0 0,1 0 0 0 0,-1 0 0 0 0,0 0 0 0 0,0 0 0 0 0,0 0 0 0 0,1 0 0 0 0,-1 1 0 0 0,0-1-1 0 0,0 0 1 0 0,0 0 0 0 0,1 0 0 0 0,-1 0 0 0 0,0 0 0 0 0,0 1 0 0 0,0-1 0 0 0,0 0 0 0 0,1 0 0 0 0,-1 0 0 0 0,0 0 0 0 0,0 1 0 0 0,0-1 0 0 0,0 0 0 0 0,0 0 0 0 0,0 0 0 0 0,1 1 0 0 0,5 8-3083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3:43.6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42 8290 0 0,'0'0'117'0'0,"1"1"0"0"0,-1 0 0 0 0,1 0 0 0 0,-1-1-1 0 0,1 1 1 0 0,0 0 0 0 0,-1-1 0 0 0,1 1 0 0 0,0-1 0 0 0,-1 1 0 0 0,1-1 0 0 0,0 1 0 0 0,0-1 0 0 0,0 0 0 0 0,-1 1 0 0 0,1-1 0 0 0,0 0 0 0 0,0 1 0 0 0,0-1 0 0 0,2 0-1 0 0,25 6 1541 0 0,-21-5-1208 0 0,33 6 1313 0 0,0-1 0 0 0,1-3 1 0 0,63-2-1 0 0,-56-4-1466 0 0,0-2 1 0 0,-1-2-1 0 0,0-2 0 0 0,-1-3 1 0 0,53-19-1 0 0,-79 22-3126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3:43.9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10594 0 0,'0'8'7651'0'0,"2"-5"-6580"0"0,1 7-625 0 0,0 0-1 0 0,-1 0 1 0 0,0 1-1 0 0,-1-1 1 0 0,0 0-1 0 0,0 1 1 0 0,-1-1-1 0 0,-2 21 1 0 0,1 23-223 0 0,4 28-132 0 0,1 29-151 0 0,5-1 0 0 0,25 119 0 0 0,-28-204-1523 0 0,0-8-3444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3:44.5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28 5065 0 0,'0'-1'245'0'0,"-1"0"1"0"0,1 0-1 0 0,0 0 1 0 0,0 0-1 0 0,0 0 0 0 0,0 0 1 0 0,0 0-1 0 0,1 0 0 0 0,-1 0 1 0 0,0 0-1 0 0,0 0 1 0 0,1 0-1 0 0,-1 0 0 0 0,0 0 1 0 0,1 0-1 0 0,-1 0 0 0 0,1 0 1 0 0,-1 0-1 0 0,1 0 1 0 0,0 0-1 0 0,-1 1 0 0 0,1-1 1 0 0,0 0-1 0 0,0 0 0 0 0,-1 1 1 0 0,1-1-1 0 0,0 0 1 0 0,2 0-1 0 0,-2 1-77 0 0,0 0 0 0 0,0 0 0 0 0,0 1 0 0 0,0-1 0 0 0,-1 0 0 0 0,1 1 0 0 0,0-1 0 0 0,0 1 0 0 0,0-1 0 0 0,0 1 0 0 0,-1-1 0 0 0,1 1-1 0 0,0-1 1 0 0,0 1 0 0 0,-1 0 0 0 0,1-1 0 0 0,0 1 0 0 0,-1 0 0 0 0,1 0 0 0 0,-1-1 0 0 0,1 1 0 0 0,-1 0 0 0 0,1 0 0 0 0,-1 0 0 0 0,0 0 0 0 0,0 0 0 0 0,1 0 0 0 0,-1 0 0 0 0,0-1 0 0 0,0 3 0 0 0,32 154 4014 0 0,-4-9-3107 0 0,1-49-1067 0 0,15 65 747 0 0,-39-138-1696 0 0,-1 0 1 0 0,-1 0-1 0 0,-1 1 0 0 0,-2 36 0 0 0,-2-44-5936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3:45.0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 85 3225 0 0,'-32'-30'-1034'0'0,"25"18"5292"0"0,7 11-4050 0 0,0 0 0 0 0,1 0 0 0 0,-1 1 0 0 0,1-1-1 0 0,0 0 1 0 0,-1 1 0 0 0,1-1 0 0 0,-1 0 0 0 0,1 1-1 0 0,0-1 1 0 0,-1 1 0 0 0,1-1 0 0 0,0 1 0 0 0,0-1-1 0 0,0 1 1 0 0,-1 0 0 0 0,1-1 0 0 0,0 1 0 0 0,0 0-1 0 0,0 0 1 0 0,0 0 0 0 0,0 0 0 0 0,1-1 0 0 0,28-3 1281 0 0,-23 3-859 0 0,10-1 11 0 0,52-9 2411 0 0,139-2 1 0 0,-202 13-3008 0 0,0 0 1 0 0,0 1-1 0 0,0 0 1 0 0,0 0-1 0 0,0 0 1 0 0,0 1 0 0 0,0 0-1 0 0,0 0 1 0 0,-1 0-1 0 0,1 1 1 0 0,-1 0-1 0 0,9 6 1 0 0,-11-7-65 0 0,-1 1 0 0 0,1-1 0 0 0,-1 1 0 0 0,1 0-1 0 0,-1 0 1 0 0,0 0 0 0 0,0 0 0 0 0,-1 0 0 0 0,1 1 0 0 0,0-1 0 0 0,-1 1 0 0 0,0-1 0 0 0,0 1 0 0 0,0-1-1 0 0,0 1 1 0 0,-1-1 0 0 0,1 1 0 0 0,-1 0 0 0 0,0 0 0 0 0,0-1 0 0 0,-1 7 0 0 0,0 0-16 0 0,-1 1 1 0 0,0-1-1 0 0,-1 0 1 0 0,0 0 0 0 0,0 0-1 0 0,-1 0 1 0 0,0-1-1 0 0,-1 1 1 0 0,0-1-1 0 0,0 0 1 0 0,-1-1 0 0 0,0 1-1 0 0,-1-1 1 0 0,0 0-1 0 0,0-1 1 0 0,-1 1-1 0 0,0-1 1 0 0,0-1-1 0 0,0 0 1 0 0,-1 0 0 0 0,-15 7-1 0 0,12-5 16 0 0,-1-1 0 0 0,-1-1 0 0 0,1 0 0 0 0,-1-1 0 0 0,0 0 0 0 0,0-1 1 0 0,0-1-1 0 0,-1 0 0 0 0,1-1 0 0 0,-1-1 0 0 0,1 0 0 0 0,-1-1 0 0 0,-18-2 0 0 0,17-1-908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3:45.4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8754 0 0,'41'14'2860'0'0,"-11"0"-2001"0"0,-1 1-1 0 0,0 2 0 0 0,-1 1 0 0 0,-1 1 1 0 0,-1 1-1 0 0,0 2 0 0 0,-2 0 0 0 0,-1 2 0 0 0,24 29 1 0 0,-22-20-543 0 0,-2 1 1 0 0,-2 1 0 0 0,-1 0-1 0 0,-1 2 1 0 0,-2 0 0 0 0,-2 1-1 0 0,10 40 1 0 0,-13-33-333 0 0,-2 0-1 0 0,-2 0 1 0 0,-2 1 0 0 0,-2 0-1 0 0,-2 0 1 0 0,-2 0 0 0 0,-2 0-1 0 0,-2 0 1 0 0,-2-1-1 0 0,-2 1 1 0 0,-2-1 0 0 0,-2-1-1 0 0,-2 0 1 0 0,-22 46 0 0 0,22-60 50 0 0,-1 0 1 0 0,-2-1 0 0 0,0-1 0 0 0,-2-1-1 0 0,-2-1 1 0 0,0 0 0 0 0,-2-1-1 0 0,0-2 1 0 0,-2 0 0 0 0,0-2-1 0 0,-36 24 1 0 0,24-24 53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7:16.122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0 0 8754 0 0,'2'3'121'0'0,"0"0"1"0"0,0 0-1 0 0,0 0 1 0 0,1 0-1 0 0,-1 0 1 0 0,1-1-1 0 0,0 1 1 0 0,0-1 0 0 0,3 3-1 0 0,2 1-8 0 0,22 25-281 0 0,34 44-1 0 0,-42-48 53 0 0,0-1 0 0 0,2 0 0 0 0,34 28 0 0 0,-25-31 608 0 0,1 0 1 0 0,1-2 0 0 0,1-2-1 0 0,62 24 1 0 0,159 38 1301 0 0,-19 2-1564 0 0,-154-50-65 0 0,105 25 0 0 0,-128-40 109 0 0,0 2 0 0 0,-2 3 1 0 0,89 47-1 0 0,-111-51-267 0 0,-14-5 12 0 0,2-1 0 0 0,0-1 0 0 0,0-2 0 0 0,1 0 0 0 0,0-2 0 0 0,40 8 0 0 0,-6-10 78 0 0,29 4 53 0 0,-80-9-135 0 0,0 1 0 0 0,0 1 0 0 0,0 0 0 0 0,0 0 0 0 0,0 0 0 0 0,-1 1 0 0 0,9 6 0 0 0,-12-6-16 0 0,0 0 1 0 0,-1 0-1 0 0,1 1 0 0 0,-1-1 1 0 0,0 1-1 0 0,-1 0 1 0 0,5 8-1 0 0,-4-7-63 0 0,-1-1 0 0 0,1 1 0 0 0,0-1 0 0 0,0 0 1 0 0,1 0-1 0 0,9 7 0 0 0,-6-7-60 0 0,-1 0 0 0 0,1-1 0 0 0,0 0 0 0 0,1 0 0 0 0,-1-1 0 0 0,0 0 0 0 0,1 0 0 0 0,0-1 0 0 0,0 0 0 0 0,0-1 0 0 0,-1 0 0 0 0,1 0 0 0 0,0-1 0 0 0,15-1 0 0 0,-9 0-1071 0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7:16.838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527 249 4145 0 0,'-20'-23'1240'0'0,"1"0"0"0"0,-27-43 0 0 0,32 44-378 0 0,-1-1 0 0 0,-2 2 0 0 0,-36-38 0 0 0,52 58-761 0 0,-1 0 0 0 0,1-1 0 0 0,-1 1 0 0 0,1 0 0 0 0,-1 1 0 0 0,1-1 0 0 0,-1 0 0 0 0,0 0 0 0 0,0 1 0 0 0,1-1 0 0 0,-1 1 0 0 0,0-1 0 0 0,0 1 0 0 0,1 0 0 0 0,-1-1 0 0 0,0 1 0 0 0,0 0 0 0 0,0 0 0 0 0,0 1 0 0 0,1-1 0 0 0,-1 0 0 0 0,0 1 0 0 0,0-1 0 0 0,0 1 0 0 0,1-1 0 0 0,-3 2 0 0 0,3-1-16 0 0,0-1 0 0 0,-1 1 0 0 0,1 0 0 0 0,0 0 0 0 0,0 0 0 0 0,0 0 0 0 0,0 0 0 0 0,0 0 0 0 0,0 0 0 0 0,1 1 0 0 0,-1-1 0 0 0,0 0 0 0 0,1 0 1 0 0,-1 1-1 0 0,0-1 0 0 0,1 0 0 0 0,0 1 0 0 0,-1-1 0 0 0,1 1 0 0 0,0-1 0 0 0,0 0 0 0 0,-1 1 0 0 0,1-1 0 0 0,0 1 0 0 0,0-1 0 0 0,1 1 0 0 0,-1-1 0 0 0,0 0 0 0 0,0 1 0 0 0,1-1 0 0 0,-1 1 0 0 0,1-1 1 0 0,0 2-1 0 0,8 14 64 0 0,0-1 0 0 0,1 0 0 0 0,1-1 0 0 0,0 0 0 0 0,2 0 0 0 0,-1-1 0 0 0,17 13 0 0 0,34 42-218 0 0,-25-20 32 0 0,-2 2 0 0 0,-2 2 1 0 0,47 101-1 0 0,-37-71 37 0 0,-31-62 0 0 0,-1 0 0 0 0,-2 0 0 0 0,15 39 0 0 0,-23-54-1 0 0,-1 0 1 0 0,1 0-1 0 0,-1 0 1 0 0,0 0 0 0 0,0 0-1 0 0,-1 1 1 0 0,1-1-1 0 0,-1 0 1 0 0,-1 0-1 0 0,1 0 1 0 0,-1 0-1 0 0,0 1 1 0 0,-1-1-1 0 0,1 0 1 0 0,-1-1-1 0 0,-1 1 1 0 0,1 0 0 0 0,-1 0-1 0 0,0-1 1 0 0,0 0-1 0 0,0 1 1 0 0,-1-1-1 0 0,0-1 1 0 0,0 1-1 0 0,0 0 1 0 0,0-1-1 0 0,-1 0 1 0 0,-5 4-1 0 0,-20 12 109 0 0,-1 0 0 0 0,-1-3 0 0 0,-48 21 0 0 0,-107 29-197 0 0,-1 1-931 0 0,165-59 906 0 0,-7 3-347 0 0,1 1 0 0 0,-32 21-1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7:17.873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225 105 7370 0 0,'-19'6'157'0'0,"-69"21"2862"0"0,78-25-2950 0 0,1-1 0 0 0,-1 1 0 0 0,0-1 0 0 0,1-1 0 0 0,-1 0 0 0 0,0 0 0 0 0,-12-3 0 0 0,21 3-103 0 0,0 0-1 0 0,0 0 1 0 0,0 0-1 0 0,-1 0 1 0 0,1-1-1 0 0,0 1 1 0 0,0 0-1 0 0,0-1 1 0 0,0 1-1 0 0,0-1 1 0 0,0 1-1 0 0,0-1 1 0 0,0 1-1 0 0,0-1 1 0 0,0 0-1 0 0,0 0 1 0 0,0 1-1 0 0,0-1 1 0 0,0 0-1 0 0,1 0 1 0 0,-1 0-1 0 0,0 0 1 0 0,1 0-1 0 0,-1 0 1 0 0,0 0-1 0 0,1 0 1 0 0,-1 0-1 0 0,1 0 0 0 0,0 0 1 0 0,-1-1-1 0 0,1 1 1 0 0,0 0-1 0 0,0 0 1 0 0,0 0-1 0 0,0 0 1 0 0,0-1-1 0 0,0 0 1 0 0,0 0 62 0 0,1 0 0 0 0,0 0 0 0 0,0 0 1 0 0,0 0-1 0 0,0 0 0 0 0,0 0 0 0 0,0 0 0 0 0,0 0 0 0 0,0 0 1 0 0,1 1-1 0 0,-1-1 0 0 0,1 0 0 0 0,0 1 0 0 0,-1 0 0 0 0,1-1 1 0 0,0 1-1 0 0,0 0 0 0 0,0 0 0 0 0,2-1 0 0 0,30-12 88 0 0,1 1 0 0 0,1 2 1 0 0,0 2-1 0 0,0 1 0 0 0,45-3 0 0 0,187 0 477 0 0,-159 12-488 0 0,214 31 1 0 0,439 61 1014 0 0,-265-37-563 0 0,-417-45-538 0 0,95 20 27 0 0,17 3 624 0 0,-162-31-1561 0 0,0-1 0 0 0,1-1 0 0 0,-1-2 0 0 0,43-6-1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7:18.701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629 3 7370 0 0,'0'-1'30'0'0,"-1"1"1"0"0,0 0 0 0 0,1-1-1 0 0,-1 1 1 0 0,0 0 0 0 0,0 0-1 0 0,1 0 1 0 0,-1-1 0 0 0,0 1-1 0 0,0 0 1 0 0,1 0 0 0 0,-1 0-1 0 0,0 0 1 0 0,0 1 0 0 0,1-1-1 0 0,-1 0 1 0 0,0 0 0 0 0,0 0-1 0 0,1 1 1 0 0,-1-1 0 0 0,0 0-1 0 0,1 0 1 0 0,-1 1 0 0 0,0-1-1 0 0,1 1 1 0 0,-1-1 0 0 0,0 1-1 0 0,1-1 1 0 0,-1 1 0 0 0,1-1-1 0 0,-1 1 1 0 0,1-1 0 0 0,-1 1-1 0 0,1 0 1 0 0,0-1 0 0 0,-1 1-1 0 0,1 0 1 0 0,0-1 0 0 0,-1 1 0 0 0,1 0-1 0 0,0 0 1 0 0,0-1 0 0 0,0 1-1 0 0,0 0 1 0 0,-1 0 0 0 0,1-1-1 0 0,0 1 1 0 0,0 0 0 0 0,1 0-1 0 0,-1-1 1 0 0,0 1 0 0 0,0 0-1 0 0,0 0 1 0 0,0-1 0 0 0,1 1-1 0 0,-1 1 1 0 0,2 4 206 0 0,0 0-1 0 0,0 0 1 0 0,0 0 0 0 0,0 0 0 0 0,6 9-1 0 0,196 305-308 0 0,-121-189 321 0 0,1 3 519 0 0,121 146 0 0 0,-200-274-768 0 0,9 11 11 0 0,0 0 1 0 0,14 25-1 0 0,-25-38-9 0 0,-1 0-1 0 0,0 0 1 0 0,0 0 0 0 0,0 0-1 0 0,0 1 1 0 0,-1-1 0 0 0,1 0-1 0 0,-1 1 1 0 0,0-1-1 0 0,-1 1 1 0 0,1 0 0 0 0,-1-1-1 0 0,0 1 1 0 0,0 0 0 0 0,0-1-1 0 0,-1 1 1 0 0,-1 7 0 0 0,0-8 19 0 0,-1 0 0 0 0,1 1 0 0 0,-1-1 0 0 0,0 0 1 0 0,0-1-1 0 0,-1 1 0 0 0,1 0 0 0 0,-1-1 1 0 0,1 0-1 0 0,-1 0 0 0 0,0 0 0 0 0,0 0 0 0 0,-8 3 1 0 0,-9 5 196 0 0,-33 12 1 0 0,38-17-169 0 0,-207 71 1497 0 0,-35 14-430 0 0,154-41-920 0 0,1 4 1 0 0,-126 91-1 0 0,201-127 260 0 0,-39 23 179 0 0,-6 4-870 0 0,27-11-4596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7:19.905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1182 672 2761 0 0,'-264'121'2596'0'0,"84"-43"-1441"0"0,-353 147 1887 0 0,499-212-3327 0 0,0 2 0 0 0,1 1 0 0 0,1 2 0 0 0,-39 32 1938 0 0,90-58-1329 0 0,40-21-1178 0 0,-48 23 951 0 0,266-115-435 0 0,-80 38 756 0 0,561-216 1999 0 0,-154 65-2289 0 0,-333 125 613 0 0,127-55 1968 0 0,-110 24-4215 0 0,-288 140 1448 0 0,32-14-2988 0 0,-19 14 1607 0 0,-13 0 1435 0 0,0 1 0 0 0,1-1 1 0 0,-1 1-1 0 0,0 0 1 0 0,0-1-1 0 0,0 1 1 0 0,0-1-1 0 0,0 1 1 0 0,0-1-1 0 0,0 1 1 0 0,0 0-1 0 0,0-1 0 0 0,0 1 1 0 0,0-1-1 0 0,0 1 1 0 0,-1-1-1 0 0,1 1 1 0 0,0 0-1 0 0,0-1 1 0 0,0 1-1 0 0,-1-1 1 0 0,1 1-1 0 0,0-1 0 0 0,-1 1 1 0 0,0 0-1 0 0,-6 11 71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7:20.697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57 28 4609 0 0,'0'0'14'0'0,"-5"2"379"0"0,0-1 0 0 0,-1 0 0 0 0,1-1 0 0 0,0 1 0 0 0,0-1 0 0 0,0 0 0 0 0,0 0 0 0 0,-8-2 0 0 0,12 2-362 0 0,1 0-1 0 0,0-1 0 0 0,0 1 0 0 0,0-1 0 0 0,-1 1 1 0 0,1 0-1 0 0,0-1 0 0 0,0 1 0 0 0,0-1 0 0 0,0 1 0 0 0,0-1 1 0 0,0 1-1 0 0,0 0 0 0 0,0-1 0 0 0,0 1 0 0 0,0-1 1 0 0,0 1-1 0 0,0-1 0 0 0,0 1 0 0 0,0 0 0 0 0,0-1 0 0 0,1 1 1 0 0,-1-1-1 0 0,0 1 0 0 0,0 0 0 0 0,0-1 0 0 0,1 1 1 0 0,-1-1-1 0 0,0 1 0 0 0,0 0 0 0 0,1-1 0 0 0,-1 1 0 0 0,0 0 1 0 0,1 0-1 0 0,-1-1 0 0 0,0 1 0 0 0,1 0 0 0 0,-1 0 1 0 0,0-1-1 0 0,1 1 0 0 0,-1 0 0 0 0,1 0 0 0 0,17-12 87 0 0,-14 11 12 0 0,0 0-1 0 0,1 0 0 0 0,-1 1 1 0 0,0 0-1 0 0,1 0 1 0 0,-1 0-1 0 0,0 0 0 0 0,1 1 1 0 0,-1 0-1 0 0,0 0 0 0 0,5 2 1 0 0,50 21 1291 0 0,-16-6-636 0 0,154 33 858 0 0,-137-39-1531 0 0,-1 3 0 0 0,93 37 0 0 0,144 72-171 0 0,-289-120 48 0 0,0 0 1 0 0,0 0-1 0 0,0 1 0 0 0,0-1 0 0 0,0 2 1 0 0,-1-1-1 0 0,0 1 0 0 0,0 0 0 0 0,-1 0 0 0 0,0 0 1 0 0,7 10-1 0 0,-11-13 12 0 0,1-1 0 0 0,0 1 0 0 0,-1 0 0 0 0,1-1 0 0 0,-1 1 0 0 0,0 0 0 0 0,0 0 1 0 0,0 0-1 0 0,-1 0 0 0 0,1 0 0 0 0,-1 0 0 0 0,1 0 0 0 0,-1 0 0 0 0,0 0 0 0 0,0 0 0 0 0,0 0 0 0 0,-1 0 0 0 0,1 0 0 0 0,-1 0 0 0 0,0 0 1 0 0,1 0-1 0 0,-1 0 0 0 0,-1 0 0 0 0,1-1 0 0 0,0 1 0 0 0,-1 0 0 0 0,1-1 0 0 0,-1 1 0 0 0,0-1 0 0 0,0 1 0 0 0,0-1 0 0 0,0 0 0 0 0,-4 4 1 0 0,-31 21 1545 0 0,29-23-1503 0 0,1 1 0 0 0,0 0 0 0 0,0 0 0 0 0,1 1 0 0 0,0 0 0 0 0,0 0 0 0 0,0 1 0 0 0,-8 11 0 0 0,-47 92 868 0 0,-75 191 0 0 0,58-120-779 0 0,-58 152-4625 0 0,115-275 3069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7:43.946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2114 3313 5529 0 0,'-742'-221'3314'0'0,"659"190"-2867"0"0,1-4 0 0 0,-145-86 1 0 0,-134-120 577 0 0,301 196-486 0 0,3-2 0 0 0,2-2-1 0 0,2-3 1 0 0,-68-86-1 0 0,85 91-52 0 0,2-2-1 0 0,2-1 1 0 0,2-1-1 0 0,3-2 0 0 0,2-1 1 0 0,-20-61-1 0 0,34 76-439 0 0,1 0 1 0 0,2-1-1 0 0,2 0 1 0 0,1 0-1 0 0,2 0 0 0 0,2-1 1 0 0,7-63-1 0 0,1 52 8 0 0,3-1-1 0 0,1 2 1 0 0,3-1 0 0 0,2 2-1 0 0,29-61 1 0 0,-6 33-136 0 0,3 1 0 0 0,4 3 0 0 0,3 1 0 0 0,3 3 0 0 0,3 2 0 0 0,120-115 0 0 0,-112 127 48 0 0,2 2 0 0 0,3 3 0 0 0,1 3 1 0 0,3 3-1 0 0,2 3 0 0 0,1 3 0 0 0,2 4 0 0 0,114-36 1 0 0,-100 45-6 0 0,0 4 0 0 0,1 4 1 0 0,1 4-1 0 0,0 4 0 0 0,151 3 1 0 0,-149 12-261 0 0,-1 4 0 0 0,0 5 0 0 0,-1 3 0 0 0,-1 5 0 0 0,124 46 0 0 0,-155-44 5 0 0,-2 2 0 0 0,-1 3 0 0 0,-1 3 0 0 0,83 61 0 0 0,-98-60 35 0 0,-2 1 1 0 0,-1 2-1 0 0,-1 2 0 0 0,-3 1 1 0 0,-1 2-1 0 0,29 46 0 0 0,-39-48-92 0 0,-2 0 0 0 0,-1 1 0 0 0,-2 1-1 0 0,-3 1 1 0 0,-1 0 0 0 0,-1 1 0 0 0,-3 1-1 0 0,-2 0 1 0 0,-1 0 0 0 0,1 59 0 0 0,-7-31 35 0 0,-4 0 1 0 0,-3 0 0 0 0,-3 0 0 0 0,-3-1-1 0 0,-3-1 1 0 0,-46 134 0 0 0,21-102 344 0 0,-5-3 0 0 0,-3-1 0 0 0,-118 176 0 0 0,-92 47-193 0 0,173-223 56 0 0,-330 338-346 0 0,168-183 281 0 0,-16 16-142 0 0,-64 76 200 0 0,95-96 481 0 0,-304 373-39 0 0,482-556-725 0 0,-26 34-555 0 0,5 3 0 0 0,-98 182-1 0 0,136-213 853 0 0,3 1-1 0 0,3 1 0 0 0,4 2 0 0 0,3 1 1 0 0,-17 104-1 0 0,35-147 80 0 0,2 1 0 0 0,2-1-1 0 0,0 1 1 0 0,3-1 0 0 0,1 1 0 0 0,1-1 0 0 0,2 1-1 0 0,2-2 1 0 0,0 1 0 0 0,3-1 0 0 0,26 59 0 0 0,-24-66 107 0 0,1-1 0 0 0,1-1 0 0 0,0 0 0 0 0,2-1 0 0 0,1-1 0 0 0,1 0 0 0 0,1-2 0 0 0,1 0 0 0 0,0-1 0 0 0,1-1 0 0 0,1-1 0 0 0,1-2 0 0 0,1 0 0 0 0,44 20 1 0 0,-6-12 51 0 0,0-3 1 0 0,1-2 0 0 0,1-4-1 0 0,85 9 1 0 0,270 2-122 0 0,-351-22 2 0 0,100 0 19 0 0,0-6 0 0 0,0-8-1 0 0,237-46 1 0 0,-245 20 388 0 0,-3-7-1 0 0,-1-6 1 0 0,-2-8 0 0 0,271-143-1 0 0,-335 149-409 0 0,-3-3-1 0 0,-2-4 0 0 0,-4-4 1 0 0,122-118-1 0 0,-152 129 894 0 0,75-98-1 0 0,-109 125-595 0 0,-1 0 0 0 0,-2-2 0 0 0,-1 0 0 0 0,0 0 0 0 0,-3-2 1 0 0,16-52-1 0 0,-13 19 835 0 0,-3-1 0 0 0,-2 0 0 0 0,0-104 0 0 0,-11 91-881 0 0,-3 0 1 0 0,-3 1-1 0 0,-4 0 1 0 0,-2 1-1 0 0,-28-80 0 0 0,25 106-170 0 0,-1 2 0 0 0,-3 0 0 0 0,-2 1 0 0 0,-55-81 1 0 0,36 70 111 0 0,-2 2 1 0 0,-102-96-1 0 0,28 52 244 0 0,-4 5 0 0 0,-210-121 0 0 0,-78-13 421 0 0,182 105-672 0 0,-410-182-1899 0 0,498 246-4581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8:22.0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2469 77 5529 0 0,'-155'1'-84'0'0,"-159"22"0"0"0,250-12 832 0 0,-124 37 1 0 0,-57 41 319 0 0,174-63-416 0 0,-3 5 88 0 0,2 3 1 0 0,-125 79 0 0 0,-119 111-1059 0 0,266-184 278 0 0,2 3 0 0 0,2 1-1 0 0,-71 88 1 0 0,-98 167 12 0 0,170-233 175 0 0,26-35 194 0 0,1 1 0 0 0,1 0 0 0 0,2 2 0 0 0,1-1-1 0 0,-9 38 1 0 0,-36 182 1021 0 0,21-75-1342 0 0,23-110-121 0 0,2 0-1 0 0,3 1 1 0 0,3 0 0 0 0,4 0-1 0 0,6 101 1 0 0,1-125 229 0 0,2 0 1 0 0,2 0-1 0 0,2-1 0 0 0,1 0 0 0 0,3-1 1 0 0,1 0-1 0 0,3-2 0 0 0,1 1 0 0 0,34 53 1 0 0,16 0 153 0 0,100 106 0 0 0,-106-130-209 0 0,-37-41-176 0 0,2-1 0 0 0,0-2 0 0 0,2-1 0 0 0,1-1 0 0 0,1-2-1 0 0,1-1 1 0 0,0-1 0 0 0,59 25 0 0 0,663 291 959 0 0,-650-282-825 0 0,114 81 1 0 0,30 18-17 0 0,-169-110 17 0 0,-3 3 1 0 0,113 91 0 0 0,111 79 150 0 0,-24-21-46 0 0,-225-158-77 0 0,2-4-1 0 0,91 45 0 0 0,-94-54 11 0 0,0 3-1 0 0,-2 1 1 0 0,77 62-1 0 0,-81-51-136 0 0,-1 2 0 0 0,64 79-1 0 0,-94-104 43 0 0,-2 2 0 0 0,0 0 0 0 0,-1 0-1 0 0,-1 1 1 0 0,-1 0 0 0 0,0 0-1 0 0,-2 1 1 0 0,0 0 0 0 0,-2 1 0 0 0,6 36-1 0 0,-6 39-252 0 0,-12 150-1 0 0,0-108 1762 0 0,-3 7-837 0 0,4-94-785 0 0,3 1 0 0 0,2-1 0 0 0,11 99 1 0 0,-2-102 392 0 0,2 1 0 0 0,3-2 1 0 0,2 1-1 0 0,32 69 1 0 0,-36-97-397 0 0,2-1 1 0 0,0 0 0 0 0,2-1-1 0 0,0-1 1 0 0,1 0 0 0 0,0-1-1 0 0,2-1 1 0 0,24 19 0 0 0,23 11-201 0 0,78 41 0 0 0,-133-82 361 0 0,389 202 205 0 0,-331-177-307 0 0,0-3 0 0 0,2-4 0 0 0,0-2 0 0 0,1-3 0 0 0,2-4 0 0 0,-1-2 0 0 0,103 2 0 0 0,-125-14 161 0 0,0-3 0 0 0,0-2 0 0 0,0-3 0 0 0,-1-1 0 0 0,0-3 0 0 0,-1-1 0 0 0,59-26 0 0 0,-47 13 62 0 0,-2-3 0 0 0,0-2 0 0 0,-2-3 0 0 0,-2-2 1 0 0,57-50-1 0 0,-89 67-122 0 0,-1-2 1 0 0,-1 0 0 0 0,0-1-1 0 0,-2-1 1 0 0,-1-1 0 0 0,-1-1 0 0 0,20-38-1 0 0,-19 25 107 0 0,-2 0 0 0 0,-1-1 0 0 0,-2-1 0 0 0,13-71-1 0 0,-16 29 203 0 0,-2 0-1 0 0,-5 0 1 0 0,-3-1-1 0 0,-20-148 0 0 0,-95-319 1524 0 0,85 449-2262 0 0,-4 2 0 0 0,-4 2 1 0 0,-5 1-1 0 0,-3 2 0 0 0,-88-127 0 0 0,104 177 283 0 0,-2 0 0 0 0,-3 2 1 0 0,-1 2-1 0 0,-1 2 0 0 0,-52-41 0 0 0,28 32-351 0 0,-2 3 0 0 0,-2 3-1 0 0,-75-35 1 0 0,93 51 314 0 0,1-2 0 0 0,1-2 0 0 0,-79-66 0 0 0,65 40 1233 0 0,-103-121 0 0 0,101 98-532 0 0,17 20-689 0 0,-2 2-1 0 0,-2 2 1 0 0,-80-66-1 0 0,71 80 627 0 0,-1 3 0 0 0,-107-49 0 0 0,11 6 51 0 0,47 25-182 0 0,-120-42 0 0 0,113 50-223 0 0,49 15-233 0 0,2-3-1 0 0,-66-46 1 0 0,16 8-51 0 0,-88-36-464 0 0,114 63 661 0 0,-142-95 0 0 0,26-6 297 0 0,-243-196-1919 0 0,437 334 1529 0 0,-130-131 90 0 0,123 121 102 0 0,2-1-1 0 0,1 0 1 0 0,0-1-1 0 0,1-1 1 0 0,-18-44-1 0 0,22 42-218 0 0,0-1-1 0 0,2 0 1 0 0,1-1-1 0 0,1 1 1 0 0,2-1 0 0 0,0 0-1 0 0,2 0 1 0 0,0 0-1 0 0,2-1 1 0 0,1 1-1 0 0,1 0 1 0 0,1 1 0 0 0,1-1-1 0 0,2 1 1 0 0,0 0-1 0 0,2 0 1 0 0,1 1 0 0 0,0 0-1 0 0,2 0 1 0 0,1 2-1 0 0,1-1 1 0 0,0 2 0 0 0,24-27-1 0 0,87-77-710 0 0,8-9 340 0 0,-108 107 522 0 0,-2-2-1 0 0,-1-1 0 0 0,21-37 0 0 0,40-70-38 0 0,-40 71 83 0 0,34-74 0 0 0,-71 128 1 0 0,-1-1 1 0 0,-1 0-1 0 0,0 0 0 0 0,-1-1 0 0 0,0 1 1 0 0,-1-1-1 0 0,0 0 0 0 0,-1 0 0 0 0,-1 1 1 0 0,0-1-1 0 0,-1 0 0 0 0,0 0 1 0 0,-1 1-1 0 0,-1-1 0 0 0,-6-20 0 0 0,6 24-46 0 0,-6-26 431 0 0,-2 0-1 0 0,-1 1 1 0 0,-32-65-1 0 0,39 91-529 0 0,0 1 0 0 0,-1-1 1 0 0,0 1-1 0 0,0 0 0 0 0,-1 0 0 0 0,0 0 1 0 0,-1 1-1 0 0,1 1 0 0 0,-1-1 0 0 0,-1 1 0 0 0,1 0 1 0 0,-1 1-1 0 0,0 0 0 0 0,0 0 0 0 0,-1 1 0 0 0,1 0 1 0 0,-1 1-1 0 0,0 0 0 0 0,-13-2 0 0 0,-18 1-4505 0 0,-5 0-1521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8:27.9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3720 170 7370 0 0,'8'1'170'0'0,"-1"0"0"0"0,0 1 1 0 0,0-1-1 0 0,0 1 0 0 0,0 1 1 0 0,6 2-1 0 0,16 9-24 0 0,-1 1 0 0 0,-1 1 0 0 0,-1 1 0 0 0,0 2 0 0 0,-1 0 1 0 0,30 32-1 0 0,-43-39-221 0 0,-1 0-1 0 0,0 1 1 0 0,-1 0 0 0 0,-1 0 0 0 0,0 1 0 0 0,-1 1-1 0 0,0-1 1 0 0,-1 1 0 0 0,-1 1 0 0 0,0-1 0 0 0,-1 1-1 0 0,-1 0 1 0 0,0 0 0 0 0,-1 0 0 0 0,-1 1 0 0 0,-1-1-1 0 0,0 30 1 0 0,10 186 1401 0 0,1-39-251 0 0,-12-158-673 0 0,-2 0 1 0 0,-1-1 0 0 0,-12 56 0 0 0,0-37-313 0 0,-1-1 1 0 0,-3-1-1 0 0,-2 0 1 0 0,-3-2 0 0 0,-39 64-1 0 0,20-49 207 0 0,-3-1-1 0 0,-2-3 1 0 0,-68 65-1 0 0,26-33-127 0 0,-144 137 718 0 0,154-157-604 0 0,-93 65 1 0 0,38-38-204 0 0,-175 170 0 0 0,174-143 390 0 0,-148 153-35 0 0,-58 81-1802 0 0,253-270 958 0 0,-99 133 0 0 0,19-21 841 0 0,39-65 6 0 0,-87 105-793 0 0,32-21-974 0 0,93-116 1355 0 0,4 4 0 0 0,-73 121 0 0 0,122-165 158 0 0,4 0 0 0 0,2 3 0 0 0,3 1 0 0 0,3 0 0 0 0,-17 76 0 0 0,-32 202-826 0 0,24-106 929 0 0,-30 70-161 0 0,-7 32 1271 0 0,17 60-114 0 0,53-189-1078 0 0,19-182-38 0 0,2-1-1 0 0,0 1 1 0 0,2 0-1 0 0,14 54 1 0 0,-1-26-529 0 0,3-1-1 0 0,28 62 1 0 0,-39-103 119 0 0,1 0 1 0 0,0-1 0 0 0,1 0-1 0 0,1-1 1 0 0,0 0 0 0 0,1-1-1 0 0,1 0 1 0 0,0-1 0 0 0,1-1-1 0 0,27 19 1 0 0,2-5 253 0 0,1-2 0 0 0,1-2 0 0 0,1-2 0 0 0,1-2 0 0 0,72 18 0 0 0,-80-27-15 0 0,1-2-1 0 0,0-2 1 0 0,0-2 0 0 0,1-2 0 0 0,0-1 0 0 0,-1-2-1 0 0,51-8 1 0 0,-48 0-333 0 0,-1-1 0 0 0,0-3 0 0 0,-1-1 0 0 0,0-2 0 0 0,74-40 0 0 0,-56 20-572 0 0,-1-2 0 0 0,-2-2 1 0 0,53-50-1 0 0,290-251 1229 0 0,-346 294-71 0 0,-2-3 0 0 0,79-96 0 0 0,72-130 2643 0 0,-117 156-1591 0 0,-11 4-1034 0 0,99-204 0 0 0,-91 159-663 0 0,-36 62-245 0 0,39-120 0 0 0,-48 116 741 0 0,57-110 1 0 0,-36 99 1048 0 0,5 4 0 0 0,123-163 0 0 0,138-96-854 0 0,56-69-192 0 0,-19 30 1068 0 0,-103 110-815 0 0,-72 78-6 0 0,-122 144-183 0 0,-3-3 0 0 0,-3-3 0 0 0,74-137-1 0 0,-75 115 76 0 0,-25 48-116 0 0,-2-2-1 0 0,30-79 1 0 0,-27 42-51 0 0,7-19 225 0 0,33-145 0 0 0,-57 151-369 0 0,-5 0 0 0 0,-3-159 0 0 0,-7 132 89 0 0,-3 88-58 0 0,-1 0-1 0 0,-3 0 1 0 0,-2 0-1 0 0,-2 0 1 0 0,-1 1-1 0 0,-3 1 1 0 0,-27-64-1 0 0,-20-70 654 0 0,1 4-613 0 0,47 145-232 0 0,-1 1 0 0 0,-2 0 0 0 0,-32-46 0 0 0,14 29 258 0 0,-2 2 0 0 0,-2 1 0 0 0,-83-73 0 0 0,34 40-452 0 0,58 48 134 0 0,-2 1 0 0 0,-1 2 0 0 0,-52-32 0 0 0,14 17 300 0 0,31 16 1 0 0,-1 2-1 0 0,-1 2 1 0 0,0 1 0 0 0,-51-14 0 0 0,-142-25-17 0 0,190 51 24 0 0,-1 1-1 0 0,0 2 1 0 0,-63 2-1 0 0,96 3-18 0 0,1 0-1 0 0,0 1 1 0 0,-1 0-1 0 0,1 1 1 0 0,0 1 0 0 0,1-1-1 0 0,-1 1 1 0 0,0 1 0 0 0,1 0-1 0 0,0 0 1 0 0,0 1-1 0 0,-15 13 1 0 0,9-5-51 0 0,0 1 0 0 0,1 0 0 0 0,1 1 0 0 0,0 0-1 0 0,-17 31 1 0 0,12-16-217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8:29.2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115 559 5065 0 0,'-1'0'22'0'0,"0"0"0"0"0,1 1-1 0 0,-1-1 1 0 0,0 0 0 0 0,0 0-1 0 0,0 0 1 0 0,0 0 0 0 0,0 0 0 0 0,1 0-1 0 0,-1 0 1 0 0,0 0 0 0 0,0 0-1 0 0,0 0 1 0 0,0-1 0 0 0,0 1 0 0 0,1 0-1 0 0,-1 0 1 0 0,0-1 0 0 0,0 1-1 0 0,1-1 1 0 0,-1 1 0 0 0,0-1 0 0 0,0 1-1 0 0,1-1 1 0 0,-1 1 0 0 0,1-1-1 0 0,-1 1 1 0 0,0-2 0 0 0,0-23-257 0 0,3 12 13 0 0,0-32-102 0 0,-1 0 0 0 0,-2-1-1 0 0,-3 1 1 0 0,-1 0-1 0 0,-2 1 1 0 0,-2 0 0 0 0,-20-58-1 0 0,4 56 2197 0 0,20 38 10 0 0,0 0-1 0 0,0-1 0 0 0,10-17 9024 0 0,-4 27-10740 0 0,1 3-79 0 0,0 0 0 0 0,0 0 0 0 0,-1 0 0 0 0,1 1 0 0 0,-1-1 0 0 0,0 0 0 0 0,0 1 0 0 0,-1-1-1 0 0,1 1 1 0 0,-1 7 0 0 0,-5 55 162 0 0,0-26-187 0 0,4 5-6 0 0,1 0-1 0 0,9 67 1 0 0,26 87-66 0 0,-14-92 87 0 0,-2 96 489 0 0,-18-202-546 0 0,-1 1 0 0 0,1-1 1 0 0,0 0-1 0 0,0 1 0 0 0,0-1 0 0 0,0 0 0 0 0,0 0 1 0 0,0 0-1 0 0,1 0 0 0 0,-1 0 0 0 0,4 3 0 0 0,-5-4-26 0 0,1-1-1 0 0,-1 0 0 0 0,0 1 1 0 0,1-1-1 0 0,-1 0 0 0 0,1 0 0 0 0,-1 1 1 0 0,0-1-1 0 0,1 0 0 0 0,-1 0 0 0 0,1 0 1 0 0,-1 1-1 0 0,1-1 0 0 0,-1 0 0 0 0,1 0 1 0 0,-1 0-1 0 0,0 0 0 0 0,1 0 1 0 0,-1 0-1 0 0,1 0 0 0 0,-1 0 0 0 0,1 0 1 0 0,-1 0-1 0 0,1-1 0 0 0,0 1-57 0 0,0-1-1 0 0,0 1 1 0 0,-1-1 0 0 0,1 0-1 0 0,0 1 1 0 0,-1-1 0 0 0,1 0-1 0 0,-1 1 1 0 0,1-1 0 0 0,-1 0-1 0 0,1 0 1 0 0,-1 0 0 0 0,0 0-1 0 0,1 1 1 0 0,-1-1 0 0 0,0 0-1 0 0,1-2 1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8:30.8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75 319 2761 0 0,'-11'-1'-97'0'0,"5"0"554"0"0,0 0 0 0 0,0 0 0 0 0,1 0-1 0 0,-1 0 1 0 0,-10-5 0 0 0,15 5-333 0 0,-1 1 1 0 0,1-1-1 0 0,0 0 0 0 0,0 0 0 0 0,0 0 0 0 0,0 1 0 0 0,0-1 0 0 0,0 0 1 0 0,0-1-1 0 0,0 1 0 0 0,0 0 0 0 0,1 0 0 0 0,-1 0 0 0 0,0 0 1 0 0,1-1-1 0 0,-1 1 0 0 0,1 0 0 0 0,-1 0 0 0 0,1-1 0 0 0,0 1 0 0 0,-1-1 1 0 0,1 1-1 0 0,0 0 0 0 0,0-1 0 0 0,0 1 0 0 0,0 0 0 0 0,0-1 1 0 0,0 1-1 0 0,0-1 0 0 0,1-2 0 0 0,3-9 482 0 0,0-1 0 0 0,1 1 0 0 0,0 0 0 0 0,1 0-1 0 0,0 1 1 0 0,1-1 0 0 0,1 1 0 0 0,-1 1 0 0 0,2-1 0 0 0,19-19 0 0 0,-15 18-192 0 0,2 0 0 0 0,0 0 0 0 0,0 2 0 0 0,1 0 0 0 0,1 0 0 0 0,-1 2 0 0 0,27-12 0 0 0,-39 20-399 0 0,0-1 0 0 0,0 1 0 0 0,1-1 0 0 0,-1 1 0 0 0,0 1 0 0 0,0-1 0 0 0,1 1 0 0 0,-1-1 0 0 0,0 1 0 0 0,1 0 0 0 0,-1 1 0 0 0,0-1 0 0 0,1 1 0 0 0,-1 0 0 0 0,0 0 0 0 0,0 0 0 0 0,0 1 0 0 0,0-1 0 0 0,0 1 0 0 0,0 0 0 0 0,0 0 0 0 0,0 0 0 0 0,-1 1 0 0 0,1-1 0 0 0,-1 1 0 0 0,0 0 0 0 0,1 0 0 0 0,-2 0 1 0 0,1 1-1 0 0,0-1 0 0 0,4 8 0 0 0,-1-2 15 0 0,-1 0 1 0 0,-1 1-1 0 0,1-1 1 0 0,-2 1-1 0 0,1 0 1 0 0,-1 0-1 0 0,-1 0 1 0 0,0 1-1 0 0,0-1 1 0 0,-1 1-1 0 0,0-1 1 0 0,-2 15-1 0 0,-7 54-98 0 0,-23 100 0 0 0,27-166 65 0 0,0-1 0 0 0,0-1-1 0 0,-2 1 1 0 0,1-1 0 0 0,-15 22-1 0 0,-14 27 240 0 0,34-59-223 0 0,-1 0 1 0 0,1 0-1 0 0,0 0 0 0 0,-1 0 0 0 0,1 1 0 0 0,0-1 0 0 0,-1 0 1 0 0,1 0-1 0 0,0 0 0 0 0,0 0 0 0 0,0 1 0 0 0,0-1 1 0 0,0 0-1 0 0,0 0 0 0 0,0 0 0 0 0,1 0 0 0 0,-1 1 0 0 0,0-1 1 0 0,1 0-1 0 0,-1 0 0 0 0,1 0 0 0 0,-1 0 0 0 0,1 0 0 0 0,-1 0 1 0 0,1 0-1 0 0,0 0 0 0 0,-1 0 0 0 0,1 0 0 0 0,0 0 0 0 0,0 0 1 0 0,0-1-1 0 0,0 1 0 0 0,0 0 0 0 0,0-1 0 0 0,0 1 0 0 0,0 0 1 0 0,0-1-1 0 0,0 1 0 0 0,0-1 0 0 0,0 0 0 0 0,0 1 0 0 0,0-1 1 0 0,1 0-1 0 0,1 0 0 0 0,8 2 130 0 0,0 0 1 0 0,1-1-1 0 0,21-1 0 0 0,-16 0-4 0 0,172 0 520 0 0,39 1 146 0 0,-206 4-885 0 0,-17-4-320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8:38.4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2885 128 2761 0 0,'8'-36'-2'0'0,"-6"30"-12"0"0,0 1 0 0 0,-1-1 0 0 0,0 1 0 0 0,0-1 0 0 0,0 1 1 0 0,0-1-1 0 0,-1 0 0 0 0,-1-7 0 0 0,1 12 39 0 0,-1 0 0 0 0,1 0 1 0 0,-1 0-1 0 0,1 1 0 0 0,-1-1 1 0 0,0 0-1 0 0,0 0 0 0 0,1 1 0 0 0,-1-1 1 0 0,0 1-1 0 0,0-1 0 0 0,0 1 1 0 0,1-1-1 0 0,-1 1 0 0 0,0-1 0 0 0,0 1 1 0 0,0 0-1 0 0,0-1 0 0 0,0 1 1 0 0,0 0-1 0 0,0 0 0 0 0,0 0 0 0 0,-2 0 1 0 0,-29-2 293 0 0,19 2-166 0 0,-200-16 2527 0 0,110 13-2911 0 0,-114 10 0 0 0,-269 65 765 0 0,-25 26-364 0 0,401-81 141 0 0,45-8 250 0 0,-1 3 0 0 0,-125 41 0 0 0,111-22-380 0 0,1 2 1 0 0,3 4 0 0 0,0 4 0 0 0,-108 77 0 0 0,150-90-637 0 0,1 2 0 0 0,2 0 0 0 0,1 3 1 0 0,-36 49-1 0 0,-84 156 915 0 0,145-230-425 0 0,0 1-1 0 0,1-1 1 0 0,0 1-1 0 0,1 0 1 0 0,0 0-1 0 0,0 1 1 0 0,1-1-1 0 0,0 1 1 0 0,1-1-1 0 0,0 1 1 0 0,0 9-1 0 0,2-11 26 0 0,0-1-1 0 0,0 0 1 0 0,1 0-1 0 0,0 0 1 0 0,0 0-1 0 0,0 0 1 0 0,1-1 0 0 0,0 1-1 0 0,1-1 1 0 0,-1 1-1 0 0,1-1 1 0 0,0 0 0 0 0,1-1-1 0 0,-1 1 1 0 0,8 6-1 0 0,9 6-85 0 0,0 0 1 0 0,2-1-1 0 0,-1-2 0 0 0,2 0 0 0 0,0-2 0 0 0,1 0 0 0 0,1-2 0 0 0,-1-1 0 0 0,2-1 1 0 0,37 9-1 0 0,20-2-143 0 0,0-2-1 0 0,92 1 1 0 0,106-16 960 0 0,-144-2-424 0 0,47-5-245 0 0,-1-8 1 0 0,216-46 0 0 0,316-105 1512 0 0,-694 161-1645 0 0,69-18-155 0 0,-1-3 0 0 0,160-74 0 0 0,-204 78 651 0 0,-1-2 0 0 0,-1-2 1 0 0,-2-2-1 0 0,-1-1 0 0 0,-1-3 0 0 0,67-70 0 0 0,-92 85-439 0 0,-1 1 1 0 0,-1-2-1 0 0,-1 0 1 0 0,0 0-1 0 0,-2-1 1 0 0,0-1-1 0 0,-1 1 1 0 0,-1-2-1 0 0,-1 1 1 0 0,-1-1-1 0 0,5-38 1 0 0,-9 48 38 0 0,-1 0 1 0 0,-1-1-1 0 0,0 1 1 0 0,0 0 0 0 0,-1-1-1 0 0,-1 1 1 0 0,0 0 0 0 0,-1 0-1 0 0,0 0 1 0 0,-1 0-1 0 0,0 1 1 0 0,-1 0 0 0 0,0-1-1 0 0,-1 2 1 0 0,0-1-1 0 0,-1 1 1 0 0,0 0 0 0 0,-1 0-1 0 0,0 0 1 0 0,0 1-1 0 0,-1 1 1 0 0,-18-14 0 0 0,10 9-27 0 0,-2 2 0 0 0,1 1 1 0 0,-1 0-1 0 0,-40-14 0 0 0,16 11-1173 0 0,-60-11-1 0 0,45 15-4334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8:40.0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2662 383 4233 0 0,'-157'-51'915'0'0,"19"8"-162"0"0,93 25-645 0 0,-567-196 2702 0 0,543 197-2355 0 0,-1 3 0 0 0,0 3 0 0 0,-123-4 0 0 0,-214 35-2876 0 0,286-4 2028 0 0,1 5 1 0 0,1 5 0 0 0,-147 53-1 0 0,234-68 836 0 0,1 1-1 0 0,0 2 1 0 0,-36 23 0 0 0,58-32-527 0 0,0 1 1 0 0,0 0 0 0 0,0 1 0 0 0,1 0-1 0 0,1 0 1 0 0,-1 1 0 0 0,1 0-1 0 0,0 0 1 0 0,1 1 0 0 0,0 0 0 0 0,0 0-1 0 0,1 0 1 0 0,0 1 0 0 0,-5 14 0 0 0,9-19-67 0 0,0 1 0 0 0,1 0 1 0 0,-1-1-1 0 0,1 1 1 0 0,0 0-1 0 0,1 0 1 0 0,-1-1-1 0 0,1 1 1 0 0,0-1-1 0 0,0 1 1 0 0,1 0-1 0 0,0-1 1 0 0,0 0-1 0 0,0 0 1 0 0,1 1-1 0 0,0-1 1 0 0,-1-1-1 0 0,2 1 1 0 0,3 5-1 0 0,10 11 175 0 0,1-1-1 0 0,37 33 1 0 0,-37-36 18 0 0,12 8-93 0 0,0 0 0 0 0,2-2 0 0 0,0-1 0 0 0,2-2 1 0 0,47 22-1 0 0,-19-16 57 0 0,0-3 0 0 0,88 19 0 0 0,48 9 500 0 0,351 75 1497 0 0,-454-109-1518 0 0,34 7-3 0 0,186 11-1 0 0,152-36 435 0 0,-393-5-547 0 0,-1-2 0 0 0,0-4 0 0 0,0-3-1 0 0,91-32 1 0 0,-142 39-98 0 0,-1-1 1 0 0,0-1-1 0 0,0-1 0 0 0,-1-1 0 0 0,-1 0 0 0 0,0-2 0 0 0,0 0 1 0 0,-2-1-1 0 0,0-1 0 0 0,0-1 0 0 0,20-27 0 0 0,-30 36-67 0 0,0-1 1 0 0,0 0-1 0 0,-1-1 0 0 0,0 1 0 0 0,-1-1 0 0 0,0 0 0 0 0,3-11 1 0 0,-7 16-179 0 0,0 1 1 0 0,0-1-1 0 0,0 1 1 0 0,-1-1-1 0 0,0 1 1 0 0,0-1-1 0 0,-1 0 1 0 0,1 1-1 0 0,-1-1 0 0 0,0 1 1 0 0,0-1-1 0 0,0 1 1 0 0,0 0-1 0 0,-1-1 1 0 0,0 1-1 0 0,0 0 1 0 0,0 0-1 0 0,-1 0 1 0 0,-5-7-1 0 0,-3-2-30 0 0,-1-1 0 0 0,0 1 0 0 0,-1 1 0 0 0,0 1 0 0 0,-1-1 0 0 0,-25-13 0 0 0,-99-49-352 0 0,96 53 193 0 0,-400-181-1572 0 0,393 183 782 0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8:43.5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0 109 2761 0 0,'45'-41'4638'0'0,"-37"35"-4322"0"0,1 0-1 0 0,0 0 0 0 0,0 1 0 0 0,0 0 1 0 0,1 1-1 0 0,13-4 0 0 0,-5 1 25 0 0,0 2 0 0 0,0 0 0 0 0,1 2 1 0 0,0 0-1 0 0,26-1 0 0 0,-40 4-242 0 0,1 0 0 0 0,0 0 1 0 0,0 1-1 0 0,0-1 0 0 0,-1 1 0 0 0,1 1 1 0 0,0-1-1 0 0,-1 1 0 0 0,1 0 1 0 0,-1 0-1 0 0,0 1 0 0 0,0 0 0 0 0,0-1 1 0 0,0 2-1 0 0,0-1 0 0 0,0 0 0 0 0,-1 1 1 0 0,0 0-1 0 0,0 0 0 0 0,0 1 0 0 0,0-1 1 0 0,3 6-1 0 0,-5-5-71 0 0,1 1 1 0 0,-1-1-1 0 0,0 1 0 0 0,0 0 0 0 0,-1 0 1 0 0,0 0-1 0 0,0 0 0 0 0,0 0 0 0 0,-1 0 1 0 0,0 1-1 0 0,0-1 0 0 0,-1 0 1 0 0,1 0-1 0 0,-1 0 0 0 0,-1 0 0 0 0,1 0 1 0 0,-1 0-1 0 0,0-1 0 0 0,0 1 0 0 0,-4 6 1 0 0,-5 11-191 0 0,-2 1 0 0 0,0-2 0 0 0,-20 26 0 0 0,11-23-4 0 0,17-20 181 0 0,1 0 0 0 0,-1 0 1 0 0,1 0-1 0 0,0 0 0 0 0,1 1 0 0 0,-4 6 0 0 0,7-11-10 0 0,0-1 0 0 0,0 1 0 0 0,1-1 0 0 0,-1 1 0 0 0,0-1 0 0 0,1 1 0 0 0,-1-1 0 0 0,0 1 0 0 0,1-1 0 0 0,-1 1 0 0 0,1-1-1 0 0,-1 0 1 0 0,0 1 0 0 0,1-1 0 0 0,-1 0 0 0 0,1 1 0 0 0,-1-1 0 0 0,1 0 0 0 0,0 0 0 0 0,-1 1 0 0 0,1-1 0 0 0,-1 0 0 0 0,1 0 0 0 0,-1 0 0 0 0,1 0-1 0 0,0 0 1 0 0,-1 0 0 0 0,1 0 0 0 0,-1 0 0 0 0,1 0 0 0 0,-1 0 0 0 0,1 0 0 0 0,0 0 0 0 0,-1 0 0 0 0,1 0 0 0 0,0-1 0 0 0,26-1 189 0 0,27-6 134 0 0,-21 2-170 0 0,51-2 0 0 0,-74 8-154 0 0,0 0 0 0 0,0 1 0 0 0,0 0 1 0 0,0 0-1 0 0,-1 1 0 0 0,1 1 0 0 0,0 0 0 0 0,-1 0 0 0 0,15 7 0 0 0,-22-9-10 0 0,1 0-1 0 0,-1 1 1 0 0,0-1-1 0 0,0 1 1 0 0,1 0 0 0 0,-1-1-1 0 0,0 1 1 0 0,-1 0-1 0 0,1 0 1 0 0,0 0-1 0 0,-1 0 1 0 0,1 0-1 0 0,-1 1 1 0 0,1-1 0 0 0,-1 1-1 0 0,0-1 1 0 0,0 0-1 0 0,0 1 1 0 0,0 0-1 0 0,-1-1 1 0 0,1 1 0 0 0,-1-1-1 0 0,1 1 1 0 0,-1 0-1 0 0,0-1 1 0 0,0 1-1 0 0,0 0 1 0 0,-1-1-1 0 0,0 4 1 0 0,-1 6 34 0 0,-2 0 1 0 0,0 0-1 0 0,0 0 1 0 0,-1 0-1 0 0,-7 10 0 0 0,-1 4 487 0 0,7-13-279 0 0,0 1 1 0 0,-1-2-1 0 0,0 1 1 0 0,-2-1-1 0 0,1 0 1 0 0,-14 14-1 0 0,15-20 72 0 0,0 1 0 0 0,-1-1 0 0 0,0 0 0 0 0,0-1-1 0 0,0 1 1 0 0,-1-2 0 0 0,0 1 0 0 0,0-1 0 0 0,0-1 0 0 0,-12 4 0 0 0,-94 31 812 0 0,107-35-1764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9:19.5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937 83 2761 0 0,'1'-1'44'0'0,"37"-32"1338"0"0,-36 31-976 0 0,1-1-1 0 0,0 0 1 0 0,-1 0 0 0 0,1 0 0 0 0,-1 0-1 0 0,0-1 1 0 0,0 1 0 0 0,0-1-1 0 0,-1 1 1 0 0,0-14 3847 0 0,-2 17-4149 0 0,1 0 0 0 0,0 0 0 0 0,0 0 0 0 0,-1 0 0 0 0,1 0 0 0 0,0 0 0 0 0,-1 0 0 0 0,-15 4 1973 0 0,-14 13-518 0 0,17-5-904 0 0,0-1 0 0 0,-27 19 0 0 0,-74 31 51 0 0,9-4-316 0 0,29-4 205 0 0,3 3 1 0 0,-91 89 0 0 0,76-64-452 0 0,38-38-16 0 0,16-14-61 0 0,-41 44 0 0 0,65-60-65 0 0,-1-1 0 0 0,2 2 0 0 0,0-1 0 0 0,1 1 0 0 0,0 0 0 0 0,1 1 0 0 0,-7 20 0 0 0,7-16 48 0 0,1 1-1 0 0,1-1 0 0 0,1 1 0 0 0,-3 37 0 0 0,7-50-45 0 0,0-1-1 0 0,0 1 0 0 0,1 0 0 0 0,0-1 1 0 0,0 1-1 0 0,1 0 0 0 0,-1-1 0 0 0,2 0 1 0 0,-1 1-1 0 0,0-1 0 0 0,1 0 1 0 0,0 0-1 0 0,1 0 0 0 0,-1-1 0 0 0,1 1 1 0 0,0-1-1 0 0,1 0 0 0 0,5 6 0 0 0,8 5 12 0 0,0 0 0 0 0,2-1-1 0 0,0-1 1 0 0,0 0 0 0 0,1-2 0 0 0,1 0-1 0 0,41 15 1 0 0,156 38-15 0 0,-198-60 14 0 0,-1 2 0 0 0,0 0 1 0 0,-1 0-1 0 0,1 2 0 0 0,24 15 0 0 0,86 65 28 0 0,-27-17-41 0 0,127 94 52 0 0,-219-157-44 0 0,0 0 0 0 0,0 1 0 0 0,-1 0 0 0 0,0 1 0 0 0,0 0 0 0 0,-1 0 0 0 0,-1 1 1 0 0,10 18-1 0 0,-15-22-6 0 0,1-1 1 0 0,-1 1 0 0 0,-1 0 0 0 0,1 0 0 0 0,-1 0 0 0 0,-1 0-1 0 0,1 0 1 0 0,-1 0 0 0 0,-1 0 0 0 0,0 1 0 0 0,0-1 0 0 0,0 0 0 0 0,-1 0-1 0 0,-1 1 1 0 0,1-1 0 0 0,-4 8 0 0 0,-6 17-166 0 0,-2-2 0 0 0,-1 0 1 0 0,-1 0-1 0 0,-2-2 0 0 0,-1 0 0 0 0,-1-1 0 0 0,-2-1 1 0 0,-1 0-1 0 0,0-2 0 0 0,-2-1 0 0 0,-1-1 1 0 0,-37 27-1 0 0,34-32-7353 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9:23.0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0 2521 0 0,'-8'8'7917'0'0,"30"-3"-7027"0"0,-1-1-1 0 0,0 0 0 0 0,1-2 1 0 0,0 0-1 0 0,24-2 1 0 0,1 1 11 0 0,33 1 196 0 0,-35-2-879 0 0,-1 1 0 0 0,0 3-1 0 0,0 1 1 0 0,0 3 0 0 0,44 13 0 0 0,56 34 477 0 0,-122-44-567 0 0,0 1-1 0 0,-1 0 1 0 0,-1 2-1 0 0,26 20 0 0 0,-22-13-98 0 0,-7-7 129 0 0,32 34 0 0 0,-43-41-131 0 0,-1 1 0 0 0,0-1 0 0 0,0 1 0 0 0,0 0 0 0 0,-1 1 0 0 0,0-1 0 0 0,-1 1 0 0 0,4 10 1 0 0,2 15 56 0 0,-2 1 1 0 0,-1 0 0 0 0,-1 0 0 0 0,-3 1 0 0 0,0-1 0 0 0,-2 1-1 0 0,-2-1 1 0 0,-1 1 0 0 0,-2-1 0 0 0,-2 0 0 0 0,0-1 0 0 0,-18 47-1 0 0,12-53 36 0 0,-1-2 1 0 0,-1 0-1 0 0,-31 40 0 0 0,1 0-99 0 0,-238 317 32 0 0,194-260-15 0 0,54-71-20 0 0,-56 63 1 0 0,49-72 17 0 0,26-28-5 0 0,1 0 0 0 0,0 1 0 0 0,1 1 0 0 0,1 0 0 0 0,0 1 0 0 0,-14 28 0 0 0,17-24-147 0 0,7-16 122 0 0,0 0 1 0 0,0 0-1 0 0,1 0 1 0 0,-1 0-1 0 0,2 0 1 0 0,-1 1-1 0 0,1-1 1 0 0,0 1-1 0 0,0-1 0 0 0,0 8 1 0 0,1 19-7 0 0,-1-11 0 0 0,1 0 0 0 0,1 0 0 0 0,1 0 0 0 0,10 41 0 0 0,-6-37-39 0 0,-4-18 68 0 0,0 0 1 0 0,0 0-1 0 0,1-1 1 0 0,6 15-1 0 0,-7-19-5 0 0,0 0-1 0 0,0 0 1 0 0,1-1-1 0 0,-1 1 1 0 0,1-1 0 0 0,-1 1-1 0 0,1-1 1 0 0,0 0-1 0 0,0 0 1 0 0,-1 0-1 0 0,2 0 1 0 0,-1-1 0 0 0,0 1-1 0 0,0-1 1 0 0,4 1-1 0 0,5 3-205 0 0,0-1 0 0 0,0-1 0 0 0,0 0 0 0 0,1-1 1 0 0,-1 0-1 0 0,1-1 0 0 0,0 0 0 0 0,13-2 0 0 0,-5-3-7620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9:25.2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8 377 2304 0 0,'-1'0'98'0'0,"1"0"0"0"0,0 0-1 0 0,-1 0 1 0 0,1 0 0 0 0,0 0-1 0 0,-1 0 1 0 0,1 0-1 0 0,0-1 1 0 0,-1 1 0 0 0,1 0-1 0 0,0 0 1 0 0,0 0 0 0 0,-1-1-1 0 0,1 1 1 0 0,0 0-1 0 0,0 0 1 0 0,-1 0 0 0 0,1-1-1 0 0,0 1 1 0 0,0 0 0 0 0,0-1-1 0 0,-1 1 1 0 0,1 0-1 0 0,0 0 1 0 0,0-1 0 0 0,0 1-1 0 0,0 0 1 0 0,0-1-1 0 0,0 1 1 0 0,0 0 0 0 0,0-1-1 0 0,0 1 1 0 0,0 0 0 0 0,0-1-1 0 0,2-4 2237 0 0,1 2-1510 0 0,37-30 874 0 0,1 1 0 0 0,1 2 1 0 0,2 2-1 0 0,81-38 0 0 0,202-67-640 0 0,-326 133-1058 0 0,31-13-587 0 0,1 0-945 0 0,-10 5-2674 0 0,-4 4-1008 0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9:25.7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1 213 5529 0 0,'0'0'423'0'0,"29"-12"2928"0"0,107-40 3587 0 0,102-36-2392 0 0,-184 71-5489 0 0,0 3 1 0 0,86-11 0 0 0,-95 20-5592 0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06.5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125 240 3225 0 0,'2'-22'895'0'0,"-2"0"0"0"0,0 0 1 0 0,-6-41-1 0 0,5 55-326 0 0,-1 0 0 0 0,0 0 0 0 0,0 0 0 0 0,-1 1-1 0 0,0-1 1 0 0,0 1 0 0 0,-1 0 0 0 0,0 0 0 0 0,0 0 0 0 0,0 1 0 0 0,-1-1 0 0 0,0 1 0 0 0,-1 0-1 0 0,-11-5 3114 0 0,17 11-3628 0 0,0 14 1263 0 0,7 29-1247 0 0,-3-23 293 0 0,27 346 336 0 0,-30 2-73 0 0,9 363-491 0 0,1-135-18 0 0,7 114 228 0 0,-25 367-270 0 0,7-1062-75 0 0,-28 544 26 0 0,-3 151 12 0 0,-8 218 26 0 0,7 117 77 0 0,62-643 189 0 0,-1-46 186 0 0,-37-179-114 0 0,3-94-376 0 0,5-64-343 0 0,1 1 1 0 0,4 22-1 0 0,0 26-1244 0 0,-14-96-2472 0 0,1 9 2752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6:42.5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83 113 6913 0 0,'-33'-5'2480'0'0,"27"5"-1829"0"0,1 0-1 0 0,-1-1 0 0 0,0 0 1 0 0,0 0-1 0 0,1 0 0 0 0,-9-4 1 0 0,14 5-579 0 0,0 0 1 0 0,0-1 0 0 0,0 1 0 0 0,0 0-1 0 0,-1-1 1 0 0,1 1 0 0 0,0 0 0 0 0,0-1-1 0 0,0 1 1 0 0,0 0 0 0 0,0-1 0 0 0,0 1-1 0 0,0-1 1 0 0,0 1 0 0 0,0 0 0 0 0,0-1 0 0 0,0 1-1 0 0,0 0 1 0 0,0-1 0 0 0,0 1 0 0 0,1-1-1 0 0,-1 1 1 0 0,0 0 0 0 0,0-1 0 0 0,0 1-1 0 0,0 0 1 0 0,1 0 0 0 0,-1-1 0 0 0,0 1-1 0 0,0 0 1 0 0,1-1 0 0 0,-1 1 0 0 0,0 0-1 0 0,1 0 1 0 0,-1-1 0 0 0,0 1 0 0 0,1 0-1 0 0,-1 0 1 0 0,0 0 0 0 0,1 0 0 0 0,-1 0-1 0 0,0-1 1 0 0,1 1 0 0 0,15-11 955 0 0,-6 6-835 0 0,1 0 0 0 0,-1 1 0 0 0,1 0 0 0 0,0 1 0 0 0,0 0 0 0 0,0 0 1 0 0,0 1-1 0 0,1 1 0 0 0,-1 0 0 0 0,0 0 0 0 0,1 1 0 0 0,-1 1 1 0 0,1 0-1 0 0,16 3 0 0 0,-22-2-184 0 0,1 0 0 0 0,0 0 0 0 0,0 1 0 0 0,-1 0 0 0 0,1 0 0 0 0,-1 0 0 0 0,0 1 0 0 0,0 0 0 0 0,0 0 0 0 0,-1 1 0 0 0,0 0 0 0 0,1 0 0 0 0,-1 0 0 0 0,-1 0 0 0 0,1 1 0 0 0,-1 0 0 0 0,0 0 0 0 0,-1 0 0 0 0,1 0 0 0 0,-1 0 0 0 0,0 1 0 0 0,-1 0 0 0 0,1-1 0 0 0,1 11 0 0 0,-1-1-96 0 0,-1 1 0 0 0,-1 0 0 0 0,0 0 0 0 0,-1-1 0 0 0,-1 1 1 0 0,-1 0-1 0 0,0 0 0 0 0,-1-1 0 0 0,-1 1 0 0 0,-8 22 0 0 0,1-9-95 0 0,-1 0-1 0 0,-2-1 0 0 0,-1 0 1 0 0,-27 40-1 0 0,37-63 183 0 0,2-1 0 0 0,0 0 0 0 0,0 0 0 0 0,0-1 0 0 0,0 0 0 0 0,-1 1 0 0 0,0-1 0 0 0,0 0 0 0 0,0-1 0 0 0,-1 1 0 0 0,1-1 0 0 0,-8 4 0 0 0,12-7 0 0 0,-1 0 0 0 0,1-1 0 0 0,-1 1 0 0 0,1-1 0 0 0,-1 1-1 0 0,1-1 1 0 0,0 1 0 0 0,-1-1 0 0 0,1 1 0 0 0,0-1 0 0 0,-1 1 0 0 0,1-1 0 0 0,0 0-1 0 0,0 1 1 0 0,0-1 0 0 0,0 1 0 0 0,-1-1 0 0 0,1 0 0 0 0,0 1 0 0 0,0-1 0 0 0,0 0 0 0 0,0 1-1 0 0,0-1 1 0 0,0 1 0 0 0,1-1 0 0 0,-1 0 0 0 0,0 1 0 0 0,0-1 0 0 0,0 0 0 0 0,1 0-1 0 0,3-24 20 0 0,25-69 44 0 0,4 3 1 0 0,48-96 0 0 0,-68 159-62 0 0,16-26 76 0 0,-22 44-38 0 0,-1-1 0 0 0,0 0 0 0 0,0 0 0 0 0,-1-1 0 0 0,-1 1 0 0 0,0-1 0 0 0,0 0 0 0 0,-1 0 0 0 0,2-17 0 0 0,-4 94 1250 0 0,16 109 1 0 0,-11-139-1386 0 0,1-1 0 0 0,2 0-1 0 0,2 0 1 0 0,0-1 0 0 0,26 49-1 0 0,-30-69-339 0 0,0-1-1 0 0,2 0 1 0 0,16 19 0 0 0,16 6-4278 0 0,-25-27-1202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6:43.9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6913 0 0,'3'5'411'0'0,"1"0"0"0"0,-2 0 0 0 0,1 0-1 0 0,0 0 1 0 0,2 9 0 0 0,-4-10-143 0 0,74 202 4737 0 0,-34-90-3063 0 0,-24-62-1289 0 0,-11-33-910 0 0,1-1 1 0 0,14 32 0 0 0,-8-37-2170 0 0,-13-15 2341 0 0,0 1 1 0 0,0-1-1 0 0,1 0 0 0 0,-1 0 1 0 0,0 1-1 0 0,0-1 1 0 0,1 0-1 0 0,-1 0 1 0 0,0 1-1 0 0,1-1 0 0 0,-1 0 1 0 0,0 0-1 0 0,0 0 1 0 0,1 1-1 0 0,-1-1 1 0 0,0 0-1 0 0,1 0 0 0 0,-1 0 1 0 0,1 0-1 0 0,-1 0 1 0 0,0 0-1 0 0,1 0 1 0 0,-1 0-1 0 0,0 0 0 0 0,1 0 1 0 0,-1 0-1 0 0,0 0 1 0 0,1 0-1 0 0,-1 0 1 0 0,0 0-1 0 0,1 0 1 0 0,-1 0-1 0 0,0-1 0 0 0,1 1 1 0 0,-1 0-1 0 0,0 0 1 0 0,1 0-1 0 0,-1-1 1 0 0,0 1-1 0 0,1 0 0 0 0,-1 0 1 0 0,0-1-1 0 0,0 1 1 0 0,1 0-1 0 0,-1 0 1 0 0,0-1-1 0 0,0 1 0 0 0,2-8-488 0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6:44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11 13363 0 0,'-3'-1'1184'0'0,"2"-1"-944"0"0,-1 2-240 0 0,4 0 552 0 0,-4-1-272 0 0,1-1 0 0 0,-1-1-456 0 0,1 2-88 0 0,0 1-24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6:46.3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1 206 6913 0 0,'1'-12'341'0'0,"0"0"-1"0"0,0 0 0 0 0,2-1 0 0 0,-1 1 0 0 0,2 0 0 0 0,0 1 0 0 0,0-1 0 0 0,1 1 0 0 0,6-12 0 0 0,-8 19-191 0 0,0-1 1 0 0,-1 1-1 0 0,2 0 1 0 0,-1 0-1 0 0,0 0 1 0 0,1 0-1 0 0,0 1 1 0 0,0-1 0 0 0,0 1-1 0 0,8-5 1 0 0,-9 7-72 0 0,0 0 0 0 0,0 0 0 0 0,0 0 0 0 0,0 0 0 0 0,0 0 0 0 0,0 1 0 0 0,0-1 0 0 0,0 1 0 0 0,1 0 0 0 0,-1 0 0 0 0,0 0 0 0 0,0 0 0 0 0,0 0 0 0 0,0 1 0 0 0,1-1 0 0 0,-1 1 0 0 0,0 0 0 0 0,5 2 1 0 0,-2 1 24 0 0,1 0 1 0 0,-1 0 0 0 0,0 0 0 0 0,0 0 0 0 0,0 1 0 0 0,0 0 0 0 0,-1 1 0 0 0,0-1 0 0 0,0 1 0 0 0,-1 0 0 0 0,1 0 0 0 0,-1 0 0 0 0,-1 1 0 0 0,1-1 0 0 0,-1 1 0 0 0,0 0 0 0 0,-1 0-1 0 0,1 0 1 0 0,-1 0 0 0 0,1 9 0 0 0,1 5 24 0 0,-1 0-1 0 0,-1 0 1 0 0,-1 1-1 0 0,-1-1 0 0 0,-4 39 1 0 0,0-29 85 0 0,-2 0 0 0 0,-14 47 0 0 0,15-65-178 0 0,0 0 0 0 0,0 0 0 0 0,-1-1 0 0 0,-1 0 0 0 0,0 0 0 0 0,0-1 1 0 0,-1 1-1 0 0,-13 12 0 0 0,16-23-260 0 0,5-8 8 0 0,5-11-105 0 0,14-24-349 0 0,30-51 1 0 0,8-16-214 0 0,-41 75 1269 0 0,-1 0 1 0 0,-3 0-1 0 0,0-1 0 0 0,-3-1 0 0 0,0 0 0 0 0,4-49 1 0 0,-13 83-294 0 0,0 1 0 0 0,0 0 1 0 0,0-1-1 0 0,0 1 0 0 0,0 0 1 0 0,0-1-1 0 0,0 1 0 0 0,0 0 0 0 0,0-1 1 0 0,-1 1-1 0 0,1 0 0 0 0,-1 0 1 0 0,1-1-1 0 0,-2-1 0 0 0,2 3-41 0 0,0 0 0 0 0,0 0 0 0 0,-1 0 0 0 0,1 0-1 0 0,0 0 1 0 0,-1 0 0 0 0,1 0 0 0 0,0 0-1 0 0,-1 0 1 0 0,1 0 0 0 0,0 0 0 0 0,-1 0 0 0 0,1 0-1 0 0,0 0 1 0 0,-1 0 0 0 0,1 0 0 0 0,0 0 0 0 0,-1 0-1 0 0,1 0 1 0 0,0 1 0 0 0,-1-1 0 0 0,1 0 0 0 0,0 0-1 0 0,0 0 1 0 0,-1 1 0 0 0,1-1 0 0 0,0 0-1 0 0,0 0 1 0 0,-1 0 0 0 0,1 1 0 0 0,0-1 0 0 0,0 0-1 0 0,-1 1 1 0 0,-1 2 104 0 0,-1 1 1 0 0,1 0-1 0 0,-1-1 0 0 0,1 1 0 0 0,0 0 0 0 0,1 0 0 0 0,-3 6 1 0 0,-3 28-135 0 0,2-1 0 0 0,1 1 1 0 0,2 0-1 0 0,1 0 0 0 0,3 0 1 0 0,1 0-1 0 0,1-1 0 0 0,2 1 1 0 0,2-1-1 0 0,1-1 0 0 0,24 60 1 0 0,-28-83-499 0 0,1 0-1 0 0,0-1 1 0 0,0 1 0 0 0,2-1 0 0 0,-1-1 0 0 0,2 1 0 0 0,-1-1 0 0 0,1-1 0 0 0,14 13 0 0 0,-18-19 263 0 0,0-1 0 0 0,-1 0-1 0 0,2 1 1 0 0,-1-2 0 0 0,0 1 0 0 0,0-1 0 0 0,1 1 0 0 0,0-1 0 0 0,-1-1 0 0 0,1 1 0 0 0,0-1 0 0 0,0 0 0 0 0,0 0 0 0 0,0-1 0 0 0,-1 0 0 0 0,1 0 0 0 0,0 0 0 0 0,0-1 0 0 0,0 0 0 0 0,0 0 0 0 0,0 0 0 0 0,-1-1 0 0 0,1 0 0 0 0,7-3-1 0 0,15-8-449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6:46.5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13363 0 0,'35'70'4139'0'0,"40"121"0"0"0,-62-146-5326 0 0,-1 1 1 0 0,5 49-1 0 0,-14-67-274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6:48.1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27 252 5065 0 0,'-1'1'51'0'0,"0"-1"0"0"0,0 0-1 0 0,1 1 1 0 0,-1-1 0 0 0,0 0 0 0 0,0 0-1 0 0,1 0 1 0 0,-1 0 0 0 0,0 0 0 0 0,0 0-1 0 0,0 0 1 0 0,1 0 0 0 0,-1 0 0 0 0,0 0-1 0 0,0 0 1 0 0,1-1 0 0 0,-1 1 0 0 0,0 0-1 0 0,0 0 1 0 0,1-1 0 0 0,-1 1 0 0 0,0-1-1 0 0,1 1 1 0 0,-1 0 0 0 0,0-1 0 0 0,1 0-1 0 0,-1 1 1 0 0,1-1 0 0 0,-1 1 0 0 0,1-1-1 0 0,-1 1 1 0 0,1-1 0 0 0,-1 0 0 0 0,1 1-1 0 0,-1-1 1 0 0,1 0 0 0 0,0 0 0 0 0,0 1-1 0 0,-1-1 1 0 0,1 0 0 0 0,0 0 0 0 0,0 1-1 0 0,0-1 1 0 0,0 0 0 0 0,0 0 0 0 0,0 0-1 0 0,0 1 1 0 0,0-1 0 0 0,0 0 0 0 0,0 0 0 0 0,0 0-1 0 0,1 1 1 0 0,-1-1 0 0 0,0 0 0 0 0,0 0-1 0 0,1 1 1 0 0,-1-1 0 0 0,1-1 0 0 0,1-3 342 0 0,0 1 1 0 0,0-1-1 0 0,1 0 1 0 0,-1 1-1 0 0,1 0 1 0 0,0 0-1 0 0,0 0 1 0 0,6-6-1 0 0,-5 6-192 0 0,1 1 1 0 0,-1 0-1 0 0,1 0 0 0 0,0 0 0 0 0,0 0 0 0 0,0 1 1 0 0,1 0-1 0 0,-1 0 0 0 0,1 0 0 0 0,-1 1 0 0 0,1-1 1 0 0,-1 1-1 0 0,1 1 0 0 0,8-1 0 0 0,-11 1-131 0 0,0 0 0 0 0,1 1 0 0 0,-1-1 0 0 0,0 1 1 0 0,1 0-1 0 0,-1 0 0 0 0,0 0 0 0 0,0 0 0 0 0,0 0 0 0 0,0 1 0 0 0,0-1 0 0 0,0 1 0 0 0,0 0 0 0 0,-1 0 0 0 0,1 0 0 0 0,0 0 0 0 0,-1 0 0 0 0,0 1 0 0 0,1-1 0 0 0,-1 1 1 0 0,0 0-1 0 0,0-1 0 0 0,-1 1 0 0 0,1 0 0 0 0,1 5 0 0 0,2 6-55 0 0,0 0 0 0 0,-1 1 1 0 0,-1 0-1 0 0,-1 0 0 0 0,0 0 0 0 0,-1 0 1 0 0,0 0-1 0 0,-2 21 0 0 0,-2-7-156 0 0,-1-1-1 0 0,-1 1 0 0 0,-12 39 0 0 0,10-50 193 0 0,6-23-18 0 0,8-29-295 0 0,18-37-666 0 0,87-273 795 0 0,-107 328 1293 0 0,1 0 0 0 0,11-21 0 0 0,-18 50-59 0 0,1-1 0 0 0,2 24 0 0 0,-1-22-770 0 0,3 35-57 0 0,1 1-1 0 0,22 86 1 0 0,-22-116-311 0 0,2 0-1 0 0,-1-1 1 0 0,2 0-1 0 0,1 0 1 0 0,0-1 0 0 0,2 0-1 0 0,-1 0 1 0 0,2-1-1 0 0,23 25 1 0 0,-30-37-349 0 0,0 0 0 0 0,1 0 0 0 0,0 0 0 0 0,0-1 0 0 0,1 0 0 0 0,-1 0 0 0 0,1 0 0 0 0,0-1 0 0 0,0 0 0 0 0,0 0 0 0 0,0-1 0 0 0,0 0 0 0 0,1 0 1 0 0,13 1-1 0 0,-8-3-1095 0 0,-1 0 1 0 0,1-1 0 0 0,-1 0-1 0 0,1-2 1 0 0,-1 1 0 0 0,0-1-1 0 0,1-1 1 0 0,12-5 0 0 0,-16 4 1308 0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6:48.4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10 178 6913 0 0,'-1'0'40'0'0,"1"-1"-1"0"0,-1 1 1 0 0,0 0-1 0 0,1 0 0 0 0,0-1 1 0 0,-1 1-1 0 0,1 0 0 0 0,-1-1 1 0 0,1 1-1 0 0,-1 0 1 0 0,1-1-1 0 0,-1 1 0 0 0,1-1 1 0 0,0 1-1 0 0,-1 0 0 0 0,1-1 1 0 0,0 1-1 0 0,0-1 1 0 0,-1 1-1 0 0,1-1 0 0 0,0 1 1 0 0,0-1-1 0 0,0 1 0 0 0,-1-1 1 0 0,1 0-1 0 0,0 1 0 0 0,0-1 1 0 0,0 1-1 0 0,0-1 1 0 0,0 1-1 0 0,0-1 0 0 0,0 0 1 0 0,10-24 1193 0 0,21-17 723 0 0,-20 30-1310 0 0,0 1-1 0 0,1-1 0 0 0,1 2 1 0 0,20-14-1 0 0,-28 20-435 0 0,0 1 1 0 0,0 0-1 0 0,0 1 0 0 0,0-1 0 0 0,0 1 0 0 0,1 0 1 0 0,-1 0-1 0 0,1 1 0 0 0,-1-1 0 0 0,1 1 0 0 0,0 1 1 0 0,-1-1-1 0 0,1 1 0 0 0,0 0 0 0 0,0 0 0 0 0,8 2 1 0 0,-12-2-181 0 0,0 1 0 0 0,0 0 0 0 0,0 0 1 0 0,0 0-1 0 0,0 0 0 0 0,0 0 1 0 0,0 0-1 0 0,0 0 0 0 0,-1 1 1 0 0,1-1-1 0 0,0 1 0 0 0,-1-1 0 0 0,1 1 1 0 0,-1 0-1 0 0,0 0 0 0 0,1 0 1 0 0,-1-1-1 0 0,1 4 0 0 0,0-1 84 0 0,-1 1 0 0 0,1-1 0 0 0,-1 1-1 0 0,0 0 1 0 0,0 0 0 0 0,0 0 0 0 0,-1 9 0 0 0,0 1 128 0 0,-2 0 0 0 0,1 0 1 0 0,-2-1-1 0 0,-6 23 0 0 0,-16 27-150 0 0,-5 14 128 0 0,28-70-197 0 0,0 0 0 0 0,0 0-1 0 0,1 0 1 0 0,0 0 0 0 0,0 0 0 0 0,1 0-1 0 0,1 13 1 0 0,-1-20-16 0 0,0 0-1 0 0,0 0 1 0 0,0 0 0 0 0,0 0-1 0 0,1 0 1 0 0,-1 0 0 0 0,0 0 0 0 0,1 0-1 0 0,-1 0 1 0 0,1 0 0 0 0,-1 0-1 0 0,1 0 1 0 0,-1 0 0 0 0,1 0 0 0 0,0-1-1 0 0,-1 1 1 0 0,1 0 0 0 0,0 0-1 0 0,0-1 1 0 0,0 1 0 0 0,0 0 0 0 0,-1-1-1 0 0,1 1 1 0 0,0-1 0 0 0,0 1-1 0 0,1 0 1 0 0,1-1 19 0 0,-1 0 0 0 0,0 1 0 0 0,1-1 0 0 0,-1 0-1 0 0,0 0 1 0 0,1-1 0 0 0,-1 1 0 0 0,1 0 0 0 0,-1-1 0 0 0,0 1 0 0 0,4-2-1 0 0,6-3 94 0 0,0-1-1 0 0,0 0 1 0 0,14-9-1 0 0,-23 12-112 0 0,40-25-1392 0 0,-28 16-145 0 0,0 2 0 0 0,0 0-1 0 0,2 1 1 0 0,-1 1 0 0 0,30-11 0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6:49.2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12 246 8290 0 0,'-1'-1'67'0'0,"0"1"-1"0"0,0-1 1 0 0,1 1 0 0 0,-1-1 0 0 0,0 1 0 0 0,1-1 0 0 0,-1 1 0 0 0,1-1-1 0 0,-1 0 1 0 0,1 1 0 0 0,-1-1 0 0 0,1 0 0 0 0,-1 1 0 0 0,1-1 0 0 0,-1 0 0 0 0,1 0-1 0 0,0 0 1 0 0,0 1 0 0 0,-1-1 0 0 0,1 0 0 0 0,0 0 0 0 0,0 0 0 0 0,0 0-1 0 0,0 1 1 0 0,0-1 0 0 0,0-1 0 0 0,9-28 1158 0 0,-3 19-614 0 0,1 0 1 0 0,15-18 0 0 0,-8 13 128 0 0,1 0-1 0 0,0 2 1 0 0,23-18 0 0 0,-30 26-504 0 0,0 1 0 0 0,0-1 1 0 0,1 2-1 0 0,-1-1 0 0 0,1 1 0 0 0,0 0 0 0 0,1 1 1 0 0,-1 0-1 0 0,14-2 0 0 0,-21 4-228 0 0,-1 1 1 0 0,1 0-1 0 0,0 0 1 0 0,-1 0-1 0 0,1 0 1 0 0,0 0-1 0 0,-1 1 1 0 0,1-1-1 0 0,-1 0 1 0 0,1 1-1 0 0,0-1 1 0 0,-1 1-1 0 0,1-1 0 0 0,-1 1 1 0 0,1 0-1 0 0,-1 0 1 0 0,0 0-1 0 0,1 0 1 0 0,-1 0-1 0 0,0 0 1 0 0,2 2-1 0 0,-1-1 15 0 0,-1 0-1 0 0,1 1 1 0 0,-1 0-1 0 0,1-1 1 0 0,-1 1 0 0 0,0 0-1 0 0,0 0 1 0 0,0 0-1 0 0,-1 0 1 0 0,2 5-1 0 0,-2 6 60 0 0,1 0-1 0 0,-2 0 0 0 0,-3 26 0 0 0,4-38-80 0 0,-9 38-127 0 0,-1-1-1 0 0,-2 0 1 0 0,-2 0-1 0 0,-21 42 0 0 0,-23 65-203 0 0,57-143 297 0 0,0-1 0 0 0,0 0 0 0 0,1 1 0 0 0,-1-1-1 0 0,1 1 1 0 0,0-1 0 0 0,-1 0 0 0 0,1 1 0 0 0,0-1 0 0 0,1 3-1 0 0,-1-4 17 0 0,0-1-1 0 0,0 0 0 0 0,0 0 0 0 0,0 0 0 0 0,0 0 0 0 0,0 0 0 0 0,1 0 0 0 0,-1 1 0 0 0,0-1 0 0 0,0 0 0 0 0,0 0 0 0 0,0 0 0 0 0,0 0 0 0 0,0 0 1 0 0,0 0-1 0 0,1 0 0 0 0,-1 0 0 0 0,0 1 0 0 0,0-1 0 0 0,0 0 0 0 0,0 0 0 0 0,0 0 0 0 0,1 0 0 0 0,-1 0 0 0 0,0 0 0 0 0,0 0 0 0 0,0 0 0 0 0,0 0 1 0 0,1 0-1 0 0,-1 0 0 0 0,0 0 0 0 0,0 0 0 0 0,0 0 0 0 0,0 0 0 0 0,0 0 0 0 0,1 0 0 0 0,-1 0 0 0 0,0-1 0 0 0,0 1 0 0 0,0 0 0 0 0,0 0 0 0 0,0 0 1 0 0,1 0-1 0 0,-1 0 0 0 0,12-13-769 0 0,13-23 408 0 0,-2 0-1 0 0,-1-2 1 0 0,19-47-1 0 0,41-128 953 0 0,-27 66 2050 0 0,-62 168-1961 0 0,2 0 0 0 0,0 1-1 0 0,2-1 1 0 0,0 1 0 0 0,0 31-1 0 0,3 0-660 0 0,9 73 0 0 0,-8-115-52 0 0,1 0 0 0 0,0-1 0 0 0,1 1 1 0 0,0 0-1 0 0,1-1 0 0 0,0 0 0 0 0,1 0 0 0 0,0 0 1 0 0,0 0-1 0 0,1-1 0 0 0,0 0 0 0 0,1 0 1 0 0,14 15-1 0 0,-12-16-708 0 0,0-1 1 0 0,0 0 0 0 0,1 0-1 0 0,0-1 1 0 0,0 0 0 0 0,1 0-1 0 0,0-1 1 0 0,11 3-1 0 0,-3-2-4683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6:49.7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1 118 5065 0 0,'0'-4'219'0'0,"1"0"-1"0"0,0 0 0 0 0,0 1 1 0 0,1-1-1 0 0,-1 0 1 0 0,1 1-1 0 0,-1-1 1 0 0,1 1-1 0 0,0-1 1 0 0,1 1-1 0 0,-1 0 1 0 0,0 0-1 0 0,6-5 1 0 0,39-34 3157 0 0,-43 39-3078 0 0,0 1 0 0 0,-1 0 0 0 0,1-1-1 0 0,0 1 1 0 0,0 1 0 0 0,0-1 0 0 0,0 0 0 0 0,0 1 0 0 0,1 0 0 0 0,-1 0 0 0 0,0 0 0 0 0,1 1 0 0 0,-1-1 0 0 0,0 1 0 0 0,1 0-1 0 0,-1 0 1 0 0,1 1 0 0 0,7 1 0 0 0,-9-1-209 0 0,0 0-1 0 0,1 1 0 0 0,-1-1 1 0 0,0 1-1 0 0,-1 0 1 0 0,1 0-1 0 0,0 0 0 0 0,0 0 1 0 0,-1 0-1 0 0,1 0 1 0 0,-1 1-1 0 0,0-1 1 0 0,1 1-1 0 0,-1 0 0 0 0,-1 0 1 0 0,1-1-1 0 0,0 1 1 0 0,-1 0-1 0 0,1 1 0 0 0,-1-1 1 0 0,0 0-1 0 0,0 0 1 0 0,0 1-1 0 0,0-1 0 0 0,0 4 1 0 0,-1 4-78 0 0,0 0 0 0 0,0 0 0 0 0,-1 0 0 0 0,0-1 0 0 0,-1 1 1 0 0,0 0-1 0 0,-1 0 0 0 0,0-1 0 0 0,0 0 0 0 0,-8 16 0 0 0,4-10-82 0 0,1 1 0 0 0,-7 30 0 0 0,13-46 61 0 0,0 0 0 0 0,0-1 0 0 0,0 1 0 0 0,0 0 0 0 0,0-1 0 0 0,0 1 0 0 0,0 0 0 0 0,0 0 0 0 0,0-1 0 0 0,0 1 0 0 0,0 0 0 0 0,0-1 0 0 0,0 1 0 0 0,1 0 0 0 0,-1-1 0 0 0,0 1 0 0 0,1 0 0 0 0,-1-1 0 0 0,0 1 0 0 0,1-1 0 0 0,-1 1 0 0 0,1-1 0 0 0,-1 1 0 0 0,0 0 0 0 0,1-1 0 0 0,0 0 0 0 0,-1 1 0 0 0,1-1 0 0 0,-1 1 0 0 0,1-1 0 0 0,-1 0 0 0 0,1 1 0 0 0,0-1 0 0 0,-1 0 0 0 0,1 0 0 0 0,0 1 0 0 0,-1-1 0 0 0,1 0 0 0 0,0 0 0 0 0,0 0 0 0 0,-1 0 0 0 0,1 0 0 0 0,0 0 0 0 0,-1 0 0 0 0,1 0 1 0 0,0 0-1 0 0,-1 0 0 0 0,1 0 0 0 0,0-1 0 0 0,0 1 0 0 0,0-1 0 0 0,50-15-1038 0 0,-30 8 1035 0 0,-13 6 38 0 0,0 1 0 0 0,0-1 0 0 0,0 2 1 0 0,0-1-1 0 0,1 1 0 0 0,-1 0 0 0 0,0 1 0 0 0,0-1 1 0 0,0 2-1 0 0,0-1 0 0 0,0 1 0 0 0,0 0 0 0 0,0 1 0 0 0,-1 0 1 0 0,1 0-1 0 0,-1 1 0 0 0,10 6 0 0 0,-11-6 81 0 0,-1 1 0 0 0,1 0 0 0 0,-1 0 0 0 0,0 0 0 0 0,-1 0 0 0 0,0 1 0 0 0,1-1 0 0 0,-2 1 0 0 0,1 0 0 0 0,-1 1 0 0 0,0-1 0 0 0,0 1 0 0 0,0-1 0 0 0,-1 1 0 0 0,0 0 0 0 0,-1 0 0 0 0,0 0 0 0 0,0 0 0 0 0,0 0 0 0 0,-1 10 0 0 0,-1 0 49 0 0,-1-1 0 0 0,-1 1 0 0 0,0-1 0 0 0,-2 0 0 0 0,1 0 0 0 0,-2 0 0 0 0,0-1 0 0 0,-1 0 0 0 0,-1 0 0 0 0,0-1 0 0 0,-1 0 0 0 0,0 0 0 0 0,-1-1 0 0 0,-1 0 1 0 0,-19 18-1 0 0,4-10-242 0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6:50.8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30 231 7370 0 0,'-1'-1'71'0'0,"-1"1"0"0"0,1-1 1 0 0,-1 1-1 0 0,1-1 0 0 0,-1 0 1 0 0,1 1-1 0 0,-1-1 0 0 0,1 0 1 0 0,-1 0-1 0 0,1 0 0 0 0,0 0 1 0 0,0 0-1 0 0,-1-1 0 0 0,1 1 1 0 0,0 0-1 0 0,0-1 0 0 0,0 1 1 0 0,1 0-1 0 0,-1-1 0 0 0,0 1 0 0 0,0-1 1 0 0,1 1-1 0 0,-1-1 0 0 0,1 0 1 0 0,-1 1-1 0 0,1-1 0 0 0,0 1 1 0 0,0-1-1 0 0,-1 0 0 0 0,1 1 1 0 0,0-1-1 0 0,1 0 0 0 0,-1 1 1 0 0,1-4-1 0 0,-1 2 38 0 0,1 0-1 0 0,0 0 0 0 0,0 1 1 0 0,1-1-1 0 0,-1 0 1 0 0,1 1-1 0 0,-1-1 0 0 0,1 1 1 0 0,0-1-1 0 0,0 1 1 0 0,0 0-1 0 0,0 0 1 0 0,0 0-1 0 0,1 0 0 0 0,-1 0 1 0 0,0 0-1 0 0,1 1 1 0 0,0-1-1 0 0,2-1 1 0 0,22-5-18 0 0,0 1 0 0 0,1 2 0 0 0,-1 0 0 0 0,1 2 0 0 0,55 0 1 0 0,-25 1 21 0 0,104-10 311 0 0,96-3-292 0 0,137-6-151 0 0,-62 2-26 0 0,317-7 45 0 0,1020 15 2800 0 0,-1474 18-2579 0 0,819 25 1271 0 0,-739-30-2350 0 0,139 5-2630 0 0,-378-6-1520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6:51.4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12899 0 0,'0'4'361'0'0,"0"0"-1"0"0,-1 0 1 0 0,1 0 0 0 0,1-1 0 0 0,-1 1-1 0 0,0 0 1 0 0,1 0 0 0 0,0 0 0 0 0,2 6 0 0 0,-2-6-283 0 0,16 121 1458 0 0,-9-50-904 0 0,20 456-217 0 0,-26-356-136 0 0,45 444 1094 0 0,46 264-1309 0 0,-23-167-64 0 0,10-55 203 0 0,9 81-8 0 0,-55-429-180 0 0,79 335 1 0 0,-57-405 330 0 0,41 421 1 0 0,-76-457-600 0 0,1 33-3300 0 0,-20-203-3093 0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6:51.9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6276 74 13363 0 0,'-2'1'502'0'0,"-1"-1"0"0"0,1 0 1 0 0,0 0-1 0 0,-1 0 0 0 0,1 0 1 0 0,-1 0-1 0 0,1 0 0 0 0,0-1 1 0 0,-1 1-1 0 0,-3-2 0 0 0,-30-11 1128 0 0,10 3-1632 0 0,-23-2-928 0 0,0 3 0 0 0,-92-6 1 0 0,-103 15-3127 0 0,-115 34 2721 0 0,132-8 1711 0 0,-469 24 1386 0 0,-2-16-5475 0 0,122-32 2705 0 0,392-4 601 0 0,-529-12 97 0 0,2-38 4712 0 0,138 2 1755 0 0,293 48-4744 0 0,108 3-992 0 0,105-2-442 0 0,-168-5-595 0 0,81-14-2799 0 0,99 7-2984 0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26:53.0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10594 0 0,'1'0'111'0'0,"1"1"0"0"0,0 0 0 0 0,-1 0 0 0 0,1 0 0 0 0,-1 0 0 0 0,0 0-1 0 0,1 0 1 0 0,-1 0 0 0 0,0 0 0 0 0,0 1 0 0 0,0-1 0 0 0,1 0 0 0 0,0 4 0 0 0,1 0-86 0 0,-1 1 1 0 0,0 0-1 0 0,-1-1 1 0 0,1 1-1 0 0,-1 0 1 0 0,0 0 0 0 0,-1 0-1 0 0,0 11 1 0 0,-6 52-72 0 0,0-28-112 0 0,5 650-822 0 0,3-636 1125 0 0,7 714 2352 0 0,-21-257-2446 0 0,10-232 1480 0 0,7 393 482 0 0,-5-194-1606 0 0,5 118-731 0 0,6-161 626 0 0,5 76 456 0 0,25-212 39 0 0,-2-27-667 0 0,12 87-156 0 0,1 19 1260 0 0,-30-189-210 0 0,-8-84-528 0 0,1 172 1 0 0,-15-277-497 0 0,-1 19-4 0 0,1-1 0 0 0,4 30 0 0 0,-2-38-56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17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79 8754 0 0,'-3'-7'875'0'0,"1"-1"1"0"0,0 1-1 0 0,0-1 1 0 0,0 1-1 0 0,1-1 1 0 0,1 0-1 0 0,-1 0 0 0 0,2-9 1 0 0,3 17 715 0 0,2 8-917 0 0,3 10-124 0 0,-4 0-221 0 0,-1 1 1 0 0,0 0-1 0 0,-1 0 0 0 0,0 32 0 0 0,-7 82 76 0 0,1-57-299 0 0,-1-18-109 0 0,0 11-3709 0 0,7-62 2339 0 0,-3-9 1340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17.6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 47 10594 0 0,'1'-3'257'0'0,"-1"0"-1"0"0,1 0 0 0 0,-1 0 1 0 0,1 0-1 0 0,-1 1 1 0 0,0-1-1 0 0,0 0 0 0 0,0 0 1 0 0,-2-5-1 0 0,3 8-204 0 0,-1-1 0 0 0,0 1 0 0 0,0 0 0 0 0,0-1 0 0 0,0 1-1 0 0,0-1 1 0 0,0 1 0 0 0,0-1 0 0 0,-1 1 0 0 0,1-1 0 0 0,0 1 0 0 0,0-1 0 0 0,0 1-1 0 0,0-1 1 0 0,0 1 0 0 0,-1 0 0 0 0,1-1 0 0 0,0 1 0 0 0,-1-1 0 0 0,1 1 0 0 0,0 0-1 0 0,0-1 1 0 0,-1 1 0 0 0,1 0 0 0 0,-1-1 0 0 0,1 1 0 0 0,0 0 0 0 0,-1 0 0 0 0,1-1-1 0 0,-1 1 1 0 0,1 0 0 0 0,0 0 0 0 0,-1 0 0 0 0,1-1 0 0 0,-1 1 0 0 0,1 0 0 0 0,-1 0-1 0 0,1 0 1 0 0,-1 0 0 0 0,1 0 0 0 0,-1 0 0 0 0,1 0 0 0 0,-1 0 0 0 0,1 0 0 0 0,-1 0-1 0 0,1 0 1 0 0,-1 1 0 0 0,1-1 0 0 0,0 0 0 0 0,-1 0 0 0 0,1 0 0 0 0,-1 1 0 0 0,1-1-1 0 0,-1 0 1 0 0,1 0 0 0 0,0 1 0 0 0,-1-1 0 0 0,1 0 0 0 0,0 1 0 0 0,-1-1 0 0 0,1 0-1 0 0,0 1 1 0 0,-1 0 0 0 0,0 0-214 0 0,0 0 0 0 0,0 0 0 0 0,1 0 0 0 0,-1 0 0 0 0,0 0 0 0 0,1 1 0 0 0,-1-1 0 0 0,1 0 0 0 0,-1 0 0 0 0,1 1 0 0 0,-1-1 0 0 0,1 0 0 0 0,0 1 0 0 0,0-1 0 0 0,0 0 0 0 0,0 1 0 0 0,0-1 0 0 0,0 0 0 0 0,0 1 0 0 0,0-1 0 0 0,0 0 0 0 0,0 1 0 0 0,1-1 0 0 0,-1 0 0 0 0,1 0 0 0 0,0 3 0 0 0,2 8 125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18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40 6913 0 0,'0'0'529'0'0,"19"22"4241"0"0,-13-5-3924 0 0,-1-1 0 0 0,0 1 0 0 0,-2-1 1 0 0,1 1-1 0 0,0 28 0 0 0,-3-27-881 0 0,2 1 0 0 0,-1-1 0 0 0,2 0 0 0 0,10 30 0 0 0,-14-48-9 0 0,0 1 1 0 0,1 0-1 0 0,-1-1 0 0 0,0 1 0 0 0,0 0 0 0 0,0-1 0 0 0,1 1 0 0 0,-1 0 0 0 0,0-1 0 0 0,1 1 1 0 0,-1-1-1 0 0,0 1 0 0 0,1-1 0 0 0,-1 1 0 0 0,1-1 0 0 0,-1 1 0 0 0,1-1 0 0 0,-1 1 0 0 0,1-1 0 0 0,-1 0 1 0 0,1 1-1 0 0,0-1 0 0 0,-1 0 0 0 0,1 1 0 0 0,0-1 0 0 0,0 1 0 0 0,0-2-10 0 0,0 1 1 0 0,-1-1-1 0 0,1 1 0 0 0,0-1 0 0 0,-1 1 0 0 0,1-1 1 0 0,-1 0-1 0 0,1 1 0 0 0,0-1 0 0 0,-1 0 1 0 0,0 1-1 0 0,1-1 0 0 0,-1 0 0 0 0,1 1 0 0 0,-1-1 1 0 0,0 0-1 0 0,1-1 0 0 0,8-40-1394 0 0,-8 42 1401 0 0,2-22-737 0 0,1-9-728 0 0,2 1-1 0 0,14-44 1 0 0,-18 66 1389 0 0,1 1-1 0 0,0 0 1 0 0,1-1 0 0 0,-1 1 0 0 0,2 1 0 0 0,-1-1-1 0 0,0 1 1 0 0,1-1 0 0 0,0 1 0 0 0,1 1-1 0 0,0-1 1 0 0,-1 1 0 0 0,2 0 0 0 0,-1 0 0 0 0,7-4-1 0 0,-11 8 253 0 0,0 0 0 0 0,0 0-1 0 0,-1 0 1 0 0,1 0-1 0 0,0 0 1 0 0,0 1 0 0 0,0-1-1 0 0,0 1 1 0 0,0-1 0 0 0,0 1-1 0 0,0-1 1 0 0,0 1-1 0 0,0 0 1 0 0,0 0 0 0 0,0 0-1 0 0,0 0 1 0 0,0 1 0 0 0,0-1-1 0 0,0 0 1 0 0,0 1-1 0 0,0 0 1 0 0,0-1 0 0 0,0 1-1 0 0,0 0 1 0 0,-1 0-1 0 0,1 0 1 0 0,0 0 0 0 0,0 0-1 0 0,-1 0 1 0 0,1 1 0 0 0,-1-1-1 0 0,1 0 1 0 0,-1 1-1 0 0,0-1 1 0 0,1 1 0 0 0,-1 0-1 0 0,0-1 1 0 0,0 1 0 0 0,1 2-1 0 0,3 8 582 0 0,0 0-1 0 0,0 1 1 0 0,-2-1-1 0 0,1 1 1 0 0,1 14-1 0 0,0-2-859 0 0,36 151-1744 0 0,-38-152-3043 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18.3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6913 0 0,'8'6'648'0'0,"0"0"-1"0"0,-1 0 0 0 0,0 0 0 0 0,-1 1 0 0 0,1 0 0 0 0,-1 0 0 0 0,-1 1 0 0 0,6 9 1 0 0,5 5 1018 0 0,9 10-214 0 0,-2 0 0 0 0,33 60 0 0 0,-51-81-1689 0 0,0-1 1 0 0,0 1-1 0 0,-1 0 0 0 0,-1 0 1 0 0,0 1-1 0 0,0-1 0 0 0,-1 1 0 0 0,0 0 1 0 0,-1-1-1 0 0,-1 1 0 0 0,0 0 0 0 0,0 0 1 0 0,-4 20-1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18.6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55 10594 0 0,'3'-4'169'0'0,"0"-1"0"0"0,1 1-1 0 0,-1 0 1 0 0,1 0-1 0 0,0 1 1 0 0,0-1 0 0 0,0 1-1 0 0,1 0 1 0 0,-1 0 0 0 0,1 1-1 0 0,-1-1 1 0 0,1 1-1 0 0,0 0 1 0 0,0 0 0 0 0,0 0-1 0 0,0 1 1 0 0,0 0 0 0 0,8-1-1 0 0,-10 2-18 0 0,0-1-1 0 0,1 2 0 0 0,-1-1 0 0 0,1 0 1 0 0,-1 1-1 0 0,0-1 0 0 0,1 1 0 0 0,-1 0 1 0 0,0 0-1 0 0,0 0 0 0 0,0 1 0 0 0,0-1 1 0 0,0 1-1 0 0,0-1 0 0 0,0 1 0 0 0,0 0 1 0 0,0 0-1 0 0,-1 1 0 0 0,1-1 0 0 0,-1 0 1 0 0,0 1-1 0 0,0 0 0 0 0,0-1 0 0 0,0 1 1 0 0,0 0-1 0 0,0 0 0 0 0,-1 0 0 0 0,1 0 1 0 0,0 4-1 0 0,2 4-53 0 0,-1 0 0 0 0,-1 0 0 0 0,0 1 0 0 0,0-1 0 0 0,-1 0 0 0 0,-1 1 1 0 0,0-1-1 0 0,0 1 0 0 0,-1-1 0 0 0,0 1 0 0 0,-1-1 0 0 0,-1 0 0 0 0,0 0 0 0 0,-4 12 0 0 0,4-16-74 0 0,1-1-1 0 0,-1 1 0 0 0,0-1 0 0 0,-1 0 1 0 0,1 0-1 0 0,-1 0 0 0 0,-1 0 1 0 0,1 0-1 0 0,-1-1 0 0 0,0 0 0 0 0,0 0 1 0 0,0 0-1 0 0,-1-1 0 0 0,0 1 1 0 0,1-1-1 0 0,-2-1 0 0 0,1 1 1 0 0,0-1-1 0 0,-1 0 0 0 0,1-1 0 0 0,-1 1 1 0 0,0-1-1 0 0,-11 1 0 0 0,1-5-840 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19.0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0 5985 0 0,'-3'11'738'0'0,"2"0"0"0"0,0 1 0 0 0,0-1 0 0 0,1 0 0 0 0,1 0 0 0 0,0 1 0 0 0,0-1 0 0 0,1 0 0 0 0,0 0 0 0 0,1 0 0 0 0,5 12 0 0 0,-6-19-516 0 0,0 1-1 0 0,0-1 1 0 0,0 0-1 0 0,1 1 1 0 0,-1-1-1 0 0,1-1 1 0 0,0 1-1 0 0,0 0 1 0 0,1-1-1 0 0,-1 1 1 0 0,1-1-1 0 0,5 4 1 0 0,-6-5-202 0 0,0-1 0 0 0,1 0 0 0 0,-1 1 1 0 0,0-1-1 0 0,1 0 0 0 0,-1 0 0 0 0,0-1 0 0 0,1 1 0 0 0,-1-1 0 0 0,1 0 1 0 0,-1 0-1 0 0,1 0 0 0 0,-1 0 0 0 0,1-1 0 0 0,-1 1 0 0 0,1-1 0 0 0,-1 0 1 0 0,0 0-1 0 0,4-1 0 0 0,-4 0 0 0 0,0 1-1 0 0,0-1 1 0 0,0 0-1 0 0,0 1 1 0 0,0-1 0 0 0,0-1-1 0 0,0 1 1 0 0,-1 0 0 0 0,1-1-1 0 0,-1 1 1 0 0,0-1-1 0 0,0 0 1 0 0,0 1 0 0 0,0-1-1 0 0,0 0 1 0 0,-1-1 0 0 0,2-2-1 0 0,3-9 127 0 0,-1 0-1 0 0,4-26 1 0 0,-7 30-66 0 0,1 0 0 0 0,0 0 0 0 0,0 0 0 0 0,1 1 0 0 0,5-11-1 0 0,-9 21-67 0 0,0-1 0 0 0,1 0 0 0 0,-1 1 0 0 0,0-1 0 0 0,1 0 0 0 0,-1 1 0 0 0,1-1 0 0 0,-1 1 0 0 0,1-1-1 0 0,-1 0 1 0 0,1 1 0 0 0,0 0 0 0 0,-1-1 0 0 0,1 1 0 0 0,-1-1 0 0 0,1 1 0 0 0,0 0 0 0 0,0-1 0 0 0,-1 1-1 0 0,1 0 1 0 0,0 0 0 0 0,-1-1 0 0 0,1 1 0 0 0,0 0 0 0 0,0 0 0 0 0,1 0 0 0 0,-1 0 29 0 0,0 1 1 0 0,0-1-1 0 0,1 1 1 0 0,-1 0 0 0 0,0-1-1 0 0,0 1 1 0 0,0 0-1 0 0,0 0 1 0 0,0-1-1 0 0,0 1 1 0 0,0 0 0 0 0,0 0-1 0 0,0 0 1 0 0,1 2-1 0 0,4 7 226 0 0,0 0-1 0 0,0 0 1 0 0,4 12-1 0 0,-4-8-287 0 0,-5-12-64 0 0,0 1 1 0 0,1 0-1 0 0,-1 0 0 0 0,1-1 0 0 0,-1 1 1 0 0,1-1-1 0 0,0 1 0 0 0,0-1 0 0 0,0 0 0 0 0,1 0 1 0 0,-1 0-1 0 0,0 0 0 0 0,1 0 0 0 0,-1 0 1 0 0,1-1-1 0 0,0 1 0 0 0,-1-1 0 0 0,1 0 0 0 0,0 1 1 0 0,5 0-1 0 0,5-2-594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19.2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24 10138 0 0,'7'-23'4693'0'0,"-2"36"-2899"0"0,25 129 2430 0 0,-10 1-3379 0 0,9 52-1340 0 0,-22-151-936 0 0,-3-15-3886 0 0,-3-8-908 0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19.4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19 169 8754 0 0,'-2'-1'282'0'0,"1"-1"0"0"0,-1 1 0 0 0,1 0 0 0 0,-1-1 0 0 0,1 0 0 0 0,0 1 0 0 0,0-1 0 0 0,0 0 0 0 0,0 0 0 0 0,0 1 0 0 0,0-1 0 0 0,0 0 1 0 0,1 0-1 0 0,-1 0 0 0 0,1 0 0 0 0,-1 0 0 0 0,1 0 0 0 0,0 0 0 0 0,0 0 0 0 0,-1 0 0 0 0,2-1 0 0 0,-1 1 0 0 0,0-2 0 0 0,1 1-40 0 0,1 0-1 0 0,-1 0 1 0 0,1 1-1 0 0,-1-1 1 0 0,1 0-1 0 0,0 1 1 0 0,0-1-1 0 0,0 1 1 0 0,0 0-1 0 0,0 0 1 0 0,1 0-1 0 0,-1 0 1 0 0,5-3-1 0 0,9-4-101 0 0,0 1 0 0 0,0 0 0 0 0,0 1 0 0 0,20-5 0 0 0,-33 11-208 0 0,112-30-429 0 0,-68 22 486 0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20.3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17 111 1840 0 0,'4'-28'3086'0'0,"1"-18"618"0"0,-5 44-3335 0 0,0 0 0 0 0,0 0 0 0 0,-1 1-1 0 0,1-1 1 0 0,0 0 0 0 0,-1 0 0 0 0,1 0 0 0 0,-1 1 0 0 0,1-1-1 0 0,-1 0 1 0 0,0 1 0 0 0,0-1 0 0 0,1 0 0 0 0,-1 1 0 0 0,-1-1-1 0 0,1 1 1 0 0,0 0 0 0 0,0-1 0 0 0,0 1 0 0 0,-3-2 124 0 0,4 3-431 0 0,0 0 0 0 0,0 0 0 0 0,0 0 1 0 0,0 0-1 0 0,0 0 0 0 0,-1 0 0 0 0,1 0 0 0 0,0-1 1 0 0,0 1-1 0 0,0 0 0 0 0,0 0 0 0 0,-1 0 0 0 0,1 0 1 0 0,0 0-1 0 0,0 0 0 0 0,0 0 0 0 0,-1 0 0 0 0,1 0 1 0 0,0 0-1 0 0,0 1 0 0 0,-2 0 871 0 0,2-1-871 0 0,0 0 0 0 0,-1 0 0 0 0,1 1 1 0 0,0-1-1 0 0,0 0 0 0 0,0 0 0 0 0,0 1 0 0 0,-2 12 827 0 0,2 13-748 0 0,9 42 43 0 0,9 50 107 0 0,-16-108-242 0 0,1 0 0 0 0,0 0 0 0 0,0 0-1 0 0,1 0 1 0 0,1-1 0 0 0,0 1 0 0 0,0-1 0 0 0,10 13 0 0 0,-12-19-58 0 0,0 0 0 0 0,0 1 0 0 0,0-2 1 0 0,0 1-1 0 0,0 0 0 0 0,1-1 0 0 0,-1 1 1 0 0,1-1-1 0 0,0 0 0 0 0,0 0 0 0 0,-1-1 1 0 0,1 1-1 0 0,0-1 0 0 0,0 0 0 0 0,1 0 1 0 0,-1 0-1 0 0,0 0 0 0 0,0-1 1 0 0,0 1-1 0 0,1-1 0 0 0,-1 0 0 0 0,0-1 1 0 0,0 1-1 0 0,0-1 0 0 0,1 0 0 0 0,-1 0 1 0 0,0 0-1 0 0,6-3 0 0 0,-3 1 2 0 0,-1 0-1 0 0,0-1 0 0 0,1 0 1 0 0,-1 0-1 0 0,-1 0 0 0 0,1-1 1 0 0,-1 1-1 0 0,0-1 1 0 0,0-1-1 0 0,0 1 0 0 0,0-1 1 0 0,-1 0-1 0 0,0 0 1 0 0,-1 0-1 0 0,1 0 0 0 0,2-8 1 0 0,1-5 89 0 0,-1 0 1 0 0,-1 0-1 0 0,-1-1 1 0 0,0 1-1 0 0,-2-1 1 0 0,0 0 0 0 0,-1 0-1 0 0,-3-30 1 0 0,0 43-137 0 0,-1 15-263 0 0,0 14-137 0 0,3-16 446 0 0,0-1 0 0 0,1 1 0 0 0,0-1 0 0 0,0 1-1 0 0,0-1 1 0 0,1 0 0 0 0,-1 0 0 0 0,1 0-1 0 0,1 0 1 0 0,-1 0 0 0 0,1 0 0 0 0,0 0 0 0 0,0-1-1 0 0,0 1 1 0 0,0-1 0 0 0,1 0 0 0 0,0 0-1 0 0,0 0 1 0 0,0 0 0 0 0,0-1 0 0 0,1 0-1 0 0,-1 0 1 0 0,1 0 0 0 0,0 0 0 0 0,0-1 0 0 0,0 0-1 0 0,0 0 1 0 0,0 0 0 0 0,0 0 0 0 0,1-1-1 0 0,-1 0 1 0 0,0 0 0 0 0,1-1 0 0 0,-1 1 0 0 0,10-2-1 0 0,-14 1 18 0 0,0 0 0 0 0,0 0 0 0 0,0 0 0 0 0,0 0 0 0 0,0-1 0 0 0,0 1 1 0 0,0 0-1 0 0,0-1 0 0 0,0 1 0 0 0,0-1 0 0 0,0 1 0 0 0,0-1 0 0 0,0 0 0 0 0,0 1 0 0 0,0-1 0 0 0,-1 0 0 0 0,1 0 0 0 0,0 1 0 0 0,0-1 0 0 0,-1 0 0 0 0,1 0 0 0 0,-1 0 0 0 0,1 0 0 0 0,-1 0 0 0 0,1 0 0 0 0,-1 0 0 0 0,1 0 0 0 0,-1 0 0 0 0,0 0 0 0 0,1 0 0 0 0,-1-2 0 0 0,-2-35-2006 0 0,1 29 707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20.8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1 395 2761 0 0,'0'1'30'0'0,"0"0"-1"0"0,0 0 1 0 0,0 0 0 0 0,0 0 0 0 0,0 0 0 0 0,0 0 0 0 0,0 0 0 0 0,1 0 0 0 0,-1 0 0 0 0,0 0 0 0 0,1 0 0 0 0,-1 0 0 0 0,1 0 0 0 0,-1 0 0 0 0,1 0-1 0 0,-1 0 1 0 0,1-1 0 0 0,0 1 0 0 0,-1 0 0 0 0,1 0 0 0 0,0-1 0 0 0,0 1 0 0 0,0 0 0 0 0,-1-1 0 0 0,1 1 0 0 0,0-1 0 0 0,0 1 0 0 0,0-1 0 0 0,0 1-1 0 0,0-1 1 0 0,0 0 0 0 0,2 1 0 0 0,-1-2 159 0 0,0 1-1 0 0,0 0 0 0 0,0-1 0 0 0,1 0 0 0 0,-1 0 1 0 0,0 1-1 0 0,0-1 0 0 0,-1 0 0 0 0,1 0 1 0 0,0-1-1 0 0,0 1 0 0 0,0 0 0 0 0,-1-1 1 0 0,1 1-1 0 0,2-4 0 0 0,6-7 783 0 0,-1 0-1 0 0,-1 0 1 0 0,0-1-1 0 0,0 0 0 0 0,-2 0 1 0 0,8-19-1 0 0,26-89 1786 0 0,-37 109-2623 0 0,2-5 156 0 0,0 3 26 0 0,-1 0 0 0 0,-1-1 0 0 0,3-22 0 0 0,-5 34-274 0 0,-1 1 0 0 0,0-1 0 0 0,0 1 0 0 0,0-1 0 0 0,0 1 1 0 0,0-1-1 0 0,0 1 0 0 0,-1-1 0 0 0,1 1 0 0 0,-1 0 0 0 0,0-1 0 0 0,0 1 1 0 0,0-1-1 0 0,0 1 0 0 0,0 0 0 0 0,0 0 0 0 0,0 0 0 0 0,-1 0 0 0 0,1 0 1 0 0,-1 0-1 0 0,0 0 0 0 0,0 0 0 0 0,1 1 0 0 0,-1-1 0 0 0,0 0 0 0 0,0 1 1 0 0,-4-2-1 0 0,5 2-33 0 0,1 1 1 0 0,-1 0-1 0 0,0-1 1 0 0,0 1 0 0 0,1 0-1 0 0,-1 0 1 0 0,0-1-1 0 0,0 1 1 0 0,1 0-1 0 0,-1 0 1 0 0,0 0-1 0 0,0 0 1 0 0,0 0 0 0 0,1 0-1 0 0,-1 0 1 0 0,0 0-1 0 0,0 0 1 0 0,0 1-1 0 0,1-1 1 0 0,-1 0-1 0 0,0 0 1 0 0,0 1 0 0 0,1-1-1 0 0,-1 1 1 0 0,0-1-1 0 0,1 0 1 0 0,-2 2-1 0 0,1-1 28 0 0,0 1-1 0 0,0-1 0 0 0,0 1 0 0 0,0-1 1 0 0,0 1-1 0 0,0 0 0 0 0,1 0 1 0 0,-1-1-1 0 0,1 1 0 0 0,-1 0 0 0 0,0 3 1 0 0,1 2 80 0 0,-1 1 1 0 0,1-1-1 0 0,0 1 1 0 0,2 13-1 0 0,1-8-196 0 0,1 0 0 0 0,0-1-1 0 0,1 0 1 0 0,0 0-1 0 0,1 0 1 0 0,0-1 0 0 0,1 0-1 0 0,0 0 1 0 0,1 0-1 0 0,0-1 1 0 0,15 14-1 0 0,-17-18 7 0 0,0 0 0 0 0,0-1 0 0 0,0 0 0 0 0,1 0 0 0 0,0 0 0 0 0,0-1 0 0 0,0 0 0 0 0,0-1 0 0 0,1 0 0 0 0,-1 0 0 0 0,1 0 0 0 0,0-1 0 0 0,0 0 0 0 0,0 0 0 0 0,0-1 0 0 0,0 0 0 0 0,0-1 0 0 0,0 0 0 0 0,13-1 0 0 0,-13-1-608 0 0,-1 0 0 0 0,1-1 0 0 0,-1 0 0 0 0,0 0 0 0 0,0 0 0 0 0,0-1 0 0 0,0 0 1 0 0,-1-1-1 0 0,0 1 0 0 0,0-1 0 0 0,0 0 0 0 0,0-1 0 0 0,-1 1 0 0 0,5-7 1 0 0,10-14-1461 0 0,-1-1 1 0 0,16-31-1 0 0,-6 8 3298 0 0,-20 36 34 0 0,11-17 3141 0 0,-19 30-3843 0 0,0-1 0 0 0,0 1 0 0 0,0 0 0 0 0,0 0 0 0 0,0 0 0 0 0,0 0 0 0 0,0 0 0 0 0,1 0 0 0 0,-1 0 0 0 0,0 0 0 0 0,1 1 0 0 0,-1-1 0 0 0,1 0 0 0 0,-1 1 0 0 0,1-1 0 0 0,-1 1-1 0 0,1 0 1 0 0,1-1 0 0 0,-2 2-279 0 0,1-1 0 0 0,-1 1 0 0 0,0 0 0 0 0,0 0 0 0 0,0-1-1 0 0,0 1 1 0 0,0 0 0 0 0,0 0 0 0 0,0 0 0 0 0,0 0-1 0 0,0 0 1 0 0,0 0 0 0 0,0 0 0 0 0,-1 1 0 0 0,1-1 0 0 0,0 0-1 0 0,-1 0 1 0 0,1 1 0 0 0,-1-1 0 0 0,1 1 0 0 0,11 32 522 0 0,-12-32-551 0 0,5 20 53 0 0,-1-1-1 0 0,2 30 1 0 0,-5-36-365 0 0,1 0 0 0 0,0 0 1 0 0,0 0-1 0 0,2 0 0 0 0,0-1 1 0 0,0 1-1 0 0,8 14 0 0 0,-7-21-1487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21.0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45 7834 0 0,'-4'-45'11285'0'0,"7"63"-9495"0"0,11 45-5975 0 0,-6-40 2840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21.5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272 38 3681 0 0,'-4'-4'460'0'0,"0"0"0"0"0,-1 0 0 0 0,0 1 0 0 0,0 0 0 0 0,0 0 0 0 0,0 0 0 0 0,-1 1 0 0 0,1 0 0 0 0,-1 0 0 0 0,1 0 0 0 0,-1 0 0 0 0,0 1 0 0 0,1 0 0 0 0,-1 0 0 0 0,0 1 0 0 0,0 0 0 0 0,0 0 0 0 0,0 0 0 0 0,0 0 1 0 0,1 1-1 0 0,-1 0 0 0 0,0 0 0 0 0,0 1 0 0 0,1 0 0 0 0,-1 0 0 0 0,-7 4 0 0 0,7-3-216 0 0,0 0-1 0 0,0 1 1 0 0,1 0 0 0 0,0-1 0 0 0,0 2 0 0 0,0-1 0 0 0,0 1-1 0 0,0 0 1 0 0,-3 6 0 0 0,6-8-188 0 0,0 0 0 0 0,1 0-1 0 0,0 0 1 0 0,0 0 0 0 0,0 0 0 0 0,0 1 0 0 0,0-1 0 0 0,1 0-1 0 0,-1 1 1 0 0,1-1 0 0 0,0 0 0 0 0,0 6 0 0 0,0-8-54 0 0,0 0 0 0 0,0 0 1 0 0,0 0-1 0 0,0 0 1 0 0,0 0-1 0 0,1 0 1 0 0,-1 0-1 0 0,0 0 0 0 0,0 0 1 0 0,1 0-1 0 0,-1 0 1 0 0,0 0-1 0 0,1 0 1 0 0,-1 0-1 0 0,1-1 0 0 0,0 1 1 0 0,-1 0-1 0 0,1 0 1 0 0,-1 0-1 0 0,1-1 0 0 0,0 1 1 0 0,0 0-1 0 0,0-1 1 0 0,-1 1-1 0 0,1 0 1 0 0,0-1-1 0 0,0 1 0 0 0,0-1 1 0 0,0 0-1 0 0,0 1 1 0 0,0-1-1 0 0,0 0 1 0 0,0 1-1 0 0,0-1 0 0 0,0 0 1 0 0,0 0-1 0 0,0 0 1 0 0,0 0-1 0 0,0 0 0 0 0,0 0 1 0 0,0 0-1 0 0,0 0 1 0 0,1-1-1 0 0,1 0 36 0 0,-1 1 0 0 0,1-1 0 0 0,0 1 1 0 0,-1 0-1 0 0,1 0 0 0 0,-1-1 0 0 0,1 2 0 0 0,-1-1 0 0 0,1 0 0 0 0,0 0 0 0 0,-1 1 0 0 0,1 0 1 0 0,-1-1-1 0 0,1 1 0 0 0,-1 0 0 0 0,0 0 0 0 0,1 0 0 0 0,-1 0 0 0 0,0 1 0 0 0,0-1 0 0 0,0 1 1 0 0,0-1-1 0 0,3 4 0 0 0,-1 0-74 0 0,0-1 0 0 0,-1 2 0 0 0,0-1 0 0 0,1 0 1 0 0,-2 1-1 0 0,1-1 0 0 0,-1 1 0 0 0,4 11 0 0 0,-5-10 44 0 0,0-1 0 0 0,-1 0 0 0 0,1 1 0 0 0,-1-1 0 0 0,-1 1-1 0 0,1-1 1 0 0,-1 0 0 0 0,0 1 0 0 0,-1-1 0 0 0,1 0 0 0 0,-1 0 0 0 0,0 0 0 0 0,-1 0-1 0 0,1 0 1 0 0,-1 0 0 0 0,-1-1 0 0 0,-5 9 0 0 0,5-8 68 0 0,0 0 0 0 0,0 0 1 0 0,-1-1-1 0 0,0 0 0 0 0,0 1 0 0 0,-1-2 1 0 0,0 1-1 0 0,1 0 0 0 0,-1-1 0 0 0,-1 0 1 0 0,1-1-1 0 0,0 0 0 0 0,-1 0 0 0 0,0 0 1 0 0,-8 2-1 0 0,13-4-89 0 0,1-1 0 0 0,-1 0-1 0 0,1 0 1 0 0,0 1 0 0 0,-1-1 0 0 0,1 0 0 0 0,-1 0 0 0 0,1-1 0 0 0,0 1-1 0 0,-1 0 1 0 0,1 0 0 0 0,-1-1 0 0 0,1 1 0 0 0,0-1 0 0 0,0 1-1 0 0,-1-1 1 0 0,1 1 0 0 0,0-1 0 0 0,0 0 0 0 0,-1 0 0 0 0,1 1 0 0 0,0-1-1 0 0,0 0 1 0 0,-2-2 0 0 0,2 0-2 0 0,-1 1-1 0 0,1-1 1 0 0,0 0 0 0 0,0 1-1 0 0,0-1 1 0 0,0 0 0 0 0,0 0 0 0 0,0 0-1 0 0,1 0 1 0 0,0 0 0 0 0,-1-4-1 0 0,1-5 72 0 0,1-1 0 0 0,0 0 0 0 0,0 1 0 0 0,6-19 0 0 0,-6 24-86 0 0,1 0 1 0 0,0 0 0 0 0,0 0 0 0 0,0 0 0 0 0,1 1 0 0 0,0-1 0 0 0,0 1 0 0 0,1 0 0 0 0,0 0 0 0 0,0 0 0 0 0,0 0 0 0 0,1 1 0 0 0,0-1-1 0 0,0 1 1 0 0,0 0 0 0 0,1 1 0 0 0,0-1 0 0 0,-1 1 0 0 0,1 1 0 0 0,1-1 0 0 0,-1 1 0 0 0,1 0 0 0 0,-1 0 0 0 0,12-3 0 0 0,26-11-890 0 0,-16 1-5122 0 0,-15 7 269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21.9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93 216 2761 0 0,'1'-8'422'0'0,"-1"0"0"0"0,0 1 1 0 0,0-1-1 0 0,-1 0 0 0 0,0 0 1 0 0,0 1-1 0 0,-1-1 1 0 0,0 1-1 0 0,0-1 0 0 0,-1 1 1 0 0,-5-12-1 0 0,-7-8 4300 0 0,-27-40 1 0 0,34 54-3138 0 0,8 13-1520 0 0,0 0 1 0 0,0 0 0 0 0,0-1 0 0 0,0 1-1 0 0,0 0 1 0 0,0 0 0 0 0,0 0-1 0 0,0-1 1 0 0,0 1 0 0 0,-1 0 0 0 0,1 0-1 0 0,0-1 1 0 0,0 1 0 0 0,0 0-1 0 0,0 0 1 0 0,-1 0 0 0 0,1-1-1 0 0,0 1 1 0 0,0 0 0 0 0,0 0 0 0 0,0 0-1 0 0,-1 0 1 0 0,1 0 0 0 0,0-1-1 0 0,0 1 1 0 0,-1 0 0 0 0,1 0 0 0 0,0 0-1 0 0,0 0 1 0 0,-1 0 0 0 0,1 0-1 0 0,0 0 1 0 0,0 0 0 0 0,-1 0 0 0 0,1 0-1 0 0,0 0 1 0 0,0 0 0 0 0,-1 0-1 0 0,1 0 1 0 0,-1 13 898 0 0,7 28-1073 0 0,-4-32 308 0 0,7 32-126 0 0,1-1 0 0 0,2 0 0 0 0,2-1-1 0 0,2-1 1 0 0,28 50 0 0 0,-13-29-206 0 0,-26-114-419 0 0,-5 52 541 0 0,15-119-391 0 0,-13 111 425 0 0,1-1 0 0 0,0 1 0 0 0,1 0 0 0 0,0 0 0 0 0,0 0-1 0 0,1 1 1 0 0,1-1 0 0 0,9-13 0 0 0,-14 23 0 0 0,0 0 0 0 0,0 0 0 0 0,0 0 0 0 0,0 0 0 0 0,0 0 0 0 0,1 0 0 0 0,-1 0 0 0 0,0 0 0 0 0,0 0 0 0 0,1 0 0 0 0,-1 1 0 0 0,1-1 0 0 0,-1 1 0 0 0,0-1 0 0 0,1 1 0 0 0,-1-1 0 0 0,1 1 0 0 0,-1 0 0 0 0,1 0 0 0 0,0 0 0 0 0,-1 0 0 0 0,1 0 0 0 0,-1 0 0 0 0,1 0 0 0 0,-1 0 0 0 0,1 0 0 0 0,-1 1 0 0 0,1-1 0 0 0,-1 1 0 0 0,1-1 0 0 0,-1 1-1 0 0,0 0 1 0 0,1-1 0 0 0,-1 1 0 0 0,0 0 0 0 0,0 0 0 0 0,1 0 0 0 0,-1 0 0 0 0,0 0 0 0 0,0 0 0 0 0,1 1 0 0 0,8 8 59 0 0,-1 0-1 0 0,-1 0 1 0 0,15 22-1 0 0,-12-16-50 0 0,10 14-141 0 0,-5-8 194 0 0,24 28 0 0 0,-36-45-484 0 0,1 0 1 0 0,-1-1-1 0 0,1 1 0 0 0,0-1 0 0 0,1 0 0 0 0,-1-1 0 0 0,1 1 1 0 0,0-1-1 0 0,0 0 0 0 0,12 4 0 0 0,-10-6-2155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22.1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 10138 0 0,'1'0'91'0'0,"-1"-1"0"0"0,1 1 0 0 0,-1-1 0 0 0,1 1 0 0 0,-1 0 0 0 0,1 0 0 0 0,0-1 0 0 0,-1 1 0 0 0,1 0 0 0 0,-1 0 0 0 0,1 0 0 0 0,0 0 0 0 0,-1 0 0 0 0,1 0 0 0 0,0 0 0 0 0,-1 0 0 0 0,1 0 0 0 0,-1 0 0 0 0,1 0 0 0 0,0 0 0 0 0,-1 0 0 0 0,1 0 1 0 0,-1 1-1 0 0,1-1 0 0 0,0 0 0 0 0,-1 0 0 0 0,1 1 0 0 0,0 0 0 0 0,12 18 2100 0 0,1 32 686 0 0,-13-48-2726 0 0,21 180 2337 0 0,3 9-512 0 0,39 70-5006 0 0,-57-238-4038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22.4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51 187 9218 0 0,'-14'2'518'0'0,"10"-1"-128"0"0,0-1 1 0 0,1 1-1 0 0,-1-1 1 0 0,0 1 0 0 0,0-1-1 0 0,0 0 1 0 0,-5-1-1 0 0,9 0-138 0 0,6-7 3274 0 0,-6 7-3275 0 0,1 1 1 0 0,-1 0 0 0 0,1-1 0 0 0,0 1 0 0 0,-1 0 0 0 0,1-1-1 0 0,0 1 1 0 0,0 0 0 0 0,23-14 1123 0 0,165-69 1835 0 0,6 12-5292 0 0,-165 60-5610 0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23.6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42 182 3225 0 0,'8'8'9962'0'0,"-6"-9"-9805"0"0,-1 0 0 0 0,0 1 1 0 0,0-1-1 0 0,1 0 0 0 0,-1 0 1 0 0,0 0-1 0 0,0 0 0 0 0,0 0 1 0 0,0 0-1 0 0,0 0 0 0 0,0 0 1 0 0,0-1-1 0 0,0 1 0 0 0,0 0 0 0 0,0-1 1 0 0,-1 1-1 0 0,1 0 0 0 0,-1-1 1 0 0,2-2-1 0 0,-2 0 167 0 0,1 0 1 0 0,-1 0-1 0 0,0 0 0 0 0,0 0 1 0 0,-1 0-1 0 0,1 0 0 0 0,-1 0 1 0 0,-1-4-1 0 0,0 2-203 0 0,0 0-1 0 0,0 0 1 0 0,-1 1 0 0 0,1 0 0 0 0,-1-1-1 0 0,-1 1 1 0 0,1 0 0 0 0,-1 0-1 0 0,-6-6 1 0 0,5 6-976 0 0,0-1-1 0 0,1 1 1 0 0,0-1-1 0 0,0 0 1 0 0,1 0 0 0 0,-4-8-1 0 0,7 0-2549 0 0,1 12 3269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26.0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2 278 7370 0 0,'-1'-18'1906'0'0,"1"-18"2909"0"0,1 35-4730 0 0,-1 0 0 0 0,0-1 0 0 0,1 1 0 0 0,-1 0 0 0 0,1 0 0 0 0,0 0 0 0 0,-1 0 0 0 0,1 0 0 0 0,0 0 0 0 0,-1 0 0 0 0,1 0 0 0 0,0 1 0 0 0,0-1 0 0 0,0 0 0 0 0,0 0 0 0 0,0 1 0 0 0,0-1 0 0 0,0 0 0 0 0,0 1 0 0 0,0-1 0 0 0,0 1 0 0 0,1-1 0 0 0,-1 1 0 0 0,0 0 0 0 0,0-1 0 0 0,2 1 0 0 0,53-6 250 0 0,0 2 0 0 0,1 3-1 0 0,-1 2 1 0 0,0 2 0 0 0,92 19 0 0 0,-49-9-289 0 0,184 0 1 0 0,101-29 78 0 0,104 2-38 0 0,342-2-87 0 0,-375-21 0 0 0,-104 3 90 0 0,-164 13-41 0 0,74-14-18 0 0,65-6-9 0 0,-242 35-18 0 0,386-17 56 0 0,200 25 868 0 0,-554-3-691 0 0,-4-1 140 0 0,164 19 0 0 0,-153 4-60 0 0,142 44 0 0 0,-217-51-419 0 0,1-3 0 0 0,0-1 1 0 0,0-3-1 0 0,1-2 0 0 0,-1-2 1 0 0,1-2-1 0 0,0-2 0 0 0,51-8 1 0 0,-80 5-7274 0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27.1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0 333 2304 0 0,'2'-2'-3'0'0,"13"-21"-10"0"0,17-34 0 0 0,-29 51 570 0 0,0-1-1 0 0,0 0 0 0 0,-1 0 1 0 0,0 0-1 0 0,0-1 0 0 0,0 1 1 0 0,-1 0-1 0 0,0-1 0 0 0,-1 1 1 0 0,0-10-1 0 0,-10-28 7279 0 0,3 73-3765 0 0,-1 1-3582 0 0,4 0-327 0 0,2-1 0 0 0,0 1 0 0 0,2 0-1 0 0,1-1 1 0 0,2 1 0 0 0,8 41-1 0 0,-7-51-158 0 0,2 1 0 0 0,0-1 0 0 0,0 0-1 0 0,2-1 1 0 0,1 0 0 0 0,0 0 0 0 0,1 0-1 0 0,1-1 1 0 0,0-1 0 0 0,16 17 0 0 0,-26-31-8 0 0,0-1 0 0 0,0 1 1 0 0,0-1-1 0 0,1 1 1 0 0,-1-1-1 0 0,1 0 0 0 0,-1 0 1 0 0,1 1-1 0 0,-1-1 1 0 0,1 0-1 0 0,0 0 0 0 0,-1 0 1 0 0,1-1-1 0 0,0 1 1 0 0,0 0-1 0 0,0-1 0 0 0,-1 1 1 0 0,1-1-1 0 0,0 0 1 0 0,0 1-1 0 0,0-1 0 0 0,0 0 1 0 0,0 0-1 0 0,0 0 1 0 0,0-1-1 0 0,3 0 0 0 0,-1-1-23 0 0,-1 0 0 0 0,0 0-1 0 0,1 0 1 0 0,-1-1-1 0 0,0 0 1 0 0,0 0 0 0 0,0 0-1 0 0,-1 0 1 0 0,1 0-1 0 0,-1 0 1 0 0,4-7 0 0 0,6-12-215 0 0,-2 0 0 0 0,0 0 1 0 0,-2-1-1 0 0,0 0 1 0 0,-2-1-1 0 0,4-24 1 0 0,-7 36 227 0 0,-3 12 16 0 0,0 0 0 0 0,0 0 0 0 0,0-1 0 0 0,0 1 0 0 0,0 0 1 0 0,0 0-1 0 0,0 0 0 0 0,0 0 0 0 0,0-1 0 0 0,0 1 0 0 0,0 0 0 0 0,0 0 0 0 0,0 0 0 0 0,0 0 0 0 0,0-1 0 0 0,0 1 0 0 0,0 0 0 0 0,0 0 0 0 0,1 0 0 0 0,-1 0 0 0 0,0 0 0 0 0,0-1 0 0 0,0 1 0 0 0,0 0 0 0 0,0 0 1 0 0,1 0-1 0 0,-1 0 0 0 0,0 0 0 0 0,0 0 0 0 0,0 0 0 0 0,0 0 0 0 0,1 0 0 0 0,-1 0 0 0 0,0-1 0 0 0,0 1 0 0 0,0 0 0 0 0,0 0 0 0 0,1 0 0 0 0,-1 0 0 0 0,0 0 0 0 0,0 0 0 0 0,0 0 0 0 0,1 0 0 0 0,-1 1 0 0 0,0-1 1 0 0,0 0-1 0 0,0 0 0 0 0,0 0 0 0 0,1 0 0 0 0,-1 0 0 0 0,0 0 0 0 0,0 0 0 0 0,0 0 0 0 0,1 1 0 0 0,11 12 8 0 0,12 28 16 0 0,-20-33-16 0 0,3 4-13 0 0,1 0 1 0 0,0 0-1 0 0,1 0 0 0 0,0-1 1 0 0,1 0-1 0 0,0-1 0 0 0,1 0 1 0 0,23 16-1 0 0,-29-23 27 0 0,0 0 1 0 0,0 0-1 0 0,1 0 1 0 0,-1-1-1 0 0,1 0 0 0 0,-1 0 1 0 0,1-1-1 0 0,0 1 0 0 0,0-1 1 0 0,0 0-1 0 0,0-1 1 0 0,0 0-1 0 0,-1 0 0 0 0,1 0 1 0 0,0 0-1 0 0,0-1 0 0 0,0 0 1 0 0,0 0-1 0 0,0-1 0 0 0,-1 0 1 0 0,1 0-1 0 0,0 0 1 0 0,-1 0-1 0 0,8-6 0 0 0,-4 2 94 0 0,0-1-1 0 0,-1 0 0 0 0,0 0 1 0 0,0-1-1 0 0,-1 0 1 0 0,0 0-1 0 0,0 0 0 0 0,-1-1 1 0 0,0-1-1 0 0,7-13 0 0 0,-4 5 31 0 0,-1-1-1 0 0,-1 0 1 0 0,0-1-1 0 0,6-32 1 0 0,-11 36-97 0 0,0 0 0 0 0,-1 0 0 0 0,-1 0 1 0 0,0-1-1 0 0,-1 1 0 0 0,-1 0 0 0 0,0 0 0 0 0,-1 0 1 0 0,-1 1-1 0 0,-7-20 0 0 0,6 22-71 0 0,-1 0 1 0 0,0 1-1 0 0,0 0 1 0 0,-1 0-1 0 0,-1 0 0 0 0,0 1 1 0 0,-1 0-1 0 0,0 1 0 0 0,0 0 1 0 0,-1 0-1 0 0,0 1 0 0 0,-15-10 1 0 0,3 8-1043 0 0,7 8-2580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27.3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6449 0 0,'4'4'575'0'0,"0"0"0"0"0,0 1-1 0 0,0-1 1 0 0,0 1 0 0 0,-1 0-1 0 0,1 0 1 0 0,-1 1 0 0 0,-1-1-1 0 0,1 1 1 0 0,-1-1-1 0 0,2 8 1 0 0,3 11 1591 0 0,5 36 0 0 0,-6-24-872 0 0,0-11-717 0 0,0 2-269 0 0,-1 1-1 0 0,3 50 1 0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27.5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57 10138 0 0,'-21'-27'1511'0'0,"-5"5"3754"0"0,26 22-5244 0 0,0 0 1 0 0,0 0-1 0 0,-1 0 0 0 0,1 0 0 0 0,0 0 0 0 0,0 0 0 0 0,0 0 0 0 0,-1 0 0 0 0,1 0 0 0 0,0-1 1 0 0,0 1-1 0 0,0 0 0 0 0,0 0 0 0 0,-1 0 0 0 0,1 0 0 0 0,0 0 0 0 0,0-1 0 0 0,0 1 1 0 0,0 0-1 0 0,0 0 0 0 0,-1 0 0 0 0,1 0 0 0 0,0-1 0 0 0,0 1 0 0 0,0 0 0 0 0,0 0 0 0 0,0 0 1 0 0,0-1-1 0 0,0 1 0 0 0,0 0 0 0 0,0 0 0 0 0,0 0 0 0 0,0-1 0 0 0,0 1 0 0 0,0 0 0 0 0,0 0 1 0 0,0-1-1 0 0,0 1 0 0 0,0 0 0 0 0,0 0 0 0 0,0 0 0 0 0,0-1 0 0 0,0 1 0 0 0,1 0 1 0 0,-1 0-1 0 0,0 0 0 0 0,0-1 0 0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28.6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309 42 5985 0 0,'-36'0'1705'0'0,"0"1"-1"0"0,1 3 0 0 0,-1 0 1 0 0,1 2-1 0 0,0 2 0 0 0,-54 19 1 0 0,88-27-1696 0 0,1 0-1 0 0,0 0 1 0 0,0 0 0 0 0,-1 0 0 0 0,1 0 0 0 0,0 0 0 0 0,0 0-1 0 0,0 0 1 0 0,-1 0 0 0 0,1 0 0 0 0,0 0 0 0 0,0 0-1 0 0,-1 0 1 0 0,1 1 0 0 0,0-1 0 0 0,0 0 0 0 0,0 0 0 0 0,-1 0-1 0 0,1 0 1 0 0,0 0 0 0 0,0 0 0 0 0,0 1 0 0 0,0-1-1 0 0,-1 0 1 0 0,1 0 0 0 0,0 0 0 0 0,0 0 0 0 0,0 1 0 0 0,0-1-1 0 0,0 0 1 0 0,0 0 0 0 0,-1 0 0 0 0,1 1 0 0 0,0-1-1 0 0,0 0 1 0 0,0 0 0 0 0,0 1 0 0 0,0-1 0 0 0,0 0 0 0 0,0 0-1 0 0,0 0 1 0 0,0 1 0 0 0,0-1 0 0 0,0 0 0 0 0,0 1-1 0 0,12 3 205 0 0,20-2-48 0 0,962-28 1922 0 0,276-51-1973 0 0,-75 76-114 0 0,-301 18-883 0 0,-400-11 454 0 0,-258 0 256 0 0,470-4 966 0 0,-379-11-1470 0 0,-216 6-5550 0 0,-80 3 493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29.7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65 10594 0 0,'-1'1'16'0'0,"0"0"-1"0"0,0 0 0 0 0,0-1 1 0 0,1 1-1 0 0,-1 0 1 0 0,0 0-1 0 0,0 0 0 0 0,0 0 1 0 0,1 0-1 0 0,-1 0 1 0 0,0 0-1 0 0,1 0 0 0 0,-1 0 1 0 0,1 0-1 0 0,-1 0 1 0 0,1 1-1 0 0,0-1 0 0 0,-1 0 1 0 0,1 0-1 0 0,0 0 1 0 0,0 1-1 0 0,0-1 0 0 0,0 2 1 0 0,1-2 59 0 0,-1 0 0 0 0,1 0 1 0 0,0-1-1 0 0,0 1 0 0 0,0 0 0 0 0,0-1 1 0 0,0 1-1 0 0,0 0 0 0 0,-1-1 0 0 0,1 1 1 0 0,0-1-1 0 0,1 0 0 0 0,-1 1 1 0 0,0-1-1 0 0,0 0 0 0 0,0 0 0 0 0,0 1 1 0 0,0-1-1 0 0,0 0 0 0 0,1 0 0 0 0,11 0 610 0 0,0 0 0 0 0,26-4-1 0 0,-39 4-698 0 0,586-39 3004 0 0,-318 29-2744 0 0,217-15-22 0 0,-73 21-321 0 0,1 26 114 0 0,-122-6 63 0 0,86 7-118 0 0,259 7-92 0 0,-445-27 187 0 0,529-7 390 0 0,-523-6-382 0 0,320-20 254 0 0,-264 1-79 0 0,96-5 378 0 0,-175 27-394 0 0,176 17 1 0 0,-271-4-87 0 0,65 8 367 0 0,-119-10-428 0 0,0 1-1 0 0,-1 1 1 0 0,39 14-1 0 0,-58-18-276 0 0,0 1 0 0 0,0 0-1 0 0,-1 0 1 0 0,1 0-1 0 0,-1 0 1 0 0,6 6 0 0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39.4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50 2761 0 0,'0'-1'206'0'0,"0"-1"-80"0"0,0 0 1 0 0,1 1-1 0 0,-1-1 0 0 0,1 0 0 0 0,19-37 16383 0 0,-19 40-16482 0 0,0 1 0 0 0,0-1 0 0 0,0 1 0 0 0,1-1 0 0 0,-1 0-1 0 0,0 0 1 0 0,1 0 0 0 0,-1 0 0 0 0,1 0 0 0 0,2 2 0 0 0,-2-3 46 0 0,0 1 1 0 0,0 0-1 0 0,0-1 0 0 0,0 1 0 0 0,0-1 1 0 0,0 0-1 0 0,0 0 0 0 0,0 0 0 0 0,0 0 1 0 0,0 0-1 0 0,0 0 0 0 0,0 0 0 0 0,1-1 1 0 0,-1 1-1 0 0,0-1 0 0 0,3 0 0 0 0,11-2 1164 0 0,-15 5-1156 0 0,1 1 1 0 0,-1 0-1 0 0,0-1 0 0 0,0 1 1 0 0,0 0-1 0 0,0 0 1 0 0,0 0-1 0 0,-1 0 0 0 0,0 0 1 0 0,1 0-1 0 0,-1 3 1 0 0,1 4-63 0 0,26 94 130 0 0,4 22 24 0 0,-22-65-145 0 0,0 100 0 0 0,-8-142-402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40.5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38 5529 0 0,'5'-26'8951'0'0,"-5"25"-8810"0"0,0 1 0 0 0,0 0-1 0 0,0-1 1 0 0,0 1 0 0 0,0-1-1 0 0,0 1 1 0 0,0-1 0 0 0,0 1-1 0 0,1 0 1 0 0,-1-1 0 0 0,0 1 0 0 0,0-1-1 0 0,0 1 1 0 0,0 0 0 0 0,1-1-1 0 0,-1 1 1 0 0,1-2 703 0 0,0 2-703 0 0,-1-1 0 0 0,0 1-1 0 0,1 0 1 0 0,-1 0 0 0 0,1-1 0 0 0,-1 1-1 0 0,0 0 1 0 0,1 0 0 0 0,-1 0-1 0 0,1 0 1 0 0,-1 0 0 0 0,0-1-1 0 0,1 1 1 0 0,-1 0 0 0 0,1 0 0 0 0,5 2 2488 0 0,-6 4-2594 0 0,1 0 0 0 0,1-1 0 0 0,-1 1 1 0 0,1-1-1 0 0,0 1 0 0 0,0-1 0 0 0,0 0 0 0 0,1 0 0 0 0,0 0 1 0 0,7 9-1 0 0,-6-7-36 0 0,1 1 0 0 0,-1-1 1 0 0,7 17-1 0 0,1 25 76 0 0,-2 0 1 0 0,4 58-1 0 0,-6-48-85 0 0,-2 22 26 0 0,-5-57 23 0 0,1 0 1 0 0,0 0-1 0 0,2-1 1 0 0,12 42-1 0 0,-7-47-2429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44.3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 12899 0 0,'1'-1'152'0'0,"0"1"1"0"0,-1-1 0 0 0,1 1 0 0 0,0-1-1 0 0,0 1 1 0 0,0-1 0 0 0,-1 1 0 0 0,1 0-1 0 0,0-1 1 0 0,0 1 0 0 0,0 0 0 0 0,0 0-1 0 0,0 0 1 0 0,0 0 0 0 0,-1 0 0 0 0,1 0-1 0 0,0 0 1 0 0,0 0 0 0 0,0 0 0 0 0,0 0-1 0 0,0 0 1 0 0,0 0 0 0 0,0 1 0 0 0,-1-1-1 0 0,1 0 1 0 0,0 1 0 0 0,0-1 0 0 0,0 1-1 0 0,0-1 1 0 0,-1 1 0 0 0,1-1-1 0 0,0 1 1 0 0,-1-1 0 0 0,1 1 0 0 0,0 0-1 0 0,-1-1 1 0 0,1 1 0 0 0,-1 0 0 0 0,1 0-1 0 0,-1-1 1 0 0,1 2 0 0 0,4 18 1242 0 0,-3 0-3778 0 0,-2-11-1752 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45.1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1 176 1840 0 0,'9'-16'850'0'0,"1"1"-1"0"0,21-26 1 0 0,-8 12 842 0 0,-18 22-680 0 0,1-2 538 0 0,0 1-1 0 0,1 0 1 0 0,0 0 0 0 0,0 0-1 0 0,15-11 1 0 0,-21 18-1392 0 0,1 0 0 0 0,-1 0 0 0 0,1 0 0 0 0,0 1 0 0 0,-1-1 1 0 0,1 0-1 0 0,0 1 0 0 0,-1-1 0 0 0,1 1 0 0 0,0 0 0 0 0,0-1 0 0 0,0 1 0 0 0,-1 0 0 0 0,1 0 0 0 0,0 0 1 0 0,3 1-1 0 0,-3 0-201 0 0,0 0 0 0 0,0 0 0 0 0,0 0 0 0 0,1 0 0 0 0,-1 0 0 0 0,0 1 0 0 0,-1-1 0 0 0,1 1 0 0 0,0-1 0 0 0,0 1 0 0 0,-1 0 0 0 0,1-1 0 0 0,-1 1 0 0 0,1 0 0 0 0,1 4 0 0 0,0-1 68 0 0,-1 0 1 0 0,0 0 0 0 0,-1 1 0 0 0,1-1-1 0 0,-1 0 1 0 0,0 0 0 0 0,0 1 0 0 0,-1-1-1 0 0,0 1 1 0 0,0-1 0 0 0,0 1 0 0 0,0-1-1 0 0,-1 0 1 0 0,0 1 0 0 0,0-1 0 0 0,0 0-1 0 0,-1 1 1 0 0,-3 6 0 0 0,-4 11 16 0 0,-2 0 0 0 0,-20 33 0 0 0,31-56-43 0 0,-37 60-123 0 0,13-22 474 0 0,-24 48 1 0 0,48-85-306 0 0,-1 0 1 0 0,1 0-1 0 0,0-1 1 0 0,-1 1 0 0 0,1 0-1 0 0,0 0 1 0 0,-1 0 0 0 0,1-1-1 0 0,0 1 1 0 0,0 0-1 0 0,0 0 1 0 0,0 0 0 0 0,0 0-1 0 0,0 0 1 0 0,0-1-1 0 0,0 1 1 0 0,0 0 0 0 0,0 0-1 0 0,0 0 1 0 0,1 0 0 0 0,-1-1-1 0 0,0 1 1 0 0,1 0-1 0 0,-1 0 1 0 0,0-1 0 0 0,1 1-1 0 0,-1 0 1 0 0,1 0 0 0 0,-1-1-1 0 0,1 1 1 0 0,-1 0-1 0 0,1-1 1 0 0,0 1 0 0 0,-1-1-1 0 0,1 1 1 0 0,0-1 0 0 0,-1 1-1 0 0,1-1 1 0 0,0 0-1 0 0,0 1 1 0 0,0-1 0 0 0,-1 0-1 0 0,1 1 1 0 0,0-1 0 0 0,0 0-1 0 0,0 0 1 0 0,0 0-1 0 0,1 0 1 0 0,7 2 156 0 0,1-2-1 0 0,0 1 1 0 0,17-3 0 0 0,-2 2-89 0 0,38 11 36 0 0,-49-7-432 0 0,-1-1-1 0 0,1-1 0 0 0,-1 0 1 0 0,1-1-1 0 0,0 0 0 0 0,17-2 0 0 0,-8-3-7213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45.8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82 58 8290 0 0,'-3'0'363'0'0,"-1"0"0"0"0,1 0 0 0 0,0 1 0 0 0,0-1 0 0 0,-1 1 0 0 0,1 0 0 0 0,0 0-1 0 0,0 0 1 0 0,0 0 0 0 0,0 1 0 0 0,0-1 0 0 0,1 1 0 0 0,-1 0 0 0 0,0-1 0 0 0,1 1 0 0 0,-1 1 0 0 0,1-1 0 0 0,-4 4 0 0 0,4-3-179 0 0,-1 1-1 0 0,1-1 1 0 0,-1 1-1 0 0,1 0 1 0 0,0 0-1 0 0,1 0 1 0 0,-1 0-1 0 0,1 0 1 0 0,0 1-1 0 0,0-1 1 0 0,0 0-1 0 0,0 9 1 0 0,0 12-181 0 0,1-1 0 0 0,2 1 0 0 0,0-1 0 0 0,2 1 0 0 0,10 39 1 0 0,-10-53-5 0 0,0-1 0 0 0,0 0 1 0 0,1 0-1 0 0,0 0 0 0 0,0 0 1 0 0,12 13-1 0 0,-13-18 0 0 0,0 0 0 0 0,1 0 0 0 0,0-1 0 0 0,0 0-1 0 0,0 0 1 0 0,0 0 0 0 0,0-1 0 0 0,1 1 0 0 0,0-1 0 0 0,0-1 0 0 0,0 1 0 0 0,7 1 0 0 0,-10-2-54 0 0,1-1 1 0 0,0-1-1 0 0,0 1 0 0 0,0-1 1 0 0,0 1-1 0 0,0-1 0 0 0,0 0 1 0 0,0-1-1 0 0,0 1 0 0 0,0-1 1 0 0,0 1-1 0 0,0-1 1 0 0,0 0-1 0 0,0-1 0 0 0,-1 1 1 0 0,1-1-1 0 0,0 1 0 0 0,4-4 1 0 0,-3 1 53 0 0,0 0 1 0 0,0 0-1 0 0,-1 0 1 0 0,1-1-1 0 0,-1 0 1 0 0,0 0-1 0 0,-1 0 1 0 0,1 0-1 0 0,-1-1 0 0 0,5-10 1 0 0,-4 7 173 0 0,0-1-1 0 0,-1 1 1 0 0,0-1-1 0 0,0 0 1 0 0,-1 0-1 0 0,-1 0 1 0 0,0 0-1 0 0,0 0 1 0 0,-1 0-1 0 0,0 0 1 0 0,0 0-1 0 0,-1 0 1 0 0,-1 0 0 0 0,-4-16-1 0 0,-1 9-65 0 0,-1 1 0 0 0,-1 0 0 0 0,0 0 0 0 0,-1 1 0 0 0,-1 0 0 0 0,0 1 0 0 0,-1 0 0 0 0,0 1 0 0 0,-1 0 0 0 0,-1 1 0 0 0,0 1 0 0 0,-1 0 0 0 0,0 1 0 0 0,0 0 0 0 0,-26-11 0 0 0,39 20-291 0 0,0 1 1 0 0,1-1-1 0 0,-1 0 0 0 0,0 1 0 0 0,0-1 0 0 0,0 1 0 0 0,0-1 0 0 0,0 1 0 0 0,0 0 0 0 0,0 0 0 0 0,0 0 0 0 0,0 0 0 0 0,0 0 0 0 0,0 1 0 0 0,0-1 0 0 0,-3 1 0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0:46.3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169 13 5985 0 0,'-65'-7'6707'0'0,"50"5"-5084"0"0,0 0-1 0 0,0 1 1 0 0,-23 1 0 0 0,36 1-1610 0 0,1-1 0 0 0,0 1 0 0 0,0 0 1 0 0,0 0-1 0 0,0 0 0 0 0,0-1 0 0 0,0 1 0 0 0,0 0 1 0 0,0 0-1 0 0,1 0 0 0 0,-1 1 0 0 0,0-1 0 0 0,0 0 1 0 0,1 0-1 0 0,-1 0 0 0 0,1 1 0 0 0,-1-1 0 0 0,1 0 0 0 0,0 0 1 0 0,-1 1-1 0 0,1-1 0 0 0,0 0 0 0 0,0 1 0 0 0,0-1 1 0 0,0 0-1 0 0,0 1 0 0 0,0 2 0 0 0,0 3 23 0 0,-3 8 44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3:34.9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98 4609 0 0,'-3'-7'642'0'0,"1"0"1"0"0,0 0-1 0 0,0 0 1 0 0,-2-14-1 0 0,3 14 572 0 0,0 0 0 0 0,-1-1-1 0 0,0 1 1 0 0,-5-13 0 0 0,11 52 2925 0 0,-1-6-3652 0 0,7 21 65 0 0,29 87 0 0 0,-33-118-450 0 0,0 0 1 0 0,1 0-1 0 0,1-1 0 0 0,1 0 0 0 0,0-1 1 0 0,0 0-1 0 0,2-1 0 0 0,23 24 0 0 0,-29-31-84 0 0,1-1 0 0 0,0-1-1 0 0,0 1 1 0 0,0-1 0 0 0,0 0-1 0 0,1-1 1 0 0,0 1 0 0 0,0-1-1 0 0,0-1 1 0 0,0 1 0 0 0,0-1 0 0 0,1-1-1 0 0,-1 1 1 0 0,0-1 0 0 0,1 0-1 0 0,-1-1 1 0 0,1 0 0 0 0,-1 0-1 0 0,1 0 1 0 0,-1-1 0 0 0,1-1-1 0 0,-1 1 1 0 0,1-1 0 0 0,-1 0-1 0 0,0 0 1 0 0,0-1 0 0 0,0 0-1 0 0,-1-1 1 0 0,1 1 0 0 0,-1-1-1 0 0,1-1 1 0 0,-1 1 0 0 0,0-1-1 0 0,7-8 1 0 0,3-4 106 0 0,-1-2 0 0 0,0 0 0 0 0,-2-1 0 0 0,0 0 0 0 0,16-36 0 0 0,41-116 626 0 0,-59 142-606 0 0,-7 19-192 0 0,3-7 559 0 0,-3 21-210 0 0,0 11-174 0 0,9 46-134 0 0,-4 0 1 0 0,-1 0-1 0 0,-4 1 0 0 0,-2 0 1 0 0,-12 114-1 0 0,5-141 22 0 0,-2 0-1 0 0,-1 0 0 0 0,-2-1 1 0 0,-26 60-1 0 0,25-69 75 0 0,-2-1-1 0 0,0-1 1 0 0,-2-1 0 0 0,0 0-1 0 0,-2 0 1 0 0,0-2 0 0 0,-24 22-1 0 0,29-31 75 0 0,0-1-1 0 0,0 0 0 0 0,-1-1 1 0 0,0-1-1 0 0,0 0 0 0 0,-1 0 0 0 0,1-1 1 0 0,-19 4-1 0 0,22-7-300 0 0,0-1 0 0 0,0 0 0 0 0,-1-1 0 0 0,1 0 0 0 0,-15-1 0 0 0,18 0-610 0 0,-1-1 0 0 0,1 0 1 0 0,0-1-1 0 0,0 1 1 0 0,0-2-1 0 0,0 1 0 0 0,0-1 1 0 0,-8-4-1 0 0,-5-6-7127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3:38.4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1 158 4145 0 0,'0'-11'9751'0'0,"1"19"-6849"0"0,0 3-3901 0 0,13 28 1664 0 0,1 0-1 0 0,1-1 1 0 0,24 39-1 0 0,-28-57-322 0 0,0 0-1 0 0,16 20 0 0 0,-23-34-259 0 0,0 1 0 0 0,0-1 0 0 0,1-1 0 0 0,0 1 0 0 0,0-1 0 0 0,0 0 0 0 0,1 0 0 0 0,0-1-1 0 0,12 6 1 0 0,-15-9-52 0 0,0 0-1 0 0,-1-1 1 0 0,1 0-1 0 0,-1 0 1 0 0,1 0-1 0 0,0 0 0 0 0,-1 0 1 0 0,1-1-1 0 0,0 0 1 0 0,-1 1-1 0 0,1-2 1 0 0,-1 1-1 0 0,0 0 1 0 0,1 0-1 0 0,-1-1 0 0 0,0 0 1 0 0,0 0-1 0 0,0 0 1 0 0,0 0-1 0 0,0 0 1 0 0,0-1-1 0 0,-1 1 1 0 0,5-5-1 0 0,4-5 115 0 0,-1 0 0 0 0,1 0-1 0 0,-2-1 1 0 0,9-15 0 0 0,-1-3 65 0 0,-1-2 0 0 0,-2 0-1 0 0,11-34 1 0 0,21-106 173 0 0,-34 126-251 0 0,-12 47-123 0 0,0-1-1 0 0,0 1 1 0 0,0 0-1 0 0,0 0 1 0 0,0 0-1 0 0,0-1 0 0 0,0 1 1 0 0,0 0-1 0 0,0 0 1 0 0,0 0-1 0 0,0-1 1 0 0,0 1-1 0 0,0 0 1 0 0,0 0-1 0 0,0-1 0 0 0,0 1 1 0 0,0 0-1 0 0,0 0 1 0 0,0 0-1 0 0,0-1 1 0 0,0 1-1 0 0,0 0 1 0 0,1 0-1 0 0,-1 0 0 0 0,0 0 1 0 0,0-1-1 0 0,0 1 1 0 0,0 0-1 0 0,0 0 1 0 0,1 0-1 0 0,-1 0 1 0 0,0 0-1 0 0,0-1 1 0 0,0 1-1 0 0,1 0 0 0 0,-1 0 1 0 0,0 0-1 0 0,0 0 1 0 0,0 0-1 0 0,1 0 1 0 0,-1 0-1 0 0,0 0 1 0 0,0 0-1 0 0,0 0 0 0 0,1 0 1 0 0,-1 0-1 0 0,0 0 1 0 0,0 0-1 0 0,0 0 1 0 0,1 0-1 0 0,-1 0 1 0 0,0 0-1 0 0,0 0 1 0 0,0 0-1 0 0,1 0 0 0 0,-1 0 1 0 0,0 0-1 0 0,0 1 1 0 0,1-1-1 0 0,8 19 149 0 0,11 45-201 0 0,-15-45 74 0 0,32 91-23 0 0,-22-70-42 0 0,-1 1-1 0 0,-2 0 1 0 0,10 72-1 0 0,-19-77-6 0 0,-2-1-1 0 0,-1 0 1 0 0,-2 1-1 0 0,-1-1 1 0 0,-10 47 0 0 0,9-65 80 0 0,0-1 1 0 0,-1 1 0 0 0,-1-1 0 0 0,0 0-1 0 0,-1 0 1 0 0,-1-1 0 0 0,0 0 0 0 0,-1 0-1 0 0,-1-1 1 0 0,0 0 0 0 0,-1-1 0 0 0,0 0-1 0 0,-15 12 1 0 0,18-20-45 0 0,0 1-1 0 0,-1-1 1 0 0,1-1 0 0 0,-1 1-1 0 0,0-2 1 0 0,0 1 0 0 0,-1-1-1 0 0,1 0 1 0 0,-1-1-1 0 0,1 0 1 0 0,-1-1 0 0 0,0 0-1 0 0,1-1 1 0 0,-1 1 0 0 0,0-2-1 0 0,0 0 1 0 0,0 0 0 0 0,1 0-1 0 0,-1-1 1 0 0,1-1 0 0 0,-1 0-1 0 0,1 0 1 0 0,0-1-1 0 0,-11-5 1 0 0,11-2-2197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3:38.8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0 117 7834 0 0,'0'0'602'0'0,"25"-11"3169"0"0,35-18 167 0 0,37-17-3270 0 0,-80 40-2477 0 0,1 0 0 0 0,0 0 1 0 0,33-4-1 0 0,-34 7-1904 0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3:39.0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81 3225 0 0,'15'3'7746'0'0,"-13"-4"-7448"0"0,17-3 3588 0 0,44-21 231 0 0,0-4-3964 0 0,-31 13-1486 0 0,-14 7-5165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3:39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193 44 8754 0 0,'-6'-6'775'0'0,"0"1"0"0"0,-1-1 1 0 0,0 2-1 0 0,-13-8 0 0 0,18 11-545 0 0,-1-1-1 0 0,1 1 0 0 0,-1 0 1 0 0,0 0-1 0 0,0 0 1 0 0,1 0-1 0 0,-1 0 1 0 0,0 1-1 0 0,0-1 0 0 0,0 1 1 0 0,0 0-1 0 0,0 0 1 0 0,0 0-1 0 0,0 0 0 0 0,0 0 1 0 0,-5 2-1 0 0,6-1-115 0 0,-1 1 1 0 0,1 0-1 0 0,0 0 0 0 0,-1 0 0 0 0,1 0 1 0 0,0 0-1 0 0,0 0 0 0 0,0 1 0 0 0,1-1 1 0 0,-1 1-1 0 0,1-1 0 0 0,-1 1 0 0 0,1 0 1 0 0,-2 4-1 0 0,-13 46 389 0 0,12-39-326 0 0,-9 40-8 0 0,2 1 0 0 0,2 0 0 0 0,3 0 0 0 0,2 1-1 0 0,4 68 1 0 0,5-54 92 0 0,3-2 0 0 0,2 1 0 0 0,37 122-1 0 0,52 167 853 0 0,-85-322-1026 0 0,1 0-1 0 0,36 61 1 0 0,-9-19-11 0 0,-40-72-382 0 0,-1 0-516 0 0,2-8-167 0 0,-1-2-471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3:40.1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0 170 4145 0 0,'1'-1'107'0'0,"-1"0"1"0"0,1 0-1 0 0,0 0 0 0 0,0 0 0 0 0,0 0 1 0 0,-1 0-1 0 0,1 0 0 0 0,0 0 1 0 0,0 0-1 0 0,0 0 0 0 0,0 0 1 0 0,0 1-1 0 0,1-1 0 0 0,-1 1 1 0 0,0-1-1 0 0,0 0 0 0 0,3 0 1 0 0,27-11 2396 0 0,-25 10-2304 0 0,120-49 5025 0 0,2-1-1547 0 0,-41 24-4017 0 0,-68 24-1204 0 0,-2-1-4201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3:40.7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217 43 6913 0 0,'1'-2'148'0'0,"-1"1"-1"0"0,0-1 0 0 0,0 0 1 0 0,0 1-1 0 0,0-1 0 0 0,0 1 1 0 0,0-1-1 0 0,-1 1 0 0 0,1-1 1 0 0,0 0-1 0 0,-1 1 0 0 0,1 0 1 0 0,-1-1-1 0 0,0 1 0 0 0,0-1 1 0 0,1 1-1 0 0,-1 0 0 0 0,0-1 1 0 0,0 1-1 0 0,0 0 0 0 0,0 0 1 0 0,0 0-1 0 0,0-1 0 0 0,-1 1 1 0 0,1 1-1 0 0,0-1 0 0 0,-1 0 1 0 0,1 0-1 0 0,0 0 0 0 0,-1 1 1 0 0,1-1-1 0 0,-1 1 0 0 0,-2-2 1 0 0,1 2 41 0 0,1 0 0 0 0,-1 1 1 0 0,0-1-1 0 0,1 0 0 0 0,-1 1 1 0 0,1 0-1 0 0,-1-1 1 0 0,1 1-1 0 0,-1 0 0 0 0,1 0 1 0 0,0 0-1 0 0,-1 1 0 0 0,1-1 1 0 0,0 0-1 0 0,0 1 1 0 0,0 0-1 0 0,0-1 0 0 0,0 1 1 0 0,0 0-1 0 0,-1 2 0 0 0,-14 19 93 0 0,1 0-1 0 0,1 1 1 0 0,1 0-1 0 0,2 1 1 0 0,0 0-1 0 0,1 1 1 0 0,2 0-1 0 0,1 1 1 0 0,1 0-1 0 0,1 1 1 0 0,1-1-1 0 0,-1 50 1 0 0,7-62-147 0 0,0 1 1 0 0,2 0-1 0 0,0 0 1 0 0,0-1-1 0 0,2 1 1 0 0,0-1-1 0 0,0 0 1 0 0,2-1 0 0 0,0 1-1 0 0,0-1 1 0 0,12 15-1 0 0,9 10 278 0 0,1-2 0 0 0,50 50-1 0 0,-53-60-320 0 0,2-1-1 0 0,43 30 0 0 0,-10-21-3379 0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3:41.4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2 161 6913 0 0,'0'0'13'0'0,"0"0"-1"0"0,-1-1 0 0 0,1 1 0 0 0,0 0 0 0 0,0-1 0 0 0,0 1 0 0 0,0 0 0 0 0,-1-1 0 0 0,1 1 0 0 0,0 0 1 0 0,0-1-1 0 0,0 1 0 0 0,0 0 0 0 0,0-1 0 0 0,0 1 0 0 0,0-1 0 0 0,0 1 0 0 0,0 0 0 0 0,0-1 1 0 0,0 1-1 0 0,0 0 0 0 0,0-1 0 0 0,1 1 0 0 0,-1 0 0 0 0,0-1 0 0 0,0 1 0 0 0,0 0 0 0 0,0-1 0 0 0,1 1 1 0 0,-1 0-1 0 0,0-1 0 0 0,0 1 0 0 0,1-1 0 0 0,15-13 274 0 0,21-7 572 0 0,-36 20-764 0 0,25-13 1545 0 0,36-12 0 0 0,-53 23-1094 0 0,-1 0 0 0 0,0 1 0 0 0,1 0 0 0 0,-1 0 0 0 0,1 1 0 0 0,0 0 0 0 0,0 1 0 0 0,17 1 0 0 0,-25-1-484 0 0,1 1 0 0 0,-1-1 0 0 0,1 0 0 0 0,-1 1-1 0 0,1-1 1 0 0,-1 1 0 0 0,0 0 0 0 0,1-1 0 0 0,-1 1 0 0 0,0 0-1 0 0,1 0 1 0 0,-1 0 0 0 0,0 0 0 0 0,0 0 0 0 0,0 0 0 0 0,0 0-1 0 0,0 1 1 0 0,0-1 0 0 0,0 0 0 0 0,0 1 0 0 0,-1-1-1 0 0,1 0 1 0 0,0 1 0 0 0,-1-1 0 0 0,1 1 0 0 0,-1-1 0 0 0,0 1-1 0 0,1-1 1 0 0,-1 1 0 0 0,0-1 0 0 0,0 1 0 0 0,0-1 0 0 0,0 1-1 0 0,0-1 1 0 0,0 1 0 0 0,0-1 0 0 0,-1 3 0 0 0,-1 7-65 0 0,-1 0-1 0 0,0 0 1 0 0,0 0 0 0 0,-5 10 0 0 0,5-14 22 0 0,-45 91-631 0 0,0 0-285 0 0,43-85 756 0 0,1 0 0 0 0,0 0 0 0 0,0 0 0 0 0,1 1 0 0 0,-2 23 0 0 0,5-34 155 0 0,0 1 0 0 0,0-1 1 0 0,0 1-1 0 0,1-1 0 0 0,-1 1 1 0 0,1-1-1 0 0,0 1 1 0 0,0-1-1 0 0,0 0 0 0 0,3 6 1 0 0,-4-8 5 0 0,0-1 1 0 0,1 1-1 0 0,-1-1 1 0 0,0 0-1 0 0,1 1 0 0 0,-1-1 1 0 0,0 1-1 0 0,1-1 1 0 0,-1 0-1 0 0,1 0 1 0 0,-1 1-1 0 0,0-1 1 0 0,1 0-1 0 0,-1 0 0 0 0,1 1 1 0 0,-1-1-1 0 0,1 0 1 0 0,-1 0-1 0 0,1 0 1 0 0,-1 0-1 0 0,0 0 1 0 0,1 0-1 0 0,-1 0 0 0 0,1 0 1 0 0,-1 0-1 0 0,1 0 1 0 0,-1 0-1 0 0,2 0 1 0 0,-1-1 22 0 0,1 1 0 0 0,-1-1 0 0 0,1 0 1 0 0,-1 0-1 0 0,0 0 0 0 0,1 0 1 0 0,-1 0-1 0 0,0-1 0 0 0,0 1 0 0 0,0 0 1 0 0,0-1-1 0 0,0 1 0 0 0,1-2 1 0 0,15-25 123 0 0,-1-1 0 0 0,-2 0 0 0 0,0 0 0 0 0,13-48 0 0 0,25-130 673 0 0,-41 156 21 0 0,-6 33-439 0 0,3-21 589 0 0,-23 107-344 0 0,15-43-679 0 0,1 0-1 0 0,1 0 1 0 0,1 0 0 0 0,1 0 0 0 0,1-1-1 0 0,1 1 1 0 0,1-1 0 0 0,1-1 0 0 0,2 1-1 0 0,0-1 1 0 0,1-1 0 0 0,2 0 0 0 0,0-1-1 0 0,1 0 1 0 0,33 36 0 0 0,-21-31-1361 0 0,-6-12-4038 0 0,-3-3-1313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3:41.6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 1 6449 0 0,'-2'1'137'0'0,"0"0"1"0"0,0 1-1 0 0,0-1 0 0 0,0 0 0 0 0,0 1 0 0 0,1-1 0 0 0,-1 1 0 0 0,1 0 0 0 0,-1 0 0 0 0,1-1 0 0 0,0 1 0 0 0,0 0 0 0 0,-1 0 0 0 0,1 0 1 0 0,0 0-1 0 0,1 1 0 0 0,-2 3 0 0 0,1 0 318 0 0,0 0 1 0 0,0 0 0 0 0,0 0 0 0 0,1 0-1 0 0,0 0 1 0 0,1 10 0 0 0,3 5 1593 0 0,0 1 1 0 0,13 35 0 0 0,-8-30-1223 0 0,18 58 1109 0 0,-17-27-5438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3:41.8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 0 6913 0 0,'-9'0'609'0'0,"4"0"-481"0"0,2 2-128 0 0,2-2 0 0 0,1 1 0 0 0,1-1-96 0 0,1 2 24 0 0,-1-2 0 0 0,4 2-665 0 0,1 0-135 0 0,2 1-24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3:42.6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97 71 10594 0 0,'0'-1'188'0'0,"-1"1"0"0"0,0-1 0 0 0,0 1 0 0 0,1 0 0 0 0,-1-1 0 0 0,0 1 0 0 0,0 0 0 0 0,1-1 0 0 0,-1 1 0 0 0,0 0 0 0 0,0 0 0 0 0,0 0 0 0 0,0 0 0 0 0,0 0 0 0 0,1 0-1 0 0,-1 0 1 0 0,0 0 0 0 0,0 0 0 0 0,0 0 0 0 0,0 0 0 0 0,1 0 0 0 0,-1 1 0 0 0,0-1 0 0 0,0 0 0 0 0,0 1 0 0 0,1-1 0 0 0,-1 0 0 0 0,0 1 0 0 0,0-1 0 0 0,1 1 0 0 0,-1-1 0 0 0,0 1 0 0 0,1 0 0 0 0,-1-1 0 0 0,1 1-1 0 0,-1 0 1 0 0,1-1 0 0 0,-1 1 0 0 0,0 1 0 0 0,-19 29 1235 0 0,20-30-1407 0 0,-8 13 62 0 0,1 0 0 0 0,1 1 0 0 0,0 0 0 0 0,1 1 0 0 0,1-1 0 0 0,0 1 1 0 0,-1 21-1 0 0,4-30-82 0 0,1 1 1 0 0,0-1-1 0 0,0 1 1 0 0,1 0-1 0 0,0-1 1 0 0,1 0-1 0 0,-1 1 0 0 0,1-1 1 0 0,1 0-1 0 0,0 0 1 0 0,0 0-1 0 0,0 0 1 0 0,0 0-1 0 0,1-1 1 0 0,0 1-1 0 0,1-1 1 0 0,8 9-1 0 0,-2-4-33 0 0,0-1 0 0 0,0 0 0 0 0,14 9 0 0 0,-21-17 4 0 0,-1 1 0 0 0,1-1-1 0 0,0 1 1 0 0,0-1 0 0 0,0-1 0 0 0,0 1 0 0 0,1 0 0 0 0,-1-1 0 0 0,0 0 0 0 0,1 0 0 0 0,-1 0 0 0 0,0-1 0 0 0,1 0 0 0 0,7 0 0 0 0,-10 0 18 0 0,-1-1 0 0 0,1 0-1 0 0,0 0 1 0 0,-1 0 0 0 0,1 0 0 0 0,-1 0-1 0 0,1 0 1 0 0,-1 0 0 0 0,0-1 0 0 0,1 1-1 0 0,-1-1 1 0 0,0 1 0 0 0,0-1 0 0 0,0 1-1 0 0,0-1 1 0 0,0 1 0 0 0,0-1 0 0 0,0 0-1 0 0,-1 0 1 0 0,1 1 0 0 0,-1-1 0 0 0,1 0-1 0 0,-1 0 1 0 0,0 0 0 0 0,0 0 0 0 0,1-2-1 0 0,0-60 81 0 0,-1 50 1 0 0,-1-106 1082 0 0,3 127-1037 0 0,0 0 1 0 0,0 0-1 0 0,1 0 1 0 0,0 0-1 0 0,0-1 1 0 0,1 1-1 0 0,4 5 1 0 0,-7-10-70 0 0,4 6-46 0 0,1-1 0 0 0,-1 0 0 0 0,1 0 1 0 0,0-1-1 0 0,1 0 0 0 0,0 0 0 0 0,0 0 1 0 0,0-1-1 0 0,0 0 0 0 0,1 0 1 0 0,0-1-1 0 0,0 0 0 0 0,0 0 0 0 0,0-1 1 0 0,1 0-1 0 0,0 0 0 0 0,13 1 1 0 0,-7-1 21 0 0,0-2 1 0 0,1 0 0 0 0,-1 0 0 0 0,1-2 0 0 0,-1 0 0 0 0,1-1-1 0 0,-1 0 1 0 0,0-1 0 0 0,21-7 0 0 0,-32 8 20 0 0,-1 1-1 0 0,1 0 1 0 0,-1-1 0 0 0,0 0 0 0 0,1 0-1 0 0,-1 0 1 0 0,0 0 0 0 0,0 0 0 0 0,0-1-1 0 0,0 0 1 0 0,-1 1 0 0 0,1-1 0 0 0,-1 0-1 0 0,1 0 1 0 0,-1 0 0 0 0,2-5 0 0 0,-1 2 33 0 0,-1 0 1 0 0,0-1-1 0 0,0 1 1 0 0,0 0-1 0 0,-1-1 0 0 0,0 0 1 0 0,0 1-1 0 0,-1-12 1 0 0,-1-8 55 0 0,-2 1 0 0 0,-1 0 1 0 0,-13-44-1 0 0,16 66-140 0 0,-3-16-221 0 0,-13-35 191 0 0,16 51-318 0 0,0 0 0 0 0,-1 1 1 0 0,1-1-1 0 0,-1 1 0 0 0,0-1 0 0 0,0 1 1 0 0,0 0-1 0 0,0-1 0 0 0,-4-2 0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3:42.9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3681 0 0,'1'0'163'0'0,"1"0"0"0"0,-1 0 0 0 0,0 0 0 0 0,0 0 0 0 0,0 0 0 0 0,0 0 0 0 0,0 0 0 0 0,1 0 0 0 0,-1 0 0 0 0,0 1 0 0 0,0-1 0 0 0,0 0 0 0 0,0 1 0 0 0,0-1 0 0 0,0 1 0 0 0,0-1 0 0 0,0 1 0 0 0,0 0 0 0 0,0-1 0 0 0,0 1 0 0 0,0 0 0 0 0,0 0 0 0 0,0-1 0 0 0,-1 1 1 0 0,1 0-1 0 0,0 0 0 0 0,-1 0 0 0 0,1 0 0 0 0,0 0 0 0 0,-1 0 0 0 0,1 0 0 0 0,-1 0 0 0 0,0 0 0 0 0,1 2 0 0 0,10 38 4409 0 0,-8-14-3165 0 0,-1 1 0 0 0,-3 45 0 0 0,2 22-1290 0 0,-1-83-168 0 0,0-6-399 0 0,1 1 1 0 0,-1-1-1 0 0,1 1 1 0 0,0-1-1 0 0,1 1 1 0 0,-1-1-1 0 0,6 12 1 0 0,-1-10-726 0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3:43.1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42 26 9674 0 0,'-6'-3'921'0'0,"-18"-7"3239"0"0,24 10-4056 0 0,-1 0 1 0 0,0 0-1 0 0,1 0 0 0 0,-1-1 1 0 0,1 1-1 0 0,-1 0 0 0 0,0-1 1 0 0,1 1-1 0 0,-1 0 0 0 0,1-1 1 0 0,-1 1-1 0 0,1 0 0 0 0,-1-1 1 0 0,1 1-1 0 0,-1-1 1 0 0,1 1-1 0 0,0-1 0 0 0,-1 0 1 0 0,1 1-1 0 0,0-1 0 0 0,-1 1 1 0 0,1-1-1 0 0,0 1 0 0 0,-1-2 1 0 0,2 2-158 0 0,-1 0 0 0 0,0 0 0 0 0,0-1 0 0 0,0 1 0 0 0,0 0-1 0 0,1 0 1 0 0,-1 0 0 0 0,0 0 0 0 0,0 0 0 0 0,0-1 0 0 0,1 1 0 0 0,-1 0 0 0 0,0 0 0 0 0,0 0 0 0 0,0 0 0 0 0,1 0 0 0 0,-1 0 0 0 0,0 0 0 0 0,0 0 0 0 0,1 0 0 0 0,-1 0 0 0 0,0 0 0 0 0,0 0 0 0 0,0 0 0 0 0,1 0 0 0 0,-1 0 0 0 0,0 0 0 0 0,0 0 0 0 0,0 0 0 0 0,1 0 0 0 0,-1 1 0 0 0,0-1-1 0 0,0 0 1 0 0,0 0 0 0 0,1 0 0 0 0,-1 0 0 0 0,0 0 0 0 0,0 1 0 0 0,0-1 0 0 0,0 0 0 0 0,1 0 0 0 0,-1 0 0 0 0,0 0 0 0 0,0 1 0 0 0,0-1 0 0 0,0 0 0 0 0,0 0 0 0 0,0 0 0 0 0,1 1 0 0 0,5 8-3083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3:43.6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42 8290 0 0,'0'0'117'0'0,"1"1"0"0"0,-1 0 0 0 0,1 0 0 0 0,-1-1-1 0 0,1 1 1 0 0,0 0 0 0 0,-1-1 0 0 0,1 1 0 0 0,0-1 0 0 0,-1 1 0 0 0,1-1 0 0 0,0 1 0 0 0,0-1 0 0 0,0 0 0 0 0,-1 1 0 0 0,1-1 0 0 0,0 0 0 0 0,0 1 0 0 0,0-1 0 0 0,2 0-1 0 0,25 6 1541 0 0,-21-5-1208 0 0,33 6 1313 0 0,0-1 0 0 0,1-3 1 0 0,63-2-1 0 0,-56-4-1466 0 0,0-2 1 0 0,-1-2-1 0 0,0-2 0 0 0,-1-3 1 0 0,53-19-1 0 0,-79 22-3126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3:43.9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10594 0 0,'0'8'7651'0'0,"2"-5"-6580"0"0,1 7-625 0 0,0 0-1 0 0,-1 0 1 0 0,0 1-1 0 0,-1-1 1 0 0,0 0-1 0 0,0 1 1 0 0,-1-1-1 0 0,-2 21 1 0 0,1 23-223 0 0,4 28-132 0 0,1 29-151 0 0,5-1 0 0 0,25 119 0 0 0,-28-204-1523 0 0,0-8-3444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3:44.5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28 5065 0 0,'0'-1'245'0'0,"-1"0"1"0"0,1 0-1 0 0,0 0 1 0 0,0 0-1 0 0,0 0 0 0 0,0 0 1 0 0,0 0-1 0 0,1 0 0 0 0,-1 0 1 0 0,0 0-1 0 0,0 0 1 0 0,1 0-1 0 0,-1 0 0 0 0,0 0 1 0 0,1 0-1 0 0,-1 0 0 0 0,1 0 1 0 0,-1 0-1 0 0,1 0 1 0 0,0 0-1 0 0,-1 1 0 0 0,1-1 1 0 0,0 0-1 0 0,0 0 0 0 0,-1 1 1 0 0,1-1-1 0 0,0 0 1 0 0,2 0-1 0 0,-2 1-77 0 0,0 0 0 0 0,0 0 0 0 0,0 1 0 0 0,0-1 0 0 0,-1 0 0 0 0,1 1 0 0 0,0-1 0 0 0,0 1 0 0 0,0-1 0 0 0,0 1 0 0 0,-1-1 0 0 0,1 1-1 0 0,0-1 1 0 0,0 1 0 0 0,-1 0 0 0 0,1-1 0 0 0,0 1 0 0 0,-1 0 0 0 0,1 0 0 0 0,-1-1 0 0 0,1 1 0 0 0,-1 0 0 0 0,1 0 0 0 0,-1 0 0 0 0,0 0 0 0 0,0 0 0 0 0,1 0 0 0 0,-1 0 0 0 0,0-1 0 0 0,0 3 0 0 0,32 154 4014 0 0,-4-9-3107 0 0,1-49-1067 0 0,15 65 747 0 0,-39-138-1696 0 0,-1 0 1 0 0,-1 0-1 0 0,-1 1 0 0 0,-2 36 0 0 0,-2-44-5936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3:45.0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 85 3225 0 0,'-32'-30'-1034'0'0,"25"18"5292"0"0,7 11-4050 0 0,0 0 0 0 0,1 0 0 0 0,-1 1 0 0 0,1-1-1 0 0,0 0 1 0 0,-1 1 0 0 0,1-1 0 0 0,-1 0 0 0 0,1 1-1 0 0,0-1 1 0 0,-1 1 0 0 0,1-1 0 0 0,0 1 0 0 0,0-1-1 0 0,0 1 1 0 0,-1 0 0 0 0,1-1 0 0 0,0 1 0 0 0,0 0-1 0 0,0 0 1 0 0,0 0 0 0 0,0 0 0 0 0,1-1 0 0 0,28-3 1281 0 0,-23 3-859 0 0,10-1 11 0 0,52-9 2411 0 0,139-2 1 0 0,-202 13-3008 0 0,0 0 1 0 0,0 1-1 0 0,0 0 1 0 0,0 0-1 0 0,0 0 1 0 0,0 1 0 0 0,0 0-1 0 0,0 0 1 0 0,-1 0-1 0 0,1 1 1 0 0,-1 0-1 0 0,9 6 1 0 0,-11-7-65 0 0,-1 1 0 0 0,1-1 0 0 0,-1 1 0 0 0,1 0-1 0 0,-1 0 1 0 0,0 0 0 0 0,0 0 0 0 0,-1 0 0 0 0,1 1 0 0 0,0-1 0 0 0,-1 1 0 0 0,0-1 0 0 0,0 1 0 0 0,0-1-1 0 0,0 1 1 0 0,-1-1 0 0 0,1 1 0 0 0,-1 0 0 0 0,0 0 0 0 0,0-1 0 0 0,-1 7 0 0 0,0 0-16 0 0,-1 1 1 0 0,0-1-1 0 0,-1 0 1 0 0,0 0 0 0 0,0 0-1 0 0,-1 0 1 0 0,0-1-1 0 0,-1 1 1 0 0,0-1-1 0 0,0 0 1 0 0,-1-1 0 0 0,0 1-1 0 0,-1-1 1 0 0,0 0-1 0 0,0-1 1 0 0,-1 1-1 0 0,0-1 1 0 0,0-1-1 0 0,0 0 1 0 0,-1 0 0 0 0,-15 7-1 0 0,12-5 16 0 0,-1-1 0 0 0,-1-1 0 0 0,1 0 0 0 0,-1-1 0 0 0,0 0 0 0 0,0-1 1 0 0,0-1-1 0 0,-1 0 0 0 0,1-1 0 0 0,-1-1 0 0 0,1 0 0 0 0,-1-1 0 0 0,-18-2 0 0 0,17-1-908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3:45.4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8754 0 0,'41'14'2860'0'0,"-11"0"-2001"0"0,-1 1-1 0 0,0 2 0 0 0,-1 1 0 0 0,-1 1 1 0 0,-1 1-1 0 0,0 2 0 0 0,-2 0 0 0 0,-1 2 0 0 0,24 29 1 0 0,-22-20-543 0 0,-2 1 1 0 0,-2 1 0 0 0,-1 0-1 0 0,-1 2 1 0 0,-2 0 0 0 0,-2 1-1 0 0,10 40 1 0 0,-13-33-333 0 0,-2 0-1 0 0,-2 0 1 0 0,-2 1 0 0 0,-2 0-1 0 0,-2 0 1 0 0,-2 0 0 0 0,-2 0-1 0 0,-2 0 1 0 0,-2-1-1 0 0,-2 1 1 0 0,-2-1 0 0 0,-2-1-1 0 0,-2 0 1 0 0,-22 46 0 0 0,22-60 50 0 0,-1 0 1 0 0,-2-1 0 0 0,0-1 0 0 0,-2-1-1 0 0,-2-1 1 0 0,0 0 0 0 0,-2-1-1 0 0,0-2 1 0 0,-2 0 0 0 0,0-2-1 0 0,-36 24 1 0 0,24-24 53 0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5:06.878"/>
    </inkml:context>
    <inkml:brush xml:id="br0">
      <inkml:brushProperty name="width" value="0.3" units="cm"/>
      <inkml:brushProperty name="height" value="0.6" units="cm"/>
      <inkml:brushProperty name="color" value="#FFACD5"/>
      <inkml:brushProperty name="tip" value="rectangle"/>
      <inkml:brushProperty name="rasterOp" value="maskPen"/>
    </inkml:brush>
  </inkml:definitions>
  <inkml:trace contextRef="#ctx0" brushRef="#br0">840 6 10138 0 0,'-4'-1'19'0'0,"0"0"-1"0"0,-1 0 0 0 0,1 0 1 0 0,0 0-1 0 0,-1 1 1 0 0,1-1-1 0 0,-1 1 1 0 0,1 0-1 0 0,-1 1 1 0 0,1-1-1 0 0,0 1 0 0 0,-1 0 1 0 0,1 0-1 0 0,0 0 1 0 0,-6 3-1 0 0,-64 27-1202 0 0,27-6 762 0 0,2 2-1 0 0,1 1 1 0 0,1 3 0 0 0,2 2 0 0 0,1 1 0 0 0,2 2 0 0 0,-56 68 0 0 0,79-84 489 0 0,0 0 0 0 0,2 1 0 0 0,1 0 0 0 0,-18 42 0 0 0,25-52 120 0 0,1 1 0 0 0,1-1 0 0 0,0 1 0 0 0,0 0 0 0 0,1-1-1 0 0,1 1 1 0 0,0 0 0 0 0,0 0 0 0 0,1 0 0 0 0,1 0 0 0 0,4 23 0 0 0,-3-29-59 0 0,0 0-1 0 0,0-1 1 0 0,1 1 0 0 0,-1 0 0 0 0,1-1 0 0 0,1 0 0 0 0,-1 0 0 0 0,1 0-1 0 0,0 0 1 0 0,0-1 0 0 0,0 1 0 0 0,1-1 0 0 0,0 0 0 0 0,0 0-1 0 0,0-1 1 0 0,0 1 0 0 0,0-1 0 0 0,1 0 0 0 0,-1-1 0 0 0,1 1-1 0 0,0-1 1 0 0,0 0 0 0 0,0-1 0 0 0,10 2 0 0 0,8 1 434 0 0,0-1 1 0 0,1-1 0 0 0,-1-1-1 0 0,46-5 1 0 0,8-4-535 0 0,1-2 0 0 0,-1-5 0 0 0,-1-2 0 0 0,-1-4 0 0 0,-1-3 0 0 0,-1-4 0 0 0,-1-3 0 0 0,-2-2 0 0 0,70-46 0 0 0,-113 63-90 0 0,28-20-191 0 0,-52 33 214 0 0,-1 1-1 0 0,0-1 1 0 0,0 0 0 0 0,0 0 0 0 0,0 0-1 0 0,0-1 1 0 0,0 1 0 0 0,-1-1-1 0 0,0 1 1 0 0,0-1 0 0 0,4-8-1 0 0,-6 12 48 0 0,0 0 0 0 0,0 0-1 0 0,0-1 1 0 0,0 1 0 0 0,0 0-1 0 0,0-1 1 0 0,0 1 0 0 0,0 0-1 0 0,0-1 1 0 0,0 1 0 0 0,0-1-1 0 0,0 1 1 0 0,0 0 0 0 0,0-1 0 0 0,0 1-1 0 0,0 0 1 0 0,0-1 0 0 0,0 1-1 0 0,0 0 1 0 0,0 0 0 0 0,0-1-1 0 0,-1 1 1 0 0,1 0 0 0 0,0-1-1 0 0,0 1 1 0 0,0 0 0 0 0,-1 0-1 0 0,1-1 1 0 0,0 1 0 0 0,0 0-1 0 0,-1 0 1 0 0,1-1 0 0 0,0 1 0 0 0,-1 0-1 0 0,1 0 1 0 0,0 0 0 0 0,-17-2 14 0 0,-18 11-150 0 0,1 3-68 0 0,-1 2-1 0 0,2 2 1 0 0,-36 22-1 0 0,-91 68-947 0 0,151-100 1056 0 0,-86 62-700 0 0,-150 142 0 0 0,219-183 843 0 0,1 0 0 0 0,1 1 0 0 0,-36 59 0 0 0,49-69-28 0 0,1 1 0 0 0,1 0 1 0 0,1 0-1 0 0,0 1 0 0 0,1 0 0 0 0,2 0 1 0 0,0 1-1 0 0,-2 24 0 0 0,6-39 6 0 0,0 1-1 0 0,1 0 0 0 0,0-1 0 0 0,1 1 0 0 0,-1-1 0 0 0,1 1 1 0 0,1-1-1 0 0,-1 0 0 0 0,1 1 0 0 0,0-1 0 0 0,0 0 0 0 0,1 0 1 0 0,0 0-1 0 0,0 0 0 0 0,8 10 0 0 0,-6-10 64 0 0,0-1-1 0 0,1 1 0 0 0,0-1 0 0 0,0 0 1 0 0,1 0-1 0 0,-1-1 0 0 0,1 0 1 0 0,0 0-1 0 0,0 0 0 0 0,1-1 0 0 0,12 4 1 0 0,-4-3 51 0 0,1-1 0 0 0,0 0 0 0 0,0-1 0 0 0,0 0 1 0 0,0-2-1 0 0,0 0 0 0 0,0-1 0 0 0,0 0 0 0 0,0-2 1 0 0,0 0-1 0 0,23-8 0 0 0,-25 6-47 0 0,0-1 1 0 0,0 0-1 0 0,-1-1 0 0 0,0-1 1 0 0,-1 0-1 0 0,0-1 0 0 0,0-1 1 0 0,-1 0-1 0 0,0 0 0 0 0,0-1 1 0 0,-1-1-1 0 0,-1 0 0 0 0,13-18 1 0 0,-14 14-76 0 0,0-1 1 0 0,0 1 0 0 0,-2-2 0 0 0,0 1 0 0 0,-1-1 0 0 0,-1 0 0 0 0,-1 0 0 0 0,0-1-1 0 0,-1 1 1 0 0,-1-1 0 0 0,-1-19 0 0 0,-2-9 116 0 0,-2 0 1 0 0,-3 1-1 0 0,-1-1 0 0 0,-3 1 1 0 0,-1 1-1 0 0,-3 0 0 0 0,-1 1 0 0 0,-2 0 1 0 0,-31-55-1 0 0,42 88-210 0 0,-1 1 1 0 0,0 0-1 0 0,0 0 0 0 0,-1 1 0 0 0,0-1 1 0 0,0 2-1 0 0,-1-1 0 0 0,-1 1 1 0 0,1 1-1 0 0,-1-1 0 0 0,-1 2 0 0 0,1-1 1 0 0,-1 2-1 0 0,0-1 0 0 0,0 1 0 0 0,-1 1 1 0 0,1 0-1 0 0,-1 1 0 0 0,0 0 1 0 0,0 1-1 0 0,0 0 0 0 0,0 1 0 0 0,-1 0 1 0 0,1 1-1 0 0,0 0 0 0 0,0 1 0 0 0,-20 4 1 0 0,1 2 9 0 0,0 1 1 0 0,0 1 0 0 0,1 1-1 0 0,1 2 1 0 0,0 2-1 0 0,-47 28 1 0 0,31-13-268 0 0,1 3 1 0 0,1 2-1 0 0,-43 43 0 0 0,57-50 234 0 0,2 2-1 0 0,-38 52 1 0 0,59-72 81 0 0,0 0 0 0 0,0 1 0 0 0,0 0 0 0 0,1 0 0 0 0,1 1 0 0 0,0 0 0 0 0,0-1 0 0 0,1 1 0 0 0,1 0 1 0 0,0 0-1 0 0,0 1 0 0 0,1-1 0 0 0,0 23 0 0 0,2-29 20 0 0,-1-1 0 0 0,1 1 0 0 0,0 0 0 0 0,0-1 0 0 0,0 1 0 0 0,1 0-1 0 0,-1-1 1 0 0,1 0 0 0 0,1 1 0 0 0,-1-1 0 0 0,0 0 0 0 0,1 0 0 0 0,0 0 0 0 0,0-1 0 0 0,0 1 0 0 0,0-1 0 0 0,7 6 0 0 0,-5-5 24 0 0,1-1-1 0 0,0 0 1 0 0,0 0 0 0 0,0-1-1 0 0,0 1 1 0 0,0-1 0 0 0,1-1 0 0 0,-1 1-1 0 0,0-1 1 0 0,1 0 0 0 0,10 0 0 0 0,4-2 65 0 0,0 0 1 0 0,0-1 0 0 0,0-2-1 0 0,0 0 1 0 0,0-1 0 0 0,37-15-1 0 0,7-9 104 0 0,-2-2-1 0 0,-2-4 1 0 0,0-2-1 0 0,-3-3 1 0 0,81-70-1 0 0,-113 85-231 0 0,0-2-1 0 0,-1 0 0 0 0,-2-2 1 0 0,-1-1-1 0 0,-1 0 0 0 0,30-59 0 0 0,-29 42-11 0 0,-2-1-1 0 0,-2 0 1 0 0,-2-1-1 0 0,12-65 0 0 0,-26 106-39 0 0,0-1 0 0 0,-1-1-1 0 0,0 1 1 0 0,-1 0 0 0 0,-1-13-1 0 0,1 20 68 0 0,0 1 0 0 0,0-1 0 0 0,0 1 0 0 0,-1-1-1 0 0,1 1 1 0 0,-1-1 0 0 0,1 1 0 0 0,-1-1 0 0 0,0 1 0 0 0,0-1 0 0 0,1 1-1 0 0,-1 0 1 0 0,0 0 0 0 0,0-1 0 0 0,0 1 0 0 0,0 0 0 0 0,0 0-1 0 0,-1 0 1 0 0,1 0 0 0 0,0 0 0 0 0,-1 0 0 0 0,1 0 0 0 0,0 1-1 0 0,-1-1 1 0 0,1 0 0 0 0,-1 1 0 0 0,1-1 0 0 0,-1 1 0 0 0,1-1 0 0 0,-1 1-1 0 0,1 0 1 0 0,-1 0 0 0 0,1 0 0 0 0,-1 0 0 0 0,0 0 0 0 0,1 0-1 0 0,-1 0 1 0 0,-2 1 0 0 0,-10 1-7 0 0,0 1-1 0 0,1 1 0 0 0,-1 0 1 0 0,1 1-1 0 0,0 0 1 0 0,0 1-1 0 0,-14 10 1 0 0,-85 59-121 0 0,92-60 136 0 0,-12 10 14 0 0,2 1-1 0 0,0 1 1 0 0,2 1-1 0 0,2 2 1 0 0,0 1 0 0 0,2 1-1 0 0,1 0 1 0 0,2 2-1 0 0,1 1 1 0 0,2 1 0 0 0,1 0-1 0 0,-18 60 1 0 0,15-37 176 0 0,3 2 1 0 0,3-1 0 0 0,-9 86-1 0 0,21-119-265 0 0,0 1 0 0 0,2-1 0 0 0,1 1-1 0 0,2-1 1 0 0,0 0 0 0 0,2 0 0 0 0,0 0 0 0 0,2-1-1 0 0,2 0 1 0 0,12 30 0 0 0,-14-43 70 0 0,0 0 1 0 0,0-1-1 0 0,2 0 0 0 0,-1 0 1 0 0,1-1-1 0 0,1 0 0 0 0,0-1 1 0 0,1 0-1 0 0,0-1 0 0 0,20 14 1 0 0,-14-12 39 0 0,0-2 0 0 0,1 0 0 0 0,0-1 0 0 0,1-1 1 0 0,-1-1-1 0 0,1 0 0 0 0,26 3 0 0 0,-19-5 115 0 0,0-1 0 0 0,-1-1-1 0 0,1-2 1 0 0,0-1 0 0 0,0 0 0 0 0,-1-2 0 0 0,1-1 0 0 0,-1-1-1 0 0,0-2 1 0 0,0 0 0 0 0,-1-1 0 0 0,32-16 0 0 0,-35 12-42 0 0,-1-1 1 0 0,1 0-1 0 0,-2-2 1 0 0,0 0-1 0 0,-1-2 1 0 0,-1 0-1 0 0,0 0 0 0 0,-1-2 1 0 0,-1 0-1 0 0,-1 0 1 0 0,-1-2-1 0 0,0 0 1 0 0,-2 0-1 0 0,0-1 1 0 0,-1 0-1 0 0,-2-1 1 0 0,0 0-1 0 0,-2 0 0 0 0,0-1 1 0 0,-2 0-1 0 0,0 0 1 0 0,0-33-1 0 0,-4 49-127 0 0,1 0 1 0 0,-2-1-1 0 0,1 1 0 0 0,-1-1 0 0 0,-1 1 0 0 0,1 0 0 0 0,-1 0 0 0 0,-1 0 0 0 0,0 0 0 0 0,-5-12 0 0 0,6 16-43 0 0,-1 1 0 0 0,1 0-1 0 0,0 0 1 0 0,-1 0-1 0 0,1 0 1 0 0,-1 0 0 0 0,0 1-1 0 0,0-1 1 0 0,0 1-1 0 0,0 0 1 0 0,-1 0-1 0 0,1 0 1 0 0,-1 0 0 0 0,1 0-1 0 0,-1 1 1 0 0,1 0-1 0 0,-1 0 1 0 0,0 0-1 0 0,0 0 1 0 0,0 0 0 0 0,1 1-1 0 0,-1-1 1 0 0,0 1-1 0 0,-7 1 1 0 0,-8 1-44 0 0,0 1 0 0 0,0 1 0 0 0,0 1 0 0 0,0 0 1 0 0,1 1-1 0 0,0 1 0 0 0,0 1 0 0 0,-25 16 0 0 0,-2 3-19 0 0,-78 65 1 0 0,88-62 214 0 0,-44 45 0 0 0,67-60 50 0 0,0-1 0 0 0,0 1 0 0 0,1 1 0 0 0,1 0 0 0 0,1 1-1 0 0,-9 19 1 0 0,17-33-72 0 0,-1 0-1 0 0,1 0 1 0 0,0 0 0 0 0,0 0-1 0 0,1-1 1 0 0,-1 1-1 0 0,1 0 1 0 0,-1 0 0 0 0,1 0-1 0 0,0 1 1 0 0,0-1-1 0 0,0 0 1 0 0,0 0 0 0 0,1 0-1 0 0,-1 0 1 0 0,1 0-1 0 0,0 0 1 0 0,0-1 0 0 0,0 1-1 0 0,0 0 1 0 0,1 0-1 0 0,-1-1 1 0 0,1 1 0 0 0,-1 0-1 0 0,1-1 1 0 0,4 5-1 0 0,-2-4 16 0 0,1 1 0 0 0,0-1 0 0 0,0 1 0 0 0,1-1 0 0 0,-1-1-1 0 0,1 1 1 0 0,0-1 0 0 0,-1 0 0 0 0,1 0 0 0 0,0-1-1 0 0,0 0 1 0 0,10 1 0 0 0,9 0 57 0 0,0-2 0 0 0,0-1 0 0 0,0-1 1 0 0,0-2-1 0 0,0 0 0 0 0,45-14 0 0 0,-31 6-457 0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5:09.532"/>
    </inkml:context>
    <inkml:brush xml:id="br0">
      <inkml:brushProperty name="width" value="0.3" units="cm"/>
      <inkml:brushProperty name="height" value="0.6" units="cm"/>
      <inkml:brushProperty name="color" value="#FFACD5"/>
      <inkml:brushProperty name="tip" value="rectangle"/>
      <inkml:brushProperty name="rasterOp" value="maskPen"/>
    </inkml:brush>
  </inkml:definitions>
  <inkml:trace contextRef="#ctx0" brushRef="#br0">1664 619 11522 0 0,'-1'-14'-123'0'0,"0"0"0"0"0,0 0-1 0 0,1-1 1 0 0,4-22 0 0 0,-1-28-1789 0 0,-4 42 1187 0 0,-1 1 0 0 0,-1-1 1 0 0,-1 1-1 0 0,0 0 0 0 0,-9-23 1 0 0,9 35 610 0 0,0 1 1 0 0,-1-1 0 0 0,0 1-1 0 0,0-1 1 0 0,-1 1 0 0 0,0 1-1 0 0,-1-1 1 0 0,0 1 0 0 0,0 0 0 0 0,-1 1-1 0 0,0 0 1 0 0,-17-12 0 0 0,7 8 6 0 0,0 2 1 0 0,0 1-1 0 0,-1 0 1 0 0,0 1 0 0 0,0 1-1 0 0,-1 1 1 0 0,0 1-1 0 0,0 0 1 0 0,0 2 0 0 0,0 0-1 0 0,0 1 1 0 0,-1 1-1 0 0,1 1 1 0 0,-38 7-1 0 0,26-2 117 0 0,0 1 0 0 0,1 2 0 0 0,0 1 0 0 0,0 2-1 0 0,1 0 1 0 0,1 3 0 0 0,0 0 0 0 0,-42 30-1 0 0,52-30 194 0 0,1 1 0 0 0,1 1-1 0 0,0 0 1 0 0,1 1 0 0 0,1 1-1 0 0,0 0 1 0 0,2 1 0 0 0,0 1-1 0 0,2 0 1 0 0,-14 33 0 0 0,16-33 453 0 0,2 1 0 0 0,0-1 1 0 0,2 1-1 0 0,0 0 1 0 0,2 1-1 0 0,0-1 0 0 0,1 1 1 0 0,2-1-1 0 0,0 1 1 0 0,1-1-1 0 0,6 30 1 0 0,-5-42-568 0 0,0-1 1 0 0,1 0 0 0 0,0-1-1 0 0,1 1 1 0 0,0 0 0 0 0,0-1-1 0 0,1 0 1 0 0,0 0 0 0 0,0 0-1 0 0,1-1 1 0 0,0 1 0 0 0,12 10-1 0 0,-8-9 42 0 0,0-2 0 0 0,1 1 0 0 0,0-1 0 0 0,0 0 0 0 0,1-1 0 0 0,0-1 0 0 0,0 0 0 0 0,18 5 0 0 0,-5-4 26 0 0,1-1 0 0 0,0-1 1 0 0,1-1-1 0 0,-1-2 1 0 0,0 0-1 0 0,1-2 1 0 0,-1-1-1 0 0,40-7 0 0 0,-29 1-106 0 0,-1-2-1 0 0,-1-1 0 0 0,0-2 1 0 0,0-1-1 0 0,-2-2 1 0 0,0-1-1 0 0,41-28 0 0 0,-57 34-46 0 0,0-2 0 0 0,-1 0 0 0 0,0-2 0 0 0,-1 1 0 0 0,-1-2 0 0 0,0 0 0 0 0,-1 0 0 0 0,-1-1-1 0 0,0-1 1 0 0,-1 0 0 0 0,-1-1 0 0 0,-1 0 0 0 0,-1 0 0 0 0,8-27 0 0 0,-11 23 100 0 0,-1 0 0 0 0,-2-1 0 0 0,0 1 0 0 0,-1 0 0 0 0,-1-1 0 0 0,-2 1 1 0 0,-8-46-1 0 0,7 51-75 0 0,-1 1 1 0 0,-1-1-1 0 0,-1 1 1 0 0,-1 0-1 0 0,0 0 1 0 0,-1 1-1 0 0,-1 0 1 0 0,0 1-1 0 0,-1 0 1 0 0,-22-26-1 0 0,18 28-160 0 0,-1 0-1 0 0,-1 0 1 0 0,0 2-1 0 0,0 0 1 0 0,-1 1-1 0 0,-1 1 0 0 0,0 0 1 0 0,0 1-1 0 0,0 2 1 0 0,-1-1-1 0 0,0 2 1 0 0,-24-4-1 0 0,19 5 32 0 0,0 2-1 0 0,-1 0 1 0 0,1 2-1 0 0,0 0 1 0 0,0 2-1 0 0,-1 1 1 0 0,2 0-1 0 0,-1 2 1 0 0,-36 12-1 0 0,28-5 137 0 0,1 2-1 0 0,1 1 1 0 0,0 1-1 0 0,1 1 1 0 0,1 2-1 0 0,1 1 1 0 0,0 1 0 0 0,2 1-1 0 0,-43 48 1 0 0,42-38 68 0 0,2 0 1 0 0,1 2-1 0 0,1 1 1 0 0,2 1 0 0 0,1 0-1 0 0,3 2 1 0 0,-23 70-1 0 0,34-92-89 0 0,2-1-1 0 0,-1 1 0 0 0,2 0 0 0 0,0 0 0 0 0,1-1 0 0 0,1 1 1 0 0,0 0-1 0 0,1 0 0 0 0,1 0 0 0 0,1 0 0 0 0,5 21 0 0 0,-4-24-1 0 0,1-1 0 0 0,0 0 0 0 0,1 0 0 0 0,1-1 0 0 0,-1 1 1 0 0,2-1-1 0 0,-1-1 0 0 0,2 0 0 0 0,-1 0 0 0 0,1 0 0 0 0,1-1 0 0 0,0 0 0 0 0,0-1 0 0 0,14 9 0 0 0,-12-10-1 0 0,0 1 1 0 0,1-2 0 0 0,0 0 0 0 0,0 0-1 0 0,0-1 1 0 0,1-1 0 0 0,0 0-1 0 0,0-1 1 0 0,0 0 0 0 0,0-1-1 0 0,0-1 1 0 0,0 0 0 0 0,17-2 0 0 0,-14-1 66 0 0,0-1 1 0 0,0 0 0 0 0,0-1 0 0 0,-1-1 0 0 0,1 0 0 0 0,-1-2 0 0 0,0 0 0 0 0,-1 0 0 0 0,0-1 0 0 0,14-11 0 0 0,-9 5-43 0 0,-1-2-1 0 0,0 1 1 0 0,-2-2-1 0 0,0-1 1 0 0,0 0 0 0 0,-2-1-1 0 0,-1 0 1 0 0,0-1-1 0 0,-1-1 1 0 0,-1 0 0 0 0,-1-1-1 0 0,-1 0 1 0 0,-1-1 0 0 0,-1 0-1 0 0,8-39 1 0 0,-10 25-239 0 0,-2 0-1 0 0,-1-68 1 0 0,-3 85 47 0 0,-2-1 1 0 0,-1 0-1 0 0,0 1 0 0 0,-2 0 0 0 0,0 0 1 0 0,-13-32-1 0 0,15 45 30 0 0,-1-1 0 0 0,-1 1 0 0 0,1 0 0 0 0,-1 0-1 0 0,0 0 1 0 0,-1 1 0 0 0,0-1 0 0 0,0 1 0 0 0,0 1 0 0 0,0-1 0 0 0,-1 1-1 0 0,0 0 1 0 0,0 1 0 0 0,-1 0 0 0 0,1 0 0 0 0,-1 0 0 0 0,0 1 0 0 0,0 0-1 0 0,0 1 1 0 0,0-1 0 0 0,0 2 0 0 0,-1-1 0 0 0,1 1 0 0 0,-16 0 0 0 0,-4 1-266 0 0,-1 2 0 0 0,1 1 0 0 0,0 1 0 0 0,0 1 1 0 0,1 2-1 0 0,-32 11 0 0 0,16-3 196 0 0,1 3 0 0 0,0 1 0 0 0,2 2 0 0 0,0 2 0 0 0,-62 47-1 0 0,49-27 959 0 0,1 3-1 0 0,3 2 0 0 0,-49 61 0 0 0,81-89-590 0 0,1 2-1 0 0,1 0 1 0 0,1 1-1 0 0,1 0 1 0 0,1 1 0 0 0,1 0-1 0 0,2 1 1 0 0,0 0 0 0 0,1 1-1 0 0,-5 38 1 0 0,10-49-167 0 0,2 0 0 0 0,0 0 1 0 0,1 0-1 0 0,0 0 0 0 0,1 0 1 0 0,1 0-1 0 0,0 0 0 0 0,1 0 0 0 0,1 0 1 0 0,0-1-1 0 0,1 1 0 0 0,1-1 1 0 0,0-1-1 0 0,0 1 0 0 0,2-1 0 0 0,0 0 1 0 0,0 0-1 0 0,1-1 0 0 0,19 20 1 0 0,-8-14-3 0 0,1-1 0 0 0,0-1 0 0 0,1-1 0 0 0,0-1 0 0 0,2-1 0 0 0,-1 0 0 0 0,2-2 0 0 0,-1-1 0 0 0,1-1 0 0 0,47 10 0 0 0,-31-11 156 0 0,1-2 0 0 0,-1-1 0 0 0,1-2 0 0 0,0-2 0 0 0,0-2-1 0 0,47-7 1 0 0,-40 0 198 0 0,-1-3 0 0 0,-1-1 0 0 0,58-24 1 0 0,-29 5 372 0 0,82-48 0 0 0,-137 68-699 0 0,-1-2 0 0 0,0 0 1 0 0,-1-2-1 0 0,-1 0 0 0 0,0-1 1 0 0,-1 0-1 0 0,0-2 0 0 0,26-37 1 0 0,-34 42-100 0 0,-1-1 0 0 0,0 0 0 0 0,-1-1 0 0 0,-1 0 0 0 0,0 0 0 0 0,-1 0 1 0 0,-1 0-1 0 0,0-1 0 0 0,-1 0 0 0 0,-1 0 0 0 0,-1 0 0 0 0,0 0 0 0 0,-1 0 1 0 0,-2-19-1 0 0,2 30 3 0 0,-1 0 0 0 0,0 0 0 0 0,0 0 1 0 0,0 0-1 0 0,0 1 0 0 0,-1-1 0 0 0,0 0 0 0 0,0 1 1 0 0,0 0-1 0 0,0-1 0 0 0,-1 1 0 0 0,0 0 0 0 0,0 0 1 0 0,0 0-1 0 0,0 1 0 0 0,-7-7 0 0 0,5 7-62 0 0,-1-1-1 0 0,1 1 0 0 0,-1 0 0 0 0,0 1 1 0 0,0-1-1 0 0,0 1 0 0 0,0 0 0 0 0,0 1 1 0 0,0-1-1 0 0,0 1 0 0 0,-1 1 0 0 0,-9-1 1 0 0,-14 1-315 0 0,0 2 0 0 0,0 1 0 0 0,0 2 0 0 0,0 0 0 0 0,1 2 0 0 0,0 1 0 0 0,-32 14 0 0 0,3 3-386 0 0,1 2 1 0 0,-75 49-1 0 0,77-41 813 0 0,-79 69 0 0 0,110-83 230 0 0,1 1 0 0 0,1 2 0 0 0,0 0-1 0 0,2 1 1 0 0,-22 37 0 0 0,36-51-108 0 0,0 0 1 0 0,1 1-1 0 0,0-1 0 0 0,0 1 0 0 0,2 0 1 0 0,-1 1-1 0 0,1-1 0 0 0,1 1 1 0 0,0-1-1 0 0,1 1 0 0 0,1-1 0 0 0,0 14 1 0 0,1-15-28 0 0,1-1 0 0 0,0 0 0 0 0,0 0 0 0 0,1-1-1 0 0,1 1 1 0 0,-1 0 0 0 0,1-1 0 0 0,1 0 0 0 0,0 0 0 0 0,0 0 0 0 0,1-1 0 0 0,0 0 0 0 0,0 0 0 0 0,1 0 0 0 0,12 10 0 0 0,-2-4 48 0 0,1 0 0 0 0,1-2 0 0 0,1 0 0 0 0,-1-1 0 0 0,2-1 0 0 0,-1-1 0 0 0,1 0 0 0 0,1-2 0 0 0,0-1 0 0 0,0 0 0 0 0,0-2 0 0 0,0 0 0 0 0,1-2 0 0 0,38 0 0 0 0,-22-3-18 0 0,0-1-1 0 0,-1-2 0 0 0,1-2 0 0 0,-1-2 0 0 0,0-1 1 0 0,0-2-1 0 0,63-28 0 0 0,-75 28 122 0 0,0-2 1 0 0,-1-1-1 0 0,-1-2 1 0 0,0 0-1 0 0,-1-1 0 0 0,34-33 1 0 0,-45 38-210 0 0,-1-1 1 0 0,-1 0-1 0 0,0-1 0 0 0,-1 0 1 0 0,0-1-1 0 0,-1 0 1 0 0,-1 0-1 0 0,0 0 0 0 0,-1-1 1 0 0,-1 0-1 0 0,0-1 1 0 0,3-27-1 0 0,-4 10-137 0 0,-2-1 0 0 0,-1 1 0 0 0,-2 0 1 0 0,-1 0-1 0 0,-2 0 0 0 0,-1 0 0 0 0,-2 0 0 0 0,-12-37 0 0 0,15 60 10 0 0,-1 0-1 0 0,0 0 1 0 0,0 0-1 0 0,-1 0 1 0 0,0 1-1 0 0,-1 0 1 0 0,0 0-1 0 0,-1 1 1 0 0,0-1-1 0 0,-1 2 0 0 0,1-1 1 0 0,-2 1-1 0 0,-18-12 1 0 0,10 10-82 0 0,-1 0 1 0 0,-1 1 0 0 0,1 1-1 0 0,-1 0 1 0 0,-1 2 0 0 0,0 1-1 0 0,-21-4 1 0 0,-2 3-23 0 0,1 2 1 0 0,-1 1-1 0 0,0 3 1 0 0,0 1 0 0 0,-69 11-1 0 0,48 0 240 0 0,0 3-1 0 0,1 3 1 0 0,-63 27 0 0 0,106-37 96 0 0,0 2 0 0 0,1 0 1 0 0,0 1-1 0 0,1 1 0 0 0,1 1 0 0 0,-1 0 1 0 0,2 2-1 0 0,0 0 0 0 0,1 1 1 0 0,0 0-1 0 0,2 1 0 0 0,0 1 1 0 0,1 1-1 0 0,0 0 0 0 0,2 0 1 0 0,-16 35-1 0 0,-4 19 907 0 0,-36 124 0 0 0,56-158-1263 0 0,2 2 1 0 0,2-1-1 0 0,2 1 0 0 0,0 80 0 0 0,5-110 129 0 0,1-1-1 0 0,0 1 1 0 0,1-1 0 0 0,0 1-1 0 0,0-1 1 0 0,1 0-1 0 0,0 0 1 0 0,1 0-1 0 0,1 0 1 0 0,-1 0 0 0 0,1-1-1 0 0,1 0 1 0 0,0 0-1 0 0,0-1 1 0 0,1 1 0 0 0,0-1-1 0 0,0-1 1 0 0,1 1-1 0 0,-1-1 1 0 0,2-1-1 0 0,-1 1 1 0 0,1-1 0 0 0,0-1-1 0 0,0 0 1 0 0,1 0-1 0 0,15 5 1 0 0,5 0 115 0 0,1-1 0 0 0,0-2 0 0 0,0-1-1 0 0,1-2 1 0 0,0 0 0 0 0,-1-3 0 0 0,1 0 0 0 0,0-2 0 0 0,0-2 0 0 0,0 0-1 0 0,50-14 1 0 0,-46 8 215 0 0,-2-2 0 0 0,1-1-1 0 0,-2-2 1 0 0,1-1 0 0 0,-2-1-1 0 0,0-2 1 0 0,-2-2 0 0 0,0 0-1 0 0,54-49 1 0 0,-60 43-135 0 0,0-1-1 0 0,-1-2 1 0 0,-2 0 0 0 0,-1-1-1 0 0,-1-1 1 0 0,-2-1-1 0 0,-1 0 1 0 0,20-60 0 0 0,-20 42 50 0 0,-2-2 0 0 0,-3 0 0 0 0,-2 0 0 0 0,-2-1 0 0 0,0-67 0 0 0,-6 99-154 0 0,-2 0-1 0 0,0 0 1 0 0,-2 0 0 0 0,0 0-1 0 0,-9-30 1 0 0,9 41-89 0 0,0 1 0 0 0,-1 1 0 0 0,0-1 0 0 0,-1 1 0 0 0,0-1 0 0 0,0 1 0 0 0,-1 0 0 0 0,0 1 0 0 0,0 0 0 0 0,-1 0 0 0 0,0 0 0 0 0,0 1 0 0 0,0-1 0 0 0,-12-6 0 0 0,1 4 24 0 0,0 0 0 0 0,0 1 0 0 0,-1 1 0 0 0,0 0 0 0 0,-1 2 0 0 0,1 0-1 0 0,-1 1 1 0 0,0 1 0 0 0,0 1 0 0 0,-1 1 0 0 0,-37 2 0 0 0,-15 6-560 0 0,-136 31-1 0 0,177-31 401 0 0,-22 5 105 0 0,2 2 1 0 0,0 2 0 0 0,1 3-1 0 0,1 2 1 0 0,0 2 0 0 0,-47 31-1 0 0,67-35 164 0 0,1 1 0 0 0,1 2 1 0 0,1 1-1 0 0,1 2 0 0 0,1 0 0 0 0,1 1 0 0 0,2 2 0 0 0,0 0 0 0 0,2 1 0 0 0,-21 41 1 0 0,17-22-106 0 0,3 2 0 0 0,2 0 0 0 0,2 1 1 0 0,2 1-1 0 0,3 0 0 0 0,2 1 1 0 0,2 0-1 0 0,3 1 0 0 0,1-1 0 0 0,6 65 1 0 0,0-93 117 0 0,1 0-1 0 0,1-1 1 0 0,1 1 0 0 0,2-1 0 0 0,0 0 0 0 0,1 0 0 0 0,2-1 0 0 0,0 0-1 0 0,25 39 1 0 0,-22-43-6 0 0,1-1-1 0 0,1-1 0 0 0,0 0 1 0 0,1-1-1 0 0,1-1 0 0 0,1 0 1 0 0,0-1-1 0 0,0-1 1 0 0,1-1-1 0 0,1-1 0 0 0,22 10 1 0 0,-12-9 139 0 0,1-2 0 0 0,0-1 0 0 0,0-1 1 0 0,1-1-1 0 0,0-2 0 0 0,1-2 0 0 0,44 0 1 0 0,-1-5 726 0 0,151-24 0 0 0,-114 4 15 0 0,-2-5-1 0 0,187-71 1 0 0,194-132-565 0 0,-417 192-551 0 0,94-55-675 0 0,-145 78 452 0 0,-2 0-1 0 0,0-2 1 0 0,-1-1-1 0 0,36-38 0 0 0,-52 50 238 0 0,0 0 0 0 0,-1 0-1 0 0,0 0 1 0 0,0 0 0 0 0,0-1-1 0 0,-1 0 1 0 0,5-11 0 0 0,-8 16 134 0 0,1 0 0 0 0,-1 0 0 0 0,0 0 0 0 0,1 0 0 0 0,-1 0 0 0 0,0 0 0 0 0,0 0 0 0 0,0 0 0 0 0,0 1 0 0 0,-1-1 0 0 0,1 0 0 0 0,0 0 0 0 0,-1 0 0 0 0,1 0 0 0 0,-1 0 0 0 0,0 1 0 0 0,0-1 0 0 0,1 0 0 0 0,-1 0 0 0 0,0 1 0 0 0,-1-1 0 0 0,1 1 0 0 0,0-1 0 0 0,0 1 0 0 0,-1-1 0 0 0,1 1 0 0 0,-1 0 0 0 0,1 0 0 0 0,-1 0 0 0 0,1 0 0 0 0,-1 0 0 0 0,0 0 0 0 0,-3-2 0 0 0,-5 0 23 0 0,0 0 0 0 0,-1 0 0 0 0,1 1 0 0 0,-1 0 0 0 0,1 0 0 0 0,-1 2 0 0 0,0-1 0 0 0,0 1 0 0 0,1 1 0 0 0,-21 3 0 0 0,-11 4-91 0 0,-52 16 0 0 0,92-23 106 0 0,-44 13-9 0 0,2 3 0 0 0,0 1 0 0 0,1 2 1 0 0,-76 49-1 0 0,92-51 265 0 0,1 1 0 0 0,1 2 0 0 0,0 0 0 0 0,2 2 0 0 0,1 0 0 0 0,1 2 0 0 0,1 0 0 0 0,-19 31 0 0 0,32-45-189 0 0,1 0 1 0 0,1 1 0 0 0,0-1-1 0 0,0 1 1 0 0,1 0 0 0 0,1 0-1 0 0,0 0 1 0 0,1 0 0 0 0,0 1-1 0 0,0 16 1 0 0,2-23-76 0 0,0 0 0 0 0,1 0 1 0 0,-1 0-1 0 0,2 0 0 0 0,-1 0 0 0 0,1 0 1 0 0,0 0-1 0 0,0 0 0 0 0,0-1 0 0 0,1 1 1 0 0,0-1-1 0 0,0 1 0 0 0,0-1 0 0 0,1 0 1 0 0,-1-1-1 0 0,1 1 0 0 0,1 0 0 0 0,-1-1 1 0 0,1 0-1 0 0,-1 0 0 0 0,1-1 1 0 0,10 7-1 0 0,2-2-16 0 0,1 0-1 0 0,-1-1 1 0 0,1-1 0 0 0,1-1 0 0 0,-1 0 0 0 0,1-1-1 0 0,0-1 1 0 0,0-1 0 0 0,-1-1 0 0 0,2 0-1 0 0,-1-2 1 0 0,21-2 0 0 0,25-6 224 0 0,-1-3-1 0 0,72-23 1 0 0,-5-4 579 0 0,-2-6-1 0 0,233-116 1 0 0,-321 139-512 0 0,-2-2-1 0 0,56-44 1 0 0,-79 55-249 0 0,-1 0 1 0 0,-1-1-1 0 0,0-1 0 0 0,-1 0 1 0 0,0-1-1 0 0,-1-1 1 0 0,-1 1-1 0 0,11-24 1 0 0,-20 35-77 0 0,1 0 1 0 0,-1 0 0 0 0,0 0 0 0 0,-1-1 0 0 0,1 1 0 0 0,-1-1 0 0 0,0 1 0 0 0,-1-1 0 0 0,1 1 0 0 0,-1-1 0 0 0,0 1 0 0 0,0-1 0 0 0,-1 1 0 0 0,0-1 0 0 0,-1-5 0 0 0,0 7-62 0 0,0-1 1 0 0,0 1 0 0 0,0 0 0 0 0,-1 0 0 0 0,0 0 0 0 0,1 0-1 0 0,-1 0 1 0 0,-1 1 0 0 0,1-1 0 0 0,0 1 0 0 0,-1 0 0 0 0,0 0-1 0 0,0 0 1 0 0,0 0 0 0 0,0 1 0 0 0,0 0 0 0 0,-8-4-1 0 0,-9-2-288 0 0,-1 1 0 0 0,0 1 0 0 0,0 0 0 0 0,0 2 0 0 0,-1 1 0 0 0,1 0 0 0 0,-26 1 0 0 0,-161 14-1389 0 0,107-1 1182 0 0,-159 39-1 0 0,203-34 860 0 0,2 2 0 0 0,0 2 0 0 0,1 3 0 0 0,-63 36-1 0 0,93-44 401 0 0,1 1 0 0 0,0 0 0 0 0,-31 29 0 0 0,49-40-572 0 0,0 1 0 0 0,1 0 0 0 0,-1 0 0 0 0,1 0 0 0 0,0 1 0 0 0,1 0 0 0 0,-1 0 0 0 0,2 0 0 0 0,-1 0 1 0 0,1 0-1 0 0,0 1 0 0 0,0 0 0 0 0,1-1 0 0 0,0 1 0 0 0,0 0 0 0 0,1 0 0 0 0,-1 9 0 0 0,3-10-89 0 0,0 0-1 0 0,0 0 1 0 0,1 0-1 0 0,0 0 1 0 0,0-1-1 0 0,1 1 1 0 0,0-1 0 0 0,0 1-1 0 0,0-1 1 0 0,1 0-1 0 0,0 0 1 0 0,0 0-1 0 0,0-1 1 0 0,1 0-1 0 0,-1 0 1 0 0,2 0 0 0 0,-1 0-1 0 0,0-1 1 0 0,1 1-1 0 0,0-1 1 0 0,10 4-1 0 0,0 1 86 0 0,1-1-1 0 0,0 0 0 0 0,0-1 1 0 0,0-2-1 0 0,1 0 0 0 0,0 0 1 0 0,20 1-1 0 0,-5-3-40 0 0,0-2 0 0 0,0-1 0 0 0,0-1 0 0 0,-1-2 0 0 0,1-2 0 0 0,0 0 0 0 0,-1-3 0 0 0,50-17 0 0 0,-45 11 302 0 0,-1-1-1 0 0,-1-2 1 0 0,0-2 0 0 0,-2-1 0 0 0,0-1 0 0 0,58-51-1 0 0,-76 58-123 0 0,-1 0 0 0 0,-1-1-1 0 0,0 0 1 0 0,-1-1-1 0 0,-1-1 1 0 0,0 0 0 0 0,15-36-1 0 0,-21 42-192 0 0,-1 0 1 0 0,0 0-1 0 0,-1-1 0 0 0,0 0 0 0 0,-1 0 0 0 0,-1 0 0 0 0,0 0 0 0 0,0 0 0 0 0,-1 0 0 0 0,0 0 0 0 0,-1 0 0 0 0,-1 0 1 0 0,0 1-1 0 0,-6-19 0 0 0,6 24-74 0 0,-1 0 1 0 0,0 0 0 0 0,-1 0-1 0 0,1 0 1 0 0,-1 0-1 0 0,0 1 1 0 0,-1 0 0 0 0,1 0-1 0 0,-1 0 1 0 0,0 0 0 0 0,0 1-1 0 0,-1 0 1 0 0,1 0-1 0 0,-1 0 1 0 0,0 1 0 0 0,0 0-1 0 0,0 0 1 0 0,-1 0 0 0 0,1 1-1 0 0,-1 0 1 0 0,1 0-1 0 0,-11-1 1 0 0,-5-1-177 0 0,0 2-1 0 0,0 0 1 0 0,0 1-1 0 0,-1 1 1 0 0,-34 5-1 0 0,23 0-200 0 0,-58 15-1 0 0,77-16 408 0 0,2 1-1 0 0,-1 0 0 0 0,0 1 1 0 0,1 1-1 0 0,0 0 0 0 0,-19 15 0 0 0,30-21 59 0 0,1-1 0 0 0,0 1-1 0 0,-1 0 1 0 0,1 0-1 0 0,0 0 1 0 0,0 0-1 0 0,0 0 1 0 0,0 1-1 0 0,0-1 1 0 0,0 0 0 0 0,0 0-1 0 0,0 1 1 0 0,0-1-1 0 0,1 1 1 0 0,-1-1-1 0 0,1 0 1 0 0,-1 1-1 0 0,1-1 1 0 0,-1 1 0 0 0,1-1-1 0 0,0 1 1 0 0,0 0-1 0 0,0 2 1 0 0,0-2-28 0 0,1-1 1 0 0,0 1 0 0 0,0-1-1 0 0,0 1 1 0 0,0-1 0 0 0,0 1-1 0 0,0-1 1 0 0,0 0-1 0 0,0 1 1 0 0,1-1 0 0 0,-1 0-1 0 0,0 0 1 0 0,1 0 0 0 0,-1 0-1 0 0,1 0 1 0 0,-1 0-1 0 0,3 1 1 0 0,6 1-91 0 0,-1 1-1 0 0,1-1 0 0 0,0 0 1 0 0,0-1-1 0 0,20 2 1 0 0,-10-3 281 0 0,0-1 1 0 0,0-2-1 0 0,-1 0 1 0 0,1 0 0 0 0,-1-2-1 0 0,0 0 1 0 0,0-2-1 0 0,0 0 1 0 0,-1-1-1 0 0,0-1 1 0 0,0 0-1 0 0,-1-1 1 0 0,0-1-1 0 0,0-1 1 0 0,-1-1 0 0 0,-1 0-1 0 0,0-1 1 0 0,15-16-1 0 0,-26 24-190 0 0,0 1 0 0 0,-1-1 0 0 0,1 1 0 0 0,-1-1 0 0 0,0 0 0 0 0,-1 0 0 0 0,1-1 0 0 0,-1 1 0 0 0,0 0 0 0 0,-1-1-1 0 0,1 1 1 0 0,-1-1 0 0 0,0 0 0 0 0,0 1 0 0 0,-1-1 0 0 0,0 0 0 0 0,0 0 0 0 0,0 1 0 0 0,-1-1 0 0 0,1 0 0 0 0,-1 1 0 0 0,-3-10 0 0 0,0 7-158 0 0,1 0 1 0 0,-1 0-1 0 0,-1 0 1 0 0,0 0-1 0 0,0 0 0 0 0,0 1 1 0 0,-1 0-1 0 0,0 1 1 0 0,0-1-1 0 0,-1 1 1 0 0,0 0-1 0 0,0 0 1 0 0,-13-7-1 0 0,-3 0-426 0 0,-1 2-1 0 0,0 0 0 0 0,-1 1 1 0 0,0 2-1 0 0,-1 0 0 0 0,1 2 1 0 0,-34-4-1 0 0,-190-8-2575 0 0,220 17 2951 0 0,-177-1-636 0 0,0 10 0 0 0,-204 33 1 0 0,154 15 1841 0 0,193-40-705 0 0,111-6-1315 0 0,20-10 2792 0 0,80-8 0 0 0,2 0-11 0 0,-32 9-1794 0 0,53-2-37 0 0,-118-3 20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5:11.283"/>
    </inkml:context>
    <inkml:brush xml:id="br0">
      <inkml:brushProperty name="width" value="0.3" units="cm"/>
      <inkml:brushProperty name="height" value="0.6" units="cm"/>
      <inkml:brushProperty name="color" value="#FFACD5"/>
      <inkml:brushProperty name="tip" value="rectangle"/>
      <inkml:brushProperty name="rasterOp" value="maskPen"/>
    </inkml:brush>
  </inkml:definitions>
  <inkml:trace contextRef="#ctx0" brushRef="#br0">0 114 6913 0 0,'1'2'-38'0'0,"-1"1"-1"0"0,1-1 1 0 0,0 0-1 0 0,0 1 1 0 0,0-1-1 0 0,0 0 0 0 0,0 1 1 0 0,0-1-1 0 0,0 0 1 0 0,1 0-1 0 0,-1 0 0 0 0,1 0 1 0 0,0 0-1 0 0,-1-1 1 0 0,5 4-1 0 0,33 25-1580 0 0,-34-26 1503 0 0,10 5-314 0 0,0-1 0 0 0,1 0 0 0 0,22 7-1 0 0,16 32 3781 0 0,-55-46-3259 0 0,-26 28 2650 0 0,20-23-2025 0 0,-43 45 4525 0 0,50-51-5200 0 0,-1 0 1 0 0,1 0-1 0 0,0 0 0 0 0,-1 0 0 0 0,1 0 0 0 0,-1 0 0 0 0,1 0 1 0 0,-1 0-1 0 0,1 0 0 0 0,-1 0 0 0 0,1 0 0 0 0,0-1 1 0 0,-1 1-1 0 0,1 0 0 0 0,-1 0 0 0 0,1 0 0 0 0,0-1 0 0 0,-1 1 1 0 0,1 0-1 0 0,-1 0 0 0 0,1-1 0 0 0,0 1 0 0 0,-1 0 1 0 0,1-1-1 0 0,0 1 0 0 0,0 0 0 0 0,-1-1 0 0 0,1 1 0 0 0,0 0 1 0 0,0-1-1 0 0,-1 1 0 0 0,1-1 0 0 0,0 1 0 0 0,0-1 0 0 0,0 0 1 0 0,-7-12-119 0 0,-7-23-241 0 0,14 33 390 0 0,-1 0 1 0 0,0-1-1 0 0,0 1 1 0 0,-1 0-1 0 0,1-1 0 0 0,0 1 1 0 0,-1 0-1 0 0,0 0 1 0 0,0 0-1 0 0,0 0 1 0 0,0 0-1 0 0,0 1 0 0 0,-1-1 1 0 0,1 1-1 0 0,-1-1 1 0 0,0 1-1 0 0,1 0 0 0 0,-1 0 1 0 0,0 0-1 0 0,-6-3 1 0 0,8 5-40 0 0,1 0 1 0 0,-1 0-1 0 0,0 0 1 0 0,1-1-1 0 0,-1 1 1 0 0,0-1-1 0 0,1 1 1 0 0,-1 0-1 0 0,0-1 1 0 0,1 1-1 0 0,-1-1 1 0 0,1 1-1 0 0,-1-1 1 0 0,1 0-1 0 0,-1 1 1 0 0,1-1-1 0 0,-1 1 1 0 0,1-1-1 0 0,0 0 1 0 0,-1 1 0 0 0,1-1-1 0 0,0 0 1 0 0,0 0-1 0 0,-1 1 1 0 0,1-1-1 0 0,0 0 1 0 0,0 0-1 0 0,0 1 1 0 0,0-1-1 0 0,0 0 1 0 0,0-1-1 0 0,1 0 38 0 0,0 0 0 0 0,-1 0 0 0 0,1-1 0 0 0,0 1 0 0 0,0 0 0 0 0,1 0 0 0 0,-1 0 0 0 0,0 0 0 0 0,1 0 0 0 0,2-2 0 0 0,4-4 261 0 0,1 0 0 0 0,19-14-1 0 0,4 2 18 0 0,0 1-1 0 0,1 2 0 0 0,69-25 1 0 0,111-18-5235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5:19.80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726 418 10594 0 0,'-16'-27'983'0'0,"-6"-4"-3215"0"0,-31-33 1 0 0,44 53 3077 0 0,6 7-521 0 0,-1-1 0 0 0,0 0 0 0 0,1 1-1 0 0,0-2 1 0 0,1 1 0 0 0,-1 0 0 0 0,1-1-1 0 0,0 1 1 0 0,0-1 0 0 0,0 0-1 0 0,1 1 1 0 0,-1-7 0 0 0,1-3 215 0 0,1 1 0 0 0,1-1 0 0 0,2-19 0 0 0,0 16-1175 0 0,-1-37 0 0 0,-2 52 612 0 0,0 0-1 0 0,-1 1 1 0 0,1-1-1 0 0,0 1 1 0 0,-1-1-1 0 0,1 1 1 0 0,-1-1 0 0 0,0 1-1 0 0,1 0 1 0 0,-1-1-1 0 0,0 1 1 0 0,-1 0-1 0 0,1 0 1 0 0,0-1-1 0 0,-1 1 1 0 0,1 0-1 0 0,-1 0 1 0 0,0 1 0 0 0,1-1-1 0 0,-1 0 1 0 0,-4-2-1 0 0,3 2 57 0 0,-1 1-1 0 0,1 0 1 0 0,0 0 0 0 0,-1 0-1 0 0,1 0 1 0 0,0 1-1 0 0,-1 0 1 0 0,1-1-1 0 0,-1 1 1 0 0,1 0 0 0 0,-1 1-1 0 0,1-1 1 0 0,0 1-1 0 0,-4 0 1 0 0,-9 4 77 0 0,2-1-1 0 0,-1 2 1 0 0,1 0 0 0 0,0 1-1 0 0,-25 16 1 0 0,11-3-176 0 0,2 1 1 0 0,1 1-1 0 0,1 1 0 0 0,0 1 1 0 0,2 1-1 0 0,1 1 1 0 0,-34 56-1 0 0,16-13 412 0 0,3 3 0 0 0,-32 88 0 0 0,60-138-184 0 0,0 0 0 0 0,2 1 0 0 0,0-1 0 0 0,2 1 0 0 0,0 0 0 0 0,-1 46 0 0 0,5-62-125 0 0,1 1-1 0 0,-1-1 0 0 0,1 1 1 0 0,0-1-1 0 0,1 0 1 0 0,0 0-1 0 0,0 0 1 0 0,0 0-1 0 0,1 0 1 0 0,0 0-1 0 0,0 0 1 0 0,1-1-1 0 0,0 1 1 0 0,0-1-1 0 0,0 0 0 0 0,1-1 1 0 0,0 1-1 0 0,0-1 1 0 0,1 0-1 0 0,-1 0 1 0 0,1 0-1 0 0,0-1 1 0 0,0 0-1 0 0,1 0 1 0 0,10 4-1 0 0,0-2 44 0 0,0 0 1 0 0,1-2-1 0 0,0 0 0 0 0,0-1 0 0 0,0 0 1 0 0,1-2-1 0 0,-1 0 0 0 0,0-1 0 0 0,30-4 1 0 0,-9-2 50 0 0,0-1 0 0 0,-1-2 0 0 0,54-20 0 0 0,-46 11-50 0 0,0-1-1 0 0,78-48 1 0 0,-101 52-81 0 0,0-1 0 0 0,0-1 0 0 0,-2-1 0 0 0,0-1 1 0 0,-1-1-1 0 0,27-34 0 0 0,-38 41-36 0 0,-1-1 1 0 0,0 0 0 0 0,-1-1-1 0 0,-1 1 1 0 0,0-1 0 0 0,-1-1-1 0 0,-1 1 1 0 0,0-1-1 0 0,-1 1 1 0 0,0-1 0 0 0,-1 0-1 0 0,-1 0 1 0 0,-2-30 0 0 0,0 37-115 0 0,0 0 0 0 0,0 0 0 0 0,-1-1 0 0 0,0 1 0 0 0,-1 0 0 0 0,1 0 0 0 0,-2 1 0 0 0,1-1 0 0 0,-2 1 0 0 0,1 0 0 0 0,-1 0 0 0 0,0 0 0 0 0,0 0 1 0 0,-1 1-1 0 0,0 0 0 0 0,0 0 0 0 0,-1 1 0 0 0,0-1 0 0 0,0 2 0 0 0,-1-1 0 0 0,1 1 0 0 0,-1 0 0 0 0,-1 0 0 0 0,-14-6 0 0 0,10 7 28 0 0,0-1-1 0 0,-1 2 1 0 0,1 0-1 0 0,-1 0 1 0 0,0 1-1 0 0,0 1 0 0 0,0 0 1 0 0,1 1-1 0 0,-18 2 1 0 0,24-1 89 0 0,0 0 0 0 0,1 1 0 0 0,-1 0 1 0 0,0 0-1 0 0,1 0 0 0 0,-1 1 0 0 0,1 0 0 0 0,-1 0 0 0 0,1 1 1 0 0,0 0-1 0 0,1 0 0 0 0,-1 0 0 0 0,1 1 0 0 0,0-1 1 0 0,0 1-1 0 0,0 0 0 0 0,0 1 0 0 0,1-1 0 0 0,-7 13 1 0 0,5-5 30 0 0,0 1 1 0 0,1 0 0 0 0,0 1 0 0 0,1-1 0 0 0,1 1-1 0 0,0-1 1 0 0,1 1 0 0 0,1 0 0 0 0,0 24 0 0 0,3-3 109 0 0,1 0 0 0 0,15 66 0 0 0,-12-77-15 0 0,0 0 1 0 0,2-1-1 0 0,1 1 1 0 0,2-2-1 0 0,0 1 1 0 0,1-1-1 0 0,1-1 1 0 0,31 40-1 0 0,-34-51-83 0 0,0 1 0 0 0,1-2 0 0 0,1 1 0 0 0,0-2 0 0 0,0 1 0 0 0,1-2 0 0 0,0 1 0 0 0,1-2 0 0 0,-1 0 0 0 0,1-1 1 0 0,1 0-1 0 0,-1-1 0 0 0,1 0 0 0 0,0-2 0 0 0,0 1 0 0 0,18 0 0 0 0,-14-2 108 0 0,0-2 0 0 0,0 0 1 0 0,0-1-1 0 0,0-1 0 0 0,0-1 1 0 0,-1-1-1 0 0,1 0 0 0 0,-1-1 1 0 0,0-1-1 0 0,-1-1 0 0 0,1-1 0 0 0,-1 0 1 0 0,21-14-1 0 0,-28 15-124 0 0,0 0 0 0 0,-1 0 0 0 0,0-1 0 0 0,0 0 0 0 0,-1-1 1 0 0,0 0-1 0 0,0 0 0 0 0,-1-1 0 0 0,-1 0 0 0 0,1 0 0 0 0,-2 0 0 0 0,1-1 0 0 0,-1 0 0 0 0,-1 0 0 0 0,0 0 0 0 0,-1 0 1 0 0,0-1-1 0 0,-1 0 0 0 0,0 1 0 0 0,0-1 0 0 0,-1 0 0 0 0,-1-14 0 0 0,-6-31 167 0 0,-3 0 1 0 0,-28-103-1 0 0,26 118-641 0 0,5 17 124 0 0,-1 1 0 0 0,-1 0 1 0 0,0 1-1 0 0,-2 0 0 0 0,-20-34 0 0 0,28 53 316 0 0,-1-1-1 0 0,0 1 1 0 0,0 0-1 0 0,-1 0 1 0 0,1 0 0 0 0,-1 1-1 0 0,0-1 1 0 0,0 1-1 0 0,0 0 1 0 0,0 0 0 0 0,0 0-1 0 0,-1 0 1 0 0,1 1-1 0 0,-1 0 1 0 0,0 0 0 0 0,0 0-1 0 0,0 0 1 0 0,0 1-1 0 0,0 0 1 0 0,0 0 0 0 0,0 0-1 0 0,0 1 1 0 0,0 0-1 0 0,0 0 1 0 0,-1 0 0 0 0,1 0-1 0 0,0 1 1 0 0,0 0-1 0 0,0 0 1 0 0,0 0 0 0 0,0 1-1 0 0,0 0 1 0 0,-8 4-1 0 0,6-2 116 0 0,1-1 0 0 0,-1 2-1 0 0,1-1 1 0 0,0 1-1 0 0,1 0 1 0 0,-1 0-1 0 0,1 0 1 0 0,0 1 0 0 0,0 0-1 0 0,1 0 1 0 0,0 0-1 0 0,0 1 1 0 0,0-1-1 0 0,1 1 1 0 0,0 0 0 0 0,0 0-1 0 0,0 0 1 0 0,-2 13-1 0 0,-2 13 160 0 0,2 0 1 0 0,-3 64-1 0 0,6-70-444 0 0,-7 290-1034 0 0,11-258 333 0 0,2 0 1 0 0,3 0-1 0 0,19 76 1 0 0,-23-122 809 0 0,1-1 1 0 0,1 1-1 0 0,0-1 1 0 0,0 1-1 0 0,12 17 1 0 0,-15-27 175 0 0,-1-1 1 0 0,1 1 0 0 0,-1-1 0 0 0,1 0 0 0 0,0 0 0 0 0,0 1 0 0 0,0-1 0 0 0,0-1 0 0 0,1 1 0 0 0,-1 0 0 0 0,0 0 0 0 0,1-1 0 0 0,-1 0 0 0 0,1 1 0 0 0,-1-1 0 0 0,1 0 0 0 0,0 0 0 0 0,0 0 0 0 0,-1-1-1 0 0,1 1 1 0 0,0-1 0 0 0,0 1 0 0 0,0-1 0 0 0,0 0 0 0 0,-1 0 0 0 0,1 0 0 0 0,0-1 0 0 0,0 1 0 0 0,0-1 0 0 0,0 1 0 0 0,-1-1 0 0 0,4-1 0 0 0,7-4 36 0 0,-1-1 0 0 0,0-1 1 0 0,0 0-1 0 0,0 0 0 0 0,-1-1 0 0 0,-1-1 1 0 0,1 0-1 0 0,-2 0 0 0 0,1-1 1 0 0,-1 0-1 0 0,-1 0 0 0 0,12-22 0 0 0,2-7-459 0 0,-2-1-1 0 0,23-70 0 0 0,-17 33 543 0 0,-3-1 0 0 0,-3-2 0 0 0,-4 0 0 0 0,-4 0 0 0 0,3-91-1 0 0,-15 165-183 0 0,0-1 0 0 0,0 1-1 0 0,-1-1 1 0 0,0 1 0 0 0,0 0-1 0 0,-1-1 1 0 0,0 1-1 0 0,0 0 1 0 0,-5-10 0 0 0,5 14-40 0 0,0 0 1 0 0,0 0-1 0 0,1 1 1 0 0,-1-1-1 0 0,-1 1 1 0 0,1 0-1 0 0,0-1 0 0 0,-1 1 1 0 0,1 0-1 0 0,-1 1 1 0 0,1-1-1 0 0,-1 0 1 0 0,0 1-1 0 0,0-1 1 0 0,0 1-1 0 0,0 0 1 0 0,0 0-1 0 0,0 0 1 0 0,0 0-1 0 0,0 1 1 0 0,0-1-1 0 0,-1 1 1 0 0,1 0-1 0 0,-4 0 1 0 0,-5 1-26 0 0,-1 0-1 0 0,1 1 1 0 0,0 1 0 0 0,0 0 0 0 0,0 1 0 0 0,1 0 0 0 0,-1 1 0 0 0,1 0 0 0 0,0 0-1 0 0,0 2 1 0 0,0-1 0 0 0,1 1 0 0 0,0 1 0 0 0,-15 14 0 0 0,-1 4 316 0 0,0 1 0 0 0,2 2 1 0 0,-34 51-1 0 0,40-53-210 0 0,2 1-1 0 0,1 0 0 0 0,1 1 1 0 0,-13 41-1 0 0,12-19-211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5:22.84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1183 593 12155 0 0,'-21'-17'34'0'0,"0"2"0"0"0,-2 0 0 0 0,0 2 1 0 0,-48-22-1 0 0,58 31-265 0 0,-1 0 0 0 0,1 0 0 0 0,0 1 0 0 0,-1 1 1 0 0,0 0-1 0 0,0 1 0 0 0,0 0 0 0 0,1 1 0 0 0,-1 1 0 0 0,0 0 0 0 0,-18 4 0 0 0,9 1 10 0 0,1 1 0 0 0,-1 2 1 0 0,2-1-1 0 0,-1 2 0 0 0,2 1 0 0 0,-1 1 0 0 0,1 1 0 0 0,1 0 0 0 0,1 1 0 0 0,0 2 0 0 0,0-1 0 0 0,2 2 0 0 0,0 0 0 0 0,-24 34 0 0 0,14-12 272 0 0,2 0-1 0 0,2 2 1 0 0,1 0-1 0 0,2 1 1 0 0,2 1-1 0 0,-17 70 1 0 0,30-100 189 0 0,1 1 0 0 0,0-1 0 0 0,1 1 0 0 0,1-1 0 0 0,0 1 0 0 0,1 0 0 0 0,3 27 0 0 0,-3-37-152 0 0,1 0 0 0 0,0 0 0 0 0,1 0 1 0 0,-1-1-1 0 0,1 1 0 0 0,-1 0 0 0 0,1-1 1 0 0,0 1-1 0 0,0-1 0 0 0,1 0 0 0 0,-1 1 1 0 0,1-1-1 0 0,0 0 0 0 0,0 0 0 0 0,0-1 1 0 0,0 1-1 0 0,0-1 0 0 0,0 1 0 0 0,1-1 1 0 0,-1 0-1 0 0,1 0 0 0 0,-1-1 0 0 0,1 1 1 0 0,0-1-1 0 0,0 0 0 0 0,0 0 0 0 0,0 0 1 0 0,0 0-1 0 0,0-1 0 0 0,7 1 0 0 0,3-1 81 0 0,0-1-1 0 0,0 0 1 0 0,0-1-1 0 0,0 0 1 0 0,0-2-1 0 0,0 1 1 0 0,-1-1-1 0 0,0-1 1 0 0,0-1-1 0 0,0 0 1 0 0,0 0-1 0 0,-1-1 0 0 0,14-11 1 0 0,-3 1 183 0 0,-1 0 1 0 0,-1-1-1 0 0,0-2 1 0 0,-2 0-1 0 0,30-39 0 0 0,-32 34-561 0 0,-1 0-1 0 0,-2-1 0 0 0,0-1 0 0 0,-2 0 0 0 0,-1-1 0 0 0,-1 0 0 0 0,-2-1 1 0 0,0 0-1 0 0,5-52 0 0 0,-10 58 54 0 0,-2-1 0 0 0,-1 1-1 0 0,0-1 1 0 0,-2 0 0 0 0,-1 1 0 0 0,-1-1 0 0 0,0 1-1 0 0,-2 0 1 0 0,-1 0 0 0 0,-1 1 0 0 0,0 0 0 0 0,-22-37-1 0 0,26 52 266 0 0,-1 0-1 0 0,0 1 1 0 0,-1-1-1 0 0,0 1 1 0 0,0 0-1 0 0,0 1 1 0 0,0 0-1 0 0,-1 0 0 0 0,0 0 1 0 0,0 1-1 0 0,0 0 1 0 0,-1 0-1 0 0,1 0 1 0 0,-1 1-1 0 0,0 1 0 0 0,0-1 1 0 0,0 1-1 0 0,0 0 1 0 0,0 1-1 0 0,-1 0 1 0 0,1 0-1 0 0,0 1 1 0 0,-1 0-1 0 0,-15 3 0 0 0,11-2-116 0 0,-1 2-1 0 0,1 0 1 0 0,0 0-1 0 0,0 1 1 0 0,0 1-1 0 0,0 0 1 0 0,1 1-1 0 0,-1 0 1 0 0,1 1-1 0 0,1 0 1 0 0,0 1-1 0 0,0 0 1 0 0,0 1-1 0 0,-14 15 1 0 0,14-10-90 0 0,0 2 0 0 0,0-1 0 0 0,1 2 0 0 0,1-1 0 0 0,1 1 0 0 0,1 0 1 0 0,0 1-1 0 0,1 0 0 0 0,1 0 0 0 0,0 0 0 0 0,2 1 0 0 0,0 0 0 0 0,1-1 0 0 0,1 1 1 0 0,0 0-1 0 0,2 0 0 0 0,0 0 0 0 0,1 0 0 0 0,1-1 0 0 0,1 1 0 0 0,0-1 0 0 0,2 0 1 0 0,0 0-1 0 0,1 0 0 0 0,0-1 0 0 0,2 0 0 0 0,16 25 0 0 0,-23-39 82 0 0,0 0 0 0 0,1 0 0 0 0,-1 0 1 0 0,0 0-1 0 0,1-1 0 0 0,0 1 0 0 0,0-1 0 0 0,0 0 0 0 0,0 1 0 0 0,0-2 0 0 0,0 1 0 0 0,0 0 1 0 0,1 0-1 0 0,-1-1 0 0 0,1 0 0 0 0,-1 0 0 0 0,1 0 0 0 0,0 0 0 0 0,-1 0 0 0 0,1-1 0 0 0,0 1 1 0 0,-1-1-1 0 0,1 0 0 0 0,0 0 0 0 0,4-1 0 0 0,-2-1 65 0 0,0 0-1 0 0,0 0 1 0 0,-1 0 0 0 0,1-1-1 0 0,-1 0 1 0 0,0 0 0 0 0,1 0 0 0 0,-1-1-1 0 0,-1 1 1 0 0,1-1 0 0 0,-1 0-1 0 0,1-1 1 0 0,-1 1 0 0 0,7-11 0 0 0,9-14 39 0 0,-2-1 1 0 0,0-1 0 0 0,-2-1 0 0 0,-2 0 0 0 0,-1-1 0 0 0,-1-1 0 0 0,-2 0 0 0 0,-1 0 0 0 0,-2-1 0 0 0,-1 0 0 0 0,-2-1 0 0 0,-2 1 0 0 0,-2-49 0 0 0,-1 68-182 0 0,-12-154-919 0 0,10 148 905 0 0,0 1 1 0 0,-2 0 0 0 0,-1 0 0 0 0,-1 0-1 0 0,-16-34 1 0 0,22 51 89 0 0,-1 1 0 0 0,0 0 0 0 0,0 0 0 0 0,0 0 0 0 0,0 0 0 0 0,0 0 0 0 0,-1 1 0 0 0,1-1 0 0 0,-1 1 0 0 0,0-1 0 0 0,0 1 0 0 0,0 0 0 0 0,0 0 0 0 0,0 0 0 0 0,0 1 0 0 0,0-1 0 0 0,-1 1 0 0 0,-5-2 0 0 0,4 2 66 0 0,-1 1-1 0 0,1-1 0 0 0,0 1 0 0 0,0 1 0 0 0,0-1 0 0 0,0 1 0 0 0,0-1 1 0 0,0 2-1 0 0,0-1 0 0 0,0 0 0 0 0,-9 5 0 0 0,-5 4 150 0 0,0 0 0 0 0,0 2 0 0 0,1 0-1 0 0,1 1 1 0 0,-17 17 0 0 0,-12 14-186 0 0,2 2 1 0 0,1 2-1 0 0,3 1 1 0 0,2 3-1 0 0,3 1 0 0 0,2 2 1 0 0,2 0-1 0 0,-33 84 1 0 0,49-98 12 0 0,1 1 0 0 0,3 1 0 0 0,1-1 0 0 0,2 2 0 0 0,2-1 0 0 0,2 1 0 0 0,1 0 0 0 0,3 0 0 0 0,2 0 0 0 0,1 0 0 0 0,2 0 0 0 0,16 60 0 0 0,-14-80-115 0 0,1-1 0 0 0,1 0-1 0 0,1-1 1 0 0,1 0 0 0 0,1 0-1 0 0,1-1 1 0 0,0-1 0 0 0,2 0-1 0 0,0-1 1 0 0,2 0 0 0 0,25 22 0 0 0,-27-28 167 0 0,1-1 1 0 0,0-1 0 0 0,1-1 0 0 0,0 0 0 0 0,0-1 0 0 0,1-1-1 0 0,1 0 1 0 0,-1-2 0 0 0,1 0 0 0 0,0-1 0 0 0,0-1 0 0 0,1 0-1 0 0,-1-2 1 0 0,35 0 0 0 0,-20-3-6 0 0,0-3 0 0 0,0 0-1 0 0,0-2 1 0 0,-1-2 0 0 0,0-1 0 0 0,-1-2-1 0 0,0-1 1 0 0,0-1 0 0 0,-1-2 0 0 0,-1-1-1 0 0,43-30 1 0 0,-26 11-21 0 0,-1-2 0 0 0,-2-2-1 0 0,-2-1 1 0 0,-1-3 0 0 0,66-91 0 0 0,-88 107-203 0 0,-2-1 0 0 0,0-1 0 0 0,-2-1 0 0 0,-1 0 0 0 0,-2-1 0 0 0,-1 0 0 0 0,-1-1-1 0 0,-1 0 1 0 0,-3-1 0 0 0,0 1 0 0 0,-2-1 0 0 0,-1-1 0 0 0,-3-43 0 0 0,0 74 157 0 0,0-1-1 0 0,0 0 1 0 0,0 0 0 0 0,-1 0-1 0 0,0 0 1 0 0,0 0-1 0 0,0 1 1 0 0,0-1 0 0 0,-1 0-1 0 0,1 1 1 0 0,-1-1-1 0 0,-2-3 1 0 0,2 6-2 0 0,1 0 0 0 0,0 0 0 0 0,-1 0 0 0 0,1 0 0 0 0,-1 0 0 0 0,1 0 0 0 0,-1 1 0 0 0,1-1 0 0 0,-1 0 0 0 0,1 1 0 0 0,-1 0 0 0 0,0-1 0 0 0,1 1 0 0 0,-1 0 0 0 0,0 0 0 0 0,1 0 0 0 0,-1 0 0 0 0,0 0 0 0 0,1 0 0 0 0,-1 0 0 0 0,0 1 0 0 0,1-1 0 0 0,-1 0 0 0 0,0 1 0 0 0,1 0 0 0 0,-1-1 0 0 0,1 1 0 0 0,-1 0 0 0 0,-2 2 0 0 0,-16 8 3 0 0,0 0 0 0 0,1 2 0 0 0,0 1 0 0 0,1 0 0 0 0,0 1 0 0 0,2 1-1 0 0,-17 19 1 0 0,-96 133-89 0 0,-94 171-19 0 0,163-234 272 0 0,-65 154-1 0 0,92-175 499 0 0,-34 133-1 0 0,56-170-608 0 0,2 1 0 0 0,2 0 0 0 0,3 1 0 0 0,1 73 0 0 0,4-107-96 0 0,1 1 0 0 0,0-1 0 0 0,0 1 0 0 0,2-1 0 0 0,0 0 0 0 0,1 0 0 0 0,0-1 0 0 0,10 19 0 0 0,-12-27 12 0 0,0-1 0 0 0,0 0 0 0 0,1 0 0 0 0,-1 0 0 0 0,1 0 0 0 0,1-1 0 0 0,-1 1 0 0 0,1-1 0 0 0,-1 0 0 0 0,1-1 0 0 0,0 1 0 0 0,1-1 0 0 0,-1 0 0 0 0,0 0 0 0 0,1-1 0 0 0,0 1 0 0 0,0-1 0 0 0,-1 0 0 0 0,1-1 0 0 0,0 1 0 0 0,0-1 0 0 0,1-1 0 0 0,9 1 1 0 0,3-2 3 0 0,1-1 1 0 0,-1-1 0 0 0,1-1 0 0 0,-1-1 0 0 0,0 0 0 0 0,-1-1-1 0 0,1-2 1 0 0,-2 1 0 0 0,1-2 0 0 0,-1 0 0 0 0,0-2 0 0 0,-1 0 0 0 0,17-13-1 0 0,-3-2-68 0 0,0 0-1 0 0,-2-2 0 0 0,-1-2 1 0 0,-2 0-1 0 0,34-51 0 0 0,5-29-1351 0 0,-58 96 1247 0 0,0 0 1 0 0,0 0 0 0 0,-2 0-1 0 0,0 0 1 0 0,0-1-1 0 0,2-21 1 0 0,-6 34 151 0 0,0 0-1 0 0,1 0 1 0 0,-1 0 0 0 0,0 0 0 0 0,0-1-1 0 0,0 1 1 0 0,-1 0 0 0 0,1 0-1 0 0,0 0 1 0 0,-1 0 0 0 0,1 0-1 0 0,-1 0 1 0 0,0 1 0 0 0,0-1-1 0 0,0 0 1 0 0,0 0 0 0 0,0 0 0 0 0,0 1-1 0 0,0-1 1 0 0,0 0 0 0 0,-1 1-1 0 0,1-1 1 0 0,-1 1 0 0 0,1 0-1 0 0,-4-3 1 0 0,3 3-14 0 0,-1 1 0 0 0,1-1 1 0 0,0 1-1 0 0,-1-1 0 0 0,1 1 0 0 0,-1 0 0 0 0,1 0 0 0 0,0 0 0 0 0,-1 0 1 0 0,1 0-1 0 0,-1 1 0 0 0,1-1 0 0 0,0 1 0 0 0,-1 0 0 0 0,1-1 1 0 0,0 1-1 0 0,-1 0 0 0 0,1 0 0 0 0,0 1 0 0 0,0-1 0 0 0,-3 3 1 0 0,-15 10-142 0 0,1 1 0 0 0,1 1 0 0 0,0 0 0 0 0,-15 20 0 0 0,-60 80 194 0 0,77-94-39 0 0,-63 78 489 0 0,-73 102 1159 0 0,135-176-1141 0 0,2 0 1 0 0,1 1-1 0 0,1 1 1 0 0,1 0 0 0 0,1 1-1 0 0,-7 32 1 0 0,16-51-209 0 0,0 0 1 0 0,0-1 0 0 0,1 1-1 0 0,1 0 1 0 0,0 0-1 0 0,0 0 1 0 0,1 0 0 0 0,3 17-1 0 0,-3-22-156 0 0,1 0 0 0 0,0 0 0 0 0,0 0 0 0 0,0-1 0 0 0,1 1 0 0 0,-1-1 1 0 0,1 1-1 0 0,0-1 0 0 0,0 0 0 0 0,0 0 0 0 0,1-1 0 0 0,0 1 0 0 0,-1-1 0 0 0,1 1 0 0 0,1-1 0 0 0,-1 0 0 0 0,0-1 0 0 0,8 5 0 0 0,6 0 5 0 0,-1-1-1 0 0,1-1 1 0 0,-1 0 0 0 0,1-1-1 0 0,1-1 1 0 0,-1-1 0 0 0,0-1 0 0 0,1 0-1 0 0,-1-1 1 0 0,1-1 0 0 0,-1-1-1 0 0,24-5 1 0 0,-2-2 183 0 0,0-2 0 0 0,0-1 0 0 0,-1-2 0 0 0,53-27 0 0 0,-59 23-401 0 0,-1 0-1 0 0,0-2 0 0 0,-1-2 0 0 0,-1-1 0 0 0,-1-1 0 0 0,-1-1 1 0 0,40-48-1 0 0,-49 49-99 0 0,-1-2 1 0 0,0 0-1 0 0,-2-1 0 0 0,-2 0 0 0 0,0-2 1 0 0,-2 1-1 0 0,-1-2 0 0 0,-1 1 1 0 0,10-50-1 0 0,-14 44 107 0 0,0 0 0 0 0,-2 0 0 0 0,-2 0 0 0 0,-1 0 0 0 0,-2-1 0 0 0,-7-48 0 0 0,7 80 67 0 0,0-1-1 0 0,0 1 0 0 0,0 0 1 0 0,0 0-1 0 0,-1 0 0 0 0,1 1 1 0 0,-1-1-1 0 0,0 0 0 0 0,-1 1 1 0 0,1-1-1 0 0,0 1 0 0 0,-1-1 1 0 0,0 1-1 0 0,0 0 0 0 0,0 0 1 0 0,-5-3-1 0 0,4 3-5 0 0,0 1 0 0 0,0 1-1 0 0,-1-1 1 0 0,1 0 0 0 0,-1 1 0 0 0,1 0 0 0 0,-1 0-1 0 0,1 0 1 0 0,-1 1 0 0 0,0-1 0 0 0,1 1 0 0 0,-1 0-1 0 0,0 1 1 0 0,-7 1 0 0 0,-14 3-80 0 0,1 1 1 0 0,0 1-1 0 0,0 2 0 0 0,0 0 1 0 0,2 2-1 0 0,-1 0 0 0 0,-31 22 1 0 0,-3 6-248 0 0,-82 73 1 0 0,-215 210-1581 0 0,330-299 2061 0 0,1 2-1 0 0,1 0 1 0 0,1 2 0 0 0,1 0-1 0 0,-19 34 1 0 0,35-51 140 0 0,-1 0 0 0 0,1 1 0 0 0,0-1 0 0 0,1 1 0 0 0,1 0 0 0 0,0 1 0 0 0,0-1 1 0 0,1 1-1 0 0,0-1 0 0 0,1 1 0 0 0,1-1 0 0 0,-1 1 0 0 0,2 0 0 0 0,0-1 0 0 0,0 1 0 0 0,1-1 0 0 0,0 1 0 0 0,7 18 0 0 0,-3-15-141 0 0,1 0-1 0 0,1-1 1 0 0,0 1 0 0 0,0-1-1 0 0,2-1 1 0 0,0 0-1 0 0,0 0 1 0 0,1-1 0 0 0,0 0-1 0 0,1-1 1 0 0,1 0-1 0 0,0-1 1 0 0,0-1 0 0 0,29 16-1 0 0,-28-19-153 0 0,-1 0-1 0 0,1-1 0 0 0,0-1 1 0 0,0 0-1 0 0,1-1 1 0 0,-1 0-1 0 0,1-1 0 0 0,-1-1 1 0 0,1 0-1 0 0,0-1 0 0 0,0-1 1 0 0,-1 0-1 0 0,1-1 1 0 0,-1-1-1 0 0,1 0 0 0 0,26-10 1 0 0,-14 1 174 0 0,0-2 1 0 0,-1-1-1 0 0,-1 0 0 0 0,0-2 1 0 0,-1-1-1 0 0,-1-1 0 0 0,0-1 1 0 0,-2-1-1 0 0,0-1 0 0 0,-2-1 1 0 0,0-1-1 0 0,-2 0 0 0 0,23-42 1 0 0,-30 46-272 0 0,-1 0 1 0 0,-1 0 0 0 0,-1 0-1 0 0,7-34 1 0 0,-12 44 27 0 0,0 0 1 0 0,-1-1-1 0 0,-1 1 0 0 0,1 0 1 0 0,-2-1-1 0 0,1 1 0 0 0,-1 0 0 0 0,-1 0 1 0 0,0 0-1 0 0,0 0 0 0 0,-7-17 1 0 0,8 24 49 0 0,-1-1-1 0 0,0 1 1 0 0,0 0 0 0 0,0-1 0 0 0,0 1-1 0 0,-1 0 1 0 0,1 0 0 0 0,-1 1 0 0 0,0-1 0 0 0,0 0-1 0 0,0 1 1 0 0,0 0 0 0 0,0-1 0 0 0,0 1-1 0 0,-1 1 1 0 0,1-1 0 0 0,-1 0 0 0 0,1 1 0 0 0,-1 0-1 0 0,0 0 1 0 0,0 0 0 0 0,1 0 0 0 0,-1 0-1 0 0,0 1 1 0 0,0 0 0 0 0,0 0 0 0 0,0 0 0 0 0,0 0-1 0 0,1 0 1 0 0,-1 1 0 0 0,0 0 0 0 0,-7 2-1 0 0,-4 1-156 0 0,0 2-1 0 0,0-1 0 0 0,0 2 0 0 0,1 0 0 0 0,0 1 0 0 0,-22 16 0 0 0,0 4-36 0 0,2 1 0 0 0,1 2 0 0 0,2 1 0 0 0,-28 37 0 0 0,-102 154 196 0 0,123-169 240 0 0,6-4 289 0 0,1 0 1 0 0,2 2-1 0 0,3 1 0 0 0,2 1 0 0 0,3 1 0 0 0,2 1 0 0 0,-23 112 0 0 0,39-149-387 0 0,1 0-1 0 0,1 1 1 0 0,1 0-1 0 0,0-1 1 0 0,1 1 0 0 0,1-1-1 0 0,1 0 1 0 0,1 1-1 0 0,1-1 1 0 0,13 35-1 0 0,-13-43-111 0 0,0-1-1 0 0,1 0 0 0 0,0 0 0 0 0,0 0 0 0 0,1-1 0 0 0,0 0 1 0 0,1 0-1 0 0,0-1 0 0 0,1 0 0 0 0,-1 0 0 0 0,1-1 1 0 0,1 0-1 0 0,-1 0 0 0 0,1-1 0 0 0,1-1 0 0 0,-1 0 0 0 0,1 0 1 0 0,-1-1-1 0 0,19 5 0 0 0,-14-6 74 0 0,0-1 1 0 0,0 0-1 0 0,1-1 1 0 0,-1-1-1 0 0,0 0 1 0 0,1-1-1 0 0,-1-1 1 0 0,0-1-1 0 0,0 0 1 0 0,0 0-1 0 0,0-2 1 0 0,-1 0-1 0 0,1 0 1 0 0,-1-1-1 0 0,-1-1 1 0 0,1-1-1 0 0,-1 0 1 0 0,20-16-1 0 0,-15 10-74 0 0,0-1 0 0 0,-2-1 0 0 0,1-1 0 0 0,-2 0 0 0 0,0-1 0 0 0,-2-1 0 0 0,0 0 0 0 0,0-1 0 0 0,-2 0 0 0 0,-1-1 0 0 0,15-40 0 0 0,-20 42-22 0 0,-1 1 0 0 0,0-1 0 0 0,-1 0 0 0 0,-1 0 0 0 0,-1 0 0 0 0,-2-30 1 0 0,1 40 36 0 0,-1 0 0 0 0,0 0 0 0 0,-1 0 0 0 0,0 0 0 0 0,0 0 0 0 0,-1 0 0 0 0,0 1 0 0 0,-1-1 0 0 0,0 1 1 0 0,0 0-1 0 0,0 0 0 0 0,-1 1 0 0 0,-1-1 0 0 0,1 1 0 0 0,-13-12 0 0 0,13 15 28 0 0,0 1 0 0 0,0 0 0 0 0,0 0 0 0 0,-1 0 0 0 0,0 1 0 0 0,1 0 0 0 0,-1 0 0 0 0,0 1 0 0 0,0-1 0 0 0,0 1 0 0 0,0 0 0 0 0,0 1 0 0 0,0-1 0 0 0,0 1 0 0 0,0 1 0 0 0,0-1 0 0 0,0 1 0 0 0,-8 2 0 0 0,-4 1 45 0 0,-1 1 0 0 0,1 1 0 0 0,1 0-1 0 0,-29 16 1 0 0,-22 18 98 0 0,2 3-1 0 0,-100 85 1 0 0,128-97-228 0 0,2 2-1 0 0,2 2 1 0 0,1 1 0 0 0,-53 75 0 0 0,74-94 195 0 0,1 1 1 0 0,0 1 0 0 0,2 0-1 0 0,0 1 1 0 0,1 0-1 0 0,1 0 1 0 0,1 0 0 0 0,0 1-1 0 0,2 0 1 0 0,1 0-1 0 0,0 0 1 0 0,1 0-1 0 0,3 35 1 0 0,-1-48-135 0 0,2 0 1 0 0,-1 0-1 0 0,1 0 0 0 0,0 0 1 0 0,1-1-1 0 0,0 1 1 0 0,0 0-1 0 0,1-1 0 0 0,-1 0 1 0 0,2 0-1 0 0,-1 0 0 0 0,1-1 1 0 0,0 1-1 0 0,0-1 0 0 0,1 0 1 0 0,-1-1-1 0 0,2 1 1 0 0,-1-1-1 0 0,12 7 0 0 0,-7-6-86 0 0,0 0 0 0 0,0-1 0 0 0,0-1 0 0 0,1 0-1 0 0,-1-1 1 0 0,1 0 0 0 0,0 0 0 0 0,0-2 0 0 0,0 1 0 0 0,0-1-1 0 0,1-1 1 0 0,17-2 0 0 0,2-2 92 0 0,0-2-1 0 0,0-1 1 0 0,-1-1 0 0 0,0-2 0 0 0,-1-1-1 0 0,0-1 1 0 0,0-2 0 0 0,-2 0 0 0 0,0-3-1 0 0,0 0 1 0 0,26-23 0 0 0,-28 19-263 0 0,-1-1 0 0 0,-1-1 0 0 0,-1-1 0 0 0,-1-1 0 0 0,-2-1 0 0 0,0-1 0 0 0,-2-1-1 0 0,0 0 1 0 0,-3-2 0 0 0,22-53 0 0 0,-26 40-2189 0 0,-37 71-802 0 0,-3 17 2935 0 0,1 1 0 0 0,-33 79 0 0 0,49-97 992 0 0,2 1 0 0 0,1 0-1 0 0,1 0 1 0 0,1 1-1 0 0,2 0 1 0 0,-2 34-1 0 0,7-53-441 0 0,0 1 0 0 0,1-1 0 0 0,0 1-1 0 0,1-1 1 0 0,0 0 0 0 0,1 0 0 0 0,0 1-1 0 0,0-2 1 0 0,1 1 0 0 0,1 0 0 0 0,0-1-1 0 0,0 0 1 0 0,1 0 0 0 0,1 0 0 0 0,-1-1 0 0 0,1 0-1 0 0,1 0 1 0 0,13 12 0 0 0,-9-12-235 0 0,0 0 0 0 0,0 0 0 0 0,0-2 1 0 0,1 1-1 0 0,1-1 0 0 0,-1-1 0 0 0,1-1 0 0 0,0 0 1 0 0,0 0-1 0 0,0-1 0 0 0,1-1 0 0 0,0-1 1 0 0,26 2-1 0 0,-19-4 134 0 0,1 0 0 0 0,-1-1 0 0 0,0-1 0 0 0,0-1 0 0 0,-1-2 0 0 0,36-10 0 0 0,-46 11-109 0 0,1-1 1 0 0,-1 0-1 0 0,0-1 0 0 0,0 0 0 0 0,-1-1 0 0 0,1 0 0 0 0,-1 0 0 0 0,-1-1 0 0 0,0-1 0 0 0,0 0 0 0 0,-1 0 0 0 0,0 0 0 0 0,9-14 0 0 0,0-6-56 0 0,-2-1-1 0 0,0-1 0 0 0,-3 0 0 0 0,0 0 1 0 0,-2-1-1 0 0,-2-1 0 0 0,0 1 1 0 0,-3-1-1 0 0,0-1 0 0 0,-2 1 0 0 0,-2-1 1 0 0,-1 1-1 0 0,-2-1 0 0 0,-1 1 1 0 0,-1 0-1 0 0,-2-1 0 0 0,-20-62 0 0 0,22 84-263 0 0,0 1-1 0 0,-1-1 0 0 0,0 1 0 0 0,-1 0 0 0 0,-12-17 0 0 0,16 25 154 0 0,0 1 0 0 0,0-1 0 0 0,-1 1 0 0 0,1-1 0 0 0,0 1 0 0 0,-1 0 0 0 0,0 0 0 0 0,1 0 0 0 0,-1 0 0 0 0,0 1 0 0 0,0-1 0 0 0,0 1 0 0 0,0 0 0 0 0,0 0 0 0 0,0 0 0 0 0,-1 0 0 0 0,1 0 0 0 0,0 0 0 0 0,0 1 0 0 0,-1 0 0 0 0,1 0 0 0 0,0 0 0 0 0,-1 0 0 0 0,1 0 0 0 0,0 1 0 0 0,-5 0 0 0 0,-12 7-587 0 0,0 0-1 0 0,0 1 1 0 0,1 1-1 0 0,0 1 1 0 0,-28 21 0 0 0,22-14 147 0 0,-14 10 233 0 0,0 2-1 0 0,2 1 1 0 0,1 2 0 0 0,2 2 0 0 0,-33 43 0 0 0,38-40 1792 0 0,2 1 0 0 0,-41 79 0 0 0,63-107-663 0 0,0 0 1 0 0,1 0 0 0 0,1 0 0 0 0,-1 1 0 0 0,-2 18-1 0 0,6-29-728 0 0,-1 1 0 0 0,1-1 0 0 0,0 1 0 0 0,0 0-1 0 0,0-1 1 0 0,0 1 0 0 0,0 0 0 0 0,0-1 0 0 0,0 1-1 0 0,0 0 1 0 0,1-1 0 0 0,-1 1 0 0 0,0 0 0 0 0,1-1-1 0 0,0 1 1 0 0,-1-1 0 0 0,1 1 0 0 0,0-1 0 0 0,0 1-1 0 0,0-1 1 0 0,0 0 0 0 0,0 1 0 0 0,0-1 0 0 0,0 0-1 0 0,0 0 1 0 0,1 0 0 0 0,-1 0 0 0 0,0 0 0 0 0,1 0-1 0 0,-1 0 1 0 0,0 0 0 0 0,1-1 0 0 0,0 1 0 0 0,-1 0-1 0 0,1-1 1 0 0,-1 1 0 0 0,1-1 0 0 0,0 0 0 0 0,-1 1-1 0 0,1-1 1 0 0,0 0 0 0 0,-1 0 0 0 0,1 0 0 0 0,0 0-1 0 0,-1-1 1 0 0,1 1 0 0 0,-1 0 0 0 0,1-1-1 0 0,1 0 1 0 0,7-1 18 0 0,-2 0-1 0 0,1-1 0 0 0,0 0 0 0 0,-1-1 1 0 0,1 0-1 0 0,-1 0 0 0 0,0-1 0 0 0,0 0 1 0 0,-1 0-1 0 0,9-8 0 0 0,12-12 762 0 0,28-33-1 0 0,-33 33-429 0 0,6-7-236 0 0,-1-2 1 0 0,-2-1 0 0 0,-1-2 0 0 0,33-66 0 0 0,-25 34-1097 0 0,42-135-1 0 0,-74 201 884 0 0,1-1 1 0 0,-2 1-1 0 0,1-1 1 0 0,0 1-1 0 0,-1 0 0 0 0,1-1 1 0 0,-1 1-1 0 0,0-1 1 0 0,0-3-1 0 0,-1 6 59 0 0,1 1-1 0 0,0 0 1 0 0,0-1 0 0 0,0 1 0 0 0,0-1-1 0 0,0 1 1 0 0,-1 0 0 0 0,1-1-1 0 0,0 1 1 0 0,0 0 0 0 0,-1-1-1 0 0,1 1 1 0 0,0 0 0 0 0,-1-1 0 0 0,1 1-1 0 0,0 0 1 0 0,-1 0 0 0 0,1-1-1 0 0,0 1 1 0 0,-1 0 0 0 0,1 0-1 0 0,0 0 1 0 0,-1 0 0 0 0,1-1 0 0 0,-1 1-1 0 0,1 0 1 0 0,0 0 0 0 0,-1 0-1 0 0,-21 7 243 0 0,11 0-67 0 0,0 1 1 0 0,0 0 0 0 0,1 1 0 0 0,0 0 0 0 0,1 0 0 0 0,0 1-1 0 0,0 1 1 0 0,1-1 0 0 0,0 1 0 0 0,-8 18 0 0 0,12-22 48 0 0,0 0-1 0 0,0 0 1 0 0,1 0 0 0 0,0 1-1 0 0,1 0 1 0 0,0-1 0 0 0,0 1-1 0 0,0 0 1 0 0,1 0 0 0 0,0 0 0 0 0,1 0-1 0 0,0 0 1 0 0,0 0 0 0 0,1 0-1 0 0,0 0 1 0 0,0 0 0 0 0,1 0-1 0 0,4 12 1 0 0,-5-16-274 0 0,1-1 0 0 0,0 1-1 0 0,0-1 1 0 0,0 0 0 0 0,1 1-1 0 0,-1-1 1 0 0,1 0 0 0 0,0-1-1 0 0,0 1 1 0 0,0 0 0 0 0,0-1 0 0 0,0 0-1 0 0,0 1 1 0 0,1-1 0 0 0,-1-1-1 0 0,5 3 1 0 0,5 0-669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5:23.00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164 1 14283 0 0,'-35'31'1272'0'0,"10"-6"-1016"0"0,1 0-256 0 0,8-4 0 0 0,7-7-264 0 0,5-2-104 0 0,-4 7-16 0 0,-8 11-8 0 0,-11 11 296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5:27.528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655 1019 10594 0 0,'67'-112'2119'0'0,"54"-96"-786"0"0,-101 168-1030 0 0,-1-1 0 0 0,-3-1 1 0 0,15-56-1 0 0,-28 87-244 0 0,0 0 0 0 0,-2-1 1 0 0,1 1-1 0 0,-1 0 0 0 0,-1-1 0 0 0,0 1 0 0 0,0 0 0 0 0,-2-1 0 0 0,1 1 0 0 0,-4-12 0 0 0,4 18-119 0 0,-1-1 0 0 0,-1 1 0 0 0,1-1-1 0 0,-1 1 1 0 0,0 0 0 0 0,0 0 0 0 0,0 0 0 0 0,-1 0-1 0 0,0 1 1 0 0,0-1 0 0 0,0 1 0 0 0,0 0-1 0 0,-1 0 1 0 0,1 1 0 0 0,-1-1 0 0 0,0 1-1 0 0,0 0 1 0 0,-1 0 0 0 0,1 1 0 0 0,-11-4-1 0 0,3 2-33 0 0,-1 0-1 0 0,1 2 0 0 0,-1 0 0 0 0,0 0 0 0 0,0 1 0 0 0,0 1 0 0 0,0 0 0 0 0,1 1 0 0 0,-1 0 0 0 0,0 2 0 0 0,0-1 0 0 0,1 2 0 0 0,-1-1 0 0 0,-17 9 1 0 0,15-5 152 0 0,0 1 1 0 0,0 0 0 0 0,1 2 0 0 0,0-1-1 0 0,0 2 1 0 0,1 0 0 0 0,1 1 0 0 0,0 0-1 0 0,1 1 1 0 0,-20 26 0 0 0,9-8 203 0 0,3 2 1 0 0,1 1-1 0 0,1 1 0 0 0,2 0 0 0 0,1 1 1 0 0,2 0-1 0 0,1 1 0 0 0,-11 69 0 0 0,22-100-232 0 0,0-1-1 0 0,1 0 0 0 0,0 1 0 0 0,0-1 0 0 0,0 0 1 0 0,0 1-1 0 0,1-1 0 0 0,0 0 0 0 0,0 1 0 0 0,1-1 0 0 0,-1 0 1 0 0,1 0-1 0 0,0 0 0 0 0,0 0 0 0 0,1 0 0 0 0,3 4 0 0 0,-2-5 29 0 0,-1 0-1 0 0,1-1 1 0 0,0 1-1 0 0,0-1 1 0 0,0 0-1 0 0,1 0 0 0 0,-1-1 1 0 0,1 1-1 0 0,-1-1 1 0 0,1 0-1 0 0,0 0 1 0 0,0-1-1 0 0,0 1 1 0 0,0-1-1 0 0,0 0 0 0 0,9 0 1 0 0,-1-1 5 0 0,0 0 0 0 0,0 0-1 0 0,-1-2 1 0 0,1 1 0 0 0,0-2 0 0 0,-1 1 0 0 0,1-2 0 0 0,-1 0 0 0 0,0 0 0 0 0,0-1-1 0 0,-1-1 1 0 0,1 0 0 0 0,-1 0 0 0 0,11-9 0 0 0,6-6 123 0 0,-1 0 0 0 0,-1-2 0 0 0,-1-1 0 0 0,22-28 1 0 0,-29 29-26 0 0,0 0 1 0 0,-2-1-1 0 0,0-1 1 0 0,-2-1-1 0 0,-1 0 1 0 0,-1-1-1 0 0,-1 0 1 0 0,-2 0 0 0 0,11-49-1 0 0,-16 56-158 0 0,-1 0 0 0 0,-1 0 0 0 0,0 1 0 0 0,-2-1 0 0 0,0 0-1 0 0,-1 0 1 0 0,-2 0 0 0 0,0 0 0 0 0,0 1 0 0 0,-2-1 0 0 0,-1 1 0 0 0,0 0 0 0 0,-1 1-1 0 0,-1-1 1 0 0,-11-17 0 0 0,15 30-54 0 0,0-1 0 0 0,0 1-1 0 0,-1 1 1 0 0,0-1 0 0 0,0 1-1 0 0,0 0 1 0 0,0 0 0 0 0,-1 0-1 0 0,0 1 1 0 0,0 0 0 0 0,-1 0-1 0 0,1 0 1 0 0,-1 1 0 0 0,-9-4-1 0 0,7 5-28 0 0,0 0 0 0 0,0 0-1 0 0,0 0 1 0 0,0 2 0 0 0,0-1-1 0 0,-1 1 1 0 0,1 0 0 0 0,0 1 0 0 0,0 0-1 0 0,-11 3 1 0 0,-3 2-45 0 0,0 2 1 0 0,1 0-1 0 0,0 1 1 0 0,1 2-1 0 0,0 0 1 0 0,0 1-1 0 0,1 1 1 0 0,-19 17-1 0 0,-3 5 81 0 0,2 2 1 0 0,2 1-1 0 0,2 2 0 0 0,-62 88 0 0 0,74-91 247 0 0,1 1 0 0 0,3 2 1 0 0,0 0-1 0 0,3 1 0 0 0,1 0 0 0 0,-14 65 0 0 0,26-91-144 0 0,1 0 0 0 0,1 1-1 0 0,1-1 1 0 0,0 1 0 0 0,1-1 0 0 0,1 1-1 0 0,0-1 1 0 0,7 30 0 0 0,-6-37-65 0 0,1-1 0 0 0,-1 1 1 0 0,2-1-1 0 0,-1 0 0 0 0,1 0 0 0 0,0 0 1 0 0,0 0-1 0 0,1 0 0 0 0,0-1 1 0 0,0 0-1 0 0,1 0 0 0 0,-1-1 1 0 0,1 1-1 0 0,1-1 0 0 0,-1 0 0 0 0,1-1 1 0 0,-1 0-1 0 0,15 7 0 0 0,-10-6 26 0 0,1-1 0 0 0,0 0 0 0 0,0 0-1 0 0,0-1 1 0 0,1-1 0 0 0,-1 0 0 0 0,0-1-1 0 0,1 0 1 0 0,24-2 0 0 0,-19-2 13 0 0,0 0 0 0 0,0-1 0 0 0,-1 0 0 0 0,1-2-1 0 0,-1 0 1 0 0,18-9 0 0 0,12-11 10 0 0,-1-2 0 0 0,-2-2 0 0 0,66-57 0 0 0,-73 56-52 0 0,-2-1 0 0 0,-2-1 0 0 0,35-45 0 0 0,-55 62-160 0 0,-1-2 1 0 0,0 1 0 0 0,-2-2-1 0 0,0 0 1 0 0,-1 0 0 0 0,-1 0-1 0 0,-1-1 1 0 0,0 0-1 0 0,5-34 1 0 0,-11 52 88 0 0,-1-1-1 0 0,1 1 1 0 0,-1-1 0 0 0,0 1-1 0 0,0 0 1 0 0,0-1 0 0 0,0 1-1 0 0,0-1 1 0 0,0 1 0 0 0,-1-1-1 0 0,1 1 1 0 0,-1 0 0 0 0,1-1-1 0 0,-1 1 1 0 0,0 0 0 0 0,0 0-1 0 0,0-1 1 0 0,0 1 0 0 0,-1 0 0 0 0,-1-3-1 0 0,1 4 38 0 0,0 0 0 0 0,0 0-1 0 0,0 1 1 0 0,0-1 0 0 0,0 0 0 0 0,0 1-1 0 0,0-1 1 0 0,0 1 0 0 0,0 0 0 0 0,0 0-1 0 0,0 0 1 0 0,0 0 0 0 0,-1 0-1 0 0,1 0 1 0 0,0 0 0 0 0,0 1 0 0 0,0-1-1 0 0,0 1 1 0 0,0-1 0 0 0,0 1 0 0 0,0 0-1 0 0,0 0 1 0 0,0 0 0 0 0,-2 2-1 0 0,-22 11-123 0 0,0 1-1 0 0,1 1 0 0 0,1 1 0 0 0,1 2 0 0 0,0 0 0 0 0,1 1 0 0 0,-20 26 0 0 0,5-2 78 0 0,2 1-1 0 0,-51 89 0 0 0,64-95 561 0 0,2 1 0 0 0,2 1 0 0 0,1 1 0 0 0,-14 58 0 0 0,26-80-272 0 0,0 0 0 0 0,2 0 0 0 0,1 1 0 0 0,0-1 0 0 0,1 0 0 0 0,2 1 0 0 0,0-1 0 0 0,1 1 0 0 0,1-1 0 0 0,0 0-1 0 0,13 37 1 0 0,-13-50-168 0 0,0 1 0 0 0,1-1-1 0 0,0 0 1 0 0,1 1-1 0 0,-1-2 1 0 0,1 1 0 0 0,1-1-1 0 0,-1 1 1 0 0,1-1-1 0 0,0-1 1 0 0,1 1 0 0 0,-1-1-1 0 0,1 0 1 0 0,0-1 0 0 0,0 0-1 0 0,0 0 1 0 0,1 0-1 0 0,0-1 1 0 0,-1 0 0 0 0,1-1-1 0 0,11 3 1 0 0,-2-2-301 0 0,-1 0 1 0 0,1-1 0 0 0,30 0 0 0 0,-16-4-2315 0 0,36-5 1 0 0,-9-3-3305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5:28.308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1381 0 14283 0 0,'-67'32'1171'0'0,"-285"146"-2083"0"0,-252 217-2402 0 0,557-359 3215 0 0,3 1 0 0 0,-75 81 0 0 0,100-97 638 0 0,1 2 0 0 0,2 0 1 0 0,0 1-1 0 0,1 0 0 0 0,2 1 0 0 0,0 1 0 0 0,-16 52 1 0 0,27-73-348 0 0,0 1 1 0 0,1 0-1 0 0,0 0 1 0 0,0 0-1 0 0,0 0 1 0 0,1 1-1 0 0,0-1 0 0 0,0 0 1 0 0,0 0-1 0 0,1 0 1 0 0,0 0-1 0 0,0 0 1 0 0,1 0-1 0 0,0 0 1 0 0,0-1-1 0 0,3 9 1 0 0,-2-10-138 0 0,1 1 1 0 0,-1-1-1 0 0,1 0 1 0 0,-1 0 0 0 0,1 0-1 0 0,0 0 1 0 0,0-1-1 0 0,1 0 1 0 0,-1 0-1 0 0,1 0 1 0 0,0 0-1 0 0,0-1 1 0 0,-1 0-1 0 0,2 0 1 0 0,-1 0 0 0 0,0 0-1 0 0,0-1 1 0 0,9 2-1 0 0,8-1 53 0 0,0 0 1 0 0,1-1-1 0 0,-1-1 0 0 0,0-1 0 0 0,0-2 1 0 0,32-6-1 0 0,-2-3 268 0 0,78-30 0 0 0,-84 23-253 0 0,-1-2 1 0 0,-1-2 0 0 0,-1-2-1 0 0,-1-2 1 0 0,55-45-1 0 0,-20 5-196 0 0,111-124 0 0 0,-163 164-122 0 0,-2-1 1 0 0,-1-1 0 0 0,-2-2 0 0 0,23-41-1 0 0,-37 61 14 0 0,-1-1-1 0 0,0 1 0 0 0,-1-1 0 0 0,0-1 1 0 0,0 1-1 0 0,-2-1 0 0 0,1 1 0 0 0,-2-1 0 0 0,1 0 1 0 0,-2 0-1 0 0,0 1 0 0 0,0-1 0 0 0,-1 0 1 0 0,-1 0-1 0 0,-5-20 0 0 0,6 30 123 0 0,0-1 0 0 0,0 1 0 0 0,0 0 0 0 0,-1 0 0 0 0,1-1 0 0 0,-1 1 1 0 0,1 0-1 0 0,-1 1 0 0 0,0-1 0 0 0,-1 0 0 0 0,1 0 0 0 0,0 1 0 0 0,-1-1 0 0 0,1 1 0 0 0,-1 0 0 0 0,0 0 0 0 0,0 0 0 0 0,0 0 0 0 0,0 1 0 0 0,0-1 0 0 0,0 1 0 0 0,0-1 0 0 0,-4 0 1 0 0,1 1-24 0 0,-1 1 0 0 0,0-1 1 0 0,1 1-1 0 0,-1 0 1 0 0,1 1-1 0 0,-1 0 0 0 0,1 0 1 0 0,-1 0-1 0 0,1 1 0 0 0,-1 0 1 0 0,-7 3-1 0 0,-7 4 2 0 0,-1 1 0 0 0,1 1 1 0 0,1 1-1 0 0,0 0 0 0 0,0 2 0 0 0,1 0 0 0 0,-24 24 0 0 0,19-13 103 0 0,2 0 0 0 0,0 2 0 0 0,1 0 0 0 0,-26 49 0 0 0,20-23 585 0 0,2 0 0 0 0,3 2 0 0 0,2 1 0 0 0,2 0 0 0 0,-16 97 0 0 0,30-130-429 0 0,0 0 1 0 0,2 0 0 0 0,0 0 0 0 0,2 1-1 0 0,4 39 1 0 0,-3-57-179 0 0,0 0 1 0 0,0-1-1 0 0,0 1 1 0 0,1-1-1 0 0,0 1 1 0 0,0-1-1 0 0,0 0 1 0 0,1 0-1 0 0,0 0 0 0 0,0 0 1 0 0,0-1-1 0 0,1 1 1 0 0,-1-1-1 0 0,1 1 1 0 0,0-1-1 0 0,0 0 1 0 0,0-1-1 0 0,1 1 0 0 0,0-1 1 0 0,-1 0-1 0 0,1 0 1 0 0,0 0-1 0 0,0-1 1 0 0,1 0-1 0 0,-1 0 1 0 0,0 0-1 0 0,1 0 0 0 0,11 1 1 0 0,-7-2 33 0 0,1-1-1 0 0,0 0 1 0 0,-1-1-1 0 0,1 1 1 0 0,0-2 0 0 0,-1 0-1 0 0,0 0 1 0 0,1-1 0 0 0,18-7-1 0 0,8-7-27 0 0,42-25 0 0 0,-69 37-60 0 0,39-23-367 0 0,-1-2 1 0 0,-2-3 0 0 0,58-51-1 0 0,-84 66-13 0 0,-1-1 0 0 0,-1 0 0 0 0,-1-2-1 0 0,0 0 1 0 0,-2-1 0 0 0,-1-1 0 0 0,0 0 0 0 0,-2-1 0 0 0,12-32-1 0 0,-21 50 113 0 0,-1-1 1 0 0,-1 1-1 0 0,1-1 0 0 0,-1 1 0 0 0,0-13 0 0 0,-1 18 253 0 0,0 0 0 0 0,0 0 0 0 0,0 0 0 0 0,0 0-1 0 0,0 0 1 0 0,-1 0 0 0 0,1 0 0 0 0,0 0 0 0 0,0 1 0 0 0,-1-1 0 0 0,1 0 0 0 0,-1 0-1 0 0,1 0 1 0 0,-1 0 0 0 0,1 1 0 0 0,-1-1 0 0 0,1 0 0 0 0,-1 1 0 0 0,-1-2 0 0 0,1 1 26 0 0,0 1 1 0 0,-1-1-1 0 0,1 1 1 0 0,0 0-1 0 0,0 0 1 0 0,-1 0-1 0 0,1-1 1 0 0,0 1-1 0 0,-1 0 1 0 0,1 1 0 0 0,0-1-1 0 0,0 0 1 0 0,-1 0-1 0 0,1 0 1 0 0,0 1-1 0 0,0-1 1 0 0,0 1-1 0 0,-1-1 1 0 0,0 2-1 0 0,-19 9-99 0 0,1 1-1 0 0,0 1 1 0 0,1 0-1 0 0,1 2 1 0 0,0 0-1 0 0,-16 19 1 0 0,12-13 74 0 0,-46 45 403 0 0,3 3-1 0 0,3 2 1 0 0,-53 81 0 0 0,96-123 405 0 0,0 2 1 0 0,-14 35 0 0 0,27-53-279 0 0,1 0 0 0 0,1 0 1 0 0,0 0-1 0 0,0 0 0 0 0,1 1 1 0 0,1 0-1 0 0,1-1 0 0 0,-1 21 1 0 0,2-31-386 0 0,0 0 0 0 0,0 0 0 0 0,0 0 0 0 0,1 0 0 0 0,-1 0 0 0 0,1 0 0 0 0,0 0 0 0 0,0 0 0 0 0,0 0 0 0 0,0 0 1 0 0,0 0-1 0 0,0 0 0 0 0,1-1 0 0 0,0 1 0 0 0,-1-1 0 0 0,1 1 0 0 0,0-1 0 0 0,0 0 0 0 0,0 1 0 0 0,1-1 1 0 0,-1 0-1 0 0,0 0 0 0 0,1-1 0 0 0,-1 1 0 0 0,1 0 0 0 0,0-1 0 0 0,0 0 0 0 0,-1 1 0 0 0,1-1 0 0 0,0 0 0 0 0,0-1 1 0 0,0 1-1 0 0,0 0 0 0 0,0-1 0 0 0,5 1 0 0 0,3-2-62 0 0,1 1-1 0 0,-1-1 1 0 0,0-1 0 0 0,0 0-1 0 0,0 0 1 0 0,0-2 0 0 0,0 1-1 0 0,15-8 1 0 0,10-7 239 0 0,0-1 1 0 0,-1-2-1 0 0,58-46 0 0 0,85-92-124 0 0,-146 129-465 0 0,-2-1-1 0 0,0-2 0 0 0,34-50 0 0 0,-57 74 122 0 0,-1-1 1 0 0,0 0-1 0 0,-1 0 0 0 0,0-1 0 0 0,-1 1 0 0 0,0-1 1 0 0,0 0-1 0 0,-1 0 0 0 0,-1-1 0 0 0,0 1 0 0 0,0 0 1 0 0,-1-1-1 0 0,-1 1 0 0 0,0-1 0 0 0,0 1 0 0 0,-1-1 1 0 0,-1 1-1 0 0,-3-15 0 0 0,3 19 140 0 0,0 1 0 0 0,0 0 0 0 0,-1 0 0 0 0,1 1 0 0 0,-1-1 0 0 0,-1 1 0 0 0,1-1 0 0 0,-1 1 0 0 0,0 0 0 0 0,0 0 0 0 0,0 0 0 0 0,-1 1 0 0 0,0 0 0 0 0,1 0 0 0 0,-12-7 0 0 0,9 7 59 0 0,0 1-1 0 0,-1 0 1 0 0,0 1 0 0 0,0-1-1 0 0,1 1 1 0 0,-1 1 0 0 0,-1-1-1 0 0,1 2 1 0 0,0-1-1 0 0,-16 2 1 0 0,-5 2 125 0 0,0 2 0 0 0,0 1 1 0 0,1 2-1 0 0,0 1 0 0 0,-47 21 0 0 0,2 3 621 0 0,3 2 0 0 0,1 4 0 0 0,1 3 0 0 0,3 3 0 0 0,1 2 0 0 0,3 4 0 0 0,-77 80 0 0 0,127-120-809 0 0,1 0 1 0 0,0 0-1 0 0,1 2 1 0 0,1-1-1 0 0,0 1 1 0 0,-8 17-1 0 0,4 7-218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5:29.324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410 505 13363 0 0,'-18'16'421'0'0,"10"-10"-250"0"0,1 1 0 0 0,0-1 0 0 0,0 1 1 0 0,1 0-1 0 0,-7 10 0 0 0,12-12-119 0 0,0-1-1 0 0,1 1 1 0 0,-1 0-1 0 0,1-1 1 0 0,0 1-1 0 0,0 0 1 0 0,1 0-1 0 0,-1-1 1 0 0,1 1-1 0 0,0-1 1 0 0,3 8-1 0 0,-2-4 27 0 0,-1-1-90 0 0,1 0-1 0 0,0 0 0 0 0,1-1 0 0 0,0 1 0 0 0,0 0 1 0 0,0-1-1 0 0,1 0 0 0 0,-1 0 0 0 0,2 0 0 0 0,-1 0 1 0 0,1-1-1 0 0,-1 1 0 0 0,1-1 0 0 0,1 0 1 0 0,-1-1-1 0 0,11 7 0 0 0,-10-8 11 0 0,0 0 1 0 0,0 0-1 0 0,0-1 1 0 0,0 0-1 0 0,0 0 0 0 0,1-1 1 0 0,-1 1-1 0 0,1-1 0 0 0,-1-1 1 0 0,1 1-1 0 0,-1-1 1 0 0,1 0-1 0 0,-1-1 0 0 0,1 0 1 0 0,-1 0-1 0 0,1 0 0 0 0,-1-1 1 0 0,12-4-1 0 0,-1-2-125 0 0,0 0 0 0 0,0-2 0 0 0,0 0 0 0 0,-2 0 0 0 0,1-2-1 0 0,-1 0 1 0 0,-1-1 0 0 0,15-16 0 0 0,-3-1-160 0 0,0-1 0 0 0,39-63-1 0 0,-46 61-213 0 0,-1 0-1 0 0,-1-2 0 0 0,22-69 0 0 0,-34 90 351 0 0,-1 1 0 0 0,-1-2 0 0 0,-1 1 0 0 0,0 0 0 0 0,0 0 0 0 0,-2-1 0 0 0,0 1 0 0 0,0 0 0 0 0,-1-1 0 0 0,-1 1 0 0 0,-1 0 1 0 0,0 0-1 0 0,-7-21 0 0 0,8 31 265 0 0,1 0 1 0 0,-1 0-1 0 0,0 1 1 0 0,0-1-1 0 0,0 0 1 0 0,0 1 0 0 0,-1 0-1 0 0,0-1 1 0 0,1 1-1 0 0,-1 0 1 0 0,0 0-1 0 0,0 1 1 0 0,-1-1 0 0 0,1 1-1 0 0,0 0 1 0 0,-1-1-1 0 0,0 1 1 0 0,1 1 0 0 0,-1-1-1 0 0,0 1 1 0 0,0-1-1 0 0,0 1 1 0 0,0 0-1 0 0,0 0 1 0 0,0 1 0 0 0,0-1-1 0 0,-1 1 1 0 0,1 0-1 0 0,0 0 1 0 0,-7 1-1 0 0,2 1-46 0 0,0 1 0 0 0,0-1-1 0 0,0 2 1 0 0,0-1-1 0 0,0 1 1 0 0,1 0-1 0 0,-1 1 1 0 0,1 0 0 0 0,0 0-1 0 0,1 1 1 0 0,-1 0-1 0 0,-9 11 1 0 0,-10 12-49 0 0,1 2-1 0 0,2 1 1 0 0,-28 49 0 0 0,-47 112 829 0 0,90-174-673 0 0,-41 96 780 0 0,44-98-522 0 0,0 1-1 0 0,2 0 1 0 0,0 0 0 0 0,-3 30 0 0 0,7-47-391 0 0,-1 0-1 0 0,1 0 1 0 0,0 0 0 0 0,0-1-1 0 0,0 1 1 0 0,0 0 0 0 0,0 0-1 0 0,0 0 1 0 0,0 0 0 0 0,0 0-1 0 0,0-1 1 0 0,1 1 0 0 0,-1 0 0 0 0,0 0-1 0 0,0 0 1 0 0,1 0 0 0 0,-1-1-1 0 0,1 1 1 0 0,-1 0 0 0 0,0 0-1 0 0,1-1 1 0 0,-1 1 0 0 0,1 0 0 0 0,1 0-1 0 0,-1-1-29 0 0,0 1 0 0 0,0-1 1 0 0,-1 0-1 0 0,1 0 0 0 0,0-1 0 0 0,0 1 0 0 0,0 0 0 0 0,0 0 0 0 0,0 0 0 0 0,-1 0 0 0 0,1-1 0 0 0,0 1 1 0 0,0 0-1 0 0,0-1 0 0 0,-1 1 0 0 0,1-1 0 0 0,0 1 0 0 0,0-1 0 0 0,0 0 0 0 0,4-3-84 0 0,0-1-1 0 0,0 1 0 0 0,-1-1 0 0 0,1 0 1 0 0,4-7-1 0 0,0-5-187 0 0,0 0 0 0 0,-1-1 0 0 0,-1 0 0 0 0,-1 0 0 0 0,0-1 0 0 0,-1 1 0 0 0,-1-1 0 0 0,-1 0 1 0 0,-1-1-1 0 0,0-33 0 0 0,-2 38 40 0 0,-1 0 0 0 0,-1 0 1 0 0,0 0-1 0 0,-1 0 1 0 0,0 0-1 0 0,-2 0 0 0 0,1 1 1 0 0,-2-1-1 0 0,0 1 1 0 0,-1 1-1 0 0,0-1 0 0 0,-1 1 1 0 0,0 1-1 0 0,-12-14 1 0 0,18 23 219 0 0,-1 0-1 0 0,1 0 1 0 0,-1 1 0 0 0,1 0 0 0 0,-1-1 0 0 0,0 1 0 0 0,0 0 0 0 0,0 0 0 0 0,0 0 0 0 0,0 1 0 0 0,-1-1-1 0 0,1 1 1 0 0,0 0 0 0 0,-1 0 0 0 0,1 0 0 0 0,-1 0 0 0 0,1 0 0 0 0,-1 1 0 0 0,0 0 0 0 0,1 0 0 0 0,-5 0 0 0 0,1 1 16 0 0,1 1 0 0 0,0 0 1 0 0,-1 0-1 0 0,1 1 1 0 0,0-1-1 0 0,0 1 1 0 0,0 1-1 0 0,1-1 0 0 0,-1 1 1 0 0,-8 7-1 0 0,-8 9-6 0 0,2 0 0 0 0,0 1 0 0 0,1 1 0 0 0,1 0-1 0 0,1 2 1 0 0,1 0 0 0 0,-13 27 0 0 0,10-12 63 0 0,1 2 1 0 0,1 0 0 0 0,-20 82 0 0 0,32-100 192 0 0,1 0 1 0 0,0 0 0 0 0,2 0-1 0 0,1 1 1 0 0,1-1-1 0 0,1 0 1 0 0,0 1-1 0 0,7 26 1 0 0,-6-40-204 0 0,0 0 1 0 0,1 0-1 0 0,1-1 0 0 0,0 1 1 0 0,0-1-1 0 0,0 0 0 0 0,1 0 1 0 0,1-1-1 0 0,-1 1 0 0 0,1-1 1 0 0,1-1-1 0 0,-1 1 0 0 0,2-1 1 0 0,-1 0-1 0 0,1 0 1 0 0,-1-1-1 0 0,2 0 0 0 0,-1-1 1 0 0,1 0-1 0 0,0 0 0 0 0,13 5 1 0 0,-6-5-3 0 0,1 0 1 0 0,-1-1 0 0 0,1-1 0 0 0,0-1 0 0 0,0 0 0 0 0,0-1-1 0 0,0-1 1 0 0,1-1 0 0 0,-1 0 0 0 0,0-1 0 0 0,0-1 0 0 0,-1-1-1 0 0,1 0 1 0 0,-1-1 0 0 0,26-11 0 0 0,-16 4-16 0 0,-1-1 0 0 0,0-1-1 0 0,-1-1 1 0 0,0-2 0 0 0,-1 0 0 0 0,-1-1 0 0 0,-1-1-1 0 0,30-35 1 0 0,-41 41-96 0 0,0 0 0 0 0,-1 0 1 0 0,0-1-1 0 0,-1-1 0 0 0,-1 1 0 0 0,-1-1 0 0 0,0 0 0 0 0,0-1 0 0 0,-2 0 0 0 0,0 0 0 0 0,0 0 1 0 0,-2 0-1 0 0,0 0 0 0 0,-1 0 0 0 0,-1-1 0 0 0,0 1 0 0 0,-1 0 0 0 0,-1-1 0 0 0,0 1 0 0 0,-1 0 1 0 0,-1 0-1 0 0,-1 0 0 0 0,0 1 0 0 0,-1 0 0 0 0,0 0 0 0 0,-9-15 0 0 0,12 26-87 0 0,1 0 1 0 0,-1 0-1 0 0,1 0 0 0 0,-1 1 0 0 0,0-1 0 0 0,-1 1 1 0 0,1-1-1 0 0,0 1 0 0 0,-1 0 0 0 0,0 0 0 0 0,0 1 1 0 0,0-1-1 0 0,0 1 0 0 0,0 0 0 0 0,0 0 0 0 0,-1 0 1 0 0,1 1-1 0 0,-5-2 0 0 0,2 2-47 0 0,1 1 0 0 0,0 0 0 0 0,-1 0-1 0 0,1 0 1 0 0,-1 1 0 0 0,1 0 0 0 0,0 0 0 0 0,-1 1 0 0 0,1 0 0 0 0,0 0-1 0 0,0 0 1 0 0,-11 6 0 0 0,-5 5 58 0 0,1 0-1 0 0,0 1 0 0 0,0 1 1 0 0,2 1-1 0 0,-21 21 1 0 0,7-2 680 0 0,-51 69 1 0 0,70-84 146 0 0,1 0 1 0 0,-12 24 0 0 0,22-38-472 0 0,1-1 0 0 0,-1 1 0 0 0,1-1 0 0 0,1 1 1 0 0,-1 0-1 0 0,1-1 0 0 0,0 1 0 0 0,0 0 0 0 0,0 0 0 0 0,1 0 0 0 0,0 0 0 0 0,0 0 1 0 0,0 0-1 0 0,3 8 0 0 0,-3-12-122 0 0,1 1 1 0 0,0-1-1 0 0,0 1 0 0 0,0-1 1 0 0,1 0-1 0 0,-1 1 0 0 0,1-1 1 0 0,-1 0-1 0 0,1 0 1 0 0,0 0-1 0 0,0 0 0 0 0,-1 0 1 0 0,2-1-1 0 0,-1 1 0 0 0,0 0 1 0 0,0-1-1 0 0,4 2 1 0 0,-1-1-48 0 0,0 0 1 0 0,0 0 0 0 0,0-1 0 0 0,0 1 0 0 0,0-1 0 0 0,1-1 0 0 0,-1 1 0 0 0,7-1 0 0 0,4 0-156 0 0,-1-1 0 0 0,0-1 0 0 0,0-1 0 0 0,0 0 0 0 0,18-7 0 0 0,-1-2-131 0 0,-1-2-1 0 0,58-33 1 0 0,54-50-577 0 0,-54 36-44 0 0,-54 38-309 0 0,0-3 0 0 0,-2 0 0 0 0,-1-2 0 0 0,48-54 0 0 0,-104 114 3022 0 0,-21 38 1 0 0,0-1-704 0 0,-81 130-900 0 0,95-143-6218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5:31.503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607 29 6913 0 0,'-7'-3'-230'0'0,"0"-1"0"0"0,-1 1-1 0 0,1 0 1 0 0,0 1-1 0 0,-1 0 1 0 0,0 0-1 0 0,1 1 1 0 0,-1 0 0 0 0,0 0-1 0 0,0 1 1 0 0,0-1-1 0 0,1 2 1 0 0,-1-1-1 0 0,0 1 1 0 0,0 1 0 0 0,1-1-1 0 0,-1 1 1 0 0,-10 4-1 0 0,13-4 371 0 0,0-1 0 0 0,1 1-1 0 0,-1 0 1 0 0,0 0 0 0 0,1 0 0 0 0,-1 1-1 0 0,1 0 1 0 0,0 0 0 0 0,0 0 0 0 0,0 0-1 0 0,0 0 1 0 0,1 1 0 0 0,-1 0 0 0 0,1 0-1 0 0,0 0 1 0 0,-3 4 0 0 0,4-2 120 0 0,0-1 0 0 0,0 0 0 0 0,0 1 0 0 0,1-1 0 0 0,0 1-1 0 0,0-1 1 0 0,1 1 0 0 0,-1-1 0 0 0,1 1 0 0 0,1-1 0 0 0,-1 1 0 0 0,1 0 0 0 0,0-1 0 0 0,2 8 0 0 0,-2-6-135 0 0,0-1 0 0 0,1 1 0 0 0,0-1 0 0 0,0 0 1 0 0,1 1-1 0 0,-1-1 0 0 0,2 0 0 0 0,-1-1 0 0 0,0 1 0 0 0,1 0 0 0 0,0-1 1 0 0,1 0-1 0 0,-1 0 0 0 0,1 0 0 0 0,0-1 0 0 0,0 1 0 0 0,0-1 0 0 0,1 0 1 0 0,-1-1-1 0 0,1 1 0 0 0,0-1 0 0 0,0 0 0 0 0,0-1 0 0 0,1 1 0 0 0,-1-1 0 0 0,0 0 1 0 0,1-1-1 0 0,0 0 0 0 0,-1 0 0 0 0,1 0 0 0 0,0-1 0 0 0,-1 0 0 0 0,1 0 1 0 0,0-1-1 0 0,8-1 0 0 0,-2 0 32 0 0,0-1-1 0 0,0 0 1 0 0,0-1 0 0 0,0-1 0 0 0,0 0 0 0 0,-1-1-1 0 0,0 0 1 0 0,0-1 0 0 0,0 0 0 0 0,11-10 0 0 0,-17 12-214 0 0,0 0 1 0 0,-1 0 0 0 0,0-1 0 0 0,0 0 0 0 0,0 0 0 0 0,-1 0 0 0 0,1 0 0 0 0,4-12 0 0 0,-7 13-36 0 0,0 0 0 0 0,-1 1 0 0 0,1-1 0 0 0,-1 0 0 0 0,0 1 0 0 0,-1-1 0 0 0,1 0 0 0 0,-1 0 0 0 0,0 0 0 0 0,0 0 0 0 0,-1 1 0 0 0,1-1 0 0 0,-1 0 0 0 0,-2-7 0 0 0,2 8 91 0 0,-1 0 1 0 0,0 0-1 0 0,1 0 1 0 0,-1 1-1 0 0,0-1 1 0 0,-1 1 0 0 0,1-1-1 0 0,-1 1 1 0 0,1 0-1 0 0,-1 0 1 0 0,0 0-1 0 0,0 0 1 0 0,-1 1-1 0 0,-4-5 1 0 0,1 3 23 0 0,-1 1 0 0 0,1-1 0 0 0,0 1 0 0 0,-1 1 0 0 0,0-1 0 0 0,1 1 1 0 0,-10-1-1 0 0,-5 0 9 0 0,0 2 1 0 0,0 0-1 0 0,0 2 0 0 0,-34 4 1 0 0,34-2-92 0 0,1 1 0 0 0,0 1 0 0 0,0 1 0 0 0,0 1 0 0 0,1 1 1 0 0,0 1-1 0 0,1 0 0 0 0,0 2 0 0 0,-35 24 0 0 0,31-16 52 0 0,0 1 0 0 0,2 1 0 0 0,0 1 0 0 0,2 1 0 0 0,0 1 0 0 0,-25 43 0 0 0,22-31 176 0 0,-24 56 0 0 0,40-78-93 0 0,1 0 0 0 0,0 1 0 0 0,1-1 0 0 0,1 1 0 0 0,0 0 0 0 0,1 0 0 0 0,-1 23 0 0 0,3-33-54 0 0,1-1 0 0 0,-1 0-1 0 0,1 0 1 0 0,0 1 0 0 0,0-1 0 0 0,0 0 0 0 0,0 0 0 0 0,1 0-1 0 0,-1 0 1 0 0,1 0 0 0 0,0 0 0 0 0,1-1 0 0 0,-1 1 0 0 0,1-1-1 0 0,-1 1 1 0 0,5 3 0 0 0,-2-2 25 0 0,1-1 0 0 0,-1 0 0 0 0,1 0-1 0 0,0-1 1 0 0,0 0 0 0 0,0 0 0 0 0,1 0 0 0 0,-1-1 0 0 0,10 3 0 0 0,5-1 121 0 0,0 0 0 0 0,0-2 0 0 0,1 0 0 0 0,-1-2 0 0 0,34-3 0 0 0,-12-1-81 0 0,0-2-1 0 0,0-2 1 0 0,-1-1-1 0 0,0-3 0 0 0,-1-1 1 0 0,0-2-1 0 0,59-31 1 0 0,-81 35-142 0 0,0-1 1 0 0,-2-1 0 0 0,1 0 0 0 0,-2-1 0 0 0,0-1-1 0 0,0 0 1 0 0,16-23 0 0 0,-22 25-111 0 0,-1-1 1 0 0,0-1-1 0 0,-1 1 1 0 0,-1-1-1 0 0,0 0 1 0 0,-1-1-1 0 0,-1 0 1 0 0,-1 0-1 0 0,0 0 1 0 0,3-25-1 0 0,-6 34 10 0 0,-1 1 0 0 0,0-1 0 0 0,1 1 0 0 0,-2 0 0 0 0,1-1 0 0 0,-1 1 1 0 0,0 0-1 0 0,-2-8 0 0 0,2 13 89 0 0,0-1 0 0 0,0 0 0 0 0,1 1 0 0 0,-1-1 0 0 0,0 1 0 0 0,0 0 0 0 0,0-1 0 0 0,0 1 0 0 0,-1 0 0 0 0,1-1 1 0 0,0 1-1 0 0,0 0 0 0 0,-1 0 0 0 0,1 0 0 0 0,-1 0 0 0 0,1 0 0 0 0,-1 1 0 0 0,1-1 0 0 0,-1 0 0 0 0,0 1 0 0 0,1-1 0 0 0,-1 1 1 0 0,0-1-1 0 0,1 1 0 0 0,-1 0 0 0 0,0 0 0 0 0,1 0 0 0 0,-1 0 0 0 0,0 0 0 0 0,0 0 0 0 0,1 0 0 0 0,-1 1 0 0 0,0-1 0 0 0,1 1 0 0 0,-3 0 1 0 0,-11 3-39 0 0,0 1 0 0 0,1 1 0 0 0,0 1 0 0 0,0 0 0 0 0,0 1 0 0 0,1 0 0 0 0,0 1 0 0 0,0 0 1 0 0,1 1-1 0 0,0 1 0 0 0,-11 13 0 0 0,-5 7 689 0 0,2 0 1 0 0,1 3-1 0 0,-21 36 0 0 0,31-46-187 0 0,1 1-1 0 0,2 0 1 0 0,0 1-1 0 0,1 0 1 0 0,-9 41-1 0 0,17-56-261 0 0,1 0-1 0 0,0 0 1 0 0,1 0-1 0 0,1 1 1 0 0,0-1-1 0 0,0 0 1 0 0,1 1-1 0 0,0-1 0 0 0,1 0 1 0 0,1 0-1 0 0,0 0 1 0 0,0 0-1 0 0,1 0 1 0 0,0-1-1 0 0,1 0 1 0 0,8 15-1 0 0,-3-11-68 0 0,0 1-1 0 0,1-2 1 0 0,0 1-1 0 0,1-1 1 0 0,0-1-1 0 0,1-1 1 0 0,1 1-1 0 0,0-2 1 0 0,0 0 0 0 0,1-1-1 0 0,0 0 1 0 0,25 9-1 0 0,-28-13-157 0 0,0-1 0 0 0,0-1 0 0 0,0 0 0 0 0,0-1 0 0 0,1 0 0 0 0,-1-1-1 0 0,1 0 1 0 0,-1-1 0 0 0,1 0 0 0 0,-1-1 0 0 0,1-1 0 0 0,-1 0 0 0 0,1 0 0 0 0,-1-1 0 0 0,0-1 0 0 0,0 0-1 0 0,22-11 1 0 0,-15 4-318 0 0,1-1-1 0 0,-2 0 1 0 0,23-20 0 0 0,-33 26 278 0 0,-1-1 1 0 0,-1 0 0 0 0,1 0-1 0 0,-1 0 1 0 0,0-1 0 0 0,-1 0-1 0 0,0 0 1 0 0,0 0 0 0 0,0-1-1 0 0,3-11 1 0 0,-8 19 127 0 0,1 1 0 0 0,-1-1 0 0 0,0 1 0 0 0,0-1 0 0 0,1 1 0 0 0,-1-1 0 0 0,0 1 0 0 0,0-1 0 0 0,0 0 0 0 0,0 1 0 0 0,0-1-1 0 0,0 1 1 0 0,0-1 0 0 0,0 1 0 0 0,0-1 0 0 0,0 0 0 0 0,0 1 0 0 0,0-1 0 0 0,0 1 0 0 0,-1-1 0 0 0,1 1 0 0 0,0-1 0 0 0,0 1 0 0 0,-1-1 0 0 0,1 1 0 0 0,0-1 0 0 0,-1 1 0 0 0,1-1 0 0 0,0 1 0 0 0,-1 0 0 0 0,0-1 0 0 0,-18 1-142 0 0,-21 16-94 0 0,21-5 313 0 0,0 2 0 0 0,1 0 0 0 0,1 0 0 0 0,0 2 0 0 0,1 0 1 0 0,-22 26-1 0 0,19-18 545 0 0,2 1 0 0 0,0 1 1 0 0,1 1-1 0 0,-16 36 0 0 0,30-59-536 0 0,0 1 1 0 0,1 0-1 0 0,0 0 0 0 0,0 0 1 0 0,0-1-1 0 0,0 1 1 0 0,0 0-1 0 0,1 0 0 0 0,0 0 1 0 0,0 0-1 0 0,0 0 1 0 0,1 6-1 0 0,-1-9-80 0 0,0 0 0 0 0,1 0 0 0 0,-1 0 1 0 0,0 0-1 0 0,1 0 0 0 0,-1-1 0 0 0,1 1 0 0 0,-1 0 0 0 0,1 0 0 0 0,0-1 1 0 0,-1 1-1 0 0,1 0 0 0 0,-1-1 0 0 0,1 1 0 0 0,0 0 0 0 0,0-1 1 0 0,-1 1-1 0 0,1-1 0 0 0,0 1 0 0 0,0-1 0 0 0,1 1 0 0 0,0-1-21 0 0,1 1 0 0 0,-1-1-1 0 0,0 0 1 0 0,0 0-1 0 0,0 0 1 0 0,1 0 0 0 0,-1-1-1 0 0,0 1 1 0 0,0 0 0 0 0,0-1-1 0 0,0 0 1 0 0,1 1 0 0 0,1-2-1 0 0,18-9-300 0 0,-1 0 0 0 0,0-1 0 0 0,-1-1 0 0 0,-1 0 0 0 0,0-2 0 0 0,0-1 0 0 0,-2 0-1 0 0,0-1 1 0 0,0 0 0 0 0,-2-2 0 0 0,-1 0 0 0 0,0-1 0 0 0,-1 0 0 0 0,17-36 0 0 0,-28 50 231 0 0,1-1 1 0 0,-1 1-1 0 0,1-1 1 0 0,-2 0-1 0 0,1 0 1 0 0,-1 0-1 0 0,0 0 1 0 0,-1 0-1 0 0,0-9 1 0 0,0 13 63 0 0,0 1 1 0 0,-1-1-1 0 0,1 1 1 0 0,-1-1-1 0 0,0 0 1 0 0,1 1-1 0 0,-1 0 1 0 0,0-1-1 0 0,-1 1 1 0 0,1-1-1 0 0,0 1 1 0 0,-1 0-1 0 0,1 0 1 0 0,-1 0-1 0 0,0 0 0 0 0,0 0 1 0 0,0 0-1 0 0,0 1 1 0 0,0-1-1 0 0,0 0 1 0 0,0 1-1 0 0,0 0 1 0 0,-1-1-1 0 0,1 1 1 0 0,-1 0-1 0 0,1 0 1 0 0,-4-1-1 0 0,-9-1 231 0 0,0 0 0 0 0,-1 0 1 0 0,1 2-1 0 0,-1 0 0 0 0,1 1 0 0 0,-1 0 0 0 0,1 1 0 0 0,-1 1 1 0 0,1 0-1 0 0,0 1 0 0 0,-17 6 0 0 0,8-1 169 0 0,1 1-1 0 0,-1 1 1 0 0,1 0 0 0 0,1 2-1 0 0,0 1 1 0 0,-20 17 0 0 0,30-20 283 0 0,17-10-49 0 0,20-17-129 0 0,-6-1-749 0 0,-2-1 1 0 0,0-1 0 0 0,-2 0 0 0 0,0-1 0 0 0,-1-1 0 0 0,-1 0 0 0 0,-2-1 0 0 0,15-38 0 0 0,-7 4-117 0 0,-3 0 1 0 0,15-92 0 0 0,-28 131 665 0 0,-1-3 154 0 0,2 0 0 0 0,1 0 0 0 0,0 0 0 0 0,13-29 1 0 0,22 86 230 0 0,-19-11-662 0 0,31 30 40 0 0,-47-51-36 0 0,-1 0-1 0 0,1 0 1 0 0,0 0-1 0 0,0-1 1 0 0,1 0-1 0 0,-1 0 1 0 0,1 0-1 0 0,-1 0 1 0 0,9 1 0 0 0,-9-3 41 0 0,1-1 0 0 0,-1 1 0 0 0,0-2 1 0 0,1 1-1 0 0,-1 0 0 0 0,0-1 1 0 0,1 0-1 0 0,-1-1 0 0 0,0 1 1 0 0,0-1-1 0 0,0 0 0 0 0,5-2 1 0 0,-7 2-79 0 0,1 1 0 0 0,-1-1 1 0 0,0 1-1 0 0,0-1 1 0 0,0 0-1 0 0,0-1 0 0 0,0 1 1 0 0,0 0-1 0 0,0-1 0 0 0,-1 0 1 0 0,1 1-1 0 0,-1-1 1 0 0,0 0-1 0 0,0 0 0 0 0,0 0 1 0 0,0-1-1 0 0,-1 1 1 0 0,2-5-1 0 0,-2 8 31 0 0,-1-1 1 0 0,0 1-1 0 0,0 0 0 0 0,0 0 1 0 0,0-1-1 0 0,0 1 0 0 0,0 0 1 0 0,0 0-1 0 0,0-1 1 0 0,0 1-1 0 0,0 0 0 0 0,0 0 1 0 0,-1-1-1 0 0,1 1 0 0 0,0 0 1 0 0,0 0-1 0 0,0-1 1 0 0,0 1-1 0 0,0 0 0 0 0,0 0 1 0 0,-1 0-1 0 0,1-1 0 0 0,0 1 1 0 0,0 0-1 0 0,0 0 0 0 0,0 0 1 0 0,-1 0-1 0 0,1-1 1 0 0,0 1-1 0 0,0 0 0 0 0,0 0 1 0 0,-1 0-1 0 0,1 0 0 0 0,0 0 1 0 0,0 0-1 0 0,-1 0 1 0 0,1-1-1 0 0,0 1 0 0 0,-1 0 1 0 0,-15 1 257 0 0,-18 9 147 0 0,32-9-405 0 0,-22 7 200 0 0,1 2 0 0 0,0 0 0 0 0,0 1 0 0 0,1 1 0 0 0,1 1 0 0 0,0 1 0 0 0,-35 31 0 0 0,134-86-316 0 0,-100 76-4823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21.4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1406 422 12899 0 0,'15'-28'775'0'0,"-2"-1"-1"0"0,-2 0 1 0 0,0 0 0 0 0,-2-1 0 0 0,8-48 0 0 0,-16 74-716 0 0,-1-1 0 0 0,0 1 1 0 0,1-1-1 0 0,-2 1 0 0 0,1-1 1 0 0,-1 0-1 0 0,1 1 0 0 0,-1-1 1 0 0,0 1-1 0 0,-1 0 0 0 0,1-1 1 0 0,-1 1-1 0 0,0 0 0 0 0,0 0 1 0 0,0 0-1 0 0,-5-7 0 0 0,3 7-42 0 0,-1-1-1 0 0,1 1 1 0 0,-1 0-1 0 0,0 1 0 0 0,0-1 1 0 0,0 1-1 0 0,0 0 1 0 0,-1 0-1 0 0,1 0 1 0 0,-1 1-1 0 0,-7-2 0 0 0,-4-1-40 0 0,-1 1 0 0 0,0 1-1 0 0,0 1 1 0 0,0 1 0 0 0,0 0-1 0 0,0 2 1 0 0,-26 2 0 0 0,13 3 4 0 0,1 1 0 0 0,-1 1 1 0 0,2 1-1 0 0,-1 2 0 0 0,2 1 1 0 0,-1 2-1 0 0,-32 20 0 0 0,3 3 22 0 0,2 3 0 0 0,-62 56 0 0 0,68-48 139 0 0,2 2 0 0 0,2 2 0 0 0,2 2 0 0 0,3 1 0 0 0,2 3 0 0 0,-40 81-1 0 0,-152 389 845 0 0,223-505-983 0 0,-22 57-86 0 0,4 1-1 0 0,3 1 0 0 0,4 1 1 0 0,4 1-1 0 0,-9 153 0 0 0,23-164 15 0 0,3 0-1 0 0,4 0 1 0 0,2 0-1 0 0,4-1 1 0 0,3 0-1 0 0,3-1 1 0 0,29 73-1 0 0,-23-82 2 0 0,4 0 0 0 0,2-2 0 0 0,3-1 0 0 0,59 81-1 0 0,-60-98 53 0 0,2-3 1 0 0,1 0-1 0 0,3-3 0 0 0,0-1 0 0 0,2-2 0 0 0,63 40 0 0 0,-32-30 158 0 0,2-3 1 0 0,1-4-1 0 0,2-3 1 0 0,148 43-1 0 0,-160-60-36 0 0,1-2 0 0 0,1-4-1 0 0,0-2 1 0 0,0-4 0 0 0,0-2 0 0 0,104-11-1 0 0,-114 3-49 0 0,0-3 0 0 0,-1-2-1 0 0,0-3 1 0 0,-1-2 0 0 0,-1-3-1 0 0,88-43 1 0 0,-50 12 269 0 0,-3-4 0 0 0,-2-4 0 0 0,125-110 0 0 0,-161 121-223 0 0,-3-2 0 0 0,-2-1 0 0 0,-2-3-1 0 0,-3-2 1 0 0,-2-1 0 0 0,48-95-1 0 0,-60 97-74 0 0,-3-2-1 0 0,-1 0 1 0 0,-4-1-1 0 0,-1-1 0 0 0,-4-1 1 0 0,-1 0-1 0 0,4-96 1 0 0,-15 84-20 0 0,-3 0 1 0 0,-3 0 0 0 0,-3 0 0 0 0,-27-105 0 0 0,10 85 27 0 0,-4 1 0 0 0,-78-163 1 0 0,-51-50 78 0 0,112 225-35 0 0,-100-128 0 0 0,102 152-33 0 0,-3 2 0 0 0,-2 2-1 0 0,-1 3 1 0 0,-3 1 0 0 0,-2 3-1 0 0,-2 3 1 0 0,-1 2 0 0 0,-2 2-1 0 0,-79-34 1 0 0,-98-21-68 0 0,183 74-759 0 0,-1 2 0 0 0,-84-11-1 0 0,59 19-6897 0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22.6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14747 0 0,'26'3'196'0'0,"0"0"-1"0"0,-1 2 0 0 0,1 1 1 0 0,-2 1-1 0 0,1 1 1 0 0,25 12-1 0 0,-14-6-56 0 0,50 20-1 0 0,-3 3 0 0 0,102 63 0 0 0,140 121 654 0 0,412 271 1556 0 0,-646-435-2072 0 0,568 327 1372 0 0,-575-337-1489 0 0,629 316 459 0 0,-689-352-782 0 0,69 29 593 0 0,-34-9-3053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23.2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193 396 6913 0 0,'-1'-3'20'0'0,"1"0"-1"0"0,0 0 1 0 0,0 1-1 0 0,0-1 1 0 0,0 0-1 0 0,0 1 1 0 0,1-1-1 0 0,-1 0 1 0 0,1 1-1 0 0,0-1 1 0 0,-1 0-1 0 0,3-2 0 0 0,3-25-1050 0 0,-7 24 712 0 0,0 0 1 0 0,0 0 0 0 0,-1 1-1 0 0,0-1 1 0 0,0 0 0 0 0,0 1 0 0 0,-1 0-1 0 0,0-1 1 0 0,0 1 0 0 0,0 0-1 0 0,-1 0 1 0 0,1 1 0 0 0,-6-5 0 0 0,5 4 415 0 0,0 1 0 0 0,1-1 1 0 0,-1 0-1 0 0,1 0 1 0 0,0 0-1 0 0,0 0 1 0 0,0 0-1 0 0,1-1 1 0 0,0 1-1 0 0,0-1 1 0 0,0 0-1 0 0,1 0 1 0 0,-2-7-1 0 0,3-13 1877 0 0,0 15-853 0 0,0 0-1 0 0,-1 0 0 0 0,0 0 1 0 0,-1 0-1 0 0,-6-21 1 0 0,7 29-806 0 0,-1 0 0 0 0,0 1 0 0 0,0-1 0 0 0,0 1 0 0 0,-1-1 0 0 0,1 1 0 0 0,0 0 0 0 0,-1 0 0 0 0,0 0 0 0 0,1 0 0 0 0,-1 0 0 0 0,0 1 0 0 0,0-1 0 0 0,0 1 0 0 0,0 0 0 0 0,0 0 0 0 0,0 0 0 0 0,-1 0 0 0 0,1 0 0 0 0,0 1 0 0 0,0-1 0 0 0,-5 1 0 0 0,3-1 7 0 0,0 1 1 0 0,0-2 0 0 0,1 1-1 0 0,-1 0 1 0 0,0-1 0 0 0,0 0-1 0 0,1 0 1 0 0,-5-3 0 0 0,33 29 511 0 0,31 38 0 0 0,24 25-837 0 0,202 227 323 0 0,-269-301-308 0 0,-1 1-1 0 0,-1 0 0 0 0,0 0 0 0 0,-1 1 0 0 0,10 24 0 0 0,-17-33 9 0 0,0 0 0 0 0,0 0 1 0 0,-1-1-1 0 0,0 1 0 0 0,0 0 1 0 0,0 0-1 0 0,-1 0 0 0 0,0 0 0 0 0,0 0 1 0 0,-1 0-1 0 0,1 0 0 0 0,-2 0 1 0 0,1 0-1 0 0,0 0 0 0 0,-1 0 0 0 0,0-1 1 0 0,0 1-1 0 0,-1-1 0 0 0,-5 9 1 0 0,-1 0 76 0 0,0-1 0 0 0,-1 0 0 0 0,-1 0 0 0 0,0-1 1 0 0,0-1-1 0 0,-1 0 0 0 0,-1-1 0 0 0,-21 14 0 0 0,-9 2-115 0 0,-67 29-1 0 0,-9 4-3019 0 0,97-45-4969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26.2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1735 407 5985 0 0,'-23'-39'912'0'0,"-2"1"0"0"0,-1 2 0 0 0,-2 0 0 0 0,-2 2 0 0 0,-1 0-1 0 0,-1 3 1 0 0,-54-41 0 0 0,67 60-621 0 0,-1 1-1 0 0,0 0 1 0 0,0 2-1 0 0,-1 0 1 0 0,0 2-1 0 0,0 0 1 0 0,-1 1-1 0 0,0 1 1 0 0,0 2 0 0 0,0 0-1 0 0,0 1 1 0 0,-1 1-1 0 0,1 1 1 0 0,0 1-1 0 0,-1 1 1 0 0,-40 9-1 0 0,23-1-153 0 0,1 1-1 0 0,1 2 0 0 0,0 2 1 0 0,1 2-1 0 0,1 1 1 0 0,0 1-1 0 0,2 2 0 0 0,-46 37 1 0 0,-135 128-38 0 0,173-142-72 0 0,1 2 1 0 0,-57 82-1 0 0,60-70-5 0 0,3 1 0 0 0,3 2 0 0 0,2 0 1 0 0,3 3-1 0 0,2 0 0 0 0,-17 73 0 0 0,28-80 1 0 0,3 0 1 0 0,2 1-1 0 0,3 0 0 0 0,2 1 0 0 0,2-1 1 0 0,8 65-1 0 0,-3-96-43 0 0,2 0 1 0 0,1-1-1 0 0,1 1 0 0 0,2-1 1 0 0,0-1-1 0 0,19 36 0 0 0,-18-42-68 0 0,2-1 1 0 0,0 0-1 0 0,1-1 0 0 0,0-1 0 0 0,2 0 1 0 0,0 0-1 0 0,1-2 0 0 0,0 0 0 0 0,21 14 1 0 0,-11-12-82 0 0,2 0 1 0 0,0-2 0 0 0,1-1 0 0 0,1-2 0 0 0,0 0-1 0 0,0-2 1 0 0,1-2 0 0 0,0 0 0 0 0,0-2 0 0 0,0-2-1 0 0,1-1 1 0 0,-1-1 0 0 0,1-1 0 0 0,57-9-1 0 0,-49 3 233 0 0,0-3-1 0 0,-1 0 0 0 0,0-3 0 0 0,-1-1 0 0 0,0-2 0 0 0,-1-1 0 0 0,0-3 0 0 0,-2 0 1 0 0,0-3-1 0 0,-1 0 0 0 0,35-32 0 0 0,-36 22 258 0 0,-1-2 1 0 0,-2-1-1 0 0,-1-1 0 0 0,-2-1 0 0 0,-1-2 1 0 0,-3-1-1 0 0,-1 0 0 0 0,-1-2 1 0 0,15-47-1 0 0,-3-8 247 0 0,-5-1-1 0 0,-3-1 1 0 0,11-105 0 0 0,-7-73 23 0 0,-28 237-488 0 0,-1-1 1 0 0,-2 0-1 0 0,-2 1 1 0 0,-17-73-1 0 0,17 99-81 0 0,-1-1-1 0 0,0 1 1 0 0,-1 0-1 0 0,-1 0 1 0 0,0 0 0 0 0,-1 1-1 0 0,0 0 1 0 0,-1 1-1 0 0,0 0 1 0 0,-1 0 0 0 0,-19-17-1 0 0,13 16-27 0 0,-1 0-1 0 0,-1 1 0 0 0,0 1 0 0 0,-1 1 1 0 0,0 0-1 0 0,0 1 0 0 0,-38-11 0 0 0,-356-72-1143 0 0,399 90 1087 0 0,-5-2-486 0 0,0 1 0 0 0,-1 0 0 0 0,1 2 0 0 0,0 1 0 0 0,-1 0 1 0 0,-36 6-1 0 0,19 4-754 0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27.1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133 76 6913 0 0,'-23'-16'1562'0'0,"0"2"-1"0"0,-44-21 1 0 0,47 25-167 0 0,47 26-1036 0 0,-1 1 0 0 0,0 2 0 0 0,-1 1-1 0 0,27 27 1 0 0,10 8 49 0 0,26 14 526 0 0,109 65-1 0 0,107 42 31 0 0,105 69-330 0 0,33 38-336 0 0,-214-141 668 0 0,-162-103-732 0 0,-37-23-55 0 0,-1 1 0 0 0,0 1 0 0 0,-2 2 0 0 0,46 42-1 0 0,-71-61-572 0 0,0 0-1 0 0,0 1 0 0 0,0-1 0 0 0,0 0 0 0 0,-1 1 0 0 0,1-1 0 0 0,0 0 0 0 0,-1 1 0 0 0,1-1 0 0 0,-1 1 0 0 0,1-1 0 0 0,-1 1 1 0 0,0-1-1 0 0,0 1 0 0 0,0 2 0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27.4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231 44 9674 0 0,'-33'-12'882'0'0,"-41"-12"1284"0"0,67 22-1726 0 0,0 0 1 0 0,-1 1-1 0 0,1 0 0 0 0,-1 0 1 0 0,1 1-1 0 0,-1 0 0 0 0,-11 1 1 0 0,18-1-374 0 0,1 0 0 0 0,-1 0 1 0 0,1 1-1 0 0,-1-1 0 0 0,0 0 0 0 0,1 0 1 0 0,-1 0-1 0 0,1 1 0 0 0,-1-1 1 0 0,1 0-1 0 0,-1 0 0 0 0,1 1 0 0 0,-1-1 1 0 0,1 1-1 0 0,-1-1 0 0 0,1 0 0 0 0,-1 1 1 0 0,1-1-1 0 0,0 1 0 0 0,-1-1 1 0 0,1 1-1 0 0,0-1 0 0 0,-1 1 0 0 0,1 0 1 0 0,0-1-1 0 0,0 1 0 0 0,-1-1 1 0 0,1 1-1 0 0,0-1 0 0 0,0 1 0 0 0,0 1 1 0 0,6 21 834 0 0,-2-15-753 0 0,0-1 1 0 0,1 0-1 0 0,10 12 1 0 0,25 20 325 0 0,89 63 0 0 0,-67-56-303 0 0,5 3-172 0 0,-33-26 0 0 0,-1 2 0 0 0,-1 2 0 0 0,32 33 0 0 0,-61-56 25 0 0,0-1-1 0 0,0 1 0 0 0,0-1 1 0 0,-1 1-1 0 0,1 0 0 0 0,-1 0 0 0 0,0 0 1 0 0,0 1-1 0 0,0-1 0 0 0,-1 0 0 0 0,1 1 1 0 0,-1-1-1 0 0,0 1 0 0 0,0-1 0 0 0,0 6 1 0 0,-2-4 14 0 0,0-1 1 0 0,0 1 0 0 0,0-1-1 0 0,0 0 1 0 0,-1 0 0 0 0,0 1-1 0 0,0-1 1 0 0,-1 0 0 0 0,1-1 0 0 0,-1 1-1 0 0,0 0 1 0 0,-6 6 0 0 0,-4 5 21 0 0,0-1 0 0 0,-2 0 0 0 0,0-1 0 0 0,0-1 0 0 0,-32 21 0 0 0,-97 47 338 0 0,71-42-324 0 0,-94 57-2340 0 0,134-74-5120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35.1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89 232 7834 0 0,'-2'-1'125'0'0,"0"0"1"0"0,0 0-1 0 0,0 0 1 0 0,0 0-1 0 0,0-1 1 0 0,0 1 0 0 0,1 0-1 0 0,-1-1 1 0 0,0 0-1 0 0,1 1 1 0 0,-1-1-1 0 0,1 0 1 0 0,0 0 0 0 0,-1 0-1 0 0,1 0 1 0 0,0 0-1 0 0,0 0 1 0 0,0 0-1 0 0,1 0 1 0 0,-1-1 0 0 0,-1-3-1 0 0,2 4 7 0 0,-1 0 0 0 0,1 0 1 0 0,0-1-1 0 0,-1 1 0 0 0,1 0 0 0 0,0 0 0 0 0,0 0 0 0 0,0 0 1 0 0,0 0-1 0 0,1 0 0 0 0,-1 0 0 0 0,1 0 0 0 0,-1 0 0 0 0,1 0 1 0 0,-1 0-1 0 0,1 0 0 0 0,0 0 0 0 0,0 0 0 0 0,0 0 0 0 0,0 1 1 0 0,1-1-1 0 0,-1 0 0 0 0,0 1 0 0 0,3-4 0 0 0,-1 4 60 0 0,-1-1 0 0 0,0 0 0 0 0,0 1 0 0 0,1 0 0 0 0,-1-1-1 0 0,1 1 1 0 0,-1 0 0 0 0,1 0 0 0 0,0 0 0 0 0,-1 1 0 0 0,1-1-1 0 0,0 1 1 0 0,0-1 0 0 0,-1 1 0 0 0,1 0 0 0 0,0 0 0 0 0,0 0-1 0 0,-1 0 1 0 0,1 1 0 0 0,0-1 0 0 0,4 2 0 0 0,-5-1-121 0 0,0 1 0 0 0,0-1 0 0 0,-1 1 0 0 0,1-1 0 0 0,0 1 1 0 0,0 0-1 0 0,-1 0 0 0 0,1 0 0 0 0,-1 0 0 0 0,1 0 0 0 0,-1 0 0 0 0,0 0 0 0 0,0 0 1 0 0,0 0-1 0 0,0 1 0 0 0,0-1 0 0 0,-1 0 0 0 0,1 1 0 0 0,-1-1 0 0 0,0 1 0 0 0,1-1 1 0 0,-1 0-1 0 0,0 1 0 0 0,-1 4 0 0 0,0 14-94 0 0,-1 1-1 0 0,-1 0 1 0 0,-1-1-1 0 0,0 0 1 0 0,-9 22 0 0 0,-4 4-265 0 0,-25 49 0 0 0,31-73 233 0 0,4-8 9 0 0,1 0 0 0 0,-2-1 0 0 0,0 0 0 0 0,-1 0 0 0 0,-13 15 0 0 0,22-29-34 0 0,5-16-592 0 0,1 0 0 0 0,14-26-1 0 0,-3 6 203 0 0,134-350-1024 0 0,-108 283 4878 0 0,-74 139 288 0 0,24-20-3638 0 0,0 1-1 0 0,1 0 0 0 0,1 1 1 0 0,0 0-1 0 0,1-1 0 0 0,1 2 1 0 0,1-1-1 0 0,1 0 0 0 0,0 0 1 0 0,4 30-1 0 0,1-7 23 0 0,2 1-1 0 0,3-1 1 0 0,19 61 0 0 0,-19-75-416 0 0,0-2 0 0 0,21 39 0 0 0,-26-57 222 0 0,0 1 0 0 0,1-1 0 0 0,-1-1 0 0 0,2 1 0 0 0,-1-1 0 0 0,0 0 0 0 0,1 0 1 0 0,0 0-1 0 0,1-1 0 0 0,-1 0 0 0 0,1 0 0 0 0,14 7 0 0 0,-3-6-1350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35.3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 1840 0 0,'-1'4'1048'0'0,"1"1"0"0"0,-1-1 0 0 0,1 1 0 0 0,0 0 0 0 0,1-1 0 0 0,-1 1 0 0 0,1-1 0 0 0,0 1 0 0 0,2 6 0 0 0,2 14 600 0 0,-4-15-1101 0 0,18 151 4959 0 0,2-55-7360 0 0,-5-65-1721 0 0,-8-24 1730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39.8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117 75 3225 0 0,'-3'-7'837'0'0,"0"0"0"0"0,-1 1 0 0 0,0-1 1 0 0,0 1-1 0 0,0 0 0 0 0,-1 1 1 0 0,1-1-1 0 0,-1 1 0 0 0,-1-1 0 0 0,-10-7 1 0 0,15 13-716 0 0,0 0 1 0 0,1 0 0 0 0,-1-1 0 0 0,0 1 0 0 0,0 0-1 0 0,0 0 1 0 0,0 0 0 0 0,0 0 0 0 0,0 1-1 0 0,0-1 1 0 0,0 0 0 0 0,0 0 0 0 0,0 0-1 0 0,1 1 1 0 0,-1-1 0 0 0,0 0 0 0 0,0 1-1 0 0,0-1 1 0 0,1 1 0 0 0,-1-1 0 0 0,0 1 0 0 0,0-1-1 0 0,1 1 1 0 0,-1 0 0 0 0,0-1 0 0 0,1 1-1 0 0,-1 0 1 0 0,1 0 0 0 0,-1-1 0 0 0,1 1-1 0 0,-1 0 1 0 0,1 0 0 0 0,-1 0 0 0 0,1-1 0 0 0,0 1-1 0 0,-1 2 1 0 0,-11 39 891 0 0,10-33-788 0 0,-4 12-55 0 0,2 0 1 0 0,1 1-1 0 0,0-1 0 0 0,2 1 1 0 0,1 32-1 0 0,1-43-100 0 0,0-1 0 0 0,0 1 1 0 0,1 0-1 0 0,1 0 1 0 0,-1-1-1 0 0,2 1 0 0 0,0-1 1 0 0,0 0-1 0 0,0 0 0 0 0,2 0 1 0 0,-1-1-1 0 0,12 15 0 0 0,-15-21-103 0 0,1 0 0 0 0,0-1 0 0 0,0 1-1 0 0,0-1 1 0 0,0 0 0 0 0,0 0 0 0 0,1 0-1 0 0,-1 0 1 0 0,1-1 0 0 0,-1 1 0 0 0,1-1-1 0 0,0 0 1 0 0,-1 0 0 0 0,1 0-1 0 0,0-1 1 0 0,0 1 0 0 0,0-1 0 0 0,-1 0-1 0 0,1 0 1 0 0,0 0 0 0 0,0-1 0 0 0,0 1-1 0 0,-1-1 1 0 0,1 0 0 0 0,0 0 0 0 0,-1 0-1 0 0,1-1 1 0 0,0 1 0 0 0,-1-1 0 0 0,0 0-1 0 0,1 0 1 0 0,-1 0 0 0 0,0 0 0 0 0,5-5-1 0 0,-4 4 0 0 0,-1 1 0 0 0,1-1 0 0 0,-1-1-1 0 0,1 1 1 0 0,-1-1 0 0 0,0 1-1 0 0,0-1 1 0 0,-1 0 0 0 0,1 0 0 0 0,-1 0-1 0 0,0 0 1 0 0,0-1 0 0 0,0 1 0 0 0,0 0-1 0 0,-1-1 1 0 0,0 1 0 0 0,0-1 0 0 0,0 0-1 0 0,-1 1 1 0 0,1-1 0 0 0,-1 0-1 0 0,0 0 1 0 0,0 1 0 0 0,-1-1 0 0 0,1 0-1 0 0,-1 1 1 0 0,0-1 0 0 0,-2-5 0 0 0,-12-8 2534 0 0,15 18-2471 0 0,10 18 320 0 0,-4-8-327 0 0,1 0-1 0 0,1 0 0 0 0,-1-1 0 0 0,1 0 0 0 0,1-1 1 0 0,0 0-1 0 0,0 0 0 0 0,1 0 0 0 0,0-1 0 0 0,21 11 1 0 0,-25-15 16 0 0,0-1 1 0 0,1 1-1 0 0,-1-1 1 0 0,1 0 0 0 0,0 0-1 0 0,0-1 1 0 0,0 0 0 0 0,0 0-1 0 0,0-1 1 0 0,0 0-1 0 0,0 0 1 0 0,0-1 0 0 0,0 1-1 0 0,-1-1 1 0 0,1-1 0 0 0,0 0-1 0 0,0 0 1 0 0,-1 0-1 0 0,1 0 1 0 0,11-8 0 0 0,-13 8 18 0 0,0-1-1 0 0,-1 0 1 0 0,0 0 0 0 0,1-1 0 0 0,-1 1-1 0 0,0-1 1 0 0,0 0 0 0 0,-1 0 0 0 0,1 0 0 0 0,-1-1-1 0 0,0 1 1 0 0,0-1 0 0 0,-1 1 0 0 0,1-1 0 0 0,-1 0-1 0 0,0 0 1 0 0,0-1 0 0 0,-1 1 0 0 0,0 0 0 0 0,2-10-1 0 0,-2 6-350 0 0,-1 0 0 0 0,0 0 0 0 0,-1 0 0 0 0,-2-14-1 0 0,-13-39-7623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40.0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3225 0 0,'2'30'3549'0'0,"1"0"0"0"0,2 0 0 0 0,16 55 0 0 0,2 10 311 0 0,-20-78-3353 0 0,-3-11-536 0 0,1 0 0 0 0,0 0-1 0 0,0 0 1 0 0,0 0-1 0 0,1-1 1 0 0,0 1-1 0 0,0-1 1 0 0,0 1-1 0 0,1-1 1 0 0,3 7 0 0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40.2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54 1 17508 0 0,'-6'4'776'0'0,"0"-1"160"0"0,2 0-744 0 0,1 0-192 0 0,1 0 0 0 0,1-2 0 0 0,-1 2-112 0 0,-2 3-56 0 0,-2 3-16 0 0,-1 3 0 0 0,-1 1 96 0 0,5 2 24 0 0,2-2 0 0 0,7 9-3241 0 0,3-1-648 0 0,2 0-127 0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28.2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467 43 6913 0 0,'-10'-7'351'0'0,"-1"2"-1"0"0,0-1 0 0 0,-1 2 0 0 0,1-1 0 0 0,-1 2 0 0 0,0-1 0 0 0,0 2 0 0 0,0-1 0 0 0,0 2 0 0 0,0 0 0 0 0,-1 0 0 0 0,1 1 0 0 0,0 0 1 0 0,-1 1-1 0 0,1 1 0 0 0,0 0 0 0 0,0 0 0 0 0,0 2 0 0 0,-13 4 0 0 0,13-2-175 0 0,0 1 0 0 0,0 1 0 0 0,0 0 0 0 0,1 0 0 0 0,1 1 0 0 0,0 1 0 0 0,0 0 0 0 0,0 0 0 0 0,1 0 0 0 0,1 1 0 0 0,0 1 0 0 0,1 0 0 0 0,0 0 0 0 0,0 0 0 0 0,-8 25 0 0 0,3-3-91 0 0,1 0-1 0 0,2 1 0 0 0,2 0 0 0 0,-7 71 1 0 0,12-65-5 0 0,1-1 0 0 0,2 1 0 0 0,2-1 0 0 0,1 0 0 0 0,17 67 0 0 0,-13-78-3 0 0,2-1 0 0 0,0 0 0 0 0,2-1 1 0 0,1 0-1 0 0,1-1 0 0 0,1-1 0 0 0,1 0 1 0 0,30 34-1 0 0,-24-34 44 0 0,1-1 0 0 0,1-1 0 0 0,1-1-1 0 0,52 34 1 0 0,-59-45-70 0 0,0-1 0 0 0,1-1 0 0 0,1 0 0 0 0,0-2 0 0 0,0 0 0 0 0,0-1-1 0 0,1-1 1 0 0,36 4 0 0 0,-25-7-16 0 0,-1-1-1 0 0,1-2 1 0 0,0-1-1 0 0,-1-1 1 0 0,1-2-1 0 0,-1-1 1 0 0,-1-1-1 0 0,1-2 1 0 0,35-15-1 0 0,-30 8 8 0 0,0-2 1 0 0,-2-2-1 0 0,0-1 0 0 0,-2-1 1 0 0,0-2-1 0 0,56-54 0 0 0,-70 59 64 0 0,0 0 0 0 0,-1-1-1 0 0,-1 0 1 0 0,-1-2 0 0 0,15-26-1 0 0,-24 35-12 0 0,0-1-1 0 0,0-1 0 0 0,-1 1 1 0 0,-1-1-1 0 0,0 0 0 0 0,-2 0 0 0 0,1 0 1 0 0,-2 0-1 0 0,0 0 0 0 0,-1-19 1 0 0,-2 2 78 0 0,-1 0-1 0 0,-1 0 1 0 0,-2 1 0 0 0,-1 0 0 0 0,-2 0 0 0 0,-1 0 0 0 0,-1 1 0 0 0,-16-31 0 0 0,15 41-138 0 0,0 0-1 0 0,-1 0 1 0 0,-1 1-1 0 0,-1 1 1 0 0,0 0 0 0 0,-1 1-1 0 0,-1 1 1 0 0,-1 0-1 0 0,0 2 1 0 0,-1 0-1 0 0,-37-21 1 0 0,14 16-109 0 0,-1 1 0 0 0,0 2 0 0 0,-1 2 1 0 0,-1 2-1 0 0,0 2 0 0 0,-1 2 0 0 0,-56-3 0 0 0,90 10-409 0 0,-52-1-1460 0 0,59 2 1471 0 0,1 0 0 0 0,0 1 0 0 0,-1-1 0 0 0,1 1 0 0 0,0 0 1 0 0,0 0-1 0 0,0 1 0 0 0,-1-1 0 0 0,1 1 0 0 0,1 0 0 0 0,-7 4 0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28.7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77 123 6913 0 0,'-14'-1'511'0'0,"-29"-2"463"0"0,23-5 3136 0 0,20 8-4010 0 0,0-1 1 0 0,0 0-1 0 0,1 1 0 0 0,-1-1 1 0 0,0 1-1 0 0,0-1 0 0 0,0 1 1 0 0,1-1-1 0 0,-1 1 0 0 0,0-1 1 0 0,0 1-1 0 0,1-1 0 0 0,-1 1 1 0 0,0 0-1 0 0,1-1 1 0 0,-1 1-1 0 0,1-1 0 0 0,-1 1 1 0 0,1 0-1 0 0,-1-1 0 0 0,0 1 1 0 0,1 0-1 0 0,-1-1 0 0 0,1 1 1 0 0,-1 0-1 0 0,1 0 0 0 0,0 0 1 0 0,-1 0-1 0 0,1-1 0 0 0,0 1 1 0 0,20-9 701 0 0,4 1-469 0 0,1 1 0 0 0,0 1-1 0 0,40-3 1 0 0,85 0-26 0 0,-65 5-146 0 0,182-15 300 0 0,366-8 670 0 0,-417 36-1065 0 0,302 1 527 0 0,-493-10-226 0 0,-16 1-1920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29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83 11 2304 0 0,'-54'-8'5512'0'0,"25"5"1378"0"0,52 5-3639 0 0,14 9-2723 0 0,-15-4-205 0 0,17 4-68 0 0,0 2 0 0 0,0 2 0 0 0,40 21 0 0 0,-60-26-171 0 0,0 2 0 0 0,0-1-1 0 0,-2 2 1 0 0,0 1 0 0 0,0 0-1 0 0,-1 1 1 0 0,23 27 0 0 0,-36-38-28 0 0,1 0 1 0 0,-1 0 0 0 0,0 0 0 0 0,-1 1-1 0 0,1-1 1 0 0,-1 1 0 0 0,0-1-1 0 0,0 1 1 0 0,0 0 0 0 0,0 0 0 0 0,-1 0-1 0 0,0 0 1 0 0,0 0 0 0 0,0 0-1 0 0,-1 0 1 0 0,0 0 0 0 0,0 0 0 0 0,0 0-1 0 0,-1 0 1 0 0,1 0 0 0 0,-1 0 0 0 0,0 0-1 0 0,-1 0 1 0 0,1 0 0 0 0,-1 0-1 0 0,0 0 1 0 0,0-1 0 0 0,0 1 0 0 0,-1-1-1 0 0,0 0 1 0 0,0 1 0 0 0,0-1-1 0 0,-7 7 1 0 0,2-2-471 0 0,-1-1-1 0 0,1 0 1 0 0,-17 11-1 0 0,1-4-7022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2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3020 1 2761 0 0,'-3'1'273'0'0,"0"1"0"0"0,0-1 1 0 0,-1 0-1 0 0,1 0 1 0 0,-1 0-1 0 0,1 0 1 0 0,-1-1-1 0 0,1 0 1 0 0,-4 1-1 0 0,-8 0 660 0 0,-31 9 1273 0 0,-289 45 7029 0 0,55-19-7066 0 0,-51 4-980 0 0,-309 3-785 0 0,98-26-330 0 0,434-14 11 0 0,1 4 1 0 0,0 5-1 0 0,0 5 1 0 0,2 4 0 0 0,-113 39-1 0 0,198-54-566 0 0,-2 0-929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30.4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156 0 3225 0 0,'-27'4'690'0'0,"15"-3"375"0"0,0 0 0 0 0,0 0 0 0 0,1 2 0 0 0,0-1 0 0 0,-1 2-1 0 0,1-1 1 0 0,0 1 0 0 0,-15 9 0 0 0,25-13-952 0 0,0 0-1 0 0,1 1 1 0 0,-1-1-1 0 0,1 1 1 0 0,-1-1 0 0 0,0 1-1 0 0,1-1 1 0 0,-1 1 0 0 0,1-1-1 0 0,-1 1 1 0 0,1-1-1 0 0,0 1 1 0 0,-1-1 0 0 0,1 1-1 0 0,0 0 1 0 0,-1-1 0 0 0,1 1-1 0 0,0 0 1 0 0,-1-1 0 0 0,1 1-1 0 0,0 0 1 0 0,0 0-1 0 0,0-1 1 0 0,0 1 0 0 0,0 0-1 0 0,0 0 1 0 0,0 1 0 0 0,1-1-31 0 0,-1 1 0 0 0,1-1 0 0 0,0 0 0 0 0,-1 1 0 0 0,1-1 0 0 0,0 0 0 0 0,0 0 0 0 0,0 1 0 0 0,0-1 1 0 0,0 0-1 0 0,1 0 0 0 0,1 1 0 0 0,42 23 95 0 0,-42-23-7 0 0,45 17 382 0 0,58 16 0 0 0,25 10 345 0 0,13 4-503 0 0,17 8-20 0 0,-158-56-345 0 0,0 0-1 0 0,-1 0 1 0 0,1 1-1 0 0,0-1 1 0 0,-1 1-1 0 0,0-1 1 0 0,1 1-1 0 0,-1 0 1 0 0,0 0-1 0 0,0 0 1 0 0,0 0-1 0 0,2 4 1 0 0,-3-5-14 0 0,-1 0 1 0 0,0 0 0 0 0,1 1 0 0 0,-1-1 0 0 0,0 0 0 0 0,0 0 0 0 0,0 1 0 0 0,0-1 0 0 0,0 0 0 0 0,0 0 0 0 0,0 1 0 0 0,-1-1 0 0 0,1 0 0 0 0,0 0 0 0 0,-1 1 0 0 0,1-1-1 0 0,-1 0 1 0 0,1 0 0 0 0,-1 0 0 0 0,0 0 0 0 0,1 0 0 0 0,-1 0 0 0 0,0 0 0 0 0,0 0 0 0 0,0 0 0 0 0,0 0 0 0 0,0 0 0 0 0,0 0 0 0 0,-1 0 0 0 0,-32 28 241 0 0,-2-3 1 0 0,0-1 0 0 0,-41 21 0 0 0,20-12-356 0 0,25-14-322 0 0,0-2-109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36.2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0 207 11058 0 0,'18'-8'1406'0'0,"0"0"0"0"0,0 1 0 0 0,1 1-1 0 0,36-7 1 0 0,-48 12-1235 0 0,1 0 0 0 0,0 0 0 0 0,0 0 0 0 0,0 1 0 0 0,0 0 0 0 0,0 1 0 0 0,0 0 0 0 0,0 0 0 0 0,0 1 0 0 0,-1 0 0 0 0,1 0 0 0 0,-1 0 0 0 0,1 1 0 0 0,12 7 0 0 0,-16-6-144 0 0,0-1-1 0 0,-1 1 0 0 0,0 0 1 0 0,1 0-1 0 0,-1 0 0 0 0,0 0 1 0 0,-1 0-1 0 0,1 1 0 0 0,-1-1 0 0 0,0 1 1 0 0,0 0-1 0 0,0 0 0 0 0,-1-1 1 0 0,1 1-1 0 0,-1 0 0 0 0,-1 0 1 0 0,1 1-1 0 0,-1-1 0 0 0,0 8 0 0 0,0 9-68 0 0,-1-1-1 0 0,-1 1 1 0 0,-6 25-1 0 0,3-23 13 0 0,0 0 0 0 0,-2-1 0 0 0,-1 1 0 0 0,-1-1 0 0 0,-1-1-1 0 0,0 0 1 0 0,-27 39 0 0 0,37-61 29 0 0,0 0 1 0 0,0 0-1 0 0,0 0 0 0 0,0 0 0 0 0,0 0 0 0 0,0 0 1 0 0,0-1-1 0 0,0 1 0 0 0,-1 0 0 0 0,1 0 0 0 0,0 0 1 0 0,0 0-1 0 0,0 0 0 0 0,0 0 0 0 0,0 0 0 0 0,0 0 1 0 0,0 0-1 0 0,-1 0 0 0 0,1 0 0 0 0,0 0 0 0 0,0 0 1 0 0,0-1-1 0 0,0 1 0 0 0,0 0 0 0 0,0 0 0 0 0,-1 0 1 0 0,1 0-1 0 0,0 0 0 0 0,0 0 0 0 0,0 0 1 0 0,0 0-1 0 0,0 1 0 0 0,0-1 0 0 0,-1 0 0 0 0,1 0 1 0 0,0 0-1 0 0,0 0 0 0 0,0 0 0 0 0,0 0 0 0 0,0 0 1 0 0,0 0-1 0 0,0 0 0 0 0,-1 0 0 0 0,1 0 0 0 0,0 0 1 0 0,0 0-1 0 0,0 0 0 0 0,0 1 0 0 0,0-1 0 0 0,0 0 1 0 0,0 0-1 0 0,0 0 0 0 0,0 0 0 0 0,0 0 0 0 0,0 0 1 0 0,0 1-1 0 0,0-1 0 0 0,0 0 0 0 0,-1 0 1 0 0,1 0-1 0 0,0 0 0 0 0,0 0 0 0 0,0 0 0 0 0,0 1 1 0 0,0-1-1 0 0,0 0 0 0 0,0 0 0 0 0,1 0 0 0 0,-1 0 1 0 0,2-14-308 0 0,7-18-308 0 0,25-69-41 0 0,41-204-1 0 0,-70 277 1085 0 0,1-10 1493 0 0,2-64 0 0 0,-8 130-1736 0 0,1-1 0 0 0,1 0 0 0 0,2 0 0 0 0,0-1 1 0 0,14 44-1 0 0,-15-60-189 0 0,1 0 1 0 0,0 0-1 0 0,1 0 1 0 0,0-1-1 0 0,1 1 0 0 0,0-1 1 0 0,0-1-1 0 0,1 1 1 0 0,0-1-1 0 0,0 0 0 0 0,1-1 1 0 0,0 0-1 0 0,1 0 1 0 0,-1 0-1 0 0,1-1 1 0 0,1-1-1 0 0,13 7 0 0 0,32 8-1005 0 0,-16-10-4805 0 0,-4-2-1464 0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36.6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21 132 8754 0 0,'-1'-1'438'0'0,"-1"-1"-1"0"0,0 1 1 0 0,1-1 0 0 0,-1 0 0 0 0,1 0-1 0 0,0 0 1 0 0,0 0 0 0 0,-1 0 0 0 0,1 0-1 0 0,1 0 1 0 0,-1 0 0 0 0,0 0-1 0 0,0 0 1 0 0,1 0 0 0 0,-1-1 0 0 0,1-1-1 0 0,-1 3-341 0 0,1 0 0 0 0,0 1-1 0 0,0-1 1 0 0,-1 0 0 0 0,1 1-1 0 0,0-1 1 0 0,0 0 0 0 0,0 1-1 0 0,0-1 1 0 0,0 0-1 0 0,0 1 1 0 0,0-1 0 0 0,0 0-1 0 0,0 1 1 0 0,0-1 0 0 0,0 0-1 0 0,0 0 1 0 0,1 1 0 0 0,-1-1-1 0 0,0 0 1 0 0,0 1-1 0 0,1-1 1 0 0,-1 1 0 0 0,1-1-1 0 0,-1 0 1 0 0,0 1 0 0 0,1-1-1 0 0,-1 1 1 0 0,1-1 0 0 0,-1 1-1 0 0,1-1 1 0 0,-1 1-1 0 0,1 0 1 0 0,0-1 0 0 0,-1 1-1 0 0,1 0 1 0 0,0-1 0 0 0,-1 1-1 0 0,1 0 1 0 0,0 0 0 0 0,-1-1-1 0 0,1 1 1 0 0,0 0-1 0 0,-1 0 1 0 0,1 0 0 0 0,0 0-1 0 0,-1 0 1 0 0,1 0 0 0 0,0 0-1 0 0,-1 0 1 0 0,2 1 0 0 0,1 0-43 0 0,0 0 1 0 0,0 1 0 0 0,0 0-1 0 0,-1-1 1 0 0,1 1 0 0 0,-1 0-1 0 0,1 0 1 0 0,-1 1 0 0 0,0-1-1 0 0,1 0 1 0 0,-1 1 0 0 0,-1-1-1 0 0,1 1 1 0 0,0 0 0 0 0,1 3-1 0 0,20 46-1 0 0,-4 13 187 0 0,-15-48-254 0 0,0-1 0 0 0,1 1-1 0 0,1-1 1 0 0,0-1-1 0 0,11 20 1 0 0,-16-33 41 0 0,0-1 0 0 0,0 1 0 0 0,0-1 0 0 0,0 1 0 0 0,0-1 0 0 0,0 0 0 0 0,0 1 0 0 0,1-1 0 0 0,-1 0 0 0 0,0 0 0 0 0,1 0 0 0 0,-1 0 0 0 0,1 0 0 0 0,-1 0 0 0 0,1 0 0 0 0,0-1 0 0 0,-1 1 0 0 0,1-1 0 0 0,0 1 0 0 0,-1-1 0 0 0,1 1 0 0 0,2-1 0 0 0,-2 0 7 0 0,0-1 0 0 0,1 1 0 0 0,-1-1 0 0 0,0 0 0 0 0,1 1 0 0 0,-1-1 0 0 0,0 0 0 0 0,0 0 0 0 0,0-1 0 0 0,0 1 0 0 0,0 0 1 0 0,0-1-1 0 0,0 1 0 0 0,2-3 0 0 0,6-7 60 0 0,-1 0 0 0 0,0 0 0 0 0,0-1 0 0 0,7-16 0 0 0,-13 23-97 0 0,14-23-462 0 0,73-114 929 0 0,-74 123-2898 0 0,0 0-1 0 0,28-26 1 0 0,-23 27-4651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41.3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33 2304 0 0,'-3'-17'-968'0'0,"18"1"720"0"0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42.4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 7 2761 0 0,'-27'1'17166'0'0,"23"12"-19125"0"0,-1 13 2128 0 0,2 0-1 0 0,0 0 1 0 0,2 1 0 0 0,2 32-1 0 0,-1-51-142 0 0,1 0 0 0 0,0 0 0 0 0,1 0-1 0 0,0-1 1 0 0,0 1 0 0 0,1-1 0 0 0,-1 1 0 0 0,2-1-1 0 0,-1 0 1 0 0,1 0 0 0 0,0 0 0 0 0,0-1 0 0 0,1 1-1 0 0,0-1 1 0 0,0 0 0 0 0,0 0 0 0 0,1-1 0 0 0,11 9-1 0 0,-16-13-24 0 0,0 0 0 0 0,1-1 1 0 0,-1 1-1 0 0,0 0 0 0 0,1-1 0 0 0,-1 1 0 0 0,0-1 0 0 0,1 0 0 0 0,-1 1 0 0 0,1-1 0 0 0,-1 0 0 0 0,1 0 0 0 0,-1 0 0 0 0,0 0 0 0 0,1 0 0 0 0,-1 0 0 0 0,1 0 0 0 0,-1 0 0 0 0,1-1 0 0 0,-1 1 0 0 0,0-1 0 0 0,3 0 0 0 0,0-1-7 0 0,-1 0 0 0 0,0 0 0 0 0,0-1-1 0 0,0 1 1 0 0,0 0 0 0 0,-1-1 0 0 0,1 0 0 0 0,4-6 0 0 0,-1 1-13 0 0,-1-1 0 0 0,0 0 0 0 0,0 0 0 0 0,-1 0 0 0 0,6-19 0 0 0,-6 2 603 0 0,-1 1 520 0 0,-1 23-661 0 0,1 10-235 0 0,-2-2-194 0 0,1-1-1 0 0,0 0 1 0 0,0 0 0 0 0,0 0-1 0 0,1 0 1 0 0,-1 0 0 0 0,1-1-1 0 0,0 1 1 0 0,1-1-1 0 0,-1 0 1 0 0,1 0 0 0 0,0 0-1 0 0,0 0 1 0 0,0-1-1 0 0,0 1 1 0 0,0-1 0 0 0,1 0-1 0 0,5 2 1 0 0,-7-3 1 0 0,-1-1 0 0 0,1 0 1 0 0,-1-1-1 0 0,1 1 0 0 0,0 0 0 0 0,-1-1 0 0 0,1 1 1 0 0,0-1-1 0 0,0 0 0 0 0,-1 0 0 0 0,1 0 1 0 0,0 0-1 0 0,-1-1 0 0 0,1 1 0 0 0,0-1 1 0 0,-1 1-1 0 0,1-1 0 0 0,0 0 0 0 0,-1 0 1 0 0,1 0-1 0 0,-1-1 0 0 0,0 1 0 0 0,1 0 0 0 0,-1-1 1 0 0,0 0-1 0 0,0 1 0 0 0,0-1 0 0 0,0 0 1 0 0,0 0-1 0 0,0 0 0 0 0,-1 0 0 0 0,1-1 1 0 0,0 1-1 0 0,-1 0 0 0 0,0-1 0 0 0,0 1 1 0 0,1-4-1 0 0,6-8 74 0 0,-2-1 1 0 0,0 0-1 0 0,8-30 1 0 0,-13 40-72 0 0,0 0 1 0 0,0-1 0 0 0,-1 1-1 0 0,1 0 1 0 0,-1-1 0 0 0,0 1-1 0 0,-1-1 1 0 0,1 1 0 0 0,-1-1-1 0 0,0 1 1 0 0,-1 0-1 0 0,1 0 1 0 0,-1-1 0 0 0,0 1-1 0 0,-3-6 1 0 0,2 7-87 0 0,1 0-540 0 0,-1 0 0 0 0,1 0 0 0 0,-1 0 1 0 0,1-1-1 0 0,0 0 0 0 0,1 1 0 0 0,-1-1 0 0 0,0-6 0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42.7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48 456 0 0,'3'-10'10438'0'0,"-2"10"-10177"0"0,12-12 1695 0 0,-12 11-2192 0 0,1-1 519 0 0,1-1 0 0 0,0 1 0 0 0,0 0 1 0 0,0 0-1 0 0,0 0 0 0 0,0 0 0 0 0,0 0 1 0 0,0 1-1 0 0,0 0 0 0 0,1-1 0 0 0,-1 1 1 0 0,1 0-1 0 0,-1 1 0 0 0,1-1 0 0 0,-1 1 1 0 0,1-1-1 0 0,-1 1 0 0 0,1 0 0 0 0,-1 0 1 0 0,7 2-1 0 0,-7-1-151 0 0,0 0 0 0 0,0 1 1 0 0,0 0-1 0 0,-1-1 0 0 0,1 1 0 0 0,0 0 1 0 0,-1 1-1 0 0,1-1 0 0 0,-1 0 1 0 0,0 1-1 0 0,0-1 0 0 0,0 1 0 0 0,0 0 1 0 0,0 0-1 0 0,0-1 0 0 0,-1 1 1 0 0,1 0-1 0 0,-1 1 0 0 0,0-1 0 0 0,1 5 1 0 0,1 5-34 0 0,0 0 0 0 0,-1-1 0 0 0,-1 1 0 0 0,0 0 0 0 0,-2 26 1 0 0,0-26-41 0 0,0 1 1 0 0,2 0 0 0 0,0 0-1 0 0,4 24 1 0 0,-4-37-32 0 0,-1 0 1 0 0,0 1-1 0 0,0-1 0 0 0,1 0 0 0 0,-1 1 1 0 0,0-1-1 0 0,1 0 0 0 0,-1 1 0 0 0,1-1 0 0 0,0 0 1 0 0,-1 0-1 0 0,1 0 0 0 0,0 0 0 0 0,0 0 1 0 0,0 1-1 0 0,0-2 0 0 0,0 1 0 0 0,0 0 1 0 0,0 0-1 0 0,0 0 0 0 0,0 0 0 0 0,0-1 0 0 0,1 1 1 0 0,-1 0-1 0 0,0-1 0 0 0,0 1 0 0 0,1-1 1 0 0,-1 1-1 0 0,2-1 0 0 0,0 0 16 0 0,-1-1 0 0 0,1 1-1 0 0,0-1 1 0 0,-1 0 0 0 0,1 0-1 0 0,-1 0 1 0 0,1 0 0 0 0,-1 0 0 0 0,1-1-1 0 0,-1 1 1 0 0,0-1 0 0 0,0 1 0 0 0,0-1-1 0 0,2-2 1 0 0,40-37-58 0 0,-27 23-933 0 0,2 2 1 0 0,37-28-1 0 0,-35 32-6689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31.5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226 0 9218 0 0,'-7'5'77'0'0,"1"0"-1"0"0,-1 0 1 0 0,1 0 0 0 0,0 1-1 0 0,0 0 1 0 0,1 0 0 0 0,-1 0 0 0 0,1 1-1 0 0,1 0 1 0 0,-5 8 0 0 0,-4 11-138 0 0,-16 43 1 0 0,15-33 517 0 0,-8 23-115 0 0,3 1-1 0 0,2 1 0 0 0,3 0 1 0 0,2 2-1 0 0,4-1 0 0 0,-2 112 1 0 0,11-104-33 0 0,4 0 0 0 0,2 0 0 0 0,4-1 1 0 0,3 0-1 0 0,42 128 0 0 0,-40-156-287 0 0,2-1 0 0 0,1 0 1 0 0,2-2-1 0 0,2 0 0 0 0,2-1 0 0 0,0-2 0 0 0,3 0 0 0 0,37 36 1 0 0,-39-46 45 0 0,2-1 0 0 0,0-1 0 0 0,1-1 0 0 0,1-2 0 0 0,2-1 0 0 0,-1-1 0 0 0,2-2 0 0 0,0-1 0 0 0,1-2 0 0 0,45 12 0 0 0,-48-18 132 0 0,0-2-1 0 0,0-1 0 0 0,0-1 0 0 0,1-2 0 0 0,-1-1 1 0 0,0-2-1 0 0,1 0 0 0 0,-1-3 0 0 0,0 0 1 0 0,-1-2-1 0 0,1-1 0 0 0,40-17 0 0 0,-45 14-32 0 0,-1-1 1 0 0,0-2-1 0 0,-1 0 0 0 0,0-1 0 0 0,-1-2 0 0 0,-1 0 0 0 0,-1-1 0 0 0,0-1 1 0 0,-1-1-1 0 0,-2-1 0 0 0,0-1 0 0 0,-1 0 0 0 0,-1-2 0 0 0,13-25 0 0 0,-14 18 41 0 0,-1 0 1 0 0,-2-2-1 0 0,-1 1 0 0 0,-1-1 0 0 0,-2-1 0 0 0,-2 1 0 0 0,-1-1 0 0 0,1-39 0 0 0,-6 31-91 0 0,-1 0 1 0 0,-2 1-1 0 0,-2-1 0 0 0,-1 1 1 0 0,-3 0-1 0 0,-19-56 1 0 0,13 56-91 0 0,-1 2 1 0 0,-2 0-1 0 0,-2 1 1 0 0,-2 1 0 0 0,-1 1-1 0 0,-33-41 1 0 0,32 49-30 0 0,0 2 1 0 0,-2 1-1 0 0,-1 1 1 0 0,0 1-1 0 0,-2 1 1 0 0,-1 1-1 0 0,-52-27 1 0 0,7 13-323 0 0,-149-49 1 0 0,180 71-412 0 0,-1 2 1 0 0,0 3 0 0 0,0 1-1 0 0,-1 2 1 0 0,-46 1 0 0 0,84 4 52 0 0,-1 1 1 0 0,1 0 0 0 0,-1 0 0 0 0,-12 4 0 0 0,3 3-4974 0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32.0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323 1416 1696 0 0,'-75'35'4358'0'0,"-142"45"0"0"0,186-70-4000 0 0,69-28 2905 0 0,20-23-2557 0 0,-29 20-170 0 0,155-110 1095 0 0,219-144 383 0 0,-99 66-1543 0 0,6-4-547 0 0,-29 41-29 0 0,95-56 168 0 0,-50 25-52 0 0,-302 183-110 0 0,-24 20 82 0 0,0 0 0 0 0,0 0 1 0 0,0-1-1 0 0,0 1 1 0 0,0 0-1 0 0,0 0 0 0 0,0 0 1 0 0,0 0-1 0 0,0-1 0 0 0,0 1 1 0 0,0 0-1 0 0,0 0 1 0 0,0 0-1 0 0,0-1 0 0 0,0 1 1 0 0,0 0-1 0 0,0 0 0 0 0,0 0 1 0 0,0-1-1 0 0,0 1 1 0 0,0 0-1 0 0,0 0 0 0 0,0 0 1 0 0,0-1-1 0 0,0 1 0 0 0,0 0 1 0 0,0 0-1 0 0,0 0 0 0 0,-1 0 1 0 0,1-1-1 0 0,0 1 1 0 0,0 0-1 0 0,0 0 0 0 0,0 0 1 0 0,0 0-1 0 0,-1 0 0 0 0,1 0 1 0 0,0-1-1 0 0,0 1 1 0 0,-18-2-1463 0 0,-16 3-1611 0 0,19 1 1558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32.4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191 7 5585 0 0,'-1'-1'71'0'0,"1"1"1"0"0,0-1-1 0 0,-1 1 0 0 0,1-1 1 0 0,-1 1-1 0 0,0-1 0 0 0,1 1 0 0 0,-1 0 1 0 0,1-1-1 0 0,-1 1 0 0 0,0 0 0 0 0,1-1 1 0 0,-1 1-1 0 0,0 0 0 0 0,1 0 0 0 0,-1 0 1 0 0,0-1-1 0 0,1 1 0 0 0,-1 0 0 0 0,0 0 1 0 0,1 0-1 0 0,-1 0 0 0 0,0 0 1 0 0,0 0-1 0 0,1 1 0 0 0,-1-1 0 0 0,0 0 1 0 0,1 0-1 0 0,-1 0 0 0 0,0 1 0 0 0,1-1 1 0 0,-2 1-1 0 0,-28 7 1853 0 0,29-8-1879 0 0,-22 8 1363 0 0,1 1 1 0 0,0 0-1 0 0,0 2 0 0 0,-26 17 1 0 0,53-29-1204 0 0,1 0 0 0 0,0 0 0 0 0,0 0 0 0 0,0 1 0 0 0,0 0 0 0 0,9 1 0 0 0,19-1 88 0 0,69-19 759 0 0,15-1-355 0 0,-104 18-626 0 0,1 1 1 0 0,-1 1 0 0 0,1 1 0 0 0,-1 0-1 0 0,29 6 1 0 0,-41-7-32 0 0,0 1 0 0 0,1-1 0 0 0,-1 1 1 0 0,0 0-1 0 0,0 0 0 0 0,0 0 0 0 0,0 1 0 0 0,0-1 0 0 0,0 0 0 0 0,0 1 0 0 0,0-1 0 0 0,0 1 1 0 0,-1 0-1 0 0,1-1 0 0 0,-1 1 0 0 0,1 0 0 0 0,-1 0 0 0 0,0 0 0 0 0,1 0 0 0 0,-1 0 0 0 0,0 0 0 0 0,0 1 1 0 0,-1-1-1 0 0,1 0 0 0 0,0 0 0 0 0,-1 1 0 0 0,0-1 0 0 0,1 1 0 0 0,-1-1 0 0 0,0 0 0 0 0,0 1 1 0 0,-1 4-1 0 0,-1 7 116 0 0,0 1 0 0 0,-1 0 0 0 0,-1-1 1 0 0,-7 19-1 0 0,2-4-199 0 0,-9 36-727 0 0,-14 88-9441 0 0,26-122 10096 0 0,-3 1 105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33.1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2653 1 3225 0 0,'-19'15'3548'0'0,"-69"48"1904"0"0,-53 23-1823 0 0,67-42-2399 0 0,-199 107 1487 0 0,45-27-1313 0 0,-132 65-426 0 0,-2 0-710 0 0,291-148-210 0 0,-295 186 38 0 0,57-18 52 0 0,267-181-115 0 0,-48 37 111 0 0,-130 121-1 0 0,210-174-511 0 0,15-5-1641 0 0,25-7-6772 0 0,-17-3 3603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33.8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90 74 3681 0 0,'-12'2'-156'0'0,"-29"5"1927"0"0,39-6-1453 0 0,0-1 0 0 0,-1 0 0 0 0,1 0 1 0 0,0 0-1 0 0,0 0 0 0 0,-1 0 1 0 0,1-1-1 0 0,0 1 0 0 0,0-1 1 0 0,-1 1-1 0 0,1-1 0 0 0,0 0 1 0 0,0 0-1 0 0,-2-1 0 0 0,4 2-285 0 0,0 0 1 0 0,0 0-1 0 0,-1-1 0 0 0,1 1 0 0 0,0 0 0 0 0,0 0 1 0 0,0 0-1 0 0,0 0 0 0 0,0-1 0 0 0,0 1 0 0 0,0 0 1 0 0,0 0-1 0 0,-1 0 0 0 0,1-1 0 0 0,0 1 0 0 0,0 0 1 0 0,0 0-1 0 0,0 0 0 0 0,0-1 0 0 0,0 1 0 0 0,0 0 1 0 0,0 0-1 0 0,0 0 0 0 0,0-1 0 0 0,0 1 0 0 0,0 0 1 0 0,0 0-1 0 0,0 0 0 0 0,1 0 0 0 0,-1-1 0 0 0,0 1 1 0 0,0 0-1 0 0,0 0 0 0 0,0 0 0 0 0,0-1 0 0 0,0 1 1 0 0,0 0-1 0 0,1 0 0 0 0,-1 0 0 0 0,0 0 0 0 0,0-1 1 0 0,12-7 457 0 0,13-3-327 0 0,3 1 280 0 0,-1 1 0 0 0,2 1 0 0 0,-1 1 0 0 0,1 1 0 0 0,0 2 0 0 0,0 1 0 0 0,0 1 0 0 0,0 2 0 0 0,1 1 0 0 0,-1 1 0 0 0,0 1 0 0 0,30 8 0 0 0,-51-9-374 0 0,-1 0-1 0 0,0 0 1 0 0,0 1 0 0 0,0 0 0 0 0,0 0 0 0 0,-1 1 0 0 0,1 0-1 0 0,8 6 1 0 0,-13-8-42 0 0,0 1-1 0 0,1-1 1 0 0,-1 0-1 0 0,0 1 0 0 0,0-1 1 0 0,-1 1-1 0 0,1 0 1 0 0,-1 0-1 0 0,1-1 0 0 0,-1 1 1 0 0,0 0-1 0 0,0 0 1 0 0,0 0-1 0 0,0 0 0 0 0,-1 1 1 0 0,1-1-1 0 0,-1 0 1 0 0,0 0-1 0 0,0 0 1 0 0,0 0-1 0 0,0 0 0 0 0,-1 6 1 0 0,-35 143 1949 0 0,10-48-1180 0 0,-3 10-152 0 0,-10 54 22 0 0,34-120-838 0 0,7-28-6331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37.5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1 370 9218 0 0,'14'-14'994'0'0,"1"0"1"0"0,0 0-1 0 0,1 1 1 0 0,1 1-1 0 0,0 1 1 0 0,22-10-1 0 0,-35 19-925 0 0,0 0-1 0 0,-1 0 0 0 0,1 0 1 0 0,0 1-1 0 0,0 0 0 0 0,1 0 1 0 0,-1 0-1 0 0,0 0 0 0 0,0 1 0 0 0,0 0 1 0 0,0 0-1 0 0,1 0 0 0 0,-1 0 1 0 0,0 0-1 0 0,0 1 0 0 0,0 0 1 0 0,1 0-1 0 0,-1 0 0 0 0,0 0 1 0 0,0 1-1 0 0,-1 0 0 0 0,1 0 0 0 0,0 0 1 0 0,0 0-1 0 0,-1 0 0 0 0,1 1 1 0 0,-1-1-1 0 0,0 1 0 0 0,0 0 1 0 0,0 0-1 0 0,0 0 0 0 0,-1 1 0 0 0,1-1 1 0 0,-1 1-1 0 0,0-1 0 0 0,3 5 1 0 0,-1 2-36 0 0,0 0 0 0 0,0 1 0 0 0,-1-1 0 0 0,-1 1 0 0 0,1-1 1 0 0,-2 1-1 0 0,1 0 0 0 0,-2-1 0 0 0,1 1 0 0 0,-2 0 0 0 0,1 0 0 0 0,-4 14 1 0 0,0 2 130 0 0,-2 0 1 0 0,0 0 0 0 0,-18 42-1 0 0,11-44 436 0 0,13-25-590 0 0,0 0 0 0 0,0 0 1 0 0,0 0-1 0 0,0 0 0 0 0,0 0 0 0 0,0 0 0 0 0,0 0 0 0 0,0 0 1 0 0,0 0-1 0 0,0 1 0 0 0,0-1 0 0 0,0 0 0 0 0,-1 0 0 0 0,1 0 1 0 0,0 0-1 0 0,0 0 0 0 0,0 0 0 0 0,0 0 0 0 0,0 0 0 0 0,0 0 1 0 0,0 0-1 0 0,0 0 0 0 0,0 0 0 0 0,-1 0 0 0 0,1 0 0 0 0,0 0 1 0 0,0 0-1 0 0,0 0 0 0 0,0 0 0 0 0,0 0 0 0 0,0 0 0 0 0,0 0 1 0 0,0 0-1 0 0,-1 0 0 0 0,1 0 0 0 0,0 0 0 0 0,0 0 0 0 0,0 0 1 0 0,0 0-1 0 0,0 0 0 0 0,0 0 0 0 0,0 0 0 0 0,0 0 0 0 0,0 0 1 0 0,-1 0-1 0 0,1 0 0 0 0,0 0 0 0 0,0 0 0 0 0,0 0 0 0 0,0-1 1 0 0,0 1-1 0 0,0 0 0 0 0,0 0 0 0 0,0 0 0 0 0,0 0 0 0 0,0 0 1 0 0,0-16 282 0 0,6-28-284 0 0,3 0 1 0 0,20-58 0 0 0,9-43-470 0 0,-26 65 598 0 0,3-97 1 0 0,-15 174-49 0 0,0 1 0 0 0,0-1-1 0 0,0 1 1 0 0,-1 0 0 0 0,1-1-1 0 0,0 1 1 0 0,-1 0 0 0 0,1-1 0 0 0,-1 1-1 0 0,0 0 1 0 0,-1-2 0 0 0,2 4-77 0 0,0-1 1 0 0,0 1 0 0 0,0 0-1 0 0,0 0 1 0 0,-1 0 0 0 0,1 0-1 0 0,0 0 1 0 0,0 0 0 0 0,0-1-1 0 0,0 1 1 0 0,0 0 0 0 0,0 0 0 0 0,-1 0-1 0 0,1 0 1 0 0,0 0 0 0 0,0 0-1 0 0,0 0 1 0 0,0 0 0 0 0,0 0-1 0 0,-1 0 1 0 0,1 0 0 0 0,0 0-1 0 0,0 0 1 0 0,0 0 0 0 0,0 0-1 0 0,-1 0 1 0 0,1 0 0 0 0,0 0-1 0 0,0 0 1 0 0,0 0 0 0 0,0 0-1 0 0,-1 0 1 0 0,1 0 0 0 0,0 0-1 0 0,0 0 1 0 0,0 0 0 0 0,0 1-1 0 0,0-1 1 0 0,0 0 0 0 0,-1 0-1 0 0,1 0 1 0 0,0 0 0 0 0,0 0 0 0 0,0 0-1 0 0,0 0 1 0 0,0 1 0 0 0,0-1-1 0 0,-8 18 176 0 0,3 11-189 0 0,0-1 1 0 0,2 1-1 0 0,1 0 0 0 0,2 0 0 0 0,0 0 1 0 0,2 0-1 0 0,1 0 0 0 0,2 0 1 0 0,0-1-1 0 0,2 0 0 0 0,1 0 0 0 0,2 0 1 0 0,0-1-1 0 0,2-1 0 0 0,1 0 1 0 0,1 0-1 0 0,1-2 0 0 0,1 1 0 0 0,1-2 1 0 0,1 0-1 0 0,1-2 0 0 0,38 35 1 0 0,-34-40-1170 0 0,1-1-4188 0 0,-1 0-1743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38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92 920 0 0,'-13'-17'11366'0'0,"13"16"-11059"0"0,1-2 145 0 0,0 1 0 0 0,0 0 0 0 0,0-1 0 0 0,1 1 0 0 0,-1 0 0 0 0,1 0 0 0 0,0 0 0 0 0,-1 0 0 0 0,5-4 0 0 0,3-1 199 0 0,0-1 1 0 0,0 2-1 0 0,19-11 1 0 0,-25 15-565 0 0,-1 1 0 0 0,1 0 0 0 0,-1 0-1 0 0,1 0 1 0 0,-1 0 0 0 0,1 0 0 0 0,-1 1 0 0 0,1-1 0 0 0,0 1 0 0 0,0 0 0 0 0,-1 0-1 0 0,1 0 1 0 0,0 0 0 0 0,-1 0 0 0 0,1 0 0 0 0,0 1 0 0 0,-1 0 0 0 0,6 1 0 0 0,-6-1-39 0 0,0 1 1 0 0,1 0 0 0 0,-1 0 0 0 0,0-1 0 0 0,-1 1 0 0 0,1 0-1 0 0,0 1 1 0 0,-1-1 0 0 0,1 0 0 0 0,-1 0 0 0 0,1 1 0 0 0,-1-1-1 0 0,0 1 1 0 0,0-1 0 0 0,0 1 0 0 0,-1-1 0 0 0,1 1-1 0 0,0 0 1 0 0,-1 3 0 0 0,2 9-62 0 0,-1 1 0 0 0,-1 28-1 0 0,-1-29 9 0 0,1 0-1 0 0,1-1 1 0 0,2 19 0 0 0,-2-31 5 0 0,0 0 0 0 0,-1 0-1 0 0,1 0 1 0 0,0 0 0 0 0,0-1 0 0 0,0 1 0 0 0,0 0 0 0 0,0 0 0 0 0,1-1-1 0 0,-1 1 1 0 0,0-1 0 0 0,1 1 0 0 0,-1-1 0 0 0,1 0 0 0 0,0 1 0 0 0,-1-1 0 0 0,1 0-1 0 0,0 0 1 0 0,0 0 0 0 0,0 0 0 0 0,-1-1 0 0 0,1 1 0 0 0,0 0 0 0 0,0-1 0 0 0,0 0-1 0 0,0 1 1 0 0,0-1 0 0 0,0 0 0 0 0,4 0 0 0 0,9 0 14 0 0,0 0 0 0 0,-1-1 0 0 0,20-4 0 0 0,0 1 126 0 0,-32 3-131 0 0,0 1 0 0 0,0 0 0 0 0,1 0 0 0 0,-1 0 0 0 0,0 0 0 0 0,0 0 1 0 0,0 0-1 0 0,0 1 0 0 0,1-1 0 0 0,-1 1 0 0 0,0-1 0 0 0,0 1 0 0 0,0 0 0 0 0,0 0 0 0 0,0 0 1 0 0,0 0-1 0 0,-1 0 0 0 0,1 0 0 0 0,0 1 0 0 0,0-1 0 0 0,-1 0 0 0 0,1 1 0 0 0,-1 0 0 0 0,1-1 0 0 0,-1 1 1 0 0,0 0-1 0 0,1 0 0 0 0,-1-1 0 0 0,0 1 0 0 0,0 0 0 0 0,-1 0 0 0 0,1 0 0 0 0,0 3 0 0 0,0 0 30 0 0,0 0 0 0 0,-1 1 0 0 0,0-1 0 0 0,0 0 0 0 0,-1 1 0 0 0,1-1 0 0 0,-1 0 0 0 0,-1 1 0 0 0,1-1 0 0 0,0 0 0 0 0,-1 0 0 0 0,-5 8 0 0 0,1 1-124 0 0,-2 0 1 0 0,0-1-1 0 0,0-1 1 0 0,-2 1-1 0 0,1-2 1 0 0,-1 1-1 0 0,-1-1 1 0 0,0-1-1 0 0,-1 0 1 0 0,-15 11-1 0 0,5-8-7891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43.8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70 138 456 0 0,'-15'-17'735'0'0,"-6"-7"2738"0"0,20 24-3209 0 0,0-1 0 0 0,1 0 0 0 0,-1 1 0 0 0,1-1 0 0 0,-1 1 0 0 0,0-1 0 0 0,0 1 0 0 0,1-1 0 0 0,-1 1 0 0 0,0-1 0 0 0,0 1 0 0 0,0 0 0 0 0,1-1 0 0 0,-1 1 0 0 0,0 0 0 0 0,0 0 0 0 0,0 0 0 0 0,0 0 0 0 0,0 0 0 0 0,1 0 0 0 0,-1 0 0 0 0,0 0 0 0 0,0 0 0 0 0,-1 0 0 0 0,1 1 20 0 0,0 0 0 0 0,0 0-1 0 0,0 1 1 0 0,0-1 0 0 0,0 0 0 0 0,0 0 0 0 0,0 0 0 0 0,0 1 0 0 0,1-1 0 0 0,-1 1 0 0 0,1-1 0 0 0,-1 0 0 0 0,1 1 0 0 0,-1-1-1 0 0,1 1 1 0 0,0-1 0 0 0,0 1 0 0 0,0-1 0 0 0,0 1 0 0 0,0-1 0 0 0,0 1 0 0 0,0 1 0 0 0,5 37 1246 0 0,-4-36-1307 0 0,9 57 831 0 0,-6-25-803 0 0,2-1 0 0 0,1 0 1 0 0,2-1-1 0 0,1 1 0 0 0,18 37 1 0 0,-25-66-258 0 0,0 0 1 0 0,1 0-1 0 0,0 0 0 0 0,0-1 1 0 0,1 0-1 0 0,0 0 0 0 0,-1 0 1 0 0,2 0-1 0 0,-1-1 1 0 0,10 7-1 0 0,-13-10-30 0 0,0 0-1 0 0,1 1 1 0 0,-1-1 0 0 0,1 0-1 0 0,-1 0 1 0 0,1-1 0 0 0,0 1-1 0 0,-1 0 1 0 0,1-1 0 0 0,0 0-1 0 0,-1 1 1 0 0,1-1-1 0 0,0 0 1 0 0,0-1 0 0 0,-1 1-1 0 0,1 0 1 0 0,0-1 0 0 0,-1 1-1 0 0,1-1 1 0 0,-1 0 0 0 0,1 0-1 0 0,-1 0 1 0 0,1 0 0 0 0,-1-1-1 0 0,1 1 1 0 0,-1 0 0 0 0,0-1-1 0 0,0 0 1 0 0,3-2-1 0 0,-1 0 37 0 0,1-1 0 0 0,-1 1 0 0 0,0-1 0 0 0,0 0 0 0 0,0 0-1 0 0,-1 0 1 0 0,0-1 0 0 0,0 0 0 0 0,0 1 0 0 0,-1-1 0 0 0,1 0-1 0 0,-1 0 1 0 0,-1 0 0 0 0,2-11 0 0 0,-2 1 36 0 0,0 0 0 0 0,-2 0 1 0 0,0 0-1 0 0,-5-25 0 0 0,6 40-43 0 0,0 0 0 0 0,-1 0 0 0 0,1-1 0 0 0,0 1 0 0 0,0 0 0 0 0,0 0 0 0 0,0 0 0 0 0,0-1 0 0 0,0 1 0 0 0,0 0 0 0 0,1 0 0 0 0,-1 0 0 0 0,0-1 0 0 0,0 1 0 0 0,1 0 0 0 0,0-2 0 0 0,0 3 5 0 0,-1 0 0 0 0,1-1-1 0 0,-1 1 1 0 0,1 0 0 0 0,-1 0-1 0 0,0 0 1 0 0,1 0 0 0 0,-1 0-1 0 0,1 0 1 0 0,-1 0-1 0 0,1-1 1 0 0,-1 2 0 0 0,1-1-1 0 0,-1 0 1 0 0,1 0 0 0 0,-1 0-1 0 0,1 0 1 0 0,-1 0 0 0 0,1 0-1 0 0,-1 0 1 0 0,0 0 0 0 0,1 1-1 0 0,-1-1 1 0 0,1 0-1 0 0,-1 0 1 0 0,0 1 0 0 0,2 0-1 0 0,32 30 123 0 0,-33-30-108 0 0,10 12 89 0 0,2-1 0 0 0,0-1 0 0 0,0 0 0 0 0,1 0 0 0 0,0-2 0 0 0,18 10 0 0 0,-28-17-81 0 0,0 0 1 0 0,0 0-1 0 0,0-1 1 0 0,0 0-1 0 0,1 0 0 0 0,-1 0 1 0 0,0 0-1 0 0,0-1 1 0 0,1 1-1 0 0,-1-1 1 0 0,0 0-1 0 0,1-1 1 0 0,3 0-1 0 0,-4 0 4 0 0,-1 0-1 0 0,0 0 1 0 0,0 0 0 0 0,0-1-1 0 0,0 0 1 0 0,0 1 0 0 0,-1-1-1 0 0,1 0 1 0 0,-1 0 0 0 0,1-1 0 0 0,-1 1-1 0 0,1 0 1 0 0,-1-1 0 0 0,0 0-1 0 0,0 1 1 0 0,-1-1 0 0 0,1 0-1 0 0,0 0 1 0 0,1-4 0 0 0,1-4 33 0 0,0-1 1 0 0,0 1-1 0 0,-1-1 0 0 0,-1 1 1 0 0,0-1-1 0 0,-1 0 1 0 0,0 0-1 0 0,0 0 0 0 0,-1 0 1 0 0,-1 0-1 0 0,0 0 1 0 0,-1 0-1 0 0,-3-12 1 0 0,-2-3-107 0 0,-2 0 1 0 0,0 1 0 0 0,-2-1 0 0 0,-19-34 0 0 0,30 60-22 0 0,-25-37-949 0 0,12 26-2616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44.8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25 112 920 0 0,'-2'0'309'0'0,"1"-1"0"0"0,-1 0 0 0 0,1 0 0 0 0,-1 0 0 0 0,1 0 0 0 0,-1 0 0 0 0,1 0 0 0 0,0 0 0 0 0,0-1 0 0 0,0 1 0 0 0,-1 0 0 0 0,1-1 0 0 0,0 1 0 0 0,1-1 0 0 0,-1 1 0 0 0,0-1 0 0 0,0 0 0 0 0,1 1 0 0 0,-1-1-1 0 0,1 0 1 0 0,-1 1 0 0 0,1-1 0 0 0,0 0 0 0 0,-1 0 0 0 0,1 1 0 0 0,0-1 0 0 0,0 0 0 0 0,1 0 0 0 0,-1 1 0 0 0,0-1 0 0 0,0 0 0 0 0,1 1 0 0 0,-1-1 0 0 0,2-2 0 0 0,-1 1 193 0 0,1-1 0 0 0,-1 1 0 0 0,1 0 1 0 0,0-1-1 0 0,0 1 0 0 0,0 0 0 0 0,1 1 0 0 0,-1-1 0 0 0,1 0 0 0 0,-1 1 1 0 0,1-1-1 0 0,0 1 0 0 0,0 0 0 0 0,0 0 0 0 0,6-3 0 0 0,-5 3-332 0 0,0 0-1 0 0,0 0 1 0 0,0 1 0 0 0,0 0-1 0 0,1 0 1 0 0,-1 0-1 0 0,0 0 1 0 0,0 1-1 0 0,1-1 1 0 0,7 2 0 0 0,-10-1-150 0 0,0 1 1 0 0,0-1 0 0 0,0 1 0 0 0,-1 0 0 0 0,1 0 0 0 0,0 0 0 0 0,-1 0-1 0 0,1 0 1 0 0,-1 1 0 0 0,1-1 0 0 0,-1 0 0 0 0,1 1 0 0 0,-1-1 0 0 0,0 1-1 0 0,0-1 1 0 0,0 1 0 0 0,0 0 0 0 0,0-1 0 0 0,0 1 0 0 0,0 0 0 0 0,0 0-1 0 0,-1-1 1 0 0,1 1 0 0 0,-1 0 0 0 0,1 0 0 0 0,-1 4 0 0 0,2 7-25 0 0,-1 0 1 0 0,0 0-1 0 0,-1 0 1 0 0,-1 0 0 0 0,0 0-1 0 0,-1 1 1 0 0,0-2-1 0 0,-5 17 1 0 0,-6 43-30 0 0,13-71 28 0 0,0 0 1 0 0,-1 0-1 0 0,1 0 1 0 0,1 0-1 0 0,-1 1 1 0 0,0-1-1 0 0,0 0 1 0 0,0 0-1 0 0,1 0 1 0 0,-1 0-1 0 0,0 1 1 0 0,1-1-1 0 0,-1 0 1 0 0,1 0-1 0 0,0 0 1 0 0,-1 0-1 0 0,1 0 1 0 0,0 0-1 0 0,-1 0 1 0 0,1 0-1 0 0,0-1 1 0 0,0 1-1 0 0,0 0 1 0 0,0 0-1 0 0,0-1 1 0 0,0 1-1 0 0,0-1 1 0 0,0 1-1 0 0,1 0 1 0 0,41 9-251 0 0,-37-10 233 0 0,-1 1 0 0 0,0 0 0 0 0,0 0 0 0 0,1 1 0 0 0,-1-1 0 0 0,7 4 0 0 0,-9-3 34 0 0,0-1 1 0 0,0 1 0 0 0,-1 1 0 0 0,1-1 0 0 0,0 0 0 0 0,-1 0 0 0 0,1 1 0 0 0,-1 0 0 0 0,0-1-1 0 0,0 1 1 0 0,0 0 0 0 0,0 0 0 0 0,0 0 0 0 0,-1 0 0 0 0,1 1 0 0 0,-1-1 0 0 0,0 0-1 0 0,0 1 1 0 0,1 5 0 0 0,-2-3 34 0 0,0-1 1 0 0,0 0-1 0 0,-1 1 0 0 0,1-1 0 0 0,-1 0 0 0 0,-1 1 1 0 0,1-1-1 0 0,-1 0 0 0 0,0 0 0 0 0,0 0 1 0 0,-5 8-1 0 0,-5 5 90 0 0,0 1 1 0 0,-2-2-1 0 0,0 0 0 0 0,-1-1 1 0 0,-19 17-1 0 0,29-29-175 0 0,0 0 1 0 0,-1 0-1 0 0,1 0 1 0 0,-1 0 0 0 0,0-1-1 0 0,0 0 1 0 0,0 0-1 0 0,-11 3 1 0 0,3-3-370 0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4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154 95 4145 0 0,'2'-11'87'0'0,"2"-35"3101"0"0,-3 44-2975 0 0,-1 1 0 0 0,0-1 0 0 0,0 0 0 0 0,-1 0 0 0 0,1 1 0 0 0,0-1 0 0 0,-1 0 0 0 0,1 0-1 0 0,-1 1 1 0 0,1-1 0 0 0,-1 0 0 0 0,0 1 0 0 0,1-1 0 0 0,-1 1 0 0 0,0-1 0 0 0,0 1 0 0 0,0-1 0 0 0,-1 1 0 0 0,1-1 0 0 0,-2-1 0 0 0,1 3-52 0 0,1-1 1 0 0,-1 1-1 0 0,0 0 1 0 0,1-1-1 0 0,-1 1 1 0 0,0 0-1 0 0,1 0 1 0 0,-1 0-1 0 0,0 0 1 0 0,1 1-1 0 0,-1-1 1 0 0,1 0-1 0 0,-1 1 1 0 0,0-1-1 0 0,1 1 1 0 0,-1-1-1 0 0,1 1 1 0 0,-1 0-1 0 0,1 0 1 0 0,-1-1-1 0 0,1 1 1 0 0,-3 3-1 0 0,-29 24 1283 0 0,25-19-1273 0 0,1 1 0 0 0,0 0 0 0 0,0 0-1 0 0,1 1 1 0 0,1-1 0 0 0,-1 2-1 0 0,2-1 1 0 0,0 0 0 0 0,0 1 0 0 0,1 0-1 0 0,0-1 1 0 0,1 1 0 0 0,0 13 0 0 0,-2 21 147 0 0,2 0 1 0 0,6 46-1 0 0,0-38-121 0 0,2 1-1 0 0,3-1 1 0 0,3-1-1 0 0,1 0 1 0 0,3 0-1 0 0,3-2 1 0 0,1 0-1 0 0,43 75 1 0 0,-41-86-122 0 0,-7-17-38 0 0,-1 1-1 0 0,-2 1 0 0 0,0 0 0 0 0,-2 0 1 0 0,0 1-1 0 0,6 33 0 0 0,-15-50-87 0 0,0 1 1 0 0,-1-1-1 0 0,-1 0 0 0 0,0 0 0 0 0,0 1 0 0 0,0-1 1 0 0,-1 0-1 0 0,-1 0 0 0 0,1 0 0 0 0,-8 15 1 0 0,8-19-186 0 0,0-1 0 0 0,0 1 1 0 0,-1-1-1 0 0,0 1 1 0 0,1-1-1 0 0,-2 0 1 0 0,1 0-1 0 0,0-1 0 0 0,-1 1 1 0 0,1-1-1 0 0,-1 1 1 0 0,0-1-1 0 0,0 0 1 0 0,0-1-1 0 0,-1 1 0 0 0,1-1 1 0 0,-1 1-1 0 0,1-1 1 0 0,-1-1-1 0 0,0 1 1 0 0,-6 1-1 0 0,-13-6-3276 0 0,12-3 1721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47.5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1 153 4609 0 0,'0'-2'235'0'0,"1"1"-1"0"0,0-1 1 0 0,-1 1 0 0 0,1-1-1 0 0,0 1 1 0 0,0 0-1 0 0,0-1 1 0 0,0 1 0 0 0,0 0-1 0 0,0 0 1 0 0,1 0 0 0 0,-1 0-1 0 0,0 0 1 0 0,1 0 0 0 0,-1 0-1 0 0,0 0 1 0 0,4-1-1 0 0,26-13 2450 0 0,146-49 3407 0 0,-62 24-5908 0 0,-88 30-689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48.0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59 0 5985 0 0,'-3'22'2978'0'0,"-18"75"988"0"0,8-44-1897 0 0,-6 70 0 0 0,17-105-1760 0 0,1 1 1 0 0,1 0-1 0 0,1 0 0 0 0,1-1 0 0 0,0 1 0 0 0,2 0 0 0 0,9 29 0 0 0,-5-26-403 0 0,1 1 0 0 0,1-1 0 0 0,1 0 0 0 0,1-1 0 0 0,1-1 0 0 0,1 1 0 0 0,0-2 0 0 0,2 0-1 0 0,0-1 1 0 0,29 24 0 0 0,-27-28-1007 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48.2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9218 0 0,'4'1'467'0'0,"0"0"-1"0"0,0 0 1 0 0,0 0 0 0 0,-1 0-1 0 0,1 0 1 0 0,-1 1 0 0 0,1 0-1 0 0,-1 0 1 0 0,0 0 0 0 0,1 0-1 0 0,-1 0 1 0 0,5 5 0 0 0,33 35 2500 0 0,-27-25-2530 0 0,0 0 1 0 0,-2 1 0 0 0,0 1-1 0 0,-1 0 1 0 0,-1 0-1 0 0,-1 1 1 0 0,9 24-1 0 0,-13-25-426 0 0,0 0 0 0 0,-1 1 0 0 0,-1 0 0 0 0,-1-1 0 0 0,-1 1 0 0 0,0 0 0 0 0,-2 0 0 0 0,0 0-1 0 0,-1 0 1 0 0,-1 0 0 0 0,-1-1 0 0 0,-12 37 0 0 0,4-23-884 0 0,-2-1 0 0 0,-19 33 0 0 0,10-24-110 0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49.1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51 390 1840 0 0,'-7'3'-477'0'0,"-37"10"6825"0"0,91-29-1251 0 0,18-4-3870 0 0,64-2 709 0 0,174-5-1 0 0,-279 25-1805 0 0,249-6 1240 0 0,100-9-261 0 0,882-111 621 0 0,-774 77-1533 0 0,359-25 62 0 0,-625 68-285 0 0,216-12-150 0 0,-424 19-73 0 0,-3 1 17 0 0,-1 1 0 0 0,1-2 0 0 0,-1 1 0 0 0,1 0 0 0 0,-1-1 0 0 0,1 1 0 0 0,-1-1 0 0 0,1 0 0 0 0,-1 0 0 0 0,0-1 0 0 0,6-1-1 0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49.5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53 47 1376 0 0,'0'-3'584'0'0,"0"1"-1"0"0,-1 0 1 0 0,1 0-1 0 0,-1-1 0 0 0,1 1 1 0 0,-1 0-1 0 0,0 0 1 0 0,0 0-1 0 0,0 0 1 0 0,0 0-1 0 0,-1 0 1 0 0,1 0-1 0 0,0 0 0 0 0,-1 0 1 0 0,-1-1-1 0 0,2 2-266 0 0,0 0-1 0 0,0 0 1 0 0,0 0-1 0 0,0 0 1 0 0,0 0-1 0 0,-1 1 1 0 0,1-1-1 0 0,0 0 0 0 0,0 1 1 0 0,0-1-1 0 0,-1 1 1 0 0,1-1-1 0 0,0 1 1 0 0,-1 0-1 0 0,1-1 1 0 0,0 1-1 0 0,-1 0 1 0 0,1 0-1 0 0,0 0 1 0 0,-1 0-1 0 0,1 0 0 0 0,-1 0 1 0 0,1 0-1 0 0,0 1 1 0 0,-1-1-1 0 0,1 1 1 0 0,-2 0-1 0 0,45 20 1917 0 0,126 61-1843 0 0,-142-66-326 0 0,0 1 1 0 0,0 1-1 0 0,-2 1 0 0 0,23 24 1 0 0,-43-40-55 0 0,-1 0-1 0 0,0 1 1 0 0,0-1 0 0 0,0 1 0 0 0,0 0 0 0 0,-1 0-1 0 0,0 0 1 0 0,1 0 0 0 0,-1 0 0 0 0,-1 1 0 0 0,1-1-1 0 0,-1 1 1 0 0,1-1 0 0 0,-1 1 0 0 0,-1 0 0 0 0,1-1-1 0 0,-1 8 1 0 0,0-6 23 0 0,-1 0-1 0 0,0 0 1 0 0,-1 0 0 0 0,1 0-1 0 0,-1 0 1 0 0,-1 0 0 0 0,1 0-1 0 0,-1 0 1 0 0,0-1 0 0 0,0 0-1 0 0,-7 9 1 0 0,-5 4 68 0 0,0-1 1 0 0,-2-1-1 0 0,0-1 0 0 0,-1 0 1 0 0,-36 22-1 0 0,-8 0 571 0 0,35-21-1963 0 0,-1 1-4761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50.3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37 49 6913 0 0,'-30'-7'5988'0'0,"26"23"-1251"0"0,3 1-4549 0 0,1-13-530 0 0,-1 38 555 0 0,1-1 1 0 0,2 1 0 0 0,3-1-1 0 0,9 44 1 0 0,-10-68-164 0 0,0-1 0 0 0,1 1 0 0 0,0-1 1 0 0,2-1-1 0 0,0 1 0 0 0,1-1 0 0 0,0-1 0 0 0,1 1 0 0 0,1-1 1 0 0,0-1-1 0 0,1 0 0 0 0,23 22 0 0 0,-29-30-30 0 0,2 0 0 0 0,-1-1 0 0 0,0 0-1 0 0,1 0 1 0 0,0 0 0 0 0,0-1 0 0 0,0 0 0 0 0,0 0 0 0 0,1-1-1 0 0,-1 0 1 0 0,1 0 0 0 0,-1 0 0 0 0,12 0 0 0 0,-14-3 0 0 0,1 1 0 0 0,-1 0 0 0 0,0-1 0 0 0,0 0 0 0 0,0-1 0 0 0,1 1 0 0 0,-1-1 0 0 0,0 0 0 0 0,-1 0 0 0 0,1 0 0 0 0,0-1 0 0 0,-1 1 0 0 0,1-1 0 0 0,-1-1 0 0 0,0 1 0 0 0,0 0 0 0 0,0-1 0 0 0,0 0 0 0 0,-1 0 0 0 0,5-6 0 0 0,-4 4 94 0 0,0-1 0 0 0,0 1-1 0 0,0-1 1 0 0,-1 0 0 0 0,0 0 0 0 0,0 0 0 0 0,-1 0 0 0 0,0 0 0 0 0,-1 0 0 0 0,2-15 0 0 0,-2 9 22 0 0,-1 0 0 0 0,0 0 1 0 0,-2 0-1 0 0,1 1 0 0 0,-7-24 0 0 0,-2 5-10 0 0,-1 1 1 0 0,-1 0 0 0 0,-2 1-1 0 0,-22-35 1 0 0,20 37-221 0 0,-36-45 0 0 0,47 66-180 0 0,0 1 0 0 0,0-1-1 0 0,-1 1 1 0 0,1 0 0 0 0,-1 0 0 0 0,0 1-1 0 0,-1-1 1 0 0,1 1 0 0 0,-1 1-1 0 0,1-1 1 0 0,-1 1 0 0 0,0 0 0 0 0,-12-2-1 0 0,6 4-1889 0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50.8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0 8090 0 0,'0'1'56'0'0,"-1"0"0"0"0,0-1-1 0 0,1 1 1 0 0,-1 0 0 0 0,1-1 0 0 0,0 1 0 0 0,-1 0 0 0 0,1-1 0 0 0,-1 1 0 0 0,1 0 0 0 0,0 0 0 0 0,0-1 0 0 0,-1 1-1 0 0,1 0 1 0 0,0 0 0 0 0,0 0 0 0 0,0 0 0 0 0,0-1 0 0 0,0 1 0 0 0,0 0 0 0 0,0 0 0 0 0,0 1 0 0 0,1 32 1366 0 0,0-21-632 0 0,-1 2-145 0 0,1-1 0 0 0,0 1 0 0 0,1-1 0 0 0,1 1 1 0 0,0-1-1 0 0,1 0 0 0 0,8 18 0 0 0,-10-28-539 0 0,0 0-1 0 0,0 0 1 0 0,0 0 0 0 0,1-1-1 0 0,-1 1 1 0 0,1-1-1 0 0,0 1 1 0 0,0-1 0 0 0,0 0-1 0 0,1 0 1 0 0,-1 0 0 0 0,7 3-1 0 0,-7-5-86 0 0,0 1 0 0 0,0-1 0 0 0,0 0 0 0 0,1-1 0 0 0,-1 1 1 0 0,0 0-1 0 0,1-1 0 0 0,-1 0 0 0 0,1 0 0 0 0,-1 0 0 0 0,0 0 0 0 0,1 0 0 0 0,-1-1 0 0 0,1 1 0 0 0,-1-1 0 0 0,0 0 0 0 0,0 0 0 0 0,5-2 0 0 0,-3 1 17 0 0,-1 0-1 0 0,0 0 1 0 0,0-1 0 0 0,0 1 0 0 0,0-1-1 0 0,0 0 1 0 0,0 0 0 0 0,-1 0 0 0 0,1-1-1 0 0,-1 1 1 0 0,0-1 0 0 0,4-6 0 0 0,0-2 181 0 0,-1 1 0 0 0,-1-1 0 0 0,5-15 1 0 0,-6 15 54 0 0,0 1-1 0 0,1 0 1 0 0,0 0 0 0 0,9-13 0 0 0,-13 23-252 0 0,-1 0 0 0 0,0 1 1 0 0,1-1-1 0 0,-1 1 0 0 0,1-1 1 0 0,-1 1-1 0 0,1-1 0 0 0,-1 1 1 0 0,1 0-1 0 0,0-1 0 0 0,-1 1 1 0 0,1 0-1 0 0,0-1 0 0 0,-1 1 1 0 0,1 0-1 0 0,0 0 0 0 0,-1-1 1 0 0,1 1-1 0 0,0 0 0 0 0,-1 0 1 0 0,1 0-1 0 0,0 0 0 0 0,-1 0 1 0 0,1 0-1 0 0,0 0 0 0 0,0 0 1 0 0,-1 1-1 0 0,1-1 0 0 0,0 0 1 0 0,-1 0-1 0 0,1 0 1 0 0,0 1-1 0 0,-1-1 0 0 0,1 0 1 0 0,-1 1-1 0 0,1-1 0 0 0,0 1 1 0 0,-1-1-1 0 0,1 0 0 0 0,-1 1 1 0 0,1-1-1 0 0,-1 1 0 0 0,1-1 1 0 0,-1 1-1 0 0,0 0 0 0 0,1-1 1 0 0,-1 1-1 0 0,0 0 0 0 0,1 0 1 0 0,19 34 413 0 0,-18-32-426 0 0,19 47 94 0 0,-8-21 68 0 0,19 35 0 0 0,-26-55-1007 0 0,-1 0 0 0 0,2-1 0 0 0,-1 0 0 0 0,12 11 0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51.0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13363 0 0,'4'42'5068'0'0,"29"174"-510"0"0,51 101-4662 0 0,-68-273-1126 0 0,-10-26 43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51.2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6 149 6449 0 0,'-1'-1'55'0'0,"0"0"-1"0"0,1 0 0 0 0,-1 0 0 0 0,1 1 1 0 0,0-1-1 0 0,-1 0 0 0 0,1 0 0 0 0,0 0 1 0 0,-1 0-1 0 0,1 0 0 0 0,0 0 0 0 0,0 0 1 0 0,0 0-1 0 0,0 1 0 0 0,0-1 0 0 0,0 0 1 0 0,0 0-1 0 0,0 0 0 0 0,0 0 0 0 0,0 0 1 0 0,0 0-1 0 0,1 0 0 0 0,-1 0 0 0 0,0 0 1 0 0,1 0-1 0 0,-1 1 0 0 0,1-3 0 0 0,2 0 214 0 0,-1 0-1 0 0,1 0 0 0 0,-1 0 1 0 0,1 0-1 0 0,0 0 0 0 0,0 1 0 0 0,4-3 1 0 0,8-5 703 0 0,1 1 0 0 0,18-8 0 0 0,-33 16-964 0 0,26-10 213 0 0,0 1-1 0 0,1 1 1 0 0,0 1 0 0 0,0 1 0 0 0,1 2 0 0 0,38-2 0 0 0,-32 5-287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51.6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0 3225 0 0,'0'3'647'0'0,"-1"-1"0"0"0,1 0 1 0 0,0 1-1 0 0,0-1 0 0 0,0 0 1 0 0,0 1-1 0 0,0-1 0 0 0,0 1 1 0 0,0-1-1 0 0,1 0 0 0 0,-1 1 1 0 0,3 3-1 0 0,12 35 3275 0 0,-10-28-3418 0 0,17 42 1678 0 0,13 39-29 0 0,-32-83-2416 0 0,0 1 0 0 0,-1-1-1 0 0,0 1 1 0 0,-1-1 0 0 0,0 1 0 0 0,-1 15 0 0 0,-1-19-812 0 0,-1-1-214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51.8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87 6449 0 0,'-1'-2'129'0'0,"1"0"0"0"0,-1 0 0 0 0,1 0 0 0 0,0 0 0 0 0,-1-1 0 0 0,1 1 0 0 0,0 0 0 0 0,0 0 0 0 0,0 0 0 0 0,1 0 0 0 0,-1 0 0 0 0,1 0 0 0 0,-1 0 0 0 0,1 0 0 0 0,-1 0 0 0 0,1 0 0 0 0,0 0 0 0 0,0 0 0 0 0,0 1 0 0 0,0-1 0 0 0,0 0 0 0 0,3-2 0 0 0,-1 1 223 0 0,1 0-1 0 0,-1 0 1 0 0,1 0-1 0 0,0 1 1 0 0,0-1-1 0 0,0 1 1 0 0,0 0-1 0 0,1 0 1 0 0,8-2-1 0 0,0 0 316 0 0,0 2 0 0 0,1-1 0 0 0,-1 2 0 0 0,1 0 0 0 0,0 0 0 0 0,18 2 0 0 0,-20 1-366 0 0,0 1 0 0 0,-1-1 1 0 0,1 2-1 0 0,-1 0 0 0 0,15 7 0 0 0,-21-9-198 0 0,0 0 0 0 0,-1 0 0 0 0,0 1-1 0 0,1 0 1 0 0,-1 0 0 0 0,0 0 0 0 0,0 0-1 0 0,-1 1 1 0 0,1-1 0 0 0,-1 1 0 0 0,0 0-1 0 0,0 0 1 0 0,0 0 0 0 0,0 0-1 0 0,2 6 1 0 0,-4-8-80 0 0,-1 0-1 0 0,1 0 0 0 0,-1 0 1 0 0,0 0-1 0 0,1 0 0 0 0,-1 0 1 0 0,0 0-1 0 0,0 0 0 0 0,0 0 1 0 0,-1 0-1 0 0,1-1 1 0 0,0 1-1 0 0,-1 0 0 0 0,1 0 1 0 0,-1 0-1 0 0,0 0 0 0 0,0 0 1 0 0,-1 3-1 0 0,-1-2-7 0 0,1 1 0 0 0,-1-1 1 0 0,0 1-1 0 0,0-1 0 0 0,0 0 0 0 0,-1 0 0 0 0,1 0 0 0 0,-5 2 1 0 0,-2 1-401 0 0,0-1 0 0 0,0 0 1 0 0,0 0-1 0 0,0-1 0 0 0,-1-1 1 0 0,-10 3-1 0 0,11-4-1631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52.2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52 7026 0 0,'31'-33'845'0'0,"-29"31"-540"0"0,-1 0 0 0 0,1 1 1 0 0,0-1-1 0 0,-1 1 0 0 0,1 0 1 0 0,0-1-1 0 0,0 1 0 0 0,0 0 1 0 0,0 0-1 0 0,0 0 0 0 0,0 0 1 0 0,0 1-1 0 0,0-1 0 0 0,0 1 1 0 0,0-1-1 0 0,0 1 1 0 0,4-1-1 0 0,-5 2-132 0 0,0 0-1 0 0,0-1 1 0 0,0 1 0 0 0,-1 0 0 0 0,1 0-1 0 0,0-1 1 0 0,-1 1 0 0 0,1 0 0 0 0,-1 0-1 0 0,1 0 1 0 0,-1 0 0 0 0,1 0 0 0 0,-1 0-1 0 0,0 0 1 0 0,1 0 0 0 0,-1 0-1 0 0,0 0 1 0 0,0 0 0 0 0,0 0 0 0 0,1 0-1 0 0,-1 0 1 0 0,-1 1 0 0 0,2 31 1256 0 0,-1-23-886 0 0,0-4-334 0 0,1 14 241 0 0,1 1 0 0 0,0 0 0 0 0,6 21 0 0 0,-7-38-454 0 0,0 0 0 0 0,0 0 0 0 0,0 0 0 0 0,0 0 0 0 0,0-1 0 0 0,1 1 1 0 0,0-1-1 0 0,0 1 0 0 0,0-1 0 0 0,0 1 0 0 0,1-1 0 0 0,-1 0 0 0 0,1 0 0 0 0,-1 0 0 0 0,1-1 0 0 0,0 1 1 0 0,0-1-1 0 0,1 1 0 0 0,-1-1 0 0 0,0 0 0 0 0,1 0 0 0 0,-1-1 0 0 0,7 3 0 0 0,-7-3-55 0 0,0-1 0 0 0,0 0 0 0 0,-1 0-1 0 0,1 0 1 0 0,0 0 0 0 0,0-1 0 0 0,-1 1-1 0 0,1-1 1 0 0,0 1 0 0 0,-1-1 0 0 0,1 0-1 0 0,0 0 1 0 0,-1 0 0 0 0,1 0 0 0 0,-1-1 0 0 0,0 1-1 0 0,1-1 1 0 0,-1 0 0 0 0,0 1 0 0 0,0-1-1 0 0,0 0 1 0 0,0 0 0 0 0,0 0 0 0 0,-1 0 0 0 0,1-1-1 0 0,0 1 1 0 0,1-5 0 0 0,5-7-178 0 0,-1-1 1 0 0,0 0 0 0 0,7-25-1 0 0,-7 17 210 0 0,-6 20 76 0 0,1-1 0 0 0,-1 1-1 0 0,0 0 1 0 0,1-1 0 0 0,0 1 0 0 0,0 0 0 0 0,0 0-1 0 0,0 0 1 0 0,0 0 0 0 0,1 0 0 0 0,-1 1 0 0 0,1-1-1 0 0,0 1 1 0 0,0-1 0 0 0,4-2 0 0 0,-5 4 31 0 0,1 1 0 0 0,0-1 0 0 0,0 0 1 0 0,0 1-1 0 0,0-1 0 0 0,0 1 0 0 0,0 0 0 0 0,0 0 1 0 0,0 0-1 0 0,0 0 0 0 0,-1 0 0 0 0,1 1 0 0 0,0 0 0 0 0,0-1 1 0 0,0 1-1 0 0,0 0 0 0 0,-1 0 0 0 0,1 1 0 0 0,4 1 0 0 0,32 22 551 0 0,-30-19-649 0 0,1 0 1 0 0,-1 0-1 0 0,15 5 1 0 0,-20-9-419 0 0,-1-1 0 0 0,1 0 0 0 0,0 0 0 0 0,0 0 0 0 0,0-1 0 0 0,0 1 0 0 0,0-1 0 0 0,0 0 0 0 0,0 0 0 0 0,0-1 0 0 0,0 1 0 0 0,0-1 0 0 0,5-1 0 0 0,7-3-5415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52.4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13 117 1376 0 0,'-1'-46'2371'0'0,"0"29"1202"0"0,-1 1 0 0 0,-4-21 0 0 0,5 62 1976 0 0,0 0-4756 0 0,2 9-533 0 0,1 0-1 0 0,2 0 0 0 0,1-1 0 0 0,2 0 0 0 0,1 0 0 0 0,2 0 1 0 0,1-1-1 0 0,30 59 0 0 0,-36-81-707 0 0,24 44 959 0 0,-13-16-7262 0 0,-10-19-324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52.6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12 189 11522 0 0,'0'0'124'0'0,"-1"-1"-1"0"0,0 1 0 0 0,0-1 0 0 0,0 0 1 0 0,0 0-1 0 0,1 1 0 0 0,-1-1 0 0 0,0 0 1 0 0,1 0-1 0 0,-1 0 0 0 0,1 0 1 0 0,-1 0-1 0 0,1 0 0 0 0,-1 0 0 0 0,1 0 1 0 0,0 0-1 0 0,-1 0 0 0 0,1 0 0 0 0,0 0 1 0 0,0 0-1 0 0,0 0 0 0 0,0 0 0 0 0,0 0 1 0 0,0 0-1 0 0,0 0 0 0 0,0 0 0 0 0,0-1 1 0 0,1 0-1 0 0,0-1 151 0 0,1 0 1 0 0,-1 1 0 0 0,1-1-1 0 0,0 1 1 0 0,0-1-1 0 0,-1 1 1 0 0,2 0-1 0 0,-1-1 1 0 0,0 1 0 0 0,3-2-1 0 0,9-6 728 0 0,-1 1-1 0 0,28-13 0 0 0,-40 21-999 0 0,135-73-1626 0 0,-107 58-5424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54.1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57 8290 0 0,'13'-3'7107'0'0,"-13"3"-6992"0"0,1-1 0 0 0,-1 1-1 0 0,0 0 1 0 0,0 0 0 0 0,0-1 0 0 0,0 1 0 0 0,0 0 0 0 0,0-1-1 0 0,0 1 1 0 0,0 0 0 0 0,0 0 0 0 0,0-1 0 0 0,0 1 0 0 0,0 0 0 0 0,0-1-1 0 0,16 24 862 0 0,0 1-1 0 0,18 38 1 0 0,-20-34-692 0 0,2 1 0 0 0,23 28-1 0 0,-37-53-277 0 0,1-1-1 0 0,0 1 0 0 0,0-1 0 0 0,0 0 0 0 0,0 0 0 0 0,1 0 0 0 0,-1 0 0 0 0,1-1 0 0 0,0 1 0 0 0,0-1 0 0 0,0 0 1 0 0,0 0-1 0 0,0-1 0 0 0,0 1 0 0 0,7 1 0 0 0,-7-3-25 0 0,0 0 0 0 0,0 0 0 0 0,1 0 0 0 0,-1-1 0 0 0,0 1 0 0 0,0-1 0 0 0,0 0 0 0 0,0 0 1 0 0,1-1-1 0 0,-2 1 0 0 0,1-1 0 0 0,0 0 0 0 0,0 0 0 0 0,0 0 0 0 0,-1-1 0 0 0,5-3 0 0 0,1-1-97 0 0,1-1 0 0 0,-2-1 0 0 0,1 1-1 0 0,-1-1 1 0 0,0-1 0 0 0,-1 0 0 0 0,0 0 0 0 0,-1 0 0 0 0,0-1-1 0 0,5-12 1 0 0,0-5-34 0 0,-1-1-1 0 0,11-55 1 0 0,-11 58 731 0 0,-9 25-531 0 0,-1 0 1 0 0,1 1-1 0 0,-1-1 0 0 0,1 1 1 0 0,-1-1-1 0 0,1 1 0 0 0,0-1 1 0 0,-1 1-1 0 0,1-1 0 0 0,-1 1 0 0 0,1 0 1 0 0,0-1-1 0 0,0 1 0 0 0,-1 0 1 0 0,1-1-1 0 0,0 1 0 0 0,-1 0 1 0 0,1 0-1 0 0,0 0 0 0 0,1 0 1 0 0,0 0 2 0 0,1 1 0 0 0,-1 0 0 0 0,0 0 0 0 0,0 0 1 0 0,0 0-1 0 0,0 0 0 0 0,0 1 0 0 0,0-1 0 0 0,0 1 1 0 0,0-1-1 0 0,0 1 0 0 0,-1 0 0 0 0,1-1 0 0 0,-1 1 1 0 0,1 0-1 0 0,-1 0 0 0 0,0 0 0 0 0,2 3 0 0 0,10 18 38 0 0,0 1 0 0 0,-2 0 0 0 0,0 1 1 0 0,-2 0-1 0 0,-1 0 0 0 0,-1 1 0 0 0,-1 0 0 0 0,-1 1 0 0 0,2 40 0 0 0,-5-35-53 0 0,-2 0-1 0 0,-1 0 1 0 0,-2 0-1 0 0,-1-1 1 0 0,-1 1 0 0 0,-2-1-1 0 0,-17 50 1 0 0,16-61 16 0 0,-1 0-1 0 0,-1-1 1 0 0,-1 0 0 0 0,0-1 0 0 0,-28 33-1 0 0,32-42 3 0 0,-1-1-1 0 0,0 0 1 0 0,0-1-1 0 0,-1 1 0 0 0,0-2 1 0 0,0 1-1 0 0,0-1 0 0 0,-1 0 1 0 0,0-1-1 0 0,0-1 0 0 0,-1 1 1 0 0,1-1-1 0 0,-14 2 0 0 0,19-5-84 0 0,0 0 0 0 0,1 0 0 0 0,-1-1 0 0 0,0 0 0 0 0,0 0 0 0 0,0 0 0 0 0,0-1 0 0 0,1 0 0 0 0,-1 1 0 0 0,0-2 0 0 0,1 1 0 0 0,-1 0 0 0 0,1-1 0 0 0,-1 0 0 0 0,-5-4 0 0 0,-8-6-775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55.3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53 89 8290 0 0,'-21'-82'6174'0'0,"17"76"-4520"0"0,-1 15-966 0 0,-1 16-186 0 0,-1 22-132 0 0,1 0 0 0 0,3 0 1 0 0,3 71-1 0 0,2-99-329 0 0,1 0-1 0 0,0 0 0 0 0,2 0 1 0 0,11 32-1 0 0,-12-40-21 0 0,1-1 0 0 0,1 1-1 0 0,0-1 1 0 0,0 0 0 0 0,1-1 0 0 0,0 1-1 0 0,0-1 1 0 0,16 14 0 0 0,-17-18-95 0 0,0 0 1 0 0,0 0-1 0 0,0-1 0 0 0,1 0 0 0 0,-1 0 1 0 0,1-1-1 0 0,0 0 0 0 0,0 0 1 0 0,0 0-1 0 0,1-1 0 0 0,-1 0 0 0 0,0 0 1 0 0,11 0-1 0 0,-13-2 70 0 0,1 0-1 0 0,-1 0 1 0 0,0-1 0 0 0,0 0-1 0 0,0 0 1 0 0,0 0 0 0 0,0 0-1 0 0,0-1 1 0 0,0 0-1 0 0,0 0 1 0 0,-1-1 0 0 0,1 1-1 0 0,-1-1 1 0 0,1 0 0 0 0,-1 0-1 0 0,0 0 1 0 0,0-1 0 0 0,-1 1-1 0 0,1-1 1 0 0,4-5 0 0 0,1-4 227 0 0,-1 0 1 0 0,0 0 0 0 0,-1 0 0 0 0,0-1-1 0 0,-1 0 1 0 0,-1-1 0 0 0,0 1 0 0 0,5-24 0 0 0,-1-16 328 0 0,4-58 0 0 0,-7 46-278 0 0,-4 42-160 0 0,-2 15-31 0 0,1 1-1 0 0,0-1 1 0 0,0 1 0 0 0,1-1 0 0 0,0 1 0 0 0,5-13 0 0 0,-7 21-70 0 0,0-1 0 0 0,0 1 1 0 0,0 0-1 0 0,0 0 0 0 0,1 0 0 0 0,-1-1 1 0 0,0 1-1 0 0,0 0 0 0 0,0 0 1 0 0,0 0-1 0 0,1 0 0 0 0,-1-1 1 0 0,0 1-1 0 0,0 0 0 0 0,0 0 0 0 0,1 0 1 0 0,-1 0-1 0 0,0 0 0 0 0,0 0 1 0 0,1 0-1 0 0,-1-1 0 0 0,0 1 0 0 0,0 0 1 0 0,1 0-1 0 0,-1 0 0 0 0,0 0 1 0 0,0 0-1 0 0,1 0 0 0 0,-1 0 1 0 0,0 0-1 0 0,0 0 0 0 0,1 1 0 0 0,-1-1 1 0 0,0 0-1 0 0,0 0 0 0 0,0 0 1 0 0,1 0-1 0 0,-1 0 0 0 0,0 0 0 0 0,1 1 1 0 0,11 9 141 0 0,6 16-62 0 0,-2 10-50 0 0,-1 2 1 0 0,-1 0 0 0 0,-2 0-1 0 0,9 54 1 0 0,-9-40-26 0 0,64 363 82 0 0,-69-343-77 0 0,-4 0 0 0 0,-2 0-1 0 0,-16 133 1 0 0,11-183-5 0 0,0-1-1 0 0,-1-1 1 0 0,-1 1-1 0 0,-1-1 1 0 0,-1 0 0 0 0,0 0-1 0 0,-19 29 1 0 0,23-43-11 0 0,0 0-1 0 0,0-1 1 0 0,-1 1-1 0 0,0-1 1 0 0,0 0-1 0 0,0-1 1 0 0,-1 1 0 0 0,1-1-1 0 0,-1 0 1 0 0,0 0-1 0 0,-10 4 1 0 0,10-6-7 0 0,1-1-1 0 0,0 1 1 0 0,-1-1 0 0 0,1 0-1 0 0,-1-1 1 0 0,1 1 0 0 0,-1-1-1 0 0,1 0 1 0 0,-1-1-1 0 0,1 1 1 0 0,-1-1 0 0 0,1 0-1 0 0,-1 0 1 0 0,1-1 0 0 0,0 0-1 0 0,-9-3 1 0 0,7 1-139 0 0,-1 0 0 0 0,1 0 1 0 0,0 0-1 0 0,1-1 0 0 0,-1 0 1 0 0,1 0-1 0 0,0-1 0 0 0,0 1 0 0 0,-6-9 1 0 0,8 9-377 0 0,1 0-1 0 0,-1 0 1 0 0,1-1 0 0 0,0 0 0 0 0,0 0 0 0 0,0 0 0 0 0,-1-8 0 0 0,-2-13-6082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55.6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86 9130 0 0,'0'0'16'0'0,"0"0"-1"0"0,0 0 1 0 0,0 0-1 0 0,0 0 1 0 0,0 0 0 0 0,1 0-1 0 0,-1 0 1 0 0,0 0 0 0 0,0-1-1 0 0,0 1 1 0 0,0 0 0 0 0,0 0-1 0 0,0 0 1 0 0,0 0-1 0 0,0 0 1 0 0,0 0 0 0 0,0 0-1 0 0,0 0 1 0 0,0 0 0 0 0,0 0-1 0 0,0 0 1 0 0,0 0-1 0 0,0 0 1 0 0,0 0 0 0 0,0-1-1 0 0,0 1 1 0 0,0 0 0 0 0,0 0-1 0 0,0 0 1 0 0,0 0-1 0 0,0 0 1 0 0,0 0 0 0 0,0 0-1 0 0,0 0 1 0 0,0 0 0 0 0,0 0-1 0 0,0 0 1 0 0,0 0 0 0 0,-1 0-1 0 0,1 0 1 0 0,0 0-1 0 0,0-1 1 0 0,0 1 0 0 0,0 0-1 0 0,0 0 1 0 0,0 0 0 0 0,0 0-1 0 0,0 0 1 0 0,0 0-1 0 0,0 0 1 0 0,0 0 0 0 0,0 0-1 0 0,0 0 1 0 0,11-6 338 0 0,14-6 474 0 0,1 0-93 0 0,70-26-208 0 0,-85 34-1694 0 0,1 1-1 0 0,-1 0 0 0 0,1 1 0 0 0,-1 1 0 0 0,1 0 0 0 0,19 0 1 0 0,-23 1 996 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55.7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81 4145 0 0,'0'1'112'0'0,"-1"-1"0"0"0,1 1 0 0 0,-1-1 0 0 0,1 1 0 0 0,-1 0 0 0 0,1-1 0 0 0,0 1 0 0 0,-1 0 0 0 0,1-1 0 0 0,0 1 0 0 0,0 0 0 0 0,-1-1 0 0 0,1 1 0 0 0,0 0 0 0 0,0-1 0 0 0,0 1 0 0 0,0 0 0 0 0,0-1 0 0 0,0 1 0 0 0,0 0 0 0 0,0 0 0 0 0,0-1 0 0 0,0 1 0 0 0,1 0 0 0 0,-1-1 0 0 0,0 1 0 0 0,0 0 0 0 0,1-1 0 0 0,-1 1 0 0 0,0 0 0 0 0,1-1 0 0 0,0 2 0 0 0,0-1 139 0 0,1-1 0 0 0,-1 1 0 0 0,1 0 1 0 0,0-1-1 0 0,-1 1 0 0 0,1-1 0 0 0,0 1 0 0 0,-1-1 1 0 0,1 0-1 0 0,0 0 0 0 0,0 0 0 0 0,-1 0 0 0 0,3 0 1 0 0,7-1 524 0 0,-1 0 0 0 0,1-1 1 0 0,16-5-1 0 0,16-9-374 0 0,81-43 0 0 0,-84 36-402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56.3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258 4 10594 0 0,'-3'-1'170'0'0,"0"0"-1"0"0,0 1 0 0 0,1-1 1 0 0,-1 1-1 0 0,0 0 1 0 0,0-1-1 0 0,0 2 0 0 0,0-1 1 0 0,0 0-1 0 0,0 0 1 0 0,0 1-1 0 0,1 0 0 0 0,-1-1 1 0 0,0 1-1 0 0,0 0 1 0 0,1 0-1 0 0,-1 1 0 0 0,1-1 1 0 0,-1 1-1 0 0,-3 2 1 0 0,-6 4 377 0 0,0 0 1 0 0,-20 18 0 0 0,19-13-300 0 0,1 0 0 0 0,1 1 0 0 0,0 0 0 0 0,1 0 0 0 0,0 1 0 0 0,1 0 0 0 0,-13 32 0 0 0,13-23-55 0 0,1 1 0 0 0,1 0-1 0 0,2 0 1 0 0,-6 48-1 0 0,9-20 60 0 0,2 0-1 0 0,3 0 0 0 0,2 0 1 0 0,19 88-1 0 0,54 131 1312 0 0,-44-170-1101 0 0,20 116 1 0 0,-48-183-449 0 0,-1 0 1 0 0,-2 0 0 0 0,-1 1 0 0 0,-2-1-1 0 0,-2 1 1 0 0,-1-1 0 0 0,-10 48 0 0 0,9-66-74 0 0,3-7-73 0 0,-1-1-1 0 0,-1 1 1 0 0,1-1 0 0 0,-1 1 0 0 0,-1-1 0 0 0,-8 16 0 0 0,7-21-1637 0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56.5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1 146 9218 0 0,'0'-2'182'0'0,"1"1"-1"0"0,-1-1 1 0 0,1 1-1 0 0,0-1 1 0 0,-1 1-1 0 0,1-1 1 0 0,0 1 0 0 0,0 0-1 0 0,0-1 1 0 0,0 1-1 0 0,1 0 1 0 0,-1 0-1 0 0,0 0 1 0 0,0 0-1 0 0,1 0 1 0 0,-1 0 0 0 0,2-1-1 0 0,31-17 1884 0 0,-26 15-1322 0 0,17-9 225 0 0,2 1 0 0 0,-1 2 0 0 0,1 1 1 0 0,36-8-1 0 0,115-13-1124 0 0,-153 26-1309 0 0,1 2 0 0 0,0 1 0 0 0,0 1-1 0 0,40 4 1 0 0,-38 1 1303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57.4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92 55 6913 0 0,'-3'-16'527'0'0,"2"13"10"0"0,1 0-1 0 0,-1 0 1 0 0,1 0-1 0 0,-1 0 1 0 0,0 0 0 0 0,0 0-1 0 0,0 0 1 0 0,0 1-1 0 0,-1-1 1 0 0,1 0-1 0 0,-4-3 1 0 0,5 6-444 0 0,-1 0 0 0 0,1 0 0 0 0,-1 0 1 0 0,0 0-1 0 0,1 0 0 0 0,-1 0 0 0 0,1 0 0 0 0,-1 0 0 0 0,1 0 0 0 0,-1 0 0 0 0,0 0 1 0 0,1 1-1 0 0,-1-1 0 0 0,1 0 0 0 0,-1 0 0 0 0,1 1 0 0 0,-1-1 0 0 0,1 0 1 0 0,-1 1-1 0 0,1-1 0 0 0,-1 0 0 0 0,1 1 0 0 0,0-1 0 0 0,-1 1 0 0 0,1-1 1 0 0,0 1-1 0 0,-1-1 0 0 0,1 1 0 0 0,0-1 0 0 0,-1 1 0 0 0,1-1 0 0 0,0 1 1 0 0,0-1-1 0 0,0 1 0 0 0,-1-1 0 0 0,1 1 0 0 0,0 0 0 0 0,-10 25 741 0 0,-4 31-298 0 0,3 0 1 0 0,3 1-1 0 0,-1 59 1 0 0,7-93-432 0 0,-1 23 71 0 0,3 1-1 0 0,2 0 1 0 0,1-1 0 0 0,13 57-1 0 0,-8-68 2 0 0,1 0-1 0 0,2 0 0 0 0,1-1 1 0 0,2-1-1 0 0,36 63 0 0 0,-42-84-197 0 0,0-1-1 0 0,1 0 1 0 0,0-1 0 0 0,1 0-1 0 0,0 0 1 0 0,16 11-1 0 0,-18-16-546 0 0,0 0 0 0 0,1-1 0 0 0,0 1-1 0 0,0-2 1 0 0,18 7 0 0 0,-6-4-6333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57.9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0 149 6913 0 0,'1'-2'198'0'0,"0"0"-1"0"0,0 1 0 0 0,1-1 0 0 0,-1 0 0 0 0,0 1 0 0 0,1-1 0 0 0,-1 1 0 0 0,1-1 1 0 0,-1 1-1 0 0,1-1 0 0 0,0 1 0 0 0,0 0 0 0 0,-1 0 0 0 0,1 0 0 0 0,4-1 0 0 0,36-13 2677 0 0,-28 11-2267 0 0,16-6 1411 0 0,47-9-1 0 0,-68 17-1725 0 0,0 1-1 0 0,0 0 0 0 0,-1 0 0 0 0,1 1 1 0 0,0 0-1 0 0,0 1 0 0 0,0 0 0 0 0,0 0 1 0 0,0 1-1 0 0,12 4 0 0 0,-19-5-261 0 0,1 1-1 0 0,-1-1 1 0 0,1 1 0 0 0,-1-1-1 0 0,0 1 1 0 0,0 0-1 0 0,0 0 1 0 0,0 0 0 0 0,0 0-1 0 0,0 0 1 0 0,0 1-1 0 0,-1-1 1 0 0,1 1 0 0 0,-1-1-1 0 0,0 1 1 0 0,1-1 0 0 0,-1 1-1 0 0,-1 0 1 0 0,1-1-1 0 0,0 1 1 0 0,-1 0 0 0 0,1 0-1 0 0,-1 0 1 0 0,0-1-1 0 0,0 1 1 0 0,0 0 0 0 0,0 0-1 0 0,0 0 1 0 0,-1 0 0 0 0,0 4-1 0 0,-3 11-190 0 0,-1-1-1 0 0,0 0 1 0 0,-12 28-1 0 0,13-37 107 0 0,-18 42-606 0 0,-48 83 0 0 0,70-134 657 0 0,-1 1 1 0 0,1 0 0 0 0,0 0 0 0 0,0 0 0 0 0,0 0 0 0 0,0 0 0 0 0,0 0-1 0 0,0 0 1 0 0,0 0 0 0 0,0 0 0 0 0,0 0 0 0 0,0 0 0 0 0,0 0 0 0 0,0 0-1 0 0,0 0 1 0 0,-1 0 0 0 0,1 0 0 0 0,0 0 0 0 0,0 0 0 0 0,0-1 0 0 0,0 1-1 0 0,0 0 1 0 0,0 0 0 0 0,0 0 0 0 0,0 0 0 0 0,0 0 0 0 0,0 0 0 0 0,-1 0 0 0 0,1 1-1 0 0,0-1 1 0 0,0 0 0 0 0,0 0 0 0 0,0 0 0 0 0,0 0 0 0 0,0 0 0 0 0,0 0-1 0 0,0 0 1 0 0,0 0 0 0 0,0 0 0 0 0,-1 0 0 0 0,1 0 0 0 0,0 0 0 0 0,0 0-1 0 0,0 0 1 0 0,0 0 0 0 0,0 0 0 0 0,2-16-188 0 0,8-22-93 0 0,133-258-157 0 0,-116 246 1188 0 0,-24 43-499 0 0,-2 3-60 0 0,0 1 0 0 0,1 0 0 0 0,-1-1 0 0 0,1 1-1 0 0,0 0 1 0 0,0 0 0 0 0,0 0 0 0 0,0 0 0 0 0,1 1 0 0 0,-1-1 0 0 0,6-4-1 0 0,-7 8-156 0 0,-1-1-1 0 0,1 1 0 0 0,-1-1 0 0 0,1 1 0 0 0,-1 0 1 0 0,1-1-1 0 0,-1 1 0 0 0,0 0 0 0 0,1-1 0 0 0,-1 1 1 0 0,0 0-1 0 0,1-1 0 0 0,-1 1 0 0 0,0 0 0 0 0,0 0 1 0 0,0 0-1 0 0,0-1 0 0 0,0 1 0 0 0,0 0 1 0 0,0 0-1 0 0,0-1 0 0 0,0 2 0 0 0,0 20 26 0 0,-3 34 123 0 0,4 60 0 0 0,1-95-342 0 0,0-1 0 0 0,1 0 0 0 0,1 0-1 0 0,1-1 1 0 0,0 1 0 0 0,13 27 0 0 0,-8-28-1005 0 0,2-1-318 0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58.1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 2761 0 0,'28'-8'7705'0'0,"-27"9"-7417"0"0,9 17 6831 0 0,-6-2-7202 0 0,-1 5 1081 0 0,-1-1-1 0 0,0 30 1 0 0,-2-32-1773 0 0,1 0 0 0 0,0 0 1 0 0,8 31-1 0 0,-5-33-5691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58.3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33 6449 0 0,'-24'-32'12048'0'0,"28"36"-11342"0"0,6 8-4644 0 0,12 19 2340 0 0,-16-21 1598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59.1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74 0 10594 0 0,'0'0'1137'0'0,"-3"24"1985"0"0,-27 94-433 0 0,17-72-2258 0 0,-11 67 0 0 0,22-99-377 0 0,1-1 0 0 0,0 1 0 0 0,1 0 1 0 0,1-1-1 0 0,0 1 0 0 0,0 0 0 0 0,2-1 0 0 0,-1 0 0 0 0,8 20 0 0 0,-7-27-42 0 0,-1 0-1 0 0,1 0 0 0 0,0-1 0 0 0,1 1 1 0 0,0-1-1 0 0,0 0 0 0 0,0 0 0 0 0,0 0 0 0 0,1-1 1 0 0,-1 1-1 0 0,1-1 0 0 0,1 0 0 0 0,-1 0 1 0 0,0-1-1 0 0,1 0 0 0 0,0 0 0 0 0,-1 0 1 0 0,1-1-1 0 0,9 3 0 0 0,-11-4-79 0 0,0 0 0 0 0,0 0 0 0 0,1-1 0 0 0,-1 0 0 0 0,0 0 0 0 0,0 0 0 0 0,1 0-1 0 0,-1 0 1 0 0,0-1 0 0 0,0 0 0 0 0,1 0 0 0 0,-1 0 0 0 0,0 0 0 0 0,0-1 0 0 0,0 0 0 0 0,0 0 0 0 0,-1 0 0 0 0,1 0 0 0 0,0 0 0 0 0,-1-1-1 0 0,0 0 1 0 0,1 1 0 0 0,-1-1 0 0 0,0 0 0 0 0,0-1 0 0 0,-1 1 0 0 0,1 0 0 0 0,-1-1 0 0 0,0 0 0 0 0,2-4 0 0 0,2-3 41 0 0,-2-1 1 0 0,0-1-1 0 0,0 1 1 0 0,-1 0-1 0 0,-1-1 1 0 0,0 0-1 0 0,-1 0 0 0 0,0-12 1 0 0,0 8 529 0 0,1-1-1 0 0,0 1 1 0 0,8-29 0 0 0,-9 45-455 0 0,-1 0 1 0 0,0 0-1 0 0,1-1 1 0 0,0 1-1 0 0,-1 0 1 0 0,1 0-1 0 0,-1 0 1 0 0,1 0-1 0 0,0 0 1 0 0,0 0-1 0 0,0 0 1 0 0,0 0-1 0 0,0 0 1 0 0,0 1-1 0 0,0-1 1 0 0,0 0-1 0 0,0 0 0 0 0,0 1 1 0 0,0-1-1 0 0,0 1 1 0 0,0-1-1 0 0,0 1 1 0 0,1-1-1 0 0,-1 1 1 0 0,0 0-1 0 0,0 0 1 0 0,1 0-1 0 0,-1-1 1 0 0,0 1-1 0 0,0 0 1 0 0,1 0-1 0 0,-1 1 0 0 0,0-1 1 0 0,0 0-1 0 0,1 0 1 0 0,-1 1-1 0 0,0-1 1 0 0,0 0-1 0 0,0 1 1 0 0,1 0-1 0 0,-1-1 1 0 0,0 1-1 0 0,1 1 1 0 0,9 4 106 0 0,0 0 1 0 0,-1 1 0 0 0,16 14 0 0 0,-12-9-19 0 0,0-3-82 0 0,0 0 1 0 0,0 0 0 0 0,0-2 0 0 0,1 1 0 0 0,1-2-1 0 0,-1 0 1 0 0,29 6 0 0 0,-39-11-56 0 0,0 0 0 0 0,0 0 1 0 0,0-1-1 0 0,1 0 0 0 0,-1 0 0 0 0,0 0 1 0 0,0-1-1 0 0,0 0 0 0 0,0 0 0 0 0,0 0 0 0 0,0 0 1 0 0,7-4-1 0 0,-9 3 11 0 0,1 0 0 0 0,-1 0 0 0 0,0 0 1 0 0,0-1-1 0 0,0 0 0 0 0,0 0 0 0 0,0 0 0 0 0,0 0 0 0 0,-1 0 1 0 0,0 0-1 0 0,1 0 0 0 0,-1-1 0 0 0,0 1 0 0 0,-1-1 0 0 0,1 0 1 0 0,-1 0-1 0 0,1 1 0 0 0,0-6 0 0 0,0 1 48 0 0,-1-1 1 0 0,1 0-1 0 0,-2 0 0 0 0,1 0 0 0 0,-1 0 0 0 0,0 0 1 0 0,-1 0-1 0 0,0 0 0 0 0,-3-12 0 0 0,-4-6-1085 0 0,-18-43 0 0 0,10 30-4418 0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59.3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7834 0 0,'31'103'8520'0'0,"5"20"-4190"0"0,-34-116-4466 0 0,11 42 375 0 0,-12-46-677 0 0,0 0-1 0 0,0-1 0 0 0,0 1 0 0 0,0 0 0 0 0,1-1 0 0 0,0 1 0 0 0,-1-1 0 0 0,1 1 1 0 0,0-1-1 0 0,0 0 0 0 0,0 0 0 0 0,0 1 0 0 0,5 1 0 0 0,-7-3 424 0 0,1-1 0 0 0,0 0 0 0 0,0 0 0 0 0,-1 0 0 0 0,1 0 0 0 0,0 1 0 0 0,0-1 0 0 0,-1 0 0 0 0,1 0-1 0 0,0 0 1 0 0,0-1 0 0 0,-1 1 0 0 0,1 0 0 0 0,0 0 0 0 0,0 0 0 0 0,-1 0 0 0 0,1-1 0 0 0,0 1 0 0 0,0 0 0 0 0,-1-1 0 0 0,1 1 0 0 0,0-1 0 0 0,-1 1 0 0 0,1 0 0 0 0,-1-1 0 0 0,1 0-1 0 0,-1 1 1 0 0,1-1 0 0 0,-1 1 0 0 0,1-1 0 0 0,-1 0 0 0 0,1 1 0 0 0,0-2 0 0 0,6-11 15 0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6:59.5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 1 11058 0 0,'0'0'160'0'0,"-1"0"0"0"0,0 0-1 0 0,0-1 1 0 0,1 2 0 0 0,-1-1-1 0 0,0 0 1 0 0,0 0-1 0 0,1 0 1 0 0,-1 0 0 0 0,0 0-1 0 0,0 1 1 0 0,1-1 0 0 0,-1 0-1 0 0,0 0 1 0 0,1 1-1 0 0,-1-1 1 0 0,0 1 0 0 0,1-1-1 0 0,-1 1 1 0 0,1-1 0 0 0,-1 1-1 0 0,1-1 1 0 0,-1 1-1 0 0,1-1 1 0 0,-1 1 0 0 0,1-1-1 0 0,-1 1 1 0 0,1 0 0 0 0,0-1-1 0 0,-1 1 1 0 0,1 0-1 0 0,0 0 1 0 0,0-1 0 0 0,-1 1-1 0 0,1 1 1 0 0,-1 1-315 0 0,0-1 0 0 0,0 1-1 0 0,0-1 1 0 0,1 1 0 0 0,-1-1 0 0 0,1 1-1 0 0,0 0 1 0 0,-1-1 0 0 0,1 4 0 0 0,1-5 143 0 0,-1 0 1 0 0,0 0 0 0 0,1 0 0 0 0,-1 0 0 0 0,1-1 0 0 0,-1 1-1 0 0,1 0 1 0 0,-1 0 0 0 0,1-1 0 0 0,-1 1 0 0 0,1 0 0 0 0,0-1 0 0 0,-1 1-1 0 0,1 0 1 0 0,0-1 0 0 0,0 1 0 0 0,-1-1 0 0 0,2 1 0 0 0,8 1-43 0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7:00.0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1 8290 0 0,'-16'9'949'0'0,"16"-9"-884"0"0,0 1 0 0 0,0-1 0 0 0,0 0 0 0 0,0 1 0 0 0,-1-1 1 0 0,1 0-1 0 0,0 1 0 0 0,0-1 0 0 0,0 1 0 0 0,0-1 0 0 0,0 0 0 0 0,0 1 0 0 0,0-1 0 0 0,0 0 0 0 0,0 1 0 0 0,0-1 0 0 0,0 1 0 0 0,0-1 0 0 0,0 0 0 0 0,0 1 0 0 0,0-1 0 0 0,1 0 0 0 0,-1 1 0 0 0,0-1 0 0 0,0 1 0 0 0,1-1 0 0 0,0 2 192 0 0,1 0-1 0 0,0 0 0 0 0,0 0 0 0 0,0-1 0 0 0,0 1 1 0 0,1 0-1 0 0,-1-1 0 0 0,0 0 0 0 0,1 0 0 0 0,3 2 1 0 0,14 2 528 0 0,-1 0 0 0 0,1-1 0 0 0,0-2-1 0 0,0 0 1 0 0,-1-1 0 0 0,27-1 0 0 0,-4 0 495 0 0,90 0 767 0 0,-30-1-3236 0 0,-34 2-5427 0 0,-53 1 220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7:00.2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 7370 0 0,'0'0'75'0'0,"1"0"1"0"0,-1-1 0 0 0,1 1 0 0 0,-1 0 0 0 0,0 0 0 0 0,1 0 0 0 0,-1-1 0 0 0,1 1 0 0 0,-1 0 0 0 0,0 0 0 0 0,1 0-1 0 0,-1 0 1 0 0,1 0 0 0 0,-1 0 0 0 0,1 0 0 0 0,-1 0 0 0 0,1 0 0 0 0,-1 0 0 0 0,0 0 0 0 0,1 0 0 0 0,-1 0-1 0 0,1 0 1 0 0,-1 0 0 0 0,1 0 0 0 0,-1 1 0 0 0,0-1 0 0 0,1 0 0 0 0,-1 0 0 0 0,1 1 0 0 0,-1-1 0 0 0,0 0 0 0 0,1 0-1 0 0,-1 1 1 0 0,0-1 0 0 0,0 0 0 0 0,1 1 0 0 0,-1 0 0 0 0,18 10 2977 0 0,-15-7-2469 0 0,0 0 0 0 0,-1 0 0 0 0,1 0 0 0 0,-1 0 1 0 0,1 1-1 0 0,-1-1 0 0 0,-1 1 0 0 0,1-1 0 0 0,-1 1 0 0 0,1 0 0 0 0,0 8 1 0 0,4 61 953 0 0,-5-43-1063 0 0,21 161-75 0 0,-9-111-7039 0 0,-9-55-282 0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7:01.1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21 10594 0 0,'0'-1'264'0'0,"0"1"0"0"0,0-1 0 0 0,0 0 0 0 0,0 0-1 0 0,0 0 1 0 0,0 0 0 0 0,0 0 0 0 0,0 0 0 0 0,0 0 0 0 0,0 0-1 0 0,0 1 1 0 0,1-1 0 0 0,-1 0 0 0 0,0 0 0 0 0,1 0-1 0 0,-1 0 1 0 0,1 1 0 0 0,-1-1 0 0 0,1 0 0 0 0,-1 0 0 0 0,1 1-1 0 0,-1-1 1 0 0,2 0 0 0 0,-1 1-123 0 0,-1 0-1 0 0,1 0 1 0 0,0 0-1 0 0,-1 0 1 0 0,1 0-1 0 0,0 0 1 0 0,0 0 0 0 0,-1 0-1 0 0,1 0 1 0 0,0 1-1 0 0,0-1 1 0 0,-1 0-1 0 0,1 1 1 0 0,0-1 0 0 0,-1 0-1 0 0,1 1 1 0 0,-1-1-1 0 0,1 1 1 0 0,0-1-1 0 0,-1 1 1 0 0,1 0 0 0 0,4 3 114 0 0,-1 1 0 0 0,0 0 0 0 0,0 0 0 0 0,0 0 1 0 0,4 7-1 0 0,2 11-51 0 0,0 0 1 0 0,-1 1-1 0 0,-1 1 1 0 0,-2-1-1 0 0,5 28 1 0 0,8 132 55 0 0,-10-81-337 0 0,3 17-3926 0 0,-12-99-2951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7:01.4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78 4609 0 0,'0'-2'152'0'0,"0"1"0"0"0,1-1 0 0 0,-1 0 0 0 0,0 1 0 0 0,1-1 0 0 0,-1 0 0 0 0,1 1 0 0 0,-1-1 0 0 0,1 1 0 0 0,0-1 0 0 0,0 1 1 0 0,-1-1-1 0 0,1 1 0 0 0,0-1 0 0 0,0 1 0 0 0,1 0 0 0 0,-1 0 0 0 0,0-1 0 0 0,0 1 0 0 0,1 0 0 0 0,-1 0 0 0 0,0 0 0 0 0,1 0 0 0 0,-1 1 0 0 0,1-1 0 0 0,-1 0 0 0 0,1 1 0 0 0,2-2 0 0 0,49-17 3322 0 0,-28 13-2399 0 0,-1 1 0 0 0,1 0 0 0 0,0 2 0 0 0,0 2-1 0 0,26 0 1 0 0,-35 2-790 0 0,0 0 0 0 0,0 1 0 0 0,0 0 0 0 0,0 2 0 0 0,-1 0 0 0 0,1 0 0 0 0,-1 2 0 0 0,28 13 0 0 0,-40-17-278 0 0,1 0 1 0 0,0 0-1 0 0,-1 0 0 0 0,1 1 1 0 0,-1 0-1 0 0,0 0 0 0 0,0-1 1 0 0,0 2-1 0 0,0-1 1 0 0,-1 0-1 0 0,1 1 0 0 0,-1-1 1 0 0,0 1-1 0 0,0 0 0 0 0,0-1 1 0 0,0 1-1 0 0,-1 0 0 0 0,2 6 1 0 0,-3-5-38 0 0,1 0-1 0 0,-1 0 1 0 0,0 0 0 0 0,0 0 0 0 0,-1 0 0 0 0,0 0 0 0 0,0 0 0 0 0,0 0 0 0 0,0 0-1 0 0,-1 0 1 0 0,0 0 0 0 0,0-1 0 0 0,-3 7 0 0 0,-3 2-54 0 0,0-1 1 0 0,-1 0-1 0 0,0 0 1 0 0,-1-1-1 0 0,-1 0 1 0 0,1 0-1 0 0,-2-1 0 0 0,0-1 1 0 0,-15 10-1 0 0,18-13-153 0 0,-1-1-1 0 0,1 0 0 0 0,-19 6 0 0 0,9-6-627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7:01.8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63 70 8290 0 0,'-11'-17'413'0'0,"8"13"147"0"0,0 1 0 0 0,1-1-1 0 0,-1 0 1 0 0,1 0 0 0 0,0 0 0 0 0,0 0-1 0 0,1 0 1 0 0,-1 0 0 0 0,-1-9-1 0 0,3 13-492 0 0,0 0-1 0 0,0 0 0 0 0,0 0 0 0 0,0-1 1 0 0,0 1-1 0 0,0 0 0 0 0,0 0 0 0 0,0 0 1 0 0,0-1-1 0 0,0 1 0 0 0,0 0 1 0 0,1 0-1 0 0,-1 0 0 0 0,0-1 0 0 0,0 1 1 0 0,0 0-1 0 0,1-1 199 0 0,-1 1-199 0 0,0 0 0 0 0,0 0 1 0 0,0 0-1 0 0,0 0 0 0 0,1 0 0 0 0,-1 0 1 0 0,0 0-1 0 0,0-1 0 0 0,0 1 1 0 0,1 0-1 0 0,-1 0 0 0 0,0 0 0 0 0,0 0 1 0 0,0 0-1 0 0,1 0 0 0 0,-1 0 0 0 0,0 0 1 0 0,0 0-1 0 0,1 0 0 0 0,11 4 1001 0 0,10 8-222 0 0,-7 1-536 0 0,-1 1 0 0 0,-1 0-1 0 0,0 1 1 0 0,0 1 0 0 0,-2 0-1 0 0,0 1 1 0 0,10 19 0 0 0,53 130 365 0 0,-58-124-589 0 0,-1 1 0 0 0,-2 0 0 0 0,-3 1 0 0 0,-1 0 1 0 0,-2 1-1 0 0,1 49 0 0 0,-7-65-99 0 0,-2 0-1 0 0,-2-1 1 0 0,0 1 0 0 0,-2-1-1 0 0,-1 1 1 0 0,-1-2 0 0 0,-1 1-1 0 0,-2-1 1 0 0,-1 0 0 0 0,-23 41-1 0 0,19-43-294 0 0,-2-2 0 0 0,-1 0-1 0 0,0-1 1 0 0,-2 0-1 0 0,0-2 1 0 0,-2 0 0 0 0,0-2-1 0 0,-35 23 1 0 0,22-17-6815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7:08.3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204 0 5529 0 0,'-8'6'219'0'0,"2"0"0"0"0,-1 0-1 0 0,1 1 1 0 0,0-1 0 0 0,0 1 0 0 0,1 1-1 0 0,0-1 1 0 0,0 1 0 0 0,1 0 0 0 0,-6 13-1 0 0,2-2 161 0 0,1 1-1 0 0,1-1 0 0 0,-6 33 1 0 0,-39 549 2621 0 0,40-385-2782 0 0,-15 585 1575 0 0,26 3-702 0 0,2-318-896 0 0,-13 702 1208 0 0,5 666 2278 0 0,51-1174-2358 0 0,35-2-999 0 0,3 24-92 0 0,-36 336-238 0 0,-39-671 68 0 0,14 18 97 0 0,1 86-51 0 0,-23-361-603 0 0,-5 1 0 0 0,-25 136 0 0 0,-15-13-2217 0 0,41-210 2033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7:09.6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109 206 4609 0 0,'-39'-2'1676'0'0,"31"3"-848"0"0,1-1 1 0 0,-1-1-1 0 0,1 1 1 0 0,-1-1-1 0 0,1-1 0 0 0,0 1 1 0 0,-11-4-1 0 0,48-5 950 0 0,137-3-382 0 0,182 9 0 0 0,-12 1-685 0 0,-37-1-604 0 0,-25 0 37 0 0,342-10 19 0 0,670-3 72 0 0,-322 10-113 0 0,-71 8 405 0 0,-5 0 26 0 0,700 10-161 0 0,-736-15 112 0 0,1193-73-528 0 0,-910 51-37 0 0,-573 21 122 0 0,1243-14-114 0 0,-803 33 1612 0 0,-918-15-3233 0 0,-63 0-5759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7:35.7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17 10138 0 0,'-12'-16'7987'0'0,"14"27"-6516"0"0,104 433 2328 0 0,-69-218-4867 0 0,-17 0-5300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7:36.0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40 11058 0 0,'40'-11'1249'0'0,"0"2"0"0"0,0 2-1 0 0,61-4 1 0 0,-88 10-1072 0 0,0 1 1 0 0,0 0 0 0 0,0 0-1 0 0,-1 2 1 0 0,1-1 0 0 0,0 2-1 0 0,-1 0 1 0 0,1 0 0 0 0,21 10-1 0 0,-25-9-150 0 0,0 1 0 0 0,0 1 0 0 0,0 0-1 0 0,-1 0 1 0 0,0 1 0 0 0,0 0 0 0 0,-1 0-1 0 0,0 1 1 0 0,0 0 0 0 0,0 0 0 0 0,-1 0-1 0 0,7 15 1 0 0,-7-13 65 0 0,-1 0 0 0 0,0 0-1 0 0,0 1 1 0 0,-1 0 0 0 0,0 0-1 0 0,-1 0 1 0 0,-1 0 0 0 0,0 1-1 0 0,0-1 1 0 0,-1 1 0 0 0,0-1-1 0 0,-1 1 1 0 0,-1-1 0 0 0,0 1-1 0 0,0-1 1 0 0,-1 1 0 0 0,-1-1-1 0 0,1 0 1 0 0,-2 0 0 0 0,0 0-1 0 0,0 0 1 0 0,-1-1 0 0 0,0 0-1 0 0,-1 1 1 0 0,0-2 0 0 0,-9 12-1 0 0,-10 10 164 0 0,-1-1 0 0 0,-2-1-1 0 0,0-1 1 0 0,-39 27-1 0 0,24-23-3165 0 0,-50 27 0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7:36.4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 10138 0 0,'11'-2'9965'0'0,"-7"4"-9829"0"0,-1 0-1 0 0,1-1 1 0 0,-1 1 0 0 0,1 0 0 0 0,-1 1 0 0 0,1-1-1 0 0,-1 1 1 0 0,0-1 0 0 0,0 1 0 0 0,0 0-1 0 0,-1 0 1 0 0,1 0 0 0 0,-1 0 0 0 0,0 1-1 0 0,1-1 1 0 0,-2 1 0 0 0,1-1 0 0 0,0 1-1 0 0,1 5 1 0 0,11 38 144 0 0,-10-31-228 0 0,1 0 1 0 0,10 24-1 0 0,-13-36-51 0 0,0 0 0 0 0,0 0 0 0 0,0-1-1 0 0,0 1 1 0 0,1-1 0 0 0,0 0 0 0 0,0 1 0 0 0,0-1 0 0 0,0 0 0 0 0,0-1 0 0 0,0 1 0 0 0,1-1 0 0 0,-1 1 0 0 0,8 3 0 0 0,-9-6-2 0 0,-1 1 0 0 0,1 0 0 0 0,0-1 0 0 0,-1 1 0 0 0,1-1-1 0 0,0 0 1 0 0,-1 1 0 0 0,1-1 0 0 0,0 0 0 0 0,-1 0 0 0 0,1 0 0 0 0,0 0 0 0 0,-1-1 0 0 0,1 1 0 0 0,0 0 0 0 0,-1-1 0 0 0,1 1-1 0 0,0-1 1 0 0,-1 1 0 0 0,1-1 0 0 0,2-1 0 0 0,-2 0-13 0 0,1-1 1 0 0,-1 1-1 0 0,1 0 0 0 0,-1-1 0 0 0,0 1 1 0 0,0-1-1 0 0,0 0 0 0 0,-1 1 0 0 0,1-1 1 0 0,1-5-1 0 0,3-7-48 0 0,-2 1-1 0 0,0-1 1 0 0,4-27-1 0 0,-7 38 67 0 0,1-14 56 0 0,-2 13-51 0 0,0 0 0 0 0,0 1 1 0 0,1-1-1 0 0,-1 1 0 0 0,1-1 0 0 0,1 1 0 0 0,-1-1 0 0 0,0 1 1 0 0,1 0-1 0 0,4-9 0 0 0,-5 13 7 0 0,0 0 0 0 0,0 0 0 0 0,0 0 0 0 0,0 0 0 0 0,0 0 0 0 0,0 0 0 0 0,0 0 0 0 0,0 0 0 0 0,0 0-1 0 0,0 0 1 0 0,-1 0 0 0 0,1 1 0 0 0,0-1 0 0 0,0 0 0 0 0,0 1 0 0 0,0-1 0 0 0,0 1 0 0 0,-1-1 0 0 0,1 1 0 0 0,0-1 0 0 0,0 1 0 0 0,-1-1 0 0 0,1 1 0 0 0,0 0 0 0 0,0 0 0 0 0,22 21 115 0 0,-21-19-100 0 0,13 13 88 0 0,0 1-1 0 0,11 20 0 0 0,-16-23-538 0 0,1 1-1 0 0,0-1 0 0 0,1-1 1 0 0,14 14-1 0 0,-17-20-645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7:36.8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0 147 1376 0 0,'1'-10'15416'0'0,"8"12"-15207"0"0,0 0 0 0 0,0 0 0 0 0,-1 1 1 0 0,1 0-1 0 0,0 0 0 0 0,-1 1 0 0 0,0 0 1 0 0,0 1-1 0 0,0 0 0 0 0,-1 0 0 0 0,1 0 1 0 0,-1 1-1 0 0,0 0 0 0 0,-1 1 0 0 0,0 0 0 0 0,0 0 1 0 0,0 0-1 0 0,-1 0 0 0 0,0 1 0 0 0,0 0 1 0 0,-1 0-1 0 0,0 0 0 0 0,0 1 0 0 0,-1-1 1 0 0,0 1-1 0 0,-1 0 0 0 0,0 0 0 0 0,0 0 1 0 0,0 16-1 0 0,-5-17-53 0 0,-5-13-15 0 0,-5-14 26 0 0,9 8-140 0 0,0 0 0 0 0,0-1 0 0 0,1 1 0 0 0,1-1 0 0 0,0 1 0 0 0,0-1 0 0 0,1 0-1 0 0,0 0 1 0 0,1 0 0 0 0,1 1 0 0 0,0-1 0 0 0,4-17 0 0 0,-3 18-257 0 0,1 1 0 0 0,0-1 0 0 0,1 1 0 0 0,0 0-1 0 0,11-18 1 0 0,-10 21-319 0 0,-1 0 1 0 0,2 1-1 0 0,-1-1 0 0 0,1 1 0 0 0,0 0 0 0 0,0 0 0 0 0,0 1 0 0 0,8-5 0 0 0,5-2-1242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7:37.0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6913 0 0,'31'62'6814'0'0,"34"96"0"0"0,-56-129-6929 0 0,6 42 0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7:37.2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24 12443 0 0,'0'0'132'0'0,"-1"-1"1"0"0,1 1 0 0 0,-1-1-1 0 0,1 1 1 0 0,-1 0 0 0 0,1-1 0 0 0,-1 1-1 0 0,1-1 1 0 0,0 1 0 0 0,-1-1-1 0 0,1 0 1 0 0,0 1 0 0 0,-1-1 0 0 0,1 1-1 0 0,0-1 1 0 0,0 0 0 0 0,-1 1-1 0 0,1-1 1 0 0,0 1 0 0 0,0-1-1 0 0,0 0 1 0 0,0 1 0 0 0,0-1 0 0 0,0 0-1 0 0,0 1 1 0 0,0-1 0 0 0,0 0-1 0 0,0 1 1 0 0,0-1 0 0 0,0 0-1 0 0,1 1 1 0 0,-1-1 0 0 0,0 1 0 0 0,0-1-1 0 0,1 0 1 0 0,-1 1 0 0 0,0-1-1 0 0,1 0 1 0 0,14 1 2394 0 0,-2 6-3980 0 0,22 20-4295 0 0,-18-14 3582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7:37.5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4145 0 0,'0'5'358'0'0,"-1"0"-1"0"0,1-1 1 0 0,0 1 0 0 0,0 0 0 0 0,1 0-1 0 0,-1 0 1 0 0,1-1 0 0 0,0 1 0 0 0,0 0 0 0 0,1-1-1 0 0,2 6 1 0 0,-1 2-82 0 0,2 3 119 0 0,0 1 1 0 0,13 24 0 0 0,-16-35-394 0 0,1 0 0 0 0,0 1 0 0 0,0-1 0 0 0,1-1 1 0 0,-1 1-1 0 0,1 0 0 0 0,0-1 0 0 0,0 0 0 0 0,1 0 1 0 0,8 6-1 0 0,-12-10 37 0 0,0 1 1 0 0,0-1-1 0 0,1 0 0 0 0,-1 0 1 0 0,0 1-1 0 0,1-1 1 0 0,-1 0-1 0 0,0 0 0 0 0,1-1 1 0 0,-1 1-1 0 0,0 0 1 0 0,0 0-1 0 0,1-1 0 0 0,-1 1 1 0 0,0 0-1 0 0,0-1 1 0 0,0 0-1 0 0,1 1 0 0 0,-1-1 1 0 0,0 0-1 0 0,0 1 1 0 0,0-1-1 0 0,0 0 0 0 0,0 0 1 0 0,0 0-1 0 0,0 0 1 0 0,-1 0-1 0 0,1 0 0 0 0,0 0 1 0 0,0 0-1 0 0,-1 0 1 0 0,1 0-1 0 0,0-3 0 0 0,22-43 1764 0 0,-22 44-1675 0 0,12-34 1124 0 0,-10 26-786 0 0,0 0 0 0 0,1 1-1 0 0,1-1 1 0 0,0 1 0 0 0,0 0 0 0 0,9-13 0 0 0,-13 22-406 0 0,-1 0 0 0 0,1 0-1 0 0,-1 1 1 0 0,1-1 0 0 0,0 0 0 0 0,-1 1 0 0 0,1-1 0 0 0,0 0 0 0 0,-1 1 0 0 0,1-1-1 0 0,0 1 1 0 0,0 0 0 0 0,0-1 0 0 0,-1 1 0 0 0,1-1 0 0 0,0 1 0 0 0,0 0 0 0 0,0 0 0 0 0,0-1-1 0 0,0 1 1 0 0,-1 0 0 0 0,1 0 0 0 0,0 0 0 0 0,0 0 0 0 0,0 0 0 0 0,1 0 0 0 0,-1 1 16 0 0,1 0 0 0 0,-1 0 1 0 0,1-1-1 0 0,-1 1 1 0 0,0 0-1 0 0,0 0 0 0 0,1 0 1 0 0,-1 0-1 0 0,0 1 0 0 0,0-1 1 0 0,0 0-1 0 0,0 0 1 0 0,1 3-1 0 0,4 7 142 0 0,-1-1 0 0 0,-1 1 0 0 0,5 15 1 0 0,-6-17-196 0 0,1 4-72 0 0,0 0-381 0 0,0-1 0 0 0,1 0 0 0 0,1-1 0 0 0,8 15 0 0 0,-3-10-6458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7:37.9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247 43 6913 0 0,'1'-16'413'0'0,"-9"-8"6052"0"0,7 23-6292 0 0,1 1 0 0 0,0 0 0 0 0,-1 0 0 0 0,1-1 0 0 0,-1 1 0 0 0,1 0 0 0 0,-1 0 0 0 0,1 0-1 0 0,-1 0 1 0 0,1-1 0 0 0,-1 1 0 0 0,1 0 0 0 0,-1 0 0 0 0,0 0 0 0 0,0 1-76 0 0,-1-1 1 0 0,1 1-1 0 0,0-1 0 0 0,-1 1 1 0 0,1-1-1 0 0,0 1 1 0 0,0 0-1 0 0,-1-1 1 0 0,1 1-1 0 0,0 0 1 0 0,0 0-1 0 0,0 0 1 0 0,-1 1-1 0 0,-16 19 306 0 0,0 1 0 0 0,2 0 0 0 0,1 1 0 0 0,-23 45 0 0 0,37-66-353 0 0,-1 0 1 0 0,1 1-1 0 0,0-1 0 0 0,0 0 0 0 0,0 1 1 0 0,1-1-1 0 0,-1 1 0 0 0,1-1 0 0 0,-1 1 1 0 0,1-1-1 0 0,0 1 0 0 0,0 0 0 0 0,0-1 0 0 0,0 1 1 0 0,0-1-1 0 0,1 1 0 0 0,0 4 0 0 0,25-32-236 0 0,-16 12 158 0 0,-2 1 88 0 0,0 1 0 0 0,1 1-1 0 0,1-1 1 0 0,0 2 0 0 0,16-14 0 0 0,-24 22-29 0 0,0-1 1 0 0,1 1-1 0 0,-1 0 0 0 0,0 0 1 0 0,1 0-1 0 0,-1 0 0 0 0,0 0 1 0 0,1 0-1 0 0,-1 1 0 0 0,1-1 1 0 0,0 1-1 0 0,-1-1 0 0 0,1 1 1 0 0,-1 0-1 0 0,1 0 0 0 0,0 0 1 0 0,-1 1-1 0 0,1-1 0 0 0,-1 1 1 0 0,1-1-1 0 0,-1 1 0 0 0,1 0 1 0 0,-1 0-1 0 0,1 0 1 0 0,-1 0-1 0 0,0 0 0 0 0,1 1 1 0 0,-1-1-1 0 0,0 1 0 0 0,0-1 1 0 0,0 1-1 0 0,0 0 0 0 0,-1 0 1 0 0,1 0-1 0 0,0 0 0 0 0,1 2 1 0 0,3 5 21 0 0,0 1 0 0 0,0-1 0 0 0,-1 1 0 0 0,0 0 1 0 0,-1 1-1 0 0,0-1 0 0 0,-1 1 0 0 0,0 0 0 0 0,-1 0 0 0 0,0 0 0 0 0,0 0 1 0 0,-1 0-1 0 0,-1 12 0 0 0,0 2 48 0 0,-2 1 0 0 0,0-1-1 0 0,-2-1 1 0 0,-11 45 0 0 0,10-54-30 0 0,0 0 0 0 0,0-1 0 0 0,-1 0 0 0 0,-1 0 0 0 0,-1 0 0 0 0,0-1 0 0 0,-1 0 0 0 0,0 0 0 0 0,-20 20 0 0 0,21-25-90 0 0,-1-1 0 0 0,1 0 0 0 0,-2 0 0 0 0,1-1 0 0 0,-1-1-1 0 0,0 1 1 0 0,0-1 0 0 0,0-1 0 0 0,-1 0 0 0 0,0-1-1 0 0,0 1 1 0 0,0-2 0 0 0,0 0 0 0 0,-14 1 0 0 0,22-3-175 0 0,-1 0 0 0 0,0 0 0 0 0,1 0 0 0 0,-1-1 0 0 0,0 1-1 0 0,1-1 1 0 0,-1 0 0 0 0,1 0 0 0 0,-1 0 0 0 0,1-1 0 0 0,0 1 0 0 0,-1-1 0 0 0,1 0 0 0 0,0 0 0 0 0,-4-3 0 0 0,-1-5-853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7:38.3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4 12899 0 0,'-1'-3'3525'0'0,"12"10"-841"0"0,18 20-199 0 0,-22-15-2220 0 0,-1 1 0 0 0,0 0 1 0 0,0 1-1 0 0,-2-1 1 0 0,0 1-1 0 0,5 27 1 0 0,4 90 388 0 0,-9-78-466 0 0,52 367-1213 0 0,-54-412 709 0 0,-1-4-105 0 0,0 1-1 0 0,0 0 0 0 0,-1 0 0 0 0,1-1 0 0 0,-1 1 0 0 0,-1 6 0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7:38.5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12 121 12443 0 0,'-1'0'129'0'0,"0"-1"0"0"0,0 1 0 0 0,0-1 0 0 0,1 0 0 0 0,-1 1 0 0 0,0-1 0 0 0,1 0 0 0 0,-1 0 0 0 0,0 0 0 0 0,1 0 0 0 0,-1 1 0 0 0,1-1 0 0 0,-1 0 0 0 0,1 0 0 0 0,0 0 0 0 0,-1 0 0 0 0,1 0 1 0 0,0 0-1 0 0,0 0 0 0 0,-1 0 0 0 0,1 0 0 0 0,0 0 0 0 0,0 0 0 0 0,0 0 0 0 0,0 0 0 0 0,1 0 0 0 0,-1 0 0 0 0,0 0 0 0 0,0 0 0 0 0,1-2 0 0 0,1 1 125 0 0,-1-1 1 0 0,1 0-1 0 0,0 0 0 0 0,0 1 0 0 0,0-1 0 0 0,0 1 0 0 0,1 0 1 0 0,-1 0-1 0 0,1 0 0 0 0,2-2 0 0 0,8-4 400 0 0,0 0 0 0 0,0 1 0 0 0,22-8 0 0 0,-20 9-830 0 0,0 1-1 0 0,1 1 1 0 0,0 1 0 0 0,0 0-1 0 0,0 1 1 0 0,0 0-1 0 0,0 1 1 0 0,0 1-1 0 0,0 1 1 0 0,0 1-1 0 0,0 0 1 0 0,21 5 0 0 0,-6 2 242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7:38.8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98 5153 0 0,'20'19'8237'0'0,"9"6"-5248"0"0,51 48 1676 0 0,-76-65-3229 0 0,-14-10-965 0 0,-16-10-184 0 0,23 9-256 0 0,0 1-1 0 0,0 0 0 0 0,0-1 0 0 0,0 1 1 0 0,0-1-1 0 0,1 0 0 0 0,0 0 1 0 0,-1 0-1 0 0,1-1 0 0 0,0 1 0 0 0,0 0 1 0 0,1-1-1 0 0,-1 1 0 0 0,1-1 0 0 0,0 1 1 0 0,-1-1-1 0 0,2 0 0 0 0,-1 0 1 0 0,0 1-1 0 0,1-1 0 0 0,0 0 0 0 0,0 0 1 0 0,0 0-1 0 0,0 0 0 0 0,0 1 1 0 0,1-1-1 0 0,0 0 0 0 0,2-7 0 0 0,-1 5-182 0 0,0 1-1 0 0,0-1 0 0 0,1 1 0 0 0,0-1 0 0 0,0 1 0 0 0,0 0 0 0 0,1 0 0 0 0,0 0 0 0 0,-1 1 1 0 0,2-1-1 0 0,-1 1 0 0 0,0 0 0 0 0,1 0 0 0 0,0 1 0 0 0,0-1 0 0 0,0 1 0 0 0,10-4 1 0 0,26-5-3741 0 0,-19 7-2641 0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7:39.4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118 0 2304 0 0,'-1'2'258'0'0,"0"-1"-1"0"0,0 0 0 0 0,0 1 1 0 0,0-1-1 0 0,0 0 0 0 0,0 0 1 0 0,0 0-1 0 0,-1 1 0 0 0,1-1 1 0 0,0-1-1 0 0,0 1 0 0 0,-1 0 1 0 0,1 0-1 0 0,-1 0 0 0 0,1-1 1 0 0,-1 1-1 0 0,1-1 0 0 0,-1 1 1 0 0,1-1-1 0 0,-1 1 0 0 0,0-1 1 0 0,1 0-1 0 0,-1 0 0 0 0,1 0 1 0 0,-1 0-1 0 0,-2 0 0 0 0,2-1 51 0 0,0 1-1 0 0,-1 0 1 0 0,1 1 0 0 0,0-1-1 0 0,0 0 1 0 0,0 1 0 0 0,0-1-1 0 0,0 1 1 0 0,0-1 0 0 0,0 1-1 0 0,0 0 1 0 0,0 0 0 0 0,0 0-1 0 0,0 0 1 0 0,0 0-1 0 0,1 1 1 0 0,-1-1 0 0 0,0 0-1 0 0,1 1 1 0 0,-3 2 0 0 0,-2 7 7 0 0,1 0 0 0 0,0 1-1 0 0,1-1 1 0 0,0 1 0 0 0,1 0 0 0 0,0 1 0 0 0,1-1 0 0 0,0 0 0 0 0,1 1 0 0 0,1-1 0 0 0,-1 1 0 0 0,2-1 0 0 0,0 1-1 0 0,3 12 1 0 0,-4-24-323 0 0,0 1 0 0 0,1-1 1 0 0,-1 1-1 0 0,0-1 0 0 0,1 1 0 0 0,0-1 0 0 0,-1 1 0 0 0,1-1 0 0 0,0 0 0 0 0,0 0 0 0 0,-1 1 0 0 0,1-1 0 0 0,0 0 0 0 0,0 0 0 0 0,0 0 0 0 0,1 0 0 0 0,-1 0 0 0 0,0 0 1 0 0,0 0-1 0 0,2 1 0 0 0,-2-2-9 0 0,0 0 1 0 0,0 0-1 0 0,0-1 1 0 0,0 1-1 0 0,0 0 1 0 0,0 0 0 0 0,0 0-1 0 0,0-1 1 0 0,0 1-1 0 0,-1 0 1 0 0,1-1-1 0 0,0 1 1 0 0,0-1-1 0 0,0 1 1 0 0,0-1-1 0 0,-1 1 1 0 0,1-1 0 0 0,0 0-1 0 0,0 1 1 0 0,-1-1-1 0 0,1 0 1 0 0,0-1-1 0 0,7-8-148 0 0,-1-1 0 0 0,-1 0 0 0 0,9-19 0 0 0,-10 19 153 0 0,-2 5 194 0 0,-1 1 1 0 0,1 0 0 0 0,1 0-1 0 0,-1 0 1 0 0,1 0 0 0 0,0 1-1 0 0,0 0 1 0 0,0-1 0 0 0,8-4-1 0 0,-11 8-141 0 0,1 0 0 0 0,-1 0 0 0 0,1 0 0 0 0,-1 1 0 0 0,1-1 0 0 0,0 0-1 0 0,-1 1 1 0 0,1 0 0 0 0,0-1 0 0 0,-1 1 0 0 0,1 0 0 0 0,0 0 0 0 0,0 0 0 0 0,-1 0 0 0 0,1 0-1 0 0,0 0 1 0 0,0 1 0 0 0,-1-1 0 0 0,1 0 0 0 0,0 1 0 0 0,-1-1 0 0 0,1 1 0 0 0,-1 0 0 0 0,1 0-1 0 0,0-1 1 0 0,-1 1 0 0 0,0 0 0 0 0,1 0 0 0 0,-1 1 0 0 0,0-1 0 0 0,1 0 0 0 0,-1 0 0 0 0,0 1-1 0 0,0-1 1 0 0,0 0 0 0 0,1 3 0 0 0,28 41-40 0 0,-26-38-308 0 0,-1 0 1 0 0,1 0-1 0 0,1-1 0 0 0,-1 0 0 0 0,1 0 1 0 0,0 0-1 0 0,1 0 0 0 0,-1-1 1 0 0,1 0-1 0 0,0 0 0 0 0,1 0 1 0 0,-1-1-1 0 0,1 0 0 0 0,14 6 1 0 0,-13-7-779 0 0,0-1 0 0 0,0 1 0 0 0,0-2 0 0 0,0 0 0 0 0,14 1 1 0 0,-13-2 702 0 0,-1 0 0 0 0,0-1 0 0 0,1 0 0 0 0,-1 0 0 0 0,14-5 1 0 0,-17 5 363 0 0,0-1-1 0 0,0 0 1 0 0,0 0 0 0 0,0-1 0 0 0,0 1 0 0 0,-1-1 0 0 0,1 0 0 0 0,-1 0 0 0 0,0-1 0 0 0,0 1 0 0 0,0-1-1 0 0,0 0 1 0 0,-1 0 0 0 0,1 0 0 0 0,-1-1 0 0 0,0 1 0 0 0,0-1 0 0 0,-1 0 0 0 0,0 0 0 0 0,1 0 0 0 0,1-7 0 0 0,0-2 362 0 0,9-35-1226 0 0,5 16 13895 0 0,-18 33-12844 0 0,5 11 3153 0 0,0 13-2087 0 0,-2 12-948 0 0,-3-17-890 0 0,2 1-1 0 0,0-1 1 0 0,6 21 0 0 0,-5-30-828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7:39.6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13 104 5529 0 0,'-4'-21'-368'0'0,"-4"-22"3934"0"0,7 3 5023 0 0,9 62-8310 0 0,8 19-4873 0 0,-11-31 4099 0 0,0 0 0 0 0,1-1 0 0 0,0 0 0 0 0,13 15 0 0 0,0-3 475 0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7:40.0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16 3945 0 0,'7'-6'3107'0'0,"-6"5"-2589"0"0,0 0-1 0 0,0 0 1 0 0,1 0 0 0 0,-1 0 0 0 0,0 1 0 0 0,1-1 0 0 0,-1 0-1 0 0,1 1 1 0 0,-1 0 0 0 0,1-1 0 0 0,-1 1 0 0 0,1 0-1 0 0,-1 0 1 0 0,1-1 0 0 0,-1 1 0 0 0,1 0 0 0 0,-1 1 0 0 0,3-1-1 0 0,-2 1-223 0 0,0 0-1 0 0,-1 0 0 0 0,1 0 0 0 0,0 1 0 0 0,-1-1 0 0 0,1 0 0 0 0,0 1 0 0 0,-1-1 1 0 0,0 1-1 0 0,1 0 0 0 0,-1-1 0 0 0,0 1 0 0 0,0 0 0 0 0,0 0 0 0 0,1 2 0 0 0,4 10 6 0 0,-2 0-1 0 0,0 0 0 0 0,5 27 0 0 0,-9-40-223 0 0,4 22-24 0 0,-3-9-6 0 0,2-1 0 0 0,0 1 1 0 0,0 0-1 0 0,10 22 0 0 0,-13-37-49 0 0,0 1 1 0 0,1 0-1 0 0,-1 0 1 0 0,1 0-1 0 0,-1 0 1 0 0,1-1-1 0 0,-1 1 1 0 0,1 0-1 0 0,-1 0 1 0 0,0-1-1 0 0,1 1 1 0 0,-1 0-1 0 0,0-1 1 0 0,1 1-1 0 0,-1-1 1 0 0,0 1-1 0 0,1 0 1 0 0,-1-1-1 0 0,0 1 1 0 0,0-1-1 0 0,0 1 1 0 0,1 0-1 0 0,-1-1 1 0 0,0 1-1 0 0,0-1 1 0 0,0 1-1 0 0,0-1 1 0 0,0 1-1 0 0,0-1 0 0 0,0 1 1 0 0,0-1-1 0 0,0 0 1 0 0,8-22-137 0 0,-3 1 132 0 0,2 0 1 0 0,19-38-1 0 0,-23 53 13 0 0,0 0 1 0 0,1 0-1 0 0,1 1 1 0 0,-1-1-1 0 0,1 1 1 0 0,0 0-1 0 0,0 1 1 0 0,1-1-1 0 0,0 1 1 0 0,0 0-1 0 0,0 1 0 0 0,9-6 1 0 0,-14 9-6 0 0,0 1 0 0 0,0-1 0 0 0,0 1 0 0 0,0-1 1 0 0,0 1-1 0 0,0-1 0 0 0,0 1 0 0 0,0 0 0 0 0,0 0 0 0 0,0-1 0 0 0,1 1 0 0 0,-1 0 1 0 0,0 0-1 0 0,0 0 0 0 0,0 0 0 0 0,1 0 0 0 0,-1 1 0 0 0,0-1 0 0 0,0 0 1 0 0,0 0-1 0 0,0 1 0 0 0,0-1 0 0 0,0 1 0 0 0,0-1 0 0 0,0 1 0 0 0,0-1 0 0 0,0 1 1 0 0,0 0-1 0 0,0-1 0 0 0,0 1 0 0 0,0 0 0 0 0,0 0 0 0 0,0 0 0 0 0,-1 0 0 0 0,1 0 1 0 0,0 0-1 0 0,0 1 0 0 0,2 5-16 0 0,0-1 0 0 0,0 1 0 0 0,-1 1 0 0 0,0-1 0 0 0,2 8 0 0 0,3 12-216 0 0,12 9-843 0 0,-4-14-4995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7:45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0 7370 0 0,'0'1'123'0'0,"0"0"1"0"0,-1-1 0 0 0,1 1 0 0 0,0 0 0 0 0,0 0 0 0 0,0-1 0 0 0,0 1-1 0 0,0 0 1 0 0,0 0 0 0 0,0-1 0 0 0,0 1 0 0 0,0 0 0 0 0,0 0 0 0 0,0-1-1 0 0,1 1 1 0 0,-1 0 0 0 0,0 0 0 0 0,0-1 0 0 0,1 1 0 0 0,-1 0 0 0 0,0-1-1 0 0,1 1 1 0 0,-1 0 0 0 0,1-1 0 0 0,-1 1 0 0 0,1-1 0 0 0,-1 1 0 0 0,1-1-1 0 0,-1 1 1 0 0,1-1 0 0 0,0 1 0 0 0,-1-1 0 0 0,1 0 0 0 0,0 1 0 0 0,-1-1-1 0 0,2 1 1 0 0,34 21 2668 0 0,-28-18-2050 0 0,2 2 2 0 0,0 0 0 0 0,0 1 1 0 0,0 0-1 0 0,-1 1 0 0 0,10 10 0 0 0,-16-15-763 0 0,0 0-1 0 0,-1 1 1 0 0,1-1 0 0 0,-1 1-1 0 0,0 0 1 0 0,0 0-1 0 0,0 0 1 0 0,-1 0-1 0 0,0 0 1 0 0,1 0 0 0 0,-1 0-1 0 0,-1 0 1 0 0,1 1-1 0 0,-1-1 1 0 0,1 0-1 0 0,-1 0 1 0 0,-1 9 0 0 0,-5 31-5831 0 0,0-21-76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7:45.6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2 13827 0 0,'-10'-2'4175'0'0,"15"7"-3868"0"0,-2-4-985 0 0,0 2-1 0 0,0-1 1 0 0,0 0-1 0 0,0 0 1 0 0,-1 1-1 0 0,1 0 1 0 0,3 4-1 0 0,1 7-1850 0 0,-1 1-21 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7:46.0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0 9218 0 0,'-2'3'150'0'0,"1"-1"-1"0"0,0 1 1 0 0,0 0 0 0 0,1 0-1 0 0,-1 0 1 0 0,0 0 0 0 0,1-1-1 0 0,0 1 1 0 0,0 0-1 0 0,0 0 1 0 0,0 0 0 0 0,0 0-1 0 0,1 5 1 0 0,12 44 921 0 0,-8-34-775 0 0,-3-10-337 0 0,9 30-277 0 0,-11-36 262 0 0,1 0 0 0 0,0 0-1 0 0,0 0 1 0 0,0 0-1 0 0,0-1 1 0 0,0 1-1 0 0,0 0 1 0 0,0-1 0 0 0,1 1-1 0 0,-1-1 1 0 0,1 1-1 0 0,-1-1 1 0 0,1 1-1 0 0,-1-1 1 0 0,4 2-1 0 0,-4-3 53 0 0,1 0 0 0 0,-1 0-1 0 0,1 0 1 0 0,-1 0 0 0 0,0 0 0 0 0,1 0-1 0 0,-1 0 1 0 0,0 0 0 0 0,1-1-1 0 0,-1 1 1 0 0,0-1 0 0 0,1 1-1 0 0,-1-1 1 0 0,0 1 0 0 0,0-1-1 0 0,0 1 1 0 0,1-1 0 0 0,-1 0-1 0 0,0 0 1 0 0,0 0 0 0 0,0 0 0 0 0,0 0-1 0 0,1-1 1 0 0,23-28 604 0 0,-20 25-479 0 0,16-24 437 0 0,-10 13-330 0 0,1 1-1 0 0,0 0 1 0 0,21-19 0 0 0,-30 31-38 0 0,0 0 0 0 0,1 1 1 0 0,-1-1-1 0 0,1 1 1 0 0,0-1-1 0 0,0 1 0 0 0,0 0 1 0 0,0 1-1 0 0,0-1 0 0 0,0 1 1 0 0,0-1-1 0 0,1 1 0 0 0,-1 1 1 0 0,0-1-1 0 0,1 1 1 0 0,-1-1-1 0 0,1 1 0 0 0,-1 0 1 0 0,0 1-1 0 0,6 0 0 0 0,-7 0-80 0 0,-1 0-1 0 0,0 0 0 0 0,0 1 0 0 0,0-1 0 0 0,0 0 0 0 0,0 1 1 0 0,0-1-1 0 0,0 1 0 0 0,0 0 0 0 0,0 0 0 0 0,-1-1 1 0 0,1 1-1 0 0,-1 0 0 0 0,1 1 0 0 0,-1-1 0 0 0,0 0 0 0 0,0 0 1 0 0,1 4-1 0 0,17 50 506 0 0,-14-37-547 0 0,-1-6-665 0 0,1 0 0 0 0,0 0 0 0 0,1 0 0 0 0,11 19-1 0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7:47.0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 85 4145 0 0,'0'3'175'0'0,"1"-1"-1"0"0,-1 1 1 0 0,0-1 0 0 0,0 1 0 0 0,0-1 0 0 0,0 1 0 0 0,-1 0-1 0 0,1-1 1 0 0,0 1 0 0 0,-1-1 0 0 0,0 1 0 0 0,-1 3-1 0 0,0 2 365 0 0,1-7-469 0 0,-1 8 645 0 0,1 0-1 0 0,0 0 1 0 0,0 18 0 0 0,1-26-646 0 0,0 0 0 0 0,0 0 1 0 0,0 0-1 0 0,0 0 0 0 0,0 0 1 0 0,0 0-1 0 0,0 0 0 0 0,0 0 0 0 0,0 0 1 0 0,1 0-1 0 0,-1 0 0 0 0,0 0 1 0 0,1-1-1 0 0,-1 1 0 0 0,0 0 0 0 0,1 0 1 0 0,-1 0-1 0 0,1 0 0 0 0,0-1 1 0 0,-1 1-1 0 0,1 0 0 0 0,0 0 1 0 0,-1-1-1 0 0,1 1 0 0 0,0 0 0 0 0,0-1 1 0 0,0 1-1 0 0,0-1 0 0 0,-1 1 1 0 0,1-1-1 0 0,0 0 0 0 0,0 1 1 0 0,0-1-1 0 0,0 0 0 0 0,0 1 0 0 0,0-1 1 0 0,0 0-1 0 0,0 0 0 0 0,0 0 1 0 0,0 0-1 0 0,0 0 0 0 0,0 0 1 0 0,0 0-1 0 0,0-1 0 0 0,0 1 0 0 0,0 0 1 0 0,0 0-1 0 0,0-1 0 0 0,0 1 1 0 0,1-1-1 0 0,1-1-38 0 0,-1 0 1 0 0,1 1 0 0 0,-1-1-1 0 0,1-1 1 0 0,-1 1-1 0 0,0 0 1 0 0,0 0 0 0 0,0-1-1 0 0,0 0 1 0 0,0 1-1 0 0,0-1 1 0 0,-1 0-1 0 0,1 0 1 0 0,-1 1 0 0 0,0-1-1 0 0,2-6 1 0 0,12-53 360 0 0,-15 59-296 0 0,1-5 120 0 0,1 1 104 0 0,0 0 0 0 0,-1 0 0 0 0,0 0 0 0 0,0 0 0 0 0,-1 0 0 0 0,0-1 0 0 0,0 1 0 0 0,-1 0 0 0 0,0 0 0 0 0,-2-10 0 0 0,9 27 131 0 0,0 0 1 0 0,1 0-1 0 0,1-1 0 0 0,-1 0 1 0 0,16 13-1 0 0,53 41 856 0 0,-74-64-1327 0 0,-1 1 0 0 0,1 0 0 0 0,0 0-1 0 0,-1 0 1 0 0,1-1 0 0 0,0 1-1 0 0,-1-1 1 0 0,1 1 0 0 0,0-1 0 0 0,-1 0-1 0 0,1 0 1 0 0,-1 1 0 0 0,1-1-1 0 0,-1 0 1 0 0,0-1 0 0 0,1 1 0 0 0,-1 0-1 0 0,0 0 1 0 0,0 0 0 0 0,0-1-1 0 0,0 1 1 0 0,0 0 0 0 0,1-3 0 0 0,-9-4-2746 0 0,4 6 2685 0 0,0 0 0 0 0,0 0 0 0 0,1 1 0 0 0,-1-1 0 0 0,0 1-1 0 0,0 0 1 0 0,-1 0 0 0 0,1 0 0 0 0,0 0 0 0 0,0 0 0 0 0,0 1 0 0 0,-1-1 0 0 0,-5 1-1 0 0,-3-2 183 0 0,10 2-13 0 0,-1-1 0 0 0,1 0 0 0 0,-1 0 0 0 0,1 0 0 0 0,0 0 0 0 0,-1 0 0 0 0,1 0 0 0 0,0-1-1 0 0,-2-1 1 0 0,2 2 41 0 0,0-1 0 0 0,0 1 0 0 0,0 0-1 0 0,0 0 1 0 0,-1-1 0 0 0,1 2 0 0 0,0-1-1 0 0,0 0 1 0 0,-1 0 0 0 0,1 1 0 0 0,0-1-1 0 0,-1 1 1 0 0,-2-1 0 0 0,0 1-97 0 0,0 0 1 0 0,0 0 0 0 0,0 0-1 0 0,0 0 1 0 0,0 1 0 0 0,0 0-1 0 0,0 0 1 0 0,0 0 0 0 0,0 1-1 0 0,0-1 1 0 0,1 1 0 0 0,-1 0-1 0 0,1 1 1 0 0,-1-1 0 0 0,1 1-1 0 0,0 0 1 0 0,0 0-1 0 0,0 0 1 0 0,0 1 0 0 0,0-1-1 0 0,1 1 1 0 0,0 0 0 0 0,-1 0-1 0 0,2 0 1 0 0,-1 0 0 0 0,0 1-1 0 0,1-1 1 0 0,0 1 0 0 0,0-1-1 0 0,-2 8 1 0 0,2-9-47 0 0,-14 48 70 0 0,16-50-69 0 0,-1 1 0 0 0,1 0 0 0 0,-1-1 0 0 0,1 1 0 0 0,0 0 0 0 0,0 0 0 0 0,0-1 0 0 0,0 1 0 0 0,0 0 0 0 0,0-1 0 0 0,0 1 0 0 0,1 0 0 0 0,-1 0 0 0 0,1-1 0 0 0,-1 1 0 0 0,1-1 0 0 0,-1 1 0 0 0,1 0 0 0 0,0-1 0 0 0,0 1 0 0 0,0-1 0 0 0,0 0 0 0 0,0 1 0 0 0,0-1 0 0 0,0 0 0 0 0,2 2 0 0 0,-1-2-14 0 0,0-1 0 0 0,-1 0 0 0 0,1 1 0 0 0,0-1 0 0 0,0 0 0 0 0,0 0 0 0 0,0 0 1 0 0,-1 0-1 0 0,1 0 0 0 0,0 0 0 0 0,0-1 0 0 0,0 1 0 0 0,-1 0 0 0 0,1-1 0 0 0,0 0 1 0 0,0 1-1 0 0,-1-1 0 0 0,1 0 0 0 0,-1 0 0 0 0,1 0 0 0 0,-1 0 0 0 0,1 0 0 0 0,-1 0 0 0 0,1 0 1 0 0,1-3-1 0 0,34-35 141 0 0,-36 37-90 0 0,5-8 95 0 0,0 1 0 0 0,0-1-1 0 0,-1 0 1 0 0,0 0 0 0 0,-1 0-1 0 0,4-17 1 0 0,-3 13 204 0 0,0 0 1 0 0,12-23-1 0 0,-17 37-313 0 0,0-1-1 0 0,1 1 1 0 0,-1-1 0 0 0,0 0 0 0 0,1 1-1 0 0,-1-1 1 0 0,1 1 0 0 0,-1-1 0 0 0,1 1-1 0 0,-1-1 1 0 0,1 1 0 0 0,-1 0 0 0 0,1-1 0 0 0,-1 1-1 0 0,1 0 1 0 0,-1-1 0 0 0,1 1 0 0 0,0 0-1 0 0,-1-1 1 0 0,1 1 0 0 0,0 0 0 0 0,-1 0-1 0 0,1 0 1 0 0,0 0 0 0 0,-1 0 0 0 0,1 0 0 0 0,1 0-1 0 0,18 11 132 0 0,12 29 22 0 0,-30-37-135 0 0,9 14-7 0 0,0 1-1 0 0,-2 0 1 0 0,0 1 0 0 0,-2-1-1 0 0,0 2 1 0 0,0-1 0 0 0,-2 1-1 0 0,-1 0 1 0 0,0 0-1 0 0,1 30 1 0 0,-4-33-28 0 0,-1 1-1 0 0,-1-1 1 0 0,0 1-1 0 0,-1 0 1 0 0,-1-1 0 0 0,0 0-1 0 0,-2 0 1 0 0,0 0 0 0 0,-1 0-1 0 0,0-1 1 0 0,-1 0-1 0 0,-14 22 1 0 0,12-26 54 0 0,-2 1-1 0 0,1-2 1 0 0,-2 1-1 0 0,0-1 1 0 0,0-1 0 0 0,-1 0-1 0 0,0-1 1 0 0,0 0-1 0 0,-1-1 1 0 0,-1-1 0 0 0,1 0-1 0 0,-1-1 1 0 0,0 0-1 0 0,0-1 1 0 0,-1-1 0 0 0,-16 2-1 0 0,29-5-62 0 0,0-1 0 0 0,0 1-1 0 0,0-1 1 0 0,0 0 0 0 0,0 0-1 0 0,0 0 1 0 0,0-1 0 0 0,0 1-1 0 0,0-1 1 0 0,0 1 0 0 0,0-1-1 0 0,0 0 1 0 0,-4-2 0 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7:49.0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49 11058 0 0,'0'0'853'0'0,"11"20"2081"0"0,2 22-843 0 0,16 79 1 0 0,1 6-572 0 0,-27-119-1344 0 0,0 1 0 0 0,0-1 0 0 0,0 0 0 0 0,1 0 0 0 0,1 0 0 0 0,10 15 0 0 0,-14-22-155 0 0,0 0 0 0 0,0 1-1 0 0,1-1 1 0 0,-1 0-1 0 0,0 1 1 0 0,1-1 0 0 0,-1 0-1 0 0,1 0 1 0 0,0 0-1 0 0,-1 0 1 0 0,1-1 0 0 0,0 1-1 0 0,-1 0 1 0 0,1-1 0 0 0,0 1-1 0 0,0-1 1 0 0,0 0-1 0 0,-1 1 1 0 0,1-1 0 0 0,0 0-1 0 0,0 0 1 0 0,0 0-1 0 0,0 0 1 0 0,0 0 0 0 0,-1-1-1 0 0,1 1 1 0 0,0-1 0 0 0,0 1-1 0 0,-1-1 1 0 0,1 0-1 0 0,0 1 1 0 0,0-1 0 0 0,-1 0-1 0 0,1 0 1 0 0,-1 0-1 0 0,1 0 1 0 0,-1 0 0 0 0,1-1-1 0 0,1-1 1 0 0,7-7-9 0 0,0-1-1 0 0,-1 0 1 0 0,0 0 0 0 0,0-1 0 0 0,-2 0-1 0 0,13-23 1 0 0,29-85 63 0 0,-40 98-72 0 0,8-32 103 0 0,-14 40-47 0 0,1 0 0 0 0,0 1 0 0 0,1 0-1 0 0,0 0 1 0 0,1 0 0 0 0,1 1-1 0 0,14-21 1 0 0,-21 32-54 0 0,1 0 0 0 0,0 1 1 0 0,-1-1-1 0 0,1 0 0 0 0,0 1 0 0 0,0-1 0 0 0,0 0 1 0 0,-1 1-1 0 0,1-1 0 0 0,0 1 0 0 0,0-1 0 0 0,0 1 1 0 0,0 0-1 0 0,0-1 0 0 0,0 1 0 0 0,0 0 0 0 0,0 0 1 0 0,0 0-1 0 0,0-1 0 0 0,0 1 0 0 0,0 0 0 0 0,0 0 1 0 0,0 0-1 0 0,0 1 0 0 0,0-1 0 0 0,0 0 0 0 0,1 1 1 0 0,0 0 14 0 0,1 0 1 0 0,-1 0-1 0 0,0 1 1 0 0,0-1 0 0 0,0 1-1 0 0,0 0 1 0 0,0 0-1 0 0,0 0 1 0 0,0-1-1 0 0,2 4 1 0 0,2 5 54 0 0,0 0 0 0 0,0 0 0 0 0,8 19 0 0 0,-1 8-57 0 0,-1 1-1 0 0,-2 0 1 0 0,-2 1-1 0 0,-1 0 0 0 0,-2 0 1 0 0,-2 0-1 0 0,-2 1 1 0 0,-1 0-1 0 0,-2-1 1 0 0,-10 57-1 0 0,8-79 3 0 0,0 0 0 0 0,-1 0 0 0 0,0-1 0 0 0,-2 0 0 0 0,1 0 0 0 0,-2-1 0 0 0,-1 0 0 0 0,0 0 0 0 0,-11 14 0 0 0,16-24-26 0 0,0 0-1 0 0,-1 0 1 0 0,1-1 0 0 0,-1 1 0 0 0,0-1-1 0 0,0 0 1 0 0,-1 0 0 0 0,1-1-1 0 0,-1 0 1 0 0,0 0 0 0 0,1 0-1 0 0,-2-1 1 0 0,1 0 0 0 0,0 0-1 0 0,0 0 1 0 0,-1-1 0 0 0,1 0-1 0 0,0 0 1 0 0,-1 0 0 0 0,1-1-1 0 0,-1 0 1 0 0,1 0 0 0 0,-1-1-1 0 0,1 0 1 0 0,-1 0 0 0 0,-9-3 0 0 0,-9-6-593 0 0,-8-1-1608 0 0,12 8-3972 0 0,44-7-1325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7:49.3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 11979 0 0,'1'-1'221'0'0,"1"0"0"0"0,-1 1 0 0 0,1-1 0 0 0,0 0 0 0 0,-1 1 0 0 0,1-1 0 0 0,0 1 0 0 0,-1 0 0 0 0,1-1 0 0 0,0 1 0 0 0,0 0 0 0 0,-1 0 1 0 0,1 0-1 0 0,0 0 0 0 0,0 0 0 0 0,-1 1 0 0 0,1-1 0 0 0,0 0 0 0 0,0 1 0 0 0,-1 0 0 0 0,1-1 0 0 0,0 1 0 0 0,-1 0 0 0 0,1 0 0 0 0,-1-1 1 0 0,1 1-1 0 0,-1 1 0 0 0,0-1 0 0 0,1 0 0 0 0,-1 0 0 0 0,0 0 0 0 0,0 1 0 0 0,0-1 0 0 0,1 0 0 0 0,-2 1 0 0 0,1-1 0 0 0,0 1 0 0 0,0 0 1 0 0,0-1-1 0 0,-1 1 0 0 0,2 3 0 0 0,1 3-38 0 0,-1 0 1 0 0,0 1 0 0 0,0-1-1 0 0,-1 1 1 0 0,0 0 0 0 0,0-1-1 0 0,-1 11 1 0 0,-4 20 184 0 0,0 24-222 0 0,4-58-862 0 0,1 0 0 0 0,-1 0 1 0 0,1-1-1 0 0,0 1 0 0 0,3 9 0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7:49.4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8 12899 0 0,'-2'-1'456'0'0,"-14"-5"105"0"0,7 5 2932 0 0,16 6-977 0 0,14 7-3322 0 0,-16-9 506 0 0,38 23-371 0 0,-26-17 671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7:50.0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93 6 10282 0 0,'7'-5'7576'0'0,"-28"29"-6134"0"0,-18 22-450 0 0,34-39-833 0 0,0-1-1 0 0,0 1 0 0 0,0 0 1 0 0,1 1-1 0 0,0-1 0 0 0,1 1 1 0 0,-4 11-1 0 0,7-16-130 0 0,-1-1 0 0 0,1 1 1 0 0,0-1-1 0 0,0 0 0 0 0,0 1 0 0 0,0-1 0 0 0,0 1 0 0 0,1-1 0 0 0,-1 1 1 0 0,1-1-1 0 0,0 0 0 0 0,-1 1 0 0 0,1-1 0 0 0,0 0 0 0 0,0 0 0 0 0,1 0 1 0 0,-1 0-1 0 0,0 1 0 0 0,1-2 0 0 0,-1 1 0 0 0,1 0 0 0 0,0 0 0 0 0,-1 0 1 0 0,1-1-1 0 0,0 1 0 0 0,0-1 0 0 0,0 1 0 0 0,0-1 0 0 0,0 0 0 0 0,3 1 0 0 0,13 8-4 0 0,37 23 88 0 0,-52-31-107 0 0,0 0 0 0 0,0 0 0 0 0,0 1 0 0 0,0-1 0 0 0,-1 1 0 0 0,1 0 0 0 0,-1 0 0 0 0,0 0 0 0 0,0 0 0 0 0,0 0 0 0 0,0 0 0 0 0,-1 0 0 0 0,3 7 0 0 0,-4-8-3 0 0,0 0 1 0 0,0 0-1 0 0,0 0 1 0 0,0 0-1 0 0,0 0 1 0 0,0-1-1 0 0,-1 1 1 0 0,1 0-1 0 0,-1 0 1 0 0,0 0-1 0 0,1-1 1 0 0,-1 1-1 0 0,0 0 1 0 0,0-1-1 0 0,0 1 1 0 0,0-1-1 0 0,0 1 1 0 0,0-1-1 0 0,-1 1 1 0 0,1-1-1 0 0,0 0 1 0 0,-1 0-1 0 0,1 0 1 0 0,-1 0-1 0 0,1 0 1 0 0,-1 0-1 0 0,0 0 1 0 0,1 0 0 0 0,-1 0-1 0 0,0-1 1 0 0,0 1-1 0 0,-2 0 1 0 0,-3 2-22 0 0,-1-1 1 0 0,0 0 0 0 0,-1 0 0 0 0,1-1-1 0 0,-15 1 1 0 0,-2-3-2240 0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7:50.4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 1 7370 0 0,'-1'0'171'0'0,"0"0"1"0"0,0 0-1 0 0,0 0 1 0 0,0 0 0 0 0,-1 0-1 0 0,1 0 1 0 0,0 1 0 0 0,0-1-1 0 0,0 0 1 0 0,0 1 0 0 0,0-1-1 0 0,0 1 1 0 0,1-1 0 0 0,-1 1-1 0 0,0-1 1 0 0,0 1-1 0 0,0 0 1 0 0,0-1 0 0 0,0 1-1 0 0,1 0 1 0 0,-1 0 0 0 0,0 0-1 0 0,1-1 1 0 0,-1 1 0 0 0,1 0-1 0 0,-1 1 1 0 0,0 1 402 0 0,1 0 1 0 0,0 0-1 0 0,0 1 0 0 0,1-1 1 0 0,-1 0-1 0 0,1 0 0 0 0,-1 0 1 0 0,2 4-1 0 0,0-2-743 0 0,24 112 4275 0 0,-18-70-3435 0 0,5 84 1 0 0,-10-41-690 0 0,4 227-1393 0 0,-7-308 996 0 0,-1 39-3236 0 0,-2-20-4052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7:50.6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131 53 6913 0 0,'10'-11'646'0'0,"-6"8"-281"0"0,-1 0 0 0 0,1-1 0 0 0,-1 1-1 0 0,0-1 1 0 0,-1 1 0 0 0,1-1 0 0 0,-1 0 0 0 0,4-7-1 0 0,-6 11-301 0 0,0-1-1 0 0,-1 1 0 0 0,1 0 1 0 0,-1 0-1 0 0,1-1 0 0 0,-1 1 0 0 0,1 0 1 0 0,-1 0-1 0 0,1 0 0 0 0,-1 0 1 0 0,1 0-1 0 0,-1-1 0 0 0,1 1 1 0 0,-1 0-1 0 0,1 0 0 0 0,-1 0 1 0 0,1 0-1 0 0,-1 0 0 0 0,1 1 0 0 0,-1-1 1 0 0,1 0-1 0 0,-1 0 0 0 0,1 0 1 0 0,0 0-1 0 0,-1 1 0 0 0,1-1 1 0 0,-1 0-1 0 0,1 0 0 0 0,-1 1 1 0 0,1-1-1 0 0,0 0 0 0 0,-1 1 0 0 0,0-1 1 0 0,-18 11 507 0 0,3-2-38 0 0,-55 38 1141 0 0,66-43-1390 0 0,1-1 1 0 0,-1 1 0 0 0,1 0-1 0 0,0 0 1 0 0,0 1 0 0 0,1-1 0 0 0,-1 1-1 0 0,1 0 1 0 0,0 0 0 0 0,0 0-1 0 0,-3 10 1 0 0,6-13-165 0 0,-1 0-1 0 0,1 1 0 0 0,0-1 1 0 0,0 0-1 0 0,1 0 1 0 0,-1 1-1 0 0,0-1 1 0 0,1 0-1 0 0,0 0 1 0 0,-1 0-1 0 0,1 1 1 0 0,0-1-1 0 0,0 0 1 0 0,0 0-1 0 0,0 0 0 0 0,1 0 1 0 0,-1-1-1 0 0,0 1 1 0 0,1 0-1 0 0,-1 0 1 0 0,1-1-1 0 0,0 1 1 0 0,-1-1-1 0 0,1 0 1 0 0,3 2-1 0 0,7 6 86 0 0,1-1 0 0 0,23 11 0 0 0,-22-12-87 0 0,68 28-183 0 0,-26-16-3238 0 0,-38-13-3840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7:51.0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24 8290 0 0,'1'-23'12022'0'0,"11"33"-10996"0"0,-1 8-781 0 0,-2 0 0 0 0,0 0 0 0 0,-1 1 1 0 0,11 37-1 0 0,-11-29 47 0 0,19 40 1 0 0,-27-66-296 0 0,0-1 0 0 0,0 1 0 0 0,1-1 0 0 0,-1 1 0 0 0,0-1 0 0 0,0 0 0 0 0,0 1 0 0 0,1-1 0 0 0,-1 1 0 0 0,0-1 0 0 0,1 0 0 0 0,-1 1 1 0 0,0-1-1 0 0,1 0 0 0 0,-1 1 0 0 0,0-1 0 0 0,1 0 0 0 0,-1 1 0 0 0,0-1 0 0 0,1 0 0 0 0,-1 0 0 0 0,1 0 0 0 0,-1 1 0 0 0,1-1 0 0 0,-1 0 0 0 0,0 0 0 0 0,1 0 0 0 0,-1 0 0 0 0,1 0 0 0 0,-1 0 0 0 0,1 0 0 0 0,-1 0 0 0 0,2 0 0 0 0,10-13-230 0 0,8-35-228 0 0,-17 40 421 0 0,2-8 78 0 0,1 1 1 0 0,1-1-1 0 0,0 1 0 0 0,1 0 1 0 0,1 1-1 0 0,0 0 0 0 0,12-13 1 0 0,-20 26-20 0 0,-1 0 0 0 0,1 1 0 0 0,-1-1 0 0 0,1 0 0 0 0,0 1 0 0 0,0-1 0 0 0,-1 1 0 0 0,1-1 0 0 0,0 1 0 0 0,0-1 0 0 0,-1 1 0 0 0,1-1 0 0 0,0 1 0 0 0,0 0 0 0 0,0 0 0 0 0,0-1 0 0 0,0 1 0 0 0,0 0 0 0 0,0 0 0 0 0,0 0 0 0 0,0 0 0 0 0,-1 0 0 0 0,1 0 0 0 0,0 0 0 0 0,2 0 0 0 0,-2 1 0 0 0,0 0 1 0 0,0 0-1 0 0,1 0 0 0 0,-1 0 0 0 0,0 0 1 0 0,0 0-1 0 0,0 0 0 0 0,0 0 1 0 0,0 0-1 0 0,0 0 0 0 0,-1 0 1 0 0,1 1-1 0 0,0-1 0 0 0,0 2 0 0 0,3 8-37 0 0,0-1 0 0 0,-1 0 0 0 0,2 17-1 0 0,-4-22-72 0 0,4 21-96 0 0,0 3-1269 0 0,1 0 0 0 0,18 49 0 0 0,-17-61-57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7:51.4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1 131 456 0 0,'34'-33'18578'0'0,"-30"69"-17174"0"0,-2-28-473 0 0,0 5-694 0 0,1-1 1 0 0,0 1 0 0 0,1-1 0 0 0,0 0 0 0 0,1 0 0 0 0,0 0-1 0 0,13 19 1 0 0,-16-27-221 0 0,1 0 0 0 0,0 0 0 0 0,0 0 0 0 0,0 0-1 0 0,0-1 1 0 0,1 1 0 0 0,-1-1 0 0 0,1 0 0 0 0,0 0 0 0 0,0 0-1 0 0,0 0 1 0 0,1-1 0 0 0,-1 1 0 0 0,1-1 0 0 0,-1 0 0 0 0,1-1-1 0 0,-1 1 1 0 0,1-1 0 0 0,0 0 0 0 0,0 0 0 0 0,0 0 0 0 0,9-1-1 0 0,-11 0-13 0 0,0 0-1 0 0,0 0 0 0 0,0-1 1 0 0,0 1-1 0 0,-1-1 0 0 0,1 0 0 0 0,0 0 1 0 0,-1 0-1 0 0,1 0 0 0 0,0 0 1 0 0,-1 0-1 0 0,1-1 0 0 0,-1 0 0 0 0,0 1 1 0 0,0-1-1 0 0,1 0 0 0 0,-1 0 1 0 0,0 0-1 0 0,2-4 0 0 0,-2 3 6 0 0,0-1-1 0 0,0 0 1 0 0,-1 0 0 0 0,1 1-1 0 0,-1-1 1 0 0,0 0 0 0 0,0 0-1 0 0,-1 0 1 0 0,1 0 0 0 0,-1 0-1 0 0,0-1 1 0 0,0-4 0 0 0,-2-5 27 0 0,0 0 1 0 0,-1 0 0 0 0,0 0-1 0 0,-1 0 1 0 0,-1 0 0 0 0,-9-19-1 0 0,8 21 1 0 0,0 1-1 0 0,-1 0 0 0 0,-1 0 1 0 0,-15-17-1 0 0,19 24-278 0 0,0 0 0 0 0,0 0 0 0 0,0 0 0 0 0,-1 0 0 0 0,0 1 0 0 0,0 0 0 0 0,0 0 0 0 0,0 0 0 0 0,0 0 0 0 0,0 1 0 0 0,-1 0 0 0 0,-11-3 0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7:52.0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 5065 0 0,'31'1'9794'0'0,"-24"-1"-8820"0"0,0 1-1 0 0,0 0 1 0 0,0 0 0 0 0,0 1-1 0 0,0 0 1 0 0,0 0-1 0 0,-1 0 1 0 0,8 5-1 0 0,-11-4-931 0 0,-1 0 0 0 0,0 0 0 0 0,0 1-1 0 0,0-1 1 0 0,-1 1 0 0 0,1-1 0 0 0,-1 1 0 0 0,0 0 0 0 0,0 0 0 0 0,0-1-1 0 0,-1 1 1 0 0,1 0 0 0 0,-1 0 0 0 0,0 6 0 0 0,1 1-11 0 0,3 46 109 0 0,-3-30-86 0 0,9 49 0 0 0,-9-69-55 0 0,1-1 0 0 0,0 1 0 0 0,0-1-1 0 0,0 1 1 0 0,1-1 0 0 0,0 0-1 0 0,0 0 1 0 0,1 0 0 0 0,0 0 0 0 0,0-1-1 0 0,0 1 1 0 0,6 5 0 0 0,-8-10-5 0 0,-1 1 0 0 0,0-1-1 0 0,1 1 1 0 0,-1-1 0 0 0,1 0 0 0 0,0 1 0 0 0,-1-1-1 0 0,1 0 1 0 0,0 0 0 0 0,0 0 0 0 0,0-1 0 0 0,-1 1-1 0 0,1 0 1 0 0,0-1 0 0 0,0 1 0 0 0,0-1 0 0 0,0 0-1 0 0,0 1 1 0 0,0-1 0 0 0,0 0 0 0 0,1 0 0 0 0,-1 0-1 0 0,0-1 1 0 0,0 1 0 0 0,0 0 0 0 0,0-1 0 0 0,-1 0-1 0 0,1 1 1 0 0,0-1 0 0 0,0 0 0 0 0,0 0 0 0 0,0 0-1 0 0,-1 0 1 0 0,1 0 0 0 0,0 0 0 0 0,-1 0 0 0 0,1-1-1 0 0,-1 1 1 0 0,1-1 0 0 0,-1 1 0 0 0,0-1 0 0 0,1 0 0 0 0,-1 1-1 0 0,1-4 1 0 0,4-4-1 0 0,0-2-1 0 0,-1 1 1 0 0,-1-1-1 0 0,0 0 1 0 0,0 0 0 0 0,3-16-1 0 0,-3 2 8 0 0,-3 18 0 0 0,0 0 0 0 0,0 0 0 0 0,0 1 0 0 0,1-1 0 0 0,0 1 0 0 0,0-1 0 0 0,5-8 0 0 0,-5 16-14 0 0,0 0-1 0 0,0 1 0 0 0,0-1 0 0 0,0 1 1 0 0,0-1-1 0 0,0 1 0 0 0,0 0 1 0 0,-1-1-1 0 0,1 1 0 0 0,-1 0 1 0 0,3 3-1 0 0,7 11-1 0 0,1-1 0 0 0,0 0 0 0 0,2-1 0 0 0,-1-1 1 0 0,21 15-1 0 0,-30-25 20 0 0,0 0 1 0 0,1 0 0 0 0,0 0-1 0 0,0-1 1 0 0,0 0 0 0 0,0 0-1 0 0,0 0 1 0 0,0 0-1 0 0,1-1 1 0 0,-1 0 0 0 0,0 0-1 0 0,1 0 1 0 0,-1-1 0 0 0,1 0-1 0 0,-1 0 1 0 0,1 0 0 0 0,-1-1-1 0 0,0 1 1 0 0,1-1 0 0 0,-1-1-1 0 0,0 1 1 0 0,1-1-1 0 0,6-3 1 0 0,-9 4 14 0 0,0-1 1 0 0,1 0-1 0 0,-1 0 0 0 0,0 0 0 0 0,0 0 0 0 0,0 0 0 0 0,-1-1 1 0 0,1 1-1 0 0,-1-1 0 0 0,1 0 0 0 0,-1 0 0 0 0,0 0 1 0 0,0 0-1 0 0,0 0 0 0 0,0 0 0 0 0,0-1 0 0 0,1-4 1 0 0,-2 2 8 0 0,0 0 0 0 0,0 1 0 0 0,0-1 0 0 0,0 0 0 0 0,-1 0 0 0 0,0 0 1 0 0,-1 0-1 0 0,1 0 0 0 0,-1 0 0 0 0,-2-6 0 0 0,0-1-74 0 0,-2-1-1 0 0,0 2 0 0 0,0-1 1 0 0,-1 0-1 0 0,0 1 1 0 0,-1 0-1 0 0,-1 1 1 0 0,-15-19-1 0 0,-15-10-2537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7:53.5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 11058 0 0,'0'0'1145'0'0,"0"1"-1001"0"0,2 3 670 0 0,0 0 0 0 0,0 0 1 0 0,1-1-1 0 0,-1 1 0 0 0,1-1 0 0 0,0 0 1 0 0,3 4-1 0 0,5 6 109 0 0,-3 0-749 0 0,-1 1 0 0 0,0-1-1 0 0,-1 1 1 0 0,-1 1 0 0 0,0-1 0 0 0,-1 1-1 0 0,0-1 1 0 0,-1 1 0 0 0,-1 0 0 0 0,0 20-1 0 0,-3-23-73 0 0,-1-14-95 0 0,1 0-23 0 0,1 0 1 0 0,0 0-1 0 0,0 0 1 0 0,0-1-1 0 0,0 1 1 0 0,0 0-1 0 0,1 0 1 0 0,-1 0-1 0 0,1 0 1 0 0,0-3-1 0 0,13-23 177 0 0,0 1 0 0 0,2 0 0 0 0,1 1 0 0 0,21-25 0 0 0,-26 36-79 0 0,-11 12-64 0 0,1 1-1 0 0,0-1 1 0 0,0 1-1 0 0,1-1 1 0 0,-1 1-1 0 0,0-1 1 0 0,1 1 0 0 0,-1 0-1 0 0,1 0 1 0 0,0 1-1 0 0,0-1 1 0 0,0 0-1 0 0,0 1 1 0 0,0 0-1 0 0,0 0 1 0 0,0-1-1 0 0,0 2 1 0 0,0-1 0 0 0,6 0-1 0 0,-6 1 19 0 0,0 0-1 0 0,1 1 1 0 0,-1 0-1 0 0,0-1 1 0 0,1 1-1 0 0,-1 1 1 0 0,0-1 0 0 0,0 0-1 0 0,0 1 1 0 0,0 0-1 0 0,0-1 1 0 0,0 1-1 0 0,0 0 1 0 0,-1 1-1 0 0,5 3 1 0 0,1 3 49 0 0,0 0 0 0 0,-1 1 0 0 0,0 0 0 0 0,0 0 1 0 0,-1 0-1 0 0,-1 1 0 0 0,0 0 0 0 0,0 0 0 0 0,4 17 0 0 0,-2 4 22 0 0,-2 0 0 0 0,1 41-1 0 0,0 2-2349 0 0,-2-45-5750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7:56.9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324 25 3225 0 0,'-18'-1'1661'0'0,"-1"-1"-1"0"0,-33-8 1 0 0,40 7-649 0 0,1 0 0 0 0,-1 1 0 0 0,0 0 0 0 0,0 1 0 0 0,1 0 0 0 0,-1 1 0 0 0,0 1 0 0 0,0 0 0 0 0,-21 4 0 0 0,24-3-548 0 0,-1 1-1 0 0,1 0 1 0 0,0 1 0 0 0,0 0 0 0 0,0 0 0 0 0,0 1 0 0 0,0 0 0 0 0,-10 9 0 0 0,19-14-458 0 0,-1 1 0 0 0,1-1 0 0 0,0 0 1 0 0,0 0-1 0 0,-1 0 0 0 0,1 1 0 0 0,0-1 0 0 0,0 0 0 0 0,0 0 0 0 0,0 1 0 0 0,-1-1 0 0 0,1 0 0 0 0,0 1 1 0 0,0-1-1 0 0,0 0 0 0 0,0 1 0 0 0,0-1 0 0 0,0 0 0 0 0,0 0 0 0 0,0 1 0 0 0,0-1 0 0 0,0 0 1 0 0,0 1-1 0 0,0-1 0 0 0,0 0 0 0 0,0 1 0 0 0,0-1 0 0 0,0 0 0 0 0,0 1 0 0 0,0-1 0 0 0,0 0 0 0 0,0 1 1 0 0,1-1-1 0 0,-1 0 0 0 0,0 0 0 0 0,0 1 0 0 0,13 7 83 0 0,15-2 6 0 0,16-6-54 0 0,0-3 1 0 0,-1-1-1 0 0,59-13 1 0 0,-3 0-3 0 0,39-1 195 0 0,1 6 0 0 0,222 9-1 0 0,-240 14-10 0 0,84 2-1166 0 0,-194-11 266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7:57.5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163 57 8290 0 0,'-7'1'721'0'0,"-1"0"0"0"0,0-1 0 0 0,1 0 0 0 0,-1-1-1 0 0,0 0 1 0 0,1 0 0 0 0,-8-2 0 0 0,12 2-324 0 0,1 0 0 0 0,0 1 0 0 0,0-1 0 0 0,-1 0 0 0 0,1 0 0 0 0,0-1 0 0 0,0 1 0 0 0,0 0-1 0 0,0-1 1 0 0,1 1 0 0 0,-4-4 0 0 0,4 4-278 0 0,0 0 1 0 0,0 0-1 0 0,1-1 0 0 0,-1 1 1 0 0,1 0-1 0 0,-1 0 0 0 0,1-1 1 0 0,0 1-1 0 0,-1 0 0 0 0,1 0 0 0 0,0-1 1 0 0,0 1-1 0 0,0 0 0 0 0,0-1 1 0 0,0 1-1 0 0,0 0 0 0 0,0-1 1 0 0,0 1-1 0 0,1 0 0 0 0,-1 0 0 0 0,1-1 1 0 0,-1 1-1 0 0,1-2 0 0 0,0 3-97 0 0,0-1 1 0 0,-1 1-1 0 0,1 0 0 0 0,0-1 0 0 0,0 1 0 0 0,-1 0 0 0 0,1-1 0 0 0,0 1 1 0 0,0 0-1 0 0,0 0 0 0 0,0 0 0 0 0,-1-1 0 0 0,1 1 0 0 0,0 0 0 0 0,0 0 0 0 0,0 0 1 0 0,0 1-1 0 0,0-1 0 0 0,-1 0 0 0 0,1 0 0 0 0,0 0 0 0 0,0 1 0 0 0,0-1 1 0 0,0 1-1 0 0,34 10 694 0 0,-18-6-520 0 0,-4-2-192 0 0,0 1 0 0 0,0 0 0 0 0,0 1 0 0 0,0 0 0 0 0,-1 1 0 0 0,0 0 0 0 0,12 9 0 0 0,-19-11-2 0 0,0 0 0 0 0,0 0-1 0 0,-1 1 1 0 0,1 0 0 0 0,-1 0 0 0 0,0 0-1 0 0,-1 0 1 0 0,1 0 0 0 0,-1 1 0 0 0,0 0 0 0 0,-1-1-1 0 0,1 1 1 0 0,-1 0 0 0 0,0 0 0 0 0,0 1-1 0 0,-1-1 1 0 0,1 8 0 0 0,-1-7 42 0 0,-1 1 0 0 0,1-1 0 0 0,-1 1 0 0 0,-1-1 0 0 0,0 0 0 0 0,0 1 0 0 0,0-1 0 0 0,-1 0 1 0 0,0 0-1 0 0,0 0 0 0 0,-1 0 0 0 0,0 0 0 0 0,0 0 0 0 0,-1-1 0 0 0,1 1 0 0 0,-1-1 0 0 0,-9 9 0 0 0,-3 3 169 0 0,-2-1 0 0 0,0-1 0 0 0,-1-1 0 0 0,-22 13 0 0 0,8-4-135 0 0,-73 54-55 0 0,90-57-3020 0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7:58.7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102 245 920 0 0,'-7'-31'864'0'0,"-2"1"0"0"0,-2 0-1 0 0,0 0 1 0 0,-21-35 0 0 0,17 32 1123 0 0,-2 7 8077 0 0,19 43-8399 0 0,32 184 1818 0 0,6 35-3236 0 0,-37-204-265 0 0,-1-1 0 0 0,-1 1 1 0 0,-2 0-1 0 0,-1 0 0 0 0,-6 32 1 0 0,-12 30-3935 0 0,18-89 2409 0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7:58.9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9 6913 0 0,'0'-1'98'0'0,"-1"1"0"0"0,1 0 0 0 0,0 0 0 0 0,3-7 2842 0 0,-3 7-2842 0 0,1 0 0 0 0,-1 0 0 0 0,0 0 0 0 0,0-1 0 0 0,1 1 0 0 0,-1 0 0 0 0,0 0 0 0 0,0 0 0 0 0,1 0 0 0 0,-1 0 0 0 0,0 0 0 0 0,0 0 0 0 0,5 3 1862 0 0,-5-3-1862 0 0,13 13 757 0 0,-12-13-1012 0 0,6 16 227 0 0,-8 3-5674 0 0,-1-6 108 0 0,4-9 5372 0 0,0-4 124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7:59.3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121 99 2761 0 0,'-121'11'11657'0'0,"155"-18"-6972"0"0,8-3-3828 0 0,462-70 1116 0 0,-440 71-4012 0 0,-32 5-5140 0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7:59.8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5065 0 0,'4'38'4653'0'0,"53"348"6786"0"0,-56-365-11947 0 0,-1-19 155 0 0,1-7 53 0 0,1-3 172 0 0,5-16 180 0 0,1 1 1 0 0,12-25-1 0 0,-16 39 178 0 0,0 0 0 0 0,1 1 0 0 0,1-1 0 0 0,-1 1 1 0 0,2 0-1 0 0,-1 0 0 0 0,15-13 0 0 0,-19 20-188 0 0,0 0 0 0 0,1 0 0 0 0,-1 0-1 0 0,0 0 1 0 0,1 1 0 0 0,-1-1 0 0 0,0 1 0 0 0,1-1 0 0 0,-1 1-1 0 0,1 0 1 0 0,-1 0 0 0 0,0 0 0 0 0,1 0 0 0 0,-1 0 0 0 0,1 1 0 0 0,-1-1-1 0 0,0 1 1 0 0,1 0 0 0 0,-1-1 0 0 0,0 1 0 0 0,1 0 0 0 0,-1 0-1 0 0,0 1 1 0 0,0-1 0 0 0,0 0 0 0 0,0 1 0 0 0,3 2 0 0 0,5 3 70 0 0,-1 1-1 0 0,0 0 1 0 0,0 1 0 0 0,8 10 0 0 0,-9-7-27 0 0,0 0 1 0 0,-1 0-1 0 0,-1 1 1 0 0,0-1-1 0 0,8 25 0 0 0,9 20-1040 0 0,-15-47-1532 0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00.2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0 329 10138 0 0,'2'-2'403'0'0,"-1"-1"0"0"0,1 1 0 0 0,0 0 0 0 0,0 1 0 0 0,0-1 0 0 0,0 0 0 0 0,1 1 0 0 0,-1-1 0 0 0,0 1 0 0 0,1-1 0 0 0,2 0 0 0 0,1-1 710 0 0,39-26 92 0 0,-32 22-423 0 0,-2-1 0 0 0,1 1 0 0 0,-1-2 0 0 0,19-18-1 0 0,-26 23-653 0 0,-1 0-1 0 0,0 0 0 0 0,0 0 1 0 0,-1-1-1 0 0,0 1 0 0 0,1-1 1 0 0,-1 1-1 0 0,-1-1 0 0 0,1 0 1 0 0,-1 0-1 0 0,0 0 0 0 0,0 0 0 0 0,0 0 1 0 0,-1 0-1 0 0,1 0 0 0 0,-1 0 1 0 0,-1-9-1 0 0,-1 0-124 0 0,0 1-1 0 0,-7-28 1 0 0,8 38-6 0 0,0-1 0 0 0,0 1 0 0 0,0 0 0 0 0,-1 0 0 0 0,1-1 0 0 0,-1 1 0 0 0,0 0 0 0 0,0 0 0 0 0,0 1-1 0 0,0-1 1 0 0,0 0 0 0 0,-1 1 0 0 0,1-1 0 0 0,-1 1 0 0 0,1 0 0 0 0,-1 0 0 0 0,-5-3 0 0 0,7 4-2 0 0,0 1 0 0 0,0-1 0 0 0,0 1-1 0 0,0 0 1 0 0,0 0 0 0 0,0 0 0 0 0,0-1-1 0 0,0 1 1 0 0,0 0 0 0 0,1 0 0 0 0,-1 0-1 0 0,0 0 1 0 0,0 1 0 0 0,0-1 0 0 0,0 0 0 0 0,0 0-1 0 0,0 0 1 0 0,0 1 0 0 0,0-1 0 0 0,0 1-1 0 0,1-1 1 0 0,-1 0 0 0 0,0 1 0 0 0,0 0-1 0 0,-1 0 1 0 0,1 1-3 0 0,-1 0 0 0 0,1-1-1 0 0,0 1 1 0 0,0 0 0 0 0,0 0-1 0 0,0 0 1 0 0,0 0 0 0 0,0 0-1 0 0,1 0 1 0 0,-2 4 0 0 0,1 1 5 0 0,0-1 0 0 0,1 1 1 0 0,-1-1-1 0 0,1 0 0 0 0,1 1 0 0 0,1 10 1 0 0,0-9 32 0 0,1-1 0 0 0,0 0 0 0 0,0 0 1 0 0,1 0-1 0 0,-1 0 0 0 0,2-1 0 0 0,-1 0 1 0 0,1 1-1 0 0,0-2 0 0 0,10 11 0 0 0,7 3-1178 0 0,38 26 1 0 0,-27-22-3909 0 0,-13-7-1899 0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01.0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1 138 8290 0 0,'0'-7'440'0'0,"0"0"-1"0"0,0 0 1 0 0,0 1 0 0 0,0-1 0 0 0,1 0-1 0 0,2-9 1 0 0,-2 15-237 0 0,-1-1-1 0 0,1 0 0 0 0,-1 0 1 0 0,1 0-1 0 0,0 1 1 0 0,-1-1-1 0 0,1 0 0 0 0,0 1 1 0 0,0-1-1 0 0,0 0 1 0 0,1 1-1 0 0,-1-1 1 0 0,0 1-1 0 0,0 0 0 0 0,1-1 1 0 0,-1 1-1 0 0,1 0 1 0 0,-1 0-1 0 0,1 0 0 0 0,0 0 1 0 0,-1 0-1 0 0,1 0 1 0 0,0 1-1 0 0,0-1 0 0 0,-1 1 1 0 0,1-1-1 0 0,3 0 1 0 0,-3 1-49 0 0,0 1 1 0 0,1-1 0 0 0,-1 1 0 0 0,0 0 0 0 0,0-1 0 0 0,1 1 0 0 0,-1 0-1 0 0,0 0 1 0 0,0 0 0 0 0,0 0 0 0 0,0 1 0 0 0,0-1 0 0 0,0 1-1 0 0,-1-1 1 0 0,1 1 0 0 0,0 0 0 0 0,-1-1 0 0 0,1 1 0 0 0,-1 0-1 0 0,0 0 1 0 0,0 0 0 0 0,2 2 0 0 0,22 50 937 0 0,-23-51-1011 0 0,52 154 667 0 0,-31-85-709 0 0,-18-85-417 0 0,-1-7-164 0 0,-2-15 138 0 0,2-1 0 0 0,8-36 1 0 0,-9 60 442 0 0,0 0 1 0 0,1 0-1 0 0,1 1 1 0 0,-1-1-1 0 0,2 1 1 0 0,-1 0-1 0 0,2 0 1 0 0,-1 1-1 0 0,14-16 0 0 0,-17 23 18 0 0,0 0 0 0 0,0 0 0 0 0,0 0 0 0 0,1 0 0 0 0,-1 1 0 0 0,1-1 0 0 0,0 1 0 0 0,0 0 0 0 0,0 0 0 0 0,0 0 0 0 0,0 1 0 0 0,0-1 0 0 0,0 1 0 0 0,0 0 0 0 0,1 0 0 0 0,-1 1 0 0 0,0-1 0 0 0,1 1 0 0 0,-1 0 0 0 0,1 0 0 0 0,-1 0 0 0 0,0 1 0 0 0,1-1 0 0 0,-1 1 0 0 0,0 0 0 0 0,0 1 0 0 0,1-1 0 0 0,-1 1 0 0 0,0-1 0 0 0,7 6 0 0 0,-3-3-20 0 0,0 2 0 0 0,-1-1 0 0 0,1 1 0 0 0,-1 1 0 0 0,0-1 0 0 0,-1 1 0 0 0,1 0 1 0 0,-1 1-1 0 0,-1-1 0 0 0,1 1 0 0 0,-1 1 0 0 0,-1-1 0 0 0,5 12 0 0 0,-1 2-18 0 0,14 32 5 0 0,-22-54-24 0 0,0 0-1 0 0,0 1 1 0 0,0-1-1 0 0,0 0 1 0 0,0 0-1 0 0,0 0 1 0 0,1 0-1 0 0,-1 1 1 0 0,0-1 0 0 0,0 0-1 0 0,0 0 1 0 0,0 0-1 0 0,0 0 1 0 0,1 0-1 0 0,-1 0 1 0 0,0 1-1 0 0,0-1 1 0 0,0 0 0 0 0,0 0-1 0 0,1 0 1 0 0,-1 0-1 0 0,0 0 1 0 0,0 0-1 0 0,0 0 1 0 0,0 0-1 0 0,1 0 1 0 0,-1 0 0 0 0,0 0-1 0 0,0 0 1 0 0,0 0-1 0 0,1 0 1 0 0,-1 0-1 0 0,0 0 1 0 0,0 0-1 0 0,0 0 1 0 0,1 0 0 0 0,-1 0-1 0 0,0 0 1 0 0,0 0-1 0 0,0 0 1 0 0,0 0-1 0 0,1 0 1 0 0,-1-1-1 0 0,0 1 1 0 0,0 0 0 0 0,0 0-1 0 0,8-12-46 0 0,3-20-35 0 0,-10 30 80 0 0,6-22 45 0 0,1 1-1 0 0,14-28 1 0 0,-19 45-33 0 0,0-1 0 0 0,0 1-1 0 0,1 0 1 0 0,0 1 0 0 0,0-1 0 0 0,1 0 0 0 0,0 1 0 0 0,0 0 0 0 0,0 0-1 0 0,0 1 1 0 0,1-1 0 0 0,9-5 0 0 0,-13 9-5 0 0,0 1 0 0 0,0-1 0 0 0,-1 0 0 0 0,1 1 1 0 0,0-1-1 0 0,0 1 0 0 0,0 0 0 0 0,0-1 0 0 0,0 1 0 0 0,0 0 0 0 0,0 0 0 0 0,-1 0 1 0 0,1 0-1 0 0,0 1 0 0 0,0-1 0 0 0,0 0 0 0 0,0 1 0 0 0,0-1 0 0 0,0 1 0 0 0,-1 0 0 0 0,1 0 1 0 0,0 0-1 0 0,-1 0 0 0 0,1 0 0 0 0,0 0 0 0 0,-1 0 0 0 0,1 0 0 0 0,-1 0 0 0 0,0 1 1 0 0,1-1-1 0 0,-1 1 0 0 0,0-1 0 0 0,0 1 0 0 0,0-1 0 0 0,0 1 0 0 0,0 0 0 0 0,1 3 0 0 0,4 7 46 0 0,-1 1-1 0 0,-1 0 0 0 0,0 1 0 0 0,3 16 0 0 0,-3-10-38 0 0,-2-8-320 0 0,1-1 0 0 0,1 1-1 0 0,0 0 1 0 0,0-1 0 0 0,1 0-1 0 0,1 0 1 0 0,-1 0-1 0 0,2-1 1 0 0,0 0 0 0 0,0 0-1 0 0,0-1 1 0 0,14 13 0 0 0,-7-10-1302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01.3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1 169 8290 0 0,'15'-26'471'0'0,"20"-27"7905"0"0,-34 63-5138 0 0,-3 25-2808 0 0,2-27-106 0 0,0 1-221 0 0,1 0 0 0 0,0-1 0 0 0,0 1 0 0 0,1-1 0 0 0,0 1 0 0 0,0-1 1 0 0,1 0-1 0 0,0 0 0 0 0,0 0 0 0 0,1 0 0 0 0,7 10 0 0 0,-9-15-61 0 0,0 0 0 0 0,0 0 0 0 0,0 0-1 0 0,0 0 1 0 0,0 0 0 0 0,1 0-1 0 0,0-1 1 0 0,-1 0 0 0 0,1 1-1 0 0,0-1 1 0 0,0 0 0 0 0,0 0-1 0 0,0 0 1 0 0,1-1 0 0 0,-1 1-1 0 0,0-1 1 0 0,1 0 0 0 0,-1 0-1 0 0,1 0 1 0 0,-1 0 0 0 0,1-1 0 0 0,0 1-1 0 0,-1-1 1 0 0,1 0 0 0 0,0 0-1 0 0,-1 0 1 0 0,1-1 0 0 0,-1 1-1 0 0,7-2 1 0 0,-7 0-24 0 0,1 0 0 0 0,-1 1 0 0 0,1-1 0 0 0,-1 0 0 0 0,0-1 0 0 0,0 1 0 0 0,0-1 0 0 0,0 1 0 0 0,0-1 0 0 0,-1 0 0 0 0,1 0 1 0 0,-1 0-1 0 0,0 0 0 0 0,0 0 0 0 0,0-1 0 0 0,0 1 0 0 0,0-1 0 0 0,-1 1 0 0 0,0-1 0 0 0,0 0 0 0 0,0 0 0 0 0,0 1 0 0 0,0-1 0 0 0,-1 0 0 0 0,1 0 0 0 0,-1-4 0 0 0,0-2 24 0 0,0 0 0 0 0,0 1 0 0 0,-1-1 1 0 0,-1 0-1 0 0,1 1 0 0 0,-2-1 0 0 0,1 1 0 0 0,-1 0 0 0 0,-6-13 0 0 0,5 14-147 0 0,-1 1-1 0 0,0-1 1 0 0,-1 1-1 0 0,1 0 1 0 0,-2 0-1 0 0,1 0 1 0 0,-1 1 0 0 0,0 0-1 0 0,0 0 1 0 0,0 1-1 0 0,-10-5 1 0 0,13 7 30 0 0,0 1 0 0 0,0 0 0 0 0,0 0 0 0 0,0 1 0 0 0,0-1 0 0 0,0 1 0 0 0,-1 0 0 0 0,1 0 0 0 0,0 0 0 0 0,-1 1 0 0 0,1-1 0 0 0,-1 1 0 0 0,1 0 0 0 0,0 0 0 0 0,-1 1 0 0 0,1-1 1 0 0,-1 1-1 0 0,1 0 0 0 0,0 0 0 0 0,0 1 0 0 0,0-1 0 0 0,-1 1 0 0 0,1 0 0 0 0,-7 4 0 0 0,10-4-257 0 0,-1-1 0 0 0,0 0 0 0 0,1 1 0 0 0,0-1 0 0 0,-1 1 0 0 0,1 0 0 0 0,0-1 0 0 0,0 1 0 0 0,0 0 0 0 0,-2 3 0 0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01.7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115 570 920 0 0,'3'-3'527'0'0,"-1"-1"-1"0"0,0 0 0 0 0,0 0 1 0 0,-1 0-1 0 0,1 0 0 0 0,-1 0 1 0 0,0 0-1 0 0,0 0 0 0 0,0-1 1 0 0,-1 1-1 0 0,1 0 0 0 0,-1-1 1 0 0,0 1-1 0 0,0 0 0 0 0,-1-1 1 0 0,1 1-1 0 0,-1 0 0 0 0,0 0 1 0 0,0-1-1 0 0,0 1 1 0 0,-1 0-1 0 0,1 0 0 0 0,-1 0 1 0 0,-3-3-1 0 0,4 4-355 0 0,0 1 0 0 0,0-1 0 0 0,-1 1 0 0 0,1 0 1 0 0,-1 0-1 0 0,0 0 0 0 0,0 0 0 0 0,0 0 0 0 0,0 0 0 0 0,0 0 0 0 0,0 1 0 0 0,0-1 0 0 0,0 1 1 0 0,-1-1-1 0 0,1 1 0 0 0,-1 0 0 0 0,1 0 0 0 0,-1 0 0 0 0,1 0 0 0 0,-1 0 0 0 0,0 1 0 0 0,1-1 1 0 0,-1 1-1 0 0,0 0 0 0 0,1 0 0 0 0,-1 0 0 0 0,0 0 0 0 0,1 0 0 0 0,-1 1 0 0 0,0-1 1 0 0,1 1-1 0 0,-1-1 0 0 0,0 1 0 0 0,1 0 0 0 0,-1 0 0 0 0,1 0 0 0 0,-1 1 0 0 0,-3 2 0 0 0,4-2-98 0 0,0 0-1 0 0,0 0 0 0 0,0 0 0 0 0,0 0 1 0 0,1 1-1 0 0,-1-1 0 0 0,1 0 0 0 0,-1 1 1 0 0,1-1-1 0 0,0 1 0 0 0,0 0 0 0 0,0-1 1 0 0,0 1-1 0 0,0 3 0 0 0,1-5-63 0 0,0 0-1 0 0,-1 0 1 0 0,1 0-1 0 0,0 0 0 0 0,0 0 1 0 0,0 0-1 0 0,0 0 1 0 0,0 0-1 0 0,0 0 1 0 0,0 0-1 0 0,0 0 1 0 0,0 0-1 0 0,0 0 1 0 0,0 0-1 0 0,1 0 1 0 0,-1 0-1 0 0,0 0 1 0 0,1-1-1 0 0,-1 1 1 0 0,1 0-1 0 0,-1 0 0 0 0,1 0 1 0 0,-1 0-1 0 0,1-1 1 0 0,0 1-1 0 0,-1 0 1 0 0,1-1-1 0 0,0 1 1 0 0,-1 0-1 0 0,1-1 1 0 0,0 1-1 0 0,0-1 1 0 0,0 1-1 0 0,0-1 1 0 0,0 1-1 0 0,-1-1 0 0 0,1 0 1 0 0,0 1-1 0 0,0-1 1 0 0,0 0-1 0 0,0 0 1 0 0,0 0-1 0 0,2 0 1 0 0,0 0-48 0 0,0-1 0 0 0,-1 0 1 0 0,1 1-1 0 0,0-1 0 0 0,0 0 0 0 0,-1-1 1 0 0,1 1-1 0 0,-1 0 0 0 0,1-1 0 0 0,-1 0 1 0 0,0 1-1 0 0,1-1 0 0 0,-1 0 0 0 0,0 0 1 0 0,0 0-1 0 0,0 0 0 0 0,0-1 0 0 0,-1 1 1 0 0,1 0-1 0 0,1-5 0 0 0,5-6-382 0 0,-1-1 0 0 0,7-19 0 0 0,-8 17 202 0 0,-2-1 0 0 0,0 1 0 0 0,-1-1 0 0 0,0 0 0 0 0,-2 0 0 0 0,0 0 0 0 0,-1 0 0 0 0,0 1 0 0 0,-5-28 0 0 0,1 19 452 0 0,-1 0 1 0 0,-1 0-1 0 0,-2 1 1 0 0,0 0-1 0 0,-20-39 1 0 0,10 41 824 0 0,7 13-203 0 0,11 9-827 0 0,0 0-1 0 0,0 0 0 0 0,-1 0 1 0 0,1-1-1 0 0,0 1 1 0 0,0 0-1 0 0,0 0 0 0 0,0 0 1 0 0,-1 0-1 0 0,1 0 1 0 0,0 0-1 0 0,0 0 0 0 0,0 0 1 0 0,-1 0-1 0 0,1 0 1 0 0,0 0-1 0 0,0 0 0 0 0,0 0 1 0 0,0 0-1 0 0,-1 1 1 0 0,1-1-1 0 0,0 0 0 0 0,0 0 1 0 0,0 0-1 0 0,-1 0 1 0 0,1 0-1 0 0,0 0 1 0 0,0 0-1 0 0,0 0 0 0 0,0 1 1 0 0,0-1-1 0 0,0 0 1 0 0,-1 0-1 0 0,1 0 0 0 0,0 0 1 0 0,0 1-1 0 0,0-1 1 0 0,0 0-1 0 0,0 0 0 0 0,0 0 1 0 0,0 0-1 0 0,0 1 1 0 0,0-1-1 0 0,0 0 0 0 0,0 0 1 0 0,0 0-1 0 0,0 1 0 0 0,0 4 38 0 0,1 1-1 0 0,-1-1 1 0 0,2 1-1 0 0,-1-1 1 0 0,0 0-1 0 0,1 0 0 0 0,0 1 1 0 0,1-1-1 0 0,-1 0 1 0 0,5 6-1 0 0,-1 2 29 0 0,161 302 1143 0 0,-158-300-1619 0 0,-1 1-1 0 0,-1-1 0 0 0,6 19 0 0 0,-8-18-445 0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02.1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0 289 3425 0 0,'28'-10'-262'0'0,"-10"4"1940"0"0,-2-1-1 0 0,1-1 1 0 0,30-18-1 0 0,-42 22-1103 0 0,0-1-1 0 0,0 1 1 0 0,0-1-1 0 0,0 0 1 0 0,-1 0-1 0 0,1 0 1 0 0,-1-1-1 0 0,-1 0 1 0 0,1 0-1 0 0,-1 0 1 0 0,0 0-1 0 0,0 0 1 0 0,-1 0-1 0 0,3-9 1 0 0,-3 6-299 0 0,-1-1-1 0 0,1 1 1 0 0,-1-1-1 0 0,-1 1 1 0 0,0 0-1 0 0,0-1 1 0 0,-2-10-1 0 0,2 17-220 0 0,0 1 0 0 0,-1 0 0 0 0,1-1 0 0 0,0 1 0 0 0,-1-1 0 0 0,0 1 0 0 0,0 0 0 0 0,1 0 0 0 0,-1-1 0 0 0,-1 1 0 0 0,1 0 0 0 0,0 0 0 0 0,0 0 0 0 0,-1 0 0 0 0,1 0 0 0 0,-1 0 0 0 0,0 0 0 0 0,1 1 0 0 0,-1-1-1 0 0,0 1 1 0 0,0-1 0 0 0,0 1 0 0 0,0 0 0 0 0,0 0 0 0 0,-1-1 0 0 0,1 2 0 0 0,0-1 0 0 0,0 0 0 0 0,-1 0 0 0 0,1 1 0 0 0,-1-1 0 0 0,-3 0 0 0 0,4 1-52 0 0,1 0 1 0 0,-1 0-1 0 0,0 0 0 0 0,1 1 1 0 0,-1-1-1 0 0,0 0 1 0 0,1 0-1 0 0,-1 1 0 0 0,0-1 1 0 0,1 1-1 0 0,-1 0 1 0 0,1-1-1 0 0,-1 1 0 0 0,1 0 1 0 0,-1 0-1 0 0,1 0 0 0 0,0 0 1 0 0,0 0-1 0 0,-1 0 1 0 0,1 0-1 0 0,0 1 0 0 0,0-1 1 0 0,-1 2-1 0 0,0 0 9 0 0,1 0 0 0 0,0-1-1 0 0,0 1 1 0 0,1 0 0 0 0,-1 0-1 0 0,1 0 1 0 0,-1 0 0 0 0,1 0-1 0 0,0 0 1 0 0,0 0 0 0 0,1 6-1 0 0,0 2 24 0 0,2 1-1 0 0,-1-1 1 0 0,2-1-1 0 0,-1 1 1 0 0,10 18 0 0 0,-9-21-36 0 0,1 1 1 0 0,0-1-1 0 0,1-1 1 0 0,0 1-1 0 0,0-1 1 0 0,1 0 0 0 0,-1 0-1 0 0,13 8 1 0 0,19 5-6585 0 0,-22-15-389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02.3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55 49 5985 0 0,'-2'-5'297'0'0,"1"0"-1"0"0,-1 0 0 0 0,0 1 1 0 0,0-1-1 0 0,-6-8 0 0 0,8 13-90 0 0,0-1-1 0 0,0 0 1 0 0,-1 1-1 0 0,1-1 0 0 0,0 0 1 0 0,-1 1-1 0 0,1-1 1 0 0,0 1-1 0 0,-1-1 0 0 0,1 1 1 0 0,-1-1-1 0 0,1 1 1 0 0,-1-1-1 0 0,1 1 0 0 0,-1-1 1 0 0,0 1-1 0 0,1-1 0 0 0,-1 1 1 0 0,1 0-1 0 0,-1-1 1 0 0,0 1-1 0 0,1 0 0 0 0,-1 0 1 0 0,0 0-1 0 0,1-1 1 0 0,-1 1-1 0 0,0 0 0 0 0,1 0 1 0 0,-1 0-1 0 0,0 0 1 0 0,0 0-1 0 0,1 0 0 0 0,-1 0 1 0 0,0 0-1 0 0,1 1 1 0 0,-1-1-1 0 0,0 0 0 0 0,1 0 1 0 0,-1 0-1 0 0,0 1 1 0 0,1-1-1 0 0,-1 0 0 0 0,0 1 1 0 0,1-1-1 0 0,-1 1 1 0 0,1-1-1 0 0,-1 1 0 0 0,1-1 1 0 0,-1 1-1 0 0,1-1 0 0 0,-1 1 1 0 0,1-1-1 0 0,0 1 1 0 0,-1 1-1 0 0,0 0 73 0 0,-1 1 0 0 0,1 0 0 0 0,0 0 0 0 0,1 0 0 0 0,-1 1 0 0 0,1-1 0 0 0,-1 0 0 0 0,1 0-1 0 0,0 0 1 0 0,0 0 0 0 0,0 0 0 0 0,1 4 0 0 0,8 43 290 0 0,-5-30-143 0 0,35 302 2188 0 0,-26-184-2144 0 0,-10-113-677 0 0,1 0 0 0 0,12 43 0 0 0,-11-54-656 0 0,0-1 0 0 0,1 0 1 0 0,11 19-1 0 0,-2-12-7370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03.1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147 24 10594 0 0,'-2'-2'341'0'0,"0"0"-1"0"0,1 0 0 0 0,-1 0 0 0 0,0 0 1 0 0,0 1-1 0 0,-1-1 0 0 0,1 1 0 0 0,0-1 1 0 0,0 1-1 0 0,-1 0 0 0 0,1 0 0 0 0,-1 0 1 0 0,1 0-1 0 0,-1 1 0 0 0,1-1 0 0 0,-1 1 1 0 0,1-1-1 0 0,-1 1 0 0 0,1 0 0 0 0,-6 0 1 0 0,5 1-130 0 0,0 0 1 0 0,0 0-1 0 0,0 0 1 0 0,1 1 0 0 0,-1-1-1 0 0,0 1 1 0 0,1-1-1 0 0,-1 1 1 0 0,1 0 0 0 0,0 0-1 0 0,-1 0 1 0 0,1 1 0 0 0,0-1-1 0 0,0 0 1 0 0,-1 4-1 0 0,-5 6-15 0 0,2 0 0 0 0,-1 0 0 0 0,2 1-1 0 0,0 0 1 0 0,0 0 0 0 0,-4 22-1 0 0,6-20-161 0 0,1-1-1 0 0,1 1 1 0 0,0 0-1 0 0,1 0 1 0 0,0 0-1 0 0,2 0 1 0 0,4 25-1 0 0,-4-33-12 0 0,-1 0-1 0 0,1 0 1 0 0,1 0-1 0 0,0 0 0 0 0,0 0 1 0 0,0 0-1 0 0,0-1 0 0 0,1 0 1 0 0,0 0-1 0 0,1 0 1 0 0,-1 0-1 0 0,1 0 0 0 0,0-1 1 0 0,1 0-1 0 0,-1 0 0 0 0,1 0 1 0 0,10 6-1 0 0,-13-10-24 0 0,0 0 0 0 0,-1 0-1 0 0,1 0 1 0 0,0 0 0 0 0,0-1-1 0 0,-1 1 1 0 0,1-1 0 0 0,0 1-1 0 0,0-1 1 0 0,0 0 0 0 0,0 0-1 0 0,-1 0 1 0 0,1-1 0 0 0,0 1 0 0 0,5-2-1 0 0,-2 0-20 0 0,0 0 0 0 0,0-1 0 0 0,-1 0 0 0 0,1 0 0 0 0,-1 0 0 0 0,0 0 0 0 0,6-5 0 0 0,0-2-113 0 0,-1 0 0 0 0,0-1 1 0 0,0 0-1 0 0,-1 0 1 0 0,12-21-1 0 0,-15 21 123 0 0,-1-1 0 0 0,0 0 0 0 0,-1 0 0 0 0,0 0 0 0 0,-1 0 0 0 0,-1-1 0 0 0,0 1 0 0 0,0-1 0 0 0,-1 0 0 0 0,-2-24 0 0 0,5 38 98 0 0,-1 1 0 0 0,1-1 0 0 0,-1 1-1 0 0,0 0 1 0 0,0 0 0 0 0,1 0 0 0 0,-1 0 0 0 0,4 5 0 0 0,18 16-14 0 0,-2 0 31 0 0,37 26 0 0 0,-53-43-67 0 0,2-1 0 0 0,-1 0 0 0 0,0 0-1 0 0,1-1 1 0 0,0 0 0 0 0,0 0 0 0 0,0-1-1 0 0,1-1 1 0 0,10 2 0 0 0,-18-3-20 0 0,-1-1-1 0 0,1 0 1 0 0,-1 0 0 0 0,0 0-1 0 0,1 0 1 0 0,-1 0 0 0 0,1 0-1 0 0,-1 0 1 0 0,0 0 0 0 0,1-1 0 0 0,-1 1-1 0 0,0-1 1 0 0,1 1 0 0 0,-1-1-1 0 0,0 1 1 0 0,1-1 0 0 0,-1 0-1 0 0,0 1 1 0 0,0-1 0 0 0,0 0-1 0 0,0 0 1 0 0,0 0 0 0 0,0 0 0 0 0,1-2-1 0 0,0 1 7 0 0,-1-1-1 0 0,1 0 0 0 0,-1 0 1 0 0,0 1-1 0 0,0-1 1 0 0,0 0-1 0 0,-1 0 0 0 0,1 0 1 0 0,-1 0-1 0 0,1-6 1 0 0,-1-4-89 0 0,-1-1 0 0 0,0 0 0 0 0,-7-25 0 0 0,-21-65-3959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03.3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11979 0 0,'2'4'757'0'0,"0"0"1"0"0,0 0-1 0 0,-1 0 1 0 0,1 0 0 0 0,-1 0-1 0 0,0 0 1 0 0,0 0 0 0 0,-1 1-1 0 0,1-1 1 0 0,-1 6-1 0 0,-3 48 755 0 0,1-34-899 0 0,-2 15-330 0 0,0 41 65 0 0,4-72-383 0 0,0-1 0 0 0,1 1 0 0 0,0 0 0 0 0,0 0 0 0 0,1 0 1 0 0,0 0-1 0 0,4 9 0 0 0,4-3-940 0 0,-5-12 37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03.5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4 13827 0 0,'0'0'52'0'0,"0"0"1"0"0,0 0-1 0 0,0-1 0 0 0,0 1 1 0 0,0 0-1 0 0,0 0 0 0 0,-1 0 1 0 0,1-1-1 0 0,0 1 0 0 0,0 0 1 0 0,0 0-1 0 0,0 0 0 0 0,-1 0 1 0 0,1 0-1 0 0,0-1 0 0 0,0 1 1 0 0,0 0-1 0 0,-1 0 0 0 0,1 0 1 0 0,0 0-1 0 0,0 0 0 0 0,0 0 1 0 0,-1 0-1 0 0,1 0 0 0 0,0 0 1 0 0,0 0-1 0 0,-1 0 0 0 0,1 0 1 0 0,0 0-1 0 0,0 0 0 0 0,0 0 1 0 0,-1 0-1 0 0,1 0 0 0 0,0 0 1 0 0,0 0-1 0 0,-1 0 0 0 0,1 0 1 0 0,0 1-1 0 0,0-1 0 0 0,0 0 1 0 0,0 0-1 0 0,-1 0 0 0 0,1 0 1 0 0,0 0-1 0 0,0 1 0 0 0,0-1 1 0 0,0 0-1 0 0,-1 0 0 0 0,1 0 1 0 0,0 0-1 0 0,0 1 0 0 0,0-1 1 0 0,0 0-1 0 0,0 0 0 0 0,0 0 1 0 0,0 1-1 0 0,0-1 0 0 0,0 0 1 0 0,-1 0-1 0 0,1 1 0 0 0,3 22 748 0 0,15 28-5171 0 0,-1-21 382 0 0,-8-15 3252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03.8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38 1840 0 0,'-1'-2'-682'0'0,"-14"-32"14023"0"0,16 32-12830 0 0,0 3-295 0 0,0-1 0 0 0,0 1 0 0 0,0-1 0 0 0,-1 1 0 0 0,1 0 0 0 0,0-1 0 0 0,-1 1 0 0 0,1 0 0 0 0,0 0 0 0 0,-1 0 0 0 0,1 0 0 0 0,-1 0 0 0 0,1-1 1 0 0,-1 1-1 0 0,1 0 0 0 0,-1 0 0 0 0,0 0 0 0 0,0 0 0 0 0,1 0 0 0 0,-1 0 0 0 0,0 0 0 0 0,0 2 0 0 0,38 202 2471 0 0,2 10-2108 0 0,-28-172-1203 0 0,-2-16-5236 0 0,-2-7-1339 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04.5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27 8290 0 0,'12'-26'12726'0'0,"-3"42"-11513"0"0,6 20-557 0 0,-3 0 1 0 0,-1 1-1 0 0,10 59 1 0 0,4 117 822 0 0,-18-132-1540 0 0,31 140 0 0 0,-35-207-471 0 0,1-1 0 0 0,1 1 0 0 0,0-1 0 0 0,1 0 0 0 0,0 0 0 0 0,13 19-1 0 0,-2-11-7639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05.7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198 77 7370 0 0,'-1'-4'448'0'0,"-1"-1"0"0"0,0 1 1 0 0,0-1-1 0 0,0 1 1 0 0,0 0-1 0 0,-1 0 1 0 0,0 0-1 0 0,0 0 1 0 0,0 0-1 0 0,0 0 1 0 0,0 1-1 0 0,-1 0 0 0 0,0-1 1 0 0,1 2-1 0 0,-1-1 1 0 0,0 0-1 0 0,-1 1 1 0 0,-7-4-1 0 0,10 5-289 0 0,-1 0 0 0 0,0 0 0 0 0,1 1 0 0 0,-1-1 0 0 0,0 1 0 0 0,0 0 1 0 0,0 0-1 0 0,0 0 0 0 0,1 0 0 0 0,-1 0 0 0 0,0 0 0 0 0,0 1 0 0 0,0 0 0 0 0,1-1 0 0 0,-1 1 0 0 0,0 0 0 0 0,1 0 0 0 0,-1 0 0 0 0,1 1 0 0 0,-1-1 0 0 0,1 1 0 0 0,0-1 0 0 0,-1 1 0 0 0,1 0 0 0 0,0 0 0 0 0,0 0 1 0 0,0 0-1 0 0,0 0 0 0 0,1 0 0 0 0,-1 1 0 0 0,1-1 0 0 0,-1 1 0 0 0,0 2 0 0 0,-7 12 19 0 0,1 2 0 0 0,1-1 0 0 0,1 1-1 0 0,0 0 1 0 0,2 0 0 0 0,0 0 0 0 0,1 0 0 0 0,1 1 0 0 0,1 25 0 0 0,2 10 17 0 0,2 1-1 0 0,12 55 1 0 0,4-16-2 0 0,45 128 1 0 0,-56-199-272 0 0,-6-17-230 0 0,0-1-1 0 0,0 1 0 0 0,-1-1 1 0 0,0 1-1 0 0,0-1 0 0 0,-1 1 1 0 0,1 0-1 0 0,-2 7 1 0 0,-4 5-7362 0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06.0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1 197 2761 0 0,'45'-32'1138'0'0,"-9"14"4419"0"0,49-19 0 0 0,-41 19-6196 0 0,-40 16 668 0 0,137-53-461 0 0,-115 46-1588 0 0,1 1-1 0 0,0 1 1 0 0,39-4-1 0 0,-45 14-351 0 0,-20-2 2756 0 0,0 0-1 0 0,0-1 1 0 0,0 1 0 0 0,-1 0 0 0 0,1 0-1 0 0,0 0 1 0 0,0 0 0 0 0,-1 0-1 0 0,1 1 1 0 0,-1-1 0 0 0,1 0 0 0 0,-1 0-1 0 0,1 0 1 0 0,-1 0 0 0 0,0 1-1 0 0,1 1 1 0 0,6 19 3358 0 0,34 42 2037 0 0,-30-48-5528 0 0,0 0 0 0 0,13 29 0 0 0,-22-40-985 0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06.2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36 11058 0 0,'0'0'3'0'0,"-2"-23"1473"0"0,2 22-1393 0 0,0 1 1 0 0,0-1 0 0 0,0 1 0 0 0,0 0-1 0 0,0-1 1 0 0,0 1 0 0 0,0-1 0 0 0,0 1-1 0 0,0 0 1 0 0,0-1 0 0 0,0 1 0 0 0,0-1-1 0 0,0 1 1 0 0,0 0 0 0 0,0-1 0 0 0,0 1-1 0 0,1-1 1 0 0,-1 1 0 0 0,0 0 0 0 0,0-1-1 0 0,0 1 1 0 0,1 0 0 0 0,-1-1 0 0 0,0 1-1 0 0,1 0 1 0 0,-1 0 0 0 0,0-1 0 0 0,0 1-1 0 0,1 0 1 0 0,-1 0 0 0 0,0-1 0 0 0,1 1-1 0 0,-1 0 1 0 0,1 0 0 0 0,-1 0 0 0 0,0-1 0 0 0,1 1-1 0 0,-1 0 1 0 0,1 0 0 0 0,-1 0 0 0 0,0 0-1 0 0,1 0 1 0 0,-1 0 0 0 0,1 0 0 0 0,-1 0-1 0 0,0 0 1 0 0,1 0 0 0 0,-1 0 0 0 0,1 0-1 0 0,-1 0 1 0 0,0 1 0 0 0,1-1 0 0 0,4 12-570 0 0,-3-5 379 0 0,0 0 0 0 0,1 1 0 0 0,0-1 1 0 0,1 0-1 0 0,7 11 0 0 0,-2-6 173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06.5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11522 0 0,'9'20'1661'0'0,"-1"1"0"0"0,6 29 0 0 0,-7-26-1122 0 0,14 33-1 0 0,-15-43-461 0 0,-3-6-32 0 0,0 0 1 0 0,0 0 0 0 0,1-1-1 0 0,0 1 1 0 0,1-1 0 0 0,0 0 0 0 0,0 0-1 0 0,0-1 1 0 0,10 10 0 0 0,-14-16-33 0 0,-1 0 1 0 0,1 0-1 0 0,-1 0 1 0 0,1 0-1 0 0,-1 0 1 0 0,1-1-1 0 0,-1 1 1 0 0,1 0-1 0 0,-1 0 1 0 0,1-1-1 0 0,-1 1 1 0 0,1 0-1 0 0,-1 0 0 0 0,1-1 1 0 0,-1 1-1 0 0,0-1 1 0 0,1 1-1 0 0,-1 0 1 0 0,0-1-1 0 0,1 1 1 0 0,-1-1-1 0 0,0 1 1 0 0,1-1-1 0 0,-1 1 1 0 0,0-1-1 0 0,0 1 1 0 0,0-1-1 0 0,0 1 1 0 0,1-1-1 0 0,-1 1 0 0 0,0-1 1 0 0,0 1-1 0 0,0-1 1 0 0,0 1-1 0 0,0-2 1 0 0,6-28 738 0 0,-4 23-613 0 0,3-12-46 0 0,0 0 1 0 0,2 1-1 0 0,0 0 0 0 0,1 0 0 0 0,13-22 1 0 0,-17 34-19 0 0,1 0 1 0 0,-1 0 0 0 0,1 0 0 0 0,0 1-1 0 0,0-1 1 0 0,1 1 0 0 0,9-6 0 0 0,-12 8 9 0 0,1 1 0 0 0,-1 1 0 0 0,1-1 0 0 0,-1 0 1 0 0,1 1-1 0 0,0 0 0 0 0,0 0 0 0 0,0 0 0 0 0,-1 0 1 0 0,1 1-1 0 0,0-1 0 0 0,0 1 0 0 0,0 0 0 0 0,0 0 1 0 0,5 1-1 0 0,-6 0-31 0 0,0 0 1 0 0,1 0 0 0 0,-1 0-1 0 0,0 0 1 0 0,0 1 0 0 0,0-1-1 0 0,0 1 1 0 0,0 0 0 0 0,0-1-1 0 0,0 2 1 0 0,-1-1 0 0 0,1 0-1 0 0,-1 0 1 0 0,1 1 0 0 0,-1 0-1 0 0,0-1 1 0 0,0 1 0 0 0,3 5-1 0 0,2 5-512 0 0,-1 0-1 0 0,-1 0 0 0 0,5 17 1 0 0,-3-10-1843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06.9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174 386 5985 0 0,'-3'-4'264'0'0,"-1"0"0"0"0,1 0 0 0 0,-1 1 0 0 0,0-1 0 0 0,0 1 0 0 0,0 0 0 0 0,-8-5 0 0 0,9 7-64 0 0,1 0 0 0 0,-1 0 0 0 0,0 0 0 0 0,0 1 0 0 0,0-1 0 0 0,1 1 0 0 0,-1-1 0 0 0,0 1 1 0 0,0 0-1 0 0,0 0 0 0 0,0 0 0 0 0,0 1 0 0 0,1-1 0 0 0,-1 1 0 0 0,0 0 0 0 0,-3 0 0 0 0,1 2 54 0 0,0 0 0 0 0,0 0-1 0 0,-1 0 1 0 0,2 1 0 0 0,-1-1-1 0 0,0 1 1 0 0,1 0-1 0 0,0 1 1 0 0,0-1 0 0 0,0 1-1 0 0,0 0 1 0 0,1-1-1 0 0,0 2 1 0 0,0-1 0 0 0,0 0-1 0 0,0 1 1 0 0,1-1-1 0 0,0 1 1 0 0,-2 9 0 0 0,3-11-222 0 0,-1 0 1 0 0,1 0-1 0 0,0 0 0 0 0,1 0 1 0 0,-1 0-1 0 0,1 1 1 0 0,0-1-1 0 0,0 0 0 0 0,0 0 1 0 0,0 0-1 0 0,1 0 1 0 0,0 1-1 0 0,0-1 0 0 0,0 0 1 0 0,0 0-1 0 0,0 0 1 0 0,1-1-1 0 0,0 1 0 0 0,0 0 1 0 0,0 0-1 0 0,0-1 1 0 0,1 1-1 0 0,-1-1 0 0 0,1 0 1 0 0,0 0-1 0 0,0 0 1 0 0,0 0-1 0 0,6 4 0 0 0,-7-6-123 0 0,0 0 0 0 0,0 1-1 0 0,0-2 1 0 0,-1 1-1 0 0,1 0 1 0 0,1 0 0 0 0,-1 0-1 0 0,0-1 1 0 0,0 1-1 0 0,0-1 1 0 0,0 0 0 0 0,0 0-1 0 0,0 0 1 0 0,1 0-1 0 0,-1 0 1 0 0,0 0 0 0 0,0 0-1 0 0,0-1 1 0 0,0 1-1 0 0,0-1 1 0 0,0 1 0 0 0,0-1-1 0 0,3-1 1 0 0,-3 0-73 0 0,1 0 0 0 0,0 0 1 0 0,-1-1-1 0 0,1 1 0 0 0,-1-1 0 0 0,0 0 1 0 0,0 1-1 0 0,0-1 0 0 0,0 0 0 0 0,0 0 1 0 0,-1 0-1 0 0,0-1 0 0 0,2-2 0 0 0,1-8-368 0 0,0-1 0 0 0,-1 1-1 0 0,0-1 1 0 0,-1 1-1 0 0,0-25 1 0 0,-5-11-356 0 0,-2 0 0 0 0,-17-74-1 0 0,-3-15 5316 0 0,20 103-1484 0 0,3 20 2628 0 0,8 43-3386 0 0,5 34-1693 0 0,27 113 695 0 0,-31-154-1150 0 0,0 0 0 0 0,1-1 0 0 0,1 0 1 0 0,1 0-1 0 0,1-1 0 0 0,20 27 1 0 0,7 0-1009 0 0,-10-17-4996 0 0,-5-5-1468 0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07.6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 9218 0 0,'5'-11'7450'0'0,"-4"10"-7174"0"0,14 2 3186 0 0,13 13-1809 0 0,-19-6-1520 0 0,1 2 0 0 0,-1-1 0 0 0,0 1 0 0 0,-1 1-1 0 0,0-1 1 0 0,-1 2 0 0 0,0-1 0 0 0,10 23 0 0 0,32 103 337 0 0,13 88 53 0 0,-4-9-4692 0 0,-52-199 1631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08.1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8 327 8754 0 0,'0'0'97'0'0,"0"0"1"0"0,-1 0 0 0 0,1 0-1 0 0,0 0 1 0 0,-1 0-1 0 0,1-1 1 0 0,-1 1-1 0 0,1 0 1 0 0,0 0 0 0 0,0 0-1 0 0,-1 0 1 0 0,1 0-1 0 0,0-1 1 0 0,-1 1-1 0 0,1 0 1 0 0,0 0-1 0 0,0-1 1 0 0,-1 1 0 0 0,1 0-1 0 0,0 0 1 0 0,0-1-1 0 0,0 1 1 0 0,-1 0-1 0 0,1-1 1 0 0,0 1 0 0 0,0 0-1 0 0,0-1 1 0 0,0 1-1 0 0,0 0 1 0 0,0-1-1 0 0,0 1 1 0 0,0 0 0 0 0,0-1-1 0 0,1-19 1787 0 0,9-14-366 0 0,-4 20-1272 0 0,1 1 0 0 0,1-1 1 0 0,1 1-1 0 0,-1 1 0 0 0,2 0 0 0 0,0 0 1 0 0,0 1-1 0 0,15-13 0 0 0,6-2 231 0 0,65-42 0 0 0,-89 64-377 0 0,44-25 392 0 0,-48 27-459 0 0,0 0 0 0 0,1 1 0 0 0,-1-1 0 0 0,1 1 0 0 0,0 0 0 0 0,-1 0 0 0 0,1 0 0 0 0,0 0 0 0 0,0 1 0 0 0,0 0 0 0 0,7 0 0 0 0,-9 1 4 0 0,1 0 0 0 0,-1 0 0 0 0,0 1 1 0 0,0-1-1 0 0,0 1 0 0 0,1-1 0 0 0,-1 1 0 0 0,-1 0 0 0 0,1 0 0 0 0,0 0 1 0 0,0 0-1 0 0,-1 0 0 0 0,1 1 0 0 0,-1-1 0 0 0,0 0 0 0 0,0 1 1 0 0,1 2-1 0 0,17 45 494 0 0,-19-49-519 0 0,14 51 313 0 0,-10-35-263 0 0,0 0 1 0 0,1-1-1 0 0,0 0 0 0 0,2 0 1 0 0,-1 0-1 0 0,19 28 1 0 0,-25-43-65 0 0,1 0 0 0 0,-1 0 0 0 0,1-1 0 0 0,0 1 0 0 0,-1 0 0 0 0,1-1 0 0 0,0 1 0 0 0,-1-1 0 0 0,1 1 0 0 0,0-1 0 0 0,0 1 0 0 0,0-1 0 0 0,-1 1 0 0 0,1-1 0 0 0,0 0 0 0 0,0 1 0 0 0,0-1 0 0 0,0 0 0 0 0,0 0 0 0 0,0 0 0 0 0,0 0 0 0 0,-1 0 0 0 0,1 0 0 0 0,0 0 0 0 0,1 0 0 0 0,0-1-13 0 0,0 1-1 0 0,0-1 1 0 0,0 0 0 0 0,0 0 0 0 0,-1 0-1 0 0,1 0 1 0 0,0 0 0 0 0,-1 0 0 0 0,1-1 0 0 0,0 1-1 0 0,1-2 1 0 0,5-7-47 0 0,-1 0 0 0 0,0 0 0 0 0,7-13 0 0 0,-8 14 121 0 0,20-39 187 0 0,-21 37-115 0 0,0 0 0 0 0,1 0 0 0 0,1 1 0 0 0,-1 0-1 0 0,2 0 1 0 0,-1 0 0 0 0,2 1 0 0 0,-1 0 0 0 0,14-11 0 0 0,-21 19-93 0 0,0 1 1 0 0,1-1-1 0 0,-1 0 1 0 0,0 1-1 0 0,0-1 1 0 0,1 0-1 0 0,-1 1 1 0 0,0 0-1 0 0,1-1 1 0 0,-1 1-1 0 0,1 0 1 0 0,-1 0-1 0 0,0 0 1 0 0,1 0-1 0 0,-1 0 1 0 0,1 0-1 0 0,-1 0 1 0 0,0 0-1 0 0,1 0 1 0 0,-1 1-1 0 0,1-1 1 0 0,-1 0-1 0 0,0 1 1 0 0,2 0-1 0 0,0 1 11 0 0,0 0 0 0 0,0 0 0 0 0,-1 1 0 0 0,1-1 0 0 0,-1 0-1 0 0,1 1 1 0 0,-1 0 0 0 0,0-1 0 0 0,3 6 0 0 0,3 7 20 0 0,0 0 1 0 0,-1 0 0 0 0,5 19 0 0 0,-11-31-61 0 0,11 35-902 0 0,-2 2 1 0 0,10 69 0 0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08.4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0 319 6913 0 0,'19'-8'1741'0'0,"0"-2"-1"0"0,-1 0 0 0 0,-1-1 1 0 0,0-1-1 0 0,0-1 0 0 0,26-26 1 0 0,-18 17-533 0 0,-10 9-581 0 0,0-1-1 0 0,23-29 0 0 0,-35 39-582 0 0,0-1-1 0 0,1 1 0 0 0,-2-1 1 0 0,1 1-1 0 0,0-1 0 0 0,-1 0 1 0 0,0 0-1 0 0,0 0 0 0 0,-1 0 1 0 0,1-1-1 0 0,-1 1 0 0 0,0 0 1 0 0,0-1-1 0 0,-1 1 1 0 0,0-10-1 0 0,0 13-32 0 0,0 1 0 0 0,0-1 0 0 0,0 1 0 0 0,0 0 0 0 0,-1-1 0 0 0,1 1 1 0 0,0-1-1 0 0,-1 1 0 0 0,1 0 0 0 0,-1 0 0 0 0,1-1 0 0 0,-1 1 0 0 0,0 0 0 0 0,0 0 0 0 0,1-1 0 0 0,-1 1 1 0 0,0 0-1 0 0,0 0 0 0 0,0 0 0 0 0,0 0 0 0 0,0 0 0 0 0,-1 1 0 0 0,1-1 0 0 0,0 0 0 0 0,0 0 1 0 0,-1 1-1 0 0,1-1 0 0 0,0 1 0 0 0,0-1 0 0 0,-1 1 0 0 0,1-1 0 0 0,-1 1 0 0 0,1 0 0 0 0,0 0 0 0 0,-1 0 1 0 0,1 0-1 0 0,-1 0 0 0 0,1 0 0 0 0,-1 0 0 0 0,1 0 0 0 0,0 0 0 0 0,-1 1 0 0 0,1-1 0 0 0,0 1 0 0 0,-1-1 1 0 0,1 1-1 0 0,-2 0 0 0 0,-2 1 25 0 0,0 1 0 0 0,0-1 0 0 0,0 1 0 0 0,1 0-1 0 0,-1 1 1 0 0,1-1 0 0 0,0 1 0 0 0,0 0 0 0 0,0 0 0 0 0,-6 7 0 0 0,6-4 0 0 0,0 0 1 0 0,0 0-1 0 0,1 0 0 0 0,0 0 0 0 0,0 1 0 0 0,1-1 1 0 0,0 1-1 0 0,0-1 0 0 0,1 1 0 0 0,0 0 0 0 0,0 0 1 0 0,1 0-1 0 0,0-1 0 0 0,1 1 0 0 0,1 12 0 0 0,-1-14-47 0 0,1-1-1 0 0,-1 0 1 0 0,1 1-1 0 0,0-1 0 0 0,0 0 1 0 0,1 0-1 0 0,0 0 0 0 0,0 0 1 0 0,0-1-1 0 0,0 1 1 0 0,1-1-1 0 0,-1 0 0 0 0,1 0 1 0 0,0 0-1 0 0,1-1 1 0 0,-1 1-1 0 0,1-1 0 0 0,-1 0 1 0 0,1 0-1 0 0,0 0 0 0 0,0-1 1 0 0,8 3-1 0 0,-6-2-166 0 0,0-1 0 0 0,1 0-1 0 0,-1-1 1 0 0,0 1 0 0 0,13-1 0 0 0,1-2-529 0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13.6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216 0 10594 0 0,'-11'4'5211'0'0,"-9"7"-3692"0"0,0 4-978 0 0,2 1 1 0 0,0 1 0 0 0,1 0-1 0 0,1 1 1 0 0,0 1-1 0 0,1 1 1 0 0,-21 38 0 0 0,31-50-487 0 0,2-1 0 0 0,-1 1 1 0 0,1 0-1 0 0,0 0 1 0 0,0 0-1 0 0,1 0 0 0 0,0 0 1 0 0,1 1-1 0 0,0-1 0 0 0,-1 9 1 0 0,3-14-38 0 0,-1 1 0 0 0,0-1 1 0 0,1 0-1 0 0,-1 0 0 0 0,1 1 1 0 0,0-1-1 0 0,0 0 0 0 0,0 0 1 0 0,1 0-1 0 0,-1 0 0 0 0,1 0 1 0 0,0-1-1 0 0,-1 1 0 0 0,1 0 0 0 0,0-1 1 0 0,1 1-1 0 0,-1-1 0 0 0,0 0 1 0 0,1 0-1 0 0,-1 1 0 0 0,1-2 1 0 0,0 1-1 0 0,-1 0 0 0 0,1-1 1 0 0,0 1-1 0 0,0-1 0 0 0,0 0 1 0 0,6 2-1 0 0,0-1-71 0 0,0-1 0 0 0,0 1 0 0 0,0-2 0 0 0,1 1 0 0 0,-1-1 0 0 0,0-1 0 0 0,0 0 0 0 0,10-2 0 0 0,25-1-225 0 0,-45 3-102 0 0,1 1 378 0 0,0 0 1 0 0,0 0-1 0 0,0 0 0 0 0,0 0 1 0 0,0 0-1 0 0,-1 0 1 0 0,1-1-1 0 0,0 1 1 0 0,0 0-1 0 0,0 0 1 0 0,0 0-1 0 0,-1 0 1 0 0,1 0-1 0 0,0 0 1 0 0,0 0-1 0 0,0 0 1 0 0,-1 0-1 0 0,1 0 1 0 0,0 0-1 0 0,0 0 1 0 0,0 0-1 0 0,0 0 1 0 0,-1 0-1 0 0,1 0 1 0 0,0 0-1 0 0,0 0 1 0 0,0 0-1 0 0,-1 0 0 0 0,1 0 1 0 0,0 0-1 0 0,0 0 1 0 0,0 1-1 0 0,0-1 1 0 0,-1 0-1 0 0,1 0 1 0 0,0 0-1 0 0,0 0 1 0 0,0 0-1 0 0,0 0 1 0 0,0 1-1 0 0,0-1 1 0 0,-1 0-1 0 0,1 0 1 0 0,0 0-1 0 0,0 0 1 0 0,0 1-1 0 0,0-1 1 0 0,0 0-1 0 0,0 0 1 0 0,0 0-1 0 0,0 1 1 0 0,0-1-1 0 0,0 0 0 0 0,0 0 1 0 0,-4 7 14 0 0,1 0 1 0 0,1 1-1 0 0,-1-1 1 0 0,1 0-1 0 0,0 1 1 0 0,1-1-1 0 0,0 1 1 0 0,0-1-1 0 0,0 1 0 0 0,2 14 1 0 0,0-2 116 0 0,0 0 1 0 0,2 1-1 0 0,6 22 0 0 0,-6-33-49 0 0,1-1-1 0 0,0 0 0 0 0,0 0 0 0 0,9 13 1 0 0,9 20 131 0 0,-17-32-1539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13.9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179 1 11058 0 0,'-2'9'10537'0'0,"-14"41"-9420"0"0,-83 179 308 0 0,48-122-8554 0 0,41-84-189 0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16.4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76 11 5065 0 0,'-1'-1'313'0'0,"-1"0"-1"0"0,1 0 0 0 0,0 0 1 0 0,-1 0-1 0 0,1 0 1 0 0,-1 0-1 0 0,1 1 1 0 0,-1-1-1 0 0,1 1 1 0 0,-1-1-1 0 0,1 1 1 0 0,-1-1-1 0 0,1 1 0 0 0,-1 0 1 0 0,0 0-1 0 0,1 0 1 0 0,-1 0-1 0 0,0 0 1 0 0,1 0-1 0 0,-1 0 1 0 0,1 1-1 0 0,-1-1 1 0 0,1 0-1 0 0,-1 1 0 0 0,0-1 1 0 0,1 1-1 0 0,-1 0 1 0 0,1 0-1 0 0,0-1 1 0 0,-1 1-1 0 0,1 0 1 0 0,0 0-1 0 0,-1 0 1 0 0,1 0-1 0 0,0 1 0 0 0,0-1 1 0 0,-2 2-1 0 0,1 2 52 0 0,-1-1-1 0 0,1 0 0 0 0,0 1 0 0 0,0-1 0 0 0,1 1 0 0 0,-1 0 1 0 0,1 0-1 0 0,0 0 0 0 0,0-1 0 0 0,0 1 0 0 0,1 8 1 0 0,3 35 233 0 0,2 0 0 0 0,17 74-1 0 0,0 0-406 0 0,-5 30-100 0 0,18 103-1510 0 0,-30-233 598 0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16.6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98 9218 0 0,'-9'9'2202'0'0,"35"-27"1212"0"0,-11 8-2781 0 0,9-1 816 0 0,1 0 0 0 0,49-15-1 0 0,53 0-766 0 0,-99 21-1381 0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17.0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 0 13827 0 0,'-3'4'530'0'0,"-1"0"0"0"0,1 1 0 0 0,0-1 0 0 0,0 1 0 0 0,0-1 0 0 0,1 1 0 0 0,0 0 0 0 0,0 0 0 0 0,-2 7 0 0 0,2-3-149 0 0,-1 1 0 0 0,2 0 0 0 0,0-1 0 0 0,-1 19-1 0 0,3-17-276 0 0,-1-1 0 0 0,1 0 0 0 0,1 0-1 0 0,-1 0 1 0 0,2 1 0 0 0,0-2 0 0 0,0 1-1 0 0,0 0 1 0 0,1-1 0 0 0,9 15 0 0 0,-9-19-51 0 0,0-1 0 0 0,0 1 1 0 0,0-1-1 0 0,1 0 0 0 0,-1-1 1 0 0,1 1-1 0 0,0-1 0 0 0,0 0 0 0 0,10 5 1 0 0,-13-7-42 0 0,0 0 0 0 0,0 0 1 0 0,-1-1-1 0 0,1 1 1 0 0,0 0-1 0 0,0-1 0 0 0,0 1 1 0 0,0-1-1 0 0,0 0 0 0 0,0 1 1 0 0,0-1-1 0 0,0 0 0 0 0,0 0 1 0 0,0-1-1 0 0,0 1 0 0 0,0 0 1 0 0,0-1-1 0 0,0 1 0 0 0,0-1 1 0 0,0 1-1 0 0,0-1 0 0 0,0 0 1 0 0,0 0-1 0 0,0 0 0 0 0,-1 0 1 0 0,1 0-1 0 0,0 0 1 0 0,-1-1-1 0 0,1 1 0 0 0,-1 0 1 0 0,3-3-1 0 0,-3 1 11 0 0,0 0 0 0 0,0 0 0 0 0,0 1 0 0 0,-1-1 0 0 0,1 0 0 0 0,-1 0 1 0 0,1 0-1 0 0,-1 0 0 0 0,0 0 0 0 0,0 0 0 0 0,-1 0 0 0 0,1 0 0 0 0,0 0 0 0 0,-1 0 0 0 0,0 0 0 0 0,1 0 0 0 0,-1 1 0 0 0,-1-1 1 0 0,1 0-1 0 0,0 0 0 0 0,-3-3 0 0 0,-4-9 92 0 0,-1 0 0 0 0,-14-17 1 0 0,20 28-85 0 0,1 2-74 0 0,-43-54 123 0 0,40 51-360 0 0,0 0 1 0 0,0 1-1 0 0,0-1 1 0 0,-1 1-1 0 0,1 0 1 0 0,-1 1-1 0 0,0-1 1 0 0,-7-2-1 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17.3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17 6449 0 0,'0'1'183'0'0,"0"0"0"0"0,-1 0-1 0 0,1 0 1 0 0,0 0 0 0 0,0 0-1 0 0,0 1 1 0 0,0-1 0 0 0,0 0-1 0 0,0 0 1 0 0,0 0 0 0 0,0 0-1 0 0,1 0 1 0 0,-1 0 0 0 0,0 0-1 0 0,1 0 1 0 0,-1 0 0 0 0,1 0-1 0 0,-1 0 1 0 0,1 0 0 0 0,-1 0-1 0 0,1-1 1 0 0,-1 1 0 0 0,1 0-1 0 0,1 1 1 0 0,26 25 3612 0 0,-5-6-1354 0 0,-13-7-1223 0 0,0 0 0 0 0,8 17 0 0 0,-16-28-1077 0 0,0 1 0 0 0,0 0 0 0 0,-1 0 0 0 0,1 0 0 0 0,-1 0 0 0 0,0 1 0 0 0,0-1 0 0 0,0 0 0 0 0,-1 0 0 0 0,0 1 0 0 0,1-1 0 0 0,-1 0 0 0 0,-1 1 0 0 0,0 3 0 0 0,1-8-130 0 0,0 0 0 0 0,0 0 0 0 0,0 0 0 0 0,0 1 0 0 0,0-1 0 0 0,0 0 0 0 0,0 0 0 0 0,0 0 0 0 0,-1 0 0 0 0,1 0 0 0 0,0 0 0 0 0,0 0 0 0 0,0 0 0 0 0,0 0 0 0 0,0 0 0 0 0,0 0 0 0 0,0 0 0 0 0,-1 1 0 0 0,1-1 0 0 0,0 0 0 0 0,0 0 0 0 0,0 0 0 0 0,0 0 0 0 0,0 0 0 0 0,0 0 0 0 0,-1 0 0 0 0,1 0 0 0 0,0 0 0 0 0,0 0 0 0 0,0 0 0 0 0,0-1 0 0 0,0 1 0 0 0,0 0 1 0 0,-1 0-1 0 0,1 0 0 0 0,0 0 0 0 0,0 0 0 0 0,0 0 0 0 0,0 0 0 0 0,0 0 0 0 0,0 0 0 0 0,0 0 0 0 0,0 0 0 0 0,0 0 0 0 0,-1 0 0 0 0,1-1 0 0 0,0 1 0 0 0,0 0 0 0 0,0 0 0 0 0,0 0 0 0 0,0 0 0 0 0,0 0 0 0 0,0 0 0 0 0,-10-11 256 0 0,-5-12-1 0 0,11 14-392 0 0,0 0-1 0 0,1 0 1 0 0,0-1-1 0 0,1 0 1 0 0,-1 1-1 0 0,2-1 1 0 0,0 0-1 0 0,0 0 1 0 0,0 0-1 0 0,1 0 0 0 0,1 0 1 0 0,0 1-1 0 0,0-1 1 0 0,4-13-1 0 0,3 0-7873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17.8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18 14283 0 0,'0'-1'173'0'0,"0"0"0"0"0,1 0-1 0 0,-1 0 1 0 0,0 0 0 0 0,1 0 0 0 0,-1 0-1 0 0,1 1 1 0 0,-1-1 0 0 0,1 0 0 0 0,-1 0 0 0 0,1 1-1 0 0,0-1 1 0 0,-1 0 0 0 0,1 1 0 0 0,0-1-1 0 0,-1 1 1 0 0,1-1 0 0 0,0 1 0 0 0,0-1-1 0 0,0 1 1 0 0,-1-1 0 0 0,1 1 0 0 0,0 0 0 0 0,0 0-1 0 0,0-1 1 0 0,0 1 0 0 0,1 0 0 0 0,0 0-51 0 0,-1 1 0 0 0,0 0-1 0 0,0-1 1 0 0,0 1 0 0 0,0 0 0 0 0,0 0 0 0 0,0-1 0 0 0,0 1 0 0 0,0 0 0 0 0,0 0 0 0 0,0 0 0 0 0,0 0 0 0 0,-1 0 0 0 0,1 1 0 0 0,0-1 0 0 0,0 2 0 0 0,4 8 233 0 0,0-1 1 0 0,5 24 0 0 0,2 22 149 0 0,5 68 1 0 0,-10-66-271 0 0,19 77 1 0 0,-22-118-141 0 0,1 0 0 0 0,1 0 0 0 0,1-1-1 0 0,1 0 1 0 0,0 0 0 0 0,1-1 0 0 0,0 0 0 0 0,21 25 0 0 0,-24-33-31 0 0,0 0 1 0 0,1 0-1 0 0,0-1 0 0 0,0 0 0 0 0,0 0 1 0 0,1-1-1 0 0,-1 0 0 0 0,1 0 0 0 0,1 0 1 0 0,-1-1-1 0 0,10 3 0 0 0,-17-7-67 0 0,-1 0 1 0 0,1 0-1 0 0,-1 0 0 0 0,1 0 1 0 0,-1 0-1 0 0,1 0 0 0 0,-1 0 1 0 0,1-1-1 0 0,-1 1 0 0 0,0 0 1 0 0,1 0-1 0 0,-1 0 0 0 0,1 0 1 0 0,-1-1-1 0 0,1 1 0 0 0,-1 0 1 0 0,0-1-1 0 0,1 1 0 0 0,-1 0 1 0 0,0 0-1 0 0,1-1 0 0 0,-1 1 1 0 0,0-1-1 0 0,0 1 0 0 0,1 0 0 0 0,-1-1 1 0 0,0 1-1 0 0,0-1 0 0 0,1 1 1 0 0,-1-1-1 0 0,0 1 0 0 0,0 0 1 0 0,0-1-1 0 0,0 1 0 0 0,0-1 1 0 0,0-11-2863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18.2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88 7370 0 0,'0'-1'137'0'0,"0"1"0"0"0,0-1 0 0 0,0 0 0 0 0,0 1 0 0 0,0-1 0 0 0,0 1 0 0 0,0-1 0 0 0,0 1 0 0 0,0-1 0 0 0,0 1 0 0 0,0-1 0 0 0,0 1 1 0 0,0-1-1 0 0,1 1 0 0 0,-1-1 0 0 0,0 1 0 0 0,0-1 0 0 0,1 1 0 0 0,-1-1 0 0 0,0 1 0 0 0,0-1 0 0 0,1 1 0 0 0,-1-1 0 0 0,1 1 0 0 0,-1 0 1 0 0,0-1-1 0 0,1 1 0 0 0,-1 0 0 0 0,1-1 0 0 0,-1 1 0 0 0,1 0 0 0 0,-1 0 0 0 0,1-1 0 0 0,17-10 1365 0 0,1 1-252 0 0,1 1-1 0 0,0 2 0 0 0,0-1 0 0 0,34-6 1 0 0,-31 10-517 0 0,0 0 1 0 0,1 1-1 0 0,47 2 1 0 0,-63 2-703 0 0,0 0 0 0 0,0 0 1 0 0,1 1-1 0 0,-1 0 0 0 0,0 1 1 0 0,-1 0-1 0 0,1 0 0 0 0,0 0 1 0 0,-1 1-1 0 0,0 0 0 0 0,0 1 1 0 0,0 0-1 0 0,8 7 0 0 0,-12-9-38 0 0,1 0 1 0 0,-1 1-1 0 0,0-1 0 0 0,0 1 0 0 0,0 0 0 0 0,0 0 1 0 0,-1 0-1 0 0,1 0 0 0 0,-1 1 0 0 0,0-1 0 0 0,-1 1 0 0 0,1-1 1 0 0,-1 1-1 0 0,0 0 0 0 0,0 0 0 0 0,0-1 0 0 0,0 1 1 0 0,-1 0-1 0 0,0 0 0 0 0,0 0 0 0 0,0 0 0 0 0,-1-1 1 0 0,0 1-1 0 0,-1 5 0 0 0,-1-3-74 0 0,1-1 0 0 0,-1 0 0 0 0,0 0 1 0 0,-1-1-1 0 0,0 1 0 0 0,0-1 0 0 0,0 0 0 0 0,0 0 0 0 0,-1 0 0 0 0,0 0 1 0 0,0-1-1 0 0,0 0 0 0 0,-1 0 0 0 0,1 0 0 0 0,-1-1 0 0 0,0 1 0 0 0,0-1 1 0 0,0-1-1 0 0,0 1 0 0 0,0-1 0 0 0,-1 0 0 0 0,1-1 0 0 0,-8 2 0 0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18.6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4 281 6913 0 0,'-1'0'67'0'0,"1"1"0"0"0,0-1-1 0 0,-1 1 1 0 0,1-1-1 0 0,0 1 1 0 0,-1-1-1 0 0,1 1 1 0 0,0-1-1 0 0,0 1 1 0 0,0-1-1 0 0,0 1 1 0 0,0 0-1 0 0,0-1 1 0 0,0 1-1 0 0,0-1 1 0 0,0 1-1 0 0,0-1 1 0 0,0 1 0 0 0,0 0-1 0 0,0-1 1 0 0,0 1-1 0 0,0-1 1 0 0,0 1-1 0 0,1-1 1 0 0,-1 1-1 0 0,0-1 1 0 0,1 1-1 0 0,-1-1 1 0 0,1 1-1 0 0,18 3 3366 0 0,-11-4-2730 0 0,-1 0 0 0 0,1 0 0 0 0,0-1 0 0 0,-1 0 0 0 0,0-1 0 0 0,1 1 0 0 0,-1-1 0 0 0,0-1 0 0 0,11-4 0 0 0,-8 2-316 0 0,-1-1 0 0 0,1 1 0 0 0,-1-2 0 0 0,0 1 0 0 0,-1-1-1 0 0,11-11 1 0 0,-12 10-365 0 0,1-1 0 0 0,-1 1 0 0 0,-1-1 0 0 0,1-1 0 0 0,-2 1 0 0 0,1-1-1 0 0,-1 0 1 0 0,-1-1 0 0 0,0 1 0 0 0,0-1 0 0 0,-1 0 0 0 0,0 0 0 0 0,-1 0 0 0 0,1-11-1 0 0,-3 19-49 0 0,0-1-1 0 0,0 1 0 0 0,0 0 0 0 0,0 0 0 0 0,-1 0 0 0 0,1 0 0 0 0,-1 0 0 0 0,0-1 0 0 0,0 1 1 0 0,0 1-1 0 0,0-1 0 0 0,-1 0 0 0 0,1 0 0 0 0,-1 0 0 0 0,1 1 0 0 0,-1-1 0 0 0,0 0 0 0 0,-3-2 1 0 0,3 4-6 0 0,0-1 1 0 0,0 1-1 0 0,0 0 1 0 0,0 0 0 0 0,0 0-1 0 0,0 1 1 0 0,0-1-1 0 0,0 0 1 0 0,0 1 0 0 0,0-1-1 0 0,0 1 1 0 0,0 0-1 0 0,0 0 1 0 0,0 0 0 0 0,-1 0-1 0 0,1 0 1 0 0,0 0-1 0 0,0 1 1 0 0,0-1 0 0 0,0 0-1 0 0,0 1 1 0 0,0 0-1 0 0,0 0 1 0 0,0-1 0 0 0,0 1-1 0 0,0 0 1 0 0,-3 3-1 0 0,-1-1 52 0 0,-1 2-1 0 0,1-1 0 0 0,0 1 1 0 0,0 0-1 0 0,1 0 0 0 0,-1 0 1 0 0,1 1-1 0 0,0 0 0 0 0,1 0 0 0 0,0 0 1 0 0,-1 0-1 0 0,2 1 0 0 0,-1 0 1 0 0,1-1-1 0 0,0 2 0 0 0,-3 12 1 0 0,5-14 38 0 0,0 0 1 0 0,0 0 0 0 0,1-1 0 0 0,0 1 0 0 0,0 0-1 0 0,0 0 1 0 0,1-1 0 0 0,0 1 0 0 0,0 0-1 0 0,0-1 1 0 0,1 1 0 0 0,0 0 0 0 0,0-1 0 0 0,0 0-1 0 0,0 0 1 0 0,1 1 0 0 0,0-1 0 0 0,0-1 0 0 0,1 1-1 0 0,0 0 1 0 0,-1-1 0 0 0,7 6 0 0 0,-3-3-351 0 0,0-1 1 0 0,0 0-1 0 0,0 0 0 0 0,1 0 1 0 0,0-1-1 0 0,0 0 1 0 0,1 0-1 0 0,-1-1 0 0 0,12 4 1 0 0,-1-4-1313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18.9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176 0 1376 0 0,'-11'10'7592'0'0,"-7"1"-4177"0"0,-3 2-1832 0 0,-41 43 853 0 0,56-50-2253 0 0,1 0 0 0 0,0 0 0 0 0,1 0-1 0 0,-1 0 1 0 0,1 0 0 0 0,0 1 0 0 0,1 0 0 0 0,-5 13 0 0 0,8-18-115 0 0,-1 0 0 0 0,1 0 1 0 0,0 1-1 0 0,0-1 0 0 0,0 0 0 0 0,1 1 1 0 0,-1-1-1 0 0,1 0 0 0 0,-1 0 1 0 0,1 1-1 0 0,0-1 0 0 0,-1 0 0 0 0,1 0 1 0 0,0 0-1 0 0,1 0 0 0 0,-1 0 0 0 0,0 0 1 0 0,0 0-1 0 0,1 0 0 0 0,-1-1 0 0 0,1 1 1 0 0,0-1-1 0 0,-1 1 0 0 0,1-1 1 0 0,0 1-1 0 0,0-1 0 0 0,0 0 0 0 0,0 0 1 0 0,0 0-1 0 0,0 0 0 0 0,3 1 0 0 0,9 4 67 0 0,-1-1 0 0 0,1 0 0 0 0,21 4 0 0 0,-33-9-121 0 0,24 5 45 0 0,-15-3-10 0 0,0 0-1 0 0,0 1 1 0 0,-1-1 0 0 0,1 2-1 0 0,-1 0 1 0 0,19 10 0 0 0,-29-14-43 0 0,1 0 1 0 0,0 1-1 0 0,0-1 1 0 0,-1 1-1 0 0,1-1 0 0 0,-1 1 1 0 0,1 0-1 0 0,0-1 1 0 0,-1 1-1 0 0,1 0 1 0 0,-1-1-1 0 0,0 1 0 0 0,1 0 1 0 0,-1-1-1 0 0,1 1 1 0 0,-1 0-1 0 0,0 0 0 0 0,0-1 1 0 0,1 1-1 0 0,-1 0 1 0 0,0 0-1 0 0,0 0 1 0 0,0 0-1 0 0,0-1 0 0 0,0 1 1 0 0,0 0-1 0 0,0 0 1 0 0,0 0-1 0 0,-1 1 0 0 0,1 0 31 0 0,-1 0-1 0 0,-1 0 1 0 0,1 0-1 0 0,0 0 1 0 0,0-1-1 0 0,-1 1 0 0 0,1 0 1 0 0,-1 0-1 0 0,1-1 1 0 0,-4 3-1 0 0,-3 2 66 0 0,-1 0 1 0 0,1-1-1 0 0,-19 9 1 0 0,-92 29-758 0 0,61-22-6185 0 0,41-14 508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19.3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72 76 10594 0 0,'-38'-35'2452'0'0,"5"-6"6536"0"0,49 65-6954 0 0,-4-8-1730 0 0,0 2 1 0 0,9 18-1 0 0,5 31 77 0 0,-2 0 0 0 0,28 128-1 0 0,6 23-2127 0 0,-49-186-732 0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19.5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1 204 9674 0 0,'69'-45'6546'0'0,"25"-17"-5293"0"0,0 6-3704 0 0,-76 48 147 0 0,0 0 0 0 0,32-9 0 0 0,-24 10 1460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20.2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368 51 5529 0 0,'-8'-4'639'0'0,"-1"0"0"0"0,0 1 0 0 0,1 1 0 0 0,-1-1 0 0 0,-1 2 0 0 0,1-1 0 0 0,0 1-1 0 0,0 0 1 0 0,0 1 0 0 0,-1 0 0 0 0,1 1 0 0 0,-17 3 0 0 0,10 0-279 0 0,1 0-1 0 0,1 1 1 0 0,-1 1-1 0 0,1 1 1 0 0,0 0 0 0 0,0 0-1 0 0,1 2 1 0 0,0-1-1 0 0,0 2 1 0 0,1 0 0 0 0,0 0-1 0 0,1 1 1 0 0,0 1-1 0 0,1-1 1 0 0,1 2 0 0 0,-10 15-1 0 0,18-28-337 0 0,0 1 0 0 0,0 0 0 0 0,1 0 0 0 0,-1 0 0 0 0,0 0 0 0 0,1 0 1 0 0,-1 0-1 0 0,1 0 0 0 0,-1 1 0 0 0,1-1 0 0 0,0 0 0 0 0,-1 0 0 0 0,1 0 0 0 0,0 0 0 0 0,0 1 0 0 0,0-1 0 0 0,0 0 0 0 0,0 0 0 0 0,0 0 0 0 0,0 1 0 0 0,0-1 0 0 0,0 0 0 0 0,1 0 0 0 0,-1 0 0 0 0,1 2 0 0 0,0-3-23 0 0,0 1-1 0 0,0-1 0 0 0,0 0 1 0 0,0 1-1 0 0,-1-1 1 0 0,1 0-1 0 0,0 0 1 0 0,0 1-1 0 0,0-1 0 0 0,0 0 1 0 0,0 0-1 0 0,0 0 1 0 0,0 0-1 0 0,0 0 0 0 0,0-1 1 0 0,0 1-1 0 0,0 0 1 0 0,0 0-1 0 0,0-1 1 0 0,0 1-1 0 0,0 0 0 0 0,0-1 1 0 0,0 1-1 0 0,0-1 1 0 0,0 1-1 0 0,-1-1 0 0 0,1 0 1 0 0,0 1-1 0 0,1-2 1 0 0,12-10-111 0 0,-1 0 0 0 0,0-1 0 0 0,0-1 1 0 0,-1 0-1 0 0,-1 0 0 0 0,-1-1 0 0 0,10-18 1 0 0,-5 9 504 0 0,32-37 0 0 0,-47 60-361 0 0,1 0 1 0 0,-1 1 0 0 0,1-1 0 0 0,0 0-1 0 0,-1 1 1 0 0,1-1 0 0 0,0 0 0 0 0,0 1-1 0 0,0-1 1 0 0,-1 1 0 0 0,1 0 0 0 0,0-1-1 0 0,0 1 1 0 0,0 0 0 0 0,0-1 0 0 0,0 1-1 0 0,0 0 1 0 0,0 0 0 0 0,-1 0 0 0 0,1 0 0 0 0,0 0-1 0 0,0 0 1 0 0,0 0 0 0 0,0 0 0 0 0,0 0-1 0 0,0 0 1 0 0,0 1 0 0 0,0-1 0 0 0,0 0-1 0 0,0 1 1 0 0,-1-1 0 0 0,1 0 0 0 0,0 1-1 0 0,0-1 1 0 0,0 1 0 0 0,-1-1 0 0 0,1 1-1 0 0,0 0 1 0 0,-1-1 0 0 0,1 1 0 0 0,0 0-1 0 0,-1-1 1 0 0,1 1 0 0 0,-1 0 0 0 0,1 0-1 0 0,-1 0 1 0 0,1-1 0 0 0,0 3 0 0 0,4 6 120 0 0,0 1 1 0 0,-1-1-1 0 0,5 16 1 0 0,-5-15-65 0 0,5 13 175 0 0,1 0-1 0 0,23 38 0 0 0,-27-52-549 0 0,0-1 0 0 0,1-1 0 0 0,13 14 0 0 0,-15-16-630 0 0,1-1 0 0 0,-1 0-1 0 0,1 0 1 0 0,0-1 0 0 0,0 1-1 0 0,11 3 1 0 0,-1-1-5932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20.5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132 49 4609 0 0,'-4'-10'1271'0'0,"4"6"-140"0"0,-1 0 0 0 0,-1 1 1 0 0,1-1-1 0 0,0 1 0 0 0,-1-1 0 0 0,0 1 1 0 0,-3-6-1 0 0,4 9-980 0 0,0-1 0 0 0,1 1 0 0 0,-1-1 0 0 0,0 1-1 0 0,0-1 1 0 0,0 1 0 0 0,0 0 0 0 0,1-1 0 0 0,-1 1 0 0 0,0 0 0 0 0,0-1 0 0 0,0 1 0 0 0,0 0 0 0 0,0 0 0 0 0,0 0-1 0 0,0 0 1 0 0,0 0 0 0 0,0 0 0 0 0,0 0 0 0 0,0 0 0 0 0,0 1 0 0 0,1-1 0 0 0,-1 0 0 0 0,0 1 0 0 0,0-1 0 0 0,0 0-1 0 0,0 1 1 0 0,0-1 0 0 0,1 1 0 0 0,-1-1 0 0 0,0 1 0 0 0,0-1 0 0 0,1 1 0 0 0,-1 0 0 0 0,0-1 0 0 0,1 1-1 0 0,-2 1 1 0 0,-6 6 181 0 0,0-1-1 0 0,1 2 1 0 0,0-1-1 0 0,0 1 1 0 0,1 0-1 0 0,-7 14 1 0 0,9-16-241 0 0,0 0-1 0 0,1 0 1 0 0,0 0 0 0 0,1 0 0 0 0,0 1 0 0 0,0-1 0 0 0,0 1-1 0 0,1-1 1 0 0,0 1 0 0 0,0 8 0 0 0,2-12-65 0 0,0 1 0 0 0,0 0 1 0 0,0-1-1 0 0,1 1 1 0 0,0-1-1 0 0,-1 0 0 0 0,1 1 1 0 0,1-1-1 0 0,-1 0 0 0 0,1 0 1 0 0,-1-1-1 0 0,1 1 0 0 0,1 0 1 0 0,-1-1-1 0 0,0 0 0 0 0,1 1 1 0 0,-1-1-1 0 0,1-1 0 0 0,0 1 1 0 0,0-1-1 0 0,6 4 1 0 0,-6-4-64 0 0,0 0 1 0 0,0 0-1 0 0,1-1 0 0 0,-1 1 1 0 0,0-1-1 0 0,1 0 1 0 0,-1 0-1 0 0,0 0 1 0 0,1-1-1 0 0,-1 0 1 0 0,1 0-1 0 0,-1 0 1 0 0,1 0-1 0 0,-1-1 1 0 0,1 1-1 0 0,-1-1 1 0 0,1 0-1 0 0,-1-1 1 0 0,0 1-1 0 0,0-1 1 0 0,0 1-1 0 0,5-4 1 0 0,10-9-265 0 0,-11 8-799 0 0,1 0 0 0 0,-1 0 1 0 0,1 1-1 0 0,0 0 0 0 0,0 0 0 0 0,1 1 0 0 0,16-5 0 0 0,-7 6 391 0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20.9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19 3225 0 0,'-7'-17'8117'0'0,"5"16"-7827"0"0,1 0 51 0 0,0 1-1 0 0,0 0 1 0 0,-1 0-1 0 0,1 1 0 0 0,0-1 1 0 0,0 0-1 0 0,0 0 1 0 0,0 0-1 0 0,-1 1 1 0 0,1-1-1 0 0,0 1 1 0 0,0-1-1 0 0,0 1 1 0 0,0-1-1 0 0,-1 2 1 0 0,-4 2 350 0 0,1-1 1 0 0,0 2 0 0 0,0-1-1 0 0,0 0 1 0 0,-5 8 0 0 0,4-2-519 0 0,0 0 1 0 0,0 1-1 0 0,1-1 1 0 0,0 1 0 0 0,1 0-1 0 0,1 0 1 0 0,0 1-1 0 0,0-1 1 0 0,1 1-1 0 0,-1 22 1 0 0,2-28-160 0 0,1-1 0 0 0,1 1 0 0 0,-1-1 1 0 0,1 1-1 0 0,0-1 0 0 0,0 0 0 0 0,1 1 1 0 0,0-1-1 0 0,0 0 0 0 0,0 0 1 0 0,4 7-1 0 0,-4-9-6 0 0,1 0 1 0 0,-1 0-1 0 0,1 0 0 0 0,0 0 1 0 0,-1-1-1 0 0,1 1 1 0 0,0-1-1 0 0,1 0 0 0 0,-1 0 1 0 0,0 0-1 0 0,1 0 1 0 0,-1-1-1 0 0,1 1 0 0 0,-1-1 1 0 0,1 0-1 0 0,0 0 1 0 0,7 1-1 0 0,-5-1-215 0 0,1-1-1 0 0,-1-1 1 0 0,1 1 0 0 0,-1-1 0 0 0,0 0-1 0 0,1 0 1 0 0,-1-1 0 0 0,0 0 0 0 0,0 0-1 0 0,0 0 1 0 0,10-6 0 0 0,3-2-7356 0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21.2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6449 0 0,'2'4'13959'0'0,"3"7"-11155"0"0,28 64-2847 0 0,-29-63 145 0 0,0 0-1 0 0,1 0 1 0 0,0-1-1 0 0,1 1 1 0 0,0-1-1 0 0,1 0 1 0 0,8 10-1 0 0,-14-19-108 0 0,1 0 0 0 0,0 0 0 0 0,0 0 0 0 0,0 0 0 0 0,0-1 0 0 0,0 1 0 0 0,0-1 1 0 0,0 1-1 0 0,1-1 0 0 0,-1 0 0 0 0,0 0 0 0 0,1 0 0 0 0,-1 0 0 0 0,1 0 0 0 0,-1 0 0 0 0,1-1 0 0 0,0 1 0 0 0,-1-1 0 0 0,1 0 0 0 0,0 0 0 0 0,-1 0 0 0 0,1 0 0 0 0,0 0 0 0 0,-1 0 0 0 0,1-1 0 0 0,-1 1 0 0 0,1-1 0 0 0,0 0 0 0 0,-1 0 0 0 0,0 0 0 0 0,1 0 0 0 0,-1 0 0 0 0,1-1 0 0 0,-1 1 0 0 0,0-1 0 0 0,0 1 0 0 0,0-1 0 0 0,0 0 0 0 0,2-2 0 0 0,5-4-230 0 0,0-1-1 0 0,-1 0 0 0 0,0 0 0 0 0,-1-1 1 0 0,10-14-1 0 0,1-10-2987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21.6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1 11058 0 0,'-1'0'163'0'0,"0"0"0"0"0,0 1 0 0 0,0-1 0 0 0,0 1 0 0 0,0-1 1 0 0,0 1-1 0 0,0 0 0 0 0,1-1 0 0 0,-1 1 0 0 0,0 0 0 0 0,0 0 0 0 0,0 0 0 0 0,1 0 0 0 0,-1-1 0 0 0,1 1 0 0 0,-1 0 0 0 0,1 0 0 0 0,-1 0 0 0 0,1 0 0 0 0,-1 0 0 0 0,1 0 0 0 0,0 0 0 0 0,-1 1 0 0 0,1-1 0 0 0,0 0 0 0 0,0 0 0 0 0,0 0 0 0 0,0 0 0 0 0,0 0 0 0 0,0 0 0 0 0,0 0 0 0 0,1 0 0 0 0,-1 0 0 0 0,0 0 0 0 0,0 1 0 0 0,1-1 0 0 0,-1 0 0 0 0,1 1 0 0 0,21 53 3200 0 0,-15-39-2717 0 0,67 204 538 0 0,-70-203-1972 0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22.1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14 7026 0 0,'17'-3'12580'0'0,"-4"-2"-8671"0"0,-12 4-3907 0 0,0 1 0 0 0,0-1 0 0 0,0 0 1 0 0,0 1-1 0 0,1-1 0 0 0,-1 1 0 0 0,0 0 0 0 0,1-1 0 0 0,-1 1 0 0 0,0 0 0 0 0,0 0 0 0 0,1 0 0 0 0,-1 0 1 0 0,1 0-1 0 0,-1 0 0 0 0,0 0 0 0 0,0 0 0 0 0,1 1 0 0 0,-1-1 0 0 0,0 0 0 0 0,1 1 0 0 0,-1-1 0 0 0,0 1 0 0 0,0-1 1 0 0,0 1-1 0 0,2 1 0 0 0,13 8-27 0 0,0 2-1 0 0,-1 0 1 0 0,0 0 0 0 0,-1 2 0 0 0,0 0 0 0 0,-1 0 0 0 0,-1 1 0 0 0,0 1 0 0 0,-1 0-1 0 0,-1 0 1 0 0,-1 1 0 0 0,13 31 0 0 0,-14-17 38 0 0,-9-29 31 0 0,-4-19 16 0 0,-20-125-272 0 0,20 80-6249 0 0,4 28-706 0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22.5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129 24 2761 0 0,'0'-1'169'0'0,"0"0"0"0"0,-1-1 0 0 0,1 1-1 0 0,-1 0 1 0 0,1 0 0 0 0,-1-1 0 0 0,0 1 0 0 0,1 0 0 0 0,-1 0 0 0 0,0 0 0 0 0,0 0 0 0 0,0 0 0 0 0,0 0 0 0 0,0 0 0 0 0,0 0 0 0 0,0 1 0 0 0,0-1 0 0 0,0 0 0 0 0,0 0 0 0 0,0 1 0 0 0,0-1 0 0 0,0 1 0 0 0,-1-1 0 0 0,-1 0 0 0 0,0 1 190 0 0,1 0 0 0 0,0 0 0 0 0,-1 1 0 0 0,1-1 0 0 0,0 0-1 0 0,0 1 1 0 0,-1 0 0 0 0,1-1 0 0 0,0 1 0 0 0,0 0 0 0 0,0 0 0 0 0,0 0 0 0 0,-2 2 0 0 0,-3 1 506 0 0,0 1-1 0 0,1 0 1 0 0,-1 0 0 0 0,1 1 0 0 0,1 0-1 0 0,-1 0 1 0 0,-4 8 0 0 0,7-8-533 0 0,0 0-1 0 0,0 0 1 0 0,1 0 0 0 0,0 0-1 0 0,0 0 1 0 0,-1 13 0 0 0,2-17-299 0 0,1-1 0 0 0,0 1 0 0 0,0 0 0 0 0,0-1 0 0 0,0 1 0 0 0,0 0 0 0 0,1 0 1 0 0,-1-1-1 0 0,0 1 0 0 0,1 0 0 0 0,-1-1 0 0 0,1 1 0 0 0,1 2 0 0 0,-1-3-35 0 0,-1-1-1 0 0,1 1 0 0 0,0 0 0 0 0,0-1 0 0 0,-1 1 0 0 0,1-1 1 0 0,0 1-1 0 0,0-1 0 0 0,0 1 0 0 0,0-1 0 0 0,-1 0 0 0 0,1 1 1 0 0,0-1-1 0 0,0 0 0 0 0,0 0 0 0 0,0 0 0 0 0,0 0 0 0 0,0 0 0 0 0,0 0 1 0 0,0 0-1 0 0,0 0 0 0 0,0 0 0 0 0,0 0 0 0 0,-1 0 0 0 0,1 0 1 0 0,0-1-1 0 0,1 1 0 0 0,1-1-1 0 0,-1 0 0 0 0,1 0 0 0 0,0-1 0 0 0,-1 1 0 0 0,1-1 0 0 0,-1 1 0 0 0,0-1 0 0 0,0 0 0 0 0,0 1 0 0 0,1-1 0 0 0,-2 0 0 0 0,1-1 0 0 0,0 1-1 0 0,0 0 1 0 0,-1 0 0 0 0,1-1 0 0 0,-1 1 0 0 0,0-1 0 0 0,2-3 0 0 0,15-22 396 0 0,-17 28-352 0 0,-1 0-1 0 0,1 0 1 0 0,-1 0 0 0 0,1 1 0 0 0,-1-1 0 0 0,1 0 0 0 0,-1 0 0 0 0,0 1 0 0 0,1-1 0 0 0,-1 0-1 0 0,0 0 1 0 0,1 1 0 0 0,-1-1 0 0 0,0 0 0 0 0,1 1 0 0 0,-1-1 0 0 0,0 1 0 0 0,1-1-1 0 0,-1 0 1 0 0,0 1 0 0 0,0-1 0 0 0,0 1 0 0 0,1-1 0 0 0,-1 1 0 0 0,0-1 0 0 0,0 0-1 0 0,0 1 1 0 0,0-1 0 0 0,0 1 0 0 0,0 0 0 0 0,9 25 255 0 0,-7-18-166 0 0,1-2-303 0 0,0 0 1 0 0,0 0-1 0 0,0-1 1 0 0,1 1-1 0 0,-1-1 0 0 0,1 0 1 0 0,1 0-1 0 0,-1 0 0 0 0,1-1 1 0 0,-1 1-1 0 0,2-1 1 0 0,-1 0-1 0 0,0-1 0 0 0,1 1 1 0 0,-1-1-1 0 0,1 0 1 0 0,0 0-1 0 0,11 3 0 0 0,1-1-383 0 0,0-1 0 0 0,0-1 0 0 0,1 0 0 0 0,-1-2 0 0 0,26 0 0 0 0,-25-1 557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23.2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198 32 1840 0 0,'0'-1'176'0'0,"1"1"-1"0"0,-1-1 0 0 0,1 1 1 0 0,-1 0-1 0 0,0-1 0 0 0,1 1 1 0 0,-1-1-1 0 0,0 1 0 0 0,1-1 1 0 0,-1 1-1 0 0,0-1 0 0 0,1 0 0 0 0,-1 1 1 0 0,0-1-1 0 0,0 1 0 0 0,0-1 1 0 0,0 1-1 0 0,0-1 0 0 0,0 0 1 0 0,0 1-1 0 0,0-1 0 0 0,0 0 1 0 0,0 1-1 0 0,0-1 0 0 0,0 1 1 0 0,0-1-1 0 0,0 0 0 0 0,0 1 1 0 0,0-1-1 0 0,-1 1 0 0 0,1-1 0 0 0,0 1 1 0 0,0-1-1 0 0,-1 1 0 0 0,1-1 1 0 0,-1 1-1 0 0,1-1 0 0 0,0 1 1 0 0,-1-1-1 0 0,1 1 0 0 0,-1-1 1 0 0,1 1-1 0 0,-1 0 0 0 0,1-1 1 0 0,-1 1-1 0 0,1 0 0 0 0,-1 0 1 0 0,1-1-1 0 0,-1 1 0 0 0,1 0 0 0 0,-1 0 1 0 0,0 0-1 0 0,1 0 0 0 0,-1-1 1 0 0,1 1-1 0 0,-1 0 0 0 0,0 0 1 0 0,-36-5 6408 0 0,30 6-6447 0 0,-1 0-1 0 0,1 1 0 0 0,0 0 1 0 0,0 0-1 0 0,0 1 0 0 0,0 0 1 0 0,0 0-1 0 0,1 1 1 0 0,-1 0-1 0 0,1 0 0 0 0,0 0 1 0 0,0 1-1 0 0,0 0 0 0 0,1 0 1 0 0,0 0-1 0 0,0 1 0 0 0,0 0 1 0 0,0 0-1 0 0,1 0 1 0 0,0 0-1 0 0,1 1 0 0 0,-1-1 1 0 0,1 1-1 0 0,0 0 0 0 0,1 0 1 0 0,0 0-1 0 0,0 1 0 0 0,0-1 1 0 0,1 0-1 0 0,0 1 1 0 0,1 7-1 0 0,-1-12-140 0 0,1 0 0 0 0,0 0-1 0 0,0 0 1 0 0,0-1 0 0 0,0 1 0 0 0,1 0 0 0 0,-1 0-1 0 0,1 0 1 0 0,-1-1 0 0 0,1 1 0 0 0,0 0 0 0 0,0-1-1 0 0,1 1 1 0 0,-1-1 0 0 0,0 1 0 0 0,1-1 0 0 0,0 1 0 0 0,-1-1-1 0 0,1 0 1 0 0,0 0 0 0 0,0 0 0 0 0,0 0 0 0 0,0 0-1 0 0,1 0 1 0 0,-1-1 0 0 0,0 1 0 0 0,1-1 0 0 0,2 2 0 0 0,-1-2-4 0 0,1 0 0 0 0,-1 0 1 0 0,0 0-1 0 0,1 0 0 0 0,-1-1 1 0 0,1 0-1 0 0,-1 0 0 0 0,0 0 1 0 0,1 0-1 0 0,-1-1 1 0 0,1 1-1 0 0,-1-1 0 0 0,0 0 1 0 0,0-1-1 0 0,1 1 0 0 0,-1-1 1 0 0,6-3-1 0 0,6-3-55 0 0,1-2 0 0 0,-1 0 0 0 0,-1-1-1 0 0,0 0 1 0 0,0-2 0 0 0,-1 1 0 0 0,-1-2 0 0 0,0 0-1 0 0,-1 0 1 0 0,0-1 0 0 0,-2-1 0 0 0,17-28 0 0 0,-22 36 285 0 0,-3 18 223 0 0,0 9-89 0 0,1-11-327 0 0,1-1 0 0 0,0 0 1 0 0,0 0-1 0 0,0 0 1 0 0,1 0-1 0 0,0-1 0 0 0,1 0 1 0 0,-1 0-1 0 0,1 0 1 0 0,0-1-1 0 0,1 1 0 0 0,10 5 1 0 0,-14-8-30 0 0,1-1-1 0 0,-1 0 1 0 0,1 0 0 0 0,-1 0 0 0 0,1 0 0 0 0,-1-1 0 0 0,1 1-1 0 0,0-1 1 0 0,0 0 0 0 0,0 0 0 0 0,0 0 0 0 0,0-1-1 0 0,0 1 1 0 0,0-1 0 0 0,0 0 0 0 0,0 0 0 0 0,0-1 0 0 0,0 1-1 0 0,0-1 1 0 0,-1 0 0 0 0,1 0 0 0 0,0 0 0 0 0,0 0-1 0 0,0-1 1 0 0,-1 0 0 0 0,7-3 0 0 0,-7 2-4 0 0,-1 1-1 0 0,1-1 1 0 0,-1 1 0 0 0,0-1 0 0 0,0 0-1 0 0,0 0 1 0 0,-1 0 0 0 0,1 0-1 0 0,-1 0 1 0 0,1-1 0 0 0,-1 1-1 0 0,1-5 1 0 0,7-16 140 0 0,-9 24-124 0 0,0 0 0 0 0,0-1 1 0 0,1 1-1 0 0,-1 0 0 0 0,0-1 0 0 0,0 1 1 0 0,0 0-1 0 0,0-1 0 0 0,0 1 0 0 0,0 0 1 0 0,1 0-1 0 0,-1-1 0 0 0,0 1 0 0 0,0 0 0 0 0,0 0 1 0 0,1-1-1 0 0,-1 1 0 0 0,0 0 0 0 0,0 0 1 0 0,1 0-1 0 0,-1-1 0 0 0,0 1 0 0 0,1 0 1 0 0,-1 0-1 0 0,0 0 0 0 0,1 0 0 0 0,-1 0 0 0 0,0 0 1 0 0,0-1-1 0 0,1 1 0 0 0,-1 0 0 0 0,0 0 1 0 0,1 0-1 0 0,-1 0 0 0 0,0 0 0 0 0,1 0 1 0 0,0 1-1 0 0,7 11 207 0 0,-1 18 60 0 0,-5-4-186 0 0,-1 1 1 0 0,-2-1 0 0 0,-1 1-1 0 0,-1-1 1 0 0,-1 0-1 0 0,-1 0 1 0 0,-9 26 0 0 0,-3-4 130 0 0,-1 0 0 0 0,-40 76 0 0 0,47-103-408 0 0,0-1 0 0 0,-2 0 0 0 0,0-1 0 0 0,-1 0 0 0 0,-1-1 0 0 0,-1 0 0 0 0,0-1 0 0 0,-1-1 0 0 0,-36 26 0 0 0,37-33-400 0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23.4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 1 15667 0 0,'-9'7'1393'0'0,"3"-2"-1113"0"0,3-4-280 0 0,2-1 0 0 0,-1-1 432 0 0,1 1 32 0 0,-4 0 8 0 0,-4-2 0 0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08.9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137 238 5985 0 0,'-54'-96'2370'0'0,"-28"-45"9683"0"0,89 155-11291 0 0,0 1 0 0 0,-1 0 0 0 0,6 19-1 0 0,1 5-507 0 0,21 46 107 0 0,109 310 1130 0 0,-141-387-1421 0 0,0-1-1 0 0,1 0 0 0 0,0 0 1 0 0,1 0-1 0 0,6 11 0 0 0,-9-17-110 0 0,0 0-1 0 0,0 1 1 0 0,0-1-1 0 0,0 0 1 0 0,0 0-1 0 0,0 0 0 0 0,0 1 1 0 0,0-1-1 0 0,0 0 1 0 0,1-1-1 0 0,-1 1 1 0 0,0 0-1 0 0,1 0 0 0 0,-1 0 1 0 0,1-1-1 0 0,-1 1 1 0 0,1-1-1 0 0,-1 1 1 0 0,1-1-1 0 0,-1 0 0 0 0,1 0 1 0 0,-1 1-1 0 0,1-1 1 0 0,-1 0-1 0 0,1 0 0 0 0,0 0 1 0 0,-1-1-1 0 0,1 1 1 0 0,-1 0-1 0 0,1-1 1 0 0,-1 1-1 0 0,1-1 0 0 0,1 0 1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09.3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68 2761 0 0,'-2'0'80'0'0,"1"0"0"0"0,0 1 0 0 0,-1-1 0 0 0,1 0 1 0 0,-1 0-1 0 0,1-1 0 0 0,0 1 0 0 0,-1 0 0 0 0,1 0 0 0 0,-1-1 1 0 0,1 1-1 0 0,0-1 0 0 0,0 1 0 0 0,-1-1 0 0 0,1 1 1 0 0,0-1-1 0 0,4-14 5883 0 0,-2 14-5745 0 0,28-17 6053 0 0,-11 10-6817 0 0,0 3 927 0 0,0 0-1 0 0,0 1 0 0 0,1 1 1 0 0,-1 1-1 0 0,1 0 1 0 0,-1 1-1 0 0,20 2 0 0 0,-29 0-231 0 0,-1 0-1 0 0,1 0 0 0 0,-1 0 0 0 0,1 1 0 0 0,-1 1 0 0 0,0-1 1 0 0,0 1-1 0 0,0 1 0 0 0,0-1 0 0 0,0 1 0 0 0,-1 1 1 0 0,0-1-1 0 0,0 1 0 0 0,0 1 0 0 0,0-1 0 0 0,-1 1 0 0 0,8 9 1 0 0,-12-12-153 0 0,0-1 0 0 0,0 1 0 0 0,-1-1 1 0 0,1 1-1 0 0,-1 0 0 0 0,0-1 1 0 0,0 1-1 0 0,0 0 0 0 0,0 0 0 0 0,0 0 1 0 0,-1 0-1 0 0,1 0 0 0 0,-1-1 1 0 0,0 1-1 0 0,0 0 0 0 0,0 0 0 0 0,0 0 1 0 0,-1 5-1 0 0,-1-3-10 0 0,1 0-1 0 0,-1-1 1 0 0,0 1-1 0 0,0-1 1 0 0,-1 0-1 0 0,1 1 1 0 0,-1-1-1 0 0,0 0 1 0 0,0-1-1 0 0,-5 6 1 0 0,-7 4-40 0 0,0 0 1 0 0,-1-1-1 0 0,0-1 1 0 0,-26 13-1 0 0,-10 3-770 0 0,29-17-4554 0 0,6-4-1085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09.7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0 293 5065 0 0,'42'2'2431'0'0,"-30"-1"-1064"0"0,-1-1 0 0 0,1 1 1 0 0,-1-2-1 0 0,23-3 0 0 0,-30 3-1123 0 0,0 0-1 0 0,0-1 1 0 0,0 1 0 0 0,0-1-1 0 0,0 0 1 0 0,-1-1 0 0 0,1 1-1 0 0,0 0 1 0 0,-1-1-1 0 0,0 0 1 0 0,0 0 0 0 0,0 0-1 0 0,0 0 1 0 0,0 0-1 0 0,0-1 1 0 0,-1 1 0 0 0,3-6-1 0 0,3-4-73 0 0,-2 0 0 0 0,1-1 0 0 0,-2-1 0 0 0,0 1 0 0 0,6-25 0 0 0,-10 34-208 0 0,0-1 0 0 0,0 1 1 0 0,0-1-1 0 0,-1 0 0 0 0,0 1 0 0 0,0-1 0 0 0,0 0 0 0 0,-1 0 0 0 0,0 1 0 0 0,0-1 0 0 0,0 1 1 0 0,-1-1-1 0 0,0 1 0 0 0,0-1 0 0 0,0 1 0 0 0,-1 0 0 0 0,1 0 0 0 0,-5-5 0 0 0,5 8 31 0 0,1 0 0 0 0,-1 0-1 0 0,1 0 1 0 0,-1 0 0 0 0,1 1-1 0 0,-1-1 1 0 0,0 1-1 0 0,0 0 1 0 0,0-1 0 0 0,0 1-1 0 0,0 0 1 0 0,0 0 0 0 0,0 0-1 0 0,-1 0 1 0 0,1 0-1 0 0,0 1 1 0 0,0-1 0 0 0,-1 1-1 0 0,1 0 1 0 0,0-1 0 0 0,-1 1-1 0 0,1 0 1 0 0,-1 0-1 0 0,1 0 1 0 0,0 1 0 0 0,-1-1-1 0 0,1 1 1 0 0,0-1 0 0 0,0 1-1 0 0,-1 0 1 0 0,1 0-1 0 0,0 0 1 0 0,0 0 0 0 0,0 0-1 0 0,0 0 1 0 0,0 0 0 0 0,-3 3-1 0 0,-1 1 171 0 0,0 1-1 0 0,1-1 1 0 0,-1 1-1 0 0,1 0 1 0 0,0 1 0 0 0,1-1-1 0 0,0 1 1 0 0,0 0-1 0 0,-6 14 1 0 0,7-10-45 0 0,-1 0 0 0 0,2 0 0 0 0,0 1 0 0 0,0-1 0 0 0,1 1 0 0 0,0 0 0 0 0,1-1 0 0 0,0 1 0 0 0,1 0 0 0 0,1-1 0 0 0,0 1 0 0 0,0-1 0 0 0,1 0 0 0 0,5 12 0 0 0,-7-17-270 0 0,2 0 0 0 0,-1 0 0 0 0,1 0 0 0 0,0 0 0 0 0,0-1 0 0 0,1 0 0 0 0,-1 1 0 0 0,1-1 0 0 0,0 0 0 0 0,1-1 0 0 0,-1 1 0 0 0,1-1 0 0 0,0 0 0 0 0,0 0-1 0 0,0 0 1 0 0,1-1 0 0 0,-1 0 0 0 0,1 0 0 0 0,0 0 0 0 0,-1-1 0 0 0,2 0 0 0 0,-1 0 0 0 0,0 0 0 0 0,0-1 0 0 0,0 0 0 0 0,13 1 0 0 0,0-3-6458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10.0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109 16 4609 0 0,'1'-1'782'0'0,"0"0"-652"0"0,-1 1 0 0 0,0 0 1 0 0,0-1-1 0 0,0 1 0 0 0,0 0 0 0 0,0-1 1 0 0,0 1-1 0 0,-3-8 3518 0 0,2 7-3518 0 0,1 1 1 0 0,0 0-1 0 0,-1 0 0 0 0,1 0 1 0 0,0 0-1 0 0,-1 0 0 0 0,1 0 0 0 0,0 0 1 0 0,-1-1-1 0 0,1 1 0 0 0,0 0 1 0 0,-1 0-1 0 0,1 0 0 0 0,-1 1 0 0 0,-1-2 122 0 0,1 1-1 0 0,-1-1 0 0 0,0 1 0 0 0,1 0 0 0 0,-1 0 1 0 0,0 0-1 0 0,0 0 0 0 0,1 0 0 0 0,-1 0 0 0 0,0 0 1 0 0,-2 1-1 0 0,-2 2-17 0 0,0 1 1 0 0,1-1-1 0 0,0 1 1 0 0,-1 0-1 0 0,1 1 1 0 0,0-1-1 0 0,1 1 1 0 0,-1 0-1 0 0,1 0 1 0 0,0 1-1 0 0,1-1 1 0 0,-1 1-1 0 0,1 0 1 0 0,0 0 0 0 0,-3 8-1 0 0,5-11-164 0 0,0 0 1 0 0,0 0-1 0 0,1 0 0 0 0,-1 0 1 0 0,1 0-1 0 0,-1 1 0 0 0,1-1 1 0 0,0 0-1 0 0,0 0 0 0 0,1 0 0 0 0,-1 1 1 0 0,1-1-1 0 0,-1 0 0 0 0,1 0 1 0 0,0 0-1 0 0,0 0 0 0 0,0 0 1 0 0,1 0-1 0 0,-1 0 0 0 0,1-1 1 0 0,0 1-1 0 0,0 0 0 0 0,-1-1 0 0 0,2 1 1 0 0,-1-1-1 0 0,0 0 0 0 0,0 0 1 0 0,1 0-1 0 0,-1 0 0 0 0,1 0 1 0 0,0 0-1 0 0,-1 0 0 0 0,4 0 1 0 0,43 21 244 0 0,-24-11-132 0 0,38 22 0 0 0,-56-30-143 0 0,-1 1 0 0 0,0-1 1 0 0,0 1-1 0 0,-1 0 0 0 0,0 1 0 0 0,1 0 1 0 0,-2-1-1 0 0,1 1 0 0 0,-1 1 0 0 0,6 10 1 0 0,-9-15-22 0 0,0-1 0 0 0,0 1-1 0 0,0 0 1 0 0,-1 0 0 0 0,1 0 0 0 0,-1 0 0 0 0,0 0 0 0 0,1 0 0 0 0,-1 0 0 0 0,0 0 0 0 0,0 0-1 0 0,0 0 1 0 0,0 0 0 0 0,-1 0 0 0 0,1 0 0 0 0,-1 0 0 0 0,1 0 0 0 0,-1 0 0 0 0,-1 4-1 0 0,0-3-5 0 0,0 0-1 0 0,-1 0 0 0 0,1 0 0 0 0,-1 0 0 0 0,1 0 0 0 0,-1 0 0 0 0,0-1 0 0 0,0 1 0 0 0,0-1 0 0 0,-3 2 0 0 0,-6 2 14 0 0,0 0 0 0 0,-1 0 0 0 0,1-1 0 0 0,-26 6 0 0 0,26-8-273 0 0,0 0 0 0 0,0-1 1 0 0,0-1-1 0 0,-1 0 0 0 0,1-1 1 0 0,-18-1-1 0 0,16-2-963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10.2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 6449 0 0,'18'-8'15165'0'0,"-17"9"-14917"0"0,19 41 617 0 0,-1 1 0 0 0,20 71-1 0 0,6 15-512 0 0,79 165-2691 0 0,-120-283 1491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10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5 264 7834 0 0,'-4'-15'7852'0'0,"4"14"-7660"0"0,21-22 3386 0 0,38-18-1886 0 0,-54 38-1393 0 0,81-51-2182 0 0,94-42 0 0 0,-116 66 333 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12.0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 87 5985 0 0,'-6'-13'1301'0'0,"3"-21"8822"0"0,3 30-9307 0 0,-10 37 2566 0 0,2-9-3079 0 0,4-7-262 0 0,1 1 0 0 0,0 0 0 0 0,1 0-1 0 0,1-1 1 0 0,1 1 0 0 0,1 0 0 0 0,0 0 0 0 0,1 0 0 0 0,6 20-1 0 0,-6-30-15 0 0,1 1 0 0 0,0 0-1 0 0,0-1 1 0 0,1 0 0 0 0,0 1-1 0 0,1-2 1 0 0,0 1 0 0 0,10 12-1 0 0,-11-15-17 0 0,1-1 0 0 0,0 1 0 0 0,0-1 0 0 0,0-1 0 0 0,0 1 0 0 0,0-1-1 0 0,1 1 1 0 0,0-1 0 0 0,0-1 0 0 0,0 1 0 0 0,0-1 0 0 0,0 0 0 0 0,10 1 0 0 0,-10-2-28 0 0,0 0 0 0 0,0-1 1 0 0,0 1-1 0 0,0-1 0 0 0,0 0 1 0 0,0-1-1 0 0,0 0 0 0 0,0 0 1 0 0,-1 0-1 0 0,1-1 0 0 0,0 1 0 0 0,0-1 1 0 0,-1-1-1 0 0,1 1 0 0 0,-1-1 1 0 0,0 0-1 0 0,0 0 0 0 0,0-1 1 0 0,0 1-1 0 0,0-1 0 0 0,-1 0 1 0 0,0-1-1 0 0,1 1 0 0 0,-2-1 0 0 0,1 1 1 0 0,5-10-1 0 0,-3 3-22 0 0,0 0 1 0 0,-1-1-1 0 0,0 1 1 0 0,-1-1-1 0 0,0 0 1 0 0,-1 0-1 0 0,0 0 1 0 0,-1 0-1 0 0,-1-1 0 0 0,1 1 1 0 0,-3-25-1 0 0,2 20 171 0 0,3 16 131 0 0,11 22 331 0 0,-3-2-401 0 0,-3-7-175 0 0,0-1-1 0 0,1 0 1 0 0,1-1 0 0 0,0 0 0 0 0,0 0-1 0 0,1-1 1 0 0,0-1 0 0 0,1 0-1 0 0,23 11 1 0 0,-25-14 0 0 0,0-1 1 0 0,0 0-1 0 0,1-1 0 0 0,-1 0 1 0 0,1-1-1 0 0,-1 0 0 0 0,1-1 0 0 0,0 0 1 0 0,0-1-1 0 0,0-1 0 0 0,-1 1 0 0 0,21-5 1 0 0,-27 4 14 0 0,-1 0 1 0 0,1 0 0 0 0,-1-1 0 0 0,1 1 0 0 0,-1-1 0 0 0,0 0 0 0 0,0 0 0 0 0,0-1 0 0 0,0 1 0 0 0,0-1-1 0 0,-1 0 1 0 0,1 0 0 0 0,-1 0 0 0 0,0 0 0 0 0,0-1 0 0 0,0 1 0 0 0,0-1 0 0 0,3-6 0 0 0,-3 4 4 0 0,-1 0 1 0 0,0 1 0 0 0,0-1 0 0 0,-1-1 0 0 0,0 1-1 0 0,0 0 1 0 0,0 0 0 0 0,-1 0 0 0 0,0-1 0 0 0,0 1-1 0 0,0 0 1 0 0,-2-8 0 0 0,-2-3-137 0 0,0 1 0 0 0,-1-1 1 0 0,0 1-1 0 0,-2 0 0 0 0,0 1 0 0 0,0-1 1 0 0,-2 1-1 0 0,0 1 0 0 0,-11-15 0 0 0,17 26 52 0 0,-18-22-6768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12.2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12899 0 0,'18'32'3467'0'0,"21"41"2158"0"0,-33-60-5306 0 0,-1 0 0 0 0,0 1 0 0 0,5 26-1 0 0,-4-5-354 0 0,-4-14-327 0 0,2 0 1 0 0,1 0-1 0 0,0 0 0 0 0,17 39 1 0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12.4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 12443 0 0,'-2'10'5556'0'0,"8"4"-3785"0"0,7 8-890 0 0,7 3-2394 0 0,13 9-6104 0 0,-21-25 4954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42.6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8 153 5065 0 0,'-2'-8'928'0'0,"0"1"0"0"0,1 0 0 0 0,0-1-1 0 0,0 1 1 0 0,1-11 0 0 0,0 16-653 0 0,0 0 0 0 0,0 0 0 0 0,0 0 0 0 0,0 0-1 0 0,0 0 1 0 0,1 0 0 0 0,-1 0 0 0 0,0 0 0 0 0,1 0 0 0 0,0 0 0 0 0,-1 0 0 0 0,1 0-1 0 0,0 0 1 0 0,0 1 0 0 0,0-1 0 0 0,0 0 0 0 0,0 1 0 0 0,1-1 0 0 0,-1 0-1 0 0,0 1 1 0 0,1 0 0 0 0,-1-1 0 0 0,1 1 0 0 0,1-1 0 0 0,-2 2-207 0 0,0-1 1 0 0,0 1-1 0 0,0 0 1 0 0,0 0-1 0 0,0 1 1 0 0,0-1-1 0 0,0 0 1 0 0,-1 0-1 0 0,1 0 1 0 0,0 1 0 0 0,0-1-1 0 0,0 0 1 0 0,0 1-1 0 0,-1-1 1 0 0,1 0-1 0 0,0 1 1 0 0,0-1-1 0 0,-1 1 1 0 0,1 0-1 0 0,0-1 1 0 0,-1 1-1 0 0,1 0 1 0 0,0-1-1 0 0,-1 1 1 0 0,1 0-1 0 0,-1-1 1 0 0,1 1 0 0 0,-1 0-1 0 0,0 0 1 0 0,1 0-1 0 0,-1 1 1 0 0,13 31 151 0 0,-12-28-101 0 0,7 19-173 0 0,-2 1-1 0 0,-1-1 0 0 0,3 47 1 0 0,-7-59 14 0 0,-1 0 0 0 0,0 0 0 0 0,-1 0 1 0 0,0 0-1 0 0,-1 0 0 0 0,0 0 0 0 0,-1 0 1 0 0,0 0-1 0 0,-1-1 0 0 0,-7 13 0 0 0,10-22 40 0 0,0 0 1 0 0,0 0-1 0 0,0 0 0 0 0,-1 0 0 0 0,1 0 1 0 0,-1 0-1 0 0,1 0 0 0 0,-1 0 0 0 0,0-1 0 0 0,0 1 1 0 0,0-1-1 0 0,0 0 0 0 0,-3 2 0 0 0,5-3 0 0 0,0 0 0 0 0,0 0-1 0 0,0 1 1 0 0,-1-1-1 0 0,1 0 1 0 0,0 0-1 0 0,0 0 1 0 0,-1 0 0 0 0,1 0-1 0 0,0 0 1 0 0,0 0-1 0 0,0 0 1 0 0,-1 0-1 0 0,1-1 1 0 0,0 1 0 0 0,0 0-1 0 0,-1 0 1 0 0,1 0-1 0 0,0 0 1 0 0,0 0 0 0 0,0 0-1 0 0,-1 0 1 0 0,1 0-1 0 0,0-1 1 0 0,0 1-1 0 0,0 0 1 0 0,0 0 0 0 0,-1 0-1 0 0,1 0 1 0 0,0-1-1 0 0,0 1 1 0 0,0 0-1 0 0,0 0 1 0 0,0 0 0 0 0,0-1-1 0 0,0 1 1 0 0,-1 0-1 0 0,1 0 1 0 0,0 0-1 0 0,0-1 1 0 0,0 1 0 0 0,3-22-73 0 0,48-121-461 0 0,11-35 35 0 0,-60 169 548 0 0,-1 3 38 0 0,1 0 0 0 0,0-1 0 0 0,0 1 0 0 0,0 0 1 0 0,1 0-1 0 0,0 1 0 0 0,0-1 0 0 0,6-8 0 0 0,-9 14-66 0 0,0 0-1 0 0,0 0 1 0 0,0 0-1 0 0,0 0 1 0 0,0 0-1 0 0,1-1 1 0 0,-1 1-1 0 0,0 0 1 0 0,0 0-1 0 0,0 0 1 0 0,0 0-1 0 0,0 0 0 0 0,0 0 1 0 0,0 0-1 0 0,0 0 1 0 0,1 0-1 0 0,-1 0 1 0 0,0 0-1 0 0,0 0 1 0 0,0 0-1 0 0,0 0 1 0 0,0 0-1 0 0,0 0 1 0 0,0 0-1 0 0,1 0 0 0 0,-1 0 1 0 0,0 0-1 0 0,0 0 1 0 0,0 0-1 0 0,0 0 1 0 0,0 0-1 0 0,0 0 1 0 0,0 1-1 0 0,0-1 1 0 0,0 0-1 0 0,1 0 1 0 0,-1 0-1 0 0,0 0 1 0 0,0 0-1 0 0,0 0 0 0 0,0 0 1 0 0,0 0-1 0 0,0 0 1 0 0,0 0-1 0 0,0 1 1 0 0,0-1-1 0 0,0 0 1 0 0,0 0-1 0 0,0 0 1 0 0,0 0-1 0 0,0 0 1 0 0,0 0-1 0 0,0 0 0 0 0,0 0 1 0 0,0 1-1 0 0,0-1 1 0 0,0 0-1 0 0,0 0 1 0 0,2 13 506 0 0,0 85 8 0 0,-3-59-402 0 0,1 1-1 0 0,3 0 0 0 0,1-1 0 0 0,2 0 1 0 0,12 44-1 0 0,-9-57-176 0 0,0-1-1 0 0,23 42 1 0 0,-25-55-897 0 0,1 0-1 0 0,0-1 1 0 0,20 21 0 0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42.8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6449 0 0,'4'3'673'0'0,"1"0"-1"0"0,-1 1 0 0 0,1-1 1 0 0,-1 1-1 0 0,0 0 0 0 0,0 0 1 0 0,-1 1-1 0 0,5 6 0 0 0,24 40 4098 0 0,-30-47-4390 0 0,4 6-6 0 0,0 1-1 0 0,-1 0 0 0 0,-1 1 0 0 0,1-1 1 0 0,3 20-1 0 0,-5-1-2799 0 0,-7 1-3750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42.9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0 10138 0 0,'0'1'64'0'0,"-1"-1"-1"0"0,1 0 0 0 0,0 0 1 0 0,-1 0-1 0 0,1 1 1 0 0,0-1-1 0 0,-1 0 1 0 0,1 1-1 0 0,0-1 1 0 0,0 0-1 0 0,-1 1 0 0 0,1-1 1 0 0,0 0-1 0 0,0 1 1 0 0,-1-1-1 0 0,1 0 1 0 0,0 1-1 0 0,0-1 0 0 0,0 1 1 0 0,0-1-1 0 0,0 0 1 0 0,0 1-1 0 0,0-1 1 0 0,0 1-1 0 0,0-1 0 0 0,0 0 1 0 0,0 1-1 0 0,0-1 1 0 0,0 1-1 0 0,0-1 1 0 0,0 1-1 0 0,0-1 1 0 0,0 0-1 0 0,0 1 0 0 0,1-1 1 0 0,-1 0-1 0 0,0 1 1 0 0,0-1-1 0 0,0 0 1 0 0,1 1-1 0 0,-1-1 0 0 0,0 0 1 0 0,1 1-1 0 0,-1-1 1 0 0,10 18-1102 0 0,-10-17 1096 0 0,14 15-1845 0 0,-6-9 1467 0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43.5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494 12 4145 0 0,'-3'-2'271'0'0,"-1"0"-1"0"0,1 1 1 0 0,-1-1 0 0 0,1 1-1 0 0,-1 0 1 0 0,1 0 0 0 0,-1 0 0 0 0,1 1-1 0 0,-1-1 1 0 0,0 1 0 0 0,0 0 0 0 0,1 0-1 0 0,-1 0 1 0 0,0 1 0 0 0,1-1-1 0 0,-1 1 1 0 0,1 0 0 0 0,-7 2 0 0 0,5-1 24 0 0,0 0-1 0 0,0 0 1 0 0,0 1 0 0 0,0-1 0 0 0,0 1 0 0 0,1 0 0 0 0,0 0 0 0 0,-1 1 0 0 0,1-1 0 0 0,0 1 0 0 0,1 0 0 0 0,-5 6 0 0 0,-16 29 700 0 0,3 2-1 0 0,1 1 1 0 0,-23 68 0 0 0,12-27-445 0 0,-19 46-173 0 0,6 2 0 0 0,-40 207 0 0 0,68-246-376 0 0,4 1 0 0 0,4 1-1 0 0,4 0 1 0 0,13 154 0 0 0,-4-205 83 0 0,2 0 0 0 0,2 0 0 0 0,1-1 0 0 0,2 0 0 0 0,2 0 0 0 0,28 54 1 0 0,-30-73 67 0 0,1 0 1 0 0,1-1-1 0 0,1-1 1 0 0,1 0 0 0 0,0-1-1 0 0,2-1 1 0 0,0-1 0 0 0,2 0-1 0 0,0-1 1 0 0,0-1 0 0 0,46 25-1 0 0,-27-22-319 0 0,1-2 1 0 0,0-2-1 0 0,1-2 0 0 0,1-1 0 0 0,0-2 0 0 0,1-2 0 0 0,0-2 0 0 0,64 1 1 0 0,-36-7-6937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14.7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 94 4145 0 0,'-5'-9'1590'0'0,"1"0"1"0"0,0 0-1 0 0,1 0 0 0 0,0 0 1 0 0,0 0-1 0 0,1-1 0 0 0,2-20 3186 0 0,0 30-4703 0 0,9 5 1115 0 0,6 9-587 0 0,-11-7-507 0 0,1 0 0 0 0,-1 1-1 0 0,0-1 1 0 0,-1 1-1 0 0,0 0 1 0 0,0 0 0 0 0,1 11-1 0 0,10 63-37 0 0,-10-48-19 0 0,72 337 91 0 0,-68-309-2674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15.1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87 5065 0 0,'-1'-1'164'0'0,"1"0"1"0"0,0 0-1 0 0,0 0 0 0 0,0 0 0 0 0,1 0 0 0 0,-1 1 1 0 0,0-1-1 0 0,0 0 0 0 0,0 0 0 0 0,1 0 1 0 0,-1 0-1 0 0,0 1 0 0 0,1-1 0 0 0,-1 0 0 0 0,1 0 1 0 0,-1 0-1 0 0,1 1 0 0 0,-1-1 0 0 0,1 0 1 0 0,-1 1-1 0 0,1-1 0 0 0,0 1 0 0 0,-1-1 1 0 0,1 1-1 0 0,0-1 0 0 0,-1 1 0 0 0,2-1 0 0 0,24-21 2504 0 0,-14 15-2193 0 0,-1 1-1 0 0,1 1 1 0 0,0 0 0 0 0,0 0 0 0 0,0 1 0 0 0,1 1 0 0 0,-1 0 0 0 0,1 1 0 0 0,0 0 0 0 0,0 1 0 0 0,0 0 0 0 0,0 1 0 0 0,0 1-1 0 0,0 0 1 0 0,-1 1 0 0 0,1 0 0 0 0,15 5 0 0 0,-20-5-397 0 0,0 1-1 0 0,0 0 1 0 0,0 0 0 0 0,0 1-1 0 0,0 0 1 0 0,-1 1 0 0 0,0-1-1 0 0,0 2 1 0 0,0-1 0 0 0,0 1-1 0 0,-1 0 1 0 0,0 0 0 0 0,0 0-1 0 0,-1 1 1 0 0,0 0-1 0 0,0 0 1 0 0,0 0 0 0 0,-1 1-1 0 0,0 0 1 0 0,0 0 0 0 0,-1 0-1 0 0,0 0 1 0 0,-1 0 0 0 0,0 1-1 0 0,0-1 1 0 0,1 13 0 0 0,-3-12-104 0 0,1-1 1 0 0,-1 1-1 0 0,-1 0 1 0 0,1-1-1 0 0,-1 1 1 0 0,-1 0-1 0 0,0-1 1 0 0,0 0 0 0 0,-1 1-1 0 0,0-1 1 0 0,0 0-1 0 0,-1 0 1 0 0,0 0-1 0 0,0-1 1 0 0,-1 0 0 0 0,0 1-1 0 0,0-2 1 0 0,0 1-1 0 0,-1-1 1 0 0,0 1-1 0 0,-1-1 1 0 0,1-1-1 0 0,-1 0 1 0 0,0 0 0 0 0,-1 0-1 0 0,1-1 1 0 0,-1 0-1 0 0,0 0 1 0 0,0-1-1 0 0,0 0 1 0 0,0 0-1 0 0,-1-1 1 0 0,1 0 0 0 0,-1 0-1 0 0,1-1 1 0 0,-1 0-1 0 0,0-1 1 0 0,-14-1-1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38:44.2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126 10 12899 0 0,'4'-9'6224'0'0,"-4"9"-6131"0"0,19 3 1241 0 0,-8 4-1114 0 0,1 1 1 0 0,-1 0-1 0 0,-1 1 1 0 0,0 0-1 0 0,0 1 1 0 0,0 0-1 0 0,-2 0 1 0 0,1 1-1 0 0,7 13 1 0 0,8 16 5 0 0,26 57 1 0 0,-29-51-134 0 0,-2 2 0 0 0,-1 1 1 0 0,-3 0-1 0 0,-2 1 0 0 0,-3 0 1 0 0,-1 1-1 0 0,-3 0 0 0 0,-2 0 1 0 0,-2 0-1 0 0,-3 1 1 0 0,-1-1-1 0 0,-11 58 0 0 0,0-47 152 0 0,-1-1 0 0 0,-4-1-1 0 0,-2 0 1 0 0,-3-2 0 0 0,-2 0 0 0 0,-3-2-1 0 0,-63 95 1 0 0,59-106-942 0 0,-2-2 0 0 0,-69 68 0 0 0,73-84-8028 0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39.1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729 424 3681 0 0,'0'-9'470'0'0,"0"1"0"0"0,-1 0 0 0 0,0 0 1 0 0,0-1-1 0 0,0 1 0 0 0,-5-13 0 0 0,5 19-300 0 0,0 0 0 0 0,0 1 0 0 0,0-1 0 0 0,0 0 1 0 0,0 0-1 0 0,0 1 0 0 0,0-1 0 0 0,-1 0 0 0 0,1 1 0 0 0,-1-1 0 0 0,1 1 0 0 0,-1 0 0 0 0,1 0 0 0 0,-1-1 0 0 0,0 1 0 0 0,0 0 0 0 0,0 0 0 0 0,0 1 0 0 0,1-1 0 0 0,-1 0 0 0 0,0 0 0 0 0,0 1 0 0 0,0 0 1 0 0,-1-1-1 0 0,1 1 0 0 0,0 0 0 0 0,0 0 0 0 0,0 0 0 0 0,0 0 0 0 0,0 0 0 0 0,0 1 0 0 0,-3 0 0 0 0,-11 2 108 0 0,0 1 1 0 0,0 1-1 0 0,1 1 1 0 0,-1 0-1 0 0,1 1 1 0 0,1 1-1 0 0,-1 0 1 0 0,-23 18-1 0 0,11-5-242 0 0,1 2 1 0 0,1 0-1 0 0,-27 34 0 0 0,-3 10-20 0 0,4 2 0 0 0,2 3 0 0 0,-69 137 0 0 0,114-200-15 0 0,0 0 0 0 0,0 0-1 0 0,1 1 1 0 0,0-1 0 0 0,1 1-1 0 0,0 0 1 0 0,0 0-1 0 0,1-1 1 0 0,0 1 0 0 0,1 0-1 0 0,1 11 1 0 0,0-14-24 0 0,0 0-1 0 0,1 0 1 0 0,0 0-1 0 0,1 0 1 0 0,-1 0-1 0 0,1 0 1 0 0,1-1-1 0 0,-1 1 1 0 0,1-1-1 0 0,0 0 1 0 0,1 0-1 0 0,-1-1 1 0 0,1 1-1 0 0,0-1 1 0 0,10 8-1 0 0,10 6-91 0 0,2-2 0 0 0,0-1 1 0 0,0 0-1 0 0,2-2 0 0 0,30 10 0 0 0,-28-12 71 0 0,0 2 0 0 0,-1 1 1 0 0,-1 1-1 0 0,34 25 0 0 0,-60-39 42 0 0,0 0-1 0 0,0 1 1 0 0,-1-1-1 0 0,1 1 1 0 0,-1-1-1 0 0,1 1 1 0 0,-1 0 0 0 0,0 0-1 0 0,0 0 1 0 0,-1 1-1 0 0,1-1 1 0 0,0 0-1 0 0,-1 1 1 0 0,0-1-1 0 0,0 1 1 0 0,0-1 0 0 0,0 6-1 0 0,-1-4 0 0 0,0 1 1 0 0,0-1-1 0 0,-1 0 0 0 0,0 0 0 0 0,0 0 1 0 0,0 0-1 0 0,0 0 0 0 0,-1-1 0 0 0,0 1 1 0 0,0 0-1 0 0,-4 5 0 0 0,-6 9-78 0 0,-2 0 0 0 0,0-1 0 0 0,-1-1 1 0 0,-26 23-1 0 0,33-32-2 0 0,-343 310 499 0 0,343-310-381 0 0,0 1 0 0 0,0-1 0 0 0,0 1 0 0 0,1 1 0 0 0,1-1 0 0 0,0 1 0 0 0,-9 18 0 0 0,13-23-23 0 0,0 1 1 0 0,1-1-1 0 0,-1 1 1 0 0,1 0-1 0 0,0-1 1 0 0,1 1-1 0 0,0 0 1 0 0,-1-1-1 0 0,2 1 0 0 0,-1 0 1 0 0,1 0-1 0 0,0-1 1 0 0,0 1-1 0 0,0-1 1 0 0,1 1-1 0 0,0-1 1 0 0,4 9-1 0 0,9 15 8 0 0,2-1 0 0 0,0 0 1 0 0,2-1-1 0 0,2-1 0 0 0,0-1 0 0 0,1-1 0 0 0,2-1 0 0 0,0-1 1 0 0,1-1-1 0 0,1-1 0 0 0,1-2 0 0 0,1 0 0 0 0,57 26 0 0 0,-43-26 17 0 0,2-1-1 0 0,0-3 1 0 0,1-1-1 0 0,0-2 1 0 0,0-2-1 0 0,1-2 1 0 0,1-2-1 0 0,-1-3 0 0 0,60-3 1 0 0,-40-4 163 0 0,-1-2-1 0 0,0-4 1 0 0,78-23 0 0 0,-100 20-93 0 0,0-1 0 0 0,-2-2 0 0 0,0-3 0 0 0,-1 0 0 0 0,61-44 1 0 0,-84 52-84 0 0,30-21 80 0 0,-3-1-1 0 0,60-59 0 0 0,-92 80-202 0 0,-1 1 0 0 0,0-1-1 0 0,-1-1 1 0 0,-1 0 0 0 0,0-1-1 0 0,-1 1 1 0 0,0-2 0 0 0,-2 1 0 0 0,1-1-1 0 0,-2 0 1 0 0,0 0 0 0 0,4-30-1 0 0,-6 5-104 0 0,-2-1-1 0 0,-2 1 1 0 0,-10-62-1 0 0,-1-55-165 0 0,12 153 369 0 0,0-1 1 0 0,1 1-1 0 0,0-1 1 0 0,0 1-1 0 0,0 0 1 0 0,1-1-1 0 0,-1 1 0 0 0,1 0 1 0 0,1 0-1 0 0,-1 0 1 0 0,1 0-1 0 0,-1 1 1 0 0,8-9-1 0 0,-4 6-1 0 0,1 0-1 0 0,0 0 1 0 0,0 1-1 0 0,0 0 1 0 0,1 0-1 0 0,0 1 1 0 0,12-6-1 0 0,3 1-6 0 0,-1 0 1 0 0,2 2-1 0 0,-1 1 0 0 0,1 1 1 0 0,34-5-1 0 0,27 4 23 0 0,137 4 1 0 0,-115 5-4 0 0,12 0 10 0 0,-54 1 55 0 0,1-3 1 0 0,-1-3-1 0 0,78-13 1 0 0,-113 9 207 0 0,1-2-1 0 0,-2-1 1 0 0,1-1 0 0 0,-1-2 0 0 0,-1-1-1 0 0,0-1 1 0 0,-1-1 0 0 0,-1-2 0 0 0,-1 0 0 0 0,0-2-1 0 0,-1-1 1 0 0,-1 0 0 0 0,34-44 0 0 0,-48 51-263 0 0,0 1 0 0 0,-1-1 1 0 0,-1 0-1 0 0,0-1 0 0 0,-1 0 1 0 0,-1 0-1 0 0,-1 0 0 0 0,0-1 1 0 0,0 0-1 0 0,-2 1 1 0 0,0-1-1 0 0,0 0 0 0 0,-2 0 1 0 0,0 0-1 0 0,-1 0 0 0 0,-1 0 1 0 0,-4-21-1 0 0,1 13 43 0 0,-2-1 0 0 0,0 1-1 0 0,-2 1 1 0 0,-1 0 0 0 0,0 0-1 0 0,-2 0 1 0 0,-1 2 0 0 0,0-1 0 0 0,-2 2-1 0 0,-21-25 1 0 0,-3 5 73 0 0,-1 2-1 0 0,-2 2 1 0 0,-2 2-1 0 0,-67-41 1 0 0,22 24 62 0 0,-138-58-1 0 0,137 74-183 0 0,-2 3-1 0 0,-1 5 0 0 0,-164-27 0 0 0,101 35-611 0 0,-238 1 1 0 0,294 17 110 0 0,-178 5 28 0 0,217 1-1725 0 0,-60 13 0 0 0,83-9-3149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39.7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95 102 6449 0 0,'-2'-2'59'0'0,"1"-1"0"0"0,0 1-1 0 0,0-1 1 0 0,0 0 0 0 0,0 0-1 0 0,0 0 1 0 0,1 1-1 0 0,-1-1 1 0 0,1 0 0 0 0,0 0-1 0 0,0 0 1 0 0,0 0 0 0 0,0 0-1 0 0,0 0 1 0 0,1-3-1 0 0,2-3 407 0 0,0 1 0 0 0,0 0 0 0 0,8-14 0 0 0,-8 15 668 0 0,-11 32 978 0 0,-20 70-1601 0 0,4 1 0 0 0,5 1 0 0 0,-11 153 0 0 0,30-233-502 0 0,0 0-1 0 0,1 0 1 0 0,0 1 0 0 0,2-1-1 0 0,0 0 1 0 0,1-1-1 0 0,1 1 1 0 0,0 0 0 0 0,8 16-1 0 0,-9-26-39 0 0,-1 1 1 0 0,1-1-1 0 0,0 0 0 0 0,1 0 0 0 0,0 0 0 0 0,0-1 0 0 0,0 0 0 0 0,1 0 0 0 0,-1 0 0 0 0,2-1 0 0 0,-1 1 1 0 0,1-2-1 0 0,-1 1 0 0 0,1-1 0 0 0,0 0 0 0 0,1 0 0 0 0,-1-1 0 0 0,1 0 0 0 0,0 0 0 0 0,-1-1 1 0 0,11 2-1 0 0,-10-3 24 0 0,0-1 0 0 0,0 0 0 0 0,0-1 0 0 0,0 0 0 0 0,0 0 0 0 0,0 0 0 0 0,0-1 0 0 0,0-1 0 0 0,-1 1 0 0 0,1-1 0 0 0,-1-1 0 0 0,0 1 0 0 0,0-1 0 0 0,0 0 0 0 0,8-7 0 0 0,10-9 380 0 0,0-1-1 0 0,30-33 1 0 0,-47 46-322 0 0,7-7 29 0 0,-1-2 1 0 0,0 1-1 0 0,-1-2 0 0 0,-1 0 0 0 0,-1 0 0 0 0,0-1 0 0 0,-2-1 0 0 0,13-34 1 0 0,-19 45 49 0 0,0-1-1 0 0,-1 1 1 0 0,0 0 0 0 0,-1-1 0 0 0,0 1 0 0 0,-1-1 0 0 0,0 1 0 0 0,0-1 0 0 0,-1 0-1 0 0,0 1 1 0 0,0 0 0 0 0,-1-1 0 0 0,-1 1 0 0 0,0 0 0 0 0,0 0 0 0 0,0 0 0 0 0,-1 0 0 0 0,-1 1-1 0 0,1-1 1 0 0,-1 1 0 0 0,-1 0 0 0 0,-6-7 0 0 0,-15-12 16 0 0,-1 2 0 0 0,-2 0 0 0 0,0 2-1 0 0,-62-35 1 0 0,47 30-1944 0 0,9 5-4600 0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1.2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 1840 0 0,'2'-2'6164'0'0,"2"12"-4770"0"0,3 18-694 0 0,-8 172 3401 0 0,0-13-3298 0 0,30 206-526 0 0,-6-99-357 0 0,85 616 122 0 0,-54-553 188 0 0,25 147 449 0 0,41-8-281 0 0,-65-315-42 0 0,36 213 0 0 0,-78-313-230 0 0,-3 0 1 0 0,-5 1 0 0 0,-2 0-1 0 0,-5 0 1 0 0,-14 101 0 0 0,8-135-51 0 0,-2 0 0 0 0,-2-1-1 0 0,-2 0 1 0 0,-3-2 0 0 0,-1 1 0 0 0,-2-2 0 0 0,-41 67 0 0 0,31-67-2684 0 0,-62 73 0 0 0,46-67-3153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1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1172 0 7834 0 0,'0'0'60'0'0,"-1"0"0"0"0,0 0-1 0 0,0 0 1 0 0,0 0 0 0 0,0 0 0 0 0,1 1 0 0 0,-1-1 0 0 0,0 0 0 0 0,0 0 0 0 0,0 1 0 0 0,1-1 0 0 0,-1 0 0 0 0,0 1 0 0 0,0-1-1 0 0,1 1 1 0 0,-1-1 0 0 0,0 1 0 0 0,1-1 0 0 0,-1 1 0 0 0,1 0 0 0 0,-1-1 0 0 0,1 1 0 0 0,-1 0 0 0 0,1-1 0 0 0,-1 1 0 0 0,1 0-1 0 0,-1 1 1 0 0,-17 29 678 0 0,11-19-393 0 0,-47 71 1056 0 0,-77 90 0 0 0,-80 68-1025 0 0,117-136-262 0 0,62-68-39 0 0,-1-1 1 0 0,-2-2 0 0 0,-2-2-1 0 0,0-1 1 0 0,-2-2 0 0 0,-2-1-1 0 0,-67 34 1 0 0,35-30 46 0 0,39-18-672 0 0,1 1 1 0 0,0 1 0 0 0,-55 38 0 0 0,74-42-4009 0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2.0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14 5529 0 0,'5'-1'35'0'0,"-1"-1"0"0"0,1 0 0 0 0,0 1 0 0 0,-1 0-1 0 0,1 0 1 0 0,0 1 0 0 0,0-1 0 0 0,0 1 0 0 0,8 0 0 0 0,4 0 0 0 0,71-5 1341 0 0,167 14-1 0 0,89 32 3467 0 0,-296-34-4353 0 0,146 26 1186 0 0,275 84 0 0 0,177 99-4533 0 0,-572-189-211 0 0,115 58-1 0 0,-151-63-157 0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2.4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1168 0 8754 0 0,'-2'1'67'0'0,"-1"0"-1"0"0,0 0 1 0 0,1 0 0 0 0,-1 0 0 0 0,1 0-1 0 0,-1 1 1 0 0,1-1 0 0 0,0 1 0 0 0,0-1-1 0 0,-1 1 1 0 0,1 0 0 0 0,0 0 0 0 0,0 0-1 0 0,1 0 1 0 0,-4 5 0 0 0,-24 42-580 0 0,17-26 413 0 0,-112 213-234 0 0,27-44 733 0 0,-298 429 6546 0 0,380-600-6558 0 0,-1-1-1 0 0,-1-1 0 0 0,0 0 0 0 0,-2-2 0 0 0,-38 29 0 0 0,42-35-575 0 0,-1-2-1 0 0,0 0 1 0 0,-1-1 0 0 0,0-1-1 0 0,0 0 1 0 0,0-1-1 0 0,-1-1 1 0 0,-35 5 0 0 0,-45-1-5181 0 0,52-8 413 0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2.8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5529 0 0,'5'4'219'0'0,"0"0"-1"0"0,0 0 1 0 0,0-1-1 0 0,0 0 1 0 0,1 0 0 0 0,-1 0-1 0 0,1 0 1 0 0,0-1-1 0 0,0 0 1 0 0,9 1-1 0 0,5 4 209 0 0,309 128 7644 0 0,-37-14-4901 0 0,9-24-2671 0 0,-253-85-693 0 0,-15-2-255 0 0,0-2 0 0 0,1-2 0 0 0,0 0 0 0 0,52 0 0 0 0,-71-7-5946 0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3.1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838 1 10594 0 0,'-24'66'237'0'0,"-3"-2"0"0"0,-65 115-1 0 0,-102 104 1448 0 0,148-223-1206 0 0,-3-2-1 0 0,-109 99 0 0 0,121-126-493 0 0,-137 109-2211 0 0,138-117 2021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4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231 209 2761 0 0,'-2'-1'451'0'0,"0"0"0"0"0,0 1 0 0 0,0-1 0 0 0,0 0 0 0 0,1 0 0 0 0,-1 0 0 0 0,0 0 0 0 0,1 0 1 0 0,-1 0-1 0 0,0-1 0 0 0,-1-1 0 0 0,1 1-177 0 0,0 0 0 0 0,0 0 0 0 0,0 0 0 0 0,-1 1 1 0 0,1-1-1 0 0,0 1 0 0 0,-1-1 0 0 0,1 1 0 0 0,-1 0 0 0 0,0 0 0 0 0,1 0 1 0 0,-1 0-1 0 0,-3 0 0 0 0,5 1-122 0 0,0 0-1 0 0,0-1 1 0 0,0 1 0 0 0,0 0 0 0 0,0 0 0 0 0,0 0-1 0 0,-1 0 1 0 0,1 0 0 0 0,0 1 0 0 0,0-1-1 0 0,0 0 1 0 0,0 0 0 0 0,0 1 0 0 0,0-1 0 0 0,0 0-1 0 0,0 1 1 0 0,0-1 0 0 0,0 1 0 0 0,0-1-1 0 0,0 1 1 0 0,1 0 0 0 0,-1-1 0 0 0,0 1 0 0 0,0 0-1 0 0,1 0 1 0 0,-1 0 0 0 0,0-1 0 0 0,1 1-1 0 0,-1 0 1 0 0,1 0 0 0 0,-1 0 0 0 0,1 0 0 0 0,-1 0-1 0 0,1 0 1 0 0,0 0 0 0 0,-1 0 0 0 0,1 2-1 0 0,0 2 238 0 0,1 0 1 0 0,0 0-1 0 0,0 0 0 0 0,0 0 0 0 0,0 0 0 0 0,5 9 0 0 0,0 2-322 0 0,6 24 21 0 0,67 176 1027 0 0,-69-194-1015 0 0,0-1 0 0 0,2-1 0 0 0,1 0 0 0 0,0 0 0 0 0,1-1 0 0 0,2-1 0 0 0,27 26 0 0 0,-42-42-130 0 0,0-1 0 0 0,0 0 0 0 0,0 0 0 0 0,0 0 0 0 0,0 0 0 0 0,1 0 0 0 0,-1-1 0 0 0,0 1-1 0 0,1 0 1 0 0,-1-1 0 0 0,1 1 0 0 0,-1 0 0 0 0,1-1 0 0 0,-1 0 0 0 0,1 1 0 0 0,-1-1 0 0 0,1 0 0 0 0,-1 0 0 0 0,1 0 0 0 0,2 0 0 0 0,-4 0 7 0 0,1 0 1 0 0,-1-1-1 0 0,0 1 0 0 0,1 0 0 0 0,-1 0 1 0 0,0-1-1 0 0,1 1 0 0 0,-1 0 0 0 0,0-1 1 0 0,1 1-1 0 0,-1-1 0 0 0,0 1 0 0 0,0 0 1 0 0,1-1-1 0 0,-1 1 0 0 0,0-1 0 0 0,0 1 1 0 0,0 0-1 0 0,0-1 0 0 0,1 1 0 0 0,-1-1 1 0 0,0 1-1 0 0,0-1 0 0 0,0 0 0 0 0,-4-20-519 0 0,-10-9-1358 0 0,-1 1 0 0 0,-2 1 1 0 0,-1 0-1 0 0,-22-27 0 0 0,-21-31-1558 0 0,28 30 3434 0 0,-39-56-111 0 0,62 99 120 0 0,-1 1 0 0 0,0 0 1 0 0,0 0-1 0 0,-1 2 1 0 0,-1-1-1 0 0,-17-10 0 0 0,26 19 148 0 0,1-1 1 0 0,0 1-1 0 0,0 0 0 0 0,0-1 0 0 0,0 0 0 0 0,1 0 1 0 0,-1 0-1 0 0,1 0 0 0 0,0 0 0 0 0,-1 0 0 0 0,1 0 1 0 0,1-1-1 0 0,-1 1 0 0 0,0-1 0 0 0,1 0 0 0 0,0 1 0 0 0,-2-8 1 0 0,3 9 90 0 0,0 0 1 0 0,0 0 0 0 0,0 0 0 0 0,0 0 0 0 0,1-1 0 0 0,-1 1-1 0 0,1 0 1 0 0,-1 0 0 0 0,1 1 0 0 0,0-1 0 0 0,0 0 0 0 0,0 0-1 0 0,0 0 1 0 0,0 0 0 0 0,0 1 0 0 0,0-1 0 0 0,0 0-1 0 0,1 1 1 0 0,-1-1 0 0 0,1 1 0 0 0,-1 0 0 0 0,1-1 0 0 0,0 1-1 0 0,-1 0 1 0 0,1 0 0 0 0,0 0 0 0 0,0 0 0 0 0,0 0 0 0 0,0 0-1 0 0,0 1 1 0 0,0-1 0 0 0,0 1 0 0 0,0-1 0 0 0,4 1-1 0 0,7-2 419 0 0,0 2 0 0 0,0 0 0 0 0,0 0 0 0 0,0 1 0 0 0,0 0 0 0 0,20 6 0 0 0,22 1 334 0 0,-20-4-483 0 0,129 6 477 0 0,-141-10-1011 0 0,0-1 1 0 0,0-1-1 0 0,-1-1 0 0 0,1-1 0 0 0,23-7 1 0 0,-34 6-173 0 0,0 0 0 0 0,0 0 0 0 0,-1-1 0 0 0,15-10 1 0 0,2-4-6624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4.8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 5 456 0 0,'-24'-5'8805'0'0,"39"17"-2631"0"0,1-4-6072 0 0,-1 0 0 0 0,2-1 0 0 0,-1 0 0 0 0,1-1 0 0 0,-1-1 0 0 0,32 4 0 0 0,-13-4 184 0 0,0-1-1 0 0,49-3 1 0 0,0-11 727 0 0,-39 4-517 0 0,-45 6-495 0 0,0 0 1 0 0,0 0-1 0 0,1 0 1 0 0,-1 0-1 0 0,0 0 0 0 0,0 0 1 0 0,0 0-1 0 0,0 0 1 0 0,0 0-1 0 0,1 0 1 0 0,-1 0-1 0 0,0 0 1 0 0,0 0-1 0 0,0 0 1 0 0,0 0-1 0 0,0 1 1 0 0,0-1-1 0 0,1 0 1 0 0,-1 0-1 0 0,0 0 1 0 0,0 0-1 0 0,0 0 1 0 0,0 0-1 0 0,0 1 1 0 0,0-1-1 0 0,0 0 0 0 0,0 0 1 0 0,0 0-1 0 0,0 0 1 0 0,0 0-1 0 0,0 1 1 0 0,0-1-1 0 0,0 0 1 0 0,0 0-1 0 0,0 0 1 0 0,0 0-1 0 0,0 0 1 0 0,0 1-1 0 0,0-1 1 0 0,0 0-1 0 0,0 0 1 0 0,0 0-1 0 0,0 0 1 0 0,0 0-1 0 0,0 1 1 0 0,0-1-1 0 0,0 0 1 0 0,0 0-1 0 0,0 0 0 0 0,0 0 1 0 0,-1 0-1 0 0,1 0 1 0 0,0 1-1 0 0,0-1 1 0 0,0 0-1 0 0,0 0 1 0 0,-9 16 132 0 0,-14 15 314 0 0,23-31-441 0 0,-31 39 383 0 0,0-2-399 0 0,2 1 1 0 0,1 2-1 0 0,2 1 0 0 0,-28 61 1 0 0,48-87-899 0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5.4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5529 0 0,'0'5'295'0'0,"1"-1"1"0"0,0 0-1 0 0,0 0 0 0 0,0 1 1 0 0,0-1-1 0 0,1 0 0 0 0,0 0 0 0 0,0 0 1 0 0,0-1-1 0 0,0 1 0 0 0,1 0 0 0 0,-1-1 1 0 0,1 1-1 0 0,0-1 0 0 0,0 0 0 0 0,0 0 1 0 0,0 0-1 0 0,1 0 0 0 0,3 2 0 0 0,11 7 457 0 0,1 0 0 0 0,31 14-1 0 0,-31-16-149 0 0,-11-6-458 0 0,135 62 1361 0 0,-129-61-1347 0 0,1 0 0 0 0,0-1 0 0 0,1-1 0 0 0,-1 0 0 0 0,0-1 0 0 0,1 0 0 0 0,31-2 0 0 0,-37 0 309 0 0,-15 4 178 0 0,-10 8-412 0 0,-1 7-50 0 0,1 0 0 0 0,1 0 0 0 0,-20 39 0 0 0,10-16-53 0 0,-113 203-3631 0 0,123-220 3257 0 0,2-6 221 0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5.9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5537 0 0,'4'0'0'0'0,"-1"0"0"0"0,-2 0 0 0 0,-1 2 0 0 0,2-2 0 0 0,-1 0 0 0 0,3 0 0 0 0,1 0 0 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6.2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196 19 2761 0 0,'-5'-19'12806'0'0,"0"25"-12794"0"0,-19 14 448 0 0,1 2-1 0 0,1 0 1 0 0,2 2-1 0 0,0 0 0 0 0,1 1 1 0 0,2 1-1 0 0,-19 37 1 0 0,35-62-433 0 0,0 0 0 0 0,1 1 1 0 0,-1-1-1 0 0,1 0 0 0 0,0 0 1 0 0,-1 1-1 0 0,1-1 0 0 0,0 0 0 0 0,0 1 1 0 0,0-1-1 0 0,0 0 0 0 0,0 1 1 0 0,0-1-1 0 0,0 0 0 0 0,0 1 1 0 0,1-1-1 0 0,-1 0 0 0 0,0 0 1 0 0,1 1-1 0 0,-1-1 0 0 0,1 0 0 0 0,1 2 1 0 0,-1-1 14 0 0,1 0 1 0 0,-1-1 0 0 0,1 1-1 0 0,0-1 1 0 0,0 1-1 0 0,0-1 1 0 0,0 0-1 0 0,0 0 1 0 0,0 0 0 0 0,0 0-1 0 0,0 0 1 0 0,3 1-1 0 0,8 1 175 0 0,0 0-1 0 0,0-1 0 0 0,24 0 0 0 0,-28-1-106 0 0,133 6-1869 0 0,-121-7-5322 0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6.5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39 4145 0 0,'25'-38'10567'0'0,"-24"38"-10362"0"0,13 17 1984 0 0,-6 1-1690 0 0,-1 1 1 0 0,-1-1-1 0 0,-1 1 0 0 0,-1 0 0 0 0,0 1 0 0 0,-2-1 0 0 0,1 35 1 0 0,-1-27-1093 0 0,0 0 0 0 0,2 0 0 0 0,8 29 0 0 0,-3-32-5490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6.7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26 8754 0 0,'-6'-9'384'0'0,"4"5"88"0"0,-1 1-376 0 0,1 0-96 0 0,1 2 0 0 0,1 0 456 0 0,0-1 80 0 0,0 1 8 0 0,1-1 9 0 0,2 2-738 0 0,0 0-143 0 0,1 0-32 0 0,2 3-8 0 0,-1 1 272 0 0,0 1 96 0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7.2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9218 0 0,'0'0'421'0'0,"14"16"1038"0"0,-7-2-855 0 0,-1 0 0 0 0,-1 0 0 0 0,0 1-1 0 0,4 21 1 0 0,-7-25-530 0 0,1 0-1 0 0,-1 0 1 0 0,2 0-1 0 0,0-1 1 0 0,0 1-1 0 0,1-1 1 0 0,0 0-1 0 0,0-1 1 0 0,1 1-1 0 0,11 12 1 0 0,-16-21-74 0 0,0 0 0 0 0,0 0 0 0 0,1 0 0 0 0,-1 0 0 0 0,0 0 0 0 0,1-1 0 0 0,-1 1 0 0 0,0 0 0 0 0,1-1 0 0 0,-1 0 0 0 0,1 1 0 0 0,-1-1 0 0 0,0 0 0 0 0,1 1 0 0 0,-1-1 0 0 0,1 0 0 0 0,-1 0 0 0 0,1 0 0 0 0,-1 0 0 0 0,1-1 0 0 0,-1 1 0 0 0,1 0 0 0 0,-1-1 0 0 0,1 1 0 0 0,-1-1 0 0 0,0 1 0 0 0,1-1 0 0 0,-1 0 0 0 0,0 1 0 0 0,1-1 0 0 0,-1 0 0 0 0,0 0 0 0 0,0 0 0 0 0,0 0 0 0 0,0 0 0 0 0,2-2 0 0 0,6-6 66 0 0,-1-1 0 0 0,1 0 0 0 0,9-16 0 0 0,-8 12 87 0 0,-5 7-80 0 0,7-10 95 0 0,0 1 1 0 0,1 1-1 0 0,1 0 0 0 0,0 0 1 0 0,20-14-1 0 0,-33 28-160 0 0,1 0 0 0 0,-1 0-1 0 0,0 0 1 0 0,1 1 0 0 0,-1-1 0 0 0,1 1-1 0 0,-1-1 1 0 0,1 1 0 0 0,-1-1 0 0 0,1 1-1 0 0,0 0 1 0 0,-1 0 0 0 0,1 0 0 0 0,-1 0 0 0 0,1 0-1 0 0,-1 0 1 0 0,1 0 0 0 0,0 0 0 0 0,-1 1-1 0 0,1-1 1 0 0,-1 0 0 0 0,1 1 0 0 0,-1 0-1 0 0,1-1 1 0 0,-1 1 0 0 0,1 0 0 0 0,-1 0-1 0 0,0-1 1 0 0,0 1 0 0 0,1 0 0 0 0,-1 0-1 0 0,0 1 1 0 0,0-1 0 0 0,0 0 0 0 0,0 0-1 0 0,2 3 1 0 0,3 6-118 0 0,1 0 1 0 0,-1 0-1 0 0,-1 1 0 0 0,5 11 1 0 0,0-1-831 0 0,31 52-3463 0 0,-33-56 4271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7.4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12 7370 0 0,'1'-1'143'0'0,"-1"0"1"0"0,1 1-1 0 0,-1-1 1 0 0,1 0-1 0 0,-1 1 1 0 0,1-1-1 0 0,-1 0 1 0 0,1 1 0 0 0,0-1-1 0 0,-1 1 1 0 0,1-1-1 0 0,0 0 1 0 0,-1 1-1 0 0,1 0 1 0 0,0-1 0 0 0,0 1-1 0 0,0 0 1 0 0,-1-1-1 0 0,1 1 1 0 0,0 0-1 0 0,0 0 1 0 0,0-1-1 0 0,0 1 1 0 0,0 0 0 0 0,0 0-1 0 0,-1 0 1 0 0,1 0-1 0 0,0 0 1 0 0,0 1-1 0 0,0-1 1 0 0,0 0-1 0 0,0 0 1 0 0,-1 0 0 0 0,1 1-1 0 0,0-1 1 0 0,0 0-1 0 0,0 1 1 0 0,-1-1-1 0 0,1 1 1 0 0,0-1-1 0 0,0 1 1 0 0,0 0 0 0 0,3 2 322 0 0,-1 0 1 0 0,0-1 0 0 0,1 1-1 0 0,-1 0 1 0 0,-1 0-1 0 0,1 1 1 0 0,4 5 0 0 0,12 29 492 0 0,-2 2 1 0 0,-1 0-1 0 0,12 49 1 0 0,2 5-3627 0 0,-19-70-2603 0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7.6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31 1376 0 0,'0'-1'102'0'0,"0"0"1"0"0,0 0-1 0 0,1 0 0 0 0,-1 0 0 0 0,0 0 0 0 0,0 0 1 0 0,0 0-1 0 0,1 0 0 0 0,-1 0 0 0 0,1 1 0 0 0,-1-1 0 0 0,1 0 1 0 0,-1 0-1 0 0,1 0 0 0 0,-1 1 0 0 0,1-1 0 0 0,0 0 1 0 0,-1 1-1 0 0,1-1 0 0 0,0 0 0 0 0,-1 1 0 0 0,1-1 0 0 0,0 1 1 0 0,0-1-1 0 0,0 1 0 0 0,0 0 0 0 0,-1-1 0 0 0,1 1 1 0 0,0 0-1 0 0,0 0 0 0 0,0-1 0 0 0,0 1 0 0 0,0 0 0 0 0,0 0 1 0 0,1 0-1 0 0,44-5 2528 0 0,-38 4-2160 0 0,12-1 446 0 0,-1 1 0 0 0,0 1 1 0 0,0 1-1 0 0,0 1 0 0 0,33 7 0 0 0,-47-8-749 0 0,0 1 0 0 0,0 0-1 0 0,0 0 1 0 0,0 0 0 0 0,0 0 0 0 0,0 1-1 0 0,-1 0 1 0 0,1 0 0 0 0,-1 0 0 0 0,7 8-1 0 0,-8-9-126 0 0,-1 1 0 0 0,0 0-1 0 0,0 1 1 0 0,0-1-1 0 0,0 0 1 0 0,-1 0 0 0 0,0 1-1 0 0,1-1 1 0 0,-1 1 0 0 0,0-1-1 0 0,-1 1 1 0 0,1 0-1 0 0,-1-1 1 0 0,1 1 0 0 0,-1 0-1 0 0,0-1 1 0 0,-1 7-1 0 0,-2 4-370 0 0,0 0-1 0 0,-1 0 0 0 0,0 0 1 0 0,-1-1-1 0 0,-1 0 0 0 0,0 0 1 0 0,-1 0-1 0 0,-1-1 0 0 0,-13 18 1 0 0,10-14-4414 0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8.0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46 3681 0 0,'17'-8'113'0'0,"-16"7"171"0"0,0 1 1 0 0,0-1-1 0 0,0 1 0 0 0,0 0 1 0 0,1 0-1 0 0,-1 0 0 0 0,0 0 1 0 0,0 0-1 0 0,0 0 0 0 0,0 0 1 0 0,1 0-1 0 0,-1 0 1 0 0,0 0-1 0 0,0 0 0 0 0,1 1 1 0 0,0 0 99 0 0,0 1 1 0 0,0-1-1 0 0,-1 0 1 0 0,1 1-1 0 0,-1-1 1 0 0,1 1-1 0 0,-1 0 1 0 0,1-1-1 0 0,-1 1 1 0 0,0 0-1 0 0,0 0 1 0 0,0 0-1 0 0,0 0 1 0 0,0 0-1 0 0,0 0 1 0 0,0 3 0 0 0,8 23 998 0 0,-1-3-803 0 0,19 40-1 0 0,-24-60-611 0 0,0 1 0 0 0,0-1 0 0 0,1 1 0 0 0,-1-1-1 0 0,1 0 1 0 0,0 0 0 0 0,1 0 0 0 0,-1-1 0 0 0,1 0 0 0 0,0 1-1 0 0,0-2 1 0 0,8 6 0 0 0,-11-8-34 0 0,-1-1-1 0 0,1 1 1 0 0,0 0-1 0 0,0-1 1 0 0,0 1 0 0 0,0-1-1 0 0,0 1 1 0 0,0-1-1 0 0,1 0 1 0 0,-1 0 0 0 0,0 0-1 0 0,0 0 1 0 0,0 0-1 0 0,0 0 1 0 0,0-1 0 0 0,0 1-1 0 0,0-1 1 0 0,0 1-1 0 0,2-2 1 0 0,0 0-151 0 0,0-1 0 0 0,0 1 0 0 0,-1 0 0 0 0,1-1-1 0 0,-1 0 1 0 0,0 0 0 0 0,0 0 0 0 0,5-7 0 0 0,2-4-607 0 0,-1-1 0 0 0,-1 0 1 0 0,11-25-1 0 0,-19 39 806 0 0,21-56-579 0 0,-14 37 1511 0 0,0 0 1 0 0,12-21-1 0 0,-19 43-286 0 0,1 1 0 0 0,-1 0 0 0 0,1 0 0 0 0,-1 0 0 0 0,1 0 0 0 0,0-1 0 0 0,0 1 0 0 0,0 0 0 0 0,3 3-1 0 0,0 4-496 0 0,1-1-1 0 0,1 0 0 0 0,-1 0 1 0 0,2 0-1 0 0,10 12 1 0 0,-12-17-319 0 0,1 1 1 0 0,0-1-1 0 0,0 0 1 0 0,0 0 0 0 0,1-1-1 0 0,-1 0 1 0 0,1 0-1 0 0,10 3 1 0 0,-11-4-822 0 0,-1-1 0 0 0,1 0 0 0 0,-1-1 0 0 0,1 1 0 0 0,0-1 0 0 0,10-1 0 0 0,1-1-3706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8.2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14 7370 0 0,'-1'-1'200'0'0,"1"0"0"0"0,-1 0 0 0 0,1 1 0 0 0,-1-1 0 0 0,0 0 0 0 0,1 0 0 0 0,-1 0 0 0 0,0 0 0 0 0,0 1 0 0 0,1-1 0 0 0,-1 0 0 0 0,0 0 0 0 0,0 1 0 0 0,0-1 0 0 0,0 1 0 0 0,-1-1 0 0 0,1 1-105 0 0,1 0 0 0 0,0 0 0 0 0,-1 1 0 0 0,1-1 0 0 0,0 0 0 0 0,-1 0 1 0 0,1 1-1 0 0,0-1 0 0 0,0 0 0 0 0,-1 0 0 0 0,1 1 0 0 0,0-1 0 0 0,0 0 0 0 0,-1 1 0 0 0,1-1 0 0 0,0 0 1 0 0,0 1-1 0 0,0-1 0 0 0,-1 0 0 0 0,1 1 0 0 0,0-1 0 0 0,0 1 0 0 0,0-1 0 0 0,0 0 0 0 0,0 1 0 0 0,0-1 0 0 0,0 1 1 0 0,0 0-1 0 0,2 47 3221 0 0,-1-33-2900 0 0,2 47 834 0 0,4 0 1 0 0,22 102 0 0 0,-4-70-3119 0 0,3 0-3540 0 0,-21-70-510 0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8.3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1 120 1376 0 0,'8'-7'128'0'0,"-2"3"-128"0"0,1 0 0 0 0,0 0 0 0 0,0-1 376 0 0,0 3 48 0 0,1 0 17 0 0,7-3-1 0 0,13-4 80 0 0,8 0 24 0 0,6-4 0 0 0,-1 3 0 0 0,-4 0-400 0 0,-3 1-80 0 0,-5 0-64 0 0,-4 2 104 0 0,-7 2-104 0 0,-4-1 0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9.1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1 5985 0 0,'-1'1'306'0'0,"-1"0"0"0"0,1 1 1 0 0,0-1-1 0 0,-1 0 0 0 0,1 1 0 0 0,0-1 0 0 0,0 1 0 0 0,0-1 0 0 0,0 1 0 0 0,0 0 0 0 0,1-1 0 0 0,-1 1 1 0 0,0 0-1 0 0,1 0 0 0 0,0 0 0 0 0,-1-1 0 0 0,1 1 0 0 0,0 0 0 0 0,0 0 0 0 0,0 0 0 0 0,0 0 0 0 0,0 0 0 0 0,0-1 1 0 0,1 3-1 0 0,9 50 3364 0 0,-9-49-3294 0 0,37 144 2895 0 0,23 72-3938 0 0,-58-202 32 0 0,0-11-2458 0 0,2-22 568 0 0,9-41 603 0 0,21-70 1457 0 0,-29 107 1018 0 0,1 1-1 0 0,0 0 1 0 0,2 0-1 0 0,18-28 1 0 0,-21 37-75 0 0,1 0 0 0 0,0 1-1 0 0,0 0 1 0 0,11-9 0 0 0,-16 14-296 0 0,1 0-1 0 0,0 1 1 0 0,0-1 0 0 0,0 0 0 0 0,0 1 0 0 0,0 0-1 0 0,6-2 1 0 0,-8 3-102 0 0,0-1 0 0 0,1 1 0 0 0,-1 0 0 0 0,0 0 1 0 0,0 0-1 0 0,0 0 0 0 0,0 0 0 0 0,1 0 0 0 0,-1 1 0 0 0,0-1 0 0 0,0 0 0 0 0,0 0 0 0 0,0 1 0 0 0,0-1 1 0 0,0 1-1 0 0,1-1 0 0 0,-1 1 0 0 0,0 0 0 0 0,0-1 0 0 0,-1 1 0 0 0,3 1 0 0 0,1 4 35 0 0,-1 0-1 0 0,0 0 1 0 0,0 0-1 0 0,0 1 1 0 0,0-1-1 0 0,-1 1 1 0 0,0-1-1 0 0,-1 1 1 0 0,0 0-1 0 0,1 11 1 0 0,3 10 15 0 0,2-2-285 0 0,0 0 0 0 0,12 25-1 0 0,8-3-2580 0 0,-22-41 1225 0 0,0 0-1 0 0,1 0 1 0 0,0-1 0 0 0,7 7 0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9.3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 4529 0 0,'4'1'400'0'0,"-3"-1"-320"0"0,2 0-80 0 0,-2-1 0 0 0,1-1 0 0 0,1 1 0 0 0,-1 0 0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49.8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7834 0 0,'0'0'602'0'0,"3"24"2910"0"0,3 79-1826 0 0,-6-75-3063 0 0,1 0 0 0 0,2 0 1 0 0,6 28-1 0 0,-3-32 1324 0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0.0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91 27 10138 0 0,'-29'-10'2072'0'0,"22"7"-1315"0"0,0 0 0 0 0,0 0 0 0 0,-1 1 0 0 0,1 0 0 0 0,-1 1 0 0 0,-9-1 0 0 0,25 31-6281 0 0,-2-9 3389 0 0,1 4-9 0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0.3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5065 0 0,'4'15'10363'0'0,"21"48"-7808"0"0,-4-8-1819 0 0,-7-9-1252 0 0,-2 1-1 0 0,8 59 1 0 0,-18-89-827 0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0.5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1 123 2304 0 0,'2'-6'306'0'0,"0"0"0"0"0,1 0 0 0 0,0 0 0 0 0,0 0 0 0 0,0 0-1 0 0,1 1 1 0 0,0 0 0 0 0,0-1 0 0 0,0 2 0 0 0,0-1 0 0 0,1 0-1 0 0,9-6 1 0 0,-7 5 184 0 0,-1 1 0 0 0,1 1 1 0 0,0-1-1 0 0,1 1 0 0 0,-1 0 0 0 0,1 1 0 0 0,0-1 0 0 0,0 2 0 0 0,14-4 0 0 0,-18 5-306 0 0,-1 0 0 0 0,1 1 0 0 0,0 0 0 0 0,0 0 0 0 0,0 0 0 0 0,-1 0 0 0 0,1 0 0 0 0,0 1 0 0 0,0 0 0 0 0,-1 0 0 0 0,1 0 0 0 0,0 0 1 0 0,-1 0-1 0 0,1 1 0 0 0,-1 0 0 0 0,1-1 0 0 0,-1 1 0 0 0,0 1 0 0 0,0-1 0 0 0,0 0 0 0 0,0 1 0 0 0,0-1 0 0 0,-1 1 0 0 0,1 0 0 0 0,-1 0 0 0 0,4 6 0 0 0,-3-4-113 0 0,-1 0 0 0 0,0 1 0 0 0,0-1 0 0 0,-1 1 0 0 0,1-1 0 0 0,-1 1 0 0 0,-1-1 0 0 0,1 1 0 0 0,-1 0 0 0 0,0-1 0 0 0,0 1 0 0 0,0 0 0 0 0,-1-1 0 0 0,0 1 0 0 0,0 0 0 0 0,-1-1 0 0 0,-2 8 0 0 0,-6 10-917 0 0,-17 33 0 0 0,25-54 571 0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0.8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1 132 2304 0 0,'3'-3'619'0'0,"1"0"0"0"0,-1 0-1 0 0,1 0 1 0 0,0 1-1 0 0,0-1 1 0 0,0 1-1 0 0,0 0 1 0 0,0 0-1 0 0,0 0 1 0 0,0 1 0 0 0,1-1-1 0 0,6 0 1 0 0,-9 2-420 0 0,0-1 0 0 0,0 1 0 0 0,0 0 0 0 0,0 0 1 0 0,0 1-1 0 0,0-1 0 0 0,0 0 0 0 0,0 0 0 0 0,0 1 1 0 0,0 0-1 0 0,0-1 0 0 0,0 1 0 0 0,-1 0 0 0 0,1 0 1 0 0,0 0-1 0 0,-1 0 0 0 0,1 0 0 0 0,0 0 0 0 0,-1 0 1 0 0,1 0-1 0 0,-1 1 0 0 0,0-1 0 0 0,1 1 0 0 0,-1-1 1 0 0,0 1-1 0 0,0-1 0 0 0,0 1 0 0 0,0 0 0 0 0,0 0 1 0 0,1 2-1 0 0,-1-1-98 0 0,3 8 148 0 0,1 1 0 0 0,0-1-1 0 0,0-1 1 0 0,1 1 0 0 0,12 14-1 0 0,-17-23-254 0 0,1 0-1 0 0,-1 0 1 0 0,1-1-1 0 0,0 1 0 0 0,-1-1 1 0 0,1 0-1 0 0,0 1 1 0 0,0-1-1 0 0,0 0 0 0 0,0 0 1 0 0,0 0-1 0 0,0 0 1 0 0,1 0-1 0 0,-1-1 1 0 0,0 1-1 0 0,0-1 0 0 0,0 1 1 0 0,1-1-1 0 0,-1 0 1 0 0,0 0-1 0 0,1 0 0 0 0,-1 0 1 0 0,0 0-1 0 0,0-1 1 0 0,1 1-1 0 0,-1-1 0 0 0,0 1 1 0 0,0-1-1 0 0,0 0 1 0 0,0 0-1 0 0,0 0 0 0 0,0 0 1 0 0,0 0-1 0 0,0 0 1 0 0,0 0-1 0 0,3-4 0 0 0,3-2-249 0 0,0-1 0 0 0,0 1-1 0 0,-1-2 1 0 0,0 1-1 0 0,-1-1 1 0 0,0 0 0 0 0,0 0-1 0 0,-1-1 1 0 0,-1 1-1 0 0,1-1 1 0 0,5-20-1 0 0,-4 13 321 0 0,1 0-1 0 0,17-28 0 0 0,-24 44 25 0 0,1 0 1 0 0,-1 0-1 0 0,1 0 0 0 0,0 0 0 0 0,-1 0 0 0 0,1 0 1 0 0,0 0-1 0 0,0 0 0 0 0,0 0 0 0 0,0 0 0 0 0,0 1 1 0 0,0-1-1 0 0,0 0 0 0 0,0 1 0 0 0,0-1 0 0 0,0 1 0 0 0,0-1 1 0 0,0 1-1 0 0,0-1 0 0 0,0 1 0 0 0,1 0 0 0 0,-1 0 1 0 0,2-1-1 0 0,-1 2 7 0 0,0-1 0 0 0,-1 1 0 0 0,1-1 0 0 0,-1 1 0 0 0,1 0 0 0 0,-1-1 1 0 0,1 1-1 0 0,-1 0 0 0 0,1 0 0 0 0,-1 0 0 0 0,0 0 0 0 0,1 1 0 0 0,-1-1 0 0 0,0 0 0 0 0,1 2 1 0 0,6 7 230 0 0,-1 1 1 0 0,0 1 0 0 0,8 19-1 0 0,-9-18-370 0 0,5 7-881 0 0,1-1 0 0 0,20 27 0 0 0,-24-36-341 0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1.1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10 6913 0 0,'0'-1'99'0'0,"0"1"-1"0"0,0 0 1 0 0,0-1-1 0 0,0 1 1 0 0,0 0-1 0 0,0-1 1 0 0,0 1-1 0 0,0 0 1 0 0,0-1-1 0 0,1 1 0 0 0,-1 0 1 0 0,0 0-1 0 0,0-1 1 0 0,0 1-1 0 0,0 0 1 0 0,0-1-1 0 0,0 1 1 0 0,1 0-1 0 0,-1-1 0 0 0,0 1 1 0 0,0 0-1 0 0,1 0 1 0 0,-1-1-1 0 0,0 1 1 0 0,0 0-1 0 0,1 0 1 0 0,-1 0-1 0 0,0 0 0 0 0,0-1 1 0 0,1 1-1 0 0,-1 0 1 0 0,0 0-1 0 0,1 0 1 0 0,-1 0-1 0 0,0 0 1 0 0,1 0-1 0 0,14 4 3316 0 0,11 15 398 0 0,-11 3-3367 0 0,-2 1-1 0 0,0 1 0 0 0,-1 0 0 0 0,-2 0 0 0 0,0 1 0 0 0,6 31 0 0 0,5 6-392 0 0,-9-28-341 0 0,7 18-686 0 0,-7-18-4057 0 0,-2-7-1261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1.3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88 11058 0 0,'0'0'25'0'0,"0"0"0"0"0,0 0-1 0 0,0 0 1 0 0,-1 0 0 0 0,1 0-1 0 0,0 0 1 0 0,0-1-1 0 0,0 1 1 0 0,0 0 0 0 0,0 0-1 0 0,0 0 1 0 0,-1 0 0 0 0,1 0-1 0 0,0 0 1 0 0,0 0 0 0 0,0-1-1 0 0,0 1 1 0 0,0 0 0 0 0,0 0-1 0 0,0 0 1 0 0,0 0-1 0 0,0 0 1 0 0,0-1 0 0 0,0 1-1 0 0,0 0 1 0 0,0 0 0 0 0,0 0-1 0 0,0 0 1 0 0,0-1 0 0 0,0 1-1 0 0,0 0 1 0 0,0 0-1 0 0,0 0 1 0 0,0 0 0 0 0,0-1-1 0 0,0 1 1 0 0,0 0 0 0 0,0 0-1 0 0,0 0 1 0 0,0 0 0 0 0,0 0-1 0 0,0-1 1 0 0,0 1 0 0 0,0 0-1 0 0,1 0 1 0 0,-1 0-1 0 0,0 0 1 0 0,0 0 0 0 0,11-8 720 0 0,14-4 24 0 0,12-3-795 0 0,1 3 0 0 0,0 1-1 0 0,61-10 1 0 0,-71 18 26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3.8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10138 0 0,'11'14'11177'0'0,"-5"-7"-11095"0"0,0 1-1 0 0,0 0 1 0 0,-1 0-1 0 0,-1 1 1 0 0,1-1-1 0 0,-2 1 1 0 0,1 0-1 0 0,-1 0 1 0 0,0 0-1 0 0,-1 1 1 0 0,3 17-1 0 0,-4-7 71 0 0,-1 0 0 0 0,0 0 0 0 0,-2 0 0 0 0,-6 36 0 0 0,6-45-152 0 0,2 0 0 0 0,-1 0 0 0 0,1-1 0 0 0,1 1 0 0 0,0 0 0 0 0,0 0 0 0 0,1-1 0 0 0,1 1 0 0 0,6 17 0 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4.0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1 9674 0 0,'-6'14'5577'0'0,"6"-11"-5049"0"0,0 1-136 0 0,3-2-23 0 0,0 0-9 0 0,0-2-736 0 0,2-2-145 0 0,1 0-31 0 0,0-1-8 0 0,2 0 432 0 0,-1-1 128 0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4.4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47 10594 0 0,'2'1'219'0'0,"-1"-1"-1"0"0,1 1 0 0 0,-1 0 1 0 0,0 0-1 0 0,0 0 1 0 0,0 0-1 0 0,1 0 0 0 0,-1 0 1 0 0,0 0-1 0 0,0 0 1 0 0,0 0-1 0 0,0 0 0 0 0,-1 0 1 0 0,1 1-1 0 0,0-1 0 0 0,0 0 1 0 0,0 3-1 0 0,12 24 1460 0 0,-5 1-729 0 0,0 0 0 0 0,4 33 0 0 0,-7-30-820 0 0,14 46 0 0 0,-19-78-140 0 0,0 0-1 0 0,0 0 0 0 0,0 1 1 0 0,0-1-1 0 0,0 0 1 0 0,0 0-1 0 0,0 0 1 0 0,0 1-1 0 0,0-1 1 0 0,0 0-1 0 0,0 0 0 0 0,0 0 1 0 0,0 1-1 0 0,0-1 1 0 0,0 0-1 0 0,0 0 1 0 0,0 0-1 0 0,0 1 1 0 0,1-1-1 0 0,-1 0 0 0 0,0 0 1 0 0,0 0-1 0 0,0 0 1 0 0,0 1-1 0 0,0-1 1 0 0,0 0-1 0 0,1 0 1 0 0,-1 0-1 0 0,0 0 1 0 0,0 0-1 0 0,0 0 0 0 0,0 1 1 0 0,0-1-1 0 0,1 0 1 0 0,-1 0-1 0 0,0 0 1 0 0,0 0-1 0 0,0 0 1 0 0,1 0-1 0 0,-1 0 0 0 0,0 0 1 0 0,0 0-1 0 0,0 0 1 0 0,1 0-1 0 0,-1 0 1 0 0,0 0-1 0 0,0 0 1 0 0,0 0-1 0 0,1 0 0 0 0,-1 0 1 0 0,4-13-1447 0 0,0-20-1235 0 0,-3 32 2661 0 0,-1-8-699 0 0,4-35-1718 0 0,10-47 0 0 0,-12 79 2659 0 0,1 1 0 0 0,0-1 0 0 0,1 1 0 0 0,0 0 0 0 0,1 0 0 0 0,0 1 0 0 0,1-1-1 0 0,0 1 1 0 0,10-12 0 0 0,-15 20-152 0 0,0 1-1 0 0,1-1 1 0 0,-1 1-1 0 0,0 0 0 0 0,1-1 1 0 0,-1 1-1 0 0,1 0 0 0 0,-1 0 1 0 0,1 0-1 0 0,0 0 1 0 0,-1 0-1 0 0,1 0 0 0 0,0 1 1 0 0,0-1-1 0 0,0 0 1 0 0,-1 1-1 0 0,1 0 0 0 0,0-1 1 0 0,0 1-1 0 0,0 0 1 0 0,0 0-1 0 0,0 0 0 0 0,3 0 1 0 0,-2 1 147 0 0,0 1 1 0 0,0-1-1 0 0,0 0 1 0 0,0 1 0 0 0,0 0-1 0 0,0-1 1 0 0,0 1-1 0 0,0 1 1 0 0,-1-1-1 0 0,1 0 1 0 0,-1 0 0 0 0,3 4-1 0 0,6 9 781 0 0,0 0-1 0 0,-2 0 1 0 0,15 31-1 0 0,-23-44-979 0 0,30 72-3552 0 0,-23-56-2158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4.7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7834 0 0,'1'2'400'0'0,"0"1"1"0"0,1-1-1 0 0,-1 0 0 0 0,1 0 1 0 0,-1 0-1 0 0,1 1 1 0 0,0-1-1 0 0,-1-1 1 0 0,1 1-1 0 0,0 0 0 0 0,3 1 1 0 0,5 7 867 0 0,2 5-87 0 0,0 1 0 0 0,-1 0 0 0 0,0 1 1 0 0,-1 0-1 0 0,12 31 0 0 0,27 96-827 0 0,-17-42-6127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4.9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0 144 4609 0 0,'0'-4'168'0'0,"0"-1"1"0"0,1 1-1 0 0,-1 0 1 0 0,1-1-1 0 0,0 1 1 0 0,0 0 0 0 0,1 0-1 0 0,-1 0 1 0 0,1 0-1 0 0,0 0 1 0 0,0 0-1 0 0,0 0 1 0 0,1 1-1 0 0,-1-1 1 0 0,1 1-1 0 0,0-1 1 0 0,0 1-1 0 0,0 0 1 0 0,6-5-1 0 0,2 0 693 0 0,1 0 0 0 0,-1 1 1 0 0,1 0-1 0 0,0 1 0 0 0,1 0 0 0 0,18-5 0 0 0,-26 9-632 0 0,-1 1 0 0 0,1-1 1 0 0,-1 1-1 0 0,1 0 0 0 0,0 0 0 0 0,-1 1 0 0 0,1 0 0 0 0,0-1 0 0 0,0 2 0 0 0,-1-1 0 0 0,1 0 0 0 0,0 1 0 0 0,0 0 0 0 0,-1 0 0 0 0,1 0 1 0 0,-1 1-1 0 0,1 0 0 0 0,-1 0 0 0 0,0 0 0 0 0,1 0 0 0 0,-1 0 0 0 0,4 4 0 0 0,-6-4-178 0 0,0 1 0 0 0,0 0 0 0 0,-1 0 0 0 0,1-1 0 0 0,-1 1 0 0 0,1 0 0 0 0,-1 0 0 0 0,0 0 0 0 0,0 0 0 0 0,0 1 0 0 0,0-1 0 0 0,-1 0 0 0 0,1 0 0 0 0,-1 1 0 0 0,0-1-1 0 0,0 0 1 0 0,0 0 0 0 0,0 1 0 0 0,-1-1 0 0 0,1 0 0 0 0,-1 0 0 0 0,0 0 0 0 0,0 1 0 0 0,0-1 0 0 0,0 0 0 0 0,-3 4 0 0 0,-3 8-132 0 0,-1 1 1 0 0,-1-1-1 0 0,-15 20 1 0 0,-11 8-1254 0 0,27-34 286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5.3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1 104 12443 0 0,'0'22'2145'0'0,"2"0"0"0"0,5 30 1 0 0,-5-40-1813 0 0,1-1 0 0 0,0 0 1 0 0,1 0-1 0 0,0 0 1 0 0,1 0-1 0 0,7 12 1 0 0,-12-22-359 0 0,0-1 1 0 0,1 1 0 0 0,-1 0 0 0 0,1 0 0 0 0,-1-1-1 0 0,1 1 1 0 0,-1 0 0 0 0,1-1 0 0 0,-1 1 0 0 0,1-1-1 0 0,0 1 1 0 0,-1-1 0 0 0,1 1 0 0 0,0-1 0 0 0,-1 1-1 0 0,1-1 1 0 0,0 1 0 0 0,0-1 0 0 0,-1 0 0 0 0,1 1 0 0 0,0-1-1 0 0,0 0 1 0 0,0 0 0 0 0,-1 0 0 0 0,1 0 0 0 0,0 0-1 0 0,1 0 1 0 0,0 0-101 0 0,-1-1 0 0 0,0 0 0 0 0,1 1 0 0 0,-1-1 0 0 0,0 0 0 0 0,0 0 0 0 0,0 0 0 0 0,0 0 0 0 0,1 0 0 0 0,-1 0 0 0 0,-1 0 0 0 0,1-1 0 0 0,0 1-1 0 0,1-2 1 0 0,4-9-1398 0 0,0-1-1 0 0,8-24 0 0 0,-10 25 589 0 0,45-97-4568 0 0,6 7 14671 0 0,-54 102-8964 0 0,16 12 2984 0 0,16 30-2415 0 0,-28-36-337 0 0,15 24-466 0 0,17 22-395 0 0,-34-48 6 0 0,0-1 0 0 0,1 1-1 0 0,-1-1 1 0 0,1 0 0 0 0,0 0-1 0 0,0 0 1 0 0,0 0 0 0 0,1-1-1 0 0,-1 1 1 0 0,5 1 0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5.5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7370 0 0,'0'0'568'0'0,"16"15"5852"0"0,-9-5-5216 0 0,-1 0 1 0 0,1 0 0 0 0,-1 1-1 0 0,-1 0 1 0 0,7 21-1 0 0,14 65 268 0 0,-1-6-1512 0 0,-20-78-610 0 0,-2-3-192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5.7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95 12443 0 0,'85'-20'5273'0'0,"-11"-9"-3738"0"0,34-12-2926 0 0,-94 37 359 0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6.4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0 10138 0 0,'0'0'165'0'0,"1"0"-1"0"0,-1 0 0 0 0,1 0 1 0 0,-1 1-1 0 0,1-1 0 0 0,0 0 1 0 0,-1 0-1 0 0,1 0 0 0 0,-1 0 1 0 0,1 1-1 0 0,-1-1 1 0 0,1 0-1 0 0,-1 0 0 0 0,0 1 1 0 0,1-1-1 0 0,-1 0 0 0 0,1 1 1 0 0,-1-1-1 0 0,0 1 1 0 0,1-1-1 0 0,-1 0 0 0 0,0 1 1 0 0,1-1-1 0 0,-1 1 0 0 0,0-1 1 0 0,1 1-1 0 0,-1-1 0 0 0,0 1 1 0 0,0-1-1 0 0,0 1 1 0 0,0-1-1 0 0,0 1 0 0 0,1 0 1 0 0,-1-1-1 0 0,0 1 0 0 0,0-1 1 0 0,0 1-1 0 0,0-1 1 0 0,-1 1-1 0 0,1 0 0 0 0,-6 27 1619 0 0,4-18-1418 0 0,-2 20 63 0 0,2 1-1 0 0,1 0 0 0 0,2-1 1 0 0,1 1-1 0 0,1 0 0 0 0,12 50 1 0 0,-10-65-477 0 0,0 0 1 0 0,1 0 0 0 0,0 0 0 0 0,15 25-1 0 0,-11-24-441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3:59.4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280 918 5065 0 0,'-6'3'443'0'0,"6"-2"-423"0"0,-1-1 0 0 0,0 1 0 0 0,0 0 0 0 0,0-1 1 0 0,1 1-1 0 0,-1-1 0 0 0,0 1 0 0 0,1 0 0 0 0,-1 0 0 0 0,0-1 0 0 0,1 1 0 0 0,-1 0 0 0 0,1 0 0 0 0,-1 0 0 0 0,1 0 0 0 0,-1 1 0 0 0,13-23 2095 0 0,-10 18-2089 0 0,1-1 1 0 0,-1 1 0 0 0,0-1-1 0 0,0 1 1 0 0,-1-1 0 0 0,1 0-1 0 0,-1 0 1 0 0,0 0 0 0 0,0 0-1 0 0,0 0 1 0 0,0 0-1 0 0,-1 0 1 0 0,1 0 0 0 0,-1 0-1 0 0,0 0 1 0 0,-1 0 0 0 0,1 0-1 0 0,-2-6 1 0 0,-1-1 10 0 0,-1 0 1 0 0,0 0-1 0 0,-1 0 1 0 0,0 0-1 0 0,-1 1 1 0 0,-11-16-1 0 0,-49-56 1835 0 0,35 46-1106 0 0,14 13-478 0 0,0-1-1 0 0,1 0 0 0 0,2-1 0 0 0,0-1 0 0 0,2 0 0 0 0,1-1 0 0 0,1 0 0 0 0,-12-52 0 0 0,16 45-343 0 0,1 0 0 0 0,1 1 0 0 0,2-2-1 0 0,1 1 1 0 0,2 0 0 0 0,2 0-1 0 0,8-41 1 0 0,-6 43-4782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04.3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405 1078 2304 0 0,'9'-1'11779'0'0,"-12"-3"-11686"0"0,0 1-1 0 0,0-1 1 0 0,-1 1 0 0 0,1 0-1 0 0,-1 0 1 0 0,0 1 0 0 0,0-1 0 0 0,0 1-1 0 0,0 0 1 0 0,-5-2 0 0 0,-54-19 1121 0 0,0 1-351 0 0,56 18-777 0 0,1 1 0 0 0,-1-1 0 0 0,1 0 1 0 0,-1-1-1 0 0,1 0 0 0 0,1 0 1 0 0,-1 0-1 0 0,1 0 0 0 0,0-1 0 0 0,0 0 1 0 0,0 0-1 0 0,-6-13 0 0 0,6 9 1 0 0,1-1-1 0 0,1 1 1 0 0,-1-1-1 0 0,2 0 1 0 0,-1 0-1 0 0,2 0 1 0 0,-1-1 0 0 0,1-12-1 0 0,2-63 311 0 0,13-99-1 0 0,1-46-238 0 0,-17 195 13 0 0,-3-1-1 0 0,0 1 1 0 0,-3 0 0 0 0,-1 1-1 0 0,-27-68 1 0 0,36 103-170 0 0,0 0 0 0 0,-1 0-1 0 0,1 0 1 0 0,0 1 0 0 0,-1-1-1 0 0,1 0 1 0 0,-1 0 0 0 0,1 0 0 0 0,-1 1-1 0 0,1-1 1 0 0,-1 0 0 0 0,0 1-1 0 0,1-1 1 0 0,-1 0 0 0 0,0 1 0 0 0,0-1-1 0 0,1 1 1 0 0,-1-1 0 0 0,0 1 0 0 0,0-1-1 0 0,0 1 1 0 0,0 0 0 0 0,0 0-1 0 0,1-1 1 0 0,-1 1 0 0 0,0 0 0 0 0,0 0-1 0 0,0 0 1 0 0,0 0 0 0 0,-2 0-1 0 0,0 0 52 0 0,0 1 0 0 0,0 0 0 0 0,0 0 0 0 0,1 0 0 0 0,-1 0 0 0 0,0 0 0 0 0,0 1 0 0 0,1-1 0 0 0,-1 1 0 0 0,-2 2 0 0 0,-26 26-1370 0 0,29-28 753 0 0,1 1 0 0 0,-1-1 0 0 0,0 1 0 0 0,1-1 0 0 0,0 1 0 0 0,0-1 0 0 0,-1 1 0 0 0,1 0-1 0 0,0 3 1 0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05.0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234 1583 5065 0 0,'-24'13'2533'0'0,"18"-11"-2023"0"0,0 0 0 0 0,0-1-1 0 0,0 1 1 0 0,0-2 0 0 0,0 1 0 0 0,-1 0 0 0 0,1-1 0 0 0,0 0 0 0 0,0-1 0 0 0,0 1 0 0 0,-11-4 0 0 0,12 3-338 0 0,-1-2 0 0 0,0 1 0 0 0,1-1 1 0 0,0 0-1 0 0,0 0 0 0 0,0 0 0 0 0,0-1 0 0 0,0 1 0 0 0,1-1 0 0 0,-1-1 1 0 0,1 1-1 0 0,0 0 0 0 0,1-1 0 0 0,-1 0 0 0 0,1 0 0 0 0,0 0 0 0 0,0 0 1 0 0,-4-11-1 0 0,-1-6 96 0 0,0 0 0 0 0,2-1 1 0 0,1 1-1 0 0,1-1 0 0 0,0 0 1 0 0,2-1-1 0 0,1-29 1 0 0,3-14 21 0 0,14-84 1 0 0,-5 78-145 0 0,3-1-1 0 0,4 2 0 0 0,3 1 1 0 0,2 0-1 0 0,4 1 0 0 0,3 2 1 0 0,69-115-1 0 0,-55 114-80 0 0,84-146 244 0 0,-123 206-261 0 0,-1 0 1 0 0,0-1 0 0 0,-1 1 0 0 0,3-16 0 0 0,-5 23-85 0 0,0 0 0 0 0,-1 0 1 0 0,1 0-1 0 0,-1 0 0 0 0,0 0 1 0 0,0-1-1 0 0,0 1 1 0 0,0 0-1 0 0,0 0 0 0 0,0 0 1 0 0,-1-1-1 0 0,1 1 0 0 0,-1 0 1 0 0,1 0-1 0 0,-1 0 1 0 0,0 0-1 0 0,0 0 0 0 0,0 0 1 0 0,0 0-1 0 0,0 0 0 0 0,0 0 1 0 0,-1 1-1 0 0,1-1 1 0 0,-1 0-1 0 0,1 1 0 0 0,-1-1 1 0 0,-2-1-1 0 0,-1 1-1292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06.0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82 39 4145 0 0,'-29'13'1867'0'0,"20"-9"-722"0"0,0 0 1 0 0,0 0-1 0 0,-14 10 0 0 0,22-14-1119 0 0,1 0 1 0 0,0 0-1 0 0,0 0 0 0 0,0 0 1 0 0,0 0-1 0 0,0 0 0 0 0,0 0 1 0 0,0 1-1 0 0,0-1 0 0 0,0 0 1 0 0,0 0-1 0 0,0 0 0 0 0,-1 0 1 0 0,1 0-1 0 0,0 0 27 0 0,0 0-27 0 0,0 0 0 0 0,0 0 1 0 0,0 0-1 0 0,0 0 1 0 0,0 0-1 0 0,0 0 0 0 0,0 0 1 0 0,0 1-1 0 0,0-1 0 0 0,0 0 1 0 0,0 0-1 0 0,0 0 0 0 0,0 0 1 0 0,0 0-1 0 0,0 0 0 0 0,0 0 1 0 0,0 0-1 0 0,0 0 0 0 0,0 0 1 0 0,0 1-1 0 0,0-1 0 0 0,0 0 1 0 0,0 0-1 0 0,0 0 0 0 0,0 0 1 0 0,0 0-1 0 0,0 0 0 0 0,0 0 1 0 0,0 0-1 0 0,0 0 0 0 0,0 0 1 0 0,0 0-1 0 0,0 1 1 0 0,0-1-1 0 0,0 0 0 0 0,0 0 1 0 0,0 0-1 0 0,1 0 0 0 0,-1 0 1 0 0,0 0-1 0 0,0 0 0 0 0,0 0 1 0 0,0 0-1 0 0,0 0 0 0 0,0 0 1 0 0,0 0-1 0 0,0 0 0 0 0,0 0 1 0 0,0 0-1 0 0,0 0 0 0 0,1 0 1 0 0,-1 0-1 0 0,11 1 606 0 0,12-3-251 0 0,160-44 630 0 0,-73 14-997 0 0,-109 32-14 0 0,-1 0 0 0 0,1-1 0 0 0,0 1 0 0 0,0 0-1 0 0,0 0 1 0 0,0-1 0 0 0,-1 1 0 0 0,1 0 0 0 0,0 0 0 0 0,0 0 0 0 0,0 0-1 0 0,0 0 1 0 0,0 0 0 0 0,0 0 0 0 0,-1 0 0 0 0,1 0 0 0 0,0 1 0 0 0,0-1-1 0 0,0 0 1 0 0,0 0 0 0 0,-1 1 0 0 0,1-1 0 0 0,0 1 0 0 0,0-1 0 0 0,-1 1-1 0 0,1-1 1 0 0,0 1 0 0 0,-1-1 0 0 0,1 1 0 0 0,0 0 0 0 0,0 2 22 0 0,0-1 1 0 0,-1 1 0 0 0,1-1-1 0 0,-1 1 1 0 0,1 0 0 0 0,-1-1-1 0 0,0 1 1 0 0,-1 4-1 0 0,1 6 181 0 0,-2 59 588 0 0,2 55 373 0 0,1-107-1419 0 0,1 0-1 0 0,0 0 1 0 0,2-1 0 0 0,7 24-1 0 0,-6-28-5321 0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06.73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109 113 7834 0 0,'-1'-1'161'0'0,"1"0"1"0"0,-1 0 0 0 0,0-1 0 0 0,1 1-1 0 0,-1 0 1 0 0,0 0 0 0 0,0 0 0 0 0,1 0-1 0 0,-1 0 1 0 0,0 0 0 0 0,0 0 0 0 0,0 1 0 0 0,0-1-1 0 0,0 0 1 0 0,0 0 0 0 0,-1 1 0 0 0,-1-2-1 0 0,-22-10 1967 0 0,24 12-1917 0 0,0-1-104 0 0,0 0 0 0 0,-1 0 0 0 0,1 1-1 0 0,-1-1 1 0 0,1 0 0 0 0,-1 1 0 0 0,0-1-1 0 0,1 1 1 0 0,-1 0 0 0 0,1-1 0 0 0,-1 1 0 0 0,0 0-1 0 0,1 0 1 0 0,-1 0 0 0 0,0 0 0 0 0,1 0 0 0 0,-1 1-1 0 0,0-1 1 0 0,1 0 0 0 0,-1 1 0 0 0,1-1 0 0 0,-1 1-1 0 0,1 0 1 0 0,-1-1 0 0 0,1 1 0 0 0,-1 0 0 0 0,1 0-1 0 0,-1 0 1 0 0,1 0 0 0 0,0 0 0 0 0,0 0 0 0 0,0 0-1 0 0,-1 1 1 0 0,1-1 0 0 0,0 0 0 0 0,1 1 0 0 0,-1-1-1 0 0,-1 2 1 0 0,0 3 17 0 0,0-1-1 0 0,1 0 1 0 0,0 1-1 0 0,0-1 1 0 0,0 1-1 0 0,0 0 1 0 0,1-1-1 0 0,0 1 0 0 0,1 10 1 0 0,1-4-134 0 0,0 0 0 0 0,0 0 1 0 0,1 0-1 0 0,0 0 0 0 0,1-1 0 0 0,0 1 1 0 0,1-1-1 0 0,1 0 0 0 0,9 15 0 0 0,-11-20 1 0 0,1-1 0 0 0,-1 1 0 0 0,1-1 0 0 0,0 0 0 0 0,1-1 0 0 0,-1 1 0 0 0,1-1 0 0 0,0 0-1 0 0,0 0 1 0 0,0-1 0 0 0,0 0 0 0 0,1 0 0 0 0,-1 0 0 0 0,1-1 0 0 0,0 0 0 0 0,-1 0 0 0 0,15 1 0 0 0,-6-2 1 0 0,-1-1 0 0 0,1 0 1 0 0,0-1-1 0 0,-1-1 1 0 0,1 0-1 0 0,-1-1 1 0 0,1 0-1 0 0,-1-1 1 0 0,17-8-1 0 0,-22 9-1 0 0,0-1-1 0 0,-1 0 0 0 0,0-1 0 0 0,0 0 1 0 0,0 0-1 0 0,0-1 0 0 0,-1 0 1 0 0,0 0-1 0 0,0 0 0 0 0,-1-1 0 0 0,1 0 1 0 0,-2-1-1 0 0,1 1 0 0 0,-1-1 1 0 0,7-14-1 0 0,-10 18 20 0 0,0-1 0 0 0,-1 1 0 0 0,0 0 0 0 0,0-1-1 0 0,0 0 1 0 0,0 1 0 0 0,0-1 0 0 0,-1 1 0 0 0,0-1 0 0 0,0 0 0 0 0,-1 1 0 0 0,1-1 0 0 0,-1 1 0 0 0,0-1 0 0 0,0 1 0 0 0,-3-9 0 0 0,1 6 166 0 0,-1 1 0 0 0,0 0-1 0 0,0 0 1 0 0,0 0 0 0 0,-1 1 0 0 0,1-1 0 0 0,-1 1 0 0 0,-1 0 0 0 0,-10-8 0 0 0,0 2-343 0 0,0 1 0 0 0,-1 1 0 0 0,-33-14 1 0 0,-12 2-4735 0 0,46 16-1265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07.2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93 8754 0 0,'2'3'7733'0'0,"7"14"-7554"0"0,12 28 986 0 0,-16-33-1063 0 0,0 0 1 0 0,1 0-1 0 0,0-1 1 0 0,0 0-1 0 0,17 20 1 0 0,-21-29-117 0 0,1 1-1 0 0,0-1 1 0 0,0 0 0 0 0,0 0 0 0 0,0 0 0 0 0,0 0-1 0 0,0 0 1 0 0,1-1 0 0 0,-1 1 0 0 0,0-1-1 0 0,1 0 1 0 0,-1 0 0 0 0,1 0 0 0 0,0-1-1 0 0,-1 1 1 0 0,1-1 0 0 0,0 0 0 0 0,-1 0-1 0 0,1 0 1 0 0,0 0 0 0 0,-1-1 0 0 0,1 1 0 0 0,-1-1-1 0 0,1 0 1 0 0,4-2 0 0 0,-1 1-85 0 0,-1-1-1 0 0,1 1 1 0 0,-1-1 0 0 0,1-1 0 0 0,-1 1 0 0 0,0-1-1 0 0,-1 0 1 0 0,1 0 0 0 0,-1-1 0 0 0,1 0 0 0 0,-1 0-1 0 0,-1 0 1 0 0,1 0 0 0 0,-1-1 0 0 0,0 0-1 0 0,0 0 1 0 0,6-12 0 0 0,-2-4 308 0 0,0 0 0 0 0,-1 0 0 0 0,-2-1 1 0 0,4-23-1 0 0,-3 12 1235 0 0,-5 33-1387 0 0,-1 1 0 0 0,0-1 1 0 0,1 1-1 0 0,-1-1 0 0 0,1 1 0 0 0,0 0 0 0 0,-1-1 1 0 0,1 1-1 0 0,-1 0 0 0 0,1-1 0 0 0,0 1 0 0 0,-1 0 1 0 0,1 0-1 0 0,-1-1 0 0 0,1 1 0 0 0,0 0 0 0 0,-1 0 1 0 0,1 0-1 0 0,0 0 0 0 0,0 0 0 0 0,-1 0 0 0 0,1 0 1 0 0,0 0-1 0 0,-1 0 0 0 0,1 0 0 0 0,0 0 0 0 0,-1 1 0 0 0,1-1 1 0 0,0 0-1 0 0,-1 0 0 0 0,1 1 0 0 0,-1-1 0 0 0,1 0 1 0 0,0 1-1 0 0,-1-1 0 0 0,1 0 0 0 0,0 2 0 0 0,26 13 59 0 0,-13-2-43 0 0,-1 0 1 0 0,-1 1 0 0 0,0 1 0 0 0,18 27 0 0 0,-20-27-258 0 0,1 0 0 0 0,0 0 0 0 0,1-1 0 0 0,24 22 0 0 0,-26-29-759 0 0,0-1-260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07.4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63 12 5529 0 0,'-1'-1'213'0'0,"-1"-1"-1"0"0,1 1 1 0 0,0 0-1 0 0,0 1 1 0 0,-1-1-1 0 0,1 0 1 0 0,0 0-1 0 0,-1 0 1 0 0,1 1 0 0 0,-1-1-1 0 0,1 1 1 0 0,-1-1-1 0 0,1 1 1 0 0,-1 0-1 0 0,1-1 1 0 0,-1 1-1 0 0,1 0 1 0 0,-1 0-1 0 0,0 0 1 0 0,1 0-1 0 0,-1 0 1 0 0,1 1-1 0 0,-1-1 1 0 0,1 0 0 0 0,-1 1-1 0 0,1-1 1 0 0,-1 1-1 0 0,1-1 1 0 0,-1 1-1 0 0,1 0 1 0 0,0 0-1 0 0,-1 0 1 0 0,1 0-1 0 0,0 0 1 0 0,0 0-1 0 0,0 0 1 0 0,-1 0-1 0 0,1 0 1 0 0,0 0 0 0 0,1 0-1 0 0,-1 1 1 0 0,0-1-1 0 0,0 1 1 0 0,0-1-1 0 0,1 0 1 0 0,-1 1-1 0 0,1-1 1 0 0,-1 1-1 0 0,1-1 1 0 0,0 1-1 0 0,-1-1 1 0 0,1 1 0 0 0,0 0-1 0 0,0-1 1 0 0,0 1-1 0 0,0-1 1 0 0,0 1-1 0 0,1-1 1 0 0,-1 3-1 0 0,6 59 1348 0 0,24 103-1 0 0,-25-146-1618 0 0,1 0-1 0 0,1 0 0 0 0,1-1 0 0 0,1 0 0 0 0,0-1 0 0 0,1 0 0 0 0,1 0 1 0 0,1-1-1 0 0,16 18 0 0 0,9 2-4329 0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07.7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17 190 3681 0 0,'-1'0'55'0'0,"1"0"0"0"0,-1 0 0 0 0,1 0 0 0 0,-1 0 0 0 0,0 0 0 0 0,1 0 0 0 0,-1 0 0 0 0,1 0 0 0 0,-1 0 0 0 0,1 0 0 0 0,-1 0 0 0 0,0-1 0 0 0,1 1 0 0 0,-1 0 0 0 0,1 0 0 0 0,-1-1 1 0 0,1 1-1 0 0,-1 0 0 0 0,1 0 0 0 0,-1-1 0 0 0,1 1 0 0 0,0-1 0 0 0,-1 1 0 0 0,1 0 0 0 0,-1-1 0 0 0,1 1 0 0 0,0-1 0 0 0,-1 1 0 0 0,1-1 0 0 0,0 1 0 0 0,0-1 0 0 0,-1 1 0 0 0,1-1 0 0 0,0 1 0 0 0,0-1 0 0 0,0 1 0 0 0,0-1 0 0 0,0 0 0 0 0,0 1 0 0 0,0-1 1 0 0,0 1-1 0 0,0-1 0 0 0,0 1 0 0 0,0-1 0 0 0,0 0 0 0 0,0 1 0 0 0,0-1 0 0 0,0 1 0 0 0,0-1 0 0 0,1 0 0 0 0,22-27 3413 0 0,-22 27-3473 0 0,16-14 1110 0 0,0 0 0 0 0,2 2 0 0 0,0 0 0 0 0,0 1 0 0 0,32-15 0 0 0,3 4-1887 0 0,-2 3-3284 0 0,-37 16 3679 0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08.2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8754 0 0,'2'0'274'0'0,"0"0"0"0"0,-1 1 0 0 0,1-1 0 0 0,0 1 0 0 0,0 0 1 0 0,-1-1-1 0 0,1 1 0 0 0,-1 0 0 0 0,1 0 0 0 0,0 0 0 0 0,-1 0 0 0 0,0 0 0 0 0,1 1 0 0 0,-1-1 1 0 0,0 0-1 0 0,1 1 0 0 0,-1-1 0 0 0,0 1 0 0 0,0-1 0 0 0,0 1 0 0 0,0-1 0 0 0,-1 1 0 0 0,1 0 0 0 0,0 1 1 0 0,2 3 209 0 0,-1 0 0 0 0,0 0 1 0 0,-1 0-1 0 0,1 0 1 0 0,-1 0-1 0 0,0 7 0 0 0,-9 213 2084 0 0,-1-71-3377 0 0,9-112-3133 0 0,7 68 0 0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08.5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62 4145 0 0,'61'-40'4705'0'0,"-55"37"-4269"0"0,0 0-1 0 0,1 0 1 0 0,-1 1-1 0 0,1-1 1 0 0,-1 1-1 0 0,1 1 1 0 0,-1-1-1 0 0,11 0 0 0 0,-15 2-353 0 0,-1 0 0 0 0,0 0 1 0 0,1 1-1 0 0,-1-1 0 0 0,0 1 0 0 0,0-1 0 0 0,0 1 0 0 0,1-1 0 0 0,-1 1 0 0 0,0 0 0 0 0,0-1 0 0 0,0 1 0 0 0,0 0 0 0 0,0 0 0 0 0,0 0 0 0 0,0 0 0 0 0,0 0 0 0 0,0 0 0 0 0,-1 0 0 0 0,1 0 0 0 0,0 0 0 0 0,-1 0 0 0 0,1 0 0 0 0,-1 1 0 0 0,1-1 0 0 0,-1 0 0 0 0,1 0 0 0 0,-1 1 0 0 0,0-1 0 0 0,0 0 0 0 0,1 1 1 0 0,-1-1-1 0 0,0 0 0 0 0,0 1 0 0 0,0-1 0 0 0,-1 0 0 0 0,1 2 0 0 0,-1 6 171 0 0,1 0 0 0 0,-2 1 0 0 0,-3 16 1 0 0,-21 48 301 0 0,23-67-525 0 0,0-1-1 0 0,-1 0 1 0 0,1 1-1 0 0,-1-1 1 0 0,-1 0-1 0 0,1-1 1 0 0,-1 1 0 0 0,-9 8-1 0 0,13-13-112 0 0,0-1 0 0 0,0 1 0 0 0,0 0 1 0 0,0-1-1 0 0,0 1 0 0 0,0-1 0 0 0,0 0 0 0 0,0 1 0 0 0,0-1 0 0 0,0 0 0 0 0,-1 0 1 0 0,1 1-1 0 0,0-1 0 0 0,0 0 0 0 0,0 0 0 0 0,0 0 0 0 0,0 0 0 0 0,0-1 0 0 0,-2 1 0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08.98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2761 0 0,'3'8'10593'0'0,"10"37"-6664"0"0,-10-30-3495 0 0,2 0 0 0 0,-1 0-1 0 0,13 25 1 0 0,-15-36-444 0 0,0 0 0 0 0,1-1 0 0 0,-1 1 0 0 0,1-1-1 0 0,-1 0 1 0 0,1 0 0 0 0,0 0 0 0 0,0 0 0 0 0,0 0-1 0 0,1-1 1 0 0,-1 1 0 0 0,0-1 0 0 0,1 0 0 0 0,0 0 0 0 0,0 0-1 0 0,-1-1 1 0 0,1 1 0 0 0,0-1 0 0 0,6 1 0 0 0,-8-2-62 0 0,1 0-1 0 0,0 0 1 0 0,0 0 0 0 0,0-1 0 0 0,0 1 0 0 0,-1-1-1 0 0,1 0 1 0 0,0 0 0 0 0,-1 0 0 0 0,1 0 0 0 0,0 0 0 0 0,-1-1-1 0 0,0 1 1 0 0,1-1 0 0 0,-1 0 0 0 0,0 1 0 0 0,0-1-1 0 0,0 0 1 0 0,0 0 0 0 0,0-1 0 0 0,3-2 0 0 0,5-9-658 0 0,0 0-1 0 0,10-19 1 0 0,-16 26 474 0 0,7-14-455 0 0,-9 15 649 0 0,1 0 1 0 0,0 0-1 0 0,0 1 0 0 0,1-1 0 0 0,0 1 0 0 0,0 0 0 0 0,0 0 0 0 0,7-7 0 0 0,-11 12 89 0 0,1 0 0 0 0,-1 0-1 0 0,1 0 1 0 0,-1 0 0 0 0,1 0-1 0 0,-1-1 1 0 0,1 1 0 0 0,-1 0 0 0 0,1 0-1 0 0,-1 0 1 0 0,1 1 0 0 0,-1-1-1 0 0,1 0 1 0 0,-1 0 0 0 0,1 0-1 0 0,-1 0 1 0 0,1 0 0 0 0,-1 0 0 0 0,0 1-1 0 0,1-1 1 0 0,-1 0 0 0 0,1 0-1 0 0,-1 1 1 0 0,0-1 0 0 0,1 0-1 0 0,-1 1 1 0 0,1-1 0 0 0,-1 0 0 0 0,0 1-1 0 0,0-1 1 0 0,1 1 0 0 0,-1-1-1 0 0,0 0 1 0 0,0 1 0 0 0,1-1-1 0 0,-1 1 1 0 0,0-1 0 0 0,0 1 0 0 0,0-1-1 0 0,0 1 1 0 0,0-1 0 0 0,0 1-1 0 0,9 28 1236 0 0,-8-22-779 0 0,6 23 621 0 0,-3-13-559 0 0,1-1 0 0 0,11 28 0 0 0,-14-39-663 0 0,0 0 1 0 0,1-1 0 0 0,0 1 0 0 0,0-1-1 0 0,0 0 1 0 0,1 0 0 0 0,-1 0 0 0 0,1 0 0 0 0,0 0-1 0 0,0-1 1 0 0,0 1 0 0 0,1-1 0 0 0,4 2-1 0 0,1 0-1309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09.2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4609 0 0,'1'1'11278'0'0,"13"18"-7923"0"0,19 32-2017 0 0,-17-14-766 0 0,14 48 0 0 0,-17-45-356 0 0,29 60 0 0 0,-37-90-590 0 0,1 1 0 0 0,0-1 1 0 0,1 0-1 0 0,0-1 1 0 0,1 0-1 0 0,0 0 1 0 0,0 0-1 0 0,1-1 1 0 0,0-1-1 0 0,11 9 1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09.5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2 271 488 0 0,'-1'-2'151'0'0,"1"0"0"0"0,0 1 0 0 0,0-1 1 0 0,0 0-1 0 0,0 0 0 0 0,0 1 0 0 0,0-1 0 0 0,0 0 0 0 0,0 1 0 0 0,1-1 0 0 0,-1 0 1 0 0,1 1-1 0 0,-1-1 0 0 0,1 0 0 0 0,0 1 0 0 0,-1-1 0 0 0,1 1 0 0 0,0-1 0 0 0,0 1 1 0 0,0 0-1 0 0,0-1 0 0 0,1 1 0 0 0,-1 0 0 0 0,0 0 0 0 0,0-1 0 0 0,1 1 0 0 0,1-1 0 0 0,39-32 4023 0 0,-4 10-551 0 0,51-25-1 0 0,-42 27-1936 0 0,1 3-1 0 0,62-17 0 0 0,22-7-648 0 0,-131 43-1419 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18.28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251 460 3225 0 0,'24'-14'384'0'0,"1"1"-1"0"0,25-10 1 0 0,12-5 281 0 0,89-54 679 0 0,235-110 866 0 0,-342 174-2194 0 0,115-42 72 0 0,-136 53-77 0 0,0 1 0 0 0,0 1 0 0 0,1 0 0 0 0,44 0 0 0 0,-66 4-13 0 0,0 1 1 0 0,-1 0 0 0 0,1 0-1 0 0,0 0 1 0 0,-1 0-1 0 0,1 0 1 0 0,0 0-1 0 0,-1 0 1 0 0,1 0 0 0 0,0 1-1 0 0,-1-1 1 0 0,1 1-1 0 0,-1-1 1 0 0,1 1-1 0 0,-1 0 1 0 0,1 0 0 0 0,-1-1-1 0 0,1 1 1 0 0,-1 0-1 0 0,0 0 1 0 0,1 1-1 0 0,-1-1 1 0 0,0 0 0 0 0,0 0-1 0 0,0 0 1 0 0,0 1-1 0 0,1 1 1 0 0,-2 0-1 0 0,1-1-1 0 0,-1 1 1 0 0,0 0 0 0 0,-1-1 0 0 0,1 1 0 0 0,0-1-1 0 0,-1 1 1 0 0,1-1 0 0 0,-1 1 0 0 0,0-1-1 0 0,0 1 1 0 0,0-1 0 0 0,0 1 0 0 0,0-1 0 0 0,-1 0-1 0 0,1 0 1 0 0,-3 3 0 0 0,-27 39-170 0 0,-3 0 0 0 0,-44 44 1 0 0,-85 70-1101 0 0,33-41 118 0 0,25-24 8 0 0,-108 124 0 0 0,163-159 809 0 0,-160 182-903 0 0,36-37 747 0 0,143-161 663 0 0,2 2 1 0 0,3 0-1 0 0,-25 56 0 0 0,48-95-80 0 0,1 1-1 0 0,0-1 1 0 0,0 1-1 0 0,0 0 0 0 0,1 0 1 0 0,0 0-1 0 0,0 0 1 0 0,0 9-1 0 0,1-13-64 0 0,0-1 0 0 0,0 0 1 0 0,0 1-1 0 0,1-1 0 0 0,-1 0 0 0 0,0 0 0 0 0,1 1 1 0 0,-1-1-1 0 0,1 0 0 0 0,0 0 0 0 0,-1 0 1 0 0,1 0-1 0 0,0 0 0 0 0,0 0 0 0 0,0 0 0 0 0,-1 0 1 0 0,3 2-1 0 0,-1-2-8 0 0,0 0 1 0 0,0 0 0 0 0,0 0-1 0 0,0-1 1 0 0,0 1-1 0 0,0 0 1 0 0,0-1-1 0 0,0 1 1 0 0,0-1-1 0 0,0 0 1 0 0,1 0-1 0 0,-1 0 1 0 0,0 0 0 0 0,3 0-1 0 0,10-2-53 0 0,0 0-1 0 0,-1-1 0 0 0,1-1 1 0 0,0 0-1 0 0,21-11 1 0 0,71-38 14 0 0,-79 38 102 0 0,90-55 522 0 0,204-161 1 0 0,-110 72-132 0 0,63-45 106 0 0,166-110 702 0 0,-314 237-264 0 0,234-104 0 0 0,-356 179-949 0 0,0 0-1 0 0,0 0 1 0 0,0 1-1 0 0,1-1 0 0 0,-1 1 1 0 0,7 0-1 0 0,-12 1-50 0 0,1 0 0 0 0,0 0 0 0 0,-1 0 0 0 0,1 0 0 0 0,-1 0 0 0 0,1 0 0 0 0,-1 0 0 0 0,1 0 0 0 0,-1 0-1 0 0,1 0 1 0 0,-1 1 0 0 0,1-1 0 0 0,-1 0 0 0 0,1 0 0 0 0,-1 1 0 0 0,1-1 0 0 0,-1 0 0 0 0,1 0 0 0 0,-1 1 0 0 0,1-1 0 0 0,-1 1-1 0 0,0-1 1 0 0,1 0 0 0 0,-1 1 0 0 0,1 0 0 0 0,-1 1 5 0 0,0-1-1 0 0,0 0 1 0 0,0 0-1 0 0,0 1 1 0 0,0-1 0 0 0,0 0-1 0 0,0 1 1 0 0,0-1-1 0 0,-1 0 1 0 0,1 1 0 0 0,0-1-1 0 0,-1 0 1 0 0,1 0-1 0 0,-1 0 1 0 0,0 1 0 0 0,0 0-1 0 0,-13 21-114 0 0,0 0-1 0 0,-1-1 1 0 0,-29 31 0 0 0,-64 57-586 0 0,45-48 319 0 0,-224 260-884 0 0,75-80 418 0 0,56-68-1316 0 0,-202 290 1 0 0,337-431 1899 0 0,11-16 218 0 0,0-1 0 0 0,-2 0 1 0 0,1-1-1 0 0,-2 0 0 0 0,0 0 0 0 0,-22 18 0 0 0,73-80 26 0 0,227-188 725 0 0,17 19 150 0 0,-149 116-513 0 0,-24 15 88 0 0,227-155 1909 0 0,-293 215-1942 0 0,261-151 2734 0 0,12 25-473 0 0,-271 132-2307 0 0,-15 6-185 0 0,0 1 1 0 0,42-10-1 0 0,-71 21-186 0 0,0 1-1 0 0,0 0 1 0 0,0-1-1 0 0,0 1 1 0 0,0 0-1 0 0,0 0 1 0 0,0 0 0 0 0,0 0-1 0 0,0 0 1 0 0,0 0-1 0 0,0 0 1 0 0,1 0-1 0 0,-1 0 1 0 0,0 1 0 0 0,0-1-1 0 0,-1 0 1 0 0,3 1-1 0 0,-3 0 2 0 0,0-1 0 0 0,1 0 0 0 0,-1 1-1 0 0,0-1 1 0 0,0 1 0 0 0,0-1 0 0 0,0 1 0 0 0,0-1-1 0 0,0 1 1 0 0,0-1 0 0 0,0 0 0 0 0,0 1-1 0 0,0-1 1 0 0,0 1 0 0 0,0-1 0 0 0,0 1 0 0 0,0-1-1 0 0,0 1 1 0 0,0-1 0 0 0,-1 0 0 0 0,1 1-1 0 0,0-1 1 0 0,0 1 0 0 0,0-1 0 0 0,-1 0 0 0 0,0 1-1 0 0,-28 34 68 0 0,21-27-53 0 0,-93 98-576 0 0,-154 124-1 0 0,-86 97-1727 0 0,147-134 433 0 0,106-106 583 0 0,4 5-1 0 0,4 3 0 0 0,-111 170 1 0 0,185-255 1082 0 0,0 0 0 0 0,0 1 0 0 0,1 0 0 0 0,1 0 0 0 0,-5 15 0 0 0,8-25 168 0 0,1 1 1 0 0,-1 0 0 0 0,1-1 0 0 0,-1 1 0 0 0,1 0 0 0 0,0 0 0 0 0,0-1 0 0 0,-1 1 0 0 0,1 0 0 0 0,1-1 0 0 0,-1 1 0 0 0,0 0 0 0 0,0 0 0 0 0,1-1 0 0 0,-1 1 0 0 0,1 0 0 0 0,-1-1 0 0 0,1 1 0 0 0,0-1 0 0 0,-1 1 0 0 0,1-1-1 0 0,0 1 1 0 0,0-1 0 0 0,0 1 0 0 0,0-1 0 0 0,0 0 0 0 0,1 1 0 0 0,-1-1 0 0 0,0 0 0 0 0,1 0 0 0 0,-1 0 0 0 0,1 0 0 0 0,-1 0 0 0 0,1 0 0 0 0,-1-1 0 0 0,1 1 0 0 0,-1 0 0 0 0,1-1 0 0 0,0 1 0 0 0,-1-1 0 0 0,1 0 0 0 0,0 0-1 0 0,-1 1 1 0 0,1-1 0 0 0,3-1 0 0 0,3 1 31 0 0,1 0 0 0 0,0-1 0 0 0,-1 0 0 0 0,0-1 0 0 0,1 0 0 0 0,-1-1 0 0 0,0 1-1 0 0,14-8 1 0 0,15-8-9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18.5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 0 7370 0 0,'-3'2'656'0'0,"0"-1"-528"0"0,2 3-128 0 0,-1-4 0 0 0,1 0 0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15.2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43 6913 0 0,'1'-2'376'0'0,"-1"0"0"0"0,0-1 0 0 0,1 1 0 0 0,-1 0 0 0 0,1 0 0 0 0,0-1 0 0 0,0 1 0 0 0,0 0 0 0 0,0 0 0 0 0,0 0 0 0 0,0 0 0 0 0,0 0 0 0 0,1 0 0 0 0,-1 0 0 0 0,1 1-1 0 0,-1-1 1 0 0,4-2 0 0 0,-5 4-244 0 0,1 0 0 0 0,-1-1 0 0 0,1 1-1 0 0,-1-1 1 0 0,1 1 0 0 0,0 0 0 0 0,-1 0-1 0 0,1-1 1 0 0,0 1 0 0 0,-1 0 0 0 0,1 0-1 0 0,0 0 1 0 0,-1 0 0 0 0,1 0-1 0 0,0 0 1 0 0,-1 0 0 0 0,1 0 0 0 0,0 0-1 0 0,-1 0 1 0 0,1 0 0 0 0,0 0 0 0 0,-1 0-1 0 0,2 1 1 0 0,-1 0-67 0 0,0-1 1 0 0,0 1-1 0 0,0 0 0 0 0,0 0 1 0 0,0 0-1 0 0,-1 0 0 0 0,1 0 0 0 0,0 0 1 0 0,0 0-1 0 0,-1 0 0 0 0,1 1 1 0 0,-1-1-1 0 0,1 0 0 0 0,-1 0 0 0 0,0 1 1 0 0,1-1-1 0 0,-1 2 0 0 0,7 35 228 0 0,-3 1 1 0 0,-1-1-1 0 0,-2 49 0 0 0,1 17-236 0 0,8-12-56 0 0,4 0 1 0 0,37 124 0 0 0,-27-121-194 0 0,-13-31-3827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15.46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1 218 2761 0 0,'7'-13'541'0'0,"0"2"0"0"0,2-1 1 0 0,-1 1-1 0 0,1 0 0 0 0,1 1 1 0 0,0 0-1 0 0,0 1 0 0 0,1 0 1 0 0,0 1-1 0 0,1 0 0 0 0,0 0 1 0 0,0 1-1 0 0,1 1 0 0 0,14-6 1 0 0,12-3 689 0 0,0 3 0 0 0,0 1 1 0 0,66-10-1 0 0,-86 18-1252 0 0,0-1-248 0 0,0 1-1 0 0,0 1 1 0 0,1 1 0 0 0,-1 0 0 0 0,27 4 0 0 0,-31 0-4859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15.68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1 129 6913 0 0,'4'2'279'0'0,"0"-1"0"0"0,0 0 0 0 0,0-1-1 0 0,0 1 1 0 0,0-1 0 0 0,0 1-1 0 0,1-1 1 0 0,-1-1 0 0 0,0 1 0 0 0,0 0-1 0 0,0-1 1 0 0,1 0 0 0 0,3-2 0 0 0,56-19 3368 0 0,-58 20-3251 0 0,8-4 290 0 0,0-1 0 0 0,24-16 0 0 0,24-23-4027 0 0,-47 35 1576 0 0,0 0 1308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15.8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5985 0 0,'5'7'408'0'0,"-1"-1"0"0"0,0 1-1 0 0,0 0 1 0 0,-1 0 0 0 0,1 0 0 0 0,1 9-1 0 0,7 11 839 0 0,34 77 1634 0 0,-24-31-4881 0 0,-20-57 820 0 0,-4-3-16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16.0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37 47 11979 0 0,'-30'-26'3830'0'0,"29"26"-3755"0"0,0-1 1 0 0,1 1-1 0 0,0-1 0 0 0,-1 1 0 0 0,1-1 1 0 0,-1 1-1 0 0,1-1 0 0 0,0 0 0 0 0,-1 1 1 0 0,1-1-1 0 0,0 0 0 0 0,0 1 0 0 0,-1-1 1 0 0,1 0-1 0 0,0 1 0 0 0,0-1 0 0 0,0 0 1 0 0,0 0-1 0 0,0-1 0 0 0,1 2-196 0 0,-1-1 1 0 0,1 1-1 0 0,-1-1 0 0 0,1 1 1 0 0,-1-1-1 0 0,1 1 0 0 0,0-1 0 0 0,-1 1 1 0 0,1 0-1 0 0,0-1 0 0 0,-1 1 1 0 0,1 0-1 0 0,0-1 0 0 0,-1 1 0 0 0,1 0 1 0 0,0 0-1 0 0,0 0 0 0 0,-1 0 1 0 0,1 0-1 0 0,0 0 0 0 0,0 0 1 0 0,0 0-1 0 0,-1 0 0 0 0,2 0 0 0 0,-1 0 110 0 0,-1 0-1 0 0,1 0 1 0 0,0 1 0 0 0,-1-1-1 0 0,1 0 1 0 0,0 0-1 0 0,0 0 1 0 0,-1 1-1 0 0,1-1 1 0 0,-1 0-1 0 0,1 1 1 0 0,0-1-1 0 0,-1 0 1 0 0,1 1 0 0 0,-1-1-1 0 0,1 1 1 0 0,-1-1-1 0 0,1 1 1 0 0,-1-1-1 0 0,1 1 1 0 0,-1-1-1 0 0,1 1 1 0 0,-1 0-1 0 0,0-1 1 0 0,1 1-1 0 0,-1 0 1 0 0,3 9 11 0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16.5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0 155 4609 0 0,'4'-2'327'0'0,"-1"0"1"0"0,0 0-1 0 0,1 0 0 0 0,-1 0 1 0 0,1 1-1 0 0,-1-1 0 0 0,1 1 0 0 0,0 0 1 0 0,0 0-1 0 0,-1 1 0 0 0,1-1 1 0 0,0 1-1 0 0,0 0 0 0 0,0 0 1 0 0,0 0-1 0 0,0 0 0 0 0,-1 0 1 0 0,1 1-1 0 0,0 0 0 0 0,0 0 0 0 0,0 0 1 0 0,-1 0-1 0 0,1 1 0 0 0,-1-1 1 0 0,1 1-1 0 0,-1 0 0 0 0,0 0 1 0 0,1 0-1 0 0,-1 1 0 0 0,5 4 1 0 0,-1 0-165 0 0,-1 0 1 0 0,1 0 0 0 0,-2 1-1 0 0,1 0 1 0 0,-1 0 0 0 0,0 0-1 0 0,0 1 1 0 0,-1 0 0 0 0,0 0-1 0 0,-1 0 1 0 0,3 12 0 0 0,1 6-245 0 0,-3-4-180 0 0,2-1-1 0 0,0-1 0 0 0,1 1 1 0 0,2-1-1 0 0,14 27 1 0 0,-27-68 1707 0 0,2 1-1 0 0,0-36 1 0 0,2 42-1209 0 0,-1-7-185 0 0,2 0 0 0 0,0 0 0 0 0,1 0-1 0 0,1 1 1 0 0,1-1 0 0 0,1 0 0 0 0,11-29 0 0 0,-11 37-502 0 0,1-1 0 0 0,1 1 0 0 0,-1 1 0 0 0,2-1 1 0 0,0 1-1 0 0,0 1 0 0 0,1-1 0 0 0,0 1 0 0 0,0 1 1 0 0,1 0-1 0 0,1 0 0 0 0,12-8 0 0 0,5 0-4863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16.9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1 469 2761 0 0,'14'-9'461'0'0,"0"-1"0"0"0,-1 0 0 0 0,0-1 1 0 0,0 0-1 0 0,-1-1 0 0 0,19-24 1 0 0,-8 5 1355 0 0,35-63-1 0 0,-47 74-1308 0 0,-1-1-1 0 0,11-33 0 0 0,-19 47-488 0 0,1 0 0 0 0,-2 0 1 0 0,1 0-1 0 0,-1-1 0 0 0,0 1 0 0 0,-1 0 0 0 0,1 0 1 0 0,-1-1-1 0 0,-1 1 0 0 0,0 0 0 0 0,0 0 0 0 0,-2-9 0 0 0,2 13 14 0 0,0 0-1 0 0,0 0 0 0 0,0 1 1 0 0,0-1-1 0 0,-1 1 0 0 0,1-1 1 0 0,-1 1-1 0 0,0-1 0 0 0,1 1 1 0 0,-1 0-1 0 0,0 0 0 0 0,-1 0 1 0 0,1 0-1 0 0,0 0 0 0 0,0 0 0 0 0,-1 1 1 0 0,1-1-1 0 0,-1 1 0 0 0,1-1 1 0 0,-1 1-1 0 0,-4-1 0 0 0,5 2 22 0 0,-1-1 0 0 0,0 1-1 0 0,0 0 1 0 0,1 0 0 0 0,-1 0-1 0 0,0 1 1 0 0,0-1-1 0 0,1 1 1 0 0,-1-1 0 0 0,0 1-1 0 0,1 0 1 0 0,-1 0 0 0 0,1 0-1 0 0,-1 0 1 0 0,1 1-1 0 0,0-1 1 0 0,-1 1 0 0 0,1-1-1 0 0,0 1 1 0 0,0 0 0 0 0,0 0-1 0 0,-3 3 1 0 0,-1 2 66 0 0,0 0 0 0 0,0 1 1 0 0,0 0-1 0 0,1 0 0 0 0,0 0 1 0 0,1 1-1 0 0,0 0 0 0 0,0 0 1 0 0,1 0-1 0 0,0 0 0 0 0,0 0 1 0 0,1 1-1 0 0,0-1 0 0 0,1 1 0 0 0,0-1 1 0 0,1 19-1 0 0,1-20-28 0 0,0 0 0 0 0,1 0 0 0 0,-1 0 0 0 0,1-1 0 0 0,1 1 0 0 0,0 0 0 0 0,0-1 0 0 0,0 0 0 0 0,1 0 0 0 0,0 0 0 0 0,1 0 0 0 0,-1 0 0 0 0,1-1 0 0 0,0 0 0 0 0,1 0 0 0 0,0-1 0 0 0,0 1 0 0 0,0-1 0 0 0,0 0 0 0 0,12 6 0 0 0,-4-3 60 0 0,1-1 1 0 0,0-1-1 0 0,1-1 0 0 0,-1 0 1 0 0,1 0-1 0 0,0-2 1 0 0,0 0-1 0 0,0-1 0 0 0,0 0 1 0 0,1-2-1 0 0,-1 0 1 0 0,0 0-1 0 0,23-5 1 0 0,-24 3-248 0 0,0-1 1 0 0,0-1 0 0 0,0 0-1 0 0,-1-1 1 0 0,1-1 0 0 0,-1 0-1 0 0,-1-1 1 0 0,1 0 0 0 0,-1-1-1 0 0,0 0 1 0 0,-1-1 0 0 0,0-1-1 0 0,-1 0 1 0 0,16-17 0 0 0,-16 12-929 0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28.1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440 1 9218 0 0,'5'3'8022'0'0,"-4"13"-4918"0"0,-5 11-2669 0 0,-208 521 2120 0 0,38 13-2548 0 0,154-465-1459 0 0,-11 131-1 0 0,27-196-307 0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28.7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196 28 6449 0 0,'7'-27'14272'0'0,"-7"43"-13432"0"0,-5 14-662 0 0,0 1 0 0 0,-2-1 0 0 0,-2-1 0 0 0,-20 50 0 0 0,11-33-96 0 0,-4 14-107 0 0,-9 25-191 0 0,-34 140 1 0 0,56-179-1006 0 0,7-30 65 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29.0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71 3249 0 0,'10'-9'518'0'0,"0"0"1"0"0,1 0 0 0 0,0 1-1 0 0,0 1 1 0 0,22-11 0 0 0,-29 16 35 0 0,1 0 0 0 0,1 0 0 0 0,-1 1 0 0 0,0 0 0 0 0,0 0 0 0 0,0 0 0 0 0,1 0 0 0 0,-1 1 0 0 0,0 0 0 0 0,1 0 0 0 0,-1 1 0 0 0,0-1 0 0 0,1 1 0 0 0,-1 0 0 0 0,0 1 0 0 0,0-1 0 0 0,10 5 0 0 0,3 3-33 0 0,0 1 0 0 0,-1 1 1 0 0,0 0-1 0 0,-1 2 0 0 0,0 0 0 0 0,-1 0 0 0 0,-1 1 1 0 0,0 1-1 0 0,-1 1 0 0 0,0 0 0 0 0,-1 0 1 0 0,17 34-1 0 0,-11-16-1372 0 0,25 71 0 0 0,-1 40-8224 0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29.20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74 11979 0 0,'0'0'1168'0'0,"1"-1"-1040"0"0,0 1-128 0 0,2-1 0 0 0,-1-1 0 0 0,0 1 624 0 0,2-1 96 0 0,5-2 16 0 0,2-3 8 0 0,6 0-624 0 0,-2-2-120 0 0,3-1 0 0 0,6-3-2912 0 0,1 3-545 0 0,2 3-112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29.52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160 0 4145 0 0,'-3'1'855'0'0,"1"-1"1"0"0,-1 0-1 0 0,0 1 1 0 0,0 0-1 0 0,1 0 0 0 0,-1-1 1 0 0,0 1-1 0 0,1 1 1 0 0,-1-1-1 0 0,1 0 0 0 0,0 1 1 0 0,-3 1-1 0 0,-30 31 2720 0 0,20-15-2583 0 0,-23 41-1 0 0,33-49-817 0 0,0-1 0 0 0,0 1-1 0 0,1 0 1 0 0,0 0 0 0 0,1 0 0 0 0,0 1-1 0 0,1-1 1 0 0,0 1 0 0 0,0 19 0 0 0,2-27-170 0 0,0 1-1 0 0,0-1 1 0 0,0 1 0 0 0,1-1 0 0 0,0 0 0 0 0,0 1 0 0 0,0-1 0 0 0,0 0 0 0 0,1 0 0 0 0,0 0 0 0 0,0 0 0 0 0,0 0-1 0 0,0 0 1 0 0,1 0 0 0 0,-1-1 0 0 0,1 1 0 0 0,0-1 0 0 0,0 1 0 0 0,0-1 0 0 0,0 0 0 0 0,1-1 0 0 0,-1 1 0 0 0,1 0 0 0 0,0-1-1 0 0,0 0 1 0 0,0 0 0 0 0,8 3 0 0 0,1-1-192 0 0,0-1-1 0 0,0-1 1 0 0,0 0 0 0 0,0 0-1 0 0,0-2 1 0 0,1 1-1 0 0,-1-2 1 0 0,0 0 0 0 0,23-4-1 0 0,-21 2-723 0 0,0-1-1 0 0,-1 0 1 0 0,1-1-1 0 0,22-12 0 0 0,-15 4-5068 0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29.75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11058 0 0,'2'1'763'0'0,"0"1"-1"0"0,0 0 0 0 0,-1-1 0 0 0,1 1 0 0 0,0 0 1 0 0,-1 0-1 0 0,1 0 0 0 0,-1 0 0 0 0,0 0 1 0 0,2 3-1 0 0,15 38 1736 0 0,11 50-1962 0 0,-1 49-240 0 0,4 19-428 0 0,-22-127-1699 0 0,14 36 0 0 0,-15-49-5129 0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29.94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0 127 6913 0 0,'134'-63'7842'0'0,"2"11"-7372"0"0,-129 49-1252 0 0,-1 1 1 0 0,1 0-1 0 0,0 1 1 0 0,-1 0-1 0 0,1 0 1 0 0,0 0-1 0 0,0 1 1 0 0,11 1-1 0 0,-4 1-1576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30.1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 5985 0 0,'2'0'295'0'0,"-1"-1"0"0"0,1 1 0 0 0,-1 0 0 0 0,0 0 0 0 0,1 0 0 0 0,-1 0 0 0 0,1 0 0 0 0,-1 0 0 0 0,1 1 0 0 0,-1-1 0 0 0,1 0 0 0 0,-1 1-1 0 0,0-1 1 0 0,1 1 0 0 0,-1 0 0 0 0,0-1 0 0 0,1 1 0 0 0,-1 0 0 0 0,0 0 0 0 0,0 0 0 0 0,0 0 0 0 0,1 0 0 0 0,-1 0 0 0 0,0 0 0 0 0,-1 0 0 0 0,1 0 0 0 0,0 0-1 0 0,1 2 1 0 0,23 36 2709 0 0,-18-22-2667 0 0,-1 1 0 0 0,-1 0 0 0 0,-1 0 0 0 0,0 0 0 0 0,-1 0 0 0 0,1 37 0 0 0,1 1-3649 0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30.3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25 11979 0 0,'2'-5'528'0'0,"0"1"112"0"0,1 1-512 0 0,2-4 2000 0 0,-4 5-1368 0 0,1 0-760 0 0,-1 1-224 0 0,-1 4-232 0 0,-4 6-3689 0 0,1-2 1841 0 0,-1 2-9 0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30.7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1 136 3681 0 0,'34'13'3851'0'0,"-28"-12"-3230"0"0,0 1 0 0 0,-1 0 0 0 0,1 0-1 0 0,-1 0 1 0 0,0 1 0 0 0,1 0 0 0 0,7 6 0 0 0,-4-1 67 0 0,-1 0 1 0 0,0 1 0 0 0,11 17 0 0 0,20 22 181 0 0,-36-45-820 0 0,0-1 1 0 0,1 1 0 0 0,-1-1-1 0 0,1 1 1 0 0,-1-1-1 0 0,1 0 1 0 0,0-1-1 0 0,-1 1 1 0 0,1 0-1 0 0,0-1 1 0 0,0 0-1 0 0,7 1 1 0 0,-10-2-2 0 0,-1 0 1 0 0,1 0-1 0 0,-1-1 0 0 0,1 1 0 0 0,0 0 1 0 0,-1 0-1 0 0,1-1 0 0 0,0 1 1 0 0,-1-1-1 0 0,1 1 0 0 0,-1 0 0 0 0,1-1 1 0 0,-1 1-1 0 0,1-1 0 0 0,-1 1 1 0 0,1-1-1 0 0,-1 1 0 0 0,0-1 1 0 0,1 1-1 0 0,-1-1 0 0 0,0 0 0 0 0,1 1 1 0 0,-1-1-1 0 0,0 0 0 0 0,0 1 1 0 0,0-1-1 0 0,1 0 0 0 0,-1 1 1 0 0,0-1-1 0 0,0 0 0 0 0,0 1 0 0 0,0-1 1 0 0,0 0-1 0 0,0 1 0 0 0,-1-2 1 0 0,1-34 1121 0 0,-1 25-816 0 0,2-22 148 0 0,0-1 0 0 0,9-41 1 0 0,-6 58-1372 0 0,0-1 1 0 0,1 1 0 0 0,9-21 0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31.1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162 1 5065 0 0,'-5'1'402'0'0,"0"0"1"0"0,0 0-1 0 0,0 1 0 0 0,0 0 1 0 0,1-1-1 0 0,-1 2 0 0 0,0-1 0 0 0,1 1 1 0 0,0-1-1 0 0,-1 1 0 0 0,1 0 1 0 0,0 1-1 0 0,1-1 0 0 0,-1 1 0 0 0,0-1 1 0 0,-3 6-1 0 0,-7 9 457 0 0,0 0 0 0 0,-14 26-1 0 0,24-37-781 0 0,0 1 0 0 0,0 0 0 0 0,1 0 0 0 0,0 0 0 0 0,1 0 0 0 0,0 1 0 0 0,0-1 0 0 0,0 1-1 0 0,1-1 1 0 0,1 1 0 0 0,0 10 0 0 0,0-15-141 0 0,0-1 1 0 0,0 0-1 0 0,1 0 0 0 0,-1 0 0 0 0,1 0 0 0 0,0 0 1 0 0,0 0-1 0 0,0 0 0 0 0,0-1 0 0 0,1 1 1 0 0,-1 0-1 0 0,1-1 0 0 0,0 1 0 0 0,0-1 0 0 0,0 1 1 0 0,0-1-1 0 0,0 0 0 0 0,0 1 0 0 0,0-1 1 0 0,1-1-1 0 0,-1 1 0 0 0,1 0 0 0 0,0 0 0 0 0,-1-1 1 0 0,1 0-1 0 0,0 1 0 0 0,0-1 0 0 0,0 0 0 0 0,0-1 1 0 0,0 1-1 0 0,0 0 0 0 0,0-1 0 0 0,0 0 1 0 0,5 1-1 0 0,-6-1 1 0 0,1 0 0 0 0,-1 0 0 0 0,1 0 1 0 0,-1 0-1 0 0,0 0 0 0 0,1 0 0 0 0,-1-1 0 0 0,0 1 1 0 0,1-1-1 0 0,-1 0 0 0 0,0 1 0 0 0,1-1 0 0 0,-1 0 1 0 0,0 0-1 0 0,0-1 0 0 0,0 1 0 0 0,0 0 0 0 0,0-1 1 0 0,0 1-1 0 0,0-1 0 0 0,-1 0 0 0 0,4-3 0 0 0,-2-1 236 0 0,0 0-1 0 0,0 0 0 0 0,0-1 0 0 0,-1 1 0 0 0,0-1 0 0 0,2-9 0 0 0,12-31 2141 0 0,-15 44-2143 0 0,0 1-1 0 0,1 0 1 0 0,-1-1 0 0 0,1 1-1 0 0,-1 0 1 0 0,1 0 0 0 0,0 0 0 0 0,0 1-1 0 0,0-1 1 0 0,0 0 0 0 0,0 1 0 0 0,0-1-1 0 0,1 1 1 0 0,-1 0 0 0 0,0 0-1 0 0,4-2 1 0 0,-5 3-102 0 0,1 0 0 0 0,-1 0-1 0 0,0 0 1 0 0,1 0 0 0 0,-1 0 0 0 0,0 0-1 0 0,0 0 1 0 0,1 1 0 0 0,-1-1-1 0 0,0 0 1 0 0,0 1 0 0 0,1-1 0 0 0,-1 1-1 0 0,0-1 1 0 0,0 1 0 0 0,0 0 0 0 0,0-1-1 0 0,0 1 1 0 0,0 0 0 0 0,0 0 0 0 0,0 0-1 0 0,0 0 1 0 0,0 0 0 0 0,0 0-1 0 0,-1 0 1 0 0,1 0 0 0 0,0 0 0 0 0,-1 0-1 0 0,2 2 1 0 0,18 43 726 0 0,-16-34-566 0 0,0-5-238 0 0,-1-1-1 0 0,1 1 0 0 0,-1 0 1 0 0,2-1-1 0 0,5 8 0 0 0,17 11-3155 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31.38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 8754 0 0,'0'-1'29'0'0,"0"1"1"0"0,0 0-1 0 0,0 0 1 0 0,0 0-1 0 0,0 0 1 0 0,0-1-1 0 0,0 1 0 0 0,0 0 1 0 0,0 0-1 0 0,0 0 1 0 0,0 0-1 0 0,0-1 1 0 0,0 1-1 0 0,0 0 1 0 0,0 0-1 0 0,0 0 1 0 0,0 0-1 0 0,0 0 0 0 0,0-1 1 0 0,0 1-1 0 0,1 0 1 0 0,-1 0-1 0 0,0 0 1 0 0,0 0-1 0 0,0 0 1 0 0,0 0-1 0 0,0-1 0 0 0,0 1 1 0 0,1 0-1 0 0,-1 0 1 0 0,0 0-1 0 0,0 0 1 0 0,0 0-1 0 0,0 0 1 0 0,0 0-1 0 0,1 0 1 0 0,-1 0-1 0 0,0 0 0 0 0,0 0 1 0 0,0 0-1 0 0,0 0 1 0 0,1 0-1 0 0,-1 0 1 0 0,0 0-1 0 0,0 0 1 0 0,0 0-1 0 0,0 0 0 0 0,1 0 1 0 0,-1 0-1 0 0,12 7 2972 0 0,8 11 602 0 0,-15-11-3369 0 0,0 1 0 0 0,0-1-1 0 0,-1 1 1 0 0,0 0 0 0 0,0 1-1 0 0,-1-1 1 0 0,0 1 0 0 0,-1-1-1 0 0,2 12 1 0 0,2 14 1233 0 0,0 38 0 0 0,-1-7-675 0 0,-4-58-802 0 0,4 34-1489 0 0,16 61 0 0 0,-18-90 985 0 0,1-1-1 0 0,0 0 1 0 0,0 0 0 0 0,1 0 0 0 0,1-1 0 0 0,0 0-1 0 0,0 0 1 0 0,1 0 0 0 0,0-1 0 0 0,10 10-1 0 0,-3-6-5631 0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31.56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17 162 4145 0 0,'-1'1'78'0'0,"1"-1"0"0"0,-1 0 0 0 0,1 0-1 0 0,-1 0 1 0 0,1 0 0 0 0,-1 0 0 0 0,1 0 0 0 0,-1 0 0 0 0,0 0 0 0 0,1 0-1 0 0,-1 0 1 0 0,1 0 0 0 0,-1-1 0 0 0,1 1 0 0 0,-1 0 0 0 0,1 0 0 0 0,-1 0 0 0 0,1-1-1 0 0,0 1 1 0 0,-1 0 0 0 0,1 0 0 0 0,-1-1 0 0 0,1 1 0 0 0,-1 0 0 0 0,1-1 0 0 0,0 1-1 0 0,-1-1 1 0 0,1 1 0 0 0,0 0 0 0 0,0-1 0 0 0,-1 1 0 0 0,1-1 0 0 0,0 1 0 0 0,0-1-1 0 0,-1 1 1 0 0,1-1 0 0 0,0 1 0 0 0,0-1 0 0 0,0 1 0 0 0,0-1 0 0 0,0 1 0 0 0,0-1-1 0 0,0 1 1 0 0,0-1 0 0 0,0 0 0 0 0,0 1 0 0 0,0-1 0 0 0,0 1 0 0 0,0-1-1 0 0,0 1 1 0 0,1-1 0 0 0,20-24 6096 0 0,-16 20-6235 0 0,7-6 680 0 0,1 0 0 0 0,22-15 0 0 0,-20 16-839 0 0,1 1 0 0 0,0 1 0 0 0,0 0 0 0 0,1 2 0 0 0,0 0-1 0 0,0 0 1 0 0,35-5 0 0 0,-19 8 220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4:31.9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0 341 4609 0 0,'9'-3'792'0'0,"1"0"1"0"0,-1-1-1 0 0,-1 0 1 0 0,1-1-1 0 0,0 0 1 0 0,-1 0-1 0 0,13-12 1 0 0,-5 3 123 0 0,0-1 1 0 0,20-24 0 0 0,-31 32-737 0 0,0 0 0 0 0,-1 0 0 0 0,0-1 1 0 0,0 1-1 0 0,0-1 0 0 0,-1 0 0 0 0,0 0 0 0 0,-1 0 0 0 0,0 0 1 0 0,0-1-1 0 0,-1 1 0 0 0,1-11 0 0 0,-1 14-201 0 0,-1-1 0 0 0,0 1 0 0 0,-1 0 0 0 0,1-1 0 0 0,-1 1 0 0 0,0 0 0 0 0,0-1 0 0 0,-1 1 0 0 0,0 0 0 0 0,0 0 0 0 0,0 0 0 0 0,0 1 0 0 0,-1-1 0 0 0,1 0 1 0 0,-1 1-1 0 0,0-1 0 0 0,-1 1 0 0 0,1 0 0 0 0,-1 0 0 0 0,-6-5 0 0 0,8 8-32 0 0,1 0 1 0 0,0 1-1 0 0,0-1 1 0 0,0 0-1 0 0,0 1 1 0 0,-1-1-1 0 0,1 1 1 0 0,0-1-1 0 0,-1 1 1 0 0,1-1-1 0 0,0 1 1 0 0,-1 0-1 0 0,1 0 1 0 0,0 0-1 0 0,-1 0 1 0 0,1 0-1 0 0,0 0 0 0 0,-1 0 1 0 0,1 0-1 0 0,0 0 1 0 0,-1 1-1 0 0,-1 0 1 0 0,0 0 3 0 0,0 1 0 0 0,0 0 0 0 0,1-1-1 0 0,-1 1 1 0 0,0 0 0 0 0,1 0 0 0 0,0 0 0 0 0,-1 1 0 0 0,-2 3-1 0 0,-1 3 83 0 0,0 0-1 0 0,0 1 0 0 0,1 0 0 0 0,-7 17 0 0 0,9-21 65 0 0,1 0 1 0 0,1 0-1 0 0,-1 1 1 0 0,1-1-1 0 0,0 0 1 0 0,0 0-1 0 0,1 0 1 0 0,0 1-1 0 0,0-1 1 0 0,1 0-1 0 0,-1 1 1 0 0,1-1-1 0 0,1 0 1 0 0,-1 0-1 0 0,1 0 1 0 0,0 0-1 0 0,4 8 1 0 0,-2-8 34 0 0,0 0-1 0 0,0 0 1 0 0,0 0 0 0 0,1-1-1 0 0,0 0 1 0 0,0 0 0 0 0,0 0-1 0 0,1 0 1 0 0,-1-1 0 0 0,1 0-1 0 0,0 0 1 0 0,0-1 0 0 0,1 0-1 0 0,-1 0 1 0 0,10 3 0 0 0,5 0 129 0 0,0 0 0 0 0,1-2 0 0 0,-1 0 1 0 0,1-2-1 0 0,39 0 0 0 0,-10-4-100 0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16.4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333 183 14283 0 0,'-34'-5'56'0'0,"0"1"1"0"0,0 2-1 0 0,-1 1 0 0 0,1 2 0 0 0,-37 5 0 0 0,61-5 30 0 0,4-1-117 0 0,1 0 0 0 0,-1 1 0 0 0,0-1 0 0 0,1 1 0 0 0,-1 0 0 0 0,1 1 0 0 0,-1-1 0 0 0,1 1 0 0 0,0 0 0 0 0,0 1 0 0 0,0-1 0 0 0,-9 7 0 0 0,13-9 19 0 0,1 1 0 0 0,0-1 0 0 0,0 0 0 0 0,0 1 0 0 0,0-1 0 0 0,-1 1 0 0 0,1-1 0 0 0,0 0 0 0 0,0 1 0 0 0,0-1 0 0 0,0 1 0 0 0,0-1 0 0 0,0 1 0 0 0,0-1 0 0 0,0 1 0 0 0,0-1 0 0 0,0 0 0 0 0,0 1 0 0 0,0-1 0 0 0,1 1 0 0 0,-1-1 0 0 0,0 0 0 0 0,0 1 0 0 0,0-1 0 0 0,0 1 0 0 0,1-1 0 0 0,-1 0 0 0 0,0 1 0 0 0,0-1 0 0 0,1 0 0 0 0,-1 1 0 0 0,0-1 0 0 0,1 0 0 0 0,-1 1 0 0 0,0-1 0 0 0,1 0 0 0 0,-1 0 0 0 0,1 0 0 0 0,-1 1 1 0 0,0-1-1 0 0,1 0 0 0 0,-1 0 0 0 0,1 0 0 0 0,-1 0 0 0 0,0 0 0 0 0,1 0 0 0 0,-1 1 0 0 0,1-1 0 0 0,-1 0 0 0 0,1 0 0 0 0,0-1 0 0 0,25 7-613 0 0,28-4 12 0 0,-1-2-1 0 0,66-8 1 0 0,-35 1 640 0 0,169-11 1116 0 0,84-5 107 0 0,17-1-759 0 0,-136 8-425 0 0,270-21-538 0 0,185-10-2253 0 0,1 31 999 0 0,596-4 643 0 0,-909 10 471 0 0,-2 35-2340 0 0,-341-23 2791 0 0,-1 1 0 0 0,0 1-1 0 0,0 0 1 0 0,0 1 0 0 0,-1 1-1 0 0,0 1 1 0 0,17 9 0 0 0,-28-13 283 0 0,0 0 1 0 0,0 1 0 0 0,0-1-1 0 0,-1 1 1 0 0,1 0-1 0 0,-1 0 1 0 0,0 1-1 0 0,0-1 1 0 0,0 1-1 0 0,-1 0 1 0 0,1 0 0 0 0,-1 0-1 0 0,-1 0 1 0 0,1 0-1 0 0,-1 1 1 0 0,0-1-1 0 0,0 1 1 0 0,0 0 0 0 0,-1 0-1 0 0,0-1 1 0 0,0 1-1 0 0,0 0 1 0 0,-1 12-1 0 0,-6 54 1441 0 0,-18 75-1 0 0,2-7-291 0 0,-12 384 633 0 0,39 2-1745 0 0,30 591-14 0 0,58-110 637 0 0,67 168 774 0 0,-2 160-7164 0 0,-101-870 4079 0 0,15-3 4319 0 0,0 95 994 0 0,-35-242-2177 0 0,-25-228-1512 0 0,0 0-30 0 0,3 104 0 0 0,-15-184 7 0 0,0 1 1 0 0,-1-1 0 0 0,1 0-1 0 0,-1 0 1 0 0,-1 0 0 0 0,1 0-1 0 0,-1 0 1 0 0,-1-1 0 0 0,1 1 0 0 0,-1-1-1 0 0,-5 9 1 0 0,5-11-15 0 0,0 0 0 0 0,0 0 0 0 0,0 0 1 0 0,-1-1-1 0 0,0 0 0 0 0,0 0 0 0 0,0 0 0 0 0,0 0 0 0 0,0 0 0 0 0,0-1 1 0 0,-1 0-1 0 0,1 0 0 0 0,-1 0 0 0 0,1-1 0 0 0,-1 1 0 0 0,0-1 0 0 0,-5 1 1 0 0,-13 1 289 0 0,1-1 1 0 0,-1-1 0 0 0,0 0 0 0 0,-37-6-1 0 0,-93-21 111 0 0,86 14-360 0 0,-531-55-1040 0 0,576 66 861 0 0,-545-9-1979 0 0,-287 56 2004 0 0,216-8 2394 0 0,574-35-2173 0 0,-629 20 824 0 0,482-21-862 0 0,-360 12 561 0 0,73 30-69 0 0,472-42-588 0 0,-462 29 56 0 0,337-34-2 0 0,127 1-132 0 0,1-1 0 0 0,-1-1 0 0 0,1 0 0 0 0,-30-12 0 0 0,46 14-166 0 0,1-1 1 0 0,0 0-1 0 0,0 0 0 0 0,0-1 1 0 0,1 1-1 0 0,-1-1 1 0 0,1 0-1 0 0,0-1 0 0 0,0 1 1 0 0,1-1-1 0 0,-1 0 1 0 0,1 0-1 0 0,0-1 0 0 0,0 1 1 0 0,1-1-1 0 0,-1 0 1 0 0,1 0-1 0 0,1 0 0 0 0,-1 0 1 0 0,-3-13-1 0 0,-5-22-1313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17.1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187 0 456 0 0,'-17'32'318'0'0,"12"-17"2692"0"0,0 1 0 0 0,2 0 0 0 0,-3 22 1 0 0,0-1-3055 0 0,-21 102 327 0 0,-45 258 461 0 0,27 6-263 0 0,66 1613 123 0 0,93-232 95 0 0,-8-650 832 0 0,-79-881-1304 0 0,36 716 571 0 0,-55 3 1198 0 0,-41-472-252 0 0,-32-172-3407 0 0,6-80-2885 0 0,41-140-690 0 0,10-52 722 0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21.8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521 157 4145 0 0,'-17'-4'646'0'0,"0"0"1"0"0,0 2-1 0 0,0 0 0 0 0,-1 1 0 0 0,1 0 1 0 0,0 2-1 0 0,-1 0 0 0 0,1 1 1 0 0,0 0-1 0 0,-24 8 0 0 0,31-6-429 0 0,1 0 0 0 0,-1 1 0 0 0,1 1 0 0 0,0-1 1 0 0,1 1-1 0 0,-1 1 0 0 0,1 0 0 0 0,1 0 0 0 0,-1 0 0 0 0,1 1 0 0 0,0 0 0 0 0,1 1 0 0 0,-7 10 0 0 0,-7 16-67 0 0,1 0 1 0 0,-16 43-1 0 0,18-38-99 0 0,-3 5-16 0 0,2 0 1 0 0,2 2-1 0 0,-19 93 0 0 0,32-118-37 0 0,0 1-1 0 0,2 0 0 0 0,0 0 0 0 0,2 0 0 0 0,0 0 1 0 0,1 0-1 0 0,2 0 0 0 0,0 0 0 0 0,2-1 1 0 0,12 34-1 0 0,197 389-1100 0 0,-200-419 1114 0 0,1-1 0 0 0,1-1 1 0 0,1 0-1 0 0,2-1 0 0 0,0-2 0 0 0,1 0 1 0 0,1-1-1 0 0,1-1 0 0 0,1-1 0 0 0,0-1 1 0 0,1-1-1 0 0,1-1 0 0 0,1-1 0 0 0,0-2 1 0 0,51 17-1 0 0,-34-15 135 0 0,0-2-1 0 0,0-2 1 0 0,0-2 0 0 0,1-2-1 0 0,74 1 1 0 0,-98-7-19 0 0,0-2-1 0 0,0 0 1 0 0,0-1-1 0 0,0-1 1 0 0,-1 0 0 0 0,1-2-1 0 0,-1-1 1 0 0,0 0-1 0 0,-1-2 1 0 0,0 0-1 0 0,0-1 1 0 0,-1-1-1 0 0,0 0 1 0 0,18-17 0 0 0,-6 1 98 0 0,-1-2 0 0 0,-2-1 0 0 0,-1-1 0 0 0,-1-2 0 0 0,-2 0 0 0 0,-1-1 0 0 0,-2-2 0 0 0,-1 0 0 0 0,-2 0 0 0 0,-1-2 1 0 0,-3 0-1 0 0,0-1 0 0 0,-3 0 0 0 0,-1-1 0 0 0,-2 0 0 0 0,-2 0 0 0 0,-2-1 0 0 0,-1 1 0 0 0,-2-1 0 0 0,-2 1 0 0 0,-2-1 1 0 0,-12-57-1 0 0,4 44-154 0 0,-2 0-1 0 0,-3 1 1 0 0,-2 0 0 0 0,-3 2 0 0 0,-28-51 0 0 0,29 65-2 0 0,-2 1 0 0 0,-2 0-1 0 0,-1 2 1 0 0,-2 1 0 0 0,-1 2 0 0 0,-1 0 0 0 0,-40-30 0 0 0,43 41-78 0 0,-1 1 0 0 0,-1 2 0 0 0,-1 0 1 0 0,0 2-1 0 0,-1 1 0 0 0,0 2 0 0 0,-1 0 0 0 0,0 3 1 0 0,-58-10-1 0 0,70 17-325 0 0,1 1-1 0 0,-2 1 1 0 0,2 2 0 0 0,-1-1 0 0 0,0 2 0 0 0,0 1-1 0 0,-20 6 1 0 0,21-4-677 0 0,-1 1-1 0 0,1 1 1 0 0,0 0-1 0 0,0 2 1 0 0,1 0-1 0 0,-28 21 1 0 0,37-23 105 0 0,0-1-1 0 0,1 2 1 0 0,-11 14 0 0 0,0 1-918 0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22.3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1679 8290 0 0,'0'0'639'0'0,"-3"-24"2447"0"0,13-188 2479 0 0,17-2-3285 0 0,59-206-1071 0 0,10 69-391 0 0,-46 180-648 0 0,-45 151-64 0 0,-1-1 0 0 0,0 0 0 0 0,-1 0 0 0 0,-1-36 1 0 0,-2 44-361 0 0,-1 0 0 0 0,0 1 1 0 0,-1-1-1 0 0,0 1 1 0 0,-1 0-1 0 0,-1 0 1 0 0,0 0-1 0 0,-1 0 1 0 0,-7-13-1 0 0,6 15-1178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22.7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236 55 456 0 0,'0'1'24'0'0,"0"-1"-1"0"0,0 1 0 0 0,0 0 1 0 0,0-1-1 0 0,0 1 1 0 0,0 0-1 0 0,0-1 1 0 0,-1 1-1 0 0,1-1 1 0 0,0 1-1 0 0,0 0 1 0 0,-1-1-1 0 0,1 1 0 0 0,0-1 1 0 0,-1 1-1 0 0,1-1 1 0 0,-1 1-1 0 0,1-1 1 0 0,-1 1-1 0 0,1-1 1 0 0,-1 1-1 0 0,1-1 1 0 0,-1 0-1 0 0,1 1 0 0 0,-1-1 1 0 0,1 0-1 0 0,-1 1 1 0 0,1-1-1 0 0,-1 0 1 0 0,0 0-1 0 0,1 0 1 0 0,-1 1-1 0 0,0-1 1 0 0,1 0-1 0 0,-1 0 0 0 0,-1 0 1 0 0,-39 7 1009 0 0,8-2 750 0 0,19 1-919 0 0,1 0 0 0 0,-1 1 0 0 0,1 0 0 0 0,1 1 0 0 0,-1 0 1 0 0,2 1-1 0 0,-1 0 0 0 0,1 1 0 0 0,-17 19 0 0 0,28-29-811 0 0,0 0-1 0 0,0 0 0 0 0,-1 0 0 0 0,1 0 0 0 0,0 1 0 0 0,0-1 1 0 0,-1 0-1 0 0,1 0 0 0 0,0 0 0 0 0,0 0 0 0 0,0 1 0 0 0,-1-1 1 0 0,1 0-1 0 0,0 0 0 0 0,0 1 0 0 0,0-1 0 0 0,0 0 0 0 0,-1 0 1 0 0,1 1-1 0 0,0-1 0 0 0,0 0 0 0 0,0 0 0 0 0,0 1 0 0 0,0-1 1 0 0,0 0-1 0 0,0 0 0 0 0,0 1 0 0 0,0-1 0 0 0,0 0 0 0 0,0 1 1 0 0,0-1-1 0 0,0 0 0 0 0,0 0 0 0 0,0 1 0 0 0,0-1 0 0 0,0 0 1 0 0,0 1-1 0 0,0-1 0 0 0,1 0 0 0 0,-1 0 0 0 0,0 1 1 0 0,0-1-1 0 0,0 0 0 0 0,0 0 0 0 0,1 1 0 0 0,15-5 1002 0 0,20-13-69 0 0,89-70 597 0 0,-14 10-544 0 0,-110 76-976 0 0,0 0 1 0 0,0 0-1 0 0,0 1 0 0 0,1-1 0 0 0,-1 0 0 0 0,0 1 1 0 0,0-1-1 0 0,1 1 0 0 0,-1-1 0 0 0,1 1 0 0 0,-1 0 0 0 0,0-1 1 0 0,1 1-1 0 0,-1 0 0 0 0,1 0 0 0 0,-1 0 0 0 0,1 0 1 0 0,-1 0-1 0 0,0 1 0 0 0,1-1 0 0 0,-1 0 0 0 0,1 1 1 0 0,-1-1-1 0 0,0 1 0 0 0,1-1 0 0 0,1 2 0 0 0,1 1 93 0 0,0 1-1 0 0,-1-1 0 0 0,0 1 1 0 0,1-1-1 0 0,-1 1 0 0 0,4 7 1 0 0,-2-4-206 0 0,21 33 345 0 0,-14-21-361 0 0,1 0 1 0 0,29 31-1 0 0,-29-37-315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26.9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35 9674 0 0,'0'-2'613'0'0,"-1"-1"0"0"0,1 1 0 0 0,0-1 1 0 0,0 0-1 0 0,0 1 0 0 0,0-1 0 0 0,1 0 0 0 0,-1 1 0 0 0,4-10 3741 0 0,-7 32-2685 0 0,-2 9-1498 0 0,1 1-1 0 0,1 0 1 0 0,2 0-1 0 0,1 1 1 0 0,5 38-1 0 0,-3-55-196 0 0,1 0 0 0 0,0-1 0 0 0,1 1 0 0 0,0-1 0 0 0,1 0 0 0 0,8 13 0 0 0,-9-18-1 0 0,0-1 1 0 0,1 0 0 0 0,0 0-1 0 0,0-1 1 0 0,1 1-1 0 0,0-1 1 0 0,0 0-1 0 0,1-1 1 0 0,-1 0-1 0 0,15 9 1 0 0,-17-12 1 0 0,1 1 1 0 0,-1-1-1 0 0,0-1 1 0 0,1 1-1 0 0,-1-1 1 0 0,1 1-1 0 0,-1-1 1 0 0,1-1-1 0 0,0 1 1 0 0,-1-1-1 0 0,1 1 0 0 0,0-1 1 0 0,-1-1-1 0 0,1 1 1 0 0,0-1-1 0 0,-1 1 1 0 0,1-1-1 0 0,7-3 1 0 0,-8 2 44 0 0,-1 1 0 0 0,0-1 0 0 0,-1 0 0 0 0,1 0 0 0 0,0 0 1 0 0,0 0-1 0 0,-1-1 0 0 0,1 1 0 0 0,-1-1 0 0 0,0 1 0 0 0,0-1 0 0 0,0 0 0 0 0,0 0 1 0 0,0 0-1 0 0,-1 0 0 0 0,1 0 0 0 0,-1 0 0 0 0,0-1 0 0 0,0 1 0 0 0,0 0 0 0 0,0-1 1 0 0,-1 1-1 0 0,1-1 0 0 0,-1 1 0 0 0,0-7 0 0 0,-2-14 43 0 0,-1-1-1 0 0,-1 1 1 0 0,-1 0-1 0 0,-1 1 1 0 0,-1-1-1 0 0,-1 1 1 0 0,-1 0 0 0 0,-1 1-1 0 0,-1 0 1 0 0,-1 1-1 0 0,0 0 1 0 0,-18-20 0 0 0,29 39-376 0 0,-1 0 1 0 0,0 0 0 0 0,0 0 0 0 0,1 0 0 0 0,-2 0 0 0 0,1 0 0 0 0,0 1 0 0 0,0-1 0 0 0,-4-1 0 0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27.3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1 112 6913 0 0,'30'-2'1437'0'0,"-6"-1"387"0"0,-15 4-785 0 0,-1 1-1 0 0,0 0 1 0 0,1 1-1 0 0,-1 0 1 0 0,0 0-1 0 0,8 5 1 0 0,-5-2-575 0 0,0-1-1 0 0,1-1 1 0 0,14 4-1 0 0,-24-7-526 0 0,1 0 0 0 0,0-1 0 0 0,0 0 0 0 0,0 0 0 0 0,0 1 0 0 0,0-2 0 0 0,0 1 0 0 0,0 0 0 0 0,0-1 0 0 0,0 1 0 0 0,0-1 0 0 0,-1 0 0 0 0,1 0 0 0 0,0 0 0 0 0,0 0 0 0 0,-1 0 0 0 0,5-3 0 0 0,1-4-554 0 0,-1 0-1 0 0,0 0 1 0 0,-1 0 0 0 0,0-1 0 0 0,0 0-1 0 0,-1 0 1 0 0,8-19 0 0 0,-1 5 178 0 0,8-9 3207 0 0,-5 58 1137 0 0,6 11-6091 0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27.6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2 9674 0 0,'-19'-2'9287'0'0,"20"8"-8528"0"0,2 35-344 0 0,2 1-1 0 0,2-1 0 0 0,2-1 1 0 0,1 1-1 0 0,2-2 0 0 0,20 43 1 0 0,-21-59-551 0 0,1 0 0 0 0,1-1 0 0 0,32 39-1 0 0,-35-48-1186 0 0,1-1 0 0 0,1-1-1 0 0,0 0 1 0 0,16 11-1 0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27.7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0 136 8290 0 0,'0'-3'736'0'0,"0"0"-584"0"0,2 2-152 0 0,1-2 0 0 0,1 3 664 0 0,-1-3 104 0 0,2-4 16 0 0,5-3 9 0 0,2-1 231 0 0,5-4 56 0 0,3 1 8 0 0,-1 1 1 0 0,2 1-1089 0 0,0 1-313 0 0,1 1-7 0 0,2 1-8 0 0,4 4 328 0 0,-1-1 0 0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28.1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6913 0 0,'0'1'430'0'0,"-1"0"0"0"0,1 0 0 0 0,0 1 0 0 0,0-1 0 0 0,0 0 0 0 0,0 0 0 0 0,0 0 0 0 0,0 1 0 0 0,0-1 0 0 0,1 0 0 0 0,-1 0 0 0 0,0 0-1 0 0,1 0 1 0 0,-1 1 0 0 0,1-1 0 0 0,-1 0 0 0 0,1 0 0 0 0,-1 0 0 0 0,1 0 0 0 0,1 1 0 0 0,19 39 4181 0 0,-14-29-4228 0 0,55 96-1615 0 0,-39-74-3428 0 0,2-1-4008 0 0,-26-33 8658 0 0,1 0 1 0 0,0 0-1 0 0,0 0 1 0 0,0 0-1 0 0,0 0 0 0 0,0 1 1 0 0,-1-1-1 0 0,1 0 1 0 0,0 0-1 0 0,0 0 0 0 0,0 0 1 0 0,0 0-1 0 0,0 0 1 0 0,0 0-1 0 0,-1 0 0 0 0,1 0 1 0 0,0 0-1 0 0,0 0 1 0 0,0 0-1 0 0,0 1 0 0 0,0-1 1 0 0,0 0-1 0 0,0 0 1 0 0,0 0-1 0 0,0 0 0 0 0,-1 0 1 0 0,1 0-1 0 0,0 1 1 0 0,0-1-1 0 0,0 0 0 0 0,0 0 1 0 0,0 0-1 0 0,0 0 1 0 0,0 0-1 0 0,0 1 0 0 0,0-1 1 0 0,0 0-1 0 0,0 0 1 0 0,0 0-1 0 0,0 0 0 0 0,0 0 1 0 0,0 1-1 0 0,0-1 1 0 0,0 0-1 0 0,0 0 0 0 0,0 0 1 0 0,1 0-1 0 0,-1 0 1 0 0,0 0-1 0 0,0 1 0 0 0,0-1 1 0 0,0 0-1 0 0,0 0 1 0 0,0 0-1 0 0,0 0 0 0 0,0 0 1 0 0,0 0-1 0 0,1 0 1 0 0,-1 0-1 0 0,0 1 0 0 0,0-1 1 0 0,0 0-1 0 0,0 0 1 0 0,-11-6 16 0 0,4-1-7 0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28.3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1 133 5985 0 0,'0'-5'252'0'0,"0"0"0"0"0,0 0 0 0 0,1 0 1 0 0,0 0-1 0 0,0 0 0 0 0,0 0 0 0 0,1 0 0 0 0,0 0 0 0 0,0 1 0 0 0,0-1 0 0 0,0 1 0 0 0,0-1 0 0 0,1 1 0 0 0,0 0 0 0 0,0 0 0 0 0,0 0 0 0 0,1 0 0 0 0,-1 1 0 0 0,1 0 0 0 0,0-1 1 0 0,7-4-1 0 0,-6 5 9 0 0,-1-1 1 0 0,0 1 0 0 0,1 0-1 0 0,0 0 1 0 0,0 1 0 0 0,0 0 0 0 0,0-1-1 0 0,0 2 1 0 0,0-1 0 0 0,0 0-1 0 0,1 1 1 0 0,-1 0 0 0 0,1 1-1 0 0,-1-1 1 0 0,0 1 0 0 0,1 0 0 0 0,-1 0-1 0 0,1 1 1 0 0,-1-1 0 0 0,8 3-1 0 0,-9-1-102 0 0,0 1-1 0 0,0-1 1 0 0,0 1 0 0 0,0 0-1 0 0,0 0 1 0 0,0 1-1 0 0,-1-1 1 0 0,0 1-1 0 0,1 0 1 0 0,-1 0-1 0 0,-1 0 1 0 0,1 0-1 0 0,-1 0 1 0 0,1 1 0 0 0,-1-1-1 0 0,0 1 1 0 0,-1-1-1 0 0,1 1 1 0 0,-1 0-1 0 0,0 0 1 0 0,0-1-1 0 0,0 8 1 0 0,0 1-79 0 0,0 0 1 0 0,-1 1-1 0 0,0-1 1 0 0,-1 0-1 0 0,0 0 1 0 0,-1 0-1 0 0,-5 17 1 0 0,5-26-94 0 0,1-1 1 0 0,-1 1-1 0 0,1 0 1 0 0,-1-1-1 0 0,0 1 0 0 0,0-1 1 0 0,-1 0-1 0 0,1 0 1 0 0,-1 0-1 0 0,1 0 1 0 0,-1 0-1 0 0,0 0 1 0 0,0-1-1 0 0,0 0 1 0 0,-1 1-1 0 0,1-1 1 0 0,-1 0-1 0 0,1 0 1 0 0,-1-1-1 0 0,1 1 1 0 0,-1-1-1 0 0,0 0 1 0 0,-7 2-1 0 0,6-3-920 0 0,-1 1 0 0 0,1-1-1 0 0,0 0 1 0 0,0 0 0 0 0,0 0-1 0 0,-9-2 1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28.7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47 5985 0 0,'6'15'8187'0'0,"6"6"-6225"0"0,-6-12-1583 0 0,1 1 0 0 0,0-1 0 0 0,1 0 0 0 0,14 13 0 0 0,-19-20-425 0 0,-1 1 0 0 0,1-1 1 0 0,0 0-1 0 0,0 0 1 0 0,1 0-1 0 0,-1 0 0 0 0,0 0 1 0 0,0-1-1 0 0,1 1 1 0 0,-1-1-1 0 0,1 0 0 0 0,0 0 1 0 0,-1-1-1 0 0,1 1 1 0 0,-1-1-1 0 0,1 1 0 0 0,0-1 1 0 0,6-1-1 0 0,-8 0-53 0 0,1 0 0 0 0,-1 0 0 0 0,0 0 0 0 0,0 0 0 0 0,1 0 0 0 0,-1 0 0 0 0,0-1 0 0 0,0 1 0 0 0,0-1 0 0 0,-1 0 0 0 0,1 1 0 0 0,0-1 0 0 0,-1 0 0 0 0,1 0 0 0 0,-1 0 0 0 0,1 0 0 0 0,-1 0 0 0 0,2-4 0 0 0,18-51-1557 0 0,-9 22 1526 0 0,-11 32 244 0 0,1 0 0 0 0,-1 0 0 0 0,1 1 0 0 0,-1-1 0 0 0,1 0 0 0 0,0 1 1 0 0,0 0-1 0 0,1-1 0 0 0,-1 1 0 0 0,0 0 0 0 0,1 0 0 0 0,-1 0 0 0 0,1 0 0 0 0,5-2 0 0 0,-6 3-17 0 0,-1 1-1 0 0,1 0 1 0 0,-1-1-1 0 0,1 1 0 0 0,-1 0 1 0 0,1 0-1 0 0,0 0 1 0 0,-1 0-1 0 0,1 0 1 0 0,-1 0-1 0 0,1 1 0 0 0,-1-1 1 0 0,1 0-1 0 0,-1 1 1 0 0,1-1-1 0 0,-1 1 1 0 0,1 0-1 0 0,-1-1 0 0 0,1 1 1 0 0,-1 0-1 0 0,0 0 1 0 0,1 0-1 0 0,-1 0 1 0 0,0 0-1 0 0,0 0 0 0 0,0 0 1 0 0,0 0-1 0 0,0 1 1 0 0,0-1-1 0 0,0 0 0 0 0,1 2 1 0 0,3 5 129 0 0,0-1 17 0 0,0 0 0 0 0,0 0 0 0 0,1 0 0 0 0,11 10 0 0 0,-14-15-492 0 0,-1 0 1 0 0,1 0-1 0 0,0 0 0 0 0,0-1 1 0 0,0 1-1 0 0,0-1 1 0 0,0 0-1 0 0,0 0 0 0 0,0 0 1 0 0,4 1-1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28.9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6 9674 0 0,'-1'0'125'0'0,"1"-1"0"0"0,0 1 1 0 0,0 0-1 0 0,-1-1 0 0 0,1 1 0 0 0,0-1 1 0 0,-1 1-1 0 0,1 0 0 0 0,0 0 0 0 0,-1-1 0 0 0,1 1 1 0 0,-1 0-1 0 0,1 0 0 0 0,0-1 0 0 0,-1 1 1 0 0,1 0-1 0 0,-1 0 0 0 0,1 0 0 0 0,-1 0 0 0 0,1 0 1 0 0,0-1-1 0 0,-1 1 0 0 0,1 0 0 0 0,-1 0 0 0 0,1 0 1 0 0,-1 0-1 0 0,1 1 0 0 0,-1-1 0 0 0,1 0 1 0 0,-1 0-1 0 0,1 0 0 0 0,0 0 0 0 0,-1 0 0 0 0,0 1 1 0 0,-6 16 2821 0 0,7-12-2426 0 0,-1 1 0 0 0,1 0 0 0 0,0 0 0 0 0,0 0 0 0 0,2 7 0 0 0,14 37-107 0 0,2-1 1 0 0,38 74-1 0 0,-47-106-698 0 0,41 72-3381 0 0,-38-69 2220 0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29.1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7 219 7834 0 0,'0'0'59'0'0,"0"0"0"0"0,-1 0 0 0 0,1 0 1 0 0,0 0-1 0 0,0 0 0 0 0,-1 0 0 0 0,1 0 0 0 0,0 0 1 0 0,-1 0-1 0 0,1 0 0 0 0,0-1 0 0 0,0 1 1 0 0,0 0-1 0 0,-1 0 0 0 0,1 0 0 0 0,0 0 0 0 0,0-1 1 0 0,0 1-1 0 0,-1 0 0 0 0,1 0 0 0 0,0 0 1 0 0,0-1-1 0 0,0 1 0 0 0,0 0 0 0 0,-1 0 0 0 0,1-1 1 0 0,0 1-1 0 0,0 0 0 0 0,0 0 0 0 0,0-1 1 0 0,0 1-1 0 0,0 0 0 0 0,0 0 0 0 0,0-1 0 0 0,0 1 1 0 0,7-10 1774 0 0,20-10 743 0 0,-20 15-2092 0 0,42-28 2612 0 0,87-46 1 0 0,-70 49-4156 0 0,3 5-3639 0 0,-33 14-1867 0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33.7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31 140 4609 0 0,'-2'-21'3294'0'0,"0"0"0"0"0,2-42 0 0 0,0 29 3281 0 0,-8 130-4583 0 0,-1 9-1994 0 0,1-11 40 0 0,7 163 1 0 0,22-109-1658 0 0,-19-134 728 0 0,1 5-6553 0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33.9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1 368 1952 0 0,'23'-63'181'0'0,"86"-200"5734"0"0,-107 260-5576 0 0,-1 0 0 0 0,0 1-1 0 0,1-1 1 0 0,0 1-1 0 0,0-1 1 0 0,0 1 0 0 0,0 0-1 0 0,0 0 1 0 0,0-1-1 0 0,0 1 1 0 0,1 1 0 0 0,-1-1-1 0 0,1 0 1 0 0,-1 1 0 0 0,1-1-1 0 0,0 1 1 0 0,0 0-1 0 0,0 0 1 0 0,0 0 0 0 0,-1 0-1 0 0,1 0 1 0 0,0 1-1 0 0,4-1 1 0 0,-2 1-7 0 0,0 1 1 0 0,0-1-1 0 0,0 1 1 0 0,-1 0-1 0 0,1 0 0 0 0,0 1 1 0 0,0-1-1 0 0,-1 1 1 0 0,1 0-1 0 0,-1 0 0 0 0,1 1 1 0 0,-1 0-1 0 0,7 4 0 0 0,0 3-100 0 0,0 0-1 0 0,0 1 0 0 0,-1 0 0 0 0,0 0 1 0 0,-1 1-1 0 0,11 20 0 0 0,41 86 184 0 0,-19-32-360 0 0,59 73-844 0 0,-55-94-4375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34.16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12 315 14283 0 0,'-1'0'47'0'0,"1"-1"-1"0"0,-1 1 1 0 0,0 0 0 0 0,1-1 0 0 0,-1 1-1 0 0,1-1 1 0 0,-1 1 0 0 0,0 0 0 0 0,1-1-1 0 0,-1 1 1 0 0,1-1 0 0 0,-1 0-1 0 0,1 1 1 0 0,0-1 0 0 0,-1 1 0 0 0,1-1-1 0 0,-1 0 1 0 0,1 1 0 0 0,0-1-1 0 0,0 0 1 0 0,-1 1 0 0 0,1-1 0 0 0,0 0-1 0 0,0 1 1 0 0,0-1 0 0 0,0 0-1 0 0,0 0 1 0 0,0 1 0 0 0,0-1 0 0 0,0 0-1 0 0,0 1 1 0 0,0-1 0 0 0,0 0 0 0 0,1 0-1 0 0,-1 1 1 0 0,0-1 0 0 0,0 0-1 0 0,1 1 1 0 0,-1-1 0 0 0,0 1 0 0 0,1-1-1 0 0,-1 0 1 0 0,1 0 0 0 0,25-32 470 0 0,-19 25-311 0 0,46-51 943 0 0,-30 36-2571 0 0,41-31 0 0 0,-44 40 780 0 0,0 0 1 0 0,1 2 0 0 0,0 1-1 0 0,1 0 1 0 0,0 1-1 0 0,26-6 1 0 0,-4 4 609 0 0,0 2-35 0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34.4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165 5 6449 0 0,'-4'-1'539'0'0,"-1"0"0"0"0,1 0 0 0 0,-1 0 0 0 0,1 1 0 0 0,-1 0 0 0 0,0 0 0 0 0,1 0 0 0 0,-1 1 0 0 0,1-1 0 0 0,-1 1 0 0 0,1 0 0 0 0,-1 0 1 0 0,1 1-1 0 0,0-1 0 0 0,-1 1 0 0 0,1 0 0 0 0,0 0 0 0 0,0 1 0 0 0,-4 2 0 0 0,2-1-212 0 0,1 1 0 0 0,-1-1 0 0 0,1 1 0 0 0,0 0 0 0 0,1 0 0 0 0,-1 0 0 0 0,1 1 0 0 0,0-1 0 0 0,1 1 0 0 0,-1 0 0 0 0,1 0 0 0 0,-3 7 0 0 0,4-5-276 0 0,-1 1-1 0 0,1-1 1 0 0,0 0 0 0 0,1 1 0 0 0,0-1 0 0 0,0 0 0 0 0,1 1 0 0 0,0-1 0 0 0,1 1 0 0 0,-1-1 0 0 0,2 1 0 0 0,-1-1 0 0 0,5 14 0 0 0,-4-17-58 0 0,1 0 1 0 0,-1 1 0 0 0,1-1 0 0 0,0 0 0 0 0,1 0-1 0 0,-1-1 1 0 0,1 1 0 0 0,0-1 0 0 0,0 0 0 0 0,0 0-1 0 0,1 0 1 0 0,-1 0 0 0 0,1-1 0 0 0,0 1 0 0 0,0-1-1 0 0,0-1 1 0 0,1 1 0 0 0,-1-1 0 0 0,0 0 0 0 0,10 3-1 0 0,-8-4-138 0 0,1 1 0 0 0,0-1 0 0 0,0 0 0 0 0,-1-1 0 0 0,15 0 0 0 0,18-7-5766 0 0,-13-1-665 0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34.7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42 91 8754 0 0,'-10'-24'389'0'0,"-7"-18"2172"0"0,3 17 3173 0 0,25 51-946 0 0,3 23-4401 0 0,-9-30 28 0 0,20 81-166 0 0,-10-35 56 0 0,30 77 0 0 0,-37-120-883 0 0,1-2 1 0 0,1 1-1 0 0,1-2 1 0 0,1 1-1 0 0,1-2 1 0 0,1 1-1 0 0,24 25 1 0 0,-19-25-2276 0 0,-13-14 1154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34.8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53 114 3225 0 0,'-20'-3'-521'0'0,"-4"-8"4873"0"0,23 10-4148 0 0,0 0-1 0 0,0 0 1 0 0,1 1-1 0 0,-1-1 0 0 0,1 0 1 0 0,-1 0-1 0 0,0 0 1 0 0,1 0-1 0 0,-1 0 0 0 0,1 0 1 0 0,0 0-1 0 0,-1-1 1 0 0,1 1-1 0 0,0 0 0 0 0,0 0 1 0 0,0 0-1 0 0,0 0 1 0 0,0 0-1 0 0,0 0 0 0 0,0-1 1 0 0,0 1-1 0 0,0 0 1 0 0,0 0-1 0 0,1 0 0 0 0,-1 0 1 0 0,0 0-1 0 0,1 0 1 0 0,-1 0-1 0 0,1 0 1 0 0,-1 0-1 0 0,1 0 0 0 0,-1 0 1 0 0,1 0-1 0 0,0 0 1 0 0,0 0-1 0 0,-1 1 0 0 0,1-1 1 0 0,0 0-1 0 0,1-1 1 0 0,2-2 61 0 0,0 0 0 0 0,1 1 1 0 0,-1-1-1 0 0,1 1 1 0 0,0 0-1 0 0,0 0 1 0 0,0 0-1 0 0,0 1 0 0 0,0-1 1 0 0,1 1-1 0 0,9-2 1 0 0,8-1-2587 0 0,36-4 1 0 0,-38 7-65 0 0,6-2-141 0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35.06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1 11522 0 0,'-1'5'507'0'0,"1"0"-1"0"0,-1 0 1 0 0,1 1 0 0 0,0-1-1 0 0,1 0 1 0 0,-1 0-1 0 0,1 0 1 0 0,0 0-1 0 0,0 0 1 0 0,1 0-1 0 0,3 8 1 0 0,-3-5 208 0 0,39 111 1484 0 0,-4-43-9224 0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35.24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 18 13827 0 0,'-18'-18'4331'0'0,"30"31"-5133"0"0,35 35-1895 0 0,-31-33 2585 0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35.56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3 163 7714 0 0,'0'0'11'0'0,"0"0"1"0"0,0 0-1 0 0,0-1 1 0 0,0 1 0 0 0,0 0-1 0 0,-1 0 1 0 0,1 0 0 0 0,0 0-1 0 0,0 0 1 0 0,0 0-1 0 0,0 0 1 0 0,0 0 0 0 0,0 0-1 0 0,0-1 1 0 0,-1 1 0 0 0,1 0-1 0 0,0 0 1 0 0,0 0-1 0 0,0 0 1 0 0,0 0 0 0 0,0-1-1 0 0,0 1 1 0 0,0 0-1 0 0,0 0 1 0 0,0 0 0 0 0,0 0-1 0 0,0 0 1 0 0,0-1 0 0 0,0 1-1 0 0,0 0 1 0 0,0 0-1 0 0,0 0 1 0 0,0 0 0 0 0,0-1-1 0 0,0 1 1 0 0,0 0-1 0 0,0 0 1 0 0,0 0 0 0 0,0 0-1 0 0,0 0 1 0 0,0-1 0 0 0,0 1-1 0 0,0 0 1 0 0,1 0-1 0 0,-1 0 1 0 0,0 0 0 0 0,0 0-1 0 0,0 0 1 0 0,0 0-1 0 0,0-1 1 0 0,1 1 0 0 0,10-1 570 0 0,14 5 1816 0 0,-15 0-1636 0 0,-1 0-1 0 0,1 1 0 0 0,-1 1 0 0 0,0-1 1 0 0,0 1-1 0 0,-1 1 0 0 0,0 0 1 0 0,0 0-1 0 0,12 14 0 0 0,-12-12-527 0 0,1 0 0 0 0,0-1 0 0 0,1 0 0 0 0,0 0 0 0 0,0-1-1 0 0,14 8 1 0 0,-22-15-184 0 0,-1 1-1 0 0,0-1 1 0 0,0 1-1 0 0,0-1 1 0 0,0 1-1 0 0,1-1 1 0 0,-1 0-1 0 0,0 0 1 0 0,0 1-1 0 0,0-1 1 0 0,1 0-1 0 0,-1 0 0 0 0,0 0 1 0 0,0-1-1 0 0,1 1 1 0 0,-1 0-1 0 0,0 0 1 0 0,0-1-1 0 0,1 1 1 0 0,-1 0-1 0 0,0-1 1 0 0,0 1-1 0 0,2-2 1 0 0,-1 0 4 0 0,0 0 0 0 0,0 0 1 0 0,-1 1-1 0 0,1-1 0 0 0,-1-1 1 0 0,1 1-1 0 0,-1 0 0 0 0,0 0 1 0 0,0 0-1 0 0,0-1 0 0 0,1-2 1 0 0,2-8 35 0 0,-1-1 0 0 0,-1 1 0 0 0,1-21 0 0 0,-2 28-84 0 0,0-56-92 0 0,-1 44-406 0 0,0 0 0 0 0,1 0-1 0 0,6-32 1 0 0,-2 31-675 0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36.1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61 334 5065 0 0,'1'0'135'0'0,"0"0"1"0"0,-1 1-1 0 0,1-1 0 0 0,0 0 1 0 0,-1 0-1 0 0,1 1 0 0 0,0-1 0 0 0,-1 0 1 0 0,1 1-1 0 0,-1-1 0 0 0,1 1 1 0 0,-1-1-1 0 0,1 1 0 0 0,-1-1 0 0 0,1 1 1 0 0,-1-1-1 0 0,0 1 0 0 0,1-1 1 0 0,-1 1-1 0 0,0-1 0 0 0,1 1 1 0 0,-1 0-1 0 0,0-1 0 0 0,0 1 0 0 0,1 0 1 0 0,-1-1-1 0 0,0 1 0 0 0,0 0 1 0 0,0-1-1 0 0,0 1 0 0 0,0 0 0 0 0,0-1 1 0 0,0 1-1 0 0,0 0 0 0 0,0-1 1 0 0,0 1-1 0 0,-1 0 0 0 0,1-1 0 0 0,0 1 1 0 0,0 0-1 0 0,-1-1 0 0 0,1 1 1 0 0,0-1-1 0 0,-1 1 0 0 0,1 0 1 0 0,0-1-1 0 0,-1 1 0 0 0,1-1 0 0 0,-1 1 1 0 0,1-1-1 0 0,-1 1 0 0 0,1-1 1 0 0,-1 0-1 0 0,0 1 0 0 0,1-1 0 0 0,-2 1 1 0 0,-8 10-286 0 0,3-1 861 0 0,-1 1 1 0 0,1-1 0 0 0,1 2 0 0 0,-8 17 0 0 0,12-25-561 0 0,0 1 0 0 0,0-1 1 0 0,1 1-1 0 0,0 0 0 0 0,0-1 1 0 0,0 1-1 0 0,0 0 0 0 0,1 0 0 0 0,0 0 1 0 0,0 0-1 0 0,0-1 0 0 0,1 1 1 0 0,-1 0-1 0 0,1 0 0 0 0,2 4 1 0 0,-3-8-141 0 0,0 0 1 0 0,0 0-1 0 0,0-1 1 0 0,0 1-1 0 0,1-1 0 0 0,-1 1 1 0 0,0 0-1 0 0,0-1 1 0 0,1 1-1 0 0,-1 0 1 0 0,0-1-1 0 0,1 1 1 0 0,-1-1-1 0 0,1 1 1 0 0,-1-1-1 0 0,1 1 1 0 0,-1-1-1 0 0,1 1 1 0 0,-1-1-1 0 0,1 0 1 0 0,-1 1-1 0 0,1-1 1 0 0,0 0-1 0 0,-1 1 1 0 0,1-1-1 0 0,-1 0 0 0 0,1 0 1 0 0,0 1-1 0 0,-1-1 1 0 0,1 0-1 0 0,0 0 1 0 0,-1 0-1 0 0,1 0 1 0 0,0 0-1 0 0,0 0 1 0 0,-1 0-1 0 0,1 0 1 0 0,0 0-1 0 0,-1-1 1 0 0,1 1-1 0 0,0 0 1 0 0,-1 0-1 0 0,1 0 1 0 0,-1-1-1 0 0,1 1 0 0 0,0 0 1 0 0,-1-1-1 0 0,1 1 1 0 0,-1-1-1 0 0,1 1 1 0 0,-1-1-1 0 0,1 1 1 0 0,0-2-1 0 0,1 0-113 0 0,1-1-1 0 0,-1 1 0 0 0,0-1 1 0 0,0 0-1 0 0,0 0 0 0 0,0 0 1 0 0,-1 0-1 0 0,1-1 1 0 0,0-2-1 0 0,3-17-552 0 0,7-25 277 0 0,-12 46 515 0 0,1 0 0 0 0,0 0 0 0 0,-1 0 0 0 0,1 0 1 0 0,0 0-1 0 0,1 0 0 0 0,-1 0 0 0 0,0 0 0 0 0,0 1 0 0 0,1-1 0 0 0,-1 0 0 0 0,1 1 0 0 0,0-1 0 0 0,-1 1 1 0 0,1 0-1 0 0,0 0 0 0 0,2-2 0 0 0,-2 3-43 0 0,0-1 0 0 0,0 1 1 0 0,-1 0-1 0 0,1 0 0 0 0,0 0 1 0 0,0 0-1 0 0,-1 1 0 0 0,1-1 0 0 0,0 0 1 0 0,0 1-1 0 0,-1-1 0 0 0,1 1 1 0 0,0-1-1 0 0,-1 1 0 0 0,1 0 0 0 0,-1 0 1 0 0,1 0-1 0 0,-1 0 0 0 0,1 0 1 0 0,-1 0-1 0 0,2 2 0 0 0,31 33 553 0 0,-24-24-419 0 0,-3-4-304 0 0,1-1 1 0 0,0 0 0 0 0,0 0 0 0 0,0 0 0 0 0,1-1-1 0 0,0 0 1 0 0,0-1 0 0 0,0 0 0 0 0,13 5 0 0 0,-17-8-364 0 0,1-1 0 0 0,0 0 0 0 0,0 0 1 0 0,0 0-1 0 0,-1-1 0 0 0,1 0 0 0 0,0 0 0 0 0,0 0 1 0 0,0-1-1 0 0,0 0 0 0 0,0 0 0 0 0,-1 0 1 0 0,1-1-1 0 0,0 0 0 0 0,-1 0 0 0 0,1 0 0 0 0,-1-1 1 0 0,6-4-1 0 0,-4 3 191 0 0,-1 0 0 0 0,1 0 0 0 0,-1-1 1 0 0,0 0-1 0 0,0-1 0 0 0,-1 1 0 0 0,0-1 0 0 0,0 0 1 0 0,0 0-1 0 0,-1-1 0 0 0,0 1 0 0 0,0-1 0 0 0,0 0 1 0 0,-1 0-1 0 0,0 0 0 0 0,-1 0 0 0 0,1-1 0 0 0,-2 1 0 0 0,1-1 1 0 0,1-10-1 0 0,-2-11 347 0 0,-1 0-1 0 0,-1 1 1 0 0,-1-1 0 0 0,-7-34 0 0 0,-1-14-578 0 0,8 55 978 0 0,-3-41-1457 0 0,6 31 14840 0 0,10 52-11575 0 0,-1 2-1752 0 0,152 330 426 0 0,-114-255-1984 0 0,-15-40-1030 0 0,-5-25-4708 0 0,-10-14-68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36.45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20 126 6913 0 0,'-1'1'63'0'0,"0"-1"0"0"0,0 0 0 0 0,0 0 0 0 0,0 0 0 0 0,0 1 0 0 0,0-1 0 0 0,0 0 0 0 0,0 0 0 0 0,0 0-1 0 0,0-1 1 0 0,0 1 0 0 0,0 0 0 0 0,0 0 0 0 0,0 0 0 0 0,1-1 0 0 0,-1 1 0 0 0,-2-1 0 0 0,3 0 20 0 0,0 1 1 0 0,0-1-1 0 0,0 1 1 0 0,0-1-1 0 0,0 1 1 0 0,0 0-1 0 0,0-1 0 0 0,0 1 1 0 0,0-1-1 0 0,0 1 1 0 0,0-1-1 0 0,1 1 1 0 0,-1 0-1 0 0,0-1 1 0 0,0 1-1 0 0,0-1 1 0 0,1 1-1 0 0,-1 0 1 0 0,0-1-1 0 0,0 1 1 0 0,1 0-1 0 0,-1-1 1 0 0,0 1-1 0 0,1 0 0 0 0,-1 0 1 0 0,1-1-1 0 0,32-24 2122 0 0,-13 12-1930 0 0,1 1-1 0 0,0 2 1 0 0,1 0-1 0 0,0 1 1 0 0,39-10 0 0 0,-42 14-643 0 0,1 1 0 0 0,-1 1 1 0 0,1 1-1 0 0,0 1 0 0 0,0 0 1 0 0,0 2-1 0 0,24 3 0 0 0,-40-3 518 0 0,0 0-1 0 0,1 1 1 0 0,-1-1-1 0 0,0 1 0 0 0,0 0 1 0 0,0 0-1 0 0,-1 0 0 0 0,1 0 1 0 0,0 1-1 0 0,-1-1 1 0 0,0 1-1 0 0,1 0 0 0 0,-1 0 1 0 0,0 0-1 0 0,-1 1 1 0 0,1-1-1 0 0,0 1 0 0 0,-1 0 1 0 0,0-1-1 0 0,0 1 1 0 0,0 0-1 0 0,1 5 0 0 0,4 11 1240 0 0,-1 0-1 0 0,-1 1 0 0 0,4 30 0 0 0,0-3-382 0 0,14 47-3818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36.62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2 14747 0 0,'-4'-1'3953'0'0,"6"2"-3809"0"0,2 2 112 0 0,18 20-2344 0 0,-12-9 887 0 0,2 3-7 0 0,4 0 944 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37.1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46 7370 0 0,'1'0'57'0'0,"0"-1"0"0"0,0 1 0 0 0,0 0 0 0 0,0 0 0 0 0,-1 0 0 0 0,1-1 0 0 0,0 1 1 0 0,0 0-1 0 0,0 0 0 0 0,0 0 0 0 0,0 0 0 0 0,0 1 0 0 0,0-1 0 0 0,0 0 1 0 0,0 0-1 0 0,0 0 0 0 0,-1 1 0 0 0,1-1 0 0 0,0 1 0 0 0,0-1 0 0 0,0 0 0 0 0,0 1 1 0 0,-1-1-1 0 0,1 1 0 0 0,0 0 0 0 0,0 0 0 0 0,0 2 199 0 0,-1-1-1 0 0,1 1 0 0 0,-1-1 1 0 0,0 1-1 0 0,1 0 1 0 0,-1-1-1 0 0,-1 1 1 0 0,1 0-1 0 0,-1 2 0 0 0,-10 60 3841 0 0,-3 15-1623 0 0,13-74-2348 0 0,1 0 1 0 0,0 0-1 0 0,0 0 0 0 0,1 0 1 0 0,0 1-1 0 0,0-1 0 0 0,0 0 1 0 0,1 0-1 0 0,-1-1 0 0 0,5 9 0 0 0,-6-14-115 0 0,0 0-1 0 0,0 0 0 0 0,0 0 0 0 0,0 1 1 0 0,0-1-1 0 0,0 0 0 0 0,0 0 0 0 0,0 0 0 0 0,0 1 1 0 0,0-1-1 0 0,0 0 0 0 0,0 0 0 0 0,0 0 1 0 0,0 1-1 0 0,0-1 0 0 0,1 0 0 0 0,-1 0 0 0 0,0 0 1 0 0,0 0-1 0 0,0 1 0 0 0,0-1 0 0 0,1 0 1 0 0,-1 0-1 0 0,0 0 0 0 0,0 0 0 0 0,0 0 0 0 0,0 0 1 0 0,1 0-1 0 0,-1 1 0 0 0,0-1 0 0 0,0 0 0 0 0,0 0 1 0 0,1 0-1 0 0,-1 0 0 0 0,0 0 0 0 0,0 0 1 0 0,1 0-1 0 0,-1 0 0 0 0,0 0 0 0 0,0 0 0 0 0,1 0 1 0 0,2-10-190 0 0,-2-15-268 0 0,-1 2 64 0 0,1-1-1 0 0,5-34 1 0 0,-4 50 282 0 0,0-1 0 0 0,1 0 0 0 0,0 1 0 0 0,1-1 0 0 0,-1 1 0 0 0,1 0 1 0 0,1 0-1 0 0,0 1 0 0 0,9-13 0 0 0,-8 13 142 0 0,0 0 0 0 0,1 0 0 0 0,0 1 0 0 0,0-1 0 0 0,0 2-1 0 0,1-1 1 0 0,0 1 0 0 0,15-7 0 0 0,-20 10 46 0 0,0 1 0 0 0,0 0 0 0 0,0 0 0 0 0,1 0-1 0 0,-1 0 1 0 0,0 1 0 0 0,1-1 0 0 0,-1 1 0 0 0,0 0 0 0 0,1 0 0 0 0,-1 0 0 0 0,0 1-1 0 0,1-1 1 0 0,-1 1 0 0 0,0 0 0 0 0,1 0 0 0 0,-1 0 0 0 0,0 0 0 0 0,0 0-1 0 0,0 1 1 0 0,0-1 0 0 0,0 1 0 0 0,0 0 0 0 0,0 0 0 0 0,-1 0 0 0 0,1 0-1 0 0,2 3 1 0 0,0 2-41 0 0,0-1-1 0 0,0 1 1 0 0,0 0 0 0 0,-1 0-1 0 0,0 0 1 0 0,0 1 0 0 0,-1 0-1 0 0,0-1 1 0 0,2 10 0 0 0,-2-6 1 0 0,1 0 0 0 0,1 0 1 0 0,8 15-1 0 0,-13-26-37 0 0,1 1 0 0 0,-1 0 0 0 0,1-1-1 0 0,-1 1 1 0 0,1-1 0 0 0,-1 1 0 0 0,1 0-1 0 0,-1-1 1 0 0,1 1 0 0 0,0-1 0 0 0,-1 0-1 0 0,1 1 1 0 0,0-1 0 0 0,-1 1 0 0 0,1-1-1 0 0,0 0 1 0 0,0 0 0 0 0,-1 1 0 0 0,1-1-1 0 0,0 0 1 0 0,0 0 0 0 0,0 0 0 0 0,-1 0-1 0 0,1 0 1 0 0,0 0 0 0 0,0 0 0 0 0,-1 0-1 0 0,1 0 1 0 0,0 0 0 0 0,0-1 0 0 0,0 1-1 0 0,-1 0 1 0 0,1 0 0 0 0,0-1 0 0 0,-1 1-1 0 0,1 0 1 0 0,0-1 0 0 0,-1 1 0 0 0,1-1 0 0 0,0 1-1 0 0,-1-1 1 0 0,1 1 0 0 0,-1-1 0 0 0,1 1-1 0 0,0-2 1 0 0,30-37 684 0 0,-20 24-476 0 0,-7 10-97 0 0,-1 1-1 0 0,1 0 1 0 0,0 0 0 0 0,1 0 0 0 0,-1 1 0 0 0,1-1 0 0 0,-1 1 0 0 0,1 0 0 0 0,6-2 0 0 0,-9 4-88 0 0,0 1 1 0 0,0-1 0 0 0,0 1 0 0 0,0 0-1 0 0,0 0 1 0 0,0 0 0 0 0,0 0 0 0 0,0 0 0 0 0,0 0-1 0 0,0 0 1 0 0,0 1 0 0 0,0-1 0 0 0,0 1 0 0 0,0-1-1 0 0,0 1 1 0 0,0 0 0 0 0,0 0 0 0 0,0 0 0 0 0,-1 0-1 0 0,1 0 1 0 0,0 0 0 0 0,-1 0 0 0 0,1 0 0 0 0,-1 1-1 0 0,1-1 1 0 0,-1 1 0 0 0,0-1 0 0 0,2 3-1 0 0,74 99-2031 0 0,-62-84-5857 0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43.34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64 39 10138 0 0,'-10'-9'1165'0'0,"-14"-13"2553"0"0,23 22-3525 0 0,0-1 1 0 0,0 0-1 0 0,0 0 0 0 0,0 1 0 0 0,0-1 0 0 0,0 0 1 0 0,0 1-1 0 0,-1-1 0 0 0,1 1 0 0 0,0 0 0 0 0,0-1 1 0 0,0 1-1 0 0,0 0 0 0 0,-1 0 0 0 0,1-1 1 0 0,0 1-1 0 0,0 0 0 0 0,-1 0 0 0 0,0 1 0 0 0,1-1-109 0 0,1 1-1 0 0,-1-1 1 0 0,1 1 0 0 0,-1-1-1 0 0,1 1 1 0 0,0-1-1 0 0,-1 1 1 0 0,1 0-1 0 0,0-1 1 0 0,-1 1 0 0 0,1 0-1 0 0,0-1 1 0 0,0 1-1 0 0,0 0 1 0 0,-1-1-1 0 0,1 1 1 0 0,0 0-1 0 0,0 0 1 0 0,0-1 0 0 0,0 1-1 0 0,0 0 1 0 0,0-1-1 0 0,1 1 1 0 0,-1 0-1 0 0,0 1 1 0 0,6 23 526 0 0,-4-19-460 0 0,16 97 240 0 0,-4 0-1 0 0,1 118 1 0 0,2 20-228 0 0,-16-222-459 0 0,2 0-1 0 0,1 0 1 0 0,0 0 0 0 0,1 0 0 0 0,1-1 0 0 0,1 0-1 0 0,14 28 1 0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43.5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0 173 11522 0 0,'10'-12'432'0'0,"0"1"1"0"0,1 0-1 0 0,0 0 0 0 0,1 1 0 0 0,0 0 0 0 0,23-13 0 0 0,-7 7 279 0 0,0 1 0 0 0,36-13 0 0 0,-47 22-689 0 0,1 1 0 0 0,-1 1 0 0 0,1 0 1 0 0,-1 2-1 0 0,25-2 0 0 0,14 3-4927 0 0,-41 1-218 0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44.3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1 113 9674 0 0,'3'6'8468'0'0,"5"11"-6338"0"0,-4-8-1986 0 0,21 54 969 0 0,-19-44-982 0 0,17 34 1 0 0,-21-48-152 0 0,1-1 1 0 0,-1 0-1 0 0,1 0 1 0 0,0 0 0 0 0,0-1-1 0 0,0 1 1 0 0,1-1-1 0 0,-1 1 1 0 0,1-1 0 0 0,0 0-1 0 0,0 0 1 0 0,7 3-1 0 0,-9-5-34 0 0,0 0-1 0 0,0 0 0 0 0,0-1 0 0 0,0 1 1 0 0,0-1-1 0 0,0 1 0 0 0,-1-1 0 0 0,1 0 1 0 0,0 1-1 0 0,0-1 0 0 0,0 0 0 0 0,0-1 1 0 0,0 1-1 0 0,0 0 0 0 0,0 0 0 0 0,0-1 1 0 0,0 0-1 0 0,0 1 0 0 0,0-1 0 0 0,0 0 1 0 0,3-1-1 0 0,-2-1-46 0 0,1 0 0 0 0,-1 0 0 0 0,0 0 1 0 0,0 0-1 0 0,0 0 0 0 0,0 0 0 0 0,-1-1 0 0 0,1 1 0 0 0,2-8 0 0 0,1-1 24 0 0,0-1-1 0 0,-2 0 1 0 0,1 0-1 0 0,-2 0 1 0 0,4-20-1 0 0,-5 6 519 0 0,-3 21-97 0 0,2-1 1 0 0,-1 1-1 0 0,1-1 0 0 0,0 1 0 0 0,0-1 0 0 0,1 1 0 0 0,4-12 0 0 0,-6 18-312 0 0,0 0-1 0 0,0-1 1 0 0,0 1-1 0 0,1 0 1 0 0,-1 0-1 0 0,0-1 1 0 0,0 1-1 0 0,0 0 1 0 0,1 0-1 0 0,-1 0 1 0 0,0-1-1 0 0,0 1 1 0 0,0 0-1 0 0,1 0 1 0 0,-1 0 0 0 0,0 0-1 0 0,1-1 1 0 0,-1 1-1 0 0,0 0 1 0 0,0 0-1 0 0,1 0 1 0 0,-1 0-1 0 0,0 0 1 0 0,1 0-1 0 0,-1 0 1 0 0,0 0-1 0 0,1 0 1 0 0,-1 0-1 0 0,0 0 1 0 0,0 0-1 0 0,1 0 1 0 0,-1 0-1 0 0,0 0 1 0 0,1 0-1 0 0,-1 0 1 0 0,0 1-1 0 0,1-1 1 0 0,11 12 341 0 0,7 21-277 0 0,-17-30 42 0 0,12 26-143 0 0,-7-14-98 0 0,0 0 0 0 0,1 0 0 0 0,0-1 0 0 0,2 0 0 0 0,11 13 0 0 0,-20-25-70 0 0,1 1 0 0 0,0-1-1 0 0,0-1 1 0 0,0 1-1 0 0,0 0 1 0 0,1 0-1 0 0,-1-1 1 0 0,0 1-1 0 0,1-1 1 0 0,-1 0-1 0 0,1 0 1 0 0,0 0-1 0 0,-1 0 1 0 0,1 0-1 0 0,0-1 1 0 0,-1 1-1 0 0,1-1 1 0 0,0 1-1 0 0,0-1 1 0 0,-1 0-1 0 0,1 0 1 0 0,0 0-1 0 0,0-1 1 0 0,-1 1-1 0 0,1-1 1 0 0,0 1-1 0 0,0-1 1 0 0,-1 0-1 0 0,1 0 1 0 0,-1 0-1 0 0,1-1 1 0 0,-1 1-1 0 0,1 0 1 0 0,-1-1-1 0 0,0 0 1 0 0,4-3-1 0 0,-3 2-55 0 0,1 0 0 0 0,-1 0 1 0 0,0 0-1 0 0,0-1 0 0 0,0 1 0 0 0,0-1 0 0 0,-1 0 0 0 0,0 1 0 0 0,0-1 0 0 0,0-1 0 0 0,3-6 0 0 0,-2-1-299 0 0,0-1 0 0 0,2-21 0 0 0,-5 27 501 0 0,0 0 0 0 0,1 1 1 0 0,0-1-1 0 0,0 0 0 0 0,1 1 1 0 0,-1-1-1 0 0,2 1 0 0 0,-1 0 1 0 0,1-1-1 0 0,-1 1 0 0 0,2 0 1 0 0,-1 1-1 0 0,1-1 0 0 0,4-5 1 0 0,-6 9 292 0 0,0-1 1 0 0,0 1 0 0 0,1 0-1 0 0,-1 0 1 0 0,0 1 0 0 0,1-1 0 0 0,-1 0-1 0 0,1 1 1 0 0,0-1 0 0 0,-1 1-1 0 0,1 0 1 0 0,0 0 0 0 0,0 0 0 0 0,0 0-1 0 0,0 1 1 0 0,0-1 0 0 0,0 1-1 0 0,0 0 1 0 0,0 0 0 0 0,0 0-1 0 0,0 0 1 0 0,0 0 0 0 0,5 2 0 0 0,-4-1 246 0 0,0 1 0 0 0,0-1 1 0 0,0 1-1 0 0,-1 0 1 0 0,1 0-1 0 0,-1 0 0 0 0,0 1 1 0 0,6 5-1 0 0,13 17-513 0 0,-13-11 52 0 0,-1 0 1 0 0,0 1 0 0 0,-1 0 0 0 0,-1 1-1 0 0,7 22 1 0 0,-10-29-60 0 0,-3-9 4 0 0,0 1-1 0 0,0-1 1 0 0,0 0-1 0 0,0 0 1 0 0,0 0-1 0 0,0 1 1 0 0,0-1-1 0 0,0 0 1 0 0,0 0-1 0 0,0 0 1 0 0,0 1-1 0 0,0-1 1 0 0,0 0-1 0 0,0 0 1 0 0,0 0-1 0 0,0 0 1 0 0,1 1 0 0 0,-1-1-1 0 0,0 0 1 0 0,0 0-1 0 0,0 0 1 0 0,0 0-1 0 0,0 1 1 0 0,0-1-1 0 0,1 0 1 0 0,-1 0-1 0 0,0 0 1 0 0,0 0-1 0 0,0 0 1 0 0,0 0-1 0 0,1 0 1 0 0,-1 1-1 0 0,0-1 1 0 0,0 0 0 0 0,0 0-1 0 0,0 0 1 0 0,1 0-1 0 0,-1 0 1 0 0,0 0-1 0 0,0 0 1 0 0,0 0-1 0 0,1 0 1 0 0,-1 0-1 0 0,0 0 1 0 0,0 0-1 0 0,0 0 1 0 0,1 0-1 0 0,-1 0 1 0 0,0 0-1 0 0,0-1 1 0 0,7-11-83 0 0,1-19 14 0 0,-7 24 67 0 0,1-20-147 0 0,9-37 1 0 0,-10 58 129 0 0,1-1 1 0 0,0 1 0 0 0,0 0-1 0 0,0 0 1 0 0,1-1-1 0 0,0 2 1 0 0,0-1-1 0 0,1 0 1 0 0,0 1 0 0 0,0-1-1 0 0,7-6 1 0 0,-11 11 31 0 0,1 1 0 0 0,0-1 1 0 0,0 1-1 0 0,0-1 0 0 0,0 1 0 0 0,0-1 0 0 0,0 1 1 0 0,0 0-1 0 0,0-1 0 0 0,0 1 0 0 0,0 0 1 0 0,1 0-1 0 0,-1 0 0 0 0,0 0 0 0 0,0 0 1 0 0,0 0-1 0 0,0 0 0 0 0,0 0 0 0 0,0 0 1 0 0,0 1-1 0 0,0-1 0 0 0,0 0 0 0 0,0 1 1 0 0,0-1-1 0 0,0 1 0 0 0,0-1 0 0 0,0 1 1 0 0,0-1-1 0 0,0 1 0 0 0,0 0 0 0 0,-1-1 1 0 0,1 1-1 0 0,0 0 0 0 0,0 0 0 0 0,-1-1 1 0 0,2 3-1 0 0,27 39 554 0 0,-22-32-483 0 0,-1 1-206 0 0,1-1 0 0 0,1 0 1 0 0,-1-1-1 0 0,2 1 0 0 0,-1-1 0 0 0,18 13 1 0 0,-15-13-571 0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44.9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129 358 11058 0 0,'-2'-4'524'0'0,"1"1"0"0"0,-1-1-1 0 0,0 0 1 0 0,0 0 0 0 0,0 1-1 0 0,0 0 1 0 0,0-1 0 0 0,-1 1-1 0 0,0 0 1 0 0,1 0 0 0 0,-1 0-1 0 0,0 0 1 0 0,-7-4-1 0 0,8 6-412 0 0,1 1-1 0 0,-1-1 0 0 0,1 0 0 0 0,-1 1 0 0 0,0-1 0 0 0,1 1 0 0 0,-1 0 0 0 0,0-1 0 0 0,1 1 0 0 0,-1 0 0 0 0,0 0 1 0 0,1 0-1 0 0,-1 0 0 0 0,0 0 0 0 0,0 1 0 0 0,1-1 0 0 0,-1 0 0 0 0,0 1 0 0 0,1-1 0 0 0,-1 1 0 0 0,1 0 1 0 0,-1 0-1 0 0,1-1 0 0 0,-1 1 0 0 0,1 0 0 0 0,-1 0 0 0 0,1 0 0 0 0,0 1 0 0 0,0-1 0 0 0,-1 0 0 0 0,1 0 0 0 0,0 1 1 0 0,0-1-1 0 0,0 0 0 0 0,-1 3 0 0 0,-3 4-74 0 0,1 1 1 0 0,-1 0-1 0 0,1 0 1 0 0,1 0-1 0 0,0 1 1 0 0,0-1-1 0 0,1 1 1 0 0,0-1 0 0 0,1 1-1 0 0,0 0 1 0 0,0 0-1 0 0,1 0 1 0 0,0-1-1 0 0,1 1 1 0 0,0 0-1 0 0,3 12 1 0 0,-3-17-41 0 0,1 1 0 0 0,0-1 1 0 0,0 0-1 0 0,0 1 0 0 0,0-1 0 0 0,1 0 1 0 0,0 0-1 0 0,0 0 0 0 0,0-1 0 0 0,1 1 1 0 0,0-1-1 0 0,7 7 0 0 0,-8-8-11 0 0,1 0 0 0 0,0-1 1 0 0,0 0-1 0 0,0 0 0 0 0,0 0 0 0 0,0 0 0 0 0,1-1 0 0 0,-1 1 1 0 0,0-1-1 0 0,1 0 0 0 0,-1-1 0 0 0,1 1 0 0 0,-1-1 1 0 0,1 0-1 0 0,-1 0 0 0 0,1 0 0 0 0,8-2 0 0 0,-6 1-145 0 0,0-1 0 0 0,-1 0 0 0 0,1 0 0 0 0,-1 0 0 0 0,0-1 0 0 0,1 0 1 0 0,-1 0-1 0 0,-1-1 0 0 0,1 1 0 0 0,0-1 0 0 0,-1 0 0 0 0,6-7 0 0 0,-2 3-207 0 0,-2-1 1 0 0,1-1 0 0 0,-1 0-1 0 0,-1 1 1 0 0,0-2-1 0 0,8-15 1 0 0,-4 0 169 0 0,-1-1 0 0 0,-1 1 0 0 0,-1-1 0 0 0,-1-1 0 0 0,2-34 0 0 0,-4 26 1376 0 0,-2 0 1 0 0,-1 0 0 0 0,-2 0-1 0 0,-10-61 1 0 0,11 96-1137 0 0,0 0-1 0 0,0 0 1 0 0,0 0 0 0 0,0 0-1 0 0,-1 0 1 0 0,1 0 0 0 0,0 0-1 0 0,-1 0 1 0 0,1 0 0 0 0,-1 0-1 0 0,1 0 1 0 0,-1 0 0 0 0,0 0-1 0 0,1 0 1 0 0,-1 0-1 0 0,0 0 1 0 0,1 1 0 0 0,-1-1-1 0 0,0 0 1 0 0,0 1 0 0 0,0-1-1 0 0,0 1 1 0 0,0-1 0 0 0,0 1-1 0 0,0-1 1 0 0,0 1-1 0 0,-2-1 1 0 0,3 1-14 0 0,-1 0 1 0 0,0 1-1 0 0,1-1 1 0 0,-1 1-1 0 0,0-1 0 0 0,1 0 1 0 0,-1 1-1 0 0,1-1 0 0 0,-1 1 1 0 0,1 0-1 0 0,-1-1 0 0 0,1 1 1 0 0,-1-1-1 0 0,1 1 1 0 0,-1 0-1 0 0,1-1 0 0 0,0 1 1 0 0,0 0-1 0 0,-1 0 0 0 0,1-1 1 0 0,0 1-1 0 0,0 0 0 0 0,0-1 1 0 0,-1 1-1 0 0,1 0 1 0 0,0 0-1 0 0,0 0 0 0 0,0-1 1 0 0,0 1-1 0 0,1 0 0 0 0,-1 0 1 0 0,0-1-1 0 0,0 1 1 0 0,0 0-1 0 0,1-1 0 0 0,-1 1 1 0 0,0 0-1 0 0,1 1 0 0 0,10 33 47 0 0,1 1 0 0 0,2-2 0 0 0,1 0 0 0 0,27 44 0 0 0,3 7-8 0 0,83 162-1901 0 0,-118-225 1225 0 0,-3 0-7 0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45.21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4 246 10594 0 0,'0'-1'173'0'0,"-1"-1"-1"0"0,1 1 0 0 0,-1 0 1 0 0,1 0-1 0 0,0-1 1 0 0,-1 1-1 0 0,1 0 0 0 0,0 0 1 0 0,0-1-1 0 0,0 1 1 0 0,0 0-1 0 0,0-1 0 0 0,0 1 1 0 0,0 0-1 0 0,1 0 1 0 0,-1-1-1 0 0,0 1 0 0 0,1 0 1 0 0,-1 0-1 0 0,1-1 1 0 0,-1 1-1 0 0,1 0 0 0 0,-1 0 1 0 0,1 0-1 0 0,0 0 1 0 0,0 0-1 0 0,0 0 0 0 0,-1 0 1 0 0,1 0-1 0 0,2-1 1 0 0,38-39 2782 0 0,-31 32-2294 0 0,16-15-620 0 0,2 0 1 0 0,40-25 0 0 0,-53 39-1746 0 0,0 1 0 0 0,0 1 1 0 0,1 0-1 0 0,1 2 0 0 0,-1-1 0 0 0,32-6 1 0 0,-47 13 1810 0 0,0 0 1 0 0,0 0 0 0 0,0 0-1 0 0,0 0 1 0 0,0 0 0 0 0,0 1-1 0 0,1-1 1 0 0,-1 0 0 0 0,0 1-1 0 0,0-1 1 0 0,0 1 0 0 0,0-1-1 0 0,0 1 1 0 0,0-1 0 0 0,0 1 0 0 0,0-1-1 0 0,0 1 1 0 0,-1 0 0 0 0,1 0-1 0 0,0 0 1 0 0,0-1 0 0 0,-1 1-1 0 0,1 0 1 0 0,0 0 0 0 0,-1 0-1 0 0,1 0 1 0 0,-1 0 0 0 0,2 2-1 0 0,12 39 5125 0 0,-7-18-3080 0 0,40 74 2101 0 0,6-4-4543 0 0,-41-80-3828 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45.3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46 194 14283 0 0,'-5'-29'632'0'0,"1"8"136"0"0,1 3-616 0 0,-1 5-152 0 0,2 6 0 0 0,1 3 0 0 0,-2-2 649 0 0,0-5 103 0 0,-2-6 16 0 0,-1-2 8 0 0,2 1-328 0 0,0 4-72 0 0,2 4-16 0 0,4 5 0 0 0,7 3-4296 0 0,3 9 1663 0 0,-3 0-7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5:46.09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70 68 7370 0 0,'-17'17'828'0'0,"9"-11"471"0"0,1 1 0 0 0,0 1 0 0 0,-11 14 0 0 0,16-20-959 0 0,1 1 0 0 0,-1 0-1 0 0,1 0 1 0 0,0-1-1 0 0,0 1 1 0 0,0 0-1 0 0,0 0 1 0 0,0 1-1 0 0,0-1 1 0 0,1 0-1 0 0,0 0 1 0 0,-1 0 0 0 0,1 0-1 0 0,0 0 1 0 0,1 1-1 0 0,0 3 1 0 0,3 14 247 0 0,1 0 1 0 0,1-1-1 0 0,1 0 1 0 0,15 29 0 0 0,-19-42-562 0 0,1 0 1 0 0,0 0-1 0 0,0-1 1 0 0,0 0 0 0 0,1 0-1 0 0,0 0 1 0 0,1 0-1 0 0,-1-1 1 0 0,1 0 0 0 0,0 0-1 0 0,0-1 1 0 0,0 1-1 0 0,1-1 1 0 0,0-1 0 0 0,0 1-1 0 0,7 2 1 0 0,-12-6-23 0 0,0 1-1 0 0,0 0 1 0 0,0-1 0 0 0,1 0 0 0 0,-1 1 0 0 0,0-1-1 0 0,0 0 1 0 0,0 0 0 0 0,0 0 0 0 0,1 0 0 0 0,-1-1 0 0 0,0 1-1 0 0,0-1 1 0 0,0 1 0 0 0,0-1 0 0 0,0 0 0 0 0,0 1-1 0 0,0-1 1 0 0,0 0 0 0 0,3-2 0 0 0,-3 1-28 0 0,1-1 0 0 0,-1 1 1 0 0,0-1-1 0 0,1 1 0 0 0,-1-1 1 0 0,0 0-1 0 0,0 0 0 0 0,-1 0 0 0 0,1 0 1 0 0,-1 0-1 0 0,3-7 0 0 0,-2 4-143 0 0,-1 0 0 0 0,1-1 0 0 0,-1 1 0 0 0,0-1 0 0 0,-1 1 1 0 0,1-1-1 0 0,-1 1 0 0 0,-1-1 0 0 0,1 1 0 0 0,-1-1 0 0 0,0 1 0 0 0,-1-1 0 0 0,-2-7 0 0 0,0 6-335 0 0,-1 1-1 0 0,0-1 1 0 0,0 1 0 0 0,-1 0-1 0 0,0 0 1 0 0,0 1 0 0 0,0 0 0 0 0,-1 0-1 0 0,0 0 1 0 0,0 1 0 0 0,-1 0-1 0 0,-11-6 1 0 0,-16-12 376 0 0,34 22 174 0 0,1 0 0 0 0,-1 1 0 0 0,1-1 0 0 0,-1 1 0 0 0,1-1 0 0 0,0 0 0 0 0,-1 1 0 0 0,1-1 0 0 0,0 0 0 0 0,-1 0 0 0 0,1 1 0 0 0,0-1 0 0 0,0 0 0 0 0,0 0 0 0 0,0 1 0 0 0,0-1 1 0 0,0 0-1 0 0,0 0 0 0 0,0 1 0 0 0,0-1 0 0 0,0 0 0 0 0,0 0 0 0 0,0 1 0 0 0,0-1 0 0 0,1 0 0 0 0,-1 0 0 0 0,0 1 0 0 0,0-1 0 0 0,1 0 0 0 0,-1 1 0 0 0,1-1 0 0 0,-1 0 0 0 0,0 1 0 0 0,1-1 0 0 0,0 1 0 0 0,-1-1 0 0 0,1 0 0 0 0,-1 1 0 0 0,1 0 0 0 0,-1-1 0 0 0,1 1 0 0 0,1-1 1 0 0,30-24 821 0 0,-29 24-745 0 0,5-4 13 0 0,25-17 1079 0 0,39-18 0 0 0,-63 35-941 0 0,1 1-1 0 0,-1 0 1 0 0,1 1 0 0 0,0 0-1 0 0,1 0 1 0 0,-1 1 0 0 0,0 1-1 0 0,1-1 1 0 0,14 1 0 0 0,-22 2-284 0 0,0-1 1 0 0,0 1 0 0 0,1-1 0 0 0,-1 1 0 0 0,0 0 0 0 0,0 0-1 0 0,0 1 1 0 0,0-1 0 0 0,0 1 0 0 0,0-1 0 0 0,0 1-1 0 0,-1 0 1 0 0,1 0 0 0 0,0 0 0 0 0,-1 0 0 0 0,0 1-1 0 0,1-1 1 0 0,-1 1 0 0 0,0-1 0 0 0,0 1 0 0 0,-1 0-1 0 0,4 5 1 0 0,1 5-77 0 0,-1 1 0 0 0,0 1-1 0 0,6 27 1 0 0,4 10-21 0 0,-15-51 107 0 0,0-1 1 0 0,1 1 0 0 0,-1-1-1 0 0,1 0 1 0 0,-1 1 0 0 0,1-1-1 0 0,0 0 1 0 0,-1 1 0 0 0,1-1 0 0 0,-1 0-1 0 0,1 1 1 0 0,-1-1 0 0 0,1 0-1 0 0,0 0 1 0 0,-1 0 0 0 0,1 0-1 0 0,0 0 1 0 0,-1 0 0 0 0,1 0 0 0 0,0 0-1 0 0,-1 0 1 0 0,1 0 0 0 0,0 0-1 0 0,-1 0 1 0 0,1 0 0 0 0,-1 0-1 0 0,1-1 1 0 0,0 1 0 0 0,-1 0 0 0 0,1 0-1 0 0,-1-1 1 0 0,1 1 0 0 0,-1 0-1 0 0,1-1 1 0 0,-1 1 0 0 0,1-1-1 0 0,-1 1 1 0 0,1 0 0 0 0,0-2 0 0 0,21-15 105 0 0,7-15-23 0 0,-17 17 34 0 0,2 0 1 0 0,0 1-1 0 0,17-13 1 0 0,-28 24-103 0 0,0 1 1 0 0,1 0-1 0 0,-1 0 0 0 0,0 0 1 0 0,1 0-1 0 0,0 0 0 0 0,-1 0 0 0 0,1 1 1 0 0,0 0-1 0 0,0 0 0 0 0,-1 0 1 0 0,1 0-1 0 0,0 1 0 0 0,0-1 1 0 0,0 1-1 0 0,0 0 0 0 0,0 0 1 0 0,0 1-1 0 0,0-1 0 0 0,0 1 0 0 0,4 1 1 0 0,-2 1 80 0 0,0 0-1 0 0,-1 1 1 0 0,1 0 0 0 0,-1 0 0 0 0,1 0 0 0 0,-1 1 0 0 0,-1-1 0 0 0,1 1-1 0 0,-1 0 1 0 0,1 1 0 0 0,-2-1 0 0 0,1 1 0 0 0,0 0 0 0 0,-1-1 0 0 0,3 9 0 0 0,-3-7-207 0 0,0-1 1 0 0,0 0 0 0 0,0 0 0 0 0,1 0 0 0 0,0 0 0 0 0,1-1 0 0 0,-1 1 0 0 0,1-1-1 0 0,0 0 1 0 0,0-1 0 0 0,1 1 0 0 0,-1-1 0 0 0,1 0 0 0 0,9 5 0 0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6:56.3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23 3417 0 0,'1'0'11'0'0,"-1"0"1"0"0,1 1-1 0 0,-1-1 1 0 0,1 0 0 0 0,-1 0-1 0 0,1 0 1 0 0,-1 1-1 0 0,1-1 1 0 0,-1 0-1 0 0,1 0 1 0 0,-1 0 0 0 0,1 0-1 0 0,-1 0 1 0 0,1 0-1 0 0,-1 0 1 0 0,1 0 0 0 0,-1 0-1 0 0,1 0 1 0 0,-1 0-1 0 0,1 0 1 0 0,-1 0-1 0 0,1 0 1 0 0,-1-1 0 0 0,1 1-1 0 0,-1 0 1 0 0,1 0-1 0 0,-1-1 1 0 0,1 1-1 0 0,31-23 10987 0 0,-31 24-10788 0 0,1-1 0 0 0,-1 1 0 0 0,0-1 0 0 0,1 1 0 0 0,-1 0 0 0 0,1-1 0 0 0,-1 1 0 0 0,0 0 0 0 0,0 0 0 0 0,0 0 0 0 0,1 0 0 0 0,-1 0 0 0 0,0 0 0 0 0,0 0 0 0 0,0 1 0 0 0,0-1 0 0 0,-1 0 0 0 0,1 1 0 0 0,0-1 0 0 0,0 0 0 0 0,-1 1 0 0 0,1-1 0 0 0,-1 1 0 0 0,1-1 0 0 0,-1 4 0 0 0,10 43 317 0 0,-9-42-262 0 0,18 221 1354 0 0,-5-46-2565 0 0,5-62-4770 0 0,-15-102-1137 0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6:56.5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 2 14283 0 0,'-7'-2'1400'0'0,"5"2"-1248"0"0,1 0-152 0 0,2 2-352 0 0,1-1-104 0 0,-1 3-24 0 0,-1 5 0 0 0,1 0 288 0 0,-1 5 64 0 0,3 2 0 0 0,-3 2 8 0 0,3 1-1576 0 0,-3 1-313 0 0,0-2-63 0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6:57.0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53 8754 0 0,'3'-2'162'0'0,"0"0"1"0"0,0 1 0 0 0,0 0-1 0 0,0 0 1 0 0,0 0-1 0 0,1 0 1 0 0,-1 0 0 0 0,0 1-1 0 0,0-1 1 0 0,1 1-1 0 0,-1 0 1 0 0,0 0-1 0 0,0 0 1 0 0,1 0 0 0 0,-1 0-1 0 0,0 1 1 0 0,0 0-1 0 0,1 0 1 0 0,-1 0 0 0 0,0 0-1 0 0,0 0 1 0 0,0 0-1 0 0,0 1 1 0 0,0-1-1 0 0,-1 1 1 0 0,1 0 0 0 0,0 0-1 0 0,-1 0 1 0 0,1 0-1 0 0,-1 1 1 0 0,0-1 0 0 0,3 4-1 0 0,-1 1-107 0 0,1-1 0 0 0,-1 1 0 0 0,-1 0 0 0 0,0 0 0 0 0,0 0 0 0 0,0 1 0 0 0,0-1 0 0 0,-1 1 0 0 0,-1 0 0 0 0,1-1 0 0 0,-1 1 0 0 0,0 12 0 0 0,-2-4-398 0 0,2-2 8 0 0,7-31-49 0 0,-8 17 382 0 0,12-30-1105 0 0,26-48 1 0 0,-35 71 1006 0 0,2 0-1 0 0,-1 0 1 0 0,1 1-1 0 0,0 0 1 0 0,0 0-1 0 0,0 0 0 0 0,1 0 1 0 0,0 1-1 0 0,0 0 1 0 0,1 0-1 0 0,-1 1 1 0 0,14-7-1 0 0,-19 10 154 0 0,0 1 0 0 0,0-1 0 0 0,0 1 0 0 0,1 0 0 0 0,-1-1 0 0 0,0 1 0 0 0,1 0-1 0 0,-1 0 1 0 0,0 0 0 0 0,1 0 0 0 0,-1 0 0 0 0,0 0 0 0 0,0 0 0 0 0,1 0 0 0 0,-1 1 0 0 0,0-1 0 0 0,0 0 0 0 0,1 1-1 0 0,-1-1 1 0 0,0 1 0 0 0,0 0 0 0 0,0-1 0 0 0,0 1 0 0 0,0 0 0 0 0,1-1 0 0 0,-1 1 0 0 0,-1 0 0 0 0,1 0 0 0 0,0 0-1 0 0,0 0 1 0 0,0 0 0 0 0,0 0 0 0 0,-1 0 0 0 0,1 0 0 0 0,0 1 0 0 0,-1-1 0 0 0,1 0 0 0 0,-1 0 0 0 0,0 0-1 0 0,1 1 1 0 0,-1-1 0 0 0,0 2 0 0 0,3 8 695 0 0,-1 0-1 0 0,0 0 1 0 0,0 22 0 0 0,-2-22-565 0 0,11 121-905 0 0,-6-104-44 0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6:57.2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5529 0 0,'3'0'309'0'0,"1"1"-1"0"0,-1-1 1 0 0,0 1-1 0 0,0 0 1 0 0,1 1 0 0 0,-1-1-1 0 0,0 0 1 0 0,0 1-1 0 0,0 0 1 0 0,0 0-1 0 0,-1 0 1 0 0,1 0 0 0 0,0 0-1 0 0,-1 0 1 0 0,1 1-1 0 0,-1-1 1 0 0,0 1-1 0 0,0 0 1 0 0,3 5-1 0 0,3 4 290 0 0,-1 0 0 0 0,-1 1-1 0 0,7 17 1 0 0,7 32 453 0 0,21 107 0 0 0,-22-84-3118 0 0,-17-71-2656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6:57.5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1 134 2761 0 0,'4'-12'209'0'0,"0"0"1"0"0,1 1-1 0 0,1 0 1 0 0,0 0-1 0 0,0 0 1 0 0,13-15-1 0 0,-17 23-39 0 0,0 0-1 0 0,0 0 1 0 0,1 0-1 0 0,-1 0 1 0 0,1 1-1 0 0,-1 0 1 0 0,1-1-1 0 0,0 1 1 0 0,0 0-1 0 0,0 0 1 0 0,0 0-1 0 0,1 1 1 0 0,-1-1-1 0 0,0 1 1 0 0,1 0-1 0 0,-1 0 1 0 0,1 0-1 0 0,-1 0 0 0 0,1 0 1 0 0,-1 1-1 0 0,1 0 1 0 0,0 0-1 0 0,-1 0 1 0 0,1 0-1 0 0,0 0 1 0 0,6 2-1 0 0,-8-1-21 0 0,1 0 0 0 0,-1 0-1 0 0,1 0 1 0 0,-1 1 0 0 0,1-1 0 0 0,-1 1-1 0 0,0-1 1 0 0,0 1 0 0 0,0 0 0 0 0,0 0-1 0 0,0 0 1 0 0,0 0 0 0 0,0 0-1 0 0,-1 0 1 0 0,1 0 0 0 0,-1 0 0 0 0,3 5-1 0 0,-3-2 26 0 0,1-1 0 0 0,-1 0 0 0 0,0 1 0 0 0,0-1 0 0 0,-1 1 0 0 0,0 0 0 0 0,1-1 0 0 0,-1 1 0 0 0,-2 7 0 0 0,-1 5 217 0 0,0-1-1 0 0,-2-1 1 0 0,0 1-1 0 0,-12 26 0 0 0,8-24-210 0 0,0-1-1 0 0,-19 29 0 0 0,1-16-4710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6:57.9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 71 6913 0 0,'-4'4'322'0'0,"0"0"0"0"0,0 1 0 0 0,0-1 0 0 0,1 1-1 0 0,0 0 1 0 0,0-1 0 0 0,1 1 0 0 0,-1 1-1 0 0,1-1 1 0 0,0 0 0 0 0,0 0 0 0 0,1 1 0 0 0,-1-1-1 0 0,1 1 1 0 0,0 8 0 0 0,-1-3 101 0 0,2-1-1 0 0,-1 0 1 0 0,2 0 0 0 0,-1 0-1 0 0,1 1 1 0 0,1-1 0 0 0,4 18-1 0 0,-5-26-387 0 0,-1 0 0 0 0,1 0 0 0 0,0 0-1 0 0,-1 0 1 0 0,1 0 0 0 0,0-1 0 0 0,0 1 0 0 0,0 0-1 0 0,1 0 1 0 0,-1-1 0 0 0,0 1 0 0 0,1-1 0 0 0,-1 1-1 0 0,0-1 1 0 0,1 0 0 0 0,0 1 0 0 0,-1-1-1 0 0,1 0 1 0 0,0 0 0 0 0,0 0 0 0 0,-1 0 0 0 0,1-1-1 0 0,0 1 1 0 0,0 0 0 0 0,0-1 0 0 0,0 1 0 0 0,0-1-1 0 0,0 0 1 0 0,0 0 0 0 0,0 0 0 0 0,0 0 0 0 0,0 0-1 0 0,0 0 1 0 0,0 0 0 0 0,0-1 0 0 0,0 1-1 0 0,0 0 1 0 0,0-1 0 0 0,0 0 0 0 0,0 0 0 0 0,2 0-1 0 0,1-2 0 0 0,1 0-1 0 0,-1 0 0 0 0,0-1 1 0 0,0 1-1 0 0,0-1 0 0 0,0 0 0 0 0,0 0 1 0 0,-1-1-1 0 0,0 1 0 0 0,0-1 0 0 0,0 0 1 0 0,4-8-1 0 0,29-71-555 0 0,-30 63 450 0 0,2 0-1 0 0,1 1 0 0 0,0 0 0 0 0,20-29 1 0 0,-29 48 72 0 0,0 0 0 0 0,-1 0 0 0 0,1 0 0 0 0,0 0 0 0 0,0 0 1 0 0,0 0-1 0 0,0 0 0 0 0,0 0 0 0 0,0 0 0 0 0,0 1 0 0 0,0-1 0 0 0,0 0 1 0 0,0 1-1 0 0,0-1 0 0 0,1 1 0 0 0,-1-1 0 0 0,0 1 0 0 0,0-1 1 0 0,1 1-1 0 0,1 0 0 0 0,-2 0 8 0 0,0 0 0 0 0,0 1 0 0 0,1-1 0 0 0,-1 0 1 0 0,0 1-1 0 0,0-1 0 0 0,0 1 0 0 0,0 0 0 0 0,0-1 0 0 0,-1 1 0 0 0,1 0 0 0 0,0 0 0 0 0,0-1 0 0 0,0 1 1 0 0,-1 0-1 0 0,1 0 0 0 0,0 0 0 0 0,0 2 0 0 0,4 6 119 0 0,0 1 1 0 0,-1 0-1 0 0,-1 1 1 0 0,3 11-1 0 0,-1-4 215 0 0,1-4-178 0 0,0-1 0 0 0,1 1 0 0 0,1-1 0 0 0,12 16 0 0 0,5 4-5076 0 0,-23-30 4088 0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6:58.1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2 6913 0 0,'0'0'79'0'0,"0"0"0"0"0,0 0 0 0 0,0 0 0 0 0,0-1 0 0 0,-1 1 0 0 0,1 0 0 0 0,0 0 0 0 0,0 0-1 0 0,-1 0 1 0 0,1 0 0 0 0,0 0 0 0 0,0 0 0 0 0,-1 0 0 0 0,1 0 0 0 0,0 0 0 0 0,0 0 0 0 0,-1 0-1 0 0,1 0 1 0 0,0 0 0 0 0,0 0 0 0 0,-1 0 0 0 0,1 0 0 0 0,0 0 0 0 0,0 0 0 0 0,-1 0 0 0 0,1 0-1 0 0,0 0 1 0 0,0 0 0 0 0,0 0 0 0 0,-1 1 0 0 0,1-1 0 0 0,0 0 0 0 0,0 0 0 0 0,-1 0 78 0 0,1 1-78 0 0,0-1 0 0 0,0 0 0 0 0,0 0 0 0 0,0 0 0 0 0,0 1 0 0 0,-1-1 0 0 0,1 0 0 0 0,0 0-1 0 0,0 0 1 0 0,0 1 0 0 0,0-1 0 0 0,0 0 0 0 0,0 0 0 0 0,0 1 0 0 0,0-1 0 0 0,0 0 0 0 0,0 0 0 0 0,0 1-1 0 0,0-1 1 0 0,0 1 0 0 0,-3 13 1602 0 0,6 13-801 0 0,1 0 0 0 0,1-1 0 0 0,1 0 0 0 0,2 0 0 0 0,16 41 0 0 0,-6-17-426 0 0,41 111 797 0 0,3 11-4082 0 0,-59-160 1109 0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6:58.4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0 188 6913 0 0,'25'-14'1011'0'0,"75"-40"2946"0"0,-49 25-3294 0 0,109-43 0 0 0,-137 63-2141 0 0,-3 0-81 0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00.8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102 155 1376 0 0,'-6'-16'829'0'0,"0"0"0"0"0,-1 1 0 0 0,0 0 1 0 0,-2 0-1 0 0,0 1 0 0 0,0-1 0 0 0,-1 2 0 0 0,-27-22 3783 0 0,37 35-4538 0 0,-2 14 1320 0 0,6 29-1627 0 0,-2-30 580 0 0,39 309 971 0 0,84 685-1074 0 0,-88-700-269 0 0,37 444 520 0 0,-51-114 494 0 0,-11-426-420 0 0,1 21 450 0 0,-27 145 470 0 0,1-142-915 0 0,15-10-473 0 0,-3 50-8 0 0,-5 115 340 0 0,7-261-354 0 0,-1-108-892 0 0,1 0 1 0 0,0 1 0 0 0,2-1 0 0 0,0 0 0 0 0,2 0 0 0 0,0 0-1 0 0,1-1 1 0 0,12 26 0 0 0,-8-26-4633 0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05.7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31 8290 0 0,'0'0'124'0'0,"-1"-1"0"0"0,1 1 0 0 0,-1-1-1 0 0,1 1 1 0 0,-1-1 0 0 0,1 0 0 0 0,-1 1 0 0 0,1-1 0 0 0,0 0 0 0 0,-1 1 0 0 0,1-1 0 0 0,0 0 0 0 0,0 0 0 0 0,0 1 0 0 0,-1-1 0 0 0,1 0-1 0 0,0 1 1 0 0,0-1 0 0 0,0 0 0 0 0,0 0 0 0 0,0 0 0 0 0,0 1 0 0 0,0-1 0 0 0,1 0 0 0 0,-1 1 0 0 0,0-1 0 0 0,0 0 0 0 0,0 0-1 0 0,1 1 1 0 0,-1-1 0 0 0,1 0 0 0 0,-1 1 0 0 0,0-1 0 0 0,1 1 0 0 0,-1-1 0 0 0,1 0 0 0 0,-1 1 0 0 0,1-1 0 0 0,-1 1 0 0 0,1-1 0 0 0,0 1-1 0 0,-1 0 1 0 0,1-1 0 0 0,0 1 0 0 0,-1-1 0 0 0,1 1 0 0 0,0 0 0 0 0,-1 0 0 0 0,1-1 0 0 0,0 1 0 0 0,-1 0 0 0 0,1 0 0 0 0,0 0 0 0 0,0 0-1 0 0,-1 0 1 0 0,1 0 0 0 0,0 0 0 0 0,0 0 0 0 0,-1 0 0 0 0,1 0 0 0 0,0 0 0 0 0,0 1 0 0 0,19 3 42 0 0,0 0 0 0 0,0 1 0 0 0,-1 1 0 0 0,0 1 0 0 0,0 1 0 0 0,-1 1 0 0 0,0 0-1 0 0,0 1 1 0 0,-1 1 0 0 0,-1 1 0 0 0,0 0 0 0 0,0 1 0 0 0,-1 1 0 0 0,-1 0 0 0 0,0 1 0 0 0,-1 1 0 0 0,18 28 0 0 0,-27-35-201 0 0,0-1 0 0 0,-1 1 0 0 0,0 0 1 0 0,-1 0-1 0 0,0 0 0 0 0,0 0 0 0 0,-1 1 0 0 0,0-1 0 0 0,0 0 0 0 0,-1 1 0 0 0,-1-1 1 0 0,0 0-1 0 0,0 0 0 0 0,0 1 0 0 0,-1-1 0 0 0,-1 0 0 0 0,-3 11 0 0 0,-1-3-68 0 0,-1 1 0 0 0,0-1 0 0 0,-1 0 0 0 0,0-1 0 0 0,-2 0 0 0 0,0 0 0 0 0,-20 21 0 0 0,4-16 98 0 0,27-20 5 0 0,-1-1-1 0 0,1 0 1 0 0,-1 0-1 0 0,1 0 1 0 0,0 0 0 0 0,-1 0-1 0 0,1 1 1 0 0,0-1-1 0 0,-1 0 1 0 0,1 0-1 0 0,-1 0 1 0 0,1 0-1 0 0,0 0 1 0 0,-1 0 0 0 0,1 0-1 0 0,0 0 1 0 0,-1 0-1 0 0,1 0 1 0 0,-1 0-1 0 0,1-1 1 0 0,0 1-1 0 0,-1 0 1 0 0,1 0-1 0 0,0 0 1 0 0,-1 0 0 0 0,1-1-1 0 0,-1 1 1 0 0,1-1-6 0 0,-1 0 1 0 0,1 0-1 0 0,0 0 1 0 0,-1 0 0 0 0,1 0-1 0 0,0 0 1 0 0,0 0-1 0 0,0 0 1 0 0,0 0-1 0 0,0 0 1 0 0,0 0 0 0 0,0 0-1 0 0,0 0 1 0 0,0 0-1 0 0,1 0 1 0 0,0-2-1 0 0,5-21-133 0 0,2-1-1 0 0,0 2 0 0 0,19-36 0 0 0,43-66-43 0 0,-37 67 284 0 0,3-1-9 0 0,-15 26 255 0 0,31-69 1 0 0,-52 102-284 0 0,1-1-1 0 0,-1 0 1 0 0,1 0 0 0 0,-1 0 0 0 0,0-1-1 0 0,1 1 1 0 0,-1 0 0 0 0,0 0 0 0 0,0 0 0 0 0,0 0-1 0 0,0 0 1 0 0,0 0 0 0 0,0 0 0 0 0,0 0-1 0 0,0-2 1 0 0,0 3-7 0 0,-1-1 1 0 0,1 1-1 0 0,0 0 0 0 0,-1 0 0 0 0,1 0 1 0 0,0-1-1 0 0,0 1 0 0 0,-1 0 0 0 0,1 0 1 0 0,0 0-1 0 0,-1 0 0 0 0,1 0 0 0 0,0 0 1 0 0,-1 0-1 0 0,1 0 0 0 0,0 0 0 0 0,-1 0 0 0 0,1 0 1 0 0,0 0-1 0 0,0 0 0 0 0,-1 0 0 0 0,1 0 1 0 0,0 0-1 0 0,-1 0 0 0 0,1 0 0 0 0,0 0 1 0 0,-1 0-1 0 0,1 0 0 0 0,0 0 0 0 0,-1 1 1 0 0,1-1-1 0 0,-3 2 114 0 0,0-1 0 0 0,1 1 0 0 0,-1 0-1 0 0,0 0 1 0 0,1 0 0 0 0,0 0 0 0 0,-1 0 0 0 0,1 1 0 0 0,-3 3 0 0 0,-1 4-126 0 0,1 0 0 0 0,0 1 1 0 0,0 0-1 0 0,1-1 0 0 0,0 2 0 0 0,1-1 1 0 0,0 0-1 0 0,1 1 0 0 0,-1 20 1 0 0,3-15-19 0 0,0 0 1 0 0,1 0 0 0 0,1 1 0 0 0,1-1 0 0 0,9 31-1 0 0,5-2-205 0 0,2-1-1 0 0,2-1 0 0 0,44 69 0 0 0,-42-79-1594 0 0,-12-21 49 0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05.9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9674 0 0,'10'26'5516'0'0,"8"21"-2965"0"0,22 77 699 0 0,-8-44-4575 0 0,-20-54-5690 0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09.5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57 194 1376 0 0,'-21'1'643'0'0,"19"-1"-28"0"0,-1-1 0 0 0,1 1 0 0 0,0-1 0 0 0,-1 1 1 0 0,1-1-1 0 0,0 0 0 0 0,0 0 0 0 0,0 0 0 0 0,0 0 0 0 0,-8-8 2506 0 0,9 9-2807 0 0,1-1-1 0 0,-1 0 0 0 0,1 0 1 0 0,0 1-1 0 0,-1-1 0 0 0,1 0 0 0 0,0 0 1 0 0,0 0-1 0 0,-1 0 0 0 0,1 0 1 0 0,0 1-1 0 0,0-3 0 0 0,1 2-125 0 0,-1-1-1 0 0,0 1 1 0 0,1 0 0 0 0,-1-1-1 0 0,1 1 1 0 0,0 0-1 0 0,-1-1 1 0 0,1 1 0 0 0,0 0-1 0 0,0 0 1 0 0,0 0-1 0 0,0-1 1 0 0,0 1 0 0 0,0 0-1 0 0,0 0 1 0 0,2-1-1 0 0,14-10-9 0 0,-1 0 0 0 0,1 1 0 0 0,1 1 0 0 0,0 0-1 0 0,1 1 1 0 0,0 1 0 0 0,0 1 0 0 0,23-5 0 0 0,-36 11-179 0 0,0-1 0 0 0,0 1 0 0 0,0 0 0 0 0,0 1 0 0 0,0 0 0 0 0,0 0 1 0 0,0 0-1 0 0,0 1 0 0 0,0-1 0 0 0,0 1 0 0 0,0 1 0 0 0,0-1 0 0 0,0 1 0 0 0,0 0 1 0 0,-1 1-1 0 0,1-1 0 0 0,-1 1 0 0 0,1 0 0 0 0,-1 0 0 0 0,0 1 0 0 0,0 0 0 0 0,-1 0 1 0 0,1 0-1 0 0,-1 0 0 0 0,0 1 0 0 0,0-1 0 0 0,0 1 0 0 0,-1 0 0 0 0,1 0 0 0 0,-1 1 1 0 0,2 6-1 0 0,-2-5-14 0 0,-1 1 0 0 0,0-1 0 0 0,0 1 0 0 0,-1 0 0 0 0,0 0 0 0 0,0 0 0 0 0,-1 0 0 0 0,0 0 0 0 0,0 0 0 0 0,-1 0 0 0 0,0-1 0 0 0,0 1 0 0 0,-1 0 0 0 0,0 0 0 0 0,-5 11 0 0 0,-2 3-192 0 0,0 0 0 0 0,-2 0 0 0 0,-23 36 1 0 0,45-106-165 0 0,16-36 71 0 0,-2 2 325 0 0,-12 37 36 0 0,2 0 0 0 0,21-45 0 0 0,-39 102 3871 0 0,0-4-3908 0 0,1 1-1 0 0,1 0 1 0 0,-1-1-1 0 0,1 1 1 0 0,1 0-1 0 0,0 9 1 0 0,3 2 3 0 0,1 0 0 0 0,1 0 0 0 0,1-1 0 0 0,0 0 0 0 0,2 0 0 0 0,9 18 0 0 0,65 103 13 0 0,-76-130-148 0 0,1 1 1 0 0,1-1-1 0 0,0 0 0 0 0,17 15 0 0 0,5-6-6112 0 0,-11-11-725 0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10.1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0 102 3225 0 0,'1'-4'385'0'0,"0"0"1"0"0,0 0-1 0 0,0 0 1 0 0,0 0 0 0 0,1 1-1 0 0,0-1 1 0 0,0 0-1 0 0,0 1 1 0 0,0-1-1 0 0,0 1 1 0 0,1 0-1 0 0,-1 0 1 0 0,1-1 0 0 0,0 2-1 0 0,0-1 1 0 0,0 0-1 0 0,6-3 1 0 0,-2 1-45 0 0,-1 1 0 0 0,0-1 1 0 0,1 2-1 0 0,0-1 0 0 0,0 1 0 0 0,0 0 1 0 0,0 0-1 0 0,13-2 0 0 0,-18 4-207 0 0,1 1 0 0 0,-1 0 0 0 0,1-1 0 0 0,-1 1 0 0 0,1 0 0 0 0,-1 1 1 0 0,0-1-1 0 0,1 0 0 0 0,-1 1 0 0 0,1-1 0 0 0,-1 1 0 0 0,0 0 0 0 0,1 0 0 0 0,-1 0 0 0 0,0 0 0 0 0,0 0 0 0 0,0 0 0 0 0,1 1 0 0 0,-1-1 0 0 0,-1 1 0 0 0,3 1 0 0 0,-1 0 3 0 0,-1 0 0 0 0,0 1 0 0 0,0-1 1 0 0,0 1-1 0 0,0 0 0 0 0,0 0 0 0 0,-1-1 0 0 0,1 1 0 0 0,-1 0 0 0 0,0 0 0 0 0,0 6 0 0 0,1 8 188 0 0,-1 0 0 0 0,-1 0 0 0 0,-1 0 0 0 0,-4 26 0 0 0,0-20-147 0 0,3-19-141 0 0,1 1 0 0 0,-1-1 0 0 0,1 1 0 0 0,1 0 0 0 0,-1-1 0 0 0,1 1 0 0 0,0 0 0 0 0,0 0-1 0 0,0-1 1 0 0,1 1 0 0 0,2 8 0 0 0,-2-13-34 0 0,0 0-1 0 0,0 0 1 0 0,0 0-1 0 0,0 0 1 0 0,0 0-1 0 0,0 0 1 0 0,0 0-1 0 0,0 0 1 0 0,0-1-1 0 0,1 1 1 0 0,-1 0-1 0 0,0-1 1 0 0,0 1-1 0 0,1-1 1 0 0,-1 0-1 0 0,0 1 1 0 0,1-1-1 0 0,-1 0 1 0 0,1 0-1 0 0,-1 0 1 0 0,0 0-1 0 0,1 0 1 0 0,-1 0-1 0 0,1 0 1 0 0,-1 0-1 0 0,0-1 1 0 0,1 1-1 0 0,-1 0 1 0 0,0-1-1 0 0,1 1 1 0 0,-1-1-1 0 0,2-1 1 0 0,45-22 201 0 0,-43 21-181 0 0,4-2-33 0 0,-1 0 0 0 0,1 0 1 0 0,1 1-1 0 0,-1 0 0 0 0,1 1 1 0 0,17-5-1 0 0,-25 8 14 0 0,1 0 0 0 0,-1-1 1 0 0,1 1-1 0 0,-1 0 0 0 0,1 1 1 0 0,-1-1-1 0 0,1 0 0 0 0,-1 1 0 0 0,1-1 1 0 0,-1 1-1 0 0,0 0 0 0 0,1 0 0 0 0,-1 0 1 0 0,0 0-1 0 0,1 0 0 0 0,-1 0 1 0 0,0 1-1 0 0,0-1 0 0 0,0 1 0 0 0,0-1 1 0 0,0 1-1 0 0,-1 0 0 0 0,1 0 1 0 0,0 0-1 0 0,-1 0 0 0 0,0 0 0 0 0,1 0 1 0 0,-1 0-1 0 0,0 0 0 0 0,0 1 0 0 0,0-1 1 0 0,1 4-1 0 0,1 4 139 0 0,0 1-1 0 0,-1 0 1 0 0,-1-1-1 0 0,1 1 1 0 0,-2 0-1 0 0,1 0 1 0 0,-2 0-1 0 0,1 0 1 0 0,-1 0-1 0 0,-1 0 1 0 0,0 0-1 0 0,-1-1 1 0 0,0 1-1 0 0,0-1 1 0 0,-1 0 0 0 0,-7 14-1 0 0,1-6 29 0 0,0 0 0 0 0,-1 0 0 0 0,0-1 0 0 0,-2 0 0 0 0,0-1-1 0 0,0-1 1 0 0,-30 25 0 0 0,32-33-823 0 0,9-7 308 0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42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1 326 5065 0 0,'26'-4'1272'0'0,"100"-11"483"0"0,163-12 1529 0 0,152 4-2070 0 0,156-3-1305 0 0,-316 20 225 0 0,424-63 1 0 0,-509 37 200 0 0,363-54 1069 0 0,-292 62-332 0 0,2 11 1 0 0,296 25-1 0 0,-294 14-853 0 0,-240-21-363 0 0,-1 2 1 0 0,0 1-1 0 0,0 1 0 0 0,-1 2 0 0 0,0 1 1 0 0,48 27-1 0 0,-25 1-2846 0 0,-31-21-2211 0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43.0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170 166 5529 0 0,'-167'28'3193'0'0,"167"-28"-3164"0"0,0 0 0 0 0,1 0 0 0 0,-1 0 0 0 0,0 1 0 0 0,0-1 0 0 0,0 0 0 0 0,0 0-1 0 0,0 0 1 0 0,0 0 0 0 0,0 0 0 0 0,0 0 0 0 0,0 0 0 0 0,0 1 0 0 0,0-1 0 0 0,0 0 0 0 0,0 0 0 0 0,0 0 0 0 0,0 0 0 0 0,0 0 0 0 0,0 0 0 0 0,0 1 0 0 0,0-1 0 0 0,0 0 0 0 0,0 0 0 0 0,0 0 0 0 0,0 0 0 0 0,0 0 0 0 0,0 0-1 0 0,0 0 1 0 0,0 1 0 0 0,0-1 0 0 0,0 0 0 0 0,0 0 0 0 0,0 0 0 0 0,0 0 0 0 0,0 0 0 0 0,-1 0 0 0 0,1 0 0 0 0,0 0 0 0 0,0 1 0 0 0,0-1 0 0 0,0 0 0 0 0,0 0 0 0 0,0 0 0 0 0,0 0 0 0 0,-1 0 0 0 0,1 0 0 0 0,0 0 0 0 0,0 0-1 0 0,0 0 1 0 0,0 0 0 0 0,0 0 0 0 0,0 0 0 0 0,-1 0 0 0 0,1 0 0 0 0,0 0 0 0 0,0 0 0 0 0,19 6 919 0 0,29 2-238 0 0,21-5-35 0 0,102-8 1 0 0,5 0-274 0 0,194 24 162 0 0,-63-1-449 0 0,248-33-331 0 0,-1-43 174 0 0,180-11 860 0 0,-147 53 92 0 0,109-7-477 0 0,-359-8 268 0 0,-142 11-1171 0 0,-130 12-4400 0 0,-37 5-196 0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07.6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0 211 4145 0 0,'10'-5'546'0'0,"0"0"0"0"0,1 1 0 0 0,-1 1 0 0 0,1 0 0 0 0,0 0 1 0 0,0 1-1 0 0,0 0 0 0 0,0 1 0 0 0,0 0 0 0 0,0 1 0 0 0,22 3 0 0 0,-28-3-328 0 0,1 1 1 0 0,-1 0-1 0 0,0 1 0 0 0,1-1 0 0 0,-1 1 0 0 0,0 0 1 0 0,0 1-1 0 0,0-1 0 0 0,-1 1 0 0 0,1 0 0 0 0,-1 0 1 0 0,1 0-1 0 0,-1 1 0 0 0,0 0 0 0 0,6 7 0 0 0,-6-5-61 0 0,1 0-1 0 0,-1 1 1 0 0,-1-1 0 0 0,0 1-1 0 0,0 0 1 0 0,0 0-1 0 0,-1 1 1 0 0,0-1-1 0 0,0 0 1 0 0,1 11-1 0 0,-2-2-91 0 0,0 1 0 0 0,-1 0 0 0 0,-1 0 0 0 0,0 0 0 0 0,-1-1 0 0 0,-1 1 0 0 0,-1-1 0 0 0,0 0 0 0 0,-10 25 0 0 0,85-253-3996 0 0,-52 149 3562 0 0,19-69 751 0 0,-16 42 2988 0 0,-20 81-2759 0 0,-4 18 103 0 0,-8 29 935 0 0,2 1-1 0 0,-4 46 1 0 0,11-71-1660 0 0,1-1 0 0 0,0 1-1 0 0,1-1 1 0 0,1 0 0 0 0,0 1 0 0 0,0-1 0 0 0,2 0-1 0 0,-1 0 1 0 0,2 0 0 0 0,9 19 0 0 0,0-7-374 0 0,1-1 0 0 0,1-1 0 0 0,1 0 0 0 0,2-1 0 0 0,0-1 0 0 0,28 24-1 0 0,-23-24-6660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07.9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88 7746 0 0,'2'-5'242'0'0,"0"1"-1"0"0,1 0 1 0 0,0-1 0 0 0,0 1 0 0 0,0 0 0 0 0,0 0 0 0 0,0 1 0 0 0,1-1-1 0 0,0 1 1 0 0,-1 0 0 0 0,5-3 0 0 0,-2 0 402 0 0,-2 3-301 0 0,0 0 0 0 0,0 0 1 0 0,0 0-1 0 0,1 0 0 0 0,-1 0 1 0 0,0 1-1 0 0,1 0 0 0 0,0 0 0 0 0,0 0 1 0 0,-1 0-1 0 0,1 1 0 0 0,0 0 1 0 0,8-1-1 0 0,-10 2-247 0 0,0 0-1 0 0,0 0 0 0 0,0 1 1 0 0,0-1-1 0 0,0 1 1 0 0,0 0-1 0 0,0 0 1 0 0,-1 0-1 0 0,1 0 1 0 0,0 0-1 0 0,0 0 1 0 0,-1 1-1 0 0,1 0 1 0 0,-1-1-1 0 0,1 1 1 0 0,-1 0-1 0 0,0 0 1 0 0,0 0-1 0 0,0 1 1 0 0,0-1-1 0 0,0 0 1 0 0,0 1-1 0 0,-1-1 1 0 0,2 4-1 0 0,5 10 58 0 0,0 1 0 0 0,-2 0 0 0 0,0 0-1 0 0,-1 1 1 0 0,0 0 0 0 0,-2 0 0 0 0,2 24-1 0 0,10 40 185 0 0,-15-79-266 0 0,0-1 0 0 0,1 0 0 0 0,0 1 0 0 0,0-1 0 0 0,-1 0 0 0 0,1 0-1 0 0,1 1 1 0 0,-1-1 0 0 0,0 0 0 0 0,0 0 0 0 0,1 0 0 0 0,-1 0 0 0 0,3 2 0 0 0,-3-4-31 0 0,0 1 1 0 0,0-1-1 0 0,0 0 1 0 0,0 1-1 0 0,0-1 1 0 0,0 0-1 0 0,0 0 0 0 0,0 0 1 0 0,0 0-1 0 0,0 0 1 0 0,0 0-1 0 0,0 0 1 0 0,0 0-1 0 0,0 0 1 0 0,0-1-1 0 0,0 1 1 0 0,0 0-1 0 0,0-1 1 0 0,0 1-1 0 0,0 0 1 0 0,0-1-1 0 0,0 1 1 0 0,0-1-1 0 0,0 0 1 0 0,-1 1-1 0 0,1-1 0 0 0,0 0 1 0 0,0 1-1 0 0,-1-1 1 0 0,1 0-1 0 0,0 0 1 0 0,-1 0-1 0 0,1 0 1 0 0,53-69 361 0 0,-37 45-139 0 0,25-27 0 0 0,-37 45-1029 0 0,1 1-1 0 0,0 1 1 0 0,1-1 0 0 0,-1 1 0 0 0,1 1 0 0 0,0-1 0 0 0,0 1 0 0 0,1 0-1 0 0,8-3 1 0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43.6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0 606 4145 0 0,'28'10'646'0'0,"1"-2"-1"0"0,-1-1 1 0 0,1-1-1 0 0,0-1 1 0 0,0-2 0 0 0,1-1-1 0 0,43-2 1 0 0,627-107 1177 0 0,-346 43-661 0 0,371-10 1471 0 0,6 59-1758 0 0,-711 15-875 0 0,462-6 0 0 0,-1-42 0 0 0,-17-52 319 0 0,-189 38 136 0 0,-96 23-158 0 0,247-47 417 0 0,-347 73-770 0 0,124-16-2270 0 0,-147 26-3206 0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44.5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72 605 5065 0 0,'-7'-3'714'0'0,"0"0"-1"0"0,0-1 1 0 0,0 1 0 0 0,1-2-1 0 0,-1 1 1 0 0,1-1-1 0 0,0 0 1 0 0,0 0 0 0 0,-6-8-1 0 0,12 13-664 0 0,0-1 0 0 0,0 1 0 0 0,0-1 0 0 0,0 1 0 0 0,0-1 0 0 0,0 0-1 0 0,0 1 1 0 0,0-1 0 0 0,0 1 0 0 0,0-1 0 0 0,1 0 0 0 0,-1 1 0 0 0,0-1 0 0 0,0 1-1 0 0,0-1 1 0 0,1 1 0 0 0,-1-1 0 0 0,0 1 0 0 0,1-1 0 0 0,-1 1 0 0 0,0-1 0 0 0,1 1-1 0 0,-1-1 1 0 0,1 1 0 0 0,-1 0 0 0 0,1-1 0 0 0,-1 1 0 0 0,1 0 0 0 0,-1-1 0 0 0,1 1 0 0 0,-1 0-1 0 0,1 0 1 0 0,0-1 0 0 0,22-10-24 0 0,-21 10 42 0 0,34-11-107 0 0,1 2-1 0 0,0 1 1 0 0,0 2-1 0 0,56-4 1 0 0,-33 4 66 0 0,1153-118 1148 0 0,-1063 111-724 0 0,959-97 1063 0 0,52 23 506 0 0,-481 33-1646 0 0,-55 3-133 0 0,-434 34-5598 0 0,-137 10-726 0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45.7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37 133 4609 0 0,'-15'-61'1812'0'0,"12"44"150"0"0,-1 0-1 0 0,-8-20 0 0 0,11 62 2094 0 0,0 10-3643 0 0,9 60 307 0 0,41 179 1 0 0,-31-191-646 0 0,113 731 213 0 0,-92-490-240 0 0,34 358 98 0 0,-54-351-145 0 0,-27 384 0 0 0,7 26 0 0 0,2-717 0 0 0,24 495 145 0 0,33-2 14 0 0,-35-366 1431 0 0,6 178-1 0 0,-29-296-1325 0 0,-5 51-1 0 0,-4-34-2775 0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46.8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33 146 8290 0 0,'-6'-14'988'0'0,"1"-1"1"0"0,1 0 0 0 0,-4-26-1 0 0,-1-2 3075 0 0,17 65-3248 0 0,1 1-1 0 0,18 33 0 0 0,4 10 200 0 0,-26-54-1021 0 0,2 7-94 0 0,1 0 1 0 0,1 0-1 0 0,1-1 0 0 0,0 0 1 0 0,14 16-1 0 0,-22-31 80 0 0,1 0-1 0 0,-1 0 0 0 0,1 0 1 0 0,0 0-1 0 0,0-1 1 0 0,0 1-1 0 0,0-1 1 0 0,0 0-1 0 0,1 1 1 0 0,-1-2-1 0 0,1 1 1 0 0,0 0-1 0 0,-1-1 1 0 0,1 1-1 0 0,0-1 1 0 0,0 0-1 0 0,0-1 1 0 0,0 1-1 0 0,0-1 0 0 0,0 1 1 0 0,0-1-1 0 0,0 0 1 0 0,0-1-1 0 0,0 1 1 0 0,0-1-1 0 0,-1 1 1 0 0,1-1-1 0 0,0-1 1 0 0,0 1-1 0 0,0 0 1 0 0,-1-1-1 0 0,6-3 1 0 0,-4 3-44 0 0,-1-1 1 0 0,1 0 0 0 0,-1 0 0 0 0,1 0 0 0 0,-1 0 0 0 0,0-1 0 0 0,-1 0-1 0 0,1 1 1 0 0,-1-2 0 0 0,1 1 0 0 0,-1 0 0 0 0,-1-1 0 0 0,1 1 0 0 0,0-1-1 0 0,-1 0 1 0 0,0 0 0 0 0,0 0 0 0 0,-1 0 0 0 0,1 0 0 0 0,-1 0 0 0 0,0 0 0 0 0,0-9-1 0 0,-1-6 92 0 0,0 0 0 0 0,-2 0 0 0 0,0 0-1 0 0,-9-31 1 0 0,9 39-23 0 0,1 10-3 0 0,0 0 0 0 0,1 0-1 0 0,0 1 1 0 0,-1-1 0 0 0,1 0 0 0 0,0 0 0 0 0,0 0-1 0 0,0 0 1 0 0,0 0 0 0 0,0 0 0 0 0,1 0 0 0 0,-1-2-1 0 0,1 4 1 0 0,0 0-1 0 0,-1 0 1 0 0,1 0-1 0 0,0 0 1 0 0,0 0-1 0 0,-1 0 0 0 0,1 0 1 0 0,0 0-1 0 0,-1 1 1 0 0,1-1-1 0 0,0 0 1 0 0,-1 0-1 0 0,1 1 1 0 0,0-1-1 0 0,-1 0 0 0 0,1 1 1 0 0,-1-1-1 0 0,1 0 1 0 0,0 1-1 0 0,-1-1 1 0 0,1 1-1 0 0,-1-1 0 0 0,0 1 1 0 0,1 0-1 0 0,-1-1 1 0 0,1 1-1 0 0,-1-1 1 0 0,0 1-1 0 0,1 0 1 0 0,-1 0-1 0 0,6 5 135 0 0,0 0 0 0 0,0 0 0 0 0,0-1 1 0 0,1 0-1 0 0,-1 0 0 0 0,1 0 0 0 0,0-1 0 0 0,1 0 0 0 0,-1-1 1 0 0,1 1-1 0 0,-1-1 0 0 0,1-1 0 0 0,0 0 0 0 0,0 0 0 0 0,1 0 1 0 0,-1-1-1 0 0,0 0 0 0 0,0-1 0 0 0,13 0 0 0 0,-12 0 36 0 0,-1-1 1 0 0,1 1-1 0 0,-1-1 0 0 0,0-1 1 0 0,1 1-1 0 0,14-6 0 0 0,-22 6-145 0 0,1 1 1 0 0,0-1-1 0 0,0 0 0 0 0,-1 0 0 0 0,1 0 1 0 0,-1 0-1 0 0,1 0 0 0 0,-1 0 0 0 0,1-1 0 0 0,-1 1 1 0 0,0 0-1 0 0,1-1 0 0 0,-1 1 0 0 0,0-1 1 0 0,0 1-1 0 0,0-1 0 0 0,0 0 0 0 0,0 1 1 0 0,-1-1-1 0 0,1 0 0 0 0,0 0 0 0 0,-1 1 1 0 0,1-1-1 0 0,-1 0 0 0 0,0 0 0 0 0,1 0 1 0 0,-1 0-1 0 0,0 0 0 0 0,0 0 0 0 0,-1 1 1 0 0,1-1-1 0 0,0 0 0 0 0,0 0 0 0 0,-1 0 1 0 0,1 0-1 0 0,-2-2 0 0 0,-23-63-2393 0 0,22 54 1480 0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47.1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43 246 3225 0 0,'3'-4'490'0'0,"0"0"0"0"0,0 0 0 0 0,0 0 0 0 0,-1-1 1 0 0,0 0-1 0 0,0 1 0 0 0,0-1 0 0 0,0 0 0 0 0,-1 0 1 0 0,1-5-1 0 0,6-51 4565 0 0,-7 50-4380 0 0,-1 1 0 0 0,0-1-1 0 0,-1 1 1 0 0,0-1 0 0 0,-3-11-1 0 0,3 19-599 0 0,1 0-1 0 0,-1 0 1 0 0,0 1-1 0 0,0-1 0 0 0,0 0 1 0 0,0 1-1 0 0,0-1 0 0 0,0 1 1 0 0,-1-1-1 0 0,1 1 1 0 0,-1-1-1 0 0,0 1 0 0 0,0 0 1 0 0,0 0-1 0 0,0 0 0 0 0,0 0 1 0 0,0 0-1 0 0,-1 1 1 0 0,1-1-1 0 0,0 1 0 0 0,-1-1 1 0 0,0 1-1 0 0,-3-2 0 0 0,5 3-57 0 0,0 0-1 0 0,0 0 0 0 0,0 0 0 0 0,0 0 0 0 0,0 0 0 0 0,0 0 0 0 0,0 0 0 0 0,0 0 0 0 0,0 0 0 0 0,0 0 0 0 0,0 1 0 0 0,0-1 0 0 0,1 0 0 0 0,-1 1 0 0 0,0-1 0 0 0,0 1 0 0 0,0-1 0 0 0,0 1 0 0 0,1-1 0 0 0,-1 1 0 0 0,0-1 0 0 0,1 1 0 0 0,-1 0 0 0 0,0-1 0 0 0,1 1 0 0 0,-1 0 0 0 0,1 0 0 0 0,-1 0 0 0 0,1-1 0 0 0,-1 1 1 0 0,1 0-1 0 0,0 0 0 0 0,-1 0 0 0 0,1 0 0 0 0,0 0 0 0 0,0 0 0 0 0,-1 0 0 0 0,1-1 0 0 0,0 1 0 0 0,0 0 0 0 0,0 0 0 0 0,0 0 0 0 0,0 0 0 0 0,1 1 0 0 0,-1 3 48 0 0,0-1 0 0 0,0 0 0 0 0,1 0 1 0 0,-1 0-1 0 0,1 0 0 0 0,0 0 0 0 0,0 0 0 0 0,1 0 0 0 0,1 4 0 0 0,2-2-112 0 0,0 0 0 0 0,0 0 0 0 0,0-1 0 0 0,0 1 0 0 0,1-1 0 0 0,0-1-1 0 0,0 1 1 0 0,1-1 0 0 0,7 5 0 0 0,68 29-724 0 0,-61-29 641 0 0,-19-8 37 0 0,15 7-200 0 0,0-2 0 0 0,1 1 0 0 0,26 4 0 0 0,-39-10 23 0 0,-1 0 0 0 0,1 0 0 0 0,-1-1 0 0 0,1 0 0 0 0,0 0 0 0 0,-1 0 0 0 0,1 0 0 0 0,-1-1 0 0 0,1 0 0 0 0,-1 0 0 0 0,1 0 0 0 0,-1 0 0 0 0,1-1 0 0 0,-1 0 0 0 0,0 0 0 0 0,0 0 0 0 0,0 0-1 0 0,0-1 1 0 0,6-4 0 0 0,-1-4-1160 0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47.3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80 3225 0 0,'3'-16'185'0'0,"6"-23"2256"0"0,12 15 8015 0 0,-13 55-8963 0 0,-8-28-1161 0 0,7 19-739 0 0,1 0 0 0 0,1-1 0 0 0,21 36 0 0 0,-19-36-1742 0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47.4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 89 9218 0 0,'-4'-15'-117'0'0,"3"10"832"0"0,0-1 0 0 0,0 1 0 0 0,-1 0 0 0 0,0-1 0 0 0,0 1 0 0 0,0 0 1 0 0,-1 0-1 0 0,1 0 0 0 0,-1 0 0 0 0,0 1 0 0 0,-1-1 0 0 0,1 1 0 0 0,-5-5 0 0 0,7 10-805 0 0,1 0 1 0 0,0-1-1 0 0,-1 1 0 0 0,1-1 0 0 0,0 1 1 0 0,0 0-1 0 0,-1-1 0 0 0,1 1 0 0 0,0 0 1 0 0,0-1-1 0 0,0 1 0 0 0,0 0 1 0 0,0 0-1 0 0,0-1 0 0 0,0 1 0 0 0,0 0 1 0 0,0-1-1 0 0,0 1 0 0 0,1 0 0 0 0,-1-1 1 0 0,0 1-1 0 0,0-1 0 0 0,1 1 0 0 0,-1 1 1 0 0,6 22-4088 0 0,0-7 1278 0 0,-1 1-21 0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48.2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161 358 2761 0 0,'-3'-25'211'0'0,"2"20"544"0"0,0 1 0 0 0,0-1 0 0 0,-1 1 0 0 0,1 0 0 0 0,-1 0 0 0 0,-4-6 0 0 0,5 7-404 0 0,-1 1 1 0 0,1 0-1 0 0,-1 0 0 0 0,1 0 0 0 0,-1 1 1 0 0,0-1-1 0 0,0 0 0 0 0,0 1 0 0 0,0-1 1 0 0,0 1-1 0 0,0-1 0 0 0,-1 1 1 0 0,1 0-1 0 0,0 0 0 0 0,-1 0 0 0 0,1 0 1 0 0,0 1-1 0 0,-1-1 0 0 0,1 1 0 0 0,-1-1 1 0 0,1 1-1 0 0,-1 0 0 0 0,-3 0 1 0 0,2 1-252 0 0,0-1 0 0 0,0 1 0 0 0,1 1 0 0 0,-1-1 0 0 0,0 0 0 0 0,1 1 0 0 0,-1 0 0 0 0,1 0 0 0 0,0 0 0 0 0,0 0 0 0 0,-1 0 0 0 0,1 1 0 0 0,1-1 0 0 0,-1 1 0 0 0,0 0 1 0 0,1 0-1 0 0,-1 0 0 0 0,1 0 0 0 0,0 0 0 0 0,0 0 0 0 0,0 1 0 0 0,0-1 0 0 0,-1 5 0 0 0,0 0-136 0 0,0-1 1 0 0,0 2-1 0 0,1-1 1 0 0,0 0-1 0 0,0 0 1 0 0,1 1-1 0 0,0-1 0 0 0,1 0 1 0 0,0 14-1 0 0,0-17-51 0 0,1 0-1 0 0,0 1 1 0 0,0-1-1 0 0,1 0 1 0 0,0 0-1 0 0,0 0 1 0 0,0 0-1 0 0,0-1 1 0 0,1 1-1 0 0,-1-1 1 0 0,1 1-1 0 0,0-1 1 0 0,1 0-1 0 0,-1 0 1 0 0,1 0-1 0 0,0 0 1 0 0,0-1-1 0 0,0 0 1 0 0,8 6 0 0 0,-6-6-185 0 0,0 0 1 0 0,1 0 0 0 0,-1-1 0 0 0,1 0-1 0 0,0 0 1 0 0,0 0 0 0 0,0-1 0 0 0,0 0-1 0 0,0 0 1 0 0,0 0 0 0 0,0-1 0 0 0,0-1-1 0 0,0 1 1 0 0,8-2 0 0 0,-12 1 117 0 0,0 0 1 0 0,0 1-1 0 0,0-1 1 0 0,0 1-1 0 0,0 0 1 0 0,0 0-1 0 0,0 0 1 0 0,0 0-1 0 0,0 1 1 0 0,0-1-1 0 0,0 1 1 0 0,0-1-1 0 0,0 1 1 0 0,0 0-1 0 0,4 3 1 0 0,-5-3 86 0 0,-1 1 0 0 0,0 0 0 0 0,1-1 0 0 0,-1 1 0 0 0,0 0 0 0 0,0 0 0 0 0,0 0 0 0 0,0 0 0 0 0,0 0 0 0 0,-1 0 0 0 0,1 0 0 0 0,-1 0 0 0 0,1 0 0 0 0,-1 0 0 0 0,0 0 0 0 0,0 0 0 0 0,0 0 0 0 0,0 0 0 0 0,0 1 0 0 0,0-1 0 0 0,0 0 0 0 0,-1 0 0 0 0,0 2 0 0 0,-3 17-186 0 0,0-2-1 0 0,-1 1 1 0 0,-12 29-1 0 0,13-39 193 0 0,-1 0 0 0 0,0 0 0 0 0,-1 0 0 0 0,1-1 0 0 0,-2 0 0 0 0,1 0 0 0 0,-1-1 0 0 0,-10 10 0 0 0,16-17 75 0 0,0 0 0 0 0,0 0 0 0 0,0 0 0 0 0,0 0 0 0 0,0 0 0 0 0,0 0 0 0 0,-1 0 0 0 0,1-1 0 0 0,0 1 0 0 0,-1 0 0 0 0,1-1 0 0 0,0 1 0 0 0,-1-1 0 0 0,1 1 0 0 0,-1-1 0 0 0,1 0 0 0 0,-1 1 0 0 0,1-1 0 0 0,-1 0 0 0 0,1 0 0 0 0,-1 0 0 0 0,1 0 0 0 0,-1 0 0 0 0,1-1 0 0 0,-1 1 0 0 0,-1-1 0 0 0,2 0 67 0 0,0 0 0 0 0,0 0 1 0 0,0-1-1 0 0,0 1 0 0 0,0 0 1 0 0,0 0-1 0 0,1-1 0 0 0,-1 1 0 0 0,0-1 1 0 0,1 1-1 0 0,-1-1 0 0 0,1 1 1 0 0,0-1-1 0 0,-1 1 0 0 0,1-1 1 0 0,0 1-1 0 0,0-1 0 0 0,0 1 0 0 0,0-1 1 0 0,0 1-1 0 0,0-1 0 0 0,0 1 1 0 0,1-1-1 0 0,-1 1 0 0 0,1-3 0 0 0,10-37 711 0 0,1 0 0 0 0,24-51 0 0 0,1-5 56 0 0,-23 57-752 0 0,52-170 2225 0 0,-54 167-1688 0 0,-3 0 1 0 0,7-85-1 0 0,-18 103-93 0 0,-2 23 316 0 0,1 16-72 0 0,2-5-716 0 0,0 1 0 0 0,1-1 0 0 0,0 0 0 0 0,1 1 1 0 0,0-1-1 0 0,0 0 0 0 0,1 1 0 0 0,0-1 0 0 0,1 0 0 0 0,-1-1 0 0 0,2 1 0 0 0,7 14 0 0 0,5 5-136 0 0,2 0-1 0 0,29 33 0 0 0,-29-38-47 0 0,0 1-1 0 0,25 46 1 0 0,-36-52-238 0 0,-6-14 175 0 0,1 1 0 0 0,0 0 0 0 0,0-1 0 0 0,0 0 0 0 0,0 0 0 0 0,0 1 0 0 0,1-1 0 0 0,0-1 1 0 0,0 1-1 0 0,3 3 0 0 0,-5-6 175 0 0,0-1 0 0 0,0 0 1 0 0,-1 0-1 0 0,1 0 0 0 0,0 0 0 0 0,0 0 1 0 0,0 0-1 0 0,0 0 0 0 0,-1 0 0 0 0,1-1 1 0 0,0 1-1 0 0,0 0 0 0 0,-1 0 0 0 0,1-1 1 0 0,0 1-1 0 0,0 0 0 0 0,-1-1 0 0 0,1 1 1 0 0,0-1-1 0 0,-1 1 0 0 0,1-1 0 0 0,0 1 1 0 0,-1-1-1 0 0,1 1 0 0 0,-1-1 0 0 0,1 0 1 0 0,-1 1-1 0 0,1-1 0 0 0,-1 0 0 0 0,0 1 1 0 0,1-1-1 0 0,-1-1 0 0 0,16-27 30 0 0,-15 27-30 0 0,25-61 282 0 0,-20 44-265 0 0,2 0 1 0 0,0 0-1 0 0,1 1 0 0 0,0 0 1 0 0,2 1-1 0 0,0 0 0 0 0,16-18 0 0 0,-26 33 44 0 0,1 0-1 0 0,0 1 1 0 0,0-1-1 0 0,0 0 1 0 0,1 1-1 0 0,-1-1 0 0 0,0 1 1 0 0,0 0-1 0 0,1 0 1 0 0,-1 0-1 0 0,1 0 0 0 0,-1 0 1 0 0,1 0-1 0 0,-1 1 1 0 0,1-1-1 0 0,0 1 1 0 0,-1 0-1 0 0,1-1 0 0 0,-1 1 1 0 0,1 1-1 0 0,0-1 1 0 0,-1 0-1 0 0,1 1 0 0 0,0-1 1 0 0,-1 1-1 0 0,1 0 1 0 0,-1-1-1 0 0,1 1 0 0 0,-1 1 1 0 0,5 1-1 0 0,4 5 363 0 0,1 1 0 0 0,-1 0 0 0 0,-1 0 0 0 0,18 20 0 0 0,5 4-567 0 0,-26-27-115 0 0,1 0 0 0 0,0-1 1 0 0,16 10-1 0 0,-4-7-704 0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48.4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37 8 6913 0 0,'-3'-7'3050'0'0,"3"7"-2941"0"0,-1 0-1 0 0,1 0 1 0 0,0 0 0 0 0,0-1 0 0 0,-1 1 0 0 0,1 0 0 0 0,0 0 0 0 0,-1 0 0 0 0,1 0 0 0 0,0 0 0 0 0,0 0-1 0 0,-1 0 1 0 0,1 0 0 0 0,-10 11 2359 0 0,-4 18-252 0 0,12-18-1993 0 0,1 0-1 0 0,0 0 0 0 0,0 0 1 0 0,1 1-1 0 0,0-1 0 0 0,1 0 1 0 0,1 0-1 0 0,-1 0 0 0 0,2 0 0 0 0,-1 0 1 0 0,2-1-1 0 0,4 12 0 0 0,6 8-374 0 0,2 0-1 0 0,32 45 1 0 0,-23-36-264 0 0,-13-20-400 0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48.6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0 219 13363 0 0,'0'-5'186'0'0,"1"-1"0"0"0,-1 1 0 0 0,1 0 1 0 0,0-1-1 0 0,0 1 0 0 0,1 0 0 0 0,0 0 0 0 0,0 0 0 0 0,0 0 1 0 0,0 0-1 0 0,1 0 0 0 0,-1 1 0 0 0,1-1 0 0 0,1 1 1 0 0,-1 0-1 0 0,1 0 0 0 0,-1 0 0 0 0,1 0 0 0 0,0 1 0 0 0,8-6 1 0 0,4-4-3 0 0,1 2 0 0 0,0 0 0 0 0,1 1 0 0 0,23-10 0 0 0,13-1-843 0 0,29-3-4690 0 0,-79 23 4987 0 0,12-4-155 0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49.2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32 223 2304 0 0,'-28'14'2701'0'0,"27"-14"-2625"0"0,1 0 0 0 0,0 0 1 0 0,0 1-1 0 0,-1-1 0 0 0,1 0 0 0 0,0 0 1 0 0,0 0-1 0 0,0 1 0 0 0,-1-1 1 0 0,1 0-1 0 0,0 0 0 0 0,0 1 0 0 0,0-1 1 0 0,0 0-1 0 0,0 0 0 0 0,0 1 1 0 0,-1-1-1 0 0,1 0 0 0 0,0 0 1 0 0,0 1-1 0 0,0-1 0 0 0,0 0 0 0 0,0 1 1 0 0,0-1-1 0 0,0 0 0 0 0,0 0 1 0 0,0 1-1 0 0,0-1 0 0 0,0 0 1 0 0,0 1-1 0 0,0-1 0 0 0,1 0 0 0 0,-1 1 1 0 0,18 6 1982 0 0,3-4-1311 0 0,0-2-1 0 0,0 0 1 0 0,0-2 0 0 0,41-5-1 0 0,-1 0 52 0 0,288-6 1730 0 0,60-4-885 0 0,476-99-704 0 0,-241 19-1092 0 0,-600 92-421 0 0,0 2-1 0 0,72 7 1 0 0,-96-2-5701 0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50.0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1496 1 7834 0 0,'-2'1'202'0'0,"1"0"1"0"0,0 1-1 0 0,0-1 1 0 0,-1 1 0 0 0,1-1-1 0 0,0 1 1 0 0,0-1-1 0 0,0 1 1 0 0,1 0-1 0 0,-1-1 1 0 0,0 1 0 0 0,1 0-1 0 0,-1 0 1 0 0,1-1-1 0 0,-1 1 1 0 0,1 0 0 0 0,0 0-1 0 0,0 0 1 0 0,0 2-1 0 0,0 48 3046 0 0,1-34-1880 0 0,4 205 3118 0 0,14 113-2718 0 0,4 130-1838 0 0,-18 612 70 0 0,13-158 0 0 0,-3-380 0 0 0,24 52-10 0 0,38-3 132 0 0,-62-513-47 0 0,27 83 0 0 0,7 27-81 0 0,-54-190-21 0 0,0 0 0 0 0,1 0-1 0 0,-1 1 1 0 0,-1-1 0 0 0,1 1 0 0 0,0 1 0 0 0,-1-1 0 0 0,1 1-1 0 0,-9-3 1 0 0,-73-25-40 0 0,68 25 13 0 0,0 1-1 0 0,-1 0 0 0 0,1 2 1 0 0,-1 0-1 0 0,0 2 1 0 0,-37 2-1 0 0,-122 29 21 0 0,41-5-555 0 0,95-21 516 0 0,-52 7-439 0 0,-150 37 0 0 0,72-5-165 0 0,-1-8-1 0 0,-212 16 1 0 0,351-48-6028 0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50.9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22 223 9674 0 0,'-1'0'221'0'0,"0"0"1"0"0,0 1-1 0 0,0-1 0 0 0,0 0 1 0 0,0 0-1 0 0,0 0 0 0 0,1 0 1 0 0,-1 0-1 0 0,0 0 0 0 0,0 0 1 0 0,0 0-1 0 0,0 0 0 0 0,0 0 1 0 0,0-1-1 0 0,0 1 0 0 0,-6-1 2171 0 0,14 14-1197 0 0,21 40 766 0 0,-13-25-1328 0 0,0 0 1 0 0,28 36-1 0 0,-38-57-630 0 0,0-1 0 0 0,1 0-1 0 0,0 0 1 0 0,0 0 0 0 0,0-1 0 0 0,1 1-1 0 0,0-2 1 0 0,0 1 0 0 0,0-1 0 0 0,0 0-1 0 0,1 0 1 0 0,-1-1 0 0 0,1 0 0 0 0,9 2-1 0 0,-13-5-18 0 0,0 0 1 0 0,0 0-1 0 0,0 0 0 0 0,0 0 0 0 0,0-1 0 0 0,0 0 0 0 0,0 1 0 0 0,-1-2 0 0 0,1 1 0 0 0,0 0 0 0 0,-1-1 0 0 0,1 1 0 0 0,-1-1 0 0 0,1 0 0 0 0,-1 0 0 0 0,0-1 0 0 0,0 1 0 0 0,0-1 0 0 0,0 1 0 0 0,0-1 0 0 0,0 0 0 0 0,-1 0 0 0 0,4-5 0 0 0,1-1-36 0 0,-1-1 0 0 0,1 0-1 0 0,-2 0 1 0 0,1-1 0 0 0,-1 1-1 0 0,5-20 1 0 0,-6 0-125 0 0,-4 25 163 0 0,0 1 1 0 0,1 0 0 0 0,-1-1-1 0 0,1 1 1 0 0,0 0 0 0 0,0-1-1 0 0,0 1 1 0 0,0 0 0 0 0,1 0-1 0 0,-1 0 1 0 0,1 0 0 0 0,5-7-1 0 0,-7 11 16 0 0,1 0 0 0 0,0-1 1 0 0,0 1-1 0 0,0 0 0 0 0,-1 0 0 0 0,1 0 0 0 0,0 0 0 0 0,0 0 0 0 0,0 0 0 0 0,-1 0 1 0 0,1 0-1 0 0,0 0 0 0 0,0 0 0 0 0,0 0 0 0 0,-1 0 0 0 0,1 1 0 0 0,0-1 0 0 0,0 0 1 0 0,-1 1-1 0 0,1-1 0 0 0,0 0 0 0 0,0 1 0 0 0,-1-1 0 0 0,1 1 0 0 0,-1-1 0 0 0,1 1 1 0 0,0-1-1 0 0,-1 1 0 0 0,1 0 0 0 0,0 1 0 0 0,20 24 43 0 0,-16-21 31 0 0,3 5 3 0 0,0-1 1 0 0,1 0 0 0 0,0-1-1 0 0,0 0 1 0 0,1 0-1 0 0,1-1 1 0 0,-1 0-1 0 0,1-1 1 0 0,0 0 0 0 0,0-1-1 0 0,1 0 1 0 0,14 4-1 0 0,-19-7-46 0 0,0 0 0 0 0,0-1 0 0 0,1 0 0 0 0,-1 0 0 0 0,0 0 0 0 0,1-1 0 0 0,-1 0 0 0 0,1-1 0 0 0,-1 0 0 0 0,1 0 0 0 0,-1 0 0 0 0,0-1-1 0 0,0 0 1 0 0,0 0 0 0 0,0-1 0 0 0,0 0 0 0 0,0 0 0 0 0,-1-1 0 0 0,1 0 0 0 0,-1 0 0 0 0,10-9 0 0 0,-11 7 3 0 0,1 0-1 0 0,-1 0 1 0 0,-1-1 0 0 0,1 0 0 0 0,-1 0-1 0 0,0 0 1 0 0,-1-1 0 0 0,1 1 0 0 0,-2-1-1 0 0,1 0 1 0 0,-1 0 0 0 0,0 0-1 0 0,-1 0 1 0 0,0 0 0 0 0,0 0 0 0 0,0 0-1 0 0,-1 0 1 0 0,-1 0 0 0 0,1 0 0 0 0,-1-1-1 0 0,-3-8 1 0 0,1 3-41 0 0,0-1 1 0 0,-1 2-1 0 0,0-1 1 0 0,-2 0-1 0 0,1 1 0 0 0,-2 0 1 0 0,1 1-1 0 0,-2-1 1 0 0,0 1-1 0 0,0 0 0 0 0,-14-14 1 0 0,7 14-1882 0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51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14283 0 0,'3'1'173'0'0,"1"1"1"0"0,0 0-1 0 0,-1 1 0 0 0,0-1 1 0 0,1 1-1 0 0,-1-1 0 0 0,0 1 1 0 0,0 0-1 0 0,0 0 0 0 0,-1 1 0 0 0,1-1 1 0 0,-1 0-1 0 0,0 1 0 0 0,0 0 1 0 0,0-1-1 0 0,0 1 0 0 0,0 0 1 0 0,-1 0-1 0 0,0 0 0 0 0,0 0 1 0 0,0 0-1 0 0,0 6 0 0 0,5 27 307 0 0,-2-1 1 0 0,-2 1-1 0 0,-4 68 0 0 0,1-89-848 0 0,3 14 310 0 0,1-19 58 0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51.9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58 6913 0 0,'-1'5'328'0'0,"1"1"-1"0"0,0 0 0 0 0,0-1 0 0 0,0 1 0 0 0,1-1 0 0 0,0 1 0 0 0,0-1 0 0 0,0 1 0 0 0,1-1 0 0 0,0 1 1 0 0,3 5-1 0 0,0 7 440 0 0,2 6 162 0 0,1 8 614 0 0,19 47 1 0 0,-24-71-1338 0 0,0-1 1 0 0,0 0 0 0 0,1-1-1 0 0,0 1 1 0 0,1 0-1 0 0,-1-1 1 0 0,1 0 0 0 0,0 0-1 0 0,1-1 1 0 0,-1 1 0 0 0,1-1-1 0 0,9 5 1 0 0,-13-8-108 0 0,0-1 0 0 0,1 1-1 0 0,-1-1 1 0 0,1 0 0 0 0,-1 0 0 0 0,1 0 0 0 0,-1-1-1 0 0,1 1 1 0 0,0-1 0 0 0,-1 1 0 0 0,1-1 0 0 0,0 0 0 0 0,0 0-1 0 0,-1 0 1 0 0,1 0 0 0 0,0-1 0 0 0,-1 1 0 0 0,1-1 0 0 0,0 1-1 0 0,2-2 1 0 0,-1 0-2 0 0,0-1 1 0 0,0 1-1 0 0,0-1 0 0 0,-1 1 0 0 0,1-1 1 0 0,-1 0-1 0 0,1-1 0 0 0,-1 1 0 0 0,0 0 1 0 0,-1-1-1 0 0,4-4 0 0 0,2-7 80 0 0,0 0 0 0 0,-1 0 1 0 0,0-1-1 0 0,-1 0 0 0 0,5-22 0 0 0,-11 37-166 0 0,4-13 75 0 0,0-1 1 0 0,-1 1 0 0 0,0-1 0 0 0,-2 0 0 0 0,1 0 0 0 0,-2 0-1 0 0,0 0 1 0 0,-2-15 0 0 0,13 50-201 0 0,1 0 0 0 0,0 0-1 0 0,2-2 1 0 0,0 1 0 0 0,22 20 0 0 0,-31-35 117 0 0,0-1 0 0 0,0 0 1 0 0,1-1-1 0 0,-1 1 0 0 0,1-1 1 0 0,-1 0-1 0 0,1 0 0 0 0,0-1 1 0 0,-1 0-1 0 0,1 0 0 0 0,0 0 1 0 0,11 0-1 0 0,16 3 212 0 0,-30-4-224 0 0,0 1 1 0 0,0-1-1 0 0,-1 0 0 0 0,1 0 0 0 0,0 0 0 0 0,0 0 0 0 0,0 0 1 0 0,0-1-1 0 0,0 1 0 0 0,-1-1 0 0 0,1 0 0 0 0,0 1 1 0 0,0-1-1 0 0,-1-1 0 0 0,1 1 0 0 0,-1 0 0 0 0,1-1 0 0 0,2-1 1 0 0,-2 0 8 0 0,0 0 1 0 0,0-1-1 0 0,0 1 1 0 0,0-1-1 0 0,0 1 1 0 0,-1-1-1 0 0,1 0 1 0 0,-1 0-1 0 0,0 0 1 0 0,2-7 0 0 0,0-2-32 0 0,-1 0 1 0 0,0 0 0 0 0,-1 0 0 0 0,0 0 0 0 0,-1-1 0 0 0,-2-23 0 0 0,-2 0-640 0 0,1 12-5205 0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52.3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8 147 6449 0 0,'-2'-9'838'0'0,"0"0"-1"0"0,1 0 0 0 0,-1 0 1 0 0,2 1-1 0 0,-1-2 0 0 0,1 1 1 0 0,1 0-1 0 0,0 0 1 0 0,2-12-1 0 0,-2 19-679 0 0,0-1 0 0 0,0 1 1 0 0,0 0-1 0 0,0-1 0 0 0,0 1 1 0 0,0 0-1 0 0,1 0 0 0 0,-1-1 0 0 0,1 1 1 0 0,-1 0-1 0 0,1 0 0 0 0,0 1 0 0 0,0-1 1 0 0,0 0-1 0 0,0 1 0 0 0,0-1 1 0 0,0 1-1 0 0,0 0 0 0 0,1-1 0 0 0,-1 1 1 0 0,0 0-1 0 0,1 0 0 0 0,-1 1 1 0 0,1-1-1 0 0,-1 0 0 0 0,1 1 0 0 0,-1 0 1 0 0,1-1-1 0 0,0 1 0 0 0,-1 0 0 0 0,1 0 1 0 0,-1 1-1 0 0,1-1 0 0 0,-1 0 1 0 0,1 1-1 0 0,2 1 0 0 0,1-1-118 0 0,-1 0 0 0 0,0 1-1 0 0,0-1 1 0 0,0 1 0 0 0,0 0 0 0 0,0 1 0 0 0,0-1-1 0 0,0 1 1 0 0,-1 0 0 0 0,0 1 0 0 0,1-1-1 0 0,-1 1 1 0 0,0-1 0 0 0,-1 1 0 0 0,1 0 0 0 0,-1 1-1 0 0,1-1 1 0 0,-1 0 0 0 0,0 1 0 0 0,-1 0-1 0 0,1 0 1 0 0,-1 0 0 0 0,0 0 0 0 0,-1 0-1 0 0,3 8 1 0 0,1 11-3 0 0,-2 0-1 0 0,0 0 1 0 0,-1 0 0 0 0,-2 34-1 0 0,-1-32 162 0 0,1-25-178 0 0,0-1 0 0 0,0 1 0 0 0,0 0 0 0 0,-1 0-1 0 0,1 0 1 0 0,0 0 0 0 0,0 0 0 0 0,0 0 0 0 0,1-1 0 0 0,-1 1 0 0 0,0 0 0 0 0,0 0 0 0 0,0 0-1 0 0,1 0 1 0 0,-1 0 0 0 0,0-1 0 0 0,1 1 0 0 0,-1 0 0 0 0,1 0 0 0 0,-1-1 0 0 0,1 1 0 0 0,-1 0-1 0 0,1-1 1 0 0,-1 1 0 0 0,1 0 0 0 0,0-1 0 0 0,-1 1 0 0 0,3 0 0 0 0,-2-1 1 0 0,0 0 0 0 0,1 0 0 0 0,-1-1 0 0 0,0 1 0 0 0,0 0 0 0 0,1-1 1 0 0,-1 1-1 0 0,0-1 0 0 0,0 1 0 0 0,0-1 0 0 0,0 0 0 0 0,1 1 0 0 0,-1-1 0 0 0,0 0 1 0 0,0 0-1 0 0,1-1 0 0 0,6-6 78 0 0,0-1-1 0 0,14-19 1 0 0,4-16-27 0 0,-17 28-1118 0 0,1-1 1 0 0,16-18 0 0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53.1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36 188 7370 0 0,'-27'-8'12542'0'0,"22"24"-12410"0"0,4-8-25 0 0,0 0 1 0 0,0 0-1 0 0,0 0 0 0 0,1 0 0 0 0,1 0 0 0 0,-1 0 1 0 0,1 0-1 0 0,0 0 0 0 0,1 0 0 0 0,0-1 0 0 0,0 1 0 0 0,1 0 1 0 0,0-1-1 0 0,0 0 0 0 0,1 1 0 0 0,0-1 0 0 0,0-1 1 0 0,1 1-1 0 0,-1-1 0 0 0,7 7 0 0 0,-6-7-97 0 0,1 0 1 0 0,-1-1-1 0 0,1 0 1 0 0,1 0-1 0 0,-1 0 0 0 0,1 0 1 0 0,-1-1-1 0 0,1 0 0 0 0,0-1 1 0 0,1 0-1 0 0,-1 0 0 0 0,1 0 1 0 0,-1-1-1 0 0,1 0 1 0 0,0 0-1 0 0,-1-1 0 0 0,1 0 1 0 0,0-1-1 0 0,0 1 0 0 0,10-2 1 0 0,-13 0-6 0 0,-1 1-1 0 0,1-1 1 0 0,0 0 0 0 0,-1-1 0 0 0,0 1 0 0 0,1-1-1 0 0,-1 0 1 0 0,0 0 0 0 0,0 0 0 0 0,0 0 0 0 0,0-1-1 0 0,0 0 1 0 0,-1 0 0 0 0,1 0 0 0 0,-1 0 0 0 0,0 0-1 0 0,0-1 1 0 0,0 1 0 0 0,0-1 0 0 0,0 0 0 0 0,-1 0-1 0 0,0 0 1 0 0,0 0 0 0 0,2-6 0 0 0,0 0-15 0 0,-2-1-1 0 0,0 1 1 0 0,0-1 0 0 0,0 0 0 0 0,-2 1 0 0 0,1-1 0 0 0,-1 0 0 0 0,-1 1 0 0 0,-2-14-1 0 0,3 23 12 0 0,0 1 0 0 0,0 0 0 0 0,0 0 0 0 0,0 0 0 0 0,0-1 0 0 0,0 1 0 0 0,0 0 0 0 0,0 0 0 0 0,0-1 0 0 0,0 1 0 0 0,0 0 0 0 0,0 0 0 0 0,0-1 0 0 0,0 1 0 0 0,0 0 0 0 0,0 0-1 0 0,1-1 1 0 0,-1 1 0 0 0,0 0 0 0 0,0 0 0 0 0,0 0 0 0 0,0-1 0 0 0,0 1 0 0 0,0 0 0 0 0,1 0 0 0 0,-1 0 0 0 0,0 0 0 0 0,0 0 0 0 0,0-1 0 0 0,1 1 0 0 0,-1 0 0 0 0,0 0-1 0 0,0 0 1 0 0,0 0 0 0 0,1 0 0 0 0,-1 0 0 0 0,0 0 0 0 0,1 0 0 0 0,12 1 57 0 0,18 12 42 0 0,-27-11-93 0 0,2 1 8 0 0,0-1 1 0 0,0 0 0 0 0,0 0-1 0 0,0 0 1 0 0,0-1 0 0 0,1 0-1 0 0,-1 0 1 0 0,0 0 0 0 0,1-1-1 0 0,12-1 1 0 0,-16 1-8 0 0,0-1 0 0 0,0 0 0 0 0,0 0 1 0 0,0 0-1 0 0,0-1 0 0 0,0 1 0 0 0,0-1 0 0 0,0 1 0 0 0,0-1 1 0 0,-1 0-1 0 0,1 0 0 0 0,-1 0 0 0 0,1-1 0 0 0,-1 1 0 0 0,0 0 1 0 0,0-1-1 0 0,0 0 0 0 0,0 1 0 0 0,0-1 0 0 0,-1 0 0 0 0,1 0 1 0 0,-1 0-1 0 0,2-3 0 0 0,-1-3-28 0 0,1 0-1 0 0,-1 0 1 0 0,-1 0 0 0 0,1 0 0 0 0,-2 0-1 0 0,1-1 1 0 0,-1 1 0 0 0,-1 0 0 0 0,0 0-1 0 0,0 0 1 0 0,0 0 0 0 0,-2 0 0 0 0,1 0-1 0 0,-1 0 1 0 0,0 0 0 0 0,0 1 0 0 0,-1 0 0 0 0,-1-1-1 0 0,1 1 1 0 0,-1 1 0 0 0,-12-15 0 0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7:53.4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11 6913 0 0,'37'-5'2529'0'0,"-32"3"-1745"0"0,0 1 0 0 0,-1 0 0 0 0,2 0 0 0 0,-1 1 0 0 0,0-1 0 0 0,7 1 0 0 0,-10 1-542 0 0,0-1 0 0 0,0 1 0 0 0,0 0 0 0 0,0-1-1 0 0,0 1 1 0 0,0 0 0 0 0,0 0 0 0 0,0 0 0 0 0,-1 0 0 0 0,1 1 0 0 0,0-1 0 0 0,0 0 0 0 0,-1 1 0 0 0,1-1 0 0 0,-1 1 0 0 0,1 0-1 0 0,-1-1 1 0 0,0 1 0 0 0,2 3 0 0 0,-1 1-146 0 0,1 0 1 0 0,-1 0-1 0 0,0 1 0 0 0,-1-1 0 0 0,1 1 1 0 0,-1-1-1 0 0,0 1 0 0 0,-1 0 0 0 0,0 12 1 0 0,-1-12 27 0 0,1 0 1 0 0,1 0 0 0 0,-1 0 0 0 0,1 0-1 0 0,0 0 1 0 0,1 0 0 0 0,2 8-1 0 0,-2-13-105 0 0,-1 0 1 0 0,0 1-1 0 0,1-1 0 0 0,-1 0 0 0 0,1-1 0 0 0,0 1 0 0 0,0 0 0 0 0,-1 0 0 0 0,1-1 0 0 0,0 1 0 0 0,1-1 0 0 0,-1 1 0 0 0,0-1 0 0 0,0 0 0 0 0,0 0 0 0 0,1 0 0 0 0,-1 0 0 0 0,1-1 0 0 0,-1 1 0 0 0,1 0 1 0 0,-1-1-1 0 0,1 0 0 0 0,-1 0 0 0 0,5 0 0 0 0,24 1-5 0 0,-19-1 7 0 0,-1 0 1 0 0,0 1-1 0 0,1 0 0 0 0,-1 1 0 0 0,19 5 1 0 0,-27-6-19 0 0,0 0 1 0 0,0 1 0 0 0,0 0 0 0 0,1 0-1 0 0,-2-1 1 0 0,1 2 0 0 0,0-1 0 0 0,0 0-1 0 0,-1 1 1 0 0,1-1 0 0 0,-1 1 0 0 0,0-1 0 0 0,0 1-1 0 0,0 0 1 0 0,0 0 0 0 0,0 0 0 0 0,-1 1-1 0 0,1-1 1 0 0,-1 0 0 0 0,0 0 0 0 0,0 1-1 0 0,0-1 1 0 0,1 5 0 0 0,-2 1 33 0 0,1 0 0 0 0,-1 0 1 0 0,0 0-1 0 0,-1 0 0 0 0,0 0 0 0 0,0 0 1 0 0,-1 0-1 0 0,0 0 0 0 0,-1-1 1 0 0,0 1-1 0 0,0-1 0 0 0,-1 0 0 0 0,0 1 1 0 0,-5 7-1 0 0,-4 3-380 0 0,0 0 0 0 0,-1 0 0 0 0,0-1 0 0 0,-23 21 0 0 0,18-22-7239 0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8:52.2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52 235 1840 0 0,'-12'1'2142'0'0,"8"-1"-1226"0"0,1 0 0 0 0,0 1 0 0 0,-1-1 0 0 0,1-1 0 0 0,0 1 0 0 0,-1 0 0 0 0,-5-3 0 0 0,9 3-804 0 0,-1 0 0 0 0,1 0 0 0 0,-1-1 0 0 0,1 1 0 0 0,-1 0-1 0 0,1 0 1 0 0,0-1 0 0 0,-1 1 0 0 0,1 0 0 0 0,0-1 0 0 0,-1 1 0 0 0,1-1 0 0 0,0 1 0 0 0,0 0 0 0 0,-1-1 0 0 0,1 1 0 0 0,0-1 0 0 0,0 1-1 0 0,0-1 1 0 0,0 1 0 0 0,-1-1 0 0 0,1 1 0 0 0,0-1 0 0 0,6-19 654 0 0,4 4-501 0 0,0-1 0 0 0,1 1 0 0 0,20-22 0 0 0,-25 31-202 0 0,0 1 0 0 0,0 0 0 0 0,0 1 0 0 0,1-1 0 0 0,0 1 0 0 0,0 0 0 0 0,1 1-1 0 0,-1 0 1 0 0,1 0 0 0 0,11-4 0 0 0,-16 7-51 0 0,0 1 0 0 0,0-1 1 0 0,-1 0-1 0 0,1 1 0 0 0,0 0 0 0 0,0-1 0 0 0,0 1 0 0 0,0 0 0 0 0,0 1 0 0 0,0-1 1 0 0,0 0-1 0 0,0 1 0 0 0,-1 0 0 0 0,1-1 0 0 0,0 1 0 0 0,0 0 0 0 0,-1 1 0 0 0,1-1 1 0 0,4 3-1 0 0,-3-1 17 0 0,-1 0 0 0 0,-1 0 0 0 0,1 0 0 0 0,0 1 0 0 0,-1-1 1 0 0,0 1-1 0 0,0-1 0 0 0,0 1 0 0 0,0 0 0 0 0,0 0 0 0 0,-1-1 0 0 0,2 7 0 0 0,0 5 91 0 0,0 1-1 0 0,-1-1 1 0 0,-1 1-1 0 0,0-1 1 0 0,-1 1-1 0 0,-3 19 1 0 0,-10 45 144 0 0,-44 142 0 0 0,45-179-208 0 0,68-188 1149 0 0,-3 13-1090 0 0,14-18-153 0 0,-3 7 182 0 0,-59 124 557 0 0,-5 19-676 0 0,0 1 0 0 0,0-1 0 0 0,0 0 0 0 0,0 0 0 0 0,0 0 0 0 0,0 0 0 0 0,0 0 0 0 0,0 0 0 0 0,0 0 0 0 0,0 1 175 0 0,0-1-175 0 0,-1 0 0 0 0,1 0 0 0 0,0 0 0 0 0,0 0 0 0 0,0 0 0 0 0,0 0 0 0 0,0 0 0 0 0,0 0 0 0 0,0 0 0 0 0,0 0 0 0 0,0 0 0 0 0,0 0 0 0 0,0 0 1 0 0,0 0-1 0 0,-1 0 0 0 0,1 0 0 0 0,0 0 0 0 0,0 0 0 0 0,0 0 0 0 0,0 0 0 0 0,0 0 0 0 0,0 0 0 0 0,0 0 0 0 0,0 0 0 0 0,0 0 0 0 0,0 0 0 0 0,0 0 0 0 0,0 0 0 0 0,-1 0 0 0 0,1-1 75 0 0,0 1-75 0 0,-1 3 58 0 0,-1 0 0 0 0,1 1 1 0 0,0-1-1 0 0,0 0 0 0 0,0 0 1 0 0,0 1-1 0 0,1-1 1 0 0,-1 0-1 0 0,1 5 0 0 0,1 18-65 0 0,1-1-1 0 0,2 1 1 0 0,1 0-1 0 0,0-1 0 0 0,2 0 1 0 0,1 0-1 0 0,1-1 1 0 0,1 0-1 0 0,1-1 1 0 0,1 0-1 0 0,1 0 0 0 0,25 31 1 0 0,-34-50-54 0 0,0 1 1 0 0,0-1 0 0 0,0 0-1 0 0,0-1 1 0 0,1 1-1 0 0,-1-1 1 0 0,1 0-1 0 0,0 0 1 0 0,0 0-1 0 0,0-1 1 0 0,7 3 0 0 0,4 0-460 0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8:52.5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4145 0 0,'15'5'6657'0'0,"1"8"-3451"0"0,9 14 263 0 0,-15-15-2705 0 0,-1 1 0 0 0,-1 0 0 0 0,0 0 1 0 0,-1 1-1 0 0,0 0 0 0 0,5 17 0 0 0,13 48-2681 0 0,-12-32-3614 0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8:52.6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 23 6913 0 0,'-12'-13'6650'0'0,"9"10"-5754"0"0,0 2-128 0 0,0-3 713 0 0,2 3-1826 0 0,2 2-215 0 0,2 2-48 0 0,0-1 0 0 0,1 4 456 0 0,-1 2 152 0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8:53.4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93 126 4609 0 0,'-1'-2'-58'0'0,"-5"-27"1484"0"0,5 21-102 0 0,-1 0-1 0 0,-1 1 1 0 0,1 0 0 0 0,-1 0 0 0 0,0-1 0 0 0,-1 2 0 0 0,-5-9 0 0 0,9 14-1247 0 0,0 1 0 0 0,-1-1 1 0 0,1 1-1 0 0,-1-1 0 0 0,1 1 1 0 0,0 0-1 0 0,-1-1 1 0 0,1 1-1 0 0,-1-1 0 0 0,1 1 1 0 0,-1 0-1 0 0,0 0 1 0 0,1-1-1 0 0,-1 1 0 0 0,1 0 1 0 0,-1 0-1 0 0,0 0 0 0 0,1 0 1 0 0,-1 0-1 0 0,1-1 1 0 0,-1 1-1 0 0,0 0 0 0 0,1 1 1 0 0,-1-1-1 0 0,1 0 1 0 0,-1 0-1 0 0,0 0 0 0 0,1 0 1 0 0,-1 0-1 0 0,1 0 1 0 0,-1 1-1 0 0,1-1 0 0 0,-1 0 1 0 0,0 1-1 0 0,1-1 0 0 0,-1 0 1 0 0,1 1-1 0 0,-1-1 1 0 0,1 0-1 0 0,0 1 0 0 0,-1-1 1 0 0,1 1-1 0 0,-1-1 1 0 0,1 1-1 0 0,0-1 0 0 0,-1 1 1 0 0,1-1-1 0 0,0 1 0 0 0,0 0 1 0 0,-1-1-1 0 0,1 1 1 0 0,0 0-1 0 0,-14 32 563 0 0,8-10-585 0 0,2 1 0 0 0,0 0 1 0 0,1 0-1 0 0,1 0 1 0 0,2 0-1 0 0,0 0 0 0 0,2 0 1 0 0,0 0-1 0 0,2 0 1 0 0,0 0-1 0 0,2-1 0 0 0,14 40 1 0 0,-17-57-62 0 0,-1-1 1 0 0,1 0-1 0 0,0 0 0 0 0,0 0 1 0 0,0-1-1 0 0,1 1 1 0 0,0-1-1 0 0,-1 0 0 0 0,2 0 1 0 0,-1 0-1 0 0,0 0 1 0 0,1-1-1 0 0,0 0 0 0 0,-1 0 1 0 0,1 0-1 0 0,7 3 1 0 0,-9-5-38 0 0,1 0 1 0 0,-1-1 0 0 0,1 1 0 0 0,0-1 0 0 0,-1 1 0 0 0,1-1 0 0 0,0 0 0 0 0,-1 0 0 0 0,1-1 0 0 0,0 1 0 0 0,-1-1-1 0 0,1 0 1 0 0,-1 0 0 0 0,1 0 0 0 0,-1 0 0 0 0,1 0 0 0 0,-1-1 0 0 0,0 0 0 0 0,0 0 0 0 0,1 0 0 0 0,-1 0-1 0 0,-1 0 1 0 0,1 0 0 0 0,0-1 0 0 0,4-5 0 0 0,1 0-51 0 0,0-1 0 0 0,-1 0-1 0 0,0 0 1 0 0,-1-1 0 0 0,0 0-1 0 0,-1 0 1 0 0,0 0 0 0 0,0-1 0 0 0,-1 0-1 0 0,0 0 1 0 0,-1 0 0 0 0,0 0 0 0 0,-1 0-1 0 0,0-1 1 0 0,0-20 0 0 0,-2 36 142 0 0,0 0 1 0 0,0 0-1 0 0,1 0 1 0 0,-1 0-1 0 0,1-1 1 0 0,0 1-1 0 0,0 0 1 0 0,1-1-1 0 0,-1 1 1 0 0,1-1-1 0 0,-1 1 1 0 0,1-1-1 0 0,0 0 1 0 0,1 0-1 0 0,-1 0 1 0 0,0 0-1 0 0,1 0 1 0 0,4 3-1 0 0,-3-2 25 0 0,1-1 0 0 0,0 1 0 0 0,0-2 0 0 0,0 1 0 0 0,1 0-1 0 0,-1-1 1 0 0,1 0 0 0 0,-1 0 0 0 0,1-1 0 0 0,0 1 0 0 0,8 0 0 0 0,-7-1 1 0 0,0-1 1 0 0,0 1 0 0 0,0-1 0 0 0,0-1 0 0 0,0 1-1 0 0,0-1 1 0 0,-1 0 0 0 0,1-1 0 0 0,0 1 0 0 0,-1-2-1 0 0,1 1 1 0 0,-1 0 0 0 0,1-1 0 0 0,-1-1-1 0 0,0 1 1 0 0,0-1 0 0 0,-1 0 0 0 0,1 0 0 0 0,-1 0-1 0 0,0-1 1 0 0,0 0 0 0 0,5-6 0 0 0,-7 6-39 0 0,0 0 1 0 0,0 0-1 0 0,-1-1 0 0 0,0 1 1 0 0,0 0-1 0 0,-1-1 1 0 0,1 1-1 0 0,-1-1 0 0 0,0 0 1 0 0,0 1-1 0 0,-1-1 1 0 0,0 0-1 0 0,0 1 0 0 0,0-1 1 0 0,-1 0-1 0 0,0 0 0 0 0,0 1 1 0 0,-3-9-1 0 0,-3-8 0 0 0,-2 0 0 0 0,-1 1-1 0 0,-17-28 1 0 0,15 27-448 0 0,-16-37 1 0 0,27 57-615 0 0,1 1 922 0 0,0 1 1 0 0,0 0-1 0 0,-1 0 1 0 0,1-1-1 0 0,0 1 0 0 0,0 0 1 0 0,0 0-1 0 0,0-1 1 0 0,0 1-1 0 0,0 0 1 0 0,1-1-1 0 0,-1 1 1 0 0,0 0-1 0 0,0 0 1 0 0,0-1-1 0 0,0 1 1 0 0,0 0-1 0 0,0 0 1 0 0,0-1-1 0 0,1 1-204 0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8:53.7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1 6913 0 0,'-16'1'14072'0'0,"16"8"-14779"0"0,0 16 812 0 0,1-1 654 0 0,1 0 1 0 0,8 38 0 0 0,-4-39-956 0 0,0 0 1 0 0,2 0-1 0 0,16 33 0 0 0,-19-46-1659 0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8:53.9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 29 12899 0 0,'-30'-28'8899'0'0,"33"45"-8778"0"0,16 58-4420 0 0,-11-49 3859 0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12.995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184 1450 6913 0 0,'-2'2'35'0'0,"1"1"0"0"0,-1-1 0 0 0,1 0 0 0 0,-1 0 0 0 0,1 1 0 0 0,0-1 0 0 0,0 1 0 0 0,0-1-1 0 0,0 1 1 0 0,1-1 0 0 0,-1 1 0 0 0,1 0 0 0 0,-1-1 0 0 0,1 1 0 0 0,0 0 0 0 0,0-1 0 0 0,0 1-1 0 0,1 4 1 0 0,-1-5 17 0 0,1 0-1 0 0,-1 0 0 0 0,1 0 0 0 0,-1 1 1 0 0,1-1-1 0 0,0-1 0 0 0,-1 1 0 0 0,1 0 1 0 0,0 0-1 0 0,0 0 0 0 0,1 0 0 0 0,-1-1 1 0 0,0 1-1 0 0,1 0 0 0 0,-1-1 1 0 0,1 1-1 0 0,-1-1 0 0 0,1 0 0 0 0,0 1 1 0 0,-1-1-1 0 0,1 0 0 0 0,0 0 0 0 0,0 0 1 0 0,3 1-1 0 0,5 0 65 0 0,1 0-1 0 0,0-1 1 0 0,-1 0 0 0 0,1 0 0 0 0,0-1 0 0 0,21-3-1 0 0,68-17 619 0 0,-68 13-436 0 0,570-151 3107 0 0,-519 135-3339 0 0,461-125 98 0 0,-494 135-159 0 0,360-86 394 0 0,109-33 176 0 0,-211 50-254 0 0,849-200-37 0 0,-966 237-296 0 0,78-22 2 0 0,931-236 95 0 0,-694 200-32 0 0,-355 75 284 0 0,168-7 0 0 0,-309 34-254 0 0,0 0 0 0 0,0 1 1 0 0,0 0-1 0 0,1 1 0 0 0,-1 0 0 0 0,0 0 1 0 0,0 1-1 0 0,0 1 0 0 0,-1-1 0 0 0,1 2 0 0 0,-1-1 1 0 0,1 2-1 0 0,-1-1 0 0 0,0 1 0 0 0,-1 0 1 0 0,1 1-1 0 0,-1 0 0 0 0,0 0 0 0 0,0 1 1 0 0,-1 0-1 0 0,12 15 0 0 0,0-1 149 0 0,-1 2 0 0 0,-1 1 0 0 0,-1 0 0 0 0,-1 1 0 0 0,-1 1 0 0 0,-2 0 0 0 0,0 0 0 0 0,9 34 0 0 0,321 884-236 0 0,-171-488 203 0 0,-160-424-175 0 0,46 162 5 0 0,-50-160-29 0 0,-1 0 0 0 0,-2-1 0 0 0,0 66 0 0 0,-4-94 20 0 0,0-1 0 0 0,-1 0 0 0 0,1 0 0 0 0,-1 0 0 0 0,0 0 0 0 0,0 0 0 0 0,0 0 0 0 0,-1 0 0 0 0,1-1 0 0 0,-1 1 0 0 0,0 0 0 0 0,0-1 0 0 0,0 1-1 0 0,-6 6 1 0 0,4-7 21 0 0,0 1 1 0 0,0-1-1 0 0,0 0 0 0 0,-1 0 0 0 0,0-1 0 0 0,1 1 0 0 0,-1-1 0 0 0,0 0 0 0 0,0 0 0 0 0,0-1 1 0 0,-7 2-1 0 0,-444 101 103 0 0,196-52-142 0 0,54-13-15 0 0,-314 85-104 0 0,-133 35 108 0 0,581-142 0 0 0,-429 98-408 0 0,1-10 147 0 0,-664 133-146 0 0,537-133-1568 0 0,612-102 1928 0 0,-375 76-1688 0 0,146-23 1530 0 0,-76 21 314 0 0,244-55 16 0 0,-574 185-390 0 0,574-180-59 0 0,13-5 1142 0 0,-83 42-1 0 0,134-58-480 0 0,6-2-120 0 0,-1 0 1 0 0,1-1-1 0 0,-1 1 0 0 0,0-2 0 0 0,0 1 0 0 0,0-1 0 0 0,-1 0 0 0 0,-10 2 1 0 0,28-33-145 0 0,-7 11-148 0 0,-1 1 1 0 0,-1-1 0 0 0,-1 0 0 0 0,0 0 0 0 0,-1 0-1 0 0,-1 0 1 0 0,-9-34 0 0 0,8 34 161 0 0,-13-45 222 0 0,-2 1 0 0 0,-3 0 0 0 0,-31-62 0 0 0,-37-108 77 0 0,13-113-11 0 0,25-3-32 0 0,21 126-234 0 0,10 109 114 0 0,-4 1-1 0 0,-5 1 0 0 0,-60-151 1 0 0,22 51 10 0 0,62 204-315 0 0,3 16 133 0 0,2 20-1330 0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15.4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94 381 1376 0 0,'-36'-77'2385'0'0,"25"58"-1255"0"0,2-1 0 0 0,0 0 0 0 0,1 0 0 0 0,1-1 0 0 0,-5-24 0 0 0,12 44-861 0 0,-1 0 0 0 0,1 0 0 0 0,0 0 1 0 0,0 0-1 0 0,0-1 0 0 0,-1 1 0 0 0,1 0 0 0 0,0 0 1 0 0,0-1-1 0 0,1 1 0 0 0,-1 0 0 0 0,0 0 0 0 0,0 0 1 0 0,0-1-1 0 0,1 0 0 0 0,9 9 3645 0 0,13 33-2217 0 0,17 57-1070 0 0,-31-70-532 0 0,2 0 0 0 0,1-1 0 0 0,0-1 0 0 0,31 46 0 0 0,-41-68-103 0 0,1 0 0 0 0,-1 0-1 0 0,1-1 1 0 0,-1 1 0 0 0,1-1 0 0 0,0 1 0 0 0,0-1 0 0 0,0 0 0 0 0,0 0 0 0 0,0 0 0 0 0,1 0 0 0 0,-1-1 0 0 0,1 1 0 0 0,-1-1 0 0 0,1 0 0 0 0,-1 0 0 0 0,1 0 0 0 0,0-1 0 0 0,-1 1 0 0 0,1-1 0 0 0,0 0 0 0 0,0 0 0 0 0,-1 0 0 0 0,5-1 0 0 0,-1-1-11 0 0,0 0 1 0 0,0 0 0 0 0,0-1 0 0 0,-1 0-1 0 0,1 0 1 0 0,-1 0 0 0 0,0-1 0 0 0,0 0-1 0 0,0 0 1 0 0,-1-1 0 0 0,10-9 0 0 0,-5 3 53 0 0,0 0 1 0 0,-1-1 0 0 0,0 0 0 0 0,-1-1 0 0 0,0 1 0 0 0,-1-2 0 0 0,-1 1 0 0 0,9-25 0 0 0,-3-4 270 0 0,11-71-1 0 0,-16 69-125 0 0,20-66 0 0 0,-6 191 646 0 0,48 219-903 0 0,-60-242 67 0 0,-2 0-1 0 0,-2 0 0 0 0,-5 74 0 0 0,-2-95 49 0 0,-2 1-1 0 0,-1-1 1 0 0,-2 0-1 0 0,-2 0 1 0 0,-22 59 0 0 0,25-81-60 0 0,0-1-1 0 0,-2 1 1 0 0,1-1 0 0 0,-2-1 0 0 0,0 0 0 0 0,0 0 0 0 0,-1 0 0 0 0,-1-1 0 0 0,0-1 0 0 0,-1 0-1 0 0,0-1 1 0 0,0 0 0 0 0,-1 0 0 0 0,0-2 0 0 0,-29 15 0 0 0,15-14-1264 0 0,15-9 67 0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15.7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 58 11058 0 0,'-17'6'234'0'0,"5"-2"3877"0"0,31-16-695 0 0,1 0-3037 0 0,39-16 0 0 0,-51 25-828 0 0,-1 0 1 0 0,1 1-1 0 0,1 0 0 0 0,-1 0 1 0 0,0 1-1 0 0,0 0 1 0 0,1 0-1 0 0,12 1 0 0 0,-6 2-767 0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15.9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0 118 10138 0 0,'5'-6'656'0'0,"1"1"-1"0"0,0 1 0 0 0,0-1 1 0 0,11-6-1 0 0,3-2-449 0 0,0 1 1 0 0,1 1 0 0 0,0 1-1 0 0,1 1 1 0 0,0 1-1 0 0,0 1 1 0 0,41-8-1 0 0,-47 14-206 0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16.5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256 169 6913 0 0,'-18'-30'319'0'0,"6"7"442"0"0,-29-38 0 0 0,38 56-384 0 0,-1 1 0 0 0,-1-1 0 0 0,1 0-1 0 0,-1 1 1 0 0,1 0 0 0 0,-1 0 0 0 0,-1 1-1 0 0,1-1 1 0 0,0 1 0 0 0,-1 0 0 0 0,1 0-1 0 0,-12-3 1 0 0,15 6-236 0 0,-1-1 0 0 0,1 1-1 0 0,0-1 1 0 0,0 1 0 0 0,0 0 0 0 0,0 0-1 0 0,-1 0 1 0 0,1 1 0 0 0,0-1 0 0 0,0 0-1 0 0,0 1 1 0 0,0-1 0 0 0,0 1 0 0 0,-1 0-1 0 0,1 0 1 0 0,0 0 0 0 0,1 0 0 0 0,-1 0-1 0 0,0 0 1 0 0,-2 2 0 0 0,1 0 45 0 0,-1 0 1 0 0,1 1-1 0 0,0 0 0 0 0,0 0 1 0 0,0 0-1 0 0,0 0 0 0 0,1 0 1 0 0,-4 8-1 0 0,-1 6 123 0 0,1 0 1 0 0,1 0-1 0 0,-4 30 1 0 0,5-24-123 0 0,2 1 0 0 0,1-1 1 0 0,1 1-1 0 0,1 0 0 0 0,1-1 0 0 0,9 45 0 0 0,0-25 161 0 0,3-1 0 0 0,33 76 0 0 0,-25-66-281 0 0,-2 1 0 0 0,-3 1 0 0 0,-2 1 0 0 0,14 102-1 0 0,-22-87-31 0 0,-3 0-1 0 0,-3 0 0 0 0,-11 107 1 0 0,5-139 60 0 0,-1 0 1 0 0,-20 65-1 0 0,23-93-229 0 0,-1 0 0 0 0,-1 0 1 0 0,1 0-1 0 0,-2-1 0 0 0,0 1 0 0 0,0-1 0 0 0,0-1 1 0 0,-1 1-1 0 0,-1-1 0 0 0,0 0 0 0 0,0-1 0 0 0,-1 0 1 0 0,-14 11-1 0 0,10-12-4951 0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16.8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25 141 6913 0 0,'-25'-3'9442'0'0,"205"-64"-4724"0"0,-59 13-5169 0 0,-119 53 387 0 0,31-15-7251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18.3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232 82 6913 0 0,'-2'-6'403'0'0,"1"1"0"0"0,-2 0-1 0 0,1 0 1 0 0,0 0 0 0 0,-1 0-1 0 0,0 1 1 0 0,0-1 0 0 0,-1 1-1 0 0,1 0 1 0 0,-1 0 0 0 0,0 0-1 0 0,0 0 1 0 0,-7-5 0 0 0,7 7-115 0 0,1 0-1 0 0,0 1 1 0 0,-1-1 0 0 0,1 1 0 0 0,-1 0 0 0 0,1 0 0 0 0,-1 0 0 0 0,1 1 0 0 0,-1-1-1 0 0,0 1 1 0 0,1 0 0 0 0,-1 0 0 0 0,0 0 0 0 0,1 0 0 0 0,-1 1 0 0 0,1-1 0 0 0,-1 1 0 0 0,0 0-1 0 0,1 0 1 0 0,-1 0 0 0 0,-4 3 0 0 0,3-2-181 0 0,0 1 0 0 0,0-1 0 0 0,0 1 0 0 0,1 0 1 0 0,-1 0-1 0 0,1 1 0 0 0,0-1 0 0 0,0 1 0 0 0,0 0 0 0 0,1 0 0 0 0,-1 0 0 0 0,1 1 0 0 0,0-1 0 0 0,0 1 1 0 0,0 0-1 0 0,1 0 0 0 0,0 0 0 0 0,0 0 0 0 0,0 0 0 0 0,0 0 0 0 0,1 0 0 0 0,0 1 0 0 0,0-1 0 0 0,0 1 1 0 0,1 7-1 0 0,-2 9-107 0 0,-10 81-1 0 0,5 176 0 0 0,8-249 3 0 0,2 0 0 0 0,1 0 0 0 0,1-1 0 0 0,1 1 0 0 0,2-1 0 0 0,1 0 0 0 0,1-1 1 0 0,2 0-1 0 0,1-1 0 0 0,25 40 0 0 0,-29-54 63 0 0,1-2 0 0 0,0 1 0 0 0,1-1 1 0 0,0-1-1 0 0,0 0 0 0 0,2-1 0 0 0,-1 0 0 0 0,1 0 0 0 0,0-2 1 0 0,20 10-1 0 0,-21-12-212 0 0,0 0-1 0 0,0-1 1 0 0,1 0 0 0 0,-1-1 0 0 0,1-1 0 0 0,0 0 0 0 0,0 0 0 0 0,0-1-1 0 0,0-1 1 0 0,0 0 0 0 0,0-1 0 0 0,19-3 0 0 0,-6-4-7216 0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19.9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10 184 8290 0 0,'-9'-21'8978'0'0,"11"33"-7874"0"0,4 9-885 0 0,0-1 0 0 0,1 0 0 0 0,2 0 1 0 0,0 0-1 0 0,1-1 0 0 0,0 0 0 0 0,2-1 0 0 0,18 22 0 0 0,-24-33-264 0 0,1 0-1 0 0,0 0 0 0 0,0-1 0 0 0,0 1 1 0 0,1-2-1 0 0,0 1 0 0 0,11 4 0 0 0,-18-9 29 0 0,1 0 0 0 0,-1 0 0 0 0,1 0-1 0 0,0 0 1 0 0,0 0 0 0 0,-1-1 0 0 0,1 1 0 0 0,0-1-1 0 0,0 1 1 0 0,-1-1 0 0 0,1 0 0 0 0,0 0 0 0 0,0 0-1 0 0,0 0 1 0 0,0 0 0 0 0,0 0 0 0 0,-1 0 0 0 0,1-1-1 0 0,0 1 1 0 0,0-1 0 0 0,0 1 0 0 0,-1-1 0 0 0,1 1-1 0 0,0-1 1 0 0,-1 0 0 0 0,1 0 0 0 0,-1 0 0 0 0,1 0-1 0 0,-1 0 1 0 0,1 0 0 0 0,-1-1 0 0 0,0 1 0 0 0,1 0-1 0 0,-1-1 1 0 0,0 1 0 0 0,0-1 0 0 0,0 1 0 0 0,0-1-1 0 0,0 0 1 0 0,-1 1 0 0 0,1-1 0 0 0,0 0 0 0 0,-1 0-1 0 0,1-2 1 0 0,10-36 402 0 0,-2-1 0 0 0,4-53 0 0 0,-13 96-419 0 0,0 0 0 0 0,0 0 0 0 0,1 0 0 0 0,-1 0 0 0 0,0 0 0 0 0,1 0 0 0 0,-1 0 0 0 0,1 0 0 0 0,0 0 0 0 0,-1 0 0 0 0,1-1 0 0 0,0 1 0 0 0,0 0 0 0 0,0 0 0 0 0,1-1 0 0 0,-1 1 0 0 0,0-1 0 0 0,0 1 0 0 0,1-1 0 0 0,-1 1 0 0 0,3 0 0 0 0,2 3 85 0 0,-1-2 0 0 0,1 1 0 0 0,0-1 0 0 0,1 1-1 0 0,-1-2 1 0 0,12 5 0 0 0,-8-4 109 0 0,-1-1 0 0 0,0 0-1 0 0,1 0 1 0 0,0-1 0 0 0,-1 0 0 0 0,1 0-1 0 0,0-1 1 0 0,-1-1 0 0 0,1 0 0 0 0,18-3 0 0 0,-26 3-127 0 0,0 0 1 0 0,0 0 0 0 0,0-1 0 0 0,0 1-1 0 0,-1 0 1 0 0,1 0 0 0 0,0-1 0 0 0,-1 1-1 0 0,1-1 1 0 0,-1 1 0 0 0,0-1 0 0 0,1 0-1 0 0,-1 0 1 0 0,0 0 0 0 0,0 1 0 0 0,0-1-1 0 0,0 0 1 0 0,0 0 0 0 0,-1 0 0 0 0,1-1-1 0 0,-1 1 1 0 0,1 0 0 0 0,-1 0 0 0 0,0 0 0 0 0,0 0-1 0 0,1 0 1 0 0,-2-1 0 0 0,1 1 0 0 0,0 0-1 0 0,-1-3 1 0 0,-1-10 23 0 0,-1 1 0 0 0,-1 1 1 0 0,-7-22-1 0 0,4 17-97 0 0,-1-8-99 0 0,-9-35-745 0 0,13 19-2512 0 0,5 25-3430 0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0.1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10138 0 0,'8'2'526'0'0,"0"1"-1"0"0,0 0 1 0 0,0 1-1 0 0,-1 0 0 0 0,1 0 1 0 0,-1 1-1 0 0,0-1 1 0 0,-1 2-1 0 0,1-1 1 0 0,-1 1-1 0 0,0 0 1 0 0,0 0-1 0 0,-1 0 0 0 0,0 1 1 0 0,7 10-1 0 0,-8-9-357 0 0,-1 0 0 0 0,0 0-1 0 0,0 0 1 0 0,0 0-1 0 0,-1 1 1 0 0,0-1 0 0 0,-1 1-1 0 0,0 0 1 0 0,0 14 0 0 0,-2 3-1183 0 0,0-18 650 0 0,0-1 0 0 0,1 1 1 0 0,0 0-1 0 0,1-1 0 0 0,-1 1 0 0 0,1-1 0 0 0,1 1 0 0 0,4 14 0 0 0,-2-16 365 0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0.3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0 17508 0 0,'-4'2'776'0'0,"1"-2"160"0"0,2 0-744 0 0,-1 0-192 0 0,1 0 0 0 0,1 1-152 0 0,0 2-288 0 0,3-2 208 0 0,2 2-592 0 0,26 8-2041 0 0,-17-5 2633 0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1.0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30 142 5529 0 0,'-1'0'145'0'0,"0"1"1"0"0,0-1-1 0 0,-1 0 0 0 0,1 0 0 0 0,0 0 0 0 0,-1-1 0 0 0,1 1 1 0 0,0 0-1 0 0,0 0 0 0 0,0-1 0 0 0,-1 1 0 0 0,1-1 1 0 0,0 1-1 0 0,0-1 0 0 0,0 1 0 0 0,0-1 0 0 0,0 0 0 0 0,0 0 1 0 0,0 1-1 0 0,0-1 0 0 0,0 0 0 0 0,0 0 0 0 0,0 0 1 0 0,0 0-1 0 0,-1-2 0 0 0,2 2-55 0 0,0 0 0 0 0,0 0 0 0 0,0 0 0 0 0,0 0 0 0 0,0 1 0 0 0,0-1 0 0 0,1 0 0 0 0,-1 0 0 0 0,0 0 0 0 0,0 0-1 0 0,1 0 1 0 0,-1 1 0 0 0,0-1 0 0 0,1 0 0 0 0,-1 0 0 0 0,1 0 0 0 0,-1 1 0 0 0,1-1 0 0 0,-1 0 0 0 0,1 1 0 0 0,0-1 0 0 0,-1 0 0 0 0,1 1 0 0 0,0-1 0 0 0,-1 1 0 0 0,1-1 0 0 0,0 1 0 0 0,0-1 0 0 0,-1 1 0 0 0,1 0 0 0 0,0-1 0 0 0,0 1 0 0 0,1 0 0 0 0,2-2 135 0 0,0 0 1 0 0,1 0 0 0 0,-1 1-1 0 0,1-1 1 0 0,-1 1 0 0 0,1 0 0 0 0,0 1-1 0 0,-1-1 1 0 0,1 1 0 0 0,0 0-1 0 0,-1 0 1 0 0,1 0 0 0 0,0 1-1 0 0,-1 0 1 0 0,1 0 0 0 0,0 0 0 0 0,5 2-1 0 0,-6 0-90 0 0,0-1-1 0 0,-1 0 1 0 0,1 1 0 0 0,-1 0-1 0 0,0-1 1 0 0,1 1 0 0 0,-2 1-1 0 0,1-1 1 0 0,0 0-1 0 0,0 1 1 0 0,-1-1 0 0 0,0 1-1 0 0,0 0 1 0 0,0 0-1 0 0,0 0 1 0 0,-1 0 0 0 0,1 0-1 0 0,-1 0 1 0 0,1 5-1 0 0,2 16-145 0 0,-1-1 0 0 0,-1 1-1 0 0,-2 0 1 0 0,0 0 0 0 0,-1-1-1 0 0,-2 1 1 0 0,0-1 0 0 0,-2 1-1 0 0,-9 27 1 0 0,14-52 6 0 0,-9 25-155 0 0,9-24 148 0 0,-1 0 0 0 0,1 0-1 0 0,0 0 1 0 0,0 0 0 0 0,-1-1 0 0 0,1 1-1 0 0,-1 0 1 0 0,1 0 0 0 0,-1 0-1 0 0,1-1 1 0 0,-1 1 0 0 0,1 0-1 0 0,-1-1 1 0 0,0 1 0 0 0,1 0 0 0 0,-1-1-1 0 0,0 1 1 0 0,0-1 0 0 0,1 1-1 0 0,-1-1 1 0 0,0 1 0 0 0,0-1 0 0 0,0 0-1 0 0,0 1 1 0 0,0-3 13 0 0,1-1 0 0 0,0 1 1 0 0,1-1-1 0 0,-1 1 0 0 0,0 0 0 0 0,1-1 1 0 0,-1 1-1 0 0,1 0 0 0 0,0-1 0 0 0,0 1 0 0 0,1-3 1 0 0,-1 3-4 0 0,37-96 98 0 0,-14 40 209 0 0,21-78 1 0 0,-37 106-51 0 0,-4 17 83 0 0,0 0 1 0 0,-1 0 0 0 0,0-1-1 0 0,-1 1 1 0 0,0-1-1 0 0,-1 1 1 0 0,-2-27-1 0 0,1 40-329 0 0,0 0-1 0 0,0 0 0 0 0,0 1 1 0 0,0-1-1 0 0,0 0 0 0 0,0 0 1 0 0,0 0-1 0 0,0 0 0 0 0,0 0 0 0 0,0 0 1 0 0,0 0-1 0 0,0 0 0 0 0,0 0 1 0 0,0 0-1 0 0,0 0 0 0 0,0 0 1 0 0,0 0-1 0 0,-1 1 0 0 0,1-1 1 0 0,0 0-1 0 0,0 0 0 0 0,0 0 0 0 0,0 0 1 0 0,0 0-1 0 0,0 0 0 0 0,0 0 1 0 0,0 0-1 0 0,0 0 0 0 0,0 0 1 0 0,0 0-1 0 0,0 0 0 0 0,0 0 1 0 0,-1 0-1 0 0,1 0 0 0 0,0 0 0 0 0,0 0 1 0 0,0 0-1 0 0,0 0 0 0 0,0 0 1 0 0,0 0-1 0 0,0 0 0 0 0,0 0 1 0 0,0 0-1 0 0,0 0 0 0 0,0 0 1 0 0,0 0-1 0 0,-1 0 0 0 0,1 0 0 0 0,0 0 1 0 0,0 0-1 0 0,0 0 0 0 0,0 0 1 0 0,0-1-1 0 0,0 1 0 0 0,0 0 1 0 0,0 0-1 0 0,0 0 0 0 0,0 0 0 0 0,0 0 1 0 0,0 0-1 0 0,-6 12 210 0 0,-2 14-84 0 0,5-9-106 0 0,1 0 0 0 0,0-1 1 0 0,1 1-1 0 0,1 0 0 0 0,1 0 0 0 0,0 0 0 0 0,1-1 0 0 0,1 1 0 0 0,6 20 0 0 0,-2-15-103 0 0,0 0 1 0 0,1-1-1 0 0,2-1 0 0 0,0 1 0 0 0,1-2 0 0 0,19 27 1 0 0,-24-37-665 0 0,1-1 0 0 0,0 0 0 0 0,1 0 0 0 0,16 12 0 0 0,0-5-6275 0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1.2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5529 0 0,'3'2'533'0'0,"0"0"0"0"0,0 0 0 0 0,0 0 0 0 0,0 0 0 0 0,-1 0 0 0 0,1 1 0 0 0,-1-1 1 0 0,1 1-1 0 0,-1 0 0 0 0,0 0 0 0 0,0 0 0 0 0,0 0 0 0 0,0 0 0 0 0,-1 0 0 0 0,2 4 0 0 0,20 55 3529 0 0,-21-56-3702 0 0,19 72 676 0 0,-13-44-3146 0 0,-3-19-4206 0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1.4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10 11522 0 0,'-6'-5'458'0'0,"-1"1"297"0"0,10 11-499 0 0,-3-6 20 0 0,2-1-362 0 0,0 0 0 0 0,-1 1 0 0 0,1 0 1 0 0,-1-1-1 0 0,1 1 0 0 0,-1 0 0 0 0,1 0 1 0 0,-1 0-1 0 0,1 0 0 0 0,-1 0 0 0 0,3 2 0 0 0,-2-1-232 0 0,31 18-4768 0 0,-20-10 4462 0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2.6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37 8 456 0 0,'-36'-7'19615'0'0,"37"12"-19083"0"0,26 94 825 0 0,66 157 1 0 0,67 90-1907 0 0,-143-310 748 0 0,-9-18-299 0 0,0 0 0 0 0,-1 0 0 0 0,7 26 0 0 0,-9 0-6329 0 0,-6-24-516 0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3.1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182 103 3425 0 0,'-1'0'44'0'0,"-1"0"0"0"0,0 0 1 0 0,0 0-1 0 0,0 0 0 0 0,0 0 1 0 0,0 0-1 0 0,0 1 0 0 0,0-1 0 0 0,0 1 1 0 0,1-1-1 0 0,-1 1 0 0 0,0 0 1 0 0,0 0-1 0 0,1 0 0 0 0,-1-1 1 0 0,0 2-1 0 0,1-1 0 0 0,-1 0 0 0 0,-1 2 1 0 0,-32 30 1610 0 0,27-24-1170 0 0,1-2-226 0 0,-4 2 146 0 0,1 1 0 0 0,0 1 0 0 0,0 0 0 0 0,1 0 0 0 0,1 1 0 0 0,0 0 1 0 0,0 0-1 0 0,1 1 0 0 0,-6 15 0 0 0,12-18 348 0 0,7-15 209 0 0,6-15 326 0 0,13-60 1634 0 0,-19 58-2312 0 0,1 0-1 0 0,0 0 1 0 0,2 0 0 0 0,0 1-1 0 0,2 0 1 0 0,15-24 0 0 0,-25 43-587 0 0,0 1 0 0 0,0-1 0 0 0,0 1 0 0 0,1-1 0 0 0,-1 1 0 0 0,0-1 0 0 0,0 1 0 0 0,1 0 0 0 0,-1 0 0 0 0,1 0 0 0 0,-1 0 0 0 0,1 0 0 0 0,0 0 0 0 0,-1 0 0 0 0,1 0 0 0 0,0 0 0 0 0,0 1 0 0 0,0-1-1 0 0,-1 1 1 0 0,1 0 0 0 0,0-1 0 0 0,0 1 0 0 0,0 0 0 0 0,0 0 0 0 0,0 0 0 0 0,0 0 0 0 0,-1 0 0 0 0,1 1 0 0 0,0-1 0 0 0,0 0 0 0 0,0 1 0 0 0,0 0 0 0 0,-1-1 0 0 0,1 1 0 0 0,0 0 0 0 0,-1 0 0 0 0,1 0 0 0 0,0 0 0 0 0,1 1 0 0 0,6 6 183 0 0,0 1-1 0 0,0 0 1 0 0,-1 0 0 0 0,0 1-1 0 0,7 12 1 0 0,10 11 52 0 0,18 8-1805 0 0,6-5-3417 0 0,-20-17-2280 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3.6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14283 0 0,'3'0'376'0'0,"0"0"0"0"0,0 1 0 0 0,0-1 0 0 0,0 1 0 0 0,0-1 0 0 0,0 1 0 0 0,0 0 0 0 0,0 0 0 0 0,-1 0 0 0 0,1 1 0 0 0,0-1 0 0 0,-1 1 0 0 0,1-1 0 0 0,2 3 0 0 0,-1 0-110 0 0,0 0 0 0 0,-1 0 0 0 0,1 0 0 0 0,-1 0 0 0 0,0 0 0 0 0,0 1 0 0 0,3 6 0 0 0,2 7-266 0 0,-1 1-1 0 0,-1 0 1 0 0,6 26 0 0 0,-8-28 164 0 0,10 42-1206 0 0,-4-16-4517 0 0,-1-8-1156 0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3.8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 91 10138 0 0,'-9'-36'3013'0'0,"8"31"-2172"0"0,1 0 0 0 0,-1 0 1 0 0,-1 0-1 0 0,1 1 1 0 0,-1-1-1 0 0,1 1 0 0 0,-1-1 1 0 0,0 1-1 0 0,-6-9 1 0 0,15 44-3943 0 0,-3-21 1281 0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4.2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17 8290 0 0,'4'2'155'0'0,"0"0"0"0"0,0 0 0 0 0,0 1 0 0 0,0-1 1 0 0,-1 1-1 0 0,1 0 0 0 0,-1 0 0 0 0,0 0 0 0 0,0 1 0 0 0,0-1 1 0 0,0 1-1 0 0,0-1 0 0 0,2 6 0 0 0,28 57 2291 0 0,-24-47-1278 0 0,6 11 79 0 0,-6-12-1242 0 0,-1 0 1 0 0,13 39-1 0 0,-28-63-899 0 0,-3-11 1239 0 0,8 3-207 0 0,0-1-1 0 0,0 0 1 0 0,2 0 0 0 0,0 0 0 0 0,0 1 0 0 0,2-1-1 0 0,-1 0 1 0 0,2 1 0 0 0,0-1 0 0 0,1 1 0 0 0,0 0 0 0 0,2 0-1 0 0,-1 0 1 0 0,12-19 0 0 0,-17 32-64 0 0,1 0 1 0 0,-1 1-1 0 0,1-1 1 0 0,-1 0 0 0 0,1 1-1 0 0,-1-1 1 0 0,1 0-1 0 0,-1 1 1 0 0,1-1-1 0 0,0 1 1 0 0,-1-1-1 0 0,1 1 1 0 0,0-1-1 0 0,-1 1 1 0 0,1-1-1 0 0,0 1 1 0 0,0 0-1 0 0,-1-1 1 0 0,1 1-1 0 0,0 0 1 0 0,0 0-1 0 0,0 0 1 0 0,0 0-1 0 0,-1-1 1 0 0,1 1-1 0 0,0 0 1 0 0,0 0-1 0 0,0 1 1 0 0,0-1-1 0 0,-1 0 1 0 0,1 0-1 0 0,0 0 1 0 0,0 0-1 0 0,0 1 1 0 0,-1-1-1 0 0,1 0 1 0 0,0 1 0 0 0,0-1-1 0 0,-1 1 1 0 0,1-1-1 0 0,0 1 1 0 0,-1-1-1 0 0,1 1 1 0 0,0-1-1 0 0,-1 1 1 0 0,1 0-1 0 0,-1-1 1 0 0,1 1-1 0 0,0 0 1 0 0,6 8 334 0 0,-1-1 0 0 0,1 1 0 0 0,6 12-1 0 0,-3-5-399 0 0,10 10-291 0 0,37 40 0 0 0,-17-33-3847 0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4.4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6913 0 0,'7'29'6555'0'0,"20"17"-2782"0"0,-11-21-2518 0 0,29 50 995 0 0,16 28-1426 0 0,-48-70-4139 0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4.6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94 4145 0 0,'3'-4'400'0'0,"0"0"1"0"0,-1 0-1 0 0,1 0 1 0 0,1 0-1 0 0,-1 0 1 0 0,1 1-1 0 0,-1-1 1 0 0,1 1-1 0 0,0 0 1 0 0,0 0-1 0 0,6-3 0 0 0,49-25 4838 0 0,-51 28-4598 0 0,0 0-1 0 0,1 0 1 0 0,-1 1 0 0 0,1 0-1 0 0,0 0 1 0 0,-1 1-1 0 0,12 0 1 0 0,-19 1-542 0 0,1 0 0 0 0,0 0 0 0 0,0 0 0 0 0,0 1 0 0 0,0-1 0 0 0,-1 0 0 0 0,1 1 0 0 0,0-1 0 0 0,0 1 0 0 0,-1 0 1 0 0,1 0-1 0 0,0-1 0 0 0,-1 1 0 0 0,1 0 0 0 0,-1 0 0 0 0,3 3 0 0 0,-3-3-63 0 0,0 1 0 0 0,0-1 0 0 0,-1 0 0 0 0,1 1 0 0 0,-1-1 0 0 0,1 1 0 0 0,-1 0 0 0 0,0-1 0 0 0,1 1 0 0 0,-1-1 0 0 0,0 1 0 0 0,0-1 0 0 0,0 1 0 0 0,0 0 0 0 0,-1-1 0 0 0,1 1 0 0 0,0-1 0 0 0,-1 1 0 0 0,1-1 1 0 0,-1 1-1 0 0,1-1 0 0 0,-1 1 0 0 0,-1 1 0 0 0,-4 11-266 0 0,-2-1 1 0 0,0 0 0 0 0,0-1 0 0 0,-1 0-1 0 0,-17 18 1 0 0,4-4-2259 0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4.9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24 5985 0 0,'14'40'4721'0'0,"-12"-33"-4072"0"0,0 0 0 0 0,1 0 0 0 0,-1-1 1 0 0,1 1-1 0 0,1-1 0 0 0,-1 1 0 0 0,6 5 0 0 0,-6-8-598 0 0,0 0 0 0 0,0-1 0 0 0,1 1 0 0 0,0-1 0 0 0,-1 0 0 0 0,1 0 0 0 0,1 0 0 0 0,-1 0 0 0 0,0-1 0 0 0,1 0 0 0 0,5 2 0 0 0,-9-3-214 0 0,1-1-1 0 0,-1 0 1 0 0,1 1 0 0 0,-1-1 0 0 0,1 0-1 0 0,-1 0 1 0 0,1 0 0 0 0,-1 0 0 0 0,1 0 0 0 0,-1-1-1 0 0,1 1 1 0 0,-1 0 0 0 0,1-1 0 0 0,-1 1 0 0 0,1-1-1 0 0,-1 1 1 0 0,0-1 0 0 0,1 0 0 0 0,-1 1-1 0 0,0-1 1 0 0,0 0 0 0 0,1 0 0 0 0,-1 0 0 0 0,0 0-1 0 0,0 0 1 0 0,0 0 0 0 0,0 0 0 0 0,0-1-1 0 0,0 1 1 0 0,-1 0 0 0 0,1 0 0 0 0,0-1 0 0 0,-1 1-1 0 0,1-1 1 0 0,-1 1 0 0 0,1 0 0 0 0,-1-1 0 0 0,0 1-1 0 0,1-3 1 0 0,8-51-4755 0 0,-8 42 5645 0 0,1 0 0 0 0,6-24-1 0 0,-8 36-489 0 0,1 0-1 0 0,0 0 1 0 0,0 0 0 0 0,0 0-1 0 0,0 0 1 0 0,0 1-1 0 0,0-1 1 0 0,0 0 0 0 0,0 0-1 0 0,0 1 1 0 0,1-1-1 0 0,-1 1 1 0 0,0-1 0 0 0,0 1-1 0 0,0-1 1 0 0,1 1-1 0 0,-1 0 1 0 0,0 0 0 0 0,1-1-1 0 0,-1 1 1 0 0,0 0-1 0 0,0 0 1 0 0,1 0 0 0 0,-1 1-1 0 0,0-1 1 0 0,1 0-1 0 0,-1 0 1 0 0,0 1 0 0 0,2 0-1 0 0,46 13 783 0 0,-42-12-889 0 0,15 5-4411 0 0,-9-3-544 0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5.2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10 11979 0 0,'-8'-9'3532'0'0,"17"22"1812"0"0,1 4-4952 0 0,-6-11-279 0 0,79 149 1504 0 0,-67-130-1879 0 0,0-1-1 0 0,2-1 0 0 0,41 41 0 0 0,-32-39-5022 0 0,-2-1-1858 0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5.4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0 268 14283 0 0,'4'-6'102'0'0,"0"0"0"0"0,1 0 0 0 0,0 0 0 0 0,0 0 0 0 0,0 1 1 0 0,0 0-1 0 0,1 0 0 0 0,0 0 0 0 0,0 0 0 0 0,1 1 0 0 0,8-4 0 0 0,8-7-13 0 0,113-75 543 0 0,6 10-4538 0 0,-111 65 3498 0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6.3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30 10594 0 0,'3'-29'10662'0'0,"1"44"-10107"0"0,4 29-222 0 0,-3 1-1 0 0,-2 0 0 0 0,-2 55 1 0 0,-1-42-141 0 0,0 11-73 0 0,12 392 181 0 0,-2-322-342 0 0,37 181 1 0 0,-35-261 46 0 0,22 131-208 0 0,-32-169 270 0 0,0 1-1 0 0,-2 0 1 0 0,0-1 0 0 0,-2 1-1 0 0,-1 0 1 0 0,-8 35-1 0 0,10-54-246 0 0,-7 21-77 0 0,7-24 169 0 0,1 1-1 0 0,0 0 0 0 0,0-1 0 0 0,-1 1 1 0 0,1-1-1 0 0,0 0 0 0 0,-1 1 1 0 0,1-1-1 0 0,0 1 0 0 0,-1-1 1 0 0,1 1-1 0 0,-1-1 0 0 0,1 0 1 0 0,-1 1-1 0 0,1-1 0 0 0,-1 0 1 0 0,1 1-1 0 0,-1-1 0 0 0,1 0 1 0 0,-1 0-1 0 0,1 0 0 0 0,-1 1 1 0 0,1-1-1 0 0,-1 0 0 0 0,0 0 1 0 0,1 0-1 0 0,-1 0 0 0 0,1 0 0 0 0,-1 0 1 0 0,1 0-1 0 0,-1 0 0 0 0,0 0 1 0 0,1 0-1 0 0,-1-1 0 0 0,1 1 1 0 0,-2 0-1 0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6.8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206 173 3681 0 0,'-1'-1'134'0'0,"0"0"0"0"0,0 0 1 0 0,0-1-1 0 0,1 1 0 0 0,-1 0 1 0 0,0 0-1 0 0,0 0 0 0 0,0 0 1 0 0,-1 0-1 0 0,1 0 0 0 0,0 1 0 0 0,0-1 1 0 0,-1 0-1 0 0,1 0 0 0 0,0 1 1 0 0,-1-1-1 0 0,1 1 0 0 0,0-1 1 0 0,-1 1-1 0 0,-2-1 0 0 0,0 1 130 0 0,0 0 0 0 0,-1 0-1 0 0,1 0 1 0 0,0 0 0 0 0,0 1-1 0 0,0 0 1 0 0,-6 1 0 0 0,-1 2 80 0 0,1-1 0 0 0,0 2 0 0 0,0 0-1 0 0,0 0 1 0 0,-10 7 0 0 0,12-6-16 0 0,1 0 1 0 0,0 1-1 0 0,1 0 0 0 0,0 0 0 0 0,-8 10 0 0 0,12-13-88 0 0,-1-1 0 0 0,1 1 0 0 0,0-1 0 0 0,0 1 0 0 0,0 0 0 0 0,1-1 0 0 0,-1 1 0 0 0,1 0 0 0 0,0 0 0 0 0,0 0 0 0 0,0 0 0 0 0,1 0 0 0 0,-1 1 0 0 0,1 5 0 0 0,0-10-198 0 0,0 0 0 0 0,0 1 0 0 0,0-1 0 0 0,0 0 0 0 0,0 0 0 0 0,1 1 0 0 0,-1-1 0 0 0,0 0-1 0 0,0 0 1 0 0,0 0 0 0 0,0 1 0 0 0,0-1 0 0 0,0 0 0 0 0,0 0 0 0 0,1 0 0 0 0,-1 1 0 0 0,0-1-1 0 0,0 0 1 0 0,0 0 0 0 0,0 0 0 0 0,1 0 0 0 0,-1 1 0 0 0,0-1 0 0 0,0 0 0 0 0,0 0-1 0 0,1 0 1 0 0,-1 0 0 0 0,0 0 0 0 0,0 0 0 0 0,1 0 0 0 0,-1 0 0 0 0,0 0 0 0 0,0 0 0 0 0,1 0-1 0 0,-1 0 1 0 0,0 0 0 0 0,0 0 0 0 0,1 0 0 0 0,-1 0 0 0 0,0 0 0 0 0,14-7 464 0 0,9-13-254 0 0,-23 20-203 0 0,148-172 2667 0 0,-87 97-1859 0 0,-59 72-809 0 0,1 0 1 0 0,0 0-1 0 0,-1 0 1 0 0,1 0-1 0 0,0 1 1 0 0,0-1-1 0 0,1 1 1 0 0,-1 0-1 0 0,0 0 0 0 0,1 0 1 0 0,-1 0-1 0 0,1 0 1 0 0,0 1-1 0 0,-1 0 1 0 0,1 0-1 0 0,0 0 1 0 0,6-1-1 0 0,-6 2-20 0 0,0 1 0 0 0,0-1 0 0 0,0 1 1 0 0,0 0-1 0 0,0 0 0 0 0,0 0 0 0 0,0 1 0 0 0,0-1 0 0 0,0 1 0 0 0,-1 0 0 0 0,1 0 0 0 0,-1 0 0 0 0,1 1 0 0 0,-1-1 0 0 0,0 1 0 0 0,5 4 0 0 0,31 34-647 0 0,49 67-1 0 0,-46-56-1791 0 0,-13-16-4890 0 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7.6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13 151 7370 0 0,'-7'-9'6632'0'0,"6"9"-6395"0"0,-3 11 3172 0 0,4 25-1499 0 0,0-34-1765 0 0,1 22 147 0 0,1 0 1 0 0,1 1 0 0 0,2-2-1 0 0,12 45 1 0 0,-14-61-297 0 0,0 0 0 0 0,0-1 0 0 0,0 1 0 0 0,1-1 0 0 0,0 0 1 0 0,0 0-1 0 0,1 0 0 0 0,-1 0 0 0 0,7 5 0 0 0,-8-8-37 0 0,1-1 1 0 0,0 1-1 0 0,0-1 0 0 0,-1 1 1 0 0,1-1-1 0 0,0 0 0 0 0,1-1 0 0 0,-1 1 1 0 0,0-1-1 0 0,0 0 0 0 0,1 0 1 0 0,-1 0-1 0 0,1 0 0 0 0,-1-1 0 0 0,1 0 1 0 0,5 0-1 0 0,-7-1-85 0 0,0 1 0 0 0,1-1 0 0 0,-1 0 0 0 0,1 0 0 0 0,-1-1 0 0 0,0 1 0 0 0,0-1 0 0 0,0 1 1 0 0,0-1-1 0 0,0 0 0 0 0,0 0 0 0 0,0-1 0 0 0,-1 1 0 0 0,1 0 0 0 0,-1-1 0 0 0,1 0 0 0 0,-1 1 0 0 0,0-1 0 0 0,0 0 0 0 0,0 0 0 0 0,-1 0 0 0 0,1 0 0 0 0,-1-1 0 0 0,1 1 0 0 0,0-7 0 0 0,4-9-415 0 0,-1 0 0 0 0,-1-1 0 0 0,3-25 0 0 0,-6 33 252 0 0,2-13-172 0 0,-3 16 410 0 0,1 0 0 0 0,-1 1 1 0 0,2-1-1 0 0,0 0 0 0 0,0 1 1 0 0,0 0-1 0 0,1-1 0 0 0,0 1 1 0 0,5-8-1 0 0,-8 15 55 0 0,0 1 1 0 0,1 0-1 0 0,-1-1 1 0 0,1 1-1 0 0,-1 0 1 0 0,1-1-1 0 0,-1 1 1 0 0,0 0-1 0 0,1 0 0 0 0,-1 0 1 0 0,1-1-1 0 0,-1 1 1 0 0,1 0-1 0 0,-1 0 1 0 0,1 0-1 0 0,-1 0 1 0 0,1 0-1 0 0,-1 0 0 0 0,1 0 1 0 0,-1 0-1 0 0,1 0 1 0 0,-1 0-1 0 0,1 0 1 0 0,0 0-1 0 0,-1 0 1 0 0,0 0-1 0 0,1 1 1 0 0,-1-1-1 0 0,1 0 0 0 0,-1 0 1 0 0,1 1-1 0 0,-1-1 1 0 0,1 0-1 0 0,-1 0 1 0 0,0 1-1 0 0,1-1 1 0 0,-1 1-1 0 0,1-1 0 0 0,19 20 1042 0 0,-12-12-553 0 0,-4-4-228 0 0,1-1-1 0 0,0 0 1 0 0,-1 0 0 0 0,1 0-1 0 0,1 0 1 0 0,-1-1-1 0 0,0 0 1 0 0,1 0-1 0 0,-1-1 1 0 0,1 1-1 0 0,-1-1 1 0 0,1-1-1 0 0,10 1 1 0 0,-14-1-184 0 0,1 0 0 0 0,-1 0-1 0 0,1 0 1 0 0,-1-1 0 0 0,1 1-1 0 0,-1-1 1 0 0,0 0 0 0 0,1 1 0 0 0,-1-1-1 0 0,0 0 1 0 0,0-1 0 0 0,0 1 0 0 0,0 0-1 0 0,0-1 1 0 0,0 1 0 0 0,0-1 0 0 0,0 1-1 0 0,0-1 1 0 0,-1 0 0 0 0,1 0-1 0 0,-1 0 1 0 0,1 0 0 0 0,-1 0 0 0 0,0 0-1 0 0,0 0 1 0 0,0 0 0 0 0,0-1 0 0 0,0 1-1 0 0,0 0 1 0 0,-1-1 0 0 0,1 1 0 0 0,-1 0-1 0 0,1-1 1 0 0,-1-2 0 0 0,1-9-87 0 0,-1 1 1 0 0,0 0-1 0 0,-1 0 1 0 0,0-1-1 0 0,-1 1 1 0 0,-5-17-1 0 0,-9-14-7033 0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8.1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1 145 4609 0 0,'2'2'185'0'0,"-1"1"-1"0"0,1-1 1 0 0,0 0-1 0 0,0-1 1 0 0,0 1-1 0 0,1 0 1 0 0,-1-1 0 0 0,0 1-1 0 0,1-1 1 0 0,-1 1-1 0 0,1-1 1 0 0,-1 0 0 0 0,1 0-1 0 0,4 1 1 0 0,-6-2-107 0 0,0 0-1 0 0,0 0 1 0 0,0-1 0 0 0,1 1 0 0 0,-1 0-1 0 0,0-1 1 0 0,0 1 0 0 0,0 0 0 0 0,0-1-1 0 0,0 1 1 0 0,0-1 0 0 0,0 0 0 0 0,0 1-1 0 0,0-1 1 0 0,0 0 0 0 0,0 1 0 0 0,0-1 0 0 0,-1 0-1 0 0,1 0 1 0 0,0 0 0 0 0,0 0 0 0 0,-1 0-1 0 0,1 0 1 0 0,-1 0 0 0 0,1 0 0 0 0,-1 0-1 0 0,1 0 1 0 0,-1 0 0 0 0,0 0 0 0 0,1 0 0 0 0,-1 0-1 0 0,0-1 1 0 0,0 1 0 0 0,0 0 0 0 0,0 0-1 0 0,0 0 1 0 0,0-2 0 0 0,2-10-354 0 0,-2 0 0 0 0,1 0 1 0 0,-2 0-1 0 0,1-1 0 0 0,-2 1 1 0 0,0 0-1 0 0,-8-24 387 0 0,10 37-85 0 0,0 0 0 0 0,0 0-1 0 0,0 0 1 0 0,0 0 0 0 0,0 0 0 0 0,0 0-1 0 0,0 0 1 0 0,0 0 0 0 0,0 0 0 0 0,0 0 0 0 0,-1 0-1 0 0,1 0 1 0 0,0 0 0 0 0,0 0 0 0 0,0 0 0 0 0,0 0-1 0 0,0 0 1 0 0,0 0 0 0 0,0 0 0 0 0,0 0 0 0 0,-1-1 335 0 0,1 1-336 0 0,0 0 1 0 0,0 0 0 0 0,0 0 0 0 0,0 0 0 0 0,0 0-1 0 0,0 0 1 0 0,0 0 0 0 0,0 0 0 0 0,0 0 0 0 0,0 0-1 0 0,0-1 1 0 0,0 1 0 0 0,0 0 0 0 0,0 0 0 0 0,0 0-1 0 0,-3 11 1452 0 0,1 12 274 0 0,2-17-1565 0 0,1 0-1 0 0,1 0 1 0 0,-1-1-1 0 0,1 1 1 0 0,0 0-1 0 0,0-1 1 0 0,0 0-1 0 0,1 1 1 0 0,0-1-1 0 0,0 0 1 0 0,0 0-1 0 0,1-1 1 0 0,0 1-1 0 0,0-1 1 0 0,7 7-1 0 0,-7-8-134 0 0,-1 0-1 0 0,1 0 0 0 0,-1-1 1 0 0,1 1-1 0 0,0-1 0 0 0,0 0 0 0 0,0 0 1 0 0,0-1-1 0 0,0 1 0 0 0,1-1 1 0 0,-1 0-1 0 0,0 0 0 0 0,1 0 0 0 0,-1 0 1 0 0,1-1-1 0 0,-1 0 0 0 0,1 0 1 0 0,-1 0-1 0 0,0-1 0 0 0,1 1 0 0 0,5-3 1 0 0,-6 2-49 0 0,-1-1 0 0 0,1 1 0 0 0,-1-1 1 0 0,0 0-1 0 0,0 0 0 0 0,1 0 0 0 0,-2-1 1 0 0,1 1-1 0 0,0-1 0 0 0,0 1 0 0 0,-1-1 1 0 0,1 0-1 0 0,-1 0 0 0 0,3-5 1 0 0,24-53-724 0 0,-7 13 277 0 0,-22 47 555 0 0,1 0 0 0 0,-1 1 1 0 0,1-1-1 0 0,-1 1 0 0 0,1 0 1 0 0,-1-1-1 0 0,1 1 0 0 0,-1-1 1 0 0,1 1-1 0 0,-1 0 0 0 0,1-1 0 0 0,0 1 1 0 0,-1 0-1 0 0,1 0 0 0 0,-1-1 1 0 0,1 1-1 0 0,0 0 0 0 0,-1 0 1 0 0,1 0-1 0 0,0 0 0 0 0,-1 0 1 0 0,1 0-1 0 0,0 0 0 0 0,-1 0 1 0 0,1 0-1 0 0,0 0 0 0 0,0 1 0 0 0,24 10 1294 0 0,17 24-1228 0 0,20 29-4116 0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8.3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25 13507 0 0,'-11'-24'3792'0'0,"19"34"-4898"0"0,23 23 72 0 0,-20-25 1022 0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9.2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111 206 2304 0 0,'-5'-20'505'0'0,"-10"-10"5455"0"0,14 29-5708 0 0,1 0-1 0 0,-1 0 1 0 0,0 0-1 0 0,0 0 1 0 0,1 1-1 0 0,-1-1 1 0 0,0 0-1 0 0,0 1 1 0 0,0-1-1 0 0,1 1 1 0 0,-1-1 0 0 0,0 1-1 0 0,0-1 1 0 0,0 1-1 0 0,0 0 1 0 0,0-1-1 0 0,0 1 1 0 0,0 0-1 0 0,0 0 1 0 0,0 0-1 0 0,0-1 1 0 0,0 1-1 0 0,-1 0 1 0 0,0 1-1 0 0,1-1-173 0 0,-1 1 0 0 0,1-1 0 0 0,-1 1-1 0 0,1 0 1 0 0,0 0 0 0 0,-1 0 0 0 0,1-1 0 0 0,0 1-1 0 0,0 1 1 0 0,-1-1 0 0 0,1 0 0 0 0,0 0-1 0 0,-1 2 1 0 0,-4 5 120 0 0,1 0 1 0 0,-1 1-1 0 0,2-1 0 0 0,-1 1 1 0 0,1 0-1 0 0,0 0 0 0 0,1 1 1 0 0,0-1-1 0 0,1 1 0 0 0,0 0 1 0 0,0-1-1 0 0,0 18 0 0 0,2-24-256 0 0,0 1 0 0 0,0-1 0 0 0,1 1 0 0 0,-1-1-1 0 0,1 0 1 0 0,-1 1 0 0 0,1-1 0 0 0,0 0-1 0 0,1 1 1 0 0,-1-1 0 0 0,0 0 0 0 0,1 0 0 0 0,0 0-1 0 0,0 0 1 0 0,0 0 0 0 0,0 0 0 0 0,0-1 0 0 0,0 1-1 0 0,1-1 1 0 0,-1 1 0 0 0,1-1 0 0 0,0 0 0 0 0,-1 0-1 0 0,1 0 1 0 0,0 0 0 0 0,0-1 0 0 0,1 1-1 0 0,-1-1 1 0 0,0 0 0 0 0,0 0 0 0 0,1 0 0 0 0,-1 0-1 0 0,1-1 1 0 0,-1 1 0 0 0,0-1 0 0 0,1 0 0 0 0,-1 0-1 0 0,6 0 1 0 0,-8 0 52 0 0,1-1 17 0 0,1 1 0 0 0,-1 0 1 0 0,1 0-1 0 0,-1 0 0 0 0,1 0 0 0 0,-1 1 0 0 0,1-1 0 0 0,-1 1 0 0 0,1-1 0 0 0,-1 1 0 0 0,4 1 0 0 0,-6 0 5 0 0,1-1 0 0 0,0 0 0 0 0,-1 0 0 0 0,1 1 0 0 0,-1-1 0 0 0,1 0 0 0 0,-1 1 0 0 0,0-1 0 0 0,1 0-1 0 0,-1 1 1 0 0,0-1 0 0 0,0 1 0 0 0,0-1 0 0 0,0 0 0 0 0,0 1 0 0 0,-1-1 0 0 0,1 1 0 0 0,0-1 0 0 0,-1 0 0 0 0,1 1 0 0 0,0-1 0 0 0,-2 3 0 0 0,-5 18-966 0 0,-1 1 1 0 0,-12 24-1 0 0,29-91 1117 0 0,-3 4 1245 0 0,6 2-1047 0 0,2 1 1 0 0,2 1-1 0 0,34-58 1 0 0,5-10-910 0 0,-53 100 579 0 0,0-1 1 0 0,0 0 0 0 0,-1 0 0 0 0,1 1 0 0 0,-1-1 0 0 0,0 0 0 0 0,-1 0 0 0 0,1 0 0 0 0,-1 0-1 0 0,0 0 1 0 0,0-1 0 0 0,-1-4 0 0 0,-10-36 4332 0 0,12 46-4299 0 0,0 1 0 0 0,0-1 1 0 0,1 0-1 0 0,-1 1 0 0 0,0-1 1 0 0,0 1-1 0 0,0-1 1 0 0,0 1-1 0 0,0-1 0 0 0,0 1 1 0 0,0 0-1 0 0,0 0 0 0 0,0-1 1 0 0,0 1-1 0 0,0 1 0 0 0,12 15 59 0 0,-2 1 0 0 0,0 0 0 0 0,-1 0 0 0 0,0 1-1 0 0,10 32 1 0 0,-8-20-42 0 0,22 40-1 0 0,-33-70-85 0 0,0 1 1 0 0,-1-1-1 0 0,1 0 1 0 0,0 0-1 0 0,-1 0 1 0 0,1 0-1 0 0,0 1 1 0 0,0-1-1 0 0,0 0 1 0 0,0-1-1 0 0,0 1 1 0 0,0 0-1 0 0,0 0 1 0 0,1 0-1 0 0,-1-1 0 0 0,0 1 1 0 0,0 0-1 0 0,1-1 1 0 0,-1 1-1 0 0,0-1 1 0 0,2 1-1 0 0,-1-1-1 0 0,-1-1 0 0 0,0 1 0 0 0,0 0 0 0 0,1-1 0 0 0,-1 1 0 0 0,0 0 0 0 0,0-1 0 0 0,0 0 0 0 0,1 1 1 0 0,-1-1-1 0 0,0 0 0 0 0,0 1 0 0 0,0-1 0 0 0,0 0 0 0 0,0 0 0 0 0,0 0 0 0 0,-1 0 0 0 0,2-1 0 0 0,5-8-33 0 0,-1 0 0 0 0,-1 0-1 0 0,0 0 1 0 0,5-13 0 0 0,-5 11-51 0 0,25-41-111 0 0,-28 50 190 0 0,0 0 0 0 0,0 0-1 0 0,0 1 1 0 0,0-1-1 0 0,1 1 1 0 0,-1-1 0 0 0,1 1-1 0 0,0 0 1 0 0,-1 0 0 0 0,1 0-1 0 0,0 1 1 0 0,0-1-1 0 0,0 1 1 0 0,0-1 0 0 0,0 1-1 0 0,4-1 1 0 0,-2 3 14 0 0,-1-1 0 0 0,1 1 1 0 0,-1 1-1 0 0,1-1 0 0 0,-1 0 0 0 0,0 1 1 0 0,0 0-1 0 0,1 0 0 0 0,-1 0 0 0 0,-1 1 1 0 0,1 0-1 0 0,0-1 0 0 0,5 7 0 0 0,31 15-1214 0 0,-11-15-985 0 0,-14-8 1056 0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9.4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9218 0 0,'-1'14'6667'0'0,"7"15"-3844"0"0,2 4-698 0 0,21 49-1 0 0,47 81-1235 0 0,-34-80-1062 0 0,-31-57-702 0 0,-8-8-5415 0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29.6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20 208 5985 0 0,'-2'-2'432'0'0,"0"1"0"0"0,1-1 0 0 0,-1 0 0 0 0,0 0-1 0 0,1 0 1 0 0,0 0 0 0 0,-1 0 0 0 0,1 0 0 0 0,0-1-1 0 0,0 1 1 0 0,0 0 0 0 0,1-1 0 0 0,-1 1 0 0 0,0 0-1 0 0,1-1 1 0 0,0 1 0 0 0,-1-1 0 0 0,1-3 0 0 0,1 3-61 0 0,-1 0 0 0 0,1 0 0 0 0,0 0-1 0 0,0 0 1 0 0,0 0 0 0 0,0 0 0 0 0,1 0 0 0 0,-1 0 0 0 0,1 1 0 0 0,0-1 0 0 0,0 0 0 0 0,4-3 0 0 0,2-2 37 0 0,0 1 0 0 0,1-1 0 0 0,0 2 0 0 0,0 0 0 0 0,1 0-1 0 0,20-9 1 0 0,87-37-453 0 0,-84 38-108 0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0.6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941 77 1840 0 0,'0'-4'166'0'0,"0"-1"0"0"0,0 1 0 0 0,0 0-1 0 0,0 0 1 0 0,-1 0 0 0 0,0 0 0 0 0,0 0-1 0 0,0 0 1 0 0,-2-4 0 0 0,3 6-152 0 0,-1 0 0 0 0,1 1 0 0 0,-1-1 0 0 0,1 0 0 0 0,-1 1 1 0 0,0-1-1 0 0,0 1 0 0 0,0-1 0 0 0,0 1 0 0 0,0-1 0 0 0,0 1 0 0 0,0 0 0 0 0,0-1 1 0 0,0 1-1 0 0,-1 0 0 0 0,1 0 0 0 0,-1 0 0 0 0,1 0 0 0 0,-1 0 0 0 0,1 0 0 0 0,-1 0 1 0 0,1 1-1 0 0,-3-2 0 0 0,2 3-14 0 0,1-1 1 0 0,-1 1-1 0 0,0-1 1 0 0,0 1-1 0 0,1-1 1 0 0,-1 1-1 0 0,0 0 1 0 0,1 0-1 0 0,-1 0 1 0 0,1 0-1 0 0,-1 0 1 0 0,1 0-1 0 0,-1 0 1 0 0,1 1-1 0 0,-2 2 1 0 0,2-3 123 0 0,0 0 0 0 0,0 0 0 0 0,0 0 0 0 0,0 0 0 0 0,0 0 0 0 0,0 0 0 0 0,0 0 0 0 0,0 0 0 0 0,0-1 0 0 0,-1 1 0 0 0,1 0-1 0 0,0-1 1 0 0,0 1 0 0 0,-1 0 0 0 0,1-1 0 0 0,-1 0 0 0 0,1 1 0 0 0,0-1 0 0 0,-1 0 0 0 0,1 0 0 0 0,-1 0 0 0 0,1 0 0 0 0,0 0 0 0 0,-1 0 0 0 0,-1 0 0 0 0,2 0 226 0 0,0 0-1 0 0,0 0 0 0 0,0 0 1 0 0,0 0-1 0 0,-1 0 0 0 0,1 0 1 0 0,0 1-1 0 0,0-1 0 0 0,0 0 1 0 0,0 1-1 0 0,0-1 0 0 0,0 1 1 0 0,0-1-1 0 0,0 1 1 0 0,0-1-1 0 0,0 1 0 0 0,-2 2 1049 0 0,2-2-1049 0 0,-1 1 0 0 0,-18 25 395 0 0,16-20-165 0 0,-146 243 1610 0 0,13-20-2139 0 0,108-187-26 0 0,-159 253 134 0 0,-91 172-3136 0 0,278-467 2863 0 0,-11 19 819 0 0,12-20-757 0 0,0-1 0 0 0,1 1 0 0 0,-1 0-1 0 0,0 0 1 0 0,0 0 0 0 0,0 0 0 0 0,1-1-1 0 0,-1 1 1 0 0,0 0 0 0 0,0 0 0 0 0,1 0-1 0 0,-1 0 1 0 0,0 0 0 0 0,0 0 0 0 0,1 0-1 0 0,-1 0 1 0 0,0 0 0 0 0,0 0 0 0 0,1 0-1 0 0,-1 0 1 0 0,0 0 0 0 0,1 0 0 0 0,-1 0-1 0 0,0 0 1 0 0,0 0 0 0 0,1 0 0 0 0,-1 0-1 0 0,0 0 1 0 0,0 0 0 0 0,1 0 0 0 0,-1 0-1 0 0,0 1 1 0 0,0-1 0 0 0,1 0 0 0 0,-1 0-1 0 0,0 0 1 0 0,0 0 0 0 0,0 1 0 0 0,1-1-1 0 0,-1 0 1 0 0,0 0 0 0 0,0 0 0 0 0,0 1-1 0 0,0-1 1 0 0,0 0 0 0 0,1 0 0 0 0,-1 1-1 0 0,0-1 1 0 0,0 0 0 0 0,0 0 0 0 0,0 1-1 0 0,0-1 1 0 0,0 0 0 0 0,0 1 0 0 0,0-1-1 0 0,0 0 1 0 0,0 0 0 0 0,0 1 0 0 0,0-1-1 0 0,0 0 1 0 0,0 0 0 0 0,0 1 0 0 0,0-1-1 0 0,0 0 1 0 0,-1 0 0 0 0,1 1 0 0 0,0-1-1 0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1.2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90 15 5905 0 0,'0'0'13'0'0,"0"0"0"0"0,-1 0-1 0 0,1-1 1 0 0,0 1 0 0 0,-1 0 0 0 0,1 0-1 0 0,-1 0 1 0 0,1 0 0 0 0,0 0 0 0 0,-1-1-1 0 0,1 1 1 0 0,-1 0 0 0 0,1 0 0 0 0,0 0-1 0 0,-1 0 1 0 0,1 0 0 0 0,-1 0 0 0 0,1 1-1 0 0,-1-1 1 0 0,1 0 0 0 0,0 0 0 0 0,-1 0-1 0 0,1 0 1 0 0,-1 0 0 0 0,1 1 0 0 0,0-1-1 0 0,-1 0 1 0 0,1 0 0 0 0,0 0 0 0 0,-1 1-1 0 0,1-1 1 0 0,-1 1 0 0 0,-14 7 1608 0 0,-4 3 260 0 0,12-7-783 0 0,-1 0 0 0 0,1 0-1 0 0,1 1 1 0 0,-9 6 0 0 0,44-10 394 0 0,6-9-1342 0 0,62-23 1 0 0,-24 7 232 0 0,-72 23-357 0 0,0 1-1 0 0,0 0 1 0 0,0 0-1 0 0,0 0 1 0 0,0 0-1 0 0,0 0 1 0 0,0 0-1 0 0,0 0 1 0 0,0 0-1 0 0,0 0 1 0 0,0 1-1 0 0,0-1 1 0 0,0 0-1 0 0,0 0 1 0 0,-1 1-1 0 0,1-1 1 0 0,0 1-1 0 0,0-1 1 0 0,0 1-1 0 0,0 0 1 0 0,0-1-1 0 0,-1 1 1 0 0,1 0-1 0 0,0-1 1 0 0,-1 1-1 0 0,1 0 1 0 0,0 0-1 0 0,-1-1 1 0 0,1 1-1 0 0,-1 0 1 0 0,1 0-1 0 0,-1 0 1 0 0,1 0-1 0 0,-1 0 1 0 0,0 0-1 0 0,0 0 1 0 0,1 0-1 0 0,-1 0 1 0 0,0 0-1 0 0,0 0 1 0 0,0 1-1 0 0,2 9 209 0 0,-1 0 1 0 0,0 0-1 0 0,-1 12 0 0 0,0-5 63 0 0,12 89 432 0 0,-1-37-6825 0 0,-6-38-109 0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2.2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177 18 3225 0 0,'-1'-1'149'0'0,"1"0"0"0"0,-1 0 0 0 0,1 1 0 0 0,0-1 1 0 0,-1 0-1 0 0,0 0 0 0 0,1 0 0 0 0,-1 0 0 0 0,1 0 0 0 0,-1 0 1 0 0,0 1-1 0 0,0-1 0 0 0,0 0 0 0 0,1 1 0 0 0,-1-1 0 0 0,0 0 1 0 0,0 1-1 0 0,0-1 0 0 0,0 1 0 0 0,0 0 0 0 0,0-1 1 0 0,0 1-1 0 0,0 0 0 0 0,0-1 0 0 0,0 1 0 0 0,0 0 0 0 0,0 0 1 0 0,0 0-1 0 0,0 0 0 0 0,-2 0 0 0 0,-1 0 403 0 0,0-1 0 0 0,0 1 0 0 0,-1 0-1 0 0,1 1 1 0 0,0-1 0 0 0,-7 2 0 0 0,4 1-283 0 0,1 1 1 0 0,0 0-1 0 0,0-1 1 0 0,1 2 0 0 0,-1-1-1 0 0,1 1 1 0 0,0 0-1 0 0,0 0 1 0 0,0 0-1 0 0,1 0 1 0 0,0 1-1 0 0,0 0 1 0 0,0 0-1 0 0,1 0 1 0 0,0 1-1 0 0,0-1 1 0 0,-2 7-1 0 0,-1 4-60 0 0,0 0 0 0 0,2 1 0 0 0,0-1-1 0 0,1 1 1 0 0,-2 28 0 0 0,5-42-215 0 0,0 0-1 0 0,0 0 1 0 0,1 0 0 0 0,0 0-1 0 0,-1-1 1 0 0,1 1 0 0 0,1 0-1 0 0,-1 0 1 0 0,0-1 0 0 0,1 1 0 0 0,0-1-1 0 0,0 1 1 0 0,3 4 0 0 0,-4-7-24 0 0,0 0 1 0 0,0 0 0 0 0,0 0 0 0 0,0 0-1 0 0,0 0 1 0 0,0-1 0 0 0,0 1-1 0 0,0 0 1 0 0,0-1 0 0 0,0 1-1 0 0,1 0 1 0 0,-1-1 0 0 0,0 0-1 0 0,0 1 1 0 0,1-1 0 0 0,-1 0 0 0 0,0 1-1 0 0,1-1 1 0 0,-1 0 0 0 0,0 0-1 0 0,1 0 1 0 0,-1 0 0 0 0,0 0-1 0 0,0-1 1 0 0,1 1 0 0 0,-1 0-1 0 0,0 0 1 0 0,1-1 0 0 0,-1 1 0 0 0,0-1-1 0 0,0 1 1 0 0,0-1 0 0 0,1 0-1 0 0,-1 1 1 0 0,0-1 0 0 0,0 0-1 0 0,0 0 1 0 0,0 0 0 0 0,0 0-1 0 0,-1 0 1 0 0,1 0 0 0 0,1-1 0 0 0,3-4-37 0 0,0-1 0 0 0,0 0 0 0 0,0 1 1 0 0,-1-2-1 0 0,0 1 0 0 0,0 0 1 0 0,-1-1-1 0 0,0 1 0 0 0,-1-1 0 0 0,1 0 1 0 0,1-15-1 0 0,0-5 457 0 0,-2 1 0 0 0,0-32 0 0 0,-3 59-308 0 0,1-1 0 0 0,0 1 1 0 0,0-1-1 0 0,0 1 1 0 0,0 0-1 0 0,0-1 0 0 0,0 1 1 0 0,0-1-1 0 0,0 1 1 0 0,0-1-1 0 0,0 1 1 0 0,0-1-1 0 0,0 1 0 0 0,0-1 1 0 0,0 1-1 0 0,1-1 1 0 0,-1 1-1 0 0,0-1 0 0 0,0 1 1 0 0,0 0-1 0 0,1-1 1 0 0,-1 1-1 0 0,0-1 0 0 0,1 1 1 0 0,-1 0-1 0 0,0-1 1 0 0,1 1-1 0 0,-1 0 0 0 0,0-1 1 0 0,1 1-1 0 0,0 0 1 0 0,11 9 1072 0 0,11 28-681 0 0,-21-34-313 0 0,65 96 123 0 0,-16-37-4258 0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2.7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 7 6913 0 0,'-10'-7'10937'0'0,"9"18"-10703"0"0,2-1 0 0 0,-1 0 0 0 0,2 0 0 0 0,-1 1 0 0 0,1-1 0 0 0,1 0 0 0 0,6 15 0 0 0,-8-21-366 0 0,0 0 0 0 0,1-1-1 0 0,0 1 1 0 0,-1-1 0 0 0,1 0-1 0 0,1 1 1 0 0,-1-1 0 0 0,0 0-1 0 0,1 0 1 0 0,0 0 0 0 0,0-1-1 0 0,-1 1 1 0 0,2-1 0 0 0,-1 1-1 0 0,0-1 1 0 0,0 0 0 0 0,1 0-1 0 0,-1 0 1 0 0,1-1 0 0 0,0 1-1 0 0,-1-1 1 0 0,1 0 0 0 0,0 0 0 0 0,5 0-1 0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3.0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46 8 2304 0 0,'-1'-1'310'0'0,"0"0"-1"0"0,0 1 1 0 0,0-1-1 0 0,0 0 1 0 0,0 1-1 0 0,0-1 0 0 0,0 1 1 0 0,0-1-1 0 0,0 1 1 0 0,0 0-1 0 0,0-1 1 0 0,0 1-1 0 0,0 0 0 0 0,0 0 1 0 0,0 0-1 0 0,0 0 1 0 0,0 0-1 0 0,0 0 1 0 0,-1 0-1 0 0,1 0 0 0 0,0 0 1 0 0,0 0-1 0 0,0 1 1 0 0,0-1-1 0 0,0 0 1 0 0,0 1-1 0 0,0-1 0 0 0,0 1 1 0 0,0-1-1 0 0,0 1 1 0 0,0 0-1 0 0,1-1 1 0 0,-1 1-1 0 0,-1 1 0 0 0,1-1 236 0 0,0 1 0 0 0,0-1 0 0 0,0 1-1 0 0,0-1 1 0 0,0 1 0 0 0,0 0-1 0 0,1-1 1 0 0,-1 1 0 0 0,1 0 0 0 0,-1 3-1 0 0,1 12 649 0 0,8 26-482 0 0,2-1-1 0 0,2-1 1 0 0,28 67 0 0 0,-3-35-2869 0 0,5-5-3781 0 0,-38-62 3845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3.1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12 177 456 0 0,'-1'-1'113'0'0,"0"1"-1"0"0,1 0 1 0 0,-1-1-1 0 0,0 1 1 0 0,1 0-1 0 0,-1-1 1 0 0,0 1-1 0 0,1-1 0 0 0,-1 1 1 0 0,1-1-1 0 0,-1 1 1 0 0,1-1-1 0 0,-1 0 1 0 0,1 1-1 0 0,-1-1 1 0 0,1 0-1 0 0,0 1 1 0 0,-1-1-1 0 0,1 0 1 0 0,0 1-1 0 0,0-1 1 0 0,-1 0-1 0 0,1 0 1 0 0,0 1-1 0 0,0-1 1 0 0,0 0-1 0 0,0-1 1 0 0,0 0 111 0 0,1 0 0 0 0,0 0 0 0 0,-1 0 0 0 0,1 0 0 0 0,0 0 0 0 0,0 0 1 0 0,0 0-1 0 0,0 1 0 0 0,0-1 0 0 0,3-2 0 0 0,4-6 825 0 0,1 1 0 0 0,19-14 1 0 0,-23 18-702 0 0,11-8-15 0 0,1 1-1 0 0,0 0 0 0 0,1 1 1 0 0,0 1-1 0 0,34-13 0 0 0,-35 16-675 0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3.2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3681 0 0,'2'1'221'0'0,"-1"-1"1"0"0,1 1 0 0 0,0 0-1 0 0,0 0 1 0 0,-1 0 0 0 0,1 0-1 0 0,0 0 1 0 0,-1 0 0 0 0,1 0-1 0 0,-1 1 1 0 0,0-1-1 0 0,1 0 1 0 0,-1 1 0 0 0,0-1-1 0 0,0 1 1 0 0,0 0 0 0 0,0-1-1 0 0,0 1 1 0 0,0 0 0 0 0,0 0-1 0 0,0 2 1 0 0,14 52 5466 0 0,-3-9-2399 0 0,9-9-2432 0 0,-2-16-3107 0 0,-15-19 1040 0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3.4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17 7370 0 0,'-4'-3'656'0'0,"0"-2"1296"0"0,2 2-944 0 0,0 0 9 0 0,0 2-929 0 0,1-1-184 0 0,4 4-40 0 0,1 2-8 0 0,1 4-1169 0 0,2 2-223 0 0,3 7-56 0 0,1-2-9 0 0,0 1 1265 0 0,-1-3 248 0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3.7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60 6913 0 0,'9'11'1792'0'0,"0"1"-1"0"0,12 21 0 0 0,-16-23-1447 0 0,1-1 1 0 0,0 1-1 0 0,1-1 1 0 0,0 0 0 0 0,0 0-1 0 0,1-1 1 0 0,0 0-1 0 0,0 0 1 0 0,16 11 0 0 0,-23-19-285 0 0,1 1 0 0 0,-1 0 0 0 0,0 0 0 0 0,1-1 0 0 0,-1 1 1 0 0,1-1-1 0 0,-1 0 0 0 0,1 1 0 0 0,-1-1 0 0 0,1 0 0 0 0,-1 0 1 0 0,1 0-1 0 0,-1 0 0 0 0,1 0 0 0 0,-1 0 0 0 0,1 0 0 0 0,-1 0 0 0 0,1-1 1 0 0,-1 1-1 0 0,1 0 0 0 0,-1-1 0 0 0,0 0 0 0 0,1 1 0 0 0,1-2 0 0 0,-1 0 51 0 0,0 1 0 0 0,0-1-1 0 0,-1 0 1 0 0,1-1-1 0 0,-1 1 1 0 0,1 0 0 0 0,-1 0-1 0 0,1-1 1 0 0,-1 1-1 0 0,0 0 1 0 0,0-1 0 0 0,1-4-1 0 0,0-5 214 0 0,1 0-1 0 0,-2-1 1 0 0,1 1 0 0 0,-2-21-1 0 0,-3-12 311 0 0,0 12-1797 0 0,2 12-4174 0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4.0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78 2 1840 0 0,'4'-1'3268'0'0,"-14"4"-2511"0"0,7-2-655 0 0,0 0-1 0 0,1 1 1 0 0,-1 0-1 0 0,0-1 1 0 0,1 1-1 0 0,-1 0 1 0 0,1 0-1 0 0,0 0 1 0 0,-1 0-1 0 0,-1 4 0 0 0,-2 4 682 0 0,0 0 0 0 0,0 0-1 0 0,1 1 1 0 0,-5 18-1 0 0,8-24-567 0 0,0 0-1 0 0,1 0 1 0 0,0 0 0 0 0,0 0-1 0 0,1 0 1 0 0,-1 1-1 0 0,1-1 1 0 0,0 0 0 0 0,0 0-1 0 0,1 0 1 0 0,-1 0 0 0 0,1 0-1 0 0,2 5 1 0 0,-2-8-253 0 0,-1-1 1 0 0,1 1-1 0 0,0-1 0 0 0,0 1 0 0 0,0-1 1 0 0,0 0-1 0 0,0 1 0 0 0,0-1 0 0 0,0 0 1 0 0,0 0-1 0 0,0 0 0 0 0,1 0 0 0 0,-1 0 1 0 0,0 0-1 0 0,1 0 0 0 0,-1 0 1 0 0,1-1-1 0 0,-1 1 0 0 0,1 0 0 0 0,-1-1 1 0 0,1 0-1 0 0,0 1 0 0 0,-1-1 0 0 0,1 0 1 0 0,0 0-1 0 0,-1 1 0 0 0,1-1 0 0 0,-1-1 1 0 0,1 1-1 0 0,0 0 0 0 0,-1 0 1 0 0,1-1-1 0 0,0 1 0 0 0,-1 0 0 0 0,1-1 1 0 0,-1 0-1 0 0,1 1 0 0 0,-1-1 0 0 0,3-1 1 0 0,3-2-547 0 0,0 0 1 0 0,-1 0-1 0 0,1-1 1 0 0,-1 1 0 0 0,0-1-1 0 0,10-11 1 0 0,8-21-378 0 0,-21 31 1236 0 0,1 1 1 0 0,-1-1-1 0 0,1 0 0 0 0,0 1 0 0 0,0 0 0 0 0,0 0 0 0 0,1 0 0 0 0,-1 1 1 0 0,7-5-1 0 0,-10 8-169 0 0,0 1 0 0 0,0 0 0 0 0,0-1 0 0 0,0 1 0 0 0,0 0 0 0 0,0 0 0 0 0,0-1 1 0 0,0 1-1 0 0,0 0 0 0 0,-1 0 0 0 0,1 0 0 0 0,0 0 0 0 0,0 0 0 0 0,0 1 0 0 0,0-1 0 0 0,0 0 0 0 0,0 0 0 0 0,0 1 1 0 0,0-1-1 0 0,0 0 0 0 0,0 1 0 0 0,-1-1 0 0 0,1 1 0 0 0,0-1 0 0 0,0 1 0 0 0,0-1 0 0 0,0 2 0 0 0,23 25 1598 0 0,-21-23-1752 0 0,0-1-1 0 0,-1 1 0 0 0,1-1 1 0 0,0 0-1 0 0,1 0 1 0 0,5 5-1 0 0,2-4-1242 0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4.2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 52 6913 0 0,'-1'-5'199'0'0,"-1"1"898"0"0,0 0-1 0 0,1-1 0 0 0,0 1 1 0 0,-1-1-1 0 0,2 1 0 0 0,-1-1 1 0 0,1 1-1 0 0,-1-7 1 0 0,9 31 2809 0 0,0-2-3298 0 0,60 203 677 0 0,-11-77-8054 0 0,-50-128 737 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4.5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1 229 7370 0 0,'2'-8'316'0'0,"1"0"1"0"0,0 0-1 0 0,1 0 1 0 0,-1 1-1 0 0,2-1 1 0 0,-1 1-1 0 0,1 0 1 0 0,0 0-1 0 0,0 1 1 0 0,1-1-1 0 0,0 1 1 0 0,7-6-1 0 0,10-7 562 0 0,0 2 0 0 0,29-18 0 0 0,-39 26-616 0 0,-1 1-131 0 0,1 0 0 0 0,-1 1 0 0 0,1 1 0 0 0,1 0 1 0 0,13-5-1 0 0,-24 11-83 0 0,0-1 1 0 0,-1 0-1 0 0,1 1 0 0 0,0-1 1 0 0,0 1-1 0 0,-1 0 1 0 0,1 0-1 0 0,0 0 1 0 0,0 0-1 0 0,-1 0 0 0 0,1 1 1 0 0,0 0-1 0 0,0-1 1 0 0,-1 1-1 0 0,1 0 1 0 0,0 0-1 0 0,-1 0 0 0 0,1 0 1 0 0,-1 1-1 0 0,0-1 1 0 0,1 1-1 0 0,-1 0 1 0 0,0-1-1 0 0,0 1 0 0 0,0 0 1 0 0,0 0-1 0 0,0 0 1 0 0,-1 1-1 0 0,1-1 1 0 0,0 0-1 0 0,-1 1 1 0 0,2 2-1 0 0,65 152 3969 0 0,-52-118-3915 0 0,-9-25-774 0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4.6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8 10138 0 0,'-7'-3'448'0'0,"1"0"96"0"0,0 2-440 0 0,-2 2 3137 0 0,8 4-3017 0 0,1-1-128 0 0,2 1-32 0 0,3 2 0 0 0,5 2-64 0 0,0 0 0 0 0,4 1 0 0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5.1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77 2304 0 0,'-1'4'311'0'0,"1"0"0"0"0,-1 0 0 0 0,1-1 0 0 0,0 1-1 0 0,1 0 1 0 0,-1 0 0 0 0,1 0 0 0 0,-1 0-1 0 0,1-1 1 0 0,0 1 0 0 0,0 0 0 0 0,3 5-1 0 0,21 42 3600 0 0,-18-39-2865 0 0,1 1 0 0 0,0-1 0 0 0,0 0-1 0 0,1-1 1 0 0,1 0 0 0 0,14 13 0 0 0,-24-24-1023 0 0,0 0 1 0 0,1 0-1 0 0,-1 0 0 0 0,0 0 1 0 0,1 0-1 0 0,-1 0 1 0 0,0 1-1 0 0,1-1 1 0 0,-1 0-1 0 0,0 0 0 0 0,1 0 1 0 0,-1 0-1 0 0,0 0 1 0 0,1 0-1 0 0,-1 0 1 0 0,0-1-1 0 0,1 1 0 0 0,-1 0 1 0 0,0 0-1 0 0,1 0 1 0 0,-1 0-1 0 0,0 0 1 0 0,1 0-1 0 0,-1-1 0 0 0,0 1 1 0 0,1 0-1 0 0,-1 0 1 0 0,0 0-1 0 0,0-1 1 0 0,1 1-1 0 0,-1 0 0 0 0,0-1 1 0 0,0 1-1 0 0,0 0 1 0 0,1 0-1 0 0,-1-1 0 0 0,0 1 1 0 0,0 0-1 0 0,0-1 1 0 0,0 1-1 0 0,0 0 1 0 0,1-1-1 0 0,-1 1 0 0 0,0 0 1 0 0,0-1-1 0 0,0 1 1 0 0,0 0-1 0 0,0-1 1 0 0,0 1-1 0 0,0 0 0 0 0,0-1 1 0 0,0 1-1 0 0,-1 0 1 0 0,1-1-1 0 0,3-24-161 0 0,-3 22 128 0 0,-4-66-999 0 0,1-6 30 0 0,3 69 989 0 0,0-1 0 0 0,1 1 0 0 0,0 0 1 0 0,0-1-1 0 0,1 1 0 0 0,-1 0 0 0 0,2-1 0 0 0,3-8 1 0 0,-5 13 2 0 0,0 0 1 0 0,-1 1-1 0 0,1-1 1 0 0,0 0-1 0 0,0 1 0 0 0,0-1 1 0 0,0 1-1 0 0,1-1 1 0 0,-1 1-1 0 0,0 0 1 0 0,1-1-1 0 0,-1 1 1 0 0,0 0-1 0 0,1 0 1 0 0,0 0-1 0 0,-1 0 1 0 0,1 0-1 0 0,0 0 1 0 0,-1 1-1 0 0,1-1 1 0 0,0 0-1 0 0,0 1 1 0 0,0-1-1 0 0,-1 1 1 0 0,1 0-1 0 0,0 0 1 0 0,0 0-1 0 0,0 0 1 0 0,0 0-1 0 0,0 0 1 0 0,-1 0-1 0 0,1 0 1 0 0,0 1-1 0 0,0-1 1 0 0,0 1-1 0 0,0-1 1 0 0,-1 1-1 0 0,1 0 1 0 0,0 0-1 0 0,-1 0 1 0 0,1 0-1 0 0,-1 0 0 0 0,1 0 1 0 0,-1 0-1 0 0,3 2 1 0 0,-1 0-40 0 0,0 0 1 0 0,0 0-1 0 0,0 0 1 0 0,-1 1-1 0 0,1-1 1 0 0,-1 1-1 0 0,1-1 1 0 0,-1 1-1 0 0,-1 0 1 0 0,1 0-1 0 0,0 0 1 0 0,-1 0-1 0 0,0 0 1 0 0,0 0-1 0 0,0 0 1 0 0,0 1-1 0 0,-1-1 1 0 0,1 0-1 0 0,-2 8 1 0 0,-1-6-220 0 0,-1-7 635 0 0,2-13 924 0 0,3 6-950 0 0,1 0 1 0 0,0 1-1 0 0,0-1 0 0 0,6-7 1 0 0,-9 13-321 0 0,1 1 0 0 0,0-1 0 0 0,0 1 1 0 0,0-1-1 0 0,0 1 0 0 0,0-1 0 0 0,0 1 1 0 0,0 0-1 0 0,0-1 0 0 0,0 1 0 0 0,1 0 0 0 0,-1 0 1 0 0,0 0-1 0 0,1 0 0 0 0,-1 0 0 0 0,1 0 1 0 0,-1 0-1 0 0,1 1 0 0 0,0-1 0 0 0,-1 1 0 0 0,1-1 1 0 0,0 1-1 0 0,-1-1 0 0 0,1 1 0 0 0,3 0 1 0 0,-3 0-42 0 0,-1 1 1 0 0,1 0-1 0 0,-1 0 1 0 0,1 0 0 0 0,-1 0-1 0 0,1 0 1 0 0,-1 0 0 0 0,1 0-1 0 0,-1 0 1 0 0,0 1 0 0 0,0-1-1 0 0,0 1 1 0 0,0-1 0 0 0,0 0-1 0 0,0 1 1 0 0,2 2-1 0 0,12 34-251 0 0,-6-15-797 0 0,9 11-1366 0 0,-9-16 1165 0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5.9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133 1 9674 0 0,'-5'2'495'0'0,"0"-1"-1"0"0,0 1 1 0 0,0 1 0 0 0,0-1 0 0 0,0 1-1 0 0,1 0 1 0 0,-1 0 0 0 0,1 0-1 0 0,-1 0 1 0 0,1 1 0 0 0,0 0-1 0 0,1 0 1 0 0,-1 0 0 0 0,-4 7-1 0 0,4-5-128 0 0,1 1-1 0 0,-1 0 1 0 0,1 0-1 0 0,1 0 0 0 0,-1 1 1 0 0,1-1-1 0 0,1 0 0 0 0,-1 1 1 0 0,0 11-1 0 0,2-4-196 0 0,0 1-1 0 0,1-1 1 0 0,1 1 0 0 0,0-1-1 0 0,1 0 1 0 0,0 0-1 0 0,2 0 1 0 0,0 0 0 0 0,10 23-1 0 0,3-8-17 0 0,-10-16-234 0 0,0 0 0 0 0,-1 0 0 0 0,0 0 1 0 0,7 26-1 0 0,-13-38 42 0 0,0 1 0 0 0,0 0-1 0 0,-1-1 1 0 0,1 1 0 0 0,-1 0 0 0 0,0-1 0 0 0,0 1 0 0 0,0 0-1 0 0,0-1 1 0 0,-1 1 0 0 0,1 0 0 0 0,-1-1 0 0 0,1 1-1 0 0,-1 0 1 0 0,0-1 0 0 0,0 1 0 0 0,0-1 0 0 0,0 1 0 0 0,-1-1-1 0 0,1 0 1 0 0,-1 1 0 0 0,1-1 0 0 0,-1 0 0 0 0,0 0 0 0 0,0 0-1 0 0,0 0 1 0 0,0-1 0 0 0,0 1 0 0 0,0 0 0 0 0,0-1 0 0 0,-1 0-1 0 0,1 1 1 0 0,-3 0 0 0 0,2-1-318 0 0,1 1-1 0 0,-1-1 1 0 0,1-1-1 0 0,-1 1 1 0 0,1 0 0 0 0,-1-1-1 0 0,1 1 1 0 0,-1-1-1 0 0,1 0 1 0 0,-1 1-1 0 0,0-1 1 0 0,1-1 0 0 0,-1 1-1 0 0,0 0 1 0 0,1-1-1 0 0,-1 1 1 0 0,1-1-1 0 0,-1 0 1 0 0,1 0 0 0 0,-1 0-1 0 0,1 0 1 0 0,0 0-1 0 0,-1 0 1 0 0,1-1 0 0 0,0 1-1 0 0,0-1 1 0 0,0 0-1 0 0,0 1 1 0 0,0-1-1 0 0,0 0 1 0 0,1 0 0 0 0,-1 0-1 0 0,1 0 1 0 0,-1-1-1 0 0,1 1 1 0 0,0 0-1 0 0,-2-4 1 0 0,1 1-251 0 0,0 0 0 0 0,0-1-1 0 0,0 1 1 0 0,1-1 0 0 0,0 1 0 0 0,0-1 0 0 0,0 0 0 0 0,0 1-1 0 0,1-8 1 0 0,1 9 854 0 0,-1-1-1 0 0,0 1 1 0 0,1 0-1 0 0,0 0 1 0 0,0 0-1 0 0,0 0 1 0 0,3-6-1 0 0,10-15 1849 0 0,0 0 1 0 0,35-44-1 0 0,-39 57-1156 0 0,1 0 1 0 0,0 0 0 0 0,0 1 0 0 0,2 1-1 0 0,-1 0 1 0 0,24-14 0 0 0,-35 23-840 0 0,0 1 1 0 0,0-1 0 0 0,0 1 0 0 0,0-1 0 0 0,0 1-1 0 0,0 0 1 0 0,0-1 0 0 0,0 1 0 0 0,0 0-1 0 0,0 0 1 0 0,1 0 0 0 0,-1 0 0 0 0,0 0 0 0 0,0 0-1 0 0,0 0 1 0 0,0 0 0 0 0,0 0 0 0 0,0 1-1 0 0,0-1 1 0 0,0 0 0 0 0,0 1 0 0 0,0-1 0 0 0,0 1-1 0 0,0-1 1 0 0,0 1 0 0 0,0 0 0 0 0,0-1-1 0 0,0 1 1 0 0,-1 0 0 0 0,1-1 0 0 0,0 1 0 0 0,0 0-1 0 0,-1 0 1 0 0,1 0 0 0 0,0 0 0 0 0,0 1 0 0 0,3 5 456 0 0,0 1 1 0 0,0 0 0 0 0,-1 0 0 0 0,2 9 0 0 0,5 8-391 0 0,18 19 125 0 0,-22-36-358 0 0,0 1 0 0 0,0 1 0 0 0,-1-1 0 0 0,0 1-1 0 0,4 11 1 0 0,-8-17 710 0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6.0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5 6449 0 0,'-8'-4'1822'0'0,"10"11"1029"0"0,-2-6-2799 0 0,10 4-3764 0 0,-4-3 3374 0 0,1 0 1 0 0,-1 0-1 0 0,11 2 1 0 0,-6-3 322 0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6.8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7 114 5065 0 0,'-6'-35'13795'0'0,"8"51"-11689"0"0,1-2-1981 0 0,1 0 1 0 0,0 0 0 0 0,0 0-1 0 0,2 0 1 0 0,0 0-1 0 0,13 21 1 0 0,-14-25-49 0 0,1-1 0 0 0,1 0-1 0 0,-1 0 1 0 0,2-1 0 0 0,-1 0 0 0 0,1 0 0 0 0,0-1-1 0 0,0 0 1 0 0,17 10 0 0 0,-24-16-79 0 0,1 0-1 0 0,-1 0 1 0 0,1-1 0 0 0,-1 1 0 0 0,1 0-1 0 0,0-1 1 0 0,-1 1 0 0 0,1-1-1 0 0,0 0 1 0 0,-1 1 0 0 0,1-1 0 0 0,0 0-1 0 0,0 0 1 0 0,-1 0 0 0 0,1 0 0 0 0,0 0-1 0 0,0-1 1 0 0,-1 1 0 0 0,1-1 0 0 0,0 1-1 0 0,-1-1 1 0 0,1 1 0 0 0,2-2 0 0 0,-2 0-38 0 0,1 0 1 0 0,-1 0 0 0 0,0-1 0 0 0,1 1 0 0 0,-1 0 0 0 0,0-1-1 0 0,-1 0 1 0 0,1 1 0 0 0,0-1 0 0 0,-1 0 0 0 0,3-6 0 0 0,1-6-123 0 0,-1 0 0 0 0,0-1 0 0 0,3-30 0 0 0,-5 8 125 0 0,-1 27 20 0 0,-1 0 0 0 0,1 0 0 0 0,1-1 0 0 0,0 1 0 0 0,0 0 0 0 0,7-18 0 0 0,-9 29 16 0 0,0-1 1 0 0,0 1 0 0 0,0 0-1 0 0,0-1 1 0 0,1 1 0 0 0,-1 0 0 0 0,0 0-1 0 0,0-1 1 0 0,0 1 0 0 0,0 0-1 0 0,0-1 1 0 0,1 1 0 0 0,-1 0 0 0 0,0 0-1 0 0,0 0 1 0 0,0-1 0 0 0,1 1-1 0 0,-1 0 1 0 0,0 0 0 0 0,0 0 0 0 0,1-1-1 0 0,-1 1 1 0 0,0 0 0 0 0,0 0-1 0 0,1 0 1 0 0,-1 0 0 0 0,0 0 0 0 0,1 0-1 0 0,-1 0 1 0 0,0 0 0 0 0,1 0-1 0 0,-1-1 1 0 0,0 1 0 0 0,0 0 0 0 0,1 1-1 0 0,-1-1 1 0 0,0 0 0 0 0,1 0-1 0 0,7 12 150 0 0,2 25 310 0 0,-9-33-383 0 0,1 4-2 0 0,0-1-1 0 0,1 1 1 0 0,0-1 0 0 0,0 0 0 0 0,0 1 0 0 0,7 8 0 0 0,-9-14-82 0 0,0 0 1 0 0,1 0 0 0 0,-1 0-1 0 0,1 0 1 0 0,0-1 0 0 0,-1 1-1 0 0,1 0 1 0 0,0-1 0 0 0,0 1-1 0 0,0-1 1 0 0,0 0 0 0 0,0 1-1 0 0,1-1 1 0 0,-1 0 0 0 0,0 0-1 0 0,1-1 1 0 0,-1 1 0 0 0,0 0-1 0 0,1-1 1 0 0,-1 1-1 0 0,1-1 1 0 0,-1 0 0 0 0,1 0-1 0 0,3 0 1 0 0,-4-1-57 0 0,-1 1 1 0 0,1-1-1 0 0,0 0 0 0 0,-1 1 0 0 0,1-1 1 0 0,0 0-1 0 0,-1 0 0 0 0,1 0 0 0 0,-1 0 1 0 0,1-1-1 0 0,-1 1 0 0 0,0 0 0 0 0,1 0 1 0 0,-1-1-1 0 0,0 1 0 0 0,0-1 0 0 0,0 1 1 0 0,1-3-1 0 0,17-37-158 0 0,-5 9 373 0 0,-11 28-146 0 0,0 0 0 0 0,-1 1-1 0 0,1 0 1 0 0,0-1-1 0 0,1 1 1 0 0,-1 0 0 0 0,1 0-1 0 0,-1 1 1 0 0,1-1-1 0 0,0 1 1 0 0,0 0 0 0 0,0 0-1 0 0,0 0 1 0 0,0 0-1 0 0,0 1 1 0 0,1-1 0 0 0,5 0-1 0 0,-6 2-18 0 0,-1-1 0 0 0,1 1 0 0 0,-1 0 0 0 0,1 1 0 0 0,-1-1 0 0 0,1 1 0 0 0,-1-1 0 0 0,1 1-1 0 0,-1 0 1 0 0,1 0 0 0 0,-1 0 0 0 0,0 1 0 0 0,0-1 0 0 0,0 1 0 0 0,1 0 0 0 0,-2 0 0 0 0,1 0 0 0 0,0 0-1 0 0,0 1 1 0 0,-1-1 0 0 0,1 1 0 0 0,2 2 0 0 0,-4-2 20 0 0,1 0 0 0 0,1-1 0 0 0,-1 1 0 0 0,0-1 0 0 0,1 0 0 0 0,-1 0 0 0 0,1 0 0 0 0,-1 0 0 0 0,1 0 0 0 0,0 0 0 0 0,4 1 1 0 0,-5-3-82 0 0,-1 0 1 0 0,1 0-1 0 0,-1 0 1 0 0,1 0-1 0 0,-1 0 1 0 0,1 0 0 0 0,-1-1-1 0 0,0 1 1 0 0,1 0-1 0 0,-1-1 1 0 0,1 1 0 0 0,-1-1-1 0 0,0 0 1 0 0,1 0-1 0 0,-1 1 1 0 0,0-1 0 0 0,0 0-1 0 0,0 0 1 0 0,1 0-1 0 0,-1 0 1 0 0,0 0-1 0 0,0 0 1 0 0,-1-1 0 0 0,1 1-1 0 0,0 0 1 0 0,0 0-1 0 0,0-3 1 0 0,15-20-1327 0 0,-10 13 844 0 0,1 1 0 0 0,16-19 1 0 0,-22 28 524 0 0,0 1 0 0 0,0-1 0 0 0,0 1 1 0 0,0 0-1 0 0,1 0 0 0 0,-1 0 0 0 0,0 0 1 0 0,0 0-1 0 0,0 0 0 0 0,0 0 1 0 0,0 0-1 0 0,1 0 0 0 0,-1 0 0 0 0,0 0 1 0 0,0 1-1 0 0,0-1 0 0 0,0 1 0 0 0,0-1 1 0 0,0 1-1 0 0,0-1 0 0 0,2 2 0 0 0,-3-2 12 0 0,4 2-559 0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7.5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25 247 3681 0 0,'-1'16'17644'0'0,"7"-10"-15710"0"0,-3 0-4167 0 0,2 2 2621 0 0,-3-11 613 0 0,-3-14-443 0 0,1 17-559 0 0,-1 0-1 0 0,1 0 1 0 0,-1 0-1 0 0,1 0 1 0 0,0 0-1 0 0,-1 0 1 0 0,1 0 0 0 0,-1 0-1 0 0,1 0 1 0 0,-1 0-1 0 0,1 0 1 0 0,0 0 0 0 0,-1 0-1 0 0,1 0 1 0 0,-1 1-1 0 0,1-1 1 0 0,0 0 0 0 0,-1 0-1 0 0,1 0 1 0 0,0 1-1 0 0,-1-1 1 0 0,1 0-1 0 0,0 0 1 0 0,-1 1 0 0 0,1-1-1 0 0,0 0 1 0 0,0 0-1 0 0,-1 1 1 0 0,1-1 0 0 0,0 0-1 0 0,0 1 1 0 0,-1-1-1 0 0,1 1 1 0 0,0-1 0 0 0,0 0-1 0 0,0 2 1 0 0,-10 12 50 0 0,7-7-63 0 0,0 1 0 0 0,0-1-1 0 0,1 1 1 0 0,0 0 0 0 0,1 0-1 0 0,0 0 1 0 0,0 0 0 0 0,0 0-1 0 0,1 0 1 0 0,1 0 0 0 0,-1 0-1 0 0,1 0 1 0 0,0 0 0 0 0,4 11 0 0 0,-4-15-11 0 0,1-1 0 0 0,-1 1 0 0 0,1-1 1 0 0,-1 0-1 0 0,1 1 0 0 0,0-1 1 0 0,0 0-1 0 0,0 0 0 0 0,1-1 0 0 0,-1 1 1 0 0,1 0-1 0 0,0-1 0 0 0,0 1 1 0 0,0-1-1 0 0,0 0 0 0 0,0 0 0 0 0,0 0 1 0 0,0 0-1 0 0,1-1 0 0 0,-1 1 1 0 0,0-1-1 0 0,1 0 0 0 0,0 0 0 0 0,-1 0 1 0 0,1-1-1 0 0,-1 1 0 0 0,1-1 1 0 0,0 0-1 0 0,0 0 0 0 0,-1 0 1 0 0,1 0-1 0 0,0-1 0 0 0,5-1 0 0 0,-3 1-144 0 0,0-1 0 0 0,1-1-1 0 0,-1 1 1 0 0,0-1 0 0 0,0 0-1 0 0,-1-1 1 0 0,1 1 0 0 0,-1-1-1 0 0,1 0 1 0 0,-1 0 0 0 0,-1-1-1 0 0,1 1 1 0 0,0-1 0 0 0,-1 0-1 0 0,0-1 1 0 0,0 1 0 0 0,-1-1-1 0 0,4-7 1 0 0,3-6-381 0 0,-1-1 0 0 0,0 0 0 0 0,-2 0 0 0 0,7-28-1 0 0,-11 34 484 0 0,-1-2 0 0 0,0 1 0 0 0,0 0 0 0 0,-2 0-1 0 0,-2-28 1 0 0,-18-73 3738 0 0,15 88-1619 0 0,40 82 206 0 0,-14-14-2011 0 0,-1-2-86 0 0,1-1 0 0 0,27 36 1 0 0,-17-36-371 0 0,-21-26-401 0 0,0 1 1 0 0,0 0-1 0 0,-1 0 1 0 0,-1 1-1 0 0,0 0 1 0 0,12 27-1 0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7.8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12 199 3225 0 0,'-1'-2'145'0'0,"0"1"0"0"0,0-1 1 0 0,-1 0-1 0 0,1 0 0 0 0,0 1 1 0 0,0-1-1 0 0,1 0 0 0 0,-1 0 1 0 0,0 0-1 0 0,1 0 0 0 0,-1 0 1 0 0,1 0-1 0 0,0 0 0 0 0,-1 0 1 0 0,1 0-1 0 0,0 0 1 0 0,0 0-1 0 0,0 0 0 0 0,1 0 1 0 0,-1 0-1 0 0,0 0 0 0 0,1 0 1 0 0,-1 0-1 0 0,1 0 0 0 0,0 0 1 0 0,0 0-1 0 0,-1 1 0 0 0,1-1 1 0 0,3-3-1 0 0,0-2 371 0 0,0 1 0 0 0,1-1-1 0 0,0 1 1 0 0,1 0 0 0 0,10-9 0 0 0,-12 11-275 0 0,11-10 777 0 0,1 1-1 0 0,0 1 1 0 0,0 1-1 0 0,1 0 1 0 0,30-14-1 0 0,-45 25-930 0 0,0-1-1 0 0,0 1 0 0 0,0 0 0 0 0,0 0 0 0 0,0 0 1 0 0,0 0-1 0 0,0 0 0 0 0,0 1 0 0 0,0-1 0 0 0,0 1 1 0 0,0-1-1 0 0,0 1 0 0 0,0 0 0 0 0,0-1 0 0 0,0 1 1 0 0,-1 0-1 0 0,1 0 0 0 0,0 0 0 0 0,0 1 0 0 0,-1-1 1 0 0,1 0-1 0 0,-1 1 0 0 0,1-1 0 0 0,-1 1 0 0 0,0-1 1 0 0,0 1-1 0 0,0 0 0 0 0,1-1 0 0 0,0 5 1 0 0,6 7 948 0 0,0 1-1 0 0,9 28 1 0 0,-11-28-787 0 0,5 8-203 0 0,-8-17-360 0 0,0 0-1 0 0,-1 1 0 0 0,1-1 1 0 0,-1 1-1 0 0,0-1 1 0 0,0 1-1 0 0,1 11 1 0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7.9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33 114 4609 0 0,'-9'-18'-357'0'0,"6"13"1102"0"0,0 0-1 0 0,0-1 0 0 0,1 1 1 0 0,-1-1-1 0 0,1 1 0 0 0,0-1 1 0 0,1 0-1 0 0,-1 0 0 0 0,1 0 1 0 0,0 0-1 0 0,0-8 0 0 0,2 13-729 0 0,-1 0 1 0 0,1-1-1 0 0,0 1 0 0 0,0 0 0 0 0,0 0 1 0 0,0 0-1 0 0,-1 0 0 0 0,1 0 0 0 0,1 0 1 0 0,-1 0-1 0 0,0 0 0 0 0,0 0 1 0 0,0 0-1 0 0,0 0 0 0 0,1 1 0 0 0,-1-1 1 0 0,0 1-1 0 0,1-1 0 0 0,-1 1 0 0 0,0-1 1 0 0,1 1-1 0 0,-1 0 0 0 0,1-1 0 0 0,-1 1 1 0 0,1 0-1 0 0,-1 0 0 0 0,0 0 0 0 0,1 0 1 0 0,2 1-1 0 0,44 5-1289 0 0,-45-5 1483 0 0,14 3-241 0 0,-2 0-54 0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8.3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74 3225 0 0,'0'7'394'0'0,"0"0"1"0"0,0 1-1 0 0,0-1 1 0 0,1 0-1 0 0,2 11 1 0 0,-3-16-118 0 0,0 0 1 0 0,1 0-1 0 0,-1 0 1 0 0,1 0-1 0 0,0 0 1 0 0,-1 0-1 0 0,1 0 1 0 0,0 0-1 0 0,0 0 1 0 0,0-1-1 0 0,1 1 1 0 0,-1 0-1 0 0,0-1 1 0 0,1 1-1 0 0,-1-1 1 0 0,1 1-1 0 0,-1-1 1 0 0,1 0-1 0 0,0 1 1 0 0,-1-1-1 0 0,1 0 1 0 0,0 0-1 0 0,0-1 1 0 0,2 2-1 0 0,-3-2-251 0 0,-1 0 0 0 0,1 0-1 0 0,-1 0 1 0 0,1 0 0 0 0,-1 0-1 0 0,0 0 1 0 0,1 0 0 0 0,-1 0 0 0 0,1 0-1 0 0,-1-1 1 0 0,0 1 0 0 0,1 0-1 0 0,-1 0 1 0 0,0 0 0 0 0,1-1-1 0 0,-1 1 1 0 0,0 0 0 0 0,1 0-1 0 0,-1-1 1 0 0,0 1 0 0 0,1 0-1 0 0,-1-1 1 0 0,0 1 0 0 0,0 0 0 0 0,1-1-1 0 0,-1 1 1 0 0,0-1 0 0 0,0 1-1 0 0,0 0 1 0 0,0-1 0 0 0,1 1-1 0 0,-1-1 1 0 0,0 1 0 0 0,0 0-1 0 0,0-1 1 0 0,0 1 0 0 0,0-1 0 0 0,0 1-1 0 0,0-1 1 0 0,0 1 0 0 0,0 0-1 0 0,0-1 1 0 0,-1 1 0 0 0,1-1-1 0 0,0 1 1 0 0,0 0 0 0 0,0-1-1 0 0,-7-29-492 0 0,5 21 431 0 0,1 3 42 0 0,0-1 0 0 0,0 1 0 0 0,1-1 0 0 0,0 1 0 0 0,1-1 0 0 0,-1 1 0 0 0,1-1 0 0 0,0 1 1 0 0,1 0-1 0 0,2-8 0 0 0,-3 12 60 0 0,0 0 1 0 0,0-1 0 0 0,1 1 0 0 0,-1 0 0 0 0,1 0 0 0 0,-1 0-1 0 0,1 0 1 0 0,0 0 0 0 0,0 1 0 0 0,-1-1 0 0 0,1 0-1 0 0,0 1 1 0 0,1 0 0 0 0,-1-1 0 0 0,0 1 0 0 0,0 0 0 0 0,1 0-1 0 0,-1 0 1 0 0,0 0 0 0 0,1 1 0 0 0,-1-1 0 0 0,1 1-1 0 0,-1-1 1 0 0,1 1 0 0 0,-1 0 0 0 0,1 0 0 0 0,-1 0-1 0 0,6 1 1 0 0,-4-1-15 0 0,0 0 0 0 0,0 1 0 0 0,0 0-1 0 0,0 0 1 0 0,0 0 0 0 0,0 0 0 0 0,0 1-1 0 0,-1-1 1 0 0,1 1 0 0 0,0 0 0 0 0,-1 0-1 0 0,1 1 1 0 0,-1-1 0 0 0,0 1 0 0 0,0-1-1 0 0,0 1 1 0 0,0 0 0 0 0,0 0 0 0 0,-1 1-1 0 0,1-1 1 0 0,-1 0 0 0 0,0 1 0 0 0,0-1-1 0 0,0 1 1 0 0,-1 0 0 0 0,1 0 0 0 0,-1 0-1 0 0,0 0 1 0 0,0 0 0 0 0,1 5 0 0 0,-2-8-58 0 0,0 0 1 0 0,0 0-1 0 0,1 1 1 0 0,-1-1-1 0 0,0 0 1 0 0,1 0-1 0 0,-1 1 1 0 0,1-1-1 0 0,-1 0 1 0 0,1 0-1 0 0,-1 0 1 0 0,1 0-1 0 0,0 0 1 0 0,0 0-1 0 0,-1 0 1 0 0,1 0-1 0 0,0 0 1 0 0,0 0-1 0 0,0 0 1 0 0,0-1-1 0 0,0 1 1 0 0,0 0-1 0 0,3 0 1 0 0,-3-1-17 0 0,0 0 1 0 0,1 0-1 0 0,-1 0 1 0 0,0 0-1 0 0,0-1 1 0 0,1 1-1 0 0,-1 0 1 0 0,0-1-1 0 0,0 1 1 0 0,0-1-1 0 0,1 0 1 0 0,-1 1-1 0 0,0-1 1 0 0,0 0-1 0 0,0 1 1 0 0,0-1-1 0 0,0 0 1 0 0,1-2-1 0 0,4-3-15 0 0,0-2-1 0 0,0 1 0 0 0,-1 0 0 0 0,0-1 1 0 0,4-9-1 0 0,-8 14 6 0 0,1-2 219 0 0,1-1 0 0 0,0 1 0 0 0,0 0 1 0 0,0 0-1 0 0,7-8 0 0 0,-10 13-133 0 0,1-1 0 0 0,-1 1 0 0 0,1 0 1 0 0,-1-1-1 0 0,1 1 0 0 0,-1-1 0 0 0,1 1 0 0 0,0 0 0 0 0,-1-1 0 0 0,1 1 0 0 0,0 0 0 0 0,-1 0 0 0 0,1-1 0 0 0,0 1 0 0 0,-1 0 0 0 0,1 0 0 0 0,0 0 0 0 0,-1 0 0 0 0,1 0 0 0 0,0 0 0 0 0,-1 0 0 0 0,2 0 0 0 0,-1 1 33 0 0,1 0 0 0 0,-1-1 1 0 0,0 1-1 0 0,0 0 0 0 0,0 0 0 0 0,0 0 0 0 0,0 0 0 0 0,0 0 0 0 0,0 0 0 0 0,0 0 0 0 0,0 0 0 0 0,0 0 0 0 0,0 0 0 0 0,-1 1 0 0 0,2 1 0 0 0,3 6 212 0 0,21 35 463 0 0,-2-21-3359 0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29:38.5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 3209 0 0,'3'0'136'0'0,"-2"-1"40"0"0,2-1-176 0 0,1 1 0 0 0,0-1 0 0 0,-1-2 0 0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31.7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78 1376 0 0,'-24'27'9517'0'0,"38"-29"-8047"0"0,21-6 40 0 0,-2-3 0 0 0,1 0 1 0 0,31-17-1 0 0,-57 25-1587 0 0,35-18-474 0 0,-18 4-4136 0 0,-21 13 3305 0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32.0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1 5529 0 0,'-1'0'-208'0'0,"-30"4"11985"0"0,31-2-11714 0 0,1 0-1 0 0,1 0 1 0 0,-1 0-1 0 0,0 0 0 0 0,0-1 1 0 0,1 1-1 0 0,-1 0 1 0 0,1-1-1 0 0,-1 1 0 0 0,3 1 1 0 0,2 3 155 0 0,6 8 38 0 0,-1 0 0 0 0,-1 0 0 0 0,0 1 0 0 0,15 31 0 0 0,22 71 1385 0 0,-15-32-3097 0 0,-22-62-1480 0 0,21 35-1 0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32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 69 3225 0 0,'-9'-13'462'0'0,"-14"-21"2673"0"0,16 12 4009 0 0,24 62-3529 0 0,9 72-2851 0 0,-21-96-794 0 0,1 1 0 0 0,0-1 1 0 0,1-1-1 0 0,15 26 0 0 0,-18-36-46 0 0,0 0-1 0 0,0 0 1 0 0,1-1-1 0 0,-1 1 1 0 0,1-1 0 0 0,0 0-1 0 0,0 0 1 0 0,0-1 0 0 0,1 1-1 0 0,-1-1 1 0 0,1-1 0 0 0,0 1-1 0 0,0-1 1 0 0,0 0 0 0 0,11 3-1 0 0,-15-6 127 0 0,-1 1-1 0 0,0 0 0 0 0,1-1 1 0 0,-1 1-1 0 0,0-1 0 0 0,0 0 1 0 0,0 1-1 0 0,0-1 0 0 0,0 0 0 0 0,0 0 1 0 0,0 0-1 0 0,0 0 0 0 0,0 0 1 0 0,0 0-1 0 0,0 0 0 0 0,0 0 1 0 0,0 0-1 0 0,-1 0 0 0 0,1 0 1 0 0,-1 0-1 0 0,1-1 0 0 0,-1 1 1 0 0,1 0-1 0 0,-1 0 0 0 0,1-1 1 0 0,-1 1-1 0 0,0-2 0 0 0,6-37 729 0 0,-6 34-770 0 0,0-1-1 0 0,0 1 0 0 0,-1 0 0 0 0,-2-12 0 0 0,2 16-172 0 0,1 0 0 0 0,-1 0 0 0 0,1 0 0 0 0,-1 0 0 0 0,0 0 0 0 0,0 0 0 0 0,0 0 0 0 0,0 0-1 0 0,0 1 1 0 0,0-1 0 0 0,-1 0 0 0 0,1 1 0 0 0,-1-1 0 0 0,1 1 0 0 0,-1-1 0 0 0,1 1 0 0 0,-1 0 0 0 0,-2-2 0 0 0,-3 0-1281 0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32.9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25 2304 0 0,'-2'0'335'0'0,"1"0"0"0"0,0-1 0 0 0,-1 1 0 0 0,1-1 0 0 0,0 0 0 0 0,-1 1 0 0 0,1-1 0 0 0,0 0-1 0 0,0 0 1 0 0,0 1 0 0 0,0-1 0 0 0,-1 0 0 0 0,1 0 0 0 0,0-1 0 0 0,1 1 0 0 0,-1-12 5223 0 0,2 13-5458 0 0,16 5 1476 0 0,-7 2-1167 0 0,-1 0 1 0 0,1 0 0 0 0,-1 1 0 0 0,0 1 0 0 0,-1 0 0 0 0,0 0 0 0 0,10 14 0 0 0,15 17 193 0 0,1-5-274 0 0,9 11 97 0 0,45 59 0 0 0,-76-86-342 0 0,1-1-1 0 0,-2 2 1 0 0,-1 0-1 0 0,0 0 1 0 0,-1 1-1 0 0,-2 0 1 0 0,6 22-1 0 0,-6-5-31 0 0,-2 1-1 0 0,-1-1 0 0 0,-2 1 0 0 0,-2-1 0 0 0,-1 1 0 0 0,-2-1 1 0 0,-9 45-1 0 0,8-66-146 0 0,1 1 0 0 0,-2-1 1 0 0,0 0-1 0 0,-1 0 0 0 0,-1-1 0 0 0,0 0 0 0 0,-1 0 1 0 0,-1 0-1 0 0,-1-1 0 0 0,0-1 0 0 0,-1 0 1 0 0,0 0-1 0 0,-1-1 0 0 0,-1 0 0 0 0,-15 12 1 0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37.2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14 257 14283 0 0,'-10'-15'7249'0'0,"8"14"-6920"0"0,1 19 1194 0 0,9 30-1970 0 0,-3-28 435 0 0,0 0 0 0 0,2-1-1 0 0,0 0 1 0 0,1-1 0 0 0,17 29 0 0 0,-19-39 5 0 0,-1 1 0 0 0,1-1 0 0 0,1 0 0 0 0,-1 0 0 0 0,1-1 0 0 0,1 0 0 0 0,-1 0 0 0 0,1-1 0 0 0,1 0 0 0 0,-1 0 0 0 0,1-1 0 0 0,18 9 0 0 0,-22-13 6 0 0,0 1 0 0 0,0-1 0 0 0,0-1 0 0 0,0 1 0 0 0,1-1 0 0 0,-1 0 0 0 0,0 0 0 0 0,0 0 0 0 0,1-1 0 0 0,-1 0 0 0 0,0 0 0 0 0,0 0 0 0 0,0-1 0 0 0,0 1 0 0 0,0-1 1 0 0,0 0-1 0 0,0-1 0 0 0,-1 1 0 0 0,1-1 0 0 0,-1 0 0 0 0,0 0 0 0 0,0 0 0 0 0,0-1 0 0 0,5-5 0 0 0,5-6-9 0 0,-1 0 1 0 0,0 0-1 0 0,-1-2 0 0 0,19-34 1 0 0,-19 28-40 0 0,-2 0-1 0 0,0-1 1 0 0,-2-1 0 0 0,0 1-1 0 0,7-51 1 0 0,-8 20 125 0 0,0-93 0 0 0,-7 148-74 0 0,0 0-1 0 0,0 0 1 0 0,0 0 0 0 0,0 0 0 0 0,0 1 0 0 0,1-1-1 0 0,-1 0 1 0 0,0 0 0 0 0,0 0 0 0 0,0 0 0 0 0,0 0 0 0 0,0 0-1 0 0,0 0 1 0 0,1 0 0 0 0,-1 0 0 0 0,0 0 0 0 0,0 0-1 0 0,0 0 1 0 0,0 0 0 0 0,0 0 0 0 0,1 0 0 0 0,-1 0-1 0 0,0 0 1 0 0,0 0 0 0 0,0 0 0 0 0,0 0 0 0 0,0 0-1 0 0,1 0 1 0 0,-1 0 0 0 0,0 0 0 0 0,0 0 0 0 0,0 0-1 0 0,0 0 1 0 0,0 0 0 0 0,1 0 0 0 0,-1 0 0 0 0,0 0-1 0 0,0 0 1 0 0,0 0 0 0 0,0 0 0 0 0,0-1 0 0 0,0 1 0 0 0,1 0-1 0 0,-1 0 1 0 0,0 0 0 0 0,0 0 0 0 0,0 0 0 0 0,0 0-1 0 0,0-1 1 0 0,0 1 0 0 0,0 0 0 0 0,0 0 0 0 0,0 0-1 0 0,0 0 1 0 0,0 0 0 0 0,0-1 0 0 0,0 1 0 0 0,0 0-1 0 0,15 23 205 0 0,16 37 97 0 0,-30-59-302 0 0,46 98 3 0 0,-4 2 0 0 0,47 171 0 0 0,-79-226 63 0 0,-2 1 0 0 0,-3 0 0 0 0,-1 0 0 0 0,-3 0 1 0 0,-2 1-1 0 0,-1-1 0 0 0,-3 0 0 0 0,-15 72 0 0 0,16-105-17 0 0,-1 0-1 0 0,-1-1 1 0 0,0 0-1 0 0,0 0 1 0 0,-2 0 0 0 0,0-1-1 0 0,0 0 1 0 0,-16 20-1 0 0,20-28-86 0 0,0-1 0 0 0,0 0 0 0 0,0 0-1 0 0,0 0 1 0 0,0 0 0 0 0,-1-1 0 0 0,1 1 0 0 0,-1-1-1 0 0,0 0 1 0 0,0 0 0 0 0,0 0 0 0 0,0-1 0 0 0,0 1-1 0 0,0-1 1 0 0,0 0 0 0 0,0 0 0 0 0,-1 0 0 0 0,1-1-1 0 0,0 0 1 0 0,-1 0 0 0 0,1 0 0 0 0,0 0 0 0 0,-1 0-1 0 0,1-1 1 0 0,0 0 0 0 0,0 0 0 0 0,-1 0 0 0 0,1 0-1 0 0,0-1 1 0 0,0 0 0 0 0,0 0 0 0 0,-5-3 0 0 0,6 3-189 0 0,-1 0 1 0 0,1 0-1 0 0,0 0 0 0 0,0-1 1 0 0,0 1-1 0 0,0-1 1 0 0,0 0-1 0 0,1 1 1 0 0,-1-1-1 0 0,1 0 1 0 0,0-1-1 0 0,0 1 1 0 0,0 0-1 0 0,0-1 1 0 0,1 1-1 0 0,-1-1 1 0 0,-1-4-1 0 0,1-10-1318 0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37.4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4 8754 0 0,'-17'17'6891'0'0,"33"-17"-2906"0"0,22-8-2083 0 0,35-5-2137 0 0,-61 13-706 0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37.6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87 11522 0 0,'16'-5'1298'0'0,"1"-1"0"0"0,23-13 0 0 0,27-8-680 0 0,-40 21-2064 0 0,0 1 0 0 0,0 1 0 0 0,41 0 0 0 0,17-2-3008 0 0,-51 1 3843 0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37.9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383 89 4609 0 0,'-1'-5'343'0'0,"0"1"1"0"0,0-1-1 0 0,-1 1 1 0 0,0 0-1 0 0,0 0 1 0 0,0 0-1 0 0,-1 0 1 0 0,1 0-1 0 0,-1 0 1 0 0,0 0-1 0 0,0 1 0 0 0,0-1 1 0 0,0 1-1 0 0,-1 0 1 0 0,1 0-1 0 0,-1 0 1 0 0,0 1-1 0 0,0-1 1 0 0,0 1-1 0 0,0 0 1 0 0,0 0-1 0 0,-1 0 1 0 0,1 1-1 0 0,-1-1 0 0 0,-7 0 1 0 0,3 0-65 0 0,1 0-1 0 0,-1 1 1 0 0,0 1 0 0 0,0-1 0 0 0,0 2-1 0 0,0-1 1 0 0,0 1 0 0 0,0 0-1 0 0,0 1 1 0 0,1 0 0 0 0,-1 0 0 0 0,1 1-1 0 0,-1 0 1 0 0,1 1 0 0 0,0 0 0 0 0,0 0-1 0 0,0 1 1 0 0,1 0 0 0 0,0 0-1 0 0,-8 7 1 0 0,5-3-75 0 0,0 0-1 0 0,1 0 1 0 0,0 1-1 0 0,1 0 1 0 0,0 1 0 0 0,1 0-1 0 0,0 0 1 0 0,1 0-1 0 0,0 1 1 0 0,1 0-1 0 0,0 0 1 0 0,0 0 0 0 0,-3 18-1 0 0,4 2-67 0 0,2-1 1 0 0,0 1-1 0 0,2-1 0 0 0,2 1 0 0 0,1-1 1 0 0,1 0-1 0 0,13 49 0 0 0,80 209 145 0 0,-38-155-42 0 0,-32-77-246 0 0,25 75-1 0 0,-51-126-38 0 0,1 0 1 0 0,-1 0-1 0 0,0 0 1 0 0,0 0-1 0 0,-1 0 1 0 0,1 1-1 0 0,-2 6 0 0 0,1-11-35 0 0,0-1 0 0 0,0 1-1 0 0,-1 0 1 0 0,1 0-1 0 0,0 0 1 0 0,-1-1 0 0 0,0 1-1 0 0,1 0 1 0 0,-1 0 0 0 0,0-1-1 0 0,0 1 1 0 0,0-1-1 0 0,0 1 1 0 0,0-1 0 0 0,0 1-1 0 0,-1-1 1 0 0,1 0 0 0 0,0 1-1 0 0,-1-1 1 0 0,1 0-1 0 0,-1 0 1 0 0,1 0 0 0 0,-1 0-1 0 0,1 0 1 0 0,-1 0 0 0 0,0-1-1 0 0,-3 2 1 0 0,-6 0-1141 0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38.1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4 303 1840 0 0,'-1'-4'466'0'0,"0"-1"-1"0"0,1 1 0 0 0,-1 0 0 0 0,1-1 0 0 0,-1 1 0 0 0,1-1 0 0 0,1 1 1 0 0,-1-1-1 0 0,1 1 0 0 0,-1 0 0 0 0,1-1 0 0 0,1 1 0 0 0,-1 0 1 0 0,0 0-1 0 0,1 0 0 0 0,3-6 0 0 0,-1 2 211 0 0,0 0-1 0 0,1 1 1 0 0,0-1-1 0 0,0 1 1 0 0,1 0-1 0 0,0 1 1 0 0,9-9 0 0 0,8-1 339 0 0,1 1-1 0 0,1 1 1 0 0,0 2 0 0 0,1 0 0 0 0,31-10 0 0 0,10-4-588 0 0,-10 4-1183 0 0,-19 11-4606 0 0,-4 3-1323 0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38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307 45 10594 0 0,'-6'-5'480'0'0,"-2"-1"650"0"0,1 0 0 0 0,-1 0 0 0 0,0 1 0 0 0,-10-5 0 0 0,15 9-903 0 0,0 0 0 0 0,0 0 0 0 0,-1 0 0 0 0,1 0 0 0 0,0 0-1 0 0,-1 1 1 0 0,1-1 0 0 0,0 1 0 0 0,-1 0 0 0 0,1 0 0 0 0,0 1 0 0 0,-1-1 0 0 0,1 1 0 0 0,0-1 0 0 0,-7 3 0 0 0,2 1-108 0 0,0 0-1 0 0,0 0 1 0 0,1 1 0 0 0,-1 0-1 0 0,1 1 1 0 0,0 0 0 0 0,1 0-1 0 0,-1 0 1 0 0,1 1-1 0 0,0-1 1 0 0,1 2 0 0 0,0-1-1 0 0,-5 10 1 0 0,-3 4 9 0 0,2 2 0 0 0,0-1 1 0 0,-11 38-1 0 0,12-23-69 0 0,1 0 0 0 0,2 0 0 0 0,2 0 0 0 0,-2 67 0 0 0,8-48 39 0 0,2 0-1 0 0,17 85 1 0 0,-15-117-52 0 0,1 0-1 0 0,2-1 1 0 0,0 0-1 0 0,2 0 1 0 0,0-1-1 0 0,1-1 1 0 0,2 1 0 0 0,0-2-1 0 0,1 0 1 0 0,29 32-1 0 0,-30-38 35 0 0,1 0 0 0 0,1-1 0 0 0,0-1 0 0 0,0 0 0 0 0,1-1 0 0 0,1-1 1 0 0,0 0-1 0 0,0-1 0 0 0,1-1 0 0 0,0-1 0 0 0,0-1 0 0 0,1 0 0 0 0,37 6 0 0 0,-48-11-67 0 0,0 0-1 0 0,-1-1 1 0 0,1 0 0 0 0,0-1 0 0 0,-1 1 0 0 0,1-1 0 0 0,-1-1 0 0 0,1 0 0 0 0,-1 0 0 0 0,1 0 0 0 0,-1-1 0 0 0,0 0 0 0 0,0 0-1 0 0,0 0 1 0 0,-1-1 0 0 0,9-6 0 0 0,-10 6-952 0 0,-1-1 0 0 0,1 1 0 0 0,-1-1 0 0 0,0 1 0 0 0,0-1-1 0 0,-1-1 1 0 0,6-9 0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40.2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31 154 7370 0 0,'-5'-15'3448'0'0,"4"13"-2930"0"0,0-1 0 0 0,1 1 1 0 0,-1-1-1 0 0,0 1 1 0 0,0 0-1 0 0,-1 0 1 0 0,1-1-1 0 0,0 1 0 0 0,-1 0 1 0 0,1 0-1 0 0,-1 0 1 0 0,-2-2-1 0 0,3 6-333 0 0,0-1 1 0 0,0 0-1 0 0,1 1 1 0 0,-1-1-1 0 0,0 1 0 0 0,1 0 1 0 0,0-1-1 0 0,-1 1 1 0 0,1-1-1 0 0,0 1 0 0 0,0 0 1 0 0,0-1-1 0 0,0 1 1 0 0,0 2-1 0 0,0-4-145 0 0,-2 30 287 0 0,2 0 0 0 0,5 43 0 0 0,-4-65-300 0 0,0 0 0 0 0,0 0 0 0 0,1-1 0 0 0,0 1 0 0 0,1-1-1 0 0,-1 0 1 0 0,1 1 0 0 0,1-1 0 0 0,-1 0 0 0 0,1-1 0 0 0,1 1-1 0 0,-1-1 1 0 0,1 0 0 0 0,0 0 0 0 0,6 6 0 0 0,-9-10-15 0 0,1-1 1 0 0,0 1 0 0 0,-1 0 0 0 0,1-1 0 0 0,0 1-1 0 0,0-1 1 0 0,0 0 0 0 0,0 0 0 0 0,0 0-1 0 0,0 0 1 0 0,1-1 0 0 0,-1 1 0 0 0,0-1 0 0 0,0 0-1 0 0,0 0 1 0 0,1 0 0 0 0,5-1 0 0 0,-3 0-20 0 0,0-1 1 0 0,0 0 0 0 0,0 0-1 0 0,0-1 1 0 0,-1 1 0 0 0,1-1-1 0 0,-1-1 1 0 0,10-6 0 0 0,-5 2-40 0 0,-1-1 0 0 0,0 1 0 0 0,0-2 0 0 0,-1 1 0 0 0,0-1 0 0 0,-1 0 0 0 0,0-1 0 0 0,10-20 1 0 0,-12 18 15 0 0,0-1 0 0 0,-1-1 0 0 0,0 1 1 0 0,-1 0-1 0 0,-1-1 0 0 0,1-28 1 0 0,-2 53 6 0 0,0 1-1 0 0,0-1 1 0 0,1 1 0 0 0,0-1 0 0 0,1 0 0 0 0,0 0 0 0 0,1 0 0 0 0,0 0 0 0 0,0-1 0 0 0,1 1 0 0 0,0-1 0 0 0,1 0 0 0 0,0-1 0 0 0,1 1 0 0 0,11 11 0 0 0,-12-14 131 0 0,1 0 1 0 0,-1 0-1 0 0,1-1 1 0 0,0 0-1 0 0,1 0 0 0 0,-1 0 1 0 0,1-1-1 0 0,0 0 1 0 0,0-1-1 0 0,0 0 1 0 0,0 0-1 0 0,1-1 1 0 0,-1 0-1 0 0,1 0 1 0 0,0-1-1 0 0,0 0 1 0 0,-1 0-1 0 0,1-1 0 0 0,10-1 1 0 0,-16 0-81 0 0,0 0 0 0 0,0 1 0 0 0,1-1 0 0 0,-1 0 0 0 0,0 0 0 0 0,0-1 0 0 0,0 1 1 0 0,0-1-1 0 0,-1 1 0 0 0,1-1 0 0 0,0 0 0 0 0,-1 0 0 0 0,1 0 0 0 0,-1 0 0 0 0,1-1 0 0 0,1-2 0 0 0,0 0-17 0 0,-1 0 0 0 0,0-1 0 0 0,0 1-1 0 0,0-1 1 0 0,-1 0 0 0 0,0 0 0 0 0,3-11-1 0 0,-1-2-35 0 0,-2 0 1 0 0,0 0-1 0 0,-1 0 0 0 0,-3-29 0 0 0,0 24 47 0 0,-10-38 1 0 0,-1-4-2674 0 0,12 61 1273 0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40.4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9762 0 0,'13'25'-123'0'0,"1"4"5658"0"0,26 41 0 0 0,-8-30-3371 0 0,-12-13-1743 0 0,4 3-3064 0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40.6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0 3209 0 0,'-6'22'11213'0'0,"7"-20"-10952"0"0,26 27 2066 0 0,-5-6-2965 0 0,-10-3 637 0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41.2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 92 6449 0 0,'0'0'238'0'0,"-1"0"-1"0"0,0 0 1 0 0,1 0-1 0 0,-1-1 1 0 0,0 1-1 0 0,0 0 1 0 0,1 0-1 0 0,-1-1 0 0 0,1 1 1 0 0,-1-1-1 0 0,0 1 1 0 0,-1-2 712 0 0,2 1-713 0 0,-1 1 1 0 0,1-1-1 0 0,-1 1 1 0 0,1-1-1 0 0,0 0 0 0 0,-1 1 1 0 0,1-1-1 0 0,0 0 1 0 0,-1 1-1 0 0,1-1 1 0 0,0 0-1 0 0,0 0 1 0 0,0 1-1 0 0,0-1 1 0 0,0 0-1 0 0,0 0 0 0 0,0-1 62 0 0,1 0-1 0 0,-1 0 0 0 0,1 0 0 0 0,0 0 0 0 0,0 0 0 0 0,0 0 1 0 0,0 0-1 0 0,0 1 0 0 0,0-1 0 0 0,1 0 0 0 0,1-2 0 0 0,2-1-4 0 0,0 0-1 0 0,1 1 1 0 0,-1-1-1 0 0,1 1 1 0 0,0 0-1 0 0,10-5 1 0 0,-13 8-189 0 0,1 0 0 0 0,-1 0 0 0 0,1 0 0 0 0,-1 0 0 0 0,1 0 0 0 0,0 1 0 0 0,0-1 1 0 0,-1 1-1 0 0,1 0 0 0 0,0 0 0 0 0,-1 1 0 0 0,1-1 0 0 0,0 1 0 0 0,0 0 0 0 0,-1 0 1 0 0,1 0-1 0 0,-1 0 0 0 0,5 3 0 0 0,-4-2-66 0 0,0 1 0 0 0,1 0 0 0 0,-2 1 1 0 0,1-1-1 0 0,0 1 0 0 0,-1 0 0 0 0,1-1 0 0 0,-1 2 0 0 0,0-1 0 0 0,-1 0 1 0 0,1 0-1 0 0,1 6 0 0 0,1 2-131 0 0,0 0 0 0 0,-1 1 1 0 0,0-1-1 0 0,-1 1 1 0 0,-1 0-1 0 0,0 0 0 0 0,-1 0 1 0 0,0 1-1 0 0,-2 19 0 0 0,-8 23-597 0 0,5-41 419 0 0,2 0 0 0 0,-1 0-1 0 0,2 0 1 0 0,1 30 0 0 0,5-52-167 0 0,1 0 1 0 0,-1-1-1 0 0,-1 1 0 0 0,7-14 1 0 0,-5 9 404 0 0,38-73-580 0 0,53-140-1 0 0,-97 218 1486 0 0,-8 15 1066 0 0,-8 18 1055 0 0,11-9-2953 0 0,0 1 0 0 0,1 0 0 0 0,0 0 0 0 0,2 0 0 0 0,0 1-1 0 0,1-1 1 0 0,1 1 0 0 0,1-1 0 0 0,0 0 0 0 0,1 1 0 0 0,2-1 0 0 0,-1 0 0 0 0,2 0 0 0 0,0-1 0 0 0,2 1 0 0 0,0-1 0 0 0,9 17 0 0 0,10 0-2455 0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41.4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17220 0 0,'1'5'320'0'0,"1"0"0"0"0,-1 0 0 0 0,1 1 1 0 0,0-1-1 0 0,0-1 0 0 0,1 1 0 0 0,0 0 0 0 0,4 6 1 0 0,7 13 435 0 0,-6-1-441 0 0,13 44 0 0 0,-17-48-1416 0 0,1-1 1 0 0,2 1 0 0 0,14 31-1 0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41.6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14283 0 0,'12'4'7133'0'0,"15"5"-7387"0"0,-24-8-331 0 0,1 0 0 0 0,-1 0 0 0 0,0 0 0 0 0,0 1 1 0 0,0 0-1 0 0,0-1 0 0 0,0 1 0 0 0,0 0 0 0 0,0 0 0 0 0,0 1 0 0 0,-1-1 1 0 0,1 1-1 0 0,-1-1 0 0 0,0 1 0 0 0,1 0 0 0 0,-1 0 0 0 0,-1 0 1 0 0,1 0-1 0 0,0 0 0 0 0,-1 0 0 0 0,2 4 0 0 0,5 12-340 0 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42.0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85 12 5985 0 0,'-10'3'740'0'0,"0"1"1"0"0,0-1-1 0 0,-12 8 0 0 0,-11 15 7940 0 0,34-26-8607 0 0,11 4 1526 0 0,16-1-229 0 0,353-17 1159 0 0,-337 7-3031 0 0,0-2 0 0 0,59-19 0 0 0,-93 25 32 0 0,3-1-971 0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42.4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40 5185 0 0,'3'-31'8625'0'0,"8"23"-4172"0"0,-11 8-4126 0 0,1 0 0 0 0,0 0 0 0 0,0 0 0 0 0,0-1 0 0 0,-1 1 0 0 0,1 0 0 0 0,0 1 0 0 0,0-1 0 0 0,-1 0 0 0 0,2 0 0 0 0,12 10 159 0 0,-4 7-239 0 0,0 0 0 0 0,-1 0 0 0 0,-1 1 0 0 0,0 0 0 0 0,8 35 0 0 0,3 3 26 0 0,3 1-169 0 0,32 93 492 0 0,-46-122-499 0 0,-1 0 0 0 0,-1 1 0 0 0,2 42 0 0 0,-5 67-441 0 0,-3-137 280 0 0,0-1-1 0 0,0 1 1 0 0,0-1 0 0 0,0 1-1 0 0,0-1 1 0 0,0 1-1 0 0,1-1 1 0 0,-1 1 0 0 0,0-1-1 0 0,0 1 1 0 0,0-1-1 0 0,0 1 1 0 0,1-1 0 0 0,-1 1-1 0 0,0-1 1 0 0,1 0-1 0 0,-1 1 1 0 0,0-1-1 0 0,1 1 1 0 0,-1-1 0 0 0,0 0-1 0 0,1 1 1 0 0,-1-1-1 0 0,1 0 1 0 0,-1 0 0 0 0,1 1-1 0 0,-1-1 1 0 0,1 0-1 0 0,-1 0 1 0 0,1 0-1 0 0,-1 0 1 0 0,1 1 0 0 0,-1-1-1 0 0,1 0 1 0 0,-1 0-1 0 0,1 0 1 0 0,-1 0 0 0 0,1 0-1 0 0,0 0 1 0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43.1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0 121 5065 0 0,'4'-9'992'0'0,"0"0"0"0"0,-1-1 0 0 0,0 1 0 0 0,-1-1 1 0 0,0 0-1 0 0,0 0 0 0 0,-1 1 0 0 0,0-1 0 0 0,-1 0 0 0 0,-1-14 5843 0 0,5 29-6499 0 0,4 8-283 0 0,0 0 0 0 0,-2 1 1 0 0,0 0-1 0 0,0 0 0 0 0,-1 0 1 0 0,-1 0-1 0 0,5 29 0 0 0,7 116 462 0 0,-12-100-448 0 0,-2-30-69 0 0,16 143-72 0 0,-13-145 62 0 0,1 1 0 0 0,1-1 0 0 0,1-1 0 0 0,12 29 0 0 0,-16-47 40 0 0,0 0 1 0 0,1 0-1 0 0,-1 0 1 0 0,1 0-1 0 0,1-1 0 0 0,0 0 1 0 0,0 0-1 0 0,0-1 1 0 0,0 1-1 0 0,1-1 1 0 0,0-1-1 0 0,9 6 0 0 0,-11-8-7 0 0,0-1-1 0 0,1 1 1 0 0,-1-1-1 0 0,0 0 1 0 0,1-1-1 0 0,0 1 1 0 0,-1-1-1 0 0,1 0 1 0 0,0-1-1 0 0,0 1 1 0 0,-1-1-1 0 0,1-1 0 0 0,0 1 1 0 0,0-1-1 0 0,-1 0 1 0 0,1 0-1 0 0,0 0 1 0 0,-1-1-1 0 0,11-4 1 0 0,-6 2-41 0 0,0-1 1 0 0,0 0 0 0 0,0-1-1 0 0,0 0 1 0 0,-1 0 0 0 0,0-1-1 0 0,8-8 1 0 0,-17 7-1655 0 0,-1 7 1116 0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43.5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81 11 3225 0 0,'-41'-9'2136'0'0,"37"8"-1134"0"0,0 1 1 0 0,0-1-1 0 0,0 1 0 0 0,0 0 0 0 0,0 0 0 0 0,0 1 1 0 0,-7 1-1 0 0,37 2 3585 0 0,-9 0-3821 0 0,1-2 10 0 0,12 1-83 0 0,0 1 1 0 0,-1 1-1 0 0,0 2 1 0 0,51 18 0 0 0,-73-22-709 0 0,-1 0 1 0 0,1 0-1 0 0,-1 1 1 0 0,0 0-1 0 0,0 0 1 0 0,0 0-1 0 0,0 1 1 0 0,-1 0-1 0 0,0 0 1 0 0,0 0 0 0 0,0 1-1 0 0,-1-1 1 0 0,1 1-1 0 0,-1 0 1 0 0,-1 1-1 0 0,1-1 1 0 0,-1 1-1 0 0,0-1 1 0 0,-1 1-1 0 0,0 0 1 0 0,0 0-1 0 0,0 0 1 0 0,-1 0-1 0 0,0 0 1 0 0,0 12-1 0 0,-1-6-25 0 0,-2 0 0 0 0,0 0 0 0 0,-1-1 0 0 0,0 1 0 0 0,0-1 0 0 0,-2 1-1 0 0,1-1 1 0 0,-2-1 0 0 0,0 1 0 0 0,0-1 0 0 0,-1 0 0 0 0,0 0 0 0 0,-1 0-1 0 0,0-1 1 0 0,0-1 0 0 0,-1 1 0 0 0,-1-2 0 0 0,-14 12 0 0 0,22-19-77 0 0,1 1 0 0 0,-1-2 0 0 0,1 1 0 0 0,-1 0 0 0 0,0 0 0 0 0,0 0-1 0 0,1-1 1 0 0,-1 1 0 0 0,0-1 0 0 0,0 1 0 0 0,0-1 0 0 0,1 0 0 0 0,-1 0 0 0 0,0 0 0 0 0,0 0 0 0 0,0 0 0 0 0,0 0 0 0 0,0 0 0 0 0,1-1 0 0 0,-1 1 0 0 0,0-1 0 0 0,0 1 0 0 0,-2-2 0 0 0,-2-1-875 0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44.0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196 111 5737 0 0,'-76'-45'1248'0'0,"52"33"1592"0"0,-45-39 6088 0 0,69 51-8806 0 0,16-2 2177 0 0,20 4-1176 0 0,-18 2-966 0 0,0 1 1 0 0,0 0 0 0 0,0 1 0 0 0,0 1-1 0 0,-1 1 1 0 0,-1 0 0 0 0,1 1 0 0 0,-1 1-1 0 0,-1 1 1 0 0,0 0 0 0 0,0 1 0 0 0,20 22-1 0 0,-16-15-143 0 0,-1 2-1 0 0,-1 0 0 0 0,-1 1 0 0 0,-2 1 1 0 0,0 0-1 0 0,-1 1 0 0 0,-1 0 0 0 0,10 30 1 0 0,-17-34 12 0 0,0 0 0 0 0,-2 0 0 0 0,0 0 0 0 0,-1 1 0 0 0,-1-1 0 0 0,-1 1 0 0 0,-1-1 0 0 0,-1 1 0 0 0,0-1 0 0 0,-2 0 0 0 0,0 0 0 0 0,-1 0 0 0 0,-14 33 0 0 0,-10 15 370 0 0,-4-1 0 0 0,-54 86 0 0 0,83-148-361 0 0,-29 44 301 0 0,-2-2 0 0 0,-70 73 1 0 0,33-39-1394 0 0,61-70 521 0 0,7-7-53 0 0,-1 1 0 0 0,1 0 0 0 0,-1 1 1 0 0,1-1-1 0 0,1 1 0 0 0,-4 6 1 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45.2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68 237 10138 0 0,'0'15'2820'0'0,"-2"0"-1"0"0,0 0 1 0 0,-4 16-1 0 0,-16 51-406 0 0,13-55-2583 0 0,2 2 1 0 0,0-1-1 0 0,2 1 1 0 0,-3 40-1 0 0,10-39 171 0 0,1 0 0 0 0,2 0 0 0 0,0-1 0 0 0,2 0 0 0 0,2 0 0 0 0,0-1 0 0 0,2 0 0 0 0,1 0 0 0 0,1-1 0 0 0,26 39 0 0 0,-35-59 27 0 0,0 0 0 0 0,1 0 0 0 0,0 0 0 0 0,1-1 0 0 0,-1 1 0 0 0,1-1 0 0 0,0-1 0 0 0,1 1 0 0 0,0-1 0 0 0,-1 0 0 0 0,2-1 0 0 0,-1 1 0 0 0,0-2 0 0 0,1 1 1 0 0,0-1-1 0 0,0 0 0 0 0,0 0 0 0 0,0-1 0 0 0,0 0 0 0 0,0-1 0 0 0,1 0 0 0 0,10 0 0 0 0,11 0 6 0 0,0-3 1 0 0,0 0-1 0 0,0-2 1 0 0,0-1-1 0 0,-1-1 0 0 0,36-13 1 0 0,170-76-132 0 0,-111 41 113 0 0,1146-390-437 0 0,-937 339 280 0 0,-74 21-261 0 0,-128 47 381 0 0,125-44 22 0 0,-241 76-334 0 0,0 0 0 0 0,-1-2 0 0 0,0 0 1 0 0,0 0-1 0 0,-1-1 0 0 0,0-1 0 0 0,0 0 0 0 0,18-19 1 0 0,-26 20-875 0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45.6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17 5985 0 0,'-35'-8'2208'0'0,"26"6"-314"0"0,0 0-1 0 0,0 0 1 0 0,-16-1-1 0 0,87 16 497 0 0,-8-10-1634 0 0,164 16 1282 0 0,-170-13-1814 0 0,0 3-1 0 0,69 21 1 0 0,-115-30-197 0 0,0 1 1 0 0,-1-1 0 0 0,1 1-1 0 0,0 0 1 0 0,0-1-1 0 0,-1 1 1 0 0,1 0-1 0 0,-1 0 1 0 0,1 0-1 0 0,-1 0 1 0 0,1 0-1 0 0,-1 1 1 0 0,1-1-1 0 0,-1 0 1 0 0,0 1-1 0 0,0-1 1 0 0,0 1-1 0 0,0-1 1 0 0,0 1 0 0 0,0 0-1 0 0,0-1 1 0 0,0 1-1 0 0,0 2 1 0 0,-1 0 34 0 0,0 0 1 0 0,0 0 0 0 0,0-1 0 0 0,0 1 0 0 0,-1 0 0 0 0,0-1 0 0 0,1 1-1 0 0,-1 0 1 0 0,-1-1 0 0 0,1 1 0 0 0,-3 3 0 0 0,-13 29 215 0 0,-33 49-1 0 0,35-63-149 0 0,2 0-1 0 0,0 1 1 0 0,1 0-1 0 0,1 1 1 0 0,2 0 0 0 0,-8 29-1 0 0,15-45-432 0 0,1 1-1 0 0,0-1 1 0 0,1 0 0 0 0,0 0-1 0 0,2 13 1 0 0,-2-15-230 0 0,1-1 1 0 0,0 0-1 0 0,1 1 1 0 0,-1-1-1 0 0,1 0 1 0 0,0 0-1 0 0,0-1 1 0 0,1 1-1 0 0,4 7 1 0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47.1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69 13 5985 0 0,'-25'-13'14134'0'0,"24"14"-13920"0"0,-4 12 384 0 0,-8 49-197 0 0,3-1-1 0 0,-3 74 1 0 0,12-109-512 0 0,1 0 0 0 0,1 0 0 0 0,1-1 0 0 0,2 1 0 0 0,0 0 0 0 0,2-1 0 0 0,17 49 0 0 0,-18-64 18 0 0,0-1 1 0 0,0 0 0 0 0,1 0 0 0 0,0 0 0 0 0,0 0 0 0 0,1-1-1 0 0,0 0 1 0 0,1 0 0 0 0,0-1 0 0 0,0 0 0 0 0,0-1 0 0 0,1 1-1 0 0,0-2 1 0 0,0 1 0 0 0,0-1 0 0 0,1-1 0 0 0,17 7-1 0 0,-19-9 32 0 0,-1 0 0 0 0,1 0 0 0 0,0-1 0 0 0,0 0-1 0 0,0-1 1 0 0,0 1 0 0 0,0-1 0 0 0,0-1-1 0 0,0 0 1 0 0,0 0 0 0 0,0 0 0 0 0,0-1-1 0 0,-1 0 1 0 0,1-1 0 0 0,-1 1 0 0 0,1-2-1 0 0,-1 1 1 0 0,0-1 0 0 0,0 0 0 0 0,0 0 0 0 0,-1-1-1 0 0,1 0 1 0 0,-1 0 0 0 0,6-7 0 0 0,-2 2 190 0 0,-1-1 0 0 0,0 0 0 0 0,-1-1 0 0 0,0 0 0 0 0,0-1 0 0 0,-1 1 0 0 0,-1-1 0 0 0,0 0 0 0 0,-1-1-1 0 0,-1 0 1 0 0,0 1 0 0 0,0-1 0 0 0,-2-1 0 0 0,0 1 0 0 0,0 0 0 0 0,-1-1 0 0 0,-1 1 0 0 0,0 0 0 0 0,-1-1 0 0 0,-1 1 0 0 0,-4-17 0 0 0,31 57 1096 0 0,-15-12-1148 0 0,-1 1 1 0 0,-1 1-1 0 0,0 0 1 0 0,8 22-1 0 0,-1 8-2454 0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47.6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 13827 0 0,'14'-5'8753'0'0,"-13"6"-8588"0"0,7 18 16 0 0,-1 1 1 0 0,-1-1-1 0 0,0 1 0 0 0,-2 1 1 0 0,0-1-1 0 0,-1 1 1 0 0,-1 24-1 0 0,10 50-1979 0 0,-9-80 781 0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47.8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11058 0 0,'7'15'5982'0'0,"38"64"-11242"0"0,-33-62 5219 0 0,1 2 41 0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48.2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269 87 5529 0 0,'0'-4'356'0'0,"0"0"1"0"0,-1 1-1 0 0,1-1 0 0 0,-1 0 1 0 0,1 0-1 0 0,-1 0 0 0 0,-1 1 0 0 0,1-1 1 0 0,0 1-1 0 0,-1-1 0 0 0,0 1 1 0 0,0-1-1 0 0,0 1 0 0 0,0 0 0 0 0,0 0 1 0 0,-1 0-1 0 0,1 0 0 0 0,-1 0 0 0 0,0 0 1 0 0,0 1-1 0 0,-4-3 0 0 0,4 3-224 0 0,1 1-1 0 0,-1 0 1 0 0,0-1-1 0 0,0 1 1 0 0,0 0-1 0 0,0 1 1 0 0,0-1-1 0 0,0 0 1 0 0,0 1-1 0 0,0 0 0 0 0,0 0 1 0 0,0 0-1 0 0,0 0 1 0 0,0 0-1 0 0,-1 1 1 0 0,1-1-1 0 0,0 1 1 0 0,0 0-1 0 0,0-1 1 0 0,1 2-1 0 0,-1-1 1 0 0,0 0-1 0 0,0 0 1 0 0,1 1-1 0 0,-1 0 0 0 0,-4 3 1 0 0,-9 10 183 0 0,2 0 0 0 0,-1 1 1 0 0,2 1-1 0 0,0 0 0 0 0,2 0 0 0 0,-1 1 0 0 0,2 1 1 0 0,1 0-1 0 0,0 0 0 0 0,-9 33 0 0 0,17-50-324 0 0,0 1 0 0 0,0 0-1 0 0,0 0 1 0 0,1 0 0 0 0,-1 0-1 0 0,1 0 1 0 0,0 0 0 0 0,0 0-1 0 0,0 0 1 0 0,0 0 0 0 0,1 0-1 0 0,-1 0 1 0 0,1 0 0 0 0,0 0-1 0 0,0 0 1 0 0,0 0 0 0 0,0 0-1 0 0,1 2 1 0 0,0-3-38 0 0,-1-1-1 0 0,1 1 1 0 0,-1-1 0 0 0,1 0-1 0 0,0 0 1 0 0,0 0 0 0 0,-1 0-1 0 0,1 0 1 0 0,0 0 0 0 0,0 0-1 0 0,0-1 1 0 0,0 1 0 0 0,0 0 0 0 0,0-1-1 0 0,0 0 1 0 0,0 0 0 0 0,0 1-1 0 0,0-1 1 0 0,0 0 0 0 0,0-1-1 0 0,0 1 1 0 0,0 0 0 0 0,0 0-1 0 0,0-1 1 0 0,0 1 0 0 0,4-3-1 0 0,3 0-64 0 0,1-1 0 0 0,-1 0 0 0 0,0-1 1 0 0,0 0-1 0 0,-1 0 0 0 0,1-1 0 0 0,-1 0 0 0 0,-1-1 0 0 0,1 0 0 0 0,-1 0 0 0 0,0 0 0 0 0,-1-1 0 0 0,8-12 0 0 0,1-1 410 0 0,-2-2 1 0 0,0 0-1 0 0,18-48 1 0 0,-31 79 258 0 0,0-1-1 0 0,1 0 1 0 0,-1 0-1 0 0,1 0 1 0 0,1 0 0 0 0,-1 0-1 0 0,5 10 1 0 0,21 64-753 0 0,-21-66-63 0 0,1 0 0 0 0,1 0 0 0 0,16 23 0 0 0,2-7-6144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48.6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62 5529 0 0,'12'-11'277'0'0,"-6"6"495"0"0,0-1 0 0 0,1 1 0 0 0,-1 0-1 0 0,1 0 1 0 0,0 0 0 0 0,0 1 0 0 0,0 0 0 0 0,1 1-1 0 0,14-5 1 0 0,-22 8-727 0 0,0 0-1 0 0,1 0 1 0 0,-1 0-1 0 0,0 0 1 0 0,0 0 0 0 0,0 0-1 0 0,0 0 1 0 0,0 0-1 0 0,1 0 1 0 0,-1 0-1 0 0,0 0 1 0 0,0 0-1 0 0,0 0 1 0 0,0 0 0 0 0,1 0-1 0 0,-1 0 1 0 0,0 1-1 0 0,0-1 1 0 0,0 0-1 0 0,0 0 1 0 0,0 0 0 0 0,0 0-1 0 0,1 0 1 0 0,-1 0-1 0 0,0 0 1 0 0,0 1-1 0 0,0-1 1 0 0,0 0-1 0 0,0 0 1 0 0,0 0 0 0 0,0 0-1 0 0,0 1 1 0 0,0-1-1 0 0,0 0 1 0 0,0 0-1 0 0,0 0 1 0 0,0 0-1 0 0,0 0 1 0 0,0 1 0 0 0,0-1-1 0 0,0 0 1 0 0,0 0-1 0 0,0 0 1 0 0,0 0-1 0 0,0 1 1 0 0,0-1-1 0 0,-3 14 1121 0 0,-11 14-6 0 0,13-26-913 0 0,-16 30 616 0 0,9-18-442 0 0,0 0 0 0 0,1 1-1 0 0,1 0 1 0 0,-8 28 0 0 0,13-39-379 0 0,0 0 0 0 0,0 0 1 0 0,1 0-1 0 0,0 0 0 0 0,0 0 1 0 0,0 0-1 0 0,0-1 0 0 0,1 1 0 0 0,-1 0 1 0 0,1 0-1 0 0,0 0 0 0 0,0 0 0 0 0,0-1 1 0 0,1 1-1 0 0,-1-1 0 0 0,1 1 1 0 0,0-1-1 0 0,0 1 0 0 0,0-1 0 0 0,1 0 1 0 0,-1 0-1 0 0,1 0 0 0 0,0 0 1 0 0,-1 0-1 0 0,5 2 0 0 0,6 4-94 0 0,1-1 0 0 0,0 0 0 0 0,1-1 0 0 0,0-1 0 0 0,17 6-1 0 0,-10-4-136 0 0,40 20-1 0 0,-57-25 175 0 0,1 0 1 0 0,-1 1-1 0 0,0 0 0 0 0,0 0 0 0 0,0 0 0 0 0,-1 1 1 0 0,1-1-1 0 0,-1 1 0 0 0,0 0 0 0 0,-1 0 0 0 0,6 9 1 0 0,-8-12 21 0 0,0 0 0 0 0,0 0 1 0 0,0 0-1 0 0,-1 0 0 0 0,1 0 0 0 0,-1 1 1 0 0,1-1-1 0 0,-1 0 0 0 0,0 0 1 0 0,0 0-1 0 0,0 0 0 0 0,0 1 1 0 0,0-1-1 0 0,0 0 0 0 0,0 0 1 0 0,-1 0-1 0 0,1 0 0 0 0,-1 1 1 0 0,-1 1-1 0 0,0-1 20 0 0,0 1 0 0 0,0-1-1 0 0,0 0 1 0 0,0 0 0 0 0,-1 0 0 0 0,0 0 0 0 0,0 0-1 0 0,1 0 1 0 0,-1-1 0 0 0,-4 3 0 0 0,-9 4 91 0 0,1 0 0 0 0,-1-1 1 0 0,-31 10-1 0 0,34-13-115 0 0,-93 35-3837 0 0,81-29 2492 0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49.7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558 2314 7834 0 0,'-15'6'523'0'0,"4"-2"803"0"0,-1 0 1 0 0,1 2-1 0 0,-1-1 1 0 0,1 1-1 0 0,-11 9 0 0 0,22-15-1316 0 0,-1 0 0 0 0,1 0 0 0 0,0 0 0 0 0,0 1 0 0 0,0-1 0 0 0,-1 0 0 0 0,1 0 0 0 0,0 0 0 0 0,0 0 0 0 0,0 1 0 0 0,0-1 0 0 0,-1 0 0 0 0,1 0 0 0 0,0 0 0 0 0,0 1 0 0 0,0-1-1 0 0,0 0 1 0 0,0 0 0 0 0,0 1 0 0 0,0-1 0 0 0,0 0 0 0 0,0 0 0 0 0,0 1 0 0 0,0-1 0 0 0,0 0 0 0 0,0 0 0 0 0,0 0 0 0 0,0 1 0 0 0,0-1 0 0 0,0 0 0 0 0,0 0 0 0 0,0 1 0 0 0,0-1-1 0 0,0 0 1 0 0,0 0 0 0 0,0 1 0 0 0,0-1 0 0 0,0 0 0 0 0,1 0 0 0 0,-1 0 0 0 0,0 1 0 0 0,0-1 0 0 0,0 0 0 0 0,1 0 0 0 0,13 7 94 0 0,17-2-127 0 0,9-5 333 0 0,-1-2 0 0 0,1-1 0 0 0,41-9 0 0 0,118-34 137 0 0,-65 13-382 0 0,1222-250 957 0 0,-631 126-1168 0 0,-293 60-590 0 0,-336 78 879 0 0,109-28 447 0 0,-204 47-589 0 0,1-1-1 0 0,0 1 0 0 0,-1-1 0 0 0,1 1 0 0 0,-1-1 0 0 0,0 0 0 0 0,1 0 0 0 0,-1 0 0 0 0,0 0 0 0 0,1 1 0 0 0,-1-2 0 0 0,0 1 0 0 0,2-2 0 0 0,-3 3-19 0 0,1-1-1 0 0,-1 0 1 0 0,0 1-1 0 0,0-1 0 0 0,1 0 1 0 0,-1 1-1 0 0,0-1 1 0 0,0 0-1 0 0,0 1 1 0 0,0-1-1 0 0,0 0 0 0 0,0 0 1 0 0,0 1-1 0 0,0-1 1 0 0,0 0-1 0 0,0 1 1 0 0,0-1-1 0 0,-1 0 0 0 0,1 1 1 0 0,0-1-1 0 0,0 0 1 0 0,-1 0-1 0 0,-2-3-152 0 0,-1-1 0 0 0,1 1 0 0 0,-1-1 0 0 0,0 1 0 0 0,0 1 0 0 0,-6-6 0 0 0,2 2 8 0 0,-19-18-661 0 0,-39-46 0 0 0,44 43 1236 0 0,2-1-1 0 0,1 0 1 0 0,1-1-1 0 0,2-1 1 0 0,1-1 0 0 0,-20-62-1 0 0,24 54-323 0 0,2 0 0 0 0,2-1 0 0 0,2 0 0 0 0,1 0 0 0 0,3 0 0 0 0,3-46 0 0 0,41-248 987 0 0,-19 180-476 0 0,-18 113-290 0 0,14-136 276 0 0,-19 151-283 0 0,-1-1 0 0 0,-1 1-1 0 0,-1-1 1 0 0,-9-37 0 0 0,11 63-305 0 0,0 1 0 0 0,0 0 0 0 0,0 0 0 0 0,-1-1 0 0 0,1 1 0 0 0,-1 0 0 0 0,1 0 0 0 0,-1 0-1 0 0,1 0 1 0 0,-1 0 0 0 0,0 0 0 0 0,1 0 0 0 0,-1 0 0 0 0,0 0 0 0 0,0 0 0 0 0,0 0 0 0 0,0 0 0 0 0,0 0 0 0 0,0 1 0 0 0,0-1 0 0 0,0 0 0 0 0,0 1 0 0 0,0-1 0 0 0,0 1-1 0 0,0-1 1 0 0,0 1 0 0 0,-1-1 0 0 0,1 1 0 0 0,0 0 0 0 0,0 0 0 0 0,-1-1 0 0 0,1 1 0 0 0,0 0 0 0 0,0 0 0 0 0,-1 0 0 0 0,1 1 0 0 0,0-1 0 0 0,0 0 0 0 0,0 0 0 0 0,-1 1-1 0 0,1-1 1 0 0,0 0 0 0 0,-1 1 0 0 0,-9 4-55 0 0,1-1 1 0 0,1 2-1 0 0,-1-1 0 0 0,-11 9 0 0 0,-1 1-112 0 0,-388 164-1077 0 0,359-159 1208 0 0,-124 43 140 0 0,-264 59 0 0 0,-195-9 100 0 0,83-49-523 0 0,110-15 292 0 0,284-33 227 0 0,-296-10-1 0 0,418-10-856 0 0,-17-9-4566 0 0,-19-4 1806 0 0,47 14 3357 0 0,-2 2-2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0:50.0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 6913 0 0,'0'1'99'0'0,"-1"0"-1"0"0,1 0 0 0 0,-1 0 0 0 0,1 0 0 0 0,-1 0 0 0 0,1 0 0 0 0,0 0 0 0 0,0 0 0 0 0,-1 0 1 0 0,1 1-1 0 0,0-1 0 0 0,0 0 0 0 0,0 0 0 0 0,0 0 0 0 0,0 0 0 0 0,1 1 0 0 0,-1-1 0 0 0,0 0 0 0 0,0 0 1 0 0,1 0-1 0 0,-1 0 0 0 0,1 0 0 0 0,-1 0 0 0 0,1 0 0 0 0,-1 0 0 0 0,1 0 0 0 0,0 0 0 0 0,-1 0 0 0 0,1 0 1 0 0,1 1-1 0 0,34 31 3051 0 0,-14-13-1878 0 0,-12-5-1221 0 0,-1 1-1 0 0,0 0 1 0 0,-1 1 0 0 0,-1-1-1 0 0,0 2 1 0 0,-2-1 0 0 0,6 24-1 0 0,-3-11 300 0 0,97 405 3925 0 0,7 26-2262 0 0,-84-374-1337 0 0,2 0 0 0 0,5-2 0 0 0,52 93-1 0 0,-76-159-567 0 0,4 7-163 0 0,-1 0 0 0 0,16 44 0 0 0,-30-69 8 0 0,1-1-1 0 0,-1 1 1 0 0,0-1-1 0 0,0 1 1 0 0,0-1-1 0 0,1 1 1 0 0,-1-1 0 0 0,0 1-1 0 0,0-1 1 0 0,1 1-1 0 0,-1-1 1 0 0,1 1-1 0 0,-1-1 1 0 0,0 1 0 0 0,1-1-1 0 0,-1 0 1 0 0,1 1-1 0 0,-1-1 1 0 0,1 0-1 0 0,-1 1 1 0 0,1-1-1 0 0,-1 0 1 0 0,1 0 0 0 0,-1 1-1 0 0,1-1 1 0 0,0 0-1 0 0,-1 0 1 0 0,1 0-1 0 0,-1 0 1 0 0,1 0-1 0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1:42.4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94 256 11058 0 0,'-31'-39'1410'0'0,"30"37"-1194"0"0,-1 0 1 0 0,1 1 0 0 0,-1-1-1 0 0,0 1 1 0 0,1-1-1 0 0,-1 1 1 0 0,0 0-1 0 0,0-1 1 0 0,0 1 0 0 0,0 0-1 0 0,0 1 1 0 0,0-1-1 0 0,0 0 1 0 0,0 0-1 0 0,0 1 1 0 0,0-1-1 0 0,-1 1 1 0 0,1 0 0 0 0,0 0-1 0 0,-3 0 1 0 0,4 0-122 0 0,0 1 1 0 0,0 0-1 0 0,0 0 1 0 0,0-1-1 0 0,0 1 1 0 0,0 0-1 0 0,0 0 1 0 0,0 0-1 0 0,0 0 1 0 0,0 0-1 0 0,0 0 1 0 0,0 1-1 0 0,1-1 1 0 0,-1 0-1 0 0,1 0 1 0 0,-1 0-1 0 0,1 1 1 0 0,-1-1 0 0 0,1 0-1 0 0,0 1 1 0 0,-1-1-1 0 0,1 0 1 0 0,0 3-1 0 0,-3 32 201 0 0,4-24-293 0 0,0 0 0 0 0,0 0-1 0 0,1 0 1 0 0,0 0 0 0 0,1 0 0 0 0,1 0 0 0 0,0-1-1 0 0,0 1 1 0 0,1-1 0 0 0,1 0 0 0 0,0-1-1 0 0,14 20 1 0 0,-17-26-10 0 0,1 1 0 0 0,0-1 1 0 0,0 0-1 0 0,0 0 0 0 0,0 0 0 0 0,1-1 0 0 0,0 1 0 0 0,0-1 0 0 0,-1 0 1 0 0,2-1-1 0 0,-1 1 0 0 0,0-1 0 0 0,0 0 0 0 0,1 0 0 0 0,-1-1 1 0 0,1 0-1 0 0,0 0 0 0 0,-1 0 0 0 0,1 0 0 0 0,0-1 0 0 0,-1 0 1 0 0,1 0-1 0 0,0-1 0 0 0,0 1 0 0 0,-1-1 0 0 0,1 0 0 0 0,-1-1 1 0 0,1 0-1 0 0,7-3 0 0 0,-1-1-19 0 0,-1 0-1 0 0,0-1 1 0 0,0 0 0 0 0,-1-1 0 0 0,0 0 0 0 0,0-1-1 0 0,-1 0 1 0 0,0 0 0 0 0,-1-1 0 0 0,13-20 0 0 0,5-9 202 0 0,30-67 1 0 0,-40 70 15 0 0,21-77 0 0 0,-16 44-80 0 0,-20 69-95 0 0,-1 0 0 0 0,1 0 0 0 0,-1 0 0 0 0,1 0 0 0 0,-1 1-1 0 0,1-1 1 0 0,-1 0 0 0 0,1 0 0 0 0,-1 0 0 0 0,1 1 0 0 0,-1-1 0 0 0,0 0 0 0 0,1 0-1 0 0,-1 1 1 0 0,1-1 0 0 0,-1 0 0 0 0,0 1 0 0 0,1-1 0 0 0,-1 0 0 0 0,0 1-1 0 0,1-1 1 0 0,-1 1 0 0 0,0-1 0 0 0,0 1 0 0 0,1-1 0 0 0,-1 1 0 0 0,0-1-1 0 0,0 1 1 0 0,0-1 0 0 0,0 1 0 0 0,12 18 156 0 0,-3 1-69 0 0,97 218 564 0 0,-88-190-636 0 0,-2 0 0 0 0,-2 1 0 0 0,8 57 1 0 0,-17-66 14 0 0,-1 1 0 0 0,-2 0 0 0 0,-1-1 0 0 0,-7 54 0 0 0,3-71-7 0 0,-1 0 1 0 0,-2 0 0 0 0,0 0 0 0 0,-1-1-1 0 0,-1 0 1 0 0,-1 0 0 0 0,-1 0-1 0 0,-24 36 1 0 0,18-35 56 0 0,-1-1 1 0 0,-20 22-1 0 0,31-38-99 0 0,-1 1-1 0 0,0-1 1 0 0,0-1-1 0 0,0 1 1 0 0,-1-1 0 0 0,1 0-1 0 0,-1-1 1 0 0,0 1-1 0 0,-1-2 1 0 0,-11 5-1 0 0,18-8-136 0 0,2 1 31 0 0,-1-1 0 0 0,0 0 1 0 0,1 1-1 0 0,-1-1 0 0 0,0 0 0 0 0,1 0 0 0 0,-1 0 1 0 0,0 1-1 0 0,1-1 0 0 0,-1 0 0 0 0,0 0 1 0 0,0 0-1 0 0,1 0 0 0 0,-1 0 0 0 0,0 0 0 0 0,0-1 1 0 0,1 1-1 0 0,-1 0 0 0 0,0 0 0 0 0,1 0 1 0 0,-1-1-1 0 0,0 1 0 0 0,1 0 0 0 0,-1-1 0 0 0,0 1 1 0 0,1-1-1 0 0,-1 1 0 0 0,1 0 0 0 0,-1-1 1 0 0,0 0-1 0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1:42.8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75 12443 0 0,'3'-1'1104'0'0,"1"-1"-880"0"0,2 1-224 0 0,-2-1 0 0 0,0 1 224 0 0,3-2 0 0 0,6-1 0 0 0,8-3 0 0 0,4-1 224 0 0,4-1 56 0 0,-1 1 8 0 0,-2 1 1 0 0,0 1-954 0 0,-3 1-183 0 0,0 2-40 0 0,-4 0-8 0 0,-2-1 544 0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1:42.9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63 8290 0 0,'-1'3'736'0'0,"1"-2"-584"0"0,1-1-152 0 0,2 2 0 0 0,-2-2 296 0 0,2 0 32 0 0,1 0 8 0 0,3-2 0 0 0,6 1 112 0 0,4-3 32 0 0,4 0 1 0 0,-1-3-1 0 0,3 0-560 0 0,-2-2-112 0 0,0 1-16 0 0,0-2-9 0 0,-2 2 217 0 0,-2-1 0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1:43.2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263 22 11979 0 0,'-1'-2'136'0'0,"0"1"0"0"0,0-1 0 0 0,-1 1 0 0 0,1-1 0 0 0,0 1 1 0 0,0 0-1 0 0,-1-1 0 0 0,1 1 0 0 0,-1 0 0 0 0,1 0 0 0 0,-1 0 1 0 0,0 0-1 0 0,1 0 0 0 0,-1 1 0 0 0,0-1 0 0 0,1 0 0 0 0,-5 0 1 0 0,2 1 124 0 0,0 0 1 0 0,0 0 0 0 0,0 0 0 0 0,-1 0 0 0 0,1 1 0 0 0,0 0 0 0 0,-5 1 0 0 0,-1 1 13 0 0,0 0 0 0 0,0 1 1 0 0,0 0-1 0 0,0 0 0 0 0,1 1 1 0 0,-1 0-1 0 0,1 1 0 0 0,1 0 0 0 0,-1 1 1 0 0,1-1-1 0 0,0 2 0 0 0,1-1 1 0 0,-12 14-1 0 0,12-10-215 0 0,0 0 1 0 0,1 0-1 0 0,0 1 0 0 0,0-1 1 0 0,1 1-1 0 0,1 1 1 0 0,0-1-1 0 0,1 1 0 0 0,0-1 1 0 0,-2 26-1 0 0,3 9 2 0 0,2 1-1 0 0,3-1 1 0 0,1 0 0 0 0,14 65-1 0 0,58 183-67 0 0,-72-282 10 0 0,104 287-604 0 0,-83-237-509 0 0,-17-41-47 0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1:43.4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1 249 11058 0 0,'0'-2'84'0'0,"0"0"-1"0"0,0-1 1 0 0,1 1-1 0 0,-1 0 1 0 0,1-1-1 0 0,-1 1 1 0 0,1 0-1 0 0,0 0 0 0 0,0-1 1 0 0,0 1-1 0 0,0 0 1 0 0,1 0-1 0 0,-1 0 1 0 0,1 1-1 0 0,-1-1 1 0 0,1 0-1 0 0,-1 0 1 0 0,1 1-1 0 0,0-1 0 0 0,0 1 1 0 0,0-1-1 0 0,3-1 1 0 0,9-6 287 0 0,1 1 0 0 0,17-8 0 0 0,-16 8-124 0 0,36-17 963 0 0,0 3 1 0 0,98-28-1 0 0,119-5-4056 0 0,-218 47 1630 0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1:43.7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3 11522 0 0,'-7'-1'180'0'0,"-1"0"0"0"0,1 1 0 0 0,-1 0 0 0 0,1 0 0 0 0,0 0 0 0 0,-1 1 0 0 0,1 0 0 0 0,0 1 0 0 0,0-1 0 0 0,0 1 0 0 0,0 1 0 0 0,0-1 0 0 0,0 1 0 0 0,0 1 0 0 0,1-1 0 0 0,-1 1 0 0 0,1 0 0 0 0,0 0 0 0 0,-6 7 0 0 0,3-2 16 0 0,0 0 0 0 0,1 1 0 0 0,0 1 0 0 0,0-1 0 0 0,1 1 0 0 0,1 0 0 0 0,0 1 0 0 0,0 0 0 0 0,1 0 1 0 0,0 0-1 0 0,2 0 0 0 0,-1 1 0 0 0,-2 21 0 0 0,2-7 13 0 0,1 0 1 0 0,2 0-1 0 0,0 0 1 0 0,2 1 0 0 0,7 40-1 0 0,-2-40 19 0 0,1 0 0 0 0,1-1 1 0 0,1 1-1 0 0,2-2 0 0 0,1 0 0 0 0,27 46 0 0 0,-17-39-112 0 0,1 0 0 0 0,2-2 0 0 0,1 0 0 0 0,38 34 0 0 0,-2-16-1729 0 0,-34-32-5448 0 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1:45.1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1 169 1896 0 0,'10'-52'16059'0'0,"-10"72"-11305"0"0,2-24-4681 0 0,0 1-43 0 0,-1 1-14 0 0,0 0-1 0 0,0 1 1 0 0,0-1 0 0 0,0 0-1 0 0,-1 0 1 0 0,1 0-1 0 0,0 0 1 0 0,-1 0 0 0 0,1 0-1 0 0,-1 0 1 0 0,0-3 0 0 0,0 33 0 0 0,0 0 1 0 0,2 0 0 0 0,1 0 0 0 0,2 0-1 0 0,0 0 1 0 0,11 31 0 0 0,-9-44-17 0 0,0 0 0 0 0,1 0 0 0 0,0-1 0 0 0,1 0 0 0 0,1 0 0 0 0,0-1 0 0 0,1-1 0 0 0,22 22 0 0 0,-29-30 0 0 0,1-1 0 0 0,0 1 0 0 0,0-1 0 0 0,0 0 0 0 0,0 0 0 0 0,1-1 0 0 0,-1 1 0 0 0,1-1 0 0 0,0-1 0 0 0,-1 1 0 0 0,1-1 0 0 0,6 1 0 0 0,-7-2 0 0 0,-1 0 0 0 0,1 0 0 0 0,0-1 0 0 0,-1 1 0 0 0,1-1 0 0 0,-1 0 0 0 0,0-1 0 0 0,1 1 0 0 0,-1-1 0 0 0,0 0 0 0 0,0 0 0 0 0,0 0 0 0 0,0 0 0 0 0,0-1 0 0 0,0 0 0 0 0,-1 0 0 0 0,6-5 0 0 0,-1 0 8 0 0,-1-1 0 0 0,-1 0 0 0 0,1 0 0 0 0,-1-1 0 0 0,-1 0 0 0 0,1 0 0 0 0,-2 0 0 0 0,0-1 0 0 0,0 1 0 0 0,-1-1 0 0 0,3-14 0 0 0,1-13 40 0 0,4-72 0 0 0,-12 92-75 0 0,1 18 24 0 0,0 0 0 0 0,0 0 0 0 0,0 0 0 0 0,0 0 0 0 0,0 0 0 0 0,0 0 0 0 0,0 0 0 0 0,0 0 0 0 0,1 0 0 0 0,-1 0 0 0 0,0 0 0 0 0,0 0 0 0 0,0 0 0 0 0,0 0 0 0 0,0 0 1 0 0,0 0-1 0 0,0 0 0 0 0,0 0 0 0 0,0 0 0 0 0,0 0 0 0 0,1 0 0 0 0,-1 0 0 0 0,0 0 0 0 0,0 0 0 0 0,0 0 0 0 0,0 0 0 0 0,0 0 0 0 0,0 0 0 0 0,0 0 0 0 0,0 0 0 0 0,0 0 0 0 0,0 0 0 0 0,0 0 0 0 0,7 6 46 0 0,-1 0-72 0 0,2 0-1 0 0,-1-1 1 0 0,1 0 0 0 0,0 0 0 0 0,0 0 0 0 0,0-1 0 0 0,0 0 0 0 0,1-1-1 0 0,0 0 1 0 0,-1 0 0 0 0,1-1 0 0 0,15 2 0 0 0,-16-3 31 0 0,0 0 0 0 0,0-1 0 0 0,0 0 0 0 0,-1 0 0 0 0,1-1 0 0 0,0 0 1 0 0,0 0-1 0 0,-1 0 0 0 0,1-1 0 0 0,-1-1 0 0 0,1 1 0 0 0,-1-1 0 0 0,0 0 0 0 0,0-1 0 0 0,9-6 0 0 0,-14 9 16 0 0,0-1-1 0 0,0 0 1 0 0,1-1 0 0 0,-2 1-1 0 0,1 0 1 0 0,0-1-1 0 0,0 1 1 0 0,-1-1 0 0 0,1 1-1 0 0,-1-1 1 0 0,0 0-1 0 0,0 1 1 0 0,0-1 0 0 0,0 0-1 0 0,1-6 1 0 0,-1 3 50 0 0,-1-1 0 0 0,0 0 1 0 0,0 1-1 0 0,0-1 0 0 0,-1 0 1 0 0,-3-11-1 0 0,0 0-407 0 0,-2 1 0 0 0,0 1 0 0 0,-1-1 0 0 0,-14-22 0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1:45.3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3681 0 0,'6'3'417'0'0,"-1"0"0"0"0,0 1 0 0 0,0 0 0 0 0,0-1 0 0 0,0 2 0 0 0,0-1 0 0 0,-1 0 0 0 0,0 1 0 0 0,0 0 0 0 0,0 0 1 0 0,-1 0-1 0 0,0 0 0 0 0,0 1 0 0 0,0-1 0 0 0,0 1 0 0 0,-1 0 0 0 0,0 0 0 0 0,0 0 0 0 0,-1 0 0 0 0,0 0 0 0 0,1 11 0 0 0,0 9 843 0 0,-2 1 1 0 0,-1-1-1 0 0,-8 49 0 0 0,6-47-1230 0 0,2-21-234 0 0,0 0 1 0 0,-1-1-1 0 0,0 1 1 0 0,0 0-1 0 0,0-1 1 0 0,-4 8-1 0 0,5-11-255 0 0,-1-1 0 0 0,1 0 0 0 0,-1 1 0 0 0,0-1 0 0 0,1 0 0 0 0,-1 0-1 0 0,0 0 1 0 0,0 0 0 0 0,0 0 0 0 0,-1-1 0 0 0,-1 3 0 0 0,-8 1-1780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1:45.4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 24 10594 0 0,'-4'-10'944'0'0,"1"5"-751"0"0,2-4 3303 0 0,1 15-2880 0 0,1 1-1392 0 0,-1 4-280 0 0,0 4-64 0 0,-1 2 0 0 0,-2 3 927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1:45.9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38 5065 0 0,'3'-3'291'0'0,"1"-1"0"0"0,0 1 0 0 0,0 0 0 0 0,0 0 0 0 0,0 0 0 0 0,0 0 0 0 0,1 1 0 0 0,-1-1 0 0 0,1 1 0 0 0,0 1 0 0 0,0-1 0 0 0,0 1 0 0 0,0-1 1 0 0,-1 1-1 0 0,2 1 0 0 0,-1-1 0 0 0,0 1 0 0 0,8 0 0 0 0,-1 0 457 0 0,1 0 0 0 0,-1 2 1 0 0,0-1-1 0 0,0 1 0 0 0,0 1 0 0 0,21 7 1 0 0,-25-7-569 0 0,-1 1 1 0 0,1 0-1 0 0,-1 0 1 0 0,0 0 0 0 0,-1 1-1 0 0,1 0 1 0 0,-1 0-1 0 0,0 0 1 0 0,0 1 0 0 0,0 0-1 0 0,-1 1 1 0 0,0-1-1 0 0,0 1 1 0 0,-1 0-1 0 0,0 0 1 0 0,0 0 0 0 0,0 1-1 0 0,-1-1 1 0 0,0 1-1 0 0,-1 0 1 0 0,1 0 0 0 0,-2 0-1 0 0,1 0 1 0 0,-1 0-1 0 0,0 11 1 0 0,-1-5-201 0 0,0 1-1 0 0,-2-1 1 0 0,0 1 0 0 0,0-1 0 0 0,-1 0-1 0 0,-1 0 1 0 0,0 0 0 0 0,-1-1 0 0 0,-1 1-1 0 0,0-1 1 0 0,0 0 0 0 0,-1-1 0 0 0,-15 19-1 0 0,14-19-14 0 0,4-5 20 0 0,-1-1 0 0 0,0 1 0 0 0,0-1 0 0 0,0 0 0 0 0,-1-1 0 0 0,0 1 0 0 0,0-1 0 0 0,0 0 0 0 0,-1 0 0 0 0,-8 4 0 0 0,29-39 31 0 0,58-80 367 0 0,23-41-158 0 0,3-19 1752 0 0,-106 186-1807 0 0,0 0 0 0 0,2 1 1 0 0,0 0-1 0 0,1 0 0 0 0,0 0 1 0 0,2 1-1 0 0,-3 25 0 0 0,6-33-211 0 0,0 1-1 0 0,0 0 0 0 0,1 0 0 0 0,1-1 1 0 0,0 1-1 0 0,0-1 0 0 0,1 0 1 0 0,0 1-1 0 0,1-1 0 0 0,0-1 1 0 0,1 1-1 0 0,-1 0 0 0 0,14 16 1 0 0,19 19-2209 0 0,-19-23-5393 0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1:46.1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17 5529 0 0,'25'-17'7777'0'0,"-25"18"-7559"0"0,11 19 6673 0 0,-7-1-7179 0 0,-1 4 854 0 0,-1 1 0 0 0,-2-1 0 0 0,0 1 0 0 0,-6 40-1 0 0,-25 95-3921 0 0,25-134 1602 0 0,2-8-4866 0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1:46.3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37 54 8290 0 0,'-2'-17'368'0'0,"1"6"80"0"0,0 3-360 0 0,-6-9 6505 0 0,2 20-6593 0 0,1 2-344 0 0,0 6-72 0 0,-2 2-8 0 0,1 5 320 0 0,3 2 104 0 0,5-1 0 0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1:46.6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30 12899 0 0,'14'2'1451'0'0,"1"0"0"0"0,-1 0 0 0 0,16-2 0 0 0,175-15 1949 0 0,63-3-5371 0 0,-242 17-3003 0 0,-3-1-1558 0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1:46.9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10138 0 0,'14'7'8224'0'0,"-12"-5"-7776"0"0,14 24 1388 0 0,-10-4-1520 0 0,-1 0 0 0 0,-1 1 0 0 0,-1-1 0 0 0,-1 0 0 0 0,-1 1 0 0 0,-2 25 0 0 0,2 31-169 0 0,23 147 27 0 0,-19-195-149 0 0,2 0-1 0 0,2 0 0 0 0,0-1 0 0 0,2 0 1 0 0,17 33-1 0 0,-24-57-333 0 0,-1 0 1 0 0,1 0-1 0 0,0 0 1 0 0,1 0-1 0 0,7 8 1 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1:47.8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 43 1376 0 0,'-1'-5'1541'0'0,"-1"1"0"0"0,0 0 0 0 0,0-1-1 0 0,0 1 1 0 0,0 0 0 0 0,-1 1 0 0 0,0-1-1 0 0,-4-5 1 0 0,8 11-1294 0 0,0 0 0 0 0,0 0 0 0 0,0 0-1 0 0,0 0 1 0 0,0 0 0 0 0,-1 1 0 0 0,1-1-1 0 0,-1 0 1 0 0,0 0 0 0 0,1 1 0 0 0,-1-1 0 0 0,0 0-1 0 0,-1 4 1 0 0,-3 40 4303 0 0,2-31-3913 0 0,-2 39-637 0 0,1 0 0 0 0,3 0 0 0 0,3 0 0 0 0,2 0 0 0 0,2 0 0 0 0,2-1 0 0 0,26 84 0 0 0,-29-121 9 0 0,1-1 0 0 0,0 0 0 0 0,1 0-1 0 0,19 26 1 0 0,-22-34-7 0 0,0-1-1 0 0,1 1 1 0 0,0-1 0 0 0,0-1-1 0 0,0 1 1 0 0,0-1 0 0 0,1 0-1 0 0,0 0 1 0 0,0-1 0 0 0,0 0-1 0 0,15 6 1 0 0,-21-10-12 0 0,1 1-1 0 0,0-1 0 0 0,-1 0 1 0 0,1 0-1 0 0,0 1 1 0 0,-1-1-1 0 0,1 0 0 0 0,0 0 1 0 0,-1-1-1 0 0,1 1 0 0 0,0 0 1 0 0,-1 0-1 0 0,1-1 1 0 0,0 1-1 0 0,-1-1 0 0 0,1 0 1 0 0,-1 1-1 0 0,1-1 1 0 0,-1 0-1 0 0,1 0 0 0 0,-1 0 1 0 0,0 0-1 0 0,1 0 1 0 0,-1 0-1 0 0,0 0 0 0 0,0 0 1 0 0,2-3-1 0 0,2-4 40 0 0,0 1-1 0 0,0-1 1 0 0,-1 0 0 0 0,4-12-1 0 0,8-13 94 0 0,-16 33-197 0 0,0-1 0 0 0,0 1 1 0 0,0 0-1 0 0,0-1 0 0 0,-1 1 0 0 0,1 0 0 0 0,0 0 0 0 0,0-1 0 0 0,0 1 1 0 0,0 0-1 0 0,0-1 0 0 0,-1 1 0 0 0,1 0 0 0 0,0 0 0 0 0,0-1 1 0 0,-1 1-1 0 0,1 0 0 0 0,0 0 0 0 0,0-1 0 0 0,-1 1 0 0 0,1 0 0 0 0,0 0 1 0 0,0 0-1 0 0,-1 0 0 0 0,1 0 0 0 0,0-1 0 0 0,-1 1 0 0 0,1 0 0 0 0,0 0 1 0 0,-1 0-1 0 0,1 0 0 0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1:48.1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94 3249 0 0,'-2'-1'59'0'0,"1"0"0"0"0,0 0 0 0 0,0 0 0 0 0,-1 0 0 0 0,1 0 0 0 0,0 0 0 0 0,0 0 0 0 0,0-1 1 0 0,0 1-1 0 0,1 0 0 0 0,-1 0 0 0 0,0-1 0 0 0,0 1 0 0 0,1-1 0 0 0,-1 1 0 0 0,1-1 0 0 0,-1 1 0 0 0,1-1 0 0 0,0 1 1 0 0,-1-1-1 0 0,1 1 0 0 0,0-1 0 0 0,0-3 0 0 0,1 4 186 0 0,0-1 0 0 0,0 0 1 0 0,0 0-1 0 0,0 0 0 0 0,0 0 1 0 0,0 1-1 0 0,0-1 0 0 0,1 0 1 0 0,-1 1-1 0 0,1-1 0 0 0,-1 1 1 0 0,1 0-1 0 0,-1-1 0 0 0,1 1 0 0 0,3-1 1 0 0,4-3 592 0 0,0 0 0 0 0,1 1 0 0 0,-1 0 0 0 0,1 1 0 0 0,21-4 0 0 0,-18 5-439 0 0,1 0 0 0 0,0 2-1 0 0,0-1 1 0 0,0 2 0 0 0,0 0-1 0 0,0 0 1 0 0,-1 2 0 0 0,1-1 0 0 0,0 2-1 0 0,-1 0 1 0 0,0 0 0 0 0,0 2-1 0 0,0-1 1 0 0,-1 1 0 0 0,16 11-1 0 0,-18-10-291 0 0,1 1-1 0 0,-1 1 0 0 0,-1 0 0 0 0,0 0 0 0 0,0 1 1 0 0,0 0-1 0 0,-2 0 0 0 0,1 1 0 0 0,-1 0 0 0 0,-1 0 1 0 0,0 1-1 0 0,0 0 0 0 0,-1 0 0 0 0,-1 0 0 0 0,0 1 0 0 0,3 18 1 0 0,-6-25-98 0 0,0 0 0 0 0,-1 0 0 0 0,0 0 0 0 0,0 0 1 0 0,0-1-1 0 0,-1 1 0 0 0,0 0 0 0 0,0 0 0 0 0,0 0 1 0 0,-1-1-1 0 0,0 1 0 0 0,0-1 0 0 0,0 1 0 0 0,-1-1 1 0 0,0 0-1 0 0,0 0 0 0 0,0 0 0 0 0,-6 7 0 0 0,-1-1-396 0 0,-1 0-1 0 0,0-1 0 0 0,0 0 1 0 0,-1-1-1 0 0,-1 0 0 0 0,-13 7 0 0 0,0-1-6578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1:48.5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22 9674 0 0,'-1'0'162'0'0,"1"-1"1"0"0,-1 1-1 0 0,1 0 0 0 0,0 0 0 0 0,-1-1 163 0 0,0 0-163 0 0,1 1 0 0 0,0 0 0 0 0,0-1 0 0 0,-1 1 1 0 0,1-1-1 0 0,0 1 0 0 0,0-1 0 0 0,-1 1 1 0 0,1-1-1 0 0,0 1 0 0 0,0-1 0 0 0,0 1 0 0 0,0-1 1 0 0,0 1-1 0 0,0-1 0 0 0,-1 1 0 0 0,1-1 1 0 0,0 1-1 0 0,1-1 0 0 0,-1 1 0 0 0,0-1 0 0 0,0 1 1 0 0,0-1-1 0 0,0 0 0 0 0,16-6 2316 0 0,24 8-430 0 0,-25 3-1860 0 0,0 1 0 0 0,0 1 0 0 0,-1 0 0 0 0,1 1 0 0 0,-1 0 0 0 0,-1 1 0 0 0,0 1 0 0 0,0 0 0 0 0,0 1 0 0 0,14 15 0 0 0,-4-1-21 0 0,-1 0-1 0 0,0 2 0 0 0,33 54 1 0 0,-32-41-105 0 0,-3 1 0 0 0,-1 2 1 0 0,-2 0-1 0 0,-2 0 0 0 0,-2 2 1 0 0,-1-1-1 0 0,-3 2 0 0 0,-1-1 1 0 0,-3 1-1 0 0,-1 1 1 0 0,-3-1-1 0 0,-1 0 0 0 0,-12 86 1 0 0,3-76-154 0 0,-3 0 0 0 0,-2-1 0 0 0,-2-1 1 0 0,-3 0-1 0 0,-2-1 0 0 0,-2-1 0 0 0,-2-2 1 0 0,-3 0-1 0 0,-1-2 0 0 0,-70 85 0 0 0,56-84-413 0 0,0-1-115 0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1:49.7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0 151 14283 0 0,'2'-7'435'0'0,"-2"4"-386"0"0,0 1 1 0 0,0 0 0 0 0,0-1 0 0 0,1 1-1 0 0,-1 0 1 0 0,1-1 0 0 0,-1 1-1 0 0,1 0 1 0 0,0-1 0 0 0,0 1 0 0 0,0 0-1 0 0,0 0 1 0 0,1 0 0 0 0,-1 0-1 0 0,0 0 1 0 0,1 0 0 0 0,-1 1 0 0 0,1-1-1 0 0,0 0 1 0 0,0 1 0 0 0,3-3-1 0 0,0 1-51 0 0,0-1 0 0 0,0 0 0 0 0,0 1-1 0 0,-1-1 1 0 0,0-1 0 0 0,0 1 0 0 0,5-7 0 0 0,11-11 205 0 0,-15 17-107 0 0,-1 1-1 0 0,1 1 1 0 0,-1-1 0 0 0,1 0 0 0 0,0 1 0 0 0,0 0-1 0 0,1 1 1 0 0,8-4 0 0 0,-13 5-63 0 0,1 1 0 0 0,-1 0-1 0 0,0 0 1 0 0,1-1 0 0 0,-1 1 0 0 0,0 0 0 0 0,1 0-1 0 0,-1 1 1 0 0,0-1 0 0 0,1 0 0 0 0,-1 0 0 0 0,0 1-1 0 0,1-1 1 0 0,-1 1 0 0 0,0-1 0 0 0,0 1 0 0 0,2 0-1 0 0,-1 1 2 0 0,0-1 0 0 0,0 1 0 0 0,-1 0 0 0 0,1 0 1 0 0,-1 0-1 0 0,1 0 0 0 0,-1 0 0 0 0,0 0 0 0 0,1 0 0 0 0,-1 0 0 0 0,0 0 0 0 0,1 5 0 0 0,6 24 139 0 0,-1 1 1 0 0,-2 0-1 0 0,-1 0 1 0 0,0 63-1 0 0,-4-84-144 0 0,-36 756 374 0 0,15-504-339 0 0,9-106-34 0 0,-15 246 2 0 0,26-2-114 0 0,14-275-84 0 0,47 203 0 0 0,-29-182-4842 0 0,-21-99-973 0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1:50.1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9 618 14283 0 0,'-1'-4'238'0'0,"-1"-2"-61"0"0,1 0 0 0 0,0 0 0 0 0,0 1 0 0 0,0-1 0 0 0,0 0 0 0 0,1-8 0 0 0,0 12-202 0 0,1 0-1 0 0,-1 0 1 0 0,1 0 0 0 0,0 0-1 0 0,-1 0 1 0 0,1 0 0 0 0,0 0-1 0 0,0 1 1 0 0,0-1 0 0 0,0 0 0 0 0,1 0-1 0 0,-1 1 1 0 0,0-1 0 0 0,1 1-1 0 0,-1-1 1 0 0,1 1 0 0 0,0-1-1 0 0,-1 1 1 0 0,1 0 0 0 0,0 0 0 0 0,3-2-1 0 0,4-1-35 0 0,0 1 0 0 0,0-1 0 0 0,0 1 0 0 0,0 1-1 0 0,1 0 1 0 0,-1 0 0 0 0,1 1 0 0 0,0 0 0 0 0,18 0 0 0 0,9 4-99 0 0,49 9 0 0 0,-10-1-349 0 0,785 18-3263 0 0,2-64 5583 0 0,-450 14 150 0 0,-76 6-737 0 0,1003-49 543 0 0,-1-27-1805 0 0,-894 52 91 0 0,560-43 524 0 0,191-24 521 0 0,-153 11-1413 0 0,-903 84-346 0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1:51.4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9661 1 13363 0 0,'16'39'669'0'0,"13"30"55"0"0,-9-23-682 0 0,-2 2-1 0 0,-1 0 1 0 0,10 58 0 0 0,-6 53-46 0 0,0 251 0 0 0,-9-99 211 0 0,88 416 520 0 0,-14-160 100 0 0,-69-417-6 0 0,21 219 6 0 0,-29 2-491 0 0,-9-302-144 0 0,1-39 77 0 0,-2 1-1 0 0,-1-1 1 0 0,-11 58 0 0 0,12-86-195 0 0,0 0 0 0 0,0 0 0 0 0,0 0-1 0 0,0 0 1 0 0,0 0 0 0 0,-1 0 0 0 0,1-1 0 0 0,-1 1 0 0 0,1 0 0 0 0,-1-1 0 0 0,0 1 0 0 0,1-1-1 0 0,-1 0 1 0 0,0 0 0 0 0,0 1 0 0 0,0-1 0 0 0,0 0 0 0 0,0-1 0 0 0,0 1 0 0 0,-1 0-1 0 0,1-1 1 0 0,0 1 0 0 0,0-1 0 0 0,0 1 0 0 0,-4-1 0 0 0,-9 1 175 0 0,0-1 1 0 0,-27-2-1 0 0,26 1-272 0 0,0 0 52 0 0,-583-17-293 0 0,31 27 211 0 0,101-5-27 0 0,-185 5 104 0 0,-435 26 224 0 0,137-53-965 0 0,351-2 28 0 0,-1 36 358 0 0,-368 37 331 0 0,126-38-2532 0 0,641-13 2070 0 0,-289 35-601 0 0,367-24 2024 0 0,23-8-576 0 0,0-5 1 0 0,-139-17-1 0 0,-27-1-16 0 0,-63 9 915 0 0,-232-3 1312 0 0,403 7-3519 0 0,132 3 274 0 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23.8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45 9218 0 0,'0'-1'143'0'0,"0"-1"0"0"0,0 1 0 0 0,0-1 0 0 0,0 1 0 0 0,0-1 0 0 0,0 1 0 0 0,0-1 0 0 0,-1 1-1 0 0,1-1 1 0 0,0 1 0 0 0,-1-1 0 0 0,1 1 0 0 0,-1-1 0 0 0,0 1 0 0 0,0-1 0 0 0,1 1 0 0 0,-1 0 0 0 0,0 0 0 0 0,0-1 0 0 0,0 1 0 0 0,0 0 0 0 0,0 0 0 0 0,-1 0 0 0 0,1 0 0 0 0,0 0 0 0 0,0 0-1 0 0,-1 1 1 0 0,1-1 0 0 0,-1 0 0 0 0,1 1 0 0 0,0-1 0 0 0,-1 0 0 0 0,1 1 0 0 0,-1 0 0 0 0,1-1 0 0 0,-3 1 0 0 0,-1-1 101 0 0,0 0 0 0 0,0 0 0 0 0,0 1 1 0 0,-1-1-1 0 0,1 1 0 0 0,0 1 0 0 0,-1-1 0 0 0,1 1 1 0 0,0 0-1 0 0,-7 1 0 0 0,-1 4-68 0 0,-1 1 0 0 0,1 0 0 0 0,0 0 0 0 0,0 2 0 0 0,1-1 0 0 0,0 1 0 0 0,1 1 1 0 0,0 0-1 0 0,1 1 0 0 0,0 0 0 0 0,0 1 0 0 0,1 0 0 0 0,1 0 0 0 0,-9 16 0 0 0,-1 6 83 0 0,1 1 0 0 0,1 1 1 0 0,2 1-1 0 0,-11 47 0 0 0,-2 24 154 0 0,-14 112 0 0 0,35-173-349 0 0,3 0 0 0 0,1 1 0 0 0,3-1 0 0 0,1 1 1 0 0,10 48-1 0 0,-8-74-22 0 0,2-1-1 0 0,0 0 1 0 0,2 0 0 0 0,0 0 0 0 0,1-1-1 0 0,18 29 1 0 0,7 1 135 0 0,42 49-1 0 0,-30-41-117 0 0,-43-54-104 0 0,33 47 125 0 0,-34-48-205 0 0,0 1-1 0 0,0-1 1 0 0,-1 1-1 0 0,1 0 1 0 0,-1-1-1 0 0,0 1 1 0 0,0 0-1 0 0,0 0 1 0 0,0 0-1 0 0,-1 0 1 0 0,0 0-1 0 0,0 8 1 0 0,0-12-34 0 0,0 1 1 0 0,0-1 0 0 0,0 1-1 0 0,0-1 1 0 0,-1 1 0 0 0,1 0 0 0 0,0-1-1 0 0,0 1 1 0 0,-1-1 0 0 0,1 1 0 0 0,0-1-1 0 0,-1 1 1 0 0,1-1 0 0 0,-1 1-1 0 0,1-1 1 0 0,0 0 0 0 0,-1 1 0 0 0,1-1-1 0 0,-1 1 1 0 0,1-1 0 0 0,-2 1 0 0 0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24.1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268 207 3169 0 0,'-106'7'1386'0'0,"-55"-11"8956"0"0,161 4-10295 0 0,13-7 1099 0 0,22-5-253 0 0,-33 11-736 0 0,182-70 2774 0 0,-3 1-1772 0 0,-141 57-1594 0 0,1 2 0 0 0,66-10 1 0 0,-74 18-752 0 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24.6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148 76 7834 0 0,'20'-35'1509'0'0,"-19"33"-1260"0"0,0 1 1 0 0,-1-1-1 0 0,1 0 0 0 0,0 1 0 0 0,-1-1 0 0 0,1 0 0 0 0,-1 1 0 0 0,0-1 0 0 0,1 0 1 0 0,-1 0-1 0 0,0 1 0 0 0,0-1 0 0 0,0 0 0 0 0,-1 0 0 0 0,1 1 0 0 0,0-1 0 0 0,-1 0 0 0 0,1 1 1 0 0,-2-4-1 0 0,2 4-139 0 0,-1 1 0 0 0,0 0 0 0 0,0-1 1 0 0,1 1-1 0 0,-1 0 0 0 0,0-1 0 0 0,0 1 1 0 0,0 0-1 0 0,1 0 0 0 0,-1-1 0 0 0,0 1 1 0 0,0 0-1 0 0,0 0 0 0 0,0 0 0 0 0,0 0 1 0 0,1 0-1 0 0,-1 0 0 0 0,0 1 0 0 0,0-1 1 0 0,0 0-1 0 0,0 0 0 0 0,1 0 0 0 0,-1 1 1 0 0,0-1-1 0 0,0 1 0 0 0,1-1 0 0 0,-1 0 0 0 0,0 1 1 0 0,0-1-1 0 0,1 1 0 0 0,-1 0 0 0 0,1-1 1 0 0,-1 1-1 0 0,0-1 0 0 0,0 2 0 0 0,-22 22 1087 0 0,11-6-1000 0 0,1 1 1 0 0,1 0-1 0 0,0 1 1 0 0,2 0-1 0 0,0 0 1 0 0,-6 25 0 0 0,1 11 73 0 0,-7 63 1 0 0,14-72-84 0 0,2-1 0 0 0,1 0 1 0 0,3 1-1 0 0,10 83 1 0 0,-6-111-154 0 0,0-1 1 0 0,1 1 0 0 0,1-1-1 0 0,0 0 1 0 0,2 0 0 0 0,10 18-1 0 0,-11-24-6 0 0,1-1-1 0 0,0 0 1 0 0,0 0 0 0 0,1-1-1 0 0,1 0 1 0 0,0 0-1 0 0,0-1 1 0 0,1 0 0 0 0,17 10-1 0 0,-4-7 10 0 0,0 0 0 0 0,0-2-1 0 0,1-1 1 0 0,1-1 0 0 0,-1-1 0 0 0,1-1-1 0 0,0-1 1 0 0,1-2 0 0 0,-1-1-1 0 0,1 0 1 0 0,0-2 0 0 0,-1-1 0 0 0,48-9-1 0 0,-45 3-770 0 0,0-2 0 0 0,-1-1 0 0 0,40-20 0 0 0,-50 20-6682 0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25.0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9674 0 0,'0'0'440'0'0,"14"13"5172"0"0,-12-6-4642 0 0,1 1-1 0 0,-1 0 1 0 0,-1 0 0 0 0,2 13-1 0 0,-4 65 338 0 0,-1-36-914 0 0,0 16-262 0 0,1-36-599 0 0,0 0 0 0 0,2 0 0 0 0,8 51-1 0 0,-1-58-7315 0 0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25.2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57 14283 0 0,'-1'-2'632'0'0,"1"-3"136"0"0,3 1-616 0 0,-2 0-152 0 0,2 0 0 0 0,-2 2 0 0 0,2 1 0 0 0,0-2-136 0 0,4-2 24 0 0,0-2 8 0 0,1 1-464 0 0,-1 1-88 0 0,-1 2-16 0 0,-1 0-8 0 0,2 2 520 0 0,-1-1 160 0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25.7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 9218 0 0,'2'0'187'0'0,"0"1"0"0"0,0 0-1 0 0,1-1 1 0 0,-1 1 0 0 0,0 0 0 0 0,0 0 0 0 0,0 0-1 0 0,0 0 1 0 0,0 1 0 0 0,-1-1 0 0 0,1 0 0 0 0,0 1-1 0 0,0 0 1 0 0,-1-1 0 0 0,1 1 0 0 0,-1 0 0 0 0,2 2-1 0 0,25 40 1919 0 0,-21-32-2043 0 0,-3-4-25 0 0,1 1 0 0 0,-2 0-1 0 0,1 1 1 0 0,-1-1 0 0 0,0 1 0 0 0,-1-1-1 0 0,0 1 1 0 0,1 15 0 0 0,-3-18-31 0 0,0 0 0 0 0,0 0 0 0 0,0 0 0 0 0,-1-1 0 0 0,0 1 1 0 0,0 0-1 0 0,0-1 0 0 0,-1 1 0 0 0,0 0 0 0 0,-1-1 0 0 0,1 0 0 0 0,-1 0 0 0 0,-5 8 0 0 0,8-14-6 0 0,0 0 0 0 0,0 0 0 0 0,0 0 0 0 0,0 0 0 0 0,0 0-1 0 0,0 1 1 0 0,0-1 0 0 0,0 0 0 0 0,0 0 0 0 0,0 0 0 0 0,0 0 0 0 0,0 0 0 0 0,0 0-1 0 0,0 0 1 0 0,0 1 0 0 0,0-1 0 0 0,0 0 0 0 0,0 0 0 0 0,0 0 0 0 0,0 0-1 0 0,0 0 1 0 0,0 0 0 0 0,0 0 0 0 0,0 0 0 0 0,0 0 0 0 0,-1 0 0 0 0,1 1 0 0 0,0-1-1 0 0,0 0 1 0 0,0 0 0 0 0,0 0 0 0 0,0 0 0 0 0,0 0 0 0 0,0 0 0 0 0,0 0-1 0 0,-1 0 1 0 0,1 0 0 0 0,0 0 0 0 0,0 0 0 0 0,0 0 0 0 0,0 0 0 0 0,0 0 0 0 0,0 0-1 0 0,0 0 1 0 0,-1 0 0 0 0,1 0 0 0 0,0 0 0 0 0,0 0 0 0 0,0 0 0 0 0,0 0-1 0 0,0 0 1 0 0,0 0 0 0 0,0 0 0 0 0,0 0 0 0 0,-1 0 0 0 0,1 0 0 0 0,0-1 0 0 0,0 1-1 0 0,0 0 1 0 0,0 0 0 0 0,0 0 0 0 0,0 0 0 0 0,0 0 0 0 0,0 0 0 0 0,0 0-1 0 0,0 0 1 0 0,0 0 0 0 0,-1 0 0 0 0,1-1 0 0 0,1-12-36 0 0,5-17-175 0 0,2 6-21 0 0,1 0 0 0 0,1 1 0 0 0,25-43 0 0 0,-29 56 386 0 0,1 0 1 0 0,-1 1-1 0 0,1 0 0 0 0,1 1 1 0 0,0 0-1 0 0,0 0 1 0 0,0 0-1 0 0,1 1 0 0 0,0 0 1 0 0,1 1-1 0 0,12-7 0 0 0,-20 13-26 0 0,0-1-1 0 0,0 0 0 0 0,0 0 0 0 0,0 1 1 0 0,0-1-1 0 0,1 1 0 0 0,-1 0 0 0 0,0 0 1 0 0,0 0-1 0 0,1 0 0 0 0,-1 0 0 0 0,0 0 1 0 0,0 0-1 0 0,1 1 0 0 0,-1-1 0 0 0,0 1 1 0 0,0 0-1 0 0,0-1 0 0 0,0 1 0 0 0,0 0 1 0 0,0 0-1 0 0,0 0 0 0 0,0 1 0 0 0,0-1 1 0 0,0 0-1 0 0,-1 1 0 0 0,1-1 0 0 0,-1 1 1 0 0,1 0-1 0 0,-1-1 0 0 0,1 1 0 0 0,0 2 1 0 0,6 8 152 0 0,-1 1 0 0 0,0-1 0 0 0,-1 1 0 0 0,5 17 0 0 0,6 9-221 0 0,7 1-1797 0 0,-10-20-5355 0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26.0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9 12443 0 0,'10'-8'9486'0'0,"-10"7"-9330"0"0,5 8-74 0 0,1 0 1 0 0,-1 0-1 0 0,0 1 1 0 0,-1-1-1 0 0,1 1 1 0 0,-2 0-1 0 0,1 0 1 0 0,4 16-1 0 0,15 78-76 0 0,-16-63 67 0 0,22 73 54 0 0,4 19-1891 0 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26.3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91 5985 0 0,'5'-6'552'0'0,"0"0"-1"0"0,1 0 1 0 0,0 1-1 0 0,0-1 1 0 0,0 1 0 0 0,1 1-1 0 0,0-1 1 0 0,-1 1-1 0 0,2 0 1 0 0,-1 1-1 0 0,12-5 1 0 0,2 1 645 0 0,0 1 0 0 0,0 0 0 0 0,22-2 0 0 0,-35 7-945 0 0,0 0 0 0 0,0 1 0 0 0,0 0 0 0 0,0 0 0 0 0,0 1 0 0 0,0 0 0 0 0,-1 1 0 0 0,1-1 0 0 0,0 1 0 0 0,-1 1 0 0 0,14 5 0 0 0,-18-6-230 0 0,0-1-1 0 0,-1 1 1 0 0,1 0-1 0 0,-1-1 1 0 0,1 1-1 0 0,-1 0 1 0 0,0 1-1 0 0,1-1 1 0 0,-1 0-1 0 0,0 1 1 0 0,0-1-1 0 0,-1 1 1 0 0,1-1-1 0 0,-1 1 1 0 0,1 0-1 0 0,-1 0 1 0 0,0 0-1 0 0,0 0 1 0 0,0 0-1 0 0,0 0 1 0 0,-1 0-1 0 0,1 0 1 0 0,-1 0-1 0 0,0 0 1 0 0,1 0-1 0 0,-2 1 1 0 0,1-1-1 0 0,0 0 1 0 0,-1 0-1 0 0,1 0 1 0 0,-1 0-1 0 0,-1 3 1 0 0,-2 4-83 0 0,0 0 0 0 0,0-1 0 0 0,-1 1 0 0 0,-1-1 0 0 0,1 0-1 0 0,-2 0 1 0 0,1-1 0 0 0,-1 0 0 0 0,0 0 0 0 0,-1 0 0 0 0,0-1 0 0 0,0 0 0 0 0,-15 9 0 0 0,6-5-766 0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26.8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21 4609 0 0,'-7'6'15636'0'0,"15"10"-15128"0"0,8 13-483 0 0,-9-7 175 0 0,-5-10-139 0 0,2 0-1 0 0,0 0 0 0 0,0 0 0 0 0,1-1 1 0 0,11 19-1 0 0,-14-28-64 0 0,-1 0 1 0 0,1 0-1 0 0,0 0 0 0 0,-1 0 1 0 0,1 0-1 0 0,0-1 0 0 0,0 1 1 0 0,0 0-1 0 0,1-1 0 0 0,-1 0 1 0 0,0 1-1 0 0,1-1 0 0 0,-1 0 1 0 0,0 0-1 0 0,1-1 0 0 0,-1 1 1 0 0,1 0-1 0 0,-1-1 0 0 0,1 1 1 0 0,0-1-1 0 0,-1 0 0 0 0,1 0 1 0 0,-1 0-1 0 0,1 0 0 0 0,0 0 1 0 0,-1-1-1 0 0,1 1 0 0 0,-1-1 1 0 0,1 0-1 0 0,-1 0 0 0 0,0 0 1 0 0,1 0-1 0 0,3-2 0 0 0,-1 0-29 0 0,-1 1 0 0 0,1-1 1 0 0,-1 0-1 0 0,0 0 0 0 0,0 0 0 0 0,-1 0 0 0 0,1-1 0 0 0,-1 1 0 0 0,1-1 0 0 0,-1 0 0 0 0,4-7 0 0 0,1-3-36 0 0,-2-1 1 0 0,8-20-1 0 0,-11 25 91 0 0,1 1 0 0 0,0-1 0 0 0,0 1 0 0 0,1 0 1 0 0,0 0-1 0 0,1 0 0 0 0,11-14 0 0 0,-17 23 3 0 0,0 0 0 0 0,1 0 1 0 0,-1-1-1 0 0,0 1 0 0 0,1 0 0 0 0,-1 0 0 0 0,1 0 0 0 0,-1-1 0 0 0,1 1 1 0 0,-1 0-1 0 0,0 0 0 0 0,1 0 0 0 0,-1 0 0 0 0,1 0 0 0 0,-1 0 0 0 0,1 0 0 0 0,-1 0 1 0 0,0 0-1 0 0,1 0 0 0 0,-1 0 0 0 0,1 0 0 0 0,-1 0 0 0 0,1 1 0 0 0,-1-1 1 0 0,0 0-1 0 0,1 0 0 0 0,-1 0 0 0 0,1 1 0 0 0,-1-1 0 0 0,0 0 0 0 0,1 0 1 0 0,-1 1-1 0 0,0-1 0 0 0,1 0 0 0 0,-1 1 0 0 0,0-1 0 0 0,1 0 0 0 0,-1 1 1 0 0,0-1-1 0 0,0 1 0 0 0,0-1 0 0 0,1 0 0 0 0,-1 1 0 0 0,0-1 0 0 0,0 1 1 0 0,0-1-1 0 0,0 0 0 0 0,0 1 0 0 0,0 0 0 0 0,12 33 499 0 0,-8-19-391 0 0,1-4-435 0 0,1-1 0 0 0,0-1 0 0 0,0 1 0 0 0,1-1 0 0 0,1 0-1 0 0,-1-1 1 0 0,18 16 0 0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27.6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33 13827 0 0,'-1'-1'419'0'0,"1"-1"1"0"0,-1 0-1 0 0,1 0 1 0 0,0 1-1 0 0,-1-1 1 0 0,1 0-1 0 0,0 0 1 0 0,0 1-1 0 0,0-1 1 0 0,1 0-1 0 0,-1 0 1 0 0,0 1-1 0 0,0-1 1 0 0,2-2-1 0 0,3 0 1266 0 0,3 17-1068 0 0,44 191 323 0 0,-30-109-904 0 0,4-1 0 0 0,40 93 0 0 0,-58-169-35 0 0,1 0 1 0 0,19 28-1 0 0,-25-41-52 0 0,0 0 0 0 0,1 0 0 0 0,0-1 0 0 0,0 0 0 0 0,0 0 0 0 0,0 0 0 0 0,0 0 0 0 0,1-1 0 0 0,-1 0 1 0 0,1 1-1 0 0,0-2 0 0 0,0 1 0 0 0,1-1 0 0 0,6 3 0 0 0,-10-4-144 0 0,1-1 0 0 0,-1 0 1 0 0,1 0-1 0 0,0 0 0 0 0,-1 0 1 0 0,1 0-1 0 0,-1 0 0 0 0,1-1 1 0 0,4 0-1 0 0,10-9-5833 0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27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5 162 4609 0 0,'-4'-2'1802'0'0,"4"2"-1720"0"0,0 0-1 0 0,0-1 1 0 0,0 1 0 0 0,0 0 0 0 0,0 0 0 0 0,0 0 0 0 0,0-1 0 0 0,0 1 0 0 0,0 0 0 0 0,0 0 0 0 0,0-1-1 0 0,0 1 1 0 0,0 0 0 0 0,0 0 0 0 0,0 0 0 0 0,0-1 0 0 0,0 1 0 0 0,0 0 0 0 0,0 0 0 0 0,0 0 0 0 0,0-1-1 0 0,1 0 329 0 0,-1 1-328 0 0,13-15 2910 0 0,23-12 393 0 0,-34 26-3151 0 0,101-62 2027 0 0,-42 28-6101 0 0,-41 23 2243 0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28.2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10138 0 0,'0'0'919'0'0,"26"9"3099"0"0,4-1-2604 0 0,-1 1 0 0 0,1 1 0 0 0,-2 2 0 0 0,31 17-1 0 0,-47-22-1341 0 0,1 1 0 0 0,-1 0 0 0 0,-1 1 0 0 0,1 1 0 0 0,-2 0 0 0 0,1 0 0 0 0,-1 1 0 0 0,-1 0 0 0 0,0 1 0 0 0,14 24 0 0 0,-9-6-55 0 0,-2 0 0 0 0,0 0 0 0 0,-3 1 0 0 0,0 1 1 0 0,-2-1-1 0 0,-1 1 0 0 0,-2 1 0 0 0,-1-1 0 0 0,-3 54 0 0 0,-4-17-11 0 0,-3 0 0 0 0,-3 0 0 0 0,-27 99-1 0 0,-38 38 179 0 0,37-111-133 0 0,24-50-563 0 0,12-35-64 0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31.3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7 107 2304 0 0,'-6'-33'2765'0'0,"5"-18"5965"0"0,1 29-5021 0 0,5 78 777 0 0,1 11-4434 0 0,-5 61 176 0 0,4 94-72 0 0,-1-182-187 0 0,1-1-1 0 0,2 0 0 0 0,19 61 0 0 0,0-13-3779 0 0,-22-70-2974 0 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31.6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1 249 6449 0 0,'0'-1'71'0'0,"0"0"0"0"0,0 0 0 0 0,0 0 0 0 0,0 0 0 0 0,0 1 0 0 0,0-1 0 0 0,0 0 0 0 0,0 0-1 0 0,1 0 1 0 0,-1 0 0 0 0,0 0 0 0 0,1 1 0 0 0,-1-1 0 0 0,0 0 0 0 0,1 0 0 0 0,-1 1 0 0 0,1-1-1 0 0,-1 0 1 0 0,1 0 0 0 0,-1 1 0 0 0,1-1 0 0 0,0 1 0 0 0,-1-1 0 0 0,1 1 0 0 0,0-1 0 0 0,-1 1-1 0 0,1-1 1 0 0,0 1 0 0 0,0-1 0 0 0,1 1 0 0 0,29-21 1818 0 0,-28 19-1607 0 0,3-2 311 0 0,0 0 0 0 0,1 1 0 0 0,0-1-1 0 0,0 1 1 0 0,-1 1 0 0 0,2-1 0 0 0,-1 1-1 0 0,14-2 1 0 0,-17 4-429 0 0,0 0 0 0 0,0 0 0 0 0,0 1 0 0 0,0 0 0 0 0,0-1 0 0 0,-1 1 0 0 0,1 0 0 0 0,0 1 0 0 0,-1-1 0 0 0,1 1 0 0 0,-1-1-1 0 0,1 1 1 0 0,-1 0 0 0 0,0 1 0 0 0,0-1 0 0 0,0 0 0 0 0,0 1 0 0 0,5 5 0 0 0,31 38 883 0 0,-24-27-809 0 0,1-1 1 0 0,28 26-1 0 0,-40-40-188 0 0,1 0 0 0 0,-1-1-1 0 0,1 1 1 0 0,0-1 0 0 0,0-1 0 0 0,1 1 0 0 0,-1-1 0 0 0,1 1-1 0 0,-1-1 1 0 0,1-1 0 0 0,0 1 0 0 0,-1-1 0 0 0,1 0 0 0 0,0-1 0 0 0,9 1-1 0 0,-12-2 4 0 0,1 0-1 0 0,-1 0 1 0 0,1 0-1 0 0,-1 0 1 0 0,0 0-1 0 0,0-1 1 0 0,1 1-1 0 0,-1-1 1 0 0,0 0-1 0 0,0 0 1 0 0,-1 0-1 0 0,1-1 1 0 0,0 1-1 0 0,-1-1 1 0 0,1 1-1 0 0,-1-1 1 0 0,0 0-1 0 0,0 0 1 0 0,3-6-1 0 0,5-8 80 0 0,-2 0 0 0 0,10-27-1 0 0,-12 28-71 0 0,23-63 91 0 0,17-41-2184 0 0,-32 88-5670 0 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32.3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150 54 5529 0 0,'7'-39'5801'0'0,"-7"39"-5633"0"0,0-1-1 0 0,0 0 0 0 0,0 1 0 0 0,0-1 0 0 0,0 0 1 0 0,0 0-1 0 0,0 1 0 0 0,-1-1 0 0 0,1 0 0 0 0,0 1 0 0 0,0-1 1 0 0,-1 0-1 0 0,1 1 0 0 0,0-1 0 0 0,-1 1 0 0 0,1-1 1 0 0,-1 0-1 0 0,1 1 0 0 0,0-1 0 0 0,-2 0 0 0 0,2 1-49 0 0,-1 0 0 0 0,0 0 0 0 0,0 0 0 0 0,0-1 0 0 0,0 1 0 0 0,1 0 0 0 0,-1 0 0 0 0,0 0-1 0 0,0 0 1 0 0,0 1 0 0 0,0-1 0 0 0,1 0 0 0 0,-1 0 0 0 0,0 0 0 0 0,0 1 0 0 0,0-1 0 0 0,1 0 0 0 0,-1 1-1 0 0,0-1 1 0 0,0 1 0 0 0,1-1 0 0 0,-2 1 0 0 0,-9 7 338 0 0,1 0 0 0 0,-1 0-1 0 0,1 1 1 0 0,1 0 0 0 0,-1 0 0 0 0,2 1-1 0 0,-14 20 1 0 0,16-22-422 0 0,2 0-1 0 0,-1 0 1 0 0,1 0 0 0 0,0 0-1 0 0,0 1 1 0 0,1 0 0 0 0,1-1-1 0 0,-1 1 1 0 0,1 0 0 0 0,1 1-1 0 0,0-1 1 0 0,0 10 0 0 0,1-15-43 0 0,0 0-1 0 0,1 1 1 0 0,0-1 0 0 0,0 0 0 0 0,0 0 0 0 0,0 0 0 0 0,1 0 0 0 0,-1 0 0 0 0,1 0 0 0 0,0 0 0 0 0,1 0-1 0 0,-1-1 1 0 0,0 1 0 0 0,1-1 0 0 0,0 1 0 0 0,0-1 0 0 0,0 0 0 0 0,0 0 0 0 0,1-1 0 0 0,5 5 0 0 0,5 1-219 0 0,1 0 0 0 0,1-1 1 0 0,-1-1-1 0 0,19 6 0 0 0,-20-8-52 0 0,-1 0 1 0 0,0 1-1 0 0,0 1 0 0 0,-1 0 0 0 0,14 9 0 0 0,-25-15 269 0 0,-1 1 1 0 0,1 0-1 0 0,0-1 0 0 0,0 1 1 0 0,-1 0-1 0 0,1 0 0 0 0,0-1 1 0 0,-1 1-1 0 0,1 0 1 0 0,-1 0-1 0 0,1 0 0 0 0,-1 0 1 0 0,1-1-1 0 0,-1 1 0 0 0,0 0 1 0 0,1 0-1 0 0,-1 0 0 0 0,0 0 1 0 0,0 0-1 0 0,0 0 1 0 0,1 0-1 0 0,-1 0 0 0 0,0 0 1 0 0,0 0-1 0 0,-1 0 0 0 0,1 0 1 0 0,0 2-1 0 0,-1 0 6 0 0,-1-1 0 0 0,1 1 0 0 0,0 0 0 0 0,-1-1 0 0 0,0 1 0 0 0,1-1 0 0 0,-1 0 0 0 0,0 0 0 0 0,-4 4 0 0 0,-6 4 55 0 0,-1 0 0 0 0,-23 13 0 0 0,33-21-47 0 0,-88 43-299 0 0,71-36-245 0 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32.5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16588 0 0,'3'111'5753'0'0,"5"-37"-8798"0"0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32.7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2 11522 0 0,'-3'-1'1937'0'0,"4"2"-1697"0"0,1 2-880 0 0,-1 4-168 0 0,0 4-41 0 0,-1 3-7 0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33.5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188 31 8290 0 0,'1'-1'147'0'0,"-1"0"1"0"0,0 0-1 0 0,0 1 1 0 0,1-1-1 0 0,-1 0 1 0 0,0 0-1 0 0,0 0 1 0 0,0 0-1 0 0,0 0 1 0 0,0 0-1 0 0,0 0 1 0 0,0 0-1 0 0,0 0 1 0 0,-1 1-1 0 0,1-1 1 0 0,0 0-1 0 0,-1 0 1 0 0,1 0-1 0 0,0 0 1 0 0,-1 0-1 0 0,1 1 1 0 0,-1-1-1 0 0,1 0 1 0 0,-1 0-1 0 0,1 1 1 0 0,-1-1-1 0 0,0 0 1 0 0,1 1-1 0 0,-1-1 1 0 0,0 1-1 0 0,0-1 1 0 0,1 1-1 0 0,-1-1 1 0 0,0 1-1 0 0,0-1 1 0 0,0 1-1 0 0,0 0 0 0 0,1 0 1 0 0,-1-1-1 0 0,-1 1 1 0 0,-1-1 35 0 0,1 1 1 0 0,0 0-1 0 0,-1-1 0 0 0,1 1 1 0 0,0 0-1 0 0,-1 0 0 0 0,1 0 1 0 0,-1 1-1 0 0,1-1 0 0 0,0 0 1 0 0,0 1-1 0 0,-1 0 0 0 0,1-1 1 0 0,0 1-1 0 0,-3 1 0 0 0,-7 8-2 0 0,0 0-1 0 0,1 1 0 0 0,0 0 0 0 0,1 1 0 0 0,0 0 0 0 0,0 0 0 0 0,1 1 0 0 0,1 0 1 0 0,1 1-1 0 0,0 0 0 0 0,0 0 0 0 0,-6 22 0 0 0,12-34-208 0 0,0 0 0 0 0,1 0 0 0 0,-1 1 0 0 0,1-1 0 0 0,-1 0-1 0 0,1 0 1 0 0,0 1 0 0 0,0-1 0 0 0,0 0 0 0 0,0 0 0 0 0,0 1 0 0 0,1-1 0 0 0,-1 0-1 0 0,1 0 1 0 0,-1 1 0 0 0,1-1 0 0 0,0 0 0 0 0,0 0 0 0 0,2 4 0 0 0,-2-5 1 0 0,1 0 0 0 0,-1 0 0 0 0,1 0 0 0 0,-1-1 0 0 0,0 1 0 0 0,1 0 0 0 0,0-1 0 0 0,-1 1 0 0 0,1-1 0 0 0,-1 1 0 0 0,1-1 0 0 0,0 0 0 0 0,-1 1 0 0 0,1-1-1 0 0,0 0 1 0 0,-1 0 0 0 0,1 0 0 0 0,0-1 0 0 0,-1 1 0 0 0,1 0 0 0 0,-1-1 0 0 0,1 1 0 0 0,0-1 0 0 0,-1 1 0 0 0,1-1 0 0 0,-1 0 0 0 0,3-1 0 0 0,12-6-355 0 0,0-2 0 0 0,0 0-1 0 0,-1-1 1 0 0,0-1 0 0 0,-1 0-1 0 0,0-1 1 0 0,14-18 0 0 0,-10 13 596 0 0,0 0 1 0 0,1 1 0 0 0,23-16 0 0 0,-40 31-168 0 0,7-4 314 0 0,1 0 1 0 0,-1 1-1 0 0,1 0 0 0 0,0 0 1 0 0,13-4-1 0 0,-21 9-292 0 0,0-1-1 0 0,0 1 1 0 0,0-1 0 0 0,0 1-1 0 0,0 0 1 0 0,0-1-1 0 0,0 1 1 0 0,0 0-1 0 0,0 1 1 0 0,0-1 0 0 0,0 0-1 0 0,0 1 1 0 0,0-1-1 0 0,0 1 1 0 0,0-1-1 0 0,0 1 1 0 0,-1 0 0 0 0,1 0-1 0 0,0 0 1 0 0,0 0-1 0 0,-1 0 1 0 0,1 0-1 0 0,0 0 1 0 0,-1 1 0 0 0,1-1-1 0 0,-1 1 1 0 0,0-1-1 0 0,1 1 1 0 0,-1-1-1 0 0,0 1 1 0 0,0 0-1 0 0,0-1 1 0 0,0 1 0 0 0,0 0-1 0 0,1 4 1 0 0,2 7 12 0 0,0 1-1 0 0,-1 0 1 0 0,-1 0 0 0 0,0 1 0 0 0,-1-1 0 0 0,0 0 0 0 0,-1 1-1 0 0,-3 23 1 0 0,0-18-345 0 0,0 0-1 0 0,-2 1 0 0 0,0-2 1 0 0,-1 1-1 0 0,-13 28 1 0 0,10-30-650 0 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34.0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53 10138 0 0,'6'7'500'0'0,"-1"-1"1"0"0,0 1-1 0 0,-1 1 0 0 0,1-1 0 0 0,-2 1 0 0 0,1 0 1 0 0,-1-1-1 0 0,3 10 0 0 0,14 68 151 0 0,-17-66-653 0 0,-4-15 7 0 0,2 1 0 0 0,-1 0 0 0 0,0-1 0 0 0,1 1 0 0 0,0-1 0 0 0,0 1 1 0 0,0-1-1 0 0,1 1 0 0 0,0-1 0 0 0,-1 0 0 0 0,1 0 0 0 0,4 6 0 0 0,-5-10-15 0 0,0 0 0 0 0,-1 0 0 0 0,1-1 0 0 0,0 1 0 0 0,-1 0 0 0 0,1 0 0 0 0,0-1 0 0 0,-1 1 0 0 0,1 0 0 0 0,0-1-1 0 0,-1 1 1 0 0,1-1 0 0 0,-1 1 0 0 0,1-1 0 0 0,-1 1 0 0 0,1-1 0 0 0,-1 1 0 0 0,1-1 0 0 0,-1 1 0 0 0,1-1 0 0 0,-1 0 0 0 0,0 1 0 0 0,1-1 0 0 0,-1 0-1 0 0,1-1 1 0 0,12-22-463 0 0,-12 21 400 0 0,21-39-993 0 0,-5 8 489 0 0,27-42-1 0 0,-38 67 823 0 0,1 0 0 0 0,0 0 1 0 0,1 1-1 0 0,0 0 0 0 0,0 0 0 0 0,1 1 0 0 0,0 0 0 0 0,18-11 0 0 0,-26 17-114 0 0,0 0-1 0 0,0 1 0 0 0,0-1 0 0 0,0 0 1 0 0,1 1-1 0 0,-1-1 0 0 0,0 1 0 0 0,0 0 1 0 0,1-1-1 0 0,-1 1 0 0 0,0 0 0 0 0,0 0 1 0 0,1 0-1 0 0,-1 0 0 0 0,0 0 0 0 0,1 0 1 0 0,-1 0-1 0 0,0 0 0 0 0,0 1 0 0 0,1-1 1 0 0,-1 0-1 0 0,0 1 0 0 0,0-1 0 0 0,0 1 1 0 0,3 1-1 0 0,-3-1 6 0 0,1 1 0 0 0,0 0 1 0 0,-1 0-1 0 0,1 0 0 0 0,-1 0 0 0 0,0 0 1 0 0,0 0-1 0 0,0 0 0 0 0,0 0 1 0 0,0 1-1 0 0,0-1 0 0 0,1 5 0 0 0,0 8 52 0 0,0 0 0 0 0,0 0-1 0 0,-2 22 1 0 0,0-31-199 0 0,-1 14-139 0 0,1-15-1 0 0,-1 0-1 0 0,1 0 1 0 0,0 0-1 0 0,0 1 1 0 0,0-1-1 0 0,1 0 1 0 0,0 0-1 0 0,0 0 0 0 0,0 0 1 0 0,3 7-1 0 0,-4-11 116 0 0,0-1 0 0 0,0 0-1 0 0,1 0 1 0 0,-1 1-1 0 0,0-1 1 0 0,0 0 0 0 0,0 0-1 0 0,1 1 1 0 0,-1-1 0 0 0,0 0-1 0 0,0 0 1 0 0,1 0-1 0 0,-1 0 1 0 0,0 1 0 0 0,0-1-1 0 0,1 0 1 0 0,-1 0 0 0 0,0 0-1 0 0,0 0 1 0 0,1 0-1 0 0,-1 0 1 0 0,0 0 0 0 0,1 0-1 0 0,-1 0 1 0 0,0 0 0 0 0,0 0-1 0 0,1 0 1 0 0,-1 0-1 0 0,0 0 1 0 0,1 0 0 0 0,-1 0-1 0 0,0 0 1 0 0,0 0 0 0 0,1 0-1 0 0,-1 0 1 0 0,0-1-1 0 0,1 1 1 0 0,11-11-762 0 0,5-15-57 0 0,-9 10 154 0 0,3-7-80 0 0,1-1 1 0 0,30-40-1 0 0,-39 59 910 0 0,1 1-1 0 0,0-1 1 0 0,0 1 0 0 0,0 0-1 0 0,0 0 1 0 0,1 0-1 0 0,0 0 1 0 0,0 1-1 0 0,0 0 1 0 0,0 0-1 0 0,0 0 1 0 0,0 1 0 0 0,1-1-1 0 0,-1 1 1 0 0,1 0-1 0 0,0 1 1 0 0,0 0-1 0 0,11-2 1 0 0,-15 3-5 0 0,0 1 0 0 0,-1-1-1 0 0,1 0 1 0 0,0 1 0 0 0,0-1 0 0 0,-1 1 0 0 0,1-1-1 0 0,0 1 1 0 0,-1 0 0 0 0,1 0 0 0 0,0 0 0 0 0,-1 0 0 0 0,1 0-1 0 0,-1 0 1 0 0,0 0 0 0 0,1 0 0 0 0,-1 1 0 0 0,0-1 0 0 0,0 0-1 0 0,0 1 1 0 0,1-1 0 0 0,-2 1 0 0 0,1 0 0 0 0,0-1 0 0 0,1 4-1 0 0,2 5 193 0 0,-1 1-1 0 0,0-1 1 0 0,3 17 0 0 0,2 8-2055 0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34.3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64 5985 0 0,'0'15'1119'0'0,"1"-1"1"0"0,0 1-1 0 0,1-1 0 0 0,1 1 0 0 0,0-1 0 0 0,1 0 0 0 0,8 18 0 0 0,-11-27-982 0 0,1-1-1 0 0,0 0 1 0 0,0-1 0 0 0,0 1-1 0 0,0 0 1 0 0,1-1 0 0 0,0 1-1 0 0,-1-1 1 0 0,1 0-1 0 0,0 1 1 0 0,1-1 0 0 0,-1-1-1 0 0,1 1 1 0 0,-1-1-1 0 0,1 1 1 0 0,0-1 0 0 0,0 0-1 0 0,0 0 1 0 0,0-1 0 0 0,0 1-1 0 0,0-1 1 0 0,0 0-1 0 0,0 0 1 0 0,1 0 0 0 0,-1 0-1 0 0,0-1 1 0 0,1 0-1 0 0,7 0 1 0 0,-10-1-65 0 0,1 1 1 0 0,0 0-1 0 0,0-1 1 0 0,0 1-1 0 0,-1-1 1 0 0,1 0-1 0 0,0 0 1 0 0,-1 0-1 0 0,1 0 1 0 0,-1-1-1 0 0,1 1 1 0 0,-1-1-1 0 0,0 1 0 0 0,1-1 1 0 0,-1 0-1 0 0,0 0 1 0 0,0 0-1 0 0,0 0 1 0 0,2-4-1 0 0,-2 3-45 0 0,0-1-1 0 0,-1 0 1 0 0,1 1-1 0 0,-1-1 1 0 0,0 0 0 0 0,0 0-1 0 0,0 0 1 0 0,-1 0-1 0 0,1 0 1 0 0,-1 0-1 0 0,0 0 1 0 0,-1-6-1 0 0,-1-2-18 0 0,0 0 1 0 0,-1 0-1 0 0,0 0 0 0 0,-1 0 0 0 0,0 1 0 0 0,-1-1 0 0 0,-12-20 0 0 0,13 26 36 0 0,0 0-1 0 0,0 0 1 0 0,-1 1 0 0 0,0-1-1 0 0,0 1 1 0 0,0 0 0 0 0,-8-5-1 0 0,10 8-190 0 0,0 0 0 0 0,0 0 0 0 0,0 1 0 0 0,0-1 0 0 0,0 1 0 0 0,-1 0 0 0 0,1 0 0 0 0,0 0 0 0 0,-1 0 0 0 0,1 1 0 0 0,-1-1 0 0 0,1 1 0 0 0,-1 0 0 0 0,1 0 0 0 0,-1 0 0 0 0,-5 1 0 0 0,-9 4-6595 0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34.8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9674 0 0,'4'25'5244'0'0,"9"15"-1681"0"0,-3-8-1292 0 0,-9-27-2194 0 0,21 69 1294 0 0,-2-26-3260 0 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34.9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13827 0 0,'0'0'1224'0'0,"2"2"-976"0"0,-1-1-248 0 0,-1 0 0 0 0,1 1 0 0 0,1 0-96 0 0,-1 3 8 0 0,2 2 0 0 0,1 2 240 0 0,3 4 40 0 0,0-2 16 0 0,7 4-2944 0 0,-1-1-593 0 0,2 2-112 0 0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35.2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220 5 3225 0 0,'0'0'145'0'0,"-1"-1"0"0"0,0 1 0 0 0,0-1 1 0 0,1 1-1 0 0,-1-1 0 0 0,0 1 0 0 0,0-1 1 0 0,0 1-1 0 0,0 0 0 0 0,0 0 0 0 0,1-1 1 0 0,-1 1-1 0 0,0 0 0 0 0,0 0 0 0 0,0 0 1 0 0,0 0-1 0 0,0 0 0 0 0,0 0 0 0 0,0 0 1 0 0,0 0-1 0 0,1 1 0 0 0,-1-1 0 0 0,0 0 1 0 0,0 0-1 0 0,-1 1 0 0 0,-25 5 2051 0 0,13-2-1417 0 0,1 1 1 0 0,0 0 0 0 0,0 0 0 0 0,0 2 0 0 0,1-1-1 0 0,0 2 1 0 0,-14 11 0 0 0,21-16-610 0 0,1 0-1 0 0,0 0 1 0 0,0 0-1 0 0,1 1 1 0 0,-1 0 0 0 0,1 0-1 0 0,0 0 1 0 0,0 0-1 0 0,0 0 1 0 0,0 1 0 0 0,1-1-1 0 0,0 1 1 0 0,0 0-1 0 0,0 0 1 0 0,1 0 0 0 0,-1 0-1 0 0,1 0 1 0 0,0 0-1 0 0,0 0 1 0 0,1 0 0 0 0,0 0-1 0 0,0 0 1 0 0,1 6 0 0 0,-1-7-212 0 0,1-1 1 0 0,-1 0-1 0 0,1 1 1 0 0,0-1-1 0 0,0 0 1 0 0,1 0-1 0 0,-1 1 1 0 0,1-1-1 0 0,-1 0 1 0 0,1 0-1 0 0,0-1 1 0 0,0 1-1 0 0,0 0 1 0 0,1-1-1 0 0,-1 1 1 0 0,1-1-1 0 0,-1 0 1 0 0,1 0 0 0 0,0 0-1 0 0,0 0 1 0 0,0 0-1 0 0,0 0 1 0 0,0-1-1 0 0,0 0 1 0 0,5 2-1 0 0,-4-2-290 0 0,1-1 1 0 0,-1 1-1 0 0,1-1 0 0 0,-1 0 0 0 0,1 0 1 0 0,-1-1-1 0 0,1 1 0 0 0,-1-1 0 0 0,1 0 1 0 0,-1 0-1 0 0,0-1 0 0 0,1 1 0 0 0,-1-1 1 0 0,0 0-1 0 0,0 0 0 0 0,0 0 0 0 0,-1-1 1 0 0,8-5-1 0 0,6-7-2922 0 0,0-1-607 0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35.4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83 393 4289 0 0,'4'-84'328'0'0,"-5"65"170"0"0,-1 0 0 0 0,-1 0 1 0 0,-1 0-1 0 0,-7-18 0 0 0,3 4 1256 0 0,0 0 76 0 0,4 14 149 0 0,-1-1-1 0 0,0 1 1 0 0,-1 0 0 0 0,-17-33 0 0 0,23 52-1951 0 0,0 0 0 0 0,0 0 0 0 0,0 0 1 0 0,0 0-1 0 0,0 1 0 0 0,0-1 0 0 0,0 0 0 0 0,0 0 1 0 0,0 0-1 0 0,0 0 0 0 0,0 0 0 0 0,0 0 0 0 0,0 0 1 0 0,0 0-1 0 0,-1 0 0 0 0,1 0 0 0 0,0 1 0 0 0,0-1 1 0 0,0 0-1 0 0,0 0 0 0 0,0 0 0 0 0,0 0 0 0 0,0 0 1 0 0,0 0-1 0 0,0 0 0 0 0,0 0 0 0 0,0 0 1 0 0,0 0-1 0 0,-1 0 0 0 0,1 0 0 0 0,0 0 0 0 0,0 0 1 0 0,0 0-1 0 0,0 0 0 0 0,0 0 0 0 0,0 0 0 0 0,0 0 1 0 0,0 0-1 0 0,0 0 0 0 0,-1 0 0 0 0,1 0 0 0 0,0 0 1 0 0,0 0-1 0 0,0 0 0 0 0,0 0 0 0 0,0 0 0 0 0,0 0 1 0 0,0 0-1 0 0,0 0 0 0 0,0 0 0 0 0,-1 0 0 0 0,1 0 1 0 0,0 0-1 0 0,0 0 0 0 0,0 0 0 0 0,0 0 0 0 0,0-1 1 0 0,0 1-1 0 0,0 0 0 0 0,0 0 0 0 0,0 0 1 0 0,0 0-1 0 0,0 0 0 0 0,0 0 0 0 0,0 0 0 0 0,-2 14 608 0 0,2 18-291 0 0,3 9-264 0 0,2 0 0 0 0,2 0 1 0 0,2-1-1 0 0,1 0 0 0 0,2-1 1 0 0,2 0-1 0 0,2-1 0 0 0,28 51 1 0 0,-23-53-2013 0 0,0 1-6087 0 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35.9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12443 0 0,'6'77'6525'0'0,"0"-7"-5270"0"0,-4-4-3613 0 0,-11 95 0 0 0,7-148 2326 0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36.4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366 39 6449 0 0,'-5'-5'305'0'0,"1"1"0"0"0,-1 1 0 0 0,-1-1 0 0 0,1 1 0 0 0,0 0-1 0 0,-1 0 1 0 0,1 1 0 0 0,-1-1 0 0 0,0 1 0 0 0,0 0 0 0 0,0 1-1 0 0,0 0 1 0 0,0 0 0 0 0,0 0 0 0 0,-1 0 0 0 0,1 1 0 0 0,0 0-1 0 0,0 0 1 0 0,-1 1 0 0 0,-5 1 0 0 0,4 0 6 0 0,0-1 1 0 0,1 2-1 0 0,-1-1 1 0 0,1 1-1 0 0,0 0 1 0 0,0 0-1 0 0,0 1 1 0 0,0 0-1 0 0,1 0 1 0 0,-1 0-1 0 0,1 1 1 0 0,0 0-1 0 0,0 1 1 0 0,1-1-1 0 0,-8 11 0 0 0,-1 6-54 0 0,1 2-1 0 0,0-1 0 0 0,2 2 0 0 0,1 0 0 0 0,1 0 0 0 0,1 0 0 0 0,-6 36 0 0 0,2 12-371 0 0,-3 102-1 0 0,12-113-719 0 0,2 0-1 0 0,9 80 1 0 0,-5-122 373 0 0,0 0 0 0 0,1 0 0 0 0,1-1 1 0 0,1 0-1 0 0,1 0 0 0 0,0 0 0 0 0,1-1 0 0 0,1 0 0 0 0,1 0 0 0 0,1-1 1 0 0,15 19-1 0 0,-20-29 409 0 0,-1-1 0 0 0,1 0-1 0 0,1-1 1 0 0,-1 1 0 0 0,1-1 0 0 0,0 0 0 0 0,0-1 0 0 0,0 0-1 0 0,1 0 1 0 0,-1 0 0 0 0,1-1 0 0 0,0 0 0 0 0,0-1 0 0 0,0 0 0 0 0,9 2-1 0 0,-6-3 253 0 0,0-1 0 0 0,1 0 0 0 0,-1 0 0 0 0,0-1 0 0 0,0-1 0 0 0,0 0 0 0 0,-1 0 0 0 0,1-1 0 0 0,0-1 0 0 0,13-5 0 0 0,-4-1 154 0 0,-1 0 1 0 0,0-1 0 0 0,-1-1 0 0 0,-1-1 0 0 0,1-1 0 0 0,-2 0-1 0 0,0-1 1 0 0,-1 0 0 0 0,-1-2 0 0 0,0 0 0 0 0,14-22 0 0 0,-13 12-49 0 0,-1-1 0 0 0,-2-1 0 0 0,0 0 0 0 0,-2-1 1 0 0,-1 0-1 0 0,-2 0 0 0 0,-1-1 0 0 0,4-47 0 0 0,-7 34 115 0 0,-2-1 0 0 0,-3 1 0 0 0,-1-1-1 0 0,-2 1 1 0 0,-14-61 0 0 0,12 79-373 0 0,-1-1 0 0 0,-17-36 1 0 0,20 52-41 0 0,0 1 1 0 0,-1 0-1 0 0,0 0 1 0 0,-1 0-1 0 0,0 1 1 0 0,0 0-1 0 0,-1 0 1 0 0,-13-10-1 0 0,18 17-82 0 0,0-1 0 0 0,0 1 0 0 0,0 0 1 0 0,-1 1-1 0 0,1-1 0 0 0,-1 1 0 0 0,1-1 0 0 0,-1 1 0 0 0,0 0 0 0 0,1 0 0 0 0,-1 0 0 0 0,-6 0 0 0 0,7 1-613 0 0,-1 1-1 0 0,1-1 0 0 0,-1 0 0 0 0,1 1 1 0 0,-1-1-1 0 0,1 1 0 0 0,0 0 1 0 0,-5 2-1 0 0,-15 9-5983 0 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36.8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28 206 8290 0 0,'-3'-3'152'0'0,"0"0"0"0"0,1 0 1 0 0,-1 0-1 0 0,1 0 0 0 0,0 0 1 0 0,0-1-1 0 0,0 0 0 0 0,1 1 1 0 0,-1-1-1 0 0,1 0 0 0 0,0 0 1 0 0,0 1-1 0 0,0-1 0 0 0,0 0 1 0 0,1 0-1 0 0,-1-7 0 0 0,2 4 178 0 0,-1 0-1 0 0,2 0 0 0 0,-1 0 0 0 0,0 0 1 0 0,1 1-1 0 0,1-1 0 0 0,-1 0 1 0 0,7-11-1 0 0,-6 13-194 0 0,-1 1 0 0 0,1-1 1 0 0,0 1-1 0 0,0 0 0 0 0,1 0 0 0 0,-1 0 0 0 0,1 1 1 0 0,0-1-1 0 0,0 1 0 0 0,0 0 0 0 0,0 0 0 0 0,1 0 1 0 0,-1 0-1 0 0,1 1 0 0 0,0 0 0 0 0,0 0 0 0 0,0 0 1 0 0,-1 1-1 0 0,2-1 0 0 0,-1 1 0 0 0,0 0 0 0 0,0 1 1 0 0,0-1-1 0 0,0 1 0 0 0,1 0 0 0 0,-1 1 0 0 0,0-1 1 0 0,7 2-1 0 0,-10-1-97 0 0,0-1 0 0 0,0 1 1 0 0,0 0-1 0 0,-1 0 0 0 0,1 0 0 0 0,0 0 0 0 0,-1 0 1 0 0,1 0-1 0 0,-1 1 0 0 0,1-1 0 0 0,-1 0 1 0 0,0 1-1 0 0,1-1 0 0 0,-1 1 0 0 0,0 0 1 0 0,0-1-1 0 0,0 1 0 0 0,0 0 0 0 0,1 2 1 0 0,-1 0-4 0 0,0 0 1 0 0,0 0 0 0 0,-1 0 0 0 0,1 0 0 0 0,-1 0 0 0 0,0 0 0 0 0,0 1 0 0 0,-1 6 0 0 0,-1 4 71 0 0,-2 0-1 0 0,0 0 1 0 0,-10 26 0 0 0,-8 6 334 0 0,15-34-115 0 0,1 0 0 0 0,1 0 1 0 0,0 0-1 0 0,0 1 0 0 0,1 0 0 0 0,-3 21 0 0 0,7-34-308 0 0,0 0 0 0 0,0 1 0 0 0,0-1 0 0 0,0 0 0 0 0,0 0 0 0 0,0 0 0 0 0,0 0 1 0 0,0 0-1 0 0,1 0 0 0 0,-1 0 0 0 0,0 0 0 0 0,1 0 0 0 0,-1 0 0 0 0,1 0 0 0 0,-1 0 0 0 0,1 0 0 0 0,-1 0 0 0 0,1 0 0 0 0,0 0 0 0 0,0 0 0 0 0,-1-1 0 0 0,1 1 0 0 0,0 0 0 0 0,0 0 0 0 0,1 0 0 0 0,1 0-20 0 0,-1 0 0 0 0,1 0 0 0 0,-1 0 0 0 0,1-1 0 0 0,-1 1 0 0 0,1-1 0 0 0,-1 1 0 0 0,1-1 0 0 0,0 0 0 0 0,4 0 0 0 0,7-2-494 0 0,0-1-1 0 0,1 0 0 0 0,14-5 0 0 0,-22 6-27 0 0,56-17-4548 0 0,-44 15 4464 0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37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471 14 5065 0 0,'-31'0'2651'0'0,"-1"1"-1"0"0,1 1 1 0 0,0 2-1 0 0,-45 11 1 0 0,64-11-2364 0 0,1-1 0 0 0,0 2 0 0 0,-1 0 0 0 0,2 0 1 0 0,-1 1-1 0 0,1 0 0 0 0,-1 1 0 0 0,2 0 0 0 0,-1 1 0 0 0,1 0 0 0 0,0 0 0 0 0,1 1 1 0 0,0 0-1 0 0,-11 17 0 0 0,2 2-263 0 0,2 2 0 0 0,1 0 1 0 0,1 1-1 0 0,2 0 0 0 0,1 1 0 0 0,1 0 0 0 0,2 0 1 0 0,1 1-1 0 0,2 0 0 0 0,1 0 0 0 0,3 60 1 0 0,1-77-59 0 0,0 1 0 0 0,2-1 0 0 0,0 1 0 0 0,1-1 0 0 0,0 0 0 0 0,1-1 0 0 0,1 1 0 0 0,0-1 0 0 0,2 0 0 0 0,-1 0 0 0 0,2-1 0 0 0,0 0 0 0 0,0-1 0 0 0,2 0 0 0 0,-1 0 0 0 0,2-1 0 0 0,0 0 0 0 0,0-1 0 0 0,1-1 0 0 0,0 0 0 0 0,1 0 0 0 0,0-2 0 0 0,0 1 0 0 0,1-2 0 0 0,0 0 0 0 0,26 8 0 0 0,-20-9-139 0 0,0 0 0 0 0,1-2 0 0 0,-1 0 0 0 0,1-1 0 0 0,0-2 0 0 0,1 0 0 0 0,-1-1 0 0 0,0-1 0 0 0,0-1 0 0 0,41-10 0 0 0,-47 8 311 0 0,-1-1 1 0 0,1 0 0 0 0,-1-1-1 0 0,0-1 1 0 0,0-1-1 0 0,-1 0 1 0 0,0-1 0 0 0,0 0-1 0 0,-1-1 1 0 0,-1-1 0 0 0,1 0-1 0 0,-2 0 1 0 0,1-1-1 0 0,-2-1 1 0 0,12-16 0 0 0,-9 7-36 0 0,-1 0 0 0 0,-1-1 0 0 0,-1 0 0 0 0,-1-1 1 0 0,-1 0-1 0 0,-1-1 0 0 0,-1 1 0 0 0,-1-1 0 0 0,-1 0 0 0 0,-1-1 0 0 0,-2 1 1 0 0,0 0-1 0 0,-2-1 0 0 0,-5-34 0 0 0,2 36-106 0 0,0 1 0 0 0,-2-1 0 0 0,-1 1 0 0 0,-1 0 0 0 0,0 0 0 0 0,-2 1 0 0 0,-1 0 0 0 0,-1 1 0 0 0,0 0 0 0 0,-2 1 0 0 0,0 0 0 0 0,-1 1 0 0 0,-1 1 0 0 0,-1 0 0 0 0,-21-17 0 0 0,33 31-214 0 0,0 0 0 0 0,0 0 0 0 0,-1 0 0 0 0,1 1 0 0 0,-1 0-1 0 0,1 0 1 0 0,-1 0 0 0 0,0 1 0 0 0,0 0 0 0 0,0 0 0 0 0,-9-2 0 0 0,-9 3-7443 0 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38.3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5 150 5985 0 0,'-2'-13'1139'0'0,"1"0"-1"0"0,0 0 1 0 0,1 0-1 0 0,0 0 1 0 0,1 0-1 0 0,1 0 1 0 0,0 0-1 0 0,5-18 0 0 0,-7 30-1045 0 0,0 1-1 0 0,0-1 0 0 0,1 0 0 0 0,-1 1 1 0 0,0-1-1 0 0,0 0 0 0 0,0 1 0 0 0,1-1 0 0 0,-1 1 1 0 0,0-1-1 0 0,1 0 0 0 0,-1 1 0 0 0,1-1 1 0 0,-1 1-1 0 0,0-1 0 0 0,1 1 0 0 0,-1-1 0 0 0,1 1 1 0 0,-1-1-1 0 0,1 1 0 0 0,0 0 0 0 0,-1-1 1 0 0,1 1-1 0 0,-1 0 0 0 0,1-1 0 0 0,0 1 1 0 0,-1 0-1 0 0,1 0 0 0 0,0 0 0 0 0,-1-1 0 0 0,1 1 1 0 0,0 0-1 0 0,0 0 0 0 0,0 1 15 0 0,1 0 0 0 0,-1-1 0 0 0,0 1 1 0 0,1 0-1 0 0,-1 0 0 0 0,0 0 0 0 0,0 0 0 0 0,0 0 0 0 0,0 1 0 0 0,0-1 1 0 0,0 0-1 0 0,0 0 0 0 0,1 3 0 0 0,21 45 999 0 0,5 47-1848 0 0,25 148 1 0 0,-53-242 566 0 0,1 2-368 0 0,0 0-1 0 0,0 1 0 0 0,-1-1 0 0 0,1 0 0 0 0,-1 0 1 0 0,0 1-1 0 0,0-1 0 0 0,-1 0 0 0 0,1 0 0 0 0,-1 1 0 0 0,-1 4 1 0 0,1-8 419 0 0,1-1 0 0 0,0 0 0 0 0,-1 0 0 0 0,1 0 0 0 0,-1 0 0 0 0,1 0 0 0 0,0 0 0 0 0,-1 0 0 0 0,1 0 0 0 0,-1 0 0 0 0,1 0 0 0 0,-1 0 0 0 0,1 0 0 0 0,0 0 0 0 0,-1 0 0 0 0,1 0 0 0 0,0-1 0 0 0,-1 1 0 0 0,1 0 0 0 0,-1 0 0 0 0,1 0 0 0 0,0 0 0 0 0,-1-1 0 0 0,1 1 0 0 0,0 0 0 0 0,-1-1 0 0 0,1 1 0 0 0,0 0 0 0 0,0 0 0 0 0,-1-1 0 0 0,1 1 0 0 0,0 0 0 0 0,0-1 0 0 0,0 1 0 0 0,-1-1 0 0 0,-6-8-416 0 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38.6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63 10138 0 0,'1'-3'198'0'0,"1"0"0"0"0,-1 0 0 0 0,1 0-1 0 0,0 1 1 0 0,-1-1 0 0 0,1 0 0 0 0,1 1 0 0 0,-1 0-1 0 0,0-1 1 0 0,1 1 0 0 0,-1 0 0 0 0,1 0 0 0 0,-1 0 0 0 0,1 0-1 0 0,0 1 1 0 0,0-1 0 0 0,0 1 0 0 0,5-2 0 0 0,3-1 607 0 0,-1 0 0 0 0,0 1 1 0 0,1 0-1 0 0,16-1 1 0 0,-26 4-763 0 0,0-1-1 0 0,1 1 1 0 0,-1 0 0 0 0,1 0 0 0 0,-1 1-1 0 0,1-1 1 0 0,-1 0 0 0 0,1 0 0 0 0,-1 1-1 0 0,0-1 1 0 0,1 1 0 0 0,-1-1 0 0 0,0 1-1 0 0,1 0 1 0 0,-1-1 0 0 0,0 1 0 0 0,0 0-1 0 0,0 0 1 0 0,1 0 0 0 0,-1 0 0 0 0,0 0-1 0 0,0 0 1 0 0,0 0 0 0 0,-1 0 0 0 0,1 0-1 0 0,0 1 1 0 0,0-1 0 0 0,-1 0 0 0 0,1 0-1 0 0,0 1 1 0 0,-1-1 0 0 0,1 1 0 0 0,-1-1-1 0 0,0 0 1 0 0,1 1 0 0 0,-1-1 0 0 0,0 1-1 0 0,0-1 1 0 0,0 1 0 0 0,0-1 0 0 0,0 0-1 0 0,-1 2 1 0 0,1 9-29 0 0,-1 0-1 0 0,-1 0 1 0 0,-6 22-1 0 0,7-29 7 0 0,-41 123-524 0 0,29-94 441 0 0,1 0 0 0 0,2 1 0 0 0,-10 66 0 0 0,20-100 99 0 0,0-1 0 0 0,-1 0 0 0 0,1 1 0 0 0,0-1 0 0 0,0 1 0 0 0,0-1 0 0 0,0 0 0 0 0,0 1 0 0 0,0-1 0 0 0,0 1 0 0 0,1-1 0 0 0,-1 0 0 0 0,0 1-1 0 0,0-1 1 0 0,0 0 0 0 0,0 1 0 0 0,0-1 0 0 0,1 0 0 0 0,-1 1 0 0 0,0-1 0 0 0,0 0 0 0 0,0 1 0 0 0,1-1 0 0 0,-1 0 0 0 0,0 1 0 0 0,0-1 0 0 0,1 0 0 0 0,-1 0 0 0 0,0 0 0 0 0,1 1 0 0 0,-1-1 0 0 0,0 0 0 0 0,1 0 0 0 0,0 0 0 0 0,16-2 728 0 0,22-19-86 0 0,-33 17-548 0 0,33-16-200 0 0,51-21-1 0 0,-32 23-6378 0 0,-33 14-142 0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38.9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1 279 6449 0 0,'7'-3'424'0'0,"0"-1"-1"0"0,-1 1 1 0 0,1-1 0 0 0,-1 0-1 0 0,0-1 1 0 0,0 1-1 0 0,10-11 1 0 0,34-41 823 0 0,-50 56-1246 0 0,1-1 15 0 0,12-15 457 0 0,0-1-1 0 0,11-20 1 0 0,-21 33-311 0 0,-1 0 0 0 0,0 0 0 0 0,0 0 0 0 0,0 0-1 0 0,-1 0 1 0 0,1 0 0 0 0,-1 0 0 0 0,0-1 0 0 0,0 1 0 0 0,-1 0 0 0 0,1-1 0 0 0,-1 1 0 0 0,0-1-1 0 0,0 1 1 0 0,0 0 0 0 0,-1-1 0 0 0,0-4 0 0 0,0 8-108 0 0,1-1 1 0 0,-1 1-1 0 0,0-1 1 0 0,1 0-1 0 0,-1 1 0 0 0,0 0 1 0 0,0-1-1 0 0,0 1 0 0 0,0-1 1 0 0,0 1-1 0 0,-1 0 1 0 0,1 0-1 0 0,0 0 0 0 0,0 0 1 0 0,-1 0-1 0 0,1 0 1 0 0,-1 0-1 0 0,1 0 0 0 0,-1 0 1 0 0,1 1-1 0 0,-1-1 0 0 0,0 0 1 0 0,1 1-1 0 0,-1 0 1 0 0,0-1-1 0 0,1 1 0 0 0,-1 0 1 0 0,0 0-1 0 0,1 0 1 0 0,-1 0-1 0 0,0 0 0 0 0,1 0 1 0 0,-1 0-1 0 0,0 1 1 0 0,1-1-1 0 0,-1 1 0 0 0,0-1 1 0 0,1 1-1 0 0,-1 0 0 0 0,-2 1 1 0 0,-1 0 91 0 0,0 1 0 0 0,0 0-1 0 0,0 0 1 0 0,0 0 0 0 0,1 0 0 0 0,-1 1 0 0 0,1 0 0 0 0,0 0-1 0 0,0 0 1 0 0,-6 9 0 0 0,6-7-51 0 0,1 0 0 0 0,-1 1 0 0 0,2-1 0 0 0,-1 1-1 0 0,1-1 1 0 0,0 1 0 0 0,0 0 0 0 0,1 0 0 0 0,0 0 0 0 0,0-1 0 0 0,1 1-1 0 0,-1 0 1 0 0,2 0 0 0 0,-1 0 0 0 0,1 0 0 0 0,0 0 0 0 0,3 11 0 0 0,-1-10-138 0 0,0 0 0 0 0,0-1 1 0 0,1 1-1 0 0,0-1 1 0 0,1 0-1 0 0,-1 0 0 0 0,1 0 1 0 0,1 0-1 0 0,-1-1 0 0 0,1 0 1 0 0,0 0-1 0 0,1 0 1 0 0,-1-1-1 0 0,11 6 0 0 0,-2-1-889 0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39.2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1 9218 0 0,'-4'1'8555'0'0,"3"17"-5509"0"0,3 37-4013 0 0,-1-32 1831 0 0,-2 122-467 0 0,-1-70-327 0 0,14 133 0 0 0,-11-206-72 0 0,-1 0 1 0 0,0 1 0 0 0,1-1 0 0 0,-1 0 0 0 0,1 0 0 0 0,0 0 0 0 0,-1-1 0 0 0,1 1 0 0 0,0 0 0 0 0,0 0-1 0 0,1 0 1 0 0,0 2 0 0 0,-1-4 3 0 0,0 1 0 0 0,0-1 0 0 0,-1 1-1 0 0,1 0 1 0 0,0-1 0 0 0,0 1 0 0 0,0-1 0 0 0,0 0-1 0 0,0 1 1 0 0,0-1 0 0 0,0 0 0 0 0,-1 0 0 0 0,1 1-1 0 0,0-1 1 0 0,0 0 0 0 0,0 0 0 0 0,0 0 0 0 0,0 0-1 0 0,1 0 1 0 0,4-2 36 0 0,0 1-1 0 0,-1-1 0 0 0,1-1 0 0 0,-1 1 1 0 0,1-1-1 0 0,-1 0 0 0 0,5-3 1 0 0,52-30 101 0 0,43-26-3239 0 0,-79 43-3677 0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40.0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49 6913 0 0,'0'-8'2669'0'0,"-1"5"-2060"0"0,1 1-1 0 0,-1-1 1 0 0,1 1 0 0 0,0-1-1 0 0,0 0 1 0 0,0 1 0 0 0,0-1-1 0 0,1 1 1 0 0,-1-1 0 0 0,1 1-1 0 0,-1-1 1 0 0,1 1 0 0 0,0 0-1 0 0,1-3 1 0 0,-1 5-525 0 0,-1 0 0 0 0,1 0 0 0 0,-1 1 0 0 0,1-1 0 0 0,-1 0 0 0 0,1 1 0 0 0,-1-1 0 0 0,1 0-1 0 0,-1 1 1 0 0,1-1 0 0 0,-1 1 0 0 0,0-1 0 0 0,1 1 0 0 0,-1-1 0 0 0,0 1 0 0 0,1-1 0 0 0,-1 1 0 0 0,0-1 0 0 0,0 1 0 0 0,1-1 0 0 0,-1 1 0 0 0,0 0 0 0 0,0-1 0 0 0,0 1 0 0 0,0-1 0 0 0,0 1-1 0 0,0 1 1 0 0,4 19 231 0 0,-4-20-202 0 0,6 57 361 0 0,-4-28-427 0 0,1-1-1 0 0,10 38 0 0 0,-12-60-59 0 0,1 0 1 0 0,1 0-1 0 0,-1 0 0 0 0,1-1 1 0 0,0 1-1 0 0,1-1 0 0 0,0 0 0 0 0,0 0 1 0 0,0 0-1 0 0,0 0 0 0 0,1-1 1 0 0,0 0-1 0 0,0 0 0 0 0,10 7 1 0 0,-13-10-6 0 0,1 0 1 0 0,-1-1 0 0 0,1 1-1 0 0,0-1 1 0 0,0 0 0 0 0,-1 0-1 0 0,1 0 1 0 0,0 0 0 0 0,0 0-1 0 0,0-1 1 0 0,0 0 0 0 0,0 1-1 0 0,0-1 1 0 0,0 0 0 0 0,1 0 0 0 0,-1-1-1 0 0,0 1 1 0 0,0 0 0 0 0,3-2-1 0 0,-1 0-68 0 0,0 0 0 0 0,0-1 0 0 0,0 1-1 0 0,-1-1 1 0 0,1 0 0 0 0,-1 0 0 0 0,1-1 0 0 0,-1 1-1 0 0,0-1 1 0 0,3-4 0 0 0,5-6-178 0 0,-2 0 1 0 0,1-1-1 0 0,-2-1 0 0 0,0 1 1 0 0,10-27-1 0 0,-15 31 240 0 0,-1 2 195 0 0,1 0 1 0 0,-1 0 0 0 0,2 1-1 0 0,-1-1 1 0 0,1 1-1 0 0,0 0 1 0 0,1 0 0 0 0,9-10-1 0 0,-14 18-108 0 0,0-1 0 0 0,0 1 0 0 0,0 0 0 0 0,0 0 0 0 0,0-1 0 0 0,1 1 0 0 0,-1 0-1 0 0,0 0 1 0 0,0 0 0 0 0,0 0 0 0 0,0 0 0 0 0,0 0 0 0 0,0 0 0 0 0,0 1 0 0 0,0-1 0 0 0,1 0-1 0 0,-1 1 1 0 0,0-1 0 0 0,0 1 0 0 0,0-1 0 0 0,0 1 0 0 0,0-1 0 0 0,-1 1 0 0 0,1-1 0 0 0,0 1-1 0 0,0 0 1 0 0,0 0 0 0 0,0-1 0 0 0,-1 1 0 0 0,1 0 0 0 0,0 0 0 0 0,0 2 0 0 0,24 30 235 0 0,-23-30-333 0 0,12 20-535 0 0,2 0 1 0 0,29 33-1 0 0,-25-36-7029 0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41.3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50 8290 0 0,'6'-5'817'0'0,"0"0"0"0"0,0 0 0 0 0,1 0 1 0 0,-1 1-1 0 0,1 0 0 0 0,0 0 0 0 0,0 0 0 0 0,0 1 0 0 0,1 1 1 0 0,-1-1-1 0 0,13-2 0 0 0,-17 5-669 0 0,-1-1 1 0 0,1 1-1 0 0,-1 0 1 0 0,1 0-1 0 0,-1 0 0 0 0,0 1 1 0 0,1-1-1 0 0,-1 0 1 0 0,1 1-1 0 0,-1 0 1 0 0,0-1-1 0 0,1 1 0 0 0,-1 0 1 0 0,0 0-1 0 0,0 0 1 0 0,4 3-1 0 0,-4-2-98 0 0,0 0 1 0 0,0 1-1 0 0,0-1 1 0 0,0 0-1 0 0,-1 1 0 0 0,1 0 1 0 0,-1-1-1 0 0,0 1 0 0 0,1 0 1 0 0,-1-1-1 0 0,-1 1 1 0 0,1 0-1 0 0,0 0 0 0 0,-1 0 1 0 0,1 0-1 0 0,-1 0 1 0 0,0 4-1 0 0,0 5 20 0 0,-1 0 1 0 0,0 0 0 0 0,-1 0-1 0 0,-1 0 1 0 0,-3 13-1 0 0,2-12-68 0 0,1 0 0 0 0,0 0 0 0 0,-1 26 0 0 0,4-38-6 0 0,0 0 1 0 0,-1 0 0 0 0,1 0-1 0 0,1 0 1 0 0,-1 0-1 0 0,0 0 1 0 0,0 0 0 0 0,0 0-1 0 0,0 1 1 0 0,1-1-1 0 0,-1 0 1 0 0,0 0 0 0 0,1 0-1 0 0,-1 0 1 0 0,1 0-1 0 0,-1-1 1 0 0,1 1 0 0 0,0 0-1 0 0,-1 0 1 0 0,1 0-1 0 0,0 0 1 0 0,0-1 0 0 0,0 1-1 0 0,-1 0 1 0 0,1-1-1 0 0,0 1 1 0 0,0 0 0 0 0,0-1-1 0 0,0 1 1 0 0,0-1 0 0 0,0 0-1 0 0,0 1 1 0 0,0-1-1 0 0,0 0 1 0 0,2 1 0 0 0,4-1-47 0 0,-1 0 0 0 0,1-1 0 0 0,-1 1 0 0 0,1-1 0 0 0,8-3 0 0 0,-10 3 17 0 0,0 0-1 0 0,0 0 1 0 0,0 0-1 0 0,0 1 1 0 0,0-1-1 0 0,7 2 1 0 0,-7 0 33 0 0,-1 0-1 0 0,1 0 1 0 0,-1 1 0 0 0,0 0 0 0 0,1 0 0 0 0,-1 0 0 0 0,0 0 0 0 0,0 1 0 0 0,-1 0 0 0 0,1-1 0 0 0,0 2 0 0 0,-1-1 0 0 0,0 0 0 0 0,0 1 0 0 0,0-1 0 0 0,0 1 0 0 0,0 0-1 0 0,-1 0 1 0 0,1 0 0 0 0,-1 0 0 0 0,0 0 0 0 0,-1 0 0 0 0,1 1 0 0 0,-1-1 0 0 0,0 1 0 0 0,1 4 0 0 0,-1-1-200 0 0,0-1 1 0 0,-1 0 0 0 0,1 1-1 0 0,-2-1 1 0 0,1 0-1 0 0,-1 1 1 0 0,0-1-1 0 0,-1 0 1 0 0,1 1 0 0 0,-1-1-1 0 0,-1 0 1 0 0,0-1-1 0 0,0 1 1 0 0,0 0-1 0 0,-8 11 1 0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41.8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431 184 9674 0 0,'-2'-9'201'0'0,"0"-9"731"0"0,-2 0 0 0 0,0 1-1 0 0,-1 0 1 0 0,-14-33 0 0 0,17 46-764 0 0,0 1 0 0 0,0-1 0 0 0,0 1 0 0 0,0 0 0 0 0,-1 0 0 0 0,1-1 0 0 0,-1 1-1 0 0,0 1 1 0 0,0-1 0 0 0,0 0 0 0 0,0 1 0 0 0,-1 0 0 0 0,1-1 0 0 0,0 1 0 0 0,-1 1 0 0 0,0-1 0 0 0,1 0 0 0 0,-1 1 0 0 0,0 0 0 0 0,0 0 0 0 0,0 0 0 0 0,0 0 0 0 0,0 1-1 0 0,0-1 1 0 0,0 1 0 0 0,0 0 0 0 0,0 0 0 0 0,-5 2 0 0 0,0-1 35 0 0,0 1 0 0 0,0 0 0 0 0,0 0 0 0 0,0 1 0 0 0,0 1 0 0 0,1-1-1 0 0,-1 2 1 0 0,1-1 0 0 0,0 1 0 0 0,0 0 0 0 0,-11 10 0 0 0,8-4-83 0 0,0 0 0 0 0,1 0 0 0 0,0 1-1 0 0,0 1 1 0 0,1-1 0 0 0,-9 20 0 0 0,1 5-95 0 0,1 0 1 0 0,2 1-1 0 0,2 1 1 0 0,-12 58-1 0 0,17-54-21 0 0,1 1 0 0 0,2-1 0 0 0,2 1 0 0 0,2 0 0 0 0,2 0 0 0 0,2-1 0 0 0,9 46 0 0 0,-6-58-106 0 0,0-1 0 0 0,2 0 0 0 0,1 0 0 0 0,2-1 0 0 0,0 0 0 0 0,2-1 0 0 0,1 0 0 0 0,2-2 0 0 0,0 0 0 0 0,34 38 0 0 0,-39-51-40 0 0,0-2-1 0 0,1 0 1 0 0,0 0-1 0 0,1-1 0 0 0,0-1 1 0 0,1 0-1 0 0,0-1 1 0 0,0-1-1 0 0,1 0 1 0 0,-1-1-1 0 0,28 7 1 0 0,-30-11 117 0 0,0 1 0 0 0,0-2 0 0 0,1 0 1 0 0,-1 0-1 0 0,0-1 0 0 0,0-1 1 0 0,1 0-1 0 0,-1-1 0 0 0,0-1 1 0 0,0 0-1 0 0,-1 0 0 0 0,1-1 1 0 0,-1-1-1 0 0,1 0 0 0 0,14-10 1 0 0,-4 0 265 0 0,-1-1 0 0 0,-1-1 1 0 0,0-1-1 0 0,-2-1 0 0 0,0-1 1 0 0,-1-1-1 0 0,-1 0 1 0 0,-1-1-1 0 0,-1-1 0 0 0,24-48 1 0 0,-6-1 10 0 0,-3-1 0 0 0,30-117 0 0 0,-59 189-250 0 0,17-63 174 0 0,-1-1 0 0 0,14-129-1 0 0,-31 183-179 0 0,0-1 0 0 0,0 1 0 0 0,-1-1 0 0 0,-1 1 0 0 0,0-1 0 0 0,0 1 0 0 0,-1 0 0 0 0,-1-1-1 0 0,0 2 1 0 0,0-1 0 0 0,-1 0 0 0 0,0 1 0 0 0,-10-14 0 0 0,4 10-385 0 0,-1 0-1 0 0,0 1 1 0 0,0 0 0 0 0,-1 1 0 0 0,-1 1-1 0 0,0 0 1 0 0,0 1 0 0 0,-18-9 0 0 0,0 0-6862 0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43.4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95 12899 0 0,'1'-7'770'0'0,"0"0"1"0"0,0 0 0 0 0,0 0-1 0 0,1 0 1 0 0,3-10-1 0 0,-4 14-471 0 0,0-1 0 0 0,1 1-1 0 0,-1 0 1 0 0,1-1 0 0 0,0 1 0 0 0,0 0-1 0 0,0 0 1 0 0,0 0 0 0 0,0 1 0 0 0,1-1-1 0 0,-1 1 1 0 0,6-4 0 0 0,-8 6-266 0 0,1-1-1 0 0,-1 1 1 0 0,1 0 0 0 0,-1 0 0 0 0,1 1 0 0 0,-1-1-1 0 0,1 0 1 0 0,-1 0 0 0 0,1 0 0 0 0,-1 0 0 0 0,1 0-1 0 0,-1 0 1 0 0,1 1 0 0 0,-1-1 0 0 0,1 0 0 0 0,-1 0-1 0 0,0 1 1 0 0,1-1 0 0 0,-1 0 0 0 0,1 1 0 0 0,-1-1-1 0 0,0 0 1 0 0,1 1 0 0 0,-1-1 0 0 0,0 1-1 0 0,1-1 1 0 0,-1 1 0 0 0,0-1 0 0 0,0 1 0 0 0,1-1-1 0 0,-1 1 1 0 0,0-1 0 0 0,0 1 0 0 0,0-1 0 0 0,0 1-1 0 0,0-1 1 0 0,0 1 0 0 0,0-1 0 0 0,0 1 0 0 0,6 25 171 0 0,-5-25-180 0 0,18 175 435 0 0,-16-123-493 0 0,2 0 0 0 0,3-1 0 0 0,24 86 0 0 0,-27-123 74 0 0,2 0-1 0 0,-1 0 1 0 0,2-1 0 0 0,13 20-1 0 0,-16-27-57 0 0,0 0 0 0 0,0 0-1 0 0,1-1 1 0 0,0 0-1 0 0,0 0 1 0 0,1-1 0 0 0,-1 1-1 0 0,1-1 1 0 0,0-1-1 0 0,9 5 1 0 0,-13-8-42 0 0,-1 0-1 0 0,1 0 1 0 0,-1 0 0 0 0,1-1-1 0 0,0 1 1 0 0,-1-1 0 0 0,1 0-1 0 0,0 0 1 0 0,0 0 0 0 0,-1 0-1 0 0,1 0 1 0 0,0 0 0 0 0,-1-1 0 0 0,1 1-1 0 0,0-1 1 0 0,-1 0 0 0 0,1 0-1 0 0,-1 0 1 0 0,1 0 0 0 0,-1 0-1 0 0,1 0 1 0 0,-1-1 0 0 0,0 1-1 0 0,0-1 1 0 0,1 0 0 0 0,-1 1-1 0 0,0-1 1 0 0,-1 0 0 0 0,1 0-1 0 0,0-1 1 0 0,-1 1 0 0 0,1 0-1 0 0,-1 0 1 0 0,3-5 0 0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43.6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73 14283 0 0,'-11'-1'1548'0'0,"11"-3"-493"0"0,18-8-26 0 0,33-10-549 0 0,-22 14-2238 0 0,1 0 0 0 0,46-5 0 0 0,-45 9 1232 0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43.9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204 0 9674 0 0,'-7'2'492'0'0,"1"0"0"0"0,-1 1 0 0 0,1-1 0 0 0,0 1 0 0 0,0 0 0 0 0,0 1 0 0 0,0 0 0 0 0,1-1 1 0 0,-10 10-1 0 0,5-6-206 0 0,-2 3-56 0 0,0-1 1 0 0,0 1 0 0 0,1 1 0 0 0,0 0-1 0 0,1 1 1 0 0,-13 19 0 0 0,18-23-126 0 0,1 0 1 0 0,-1 0 0 0 0,2 0-1 0 0,-1 1 1 0 0,2 0 0 0 0,-1 0-1 0 0,1 0 1 0 0,0 0 0 0 0,1 0-1 0 0,0 0 1 0 0,0 0 0 0 0,1 11-1 0 0,0-16 22 0 0,0 1 1 0 0,1-1-1 0 0,-1 0 0 0 0,1 1 0 0 0,0-1 1 0 0,0 1-1 0 0,1-1 0 0 0,-1 0 0 0 0,1 0 0 0 0,2 5 1 0 0,-3-8-89 0 0,0 0 0 0 0,0 0 1 0 0,0 0-1 0 0,0 0 0 0 0,0 0 0 0 0,0 0 1 0 0,1 0-1 0 0,-1 0 0 0 0,0-1 1 0 0,1 1-1 0 0,-1 0 0 0 0,0-1 0 0 0,1 1 1 0 0,-1-1-1 0 0,0 1 0 0 0,1-1 1 0 0,-1 0-1 0 0,1 0 0 0 0,-1 0 0 0 0,1 1 1 0 0,-1-1-1 0 0,1-1 0 0 0,-1 1 1 0 0,1 0-1 0 0,-1 0 0 0 0,1 0 0 0 0,-1-1 1 0 0,1 1-1 0 0,-1-1 0 0 0,0 1 1 0 0,1-1-1 0 0,-1 0 0 0 0,2-1 0 0 0,8-4 46 0 0,0 0-1 0 0,-1-1 0 0 0,0 0 0 0 0,0-1 1 0 0,-1 0-1 0 0,16-17 0 0 0,44-62 60 0 0,-56 67-121 0 0,23-30 355 0 0,-33 47-326 0 0,0 0 0 0 0,0-1 0 0 0,1 1-1 0 0,-1 0 1 0 0,1 0 0 0 0,-1 1 0 0 0,1-1-1 0 0,0 1 1 0 0,0 0 0 0 0,7-3 0 0 0,-10 5-39 0 0,0 0 0 0 0,1 0 1 0 0,-1 0-1 0 0,0 0 1 0 0,0 0-1 0 0,1 0 0 0 0,-1 1 1 0 0,0-1-1 0 0,1 0 0 0 0,-1 1 1 0 0,0-1-1 0 0,0 1 1 0 0,0-1-1 0 0,1 1 0 0 0,-1 0 1 0 0,0-1-1 0 0,0 1 0 0 0,0 0 1 0 0,0 0-1 0 0,0 0 0 0 0,0 0 1 0 0,0 0-1 0 0,0 0 1 0 0,-1 0-1 0 0,1 0 0 0 0,0 0 1 0 0,0 2-1 0 0,21 42 102 0 0,-14-27-53 0 0,16 20-351 0 0,-4-17-6004 0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44.3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 9674 0 0,'0'-1'115'0'0,"0"1"1"0"0,0 0-1 0 0,1-1 0 0 0,-1 1 1 0 0,0 0-1 0 0,1-1 0 0 0,-1 1 1 0 0,1 0-1 0 0,-1 0 0 0 0,0-1 1 0 0,1 1-1 0 0,-1 0 0 0 0,1 0 0 0 0,-1 0 1 0 0,0 0-1 0 0,1-1 0 0 0,-1 1 1 0 0,1 0-1 0 0,-1 0 0 0 0,1 0 1 0 0,-1 0-1 0 0,0 0 0 0 0,1 0 1 0 0,-1 0-1 0 0,1 0 0 0 0,-1 0 1 0 0,1 1-1 0 0,-1-1 0 0 0,1 0 0 0 0,-1 0 1 0 0,0 0-1 0 0,1 0 0 0 0,-1 1 1 0 0,1-1-1 0 0,-1 0 0 0 0,1 1 1 0 0,11 17 2050 0 0,0 26-88 0 0,-9 19-1328 0 0,-3-52-711 0 0,0 0-1 0 0,0 0 0 0 0,1 0 0 0 0,1 0 1 0 0,0 0-1 0 0,0 0 0 0 0,1 0 1 0 0,7 18-1 0 0,-9-29-35 0 0,-1 1 0 0 0,0-1 0 0 0,0 0 0 0 0,1 1 0 0 0,-1-1 0 0 0,0 0 0 0 0,0 0 0 0 0,1 0 0 0 0,-1 1 0 0 0,0-1 0 0 0,1 0 0 0 0,-1 0 0 0 0,0 0 0 0 0,1 0 0 0 0,-1 0-1 0 0,0 1 1 0 0,1-1 0 0 0,-1 0 0 0 0,1 0 0 0 0,-1 0 0 0 0,0 0 0 0 0,1 0 0 0 0,-1 0 0 0 0,0 0 0 0 0,1 0 0 0 0,-1 0 0 0 0,0-1 0 0 0,1 1 0 0 0,-1 0 0 0 0,0 0 0 0 0,1 0 0 0 0,-1 0 0 0 0,0 0 0 0 0,1-1 0 0 0,-1 1 0 0 0,0 0 0 0 0,1 0 0 0 0,-1 0 0 0 0,0-1 0 0 0,0 1 0 0 0,1 0-1 0 0,-1-1 1 0 0,0 1 0 0 0,0 0 0 0 0,1 0 0 0 0,-1-1 0 0 0,0 1 0 0 0,0 0 0 0 0,0-1 0 0 0,0 1 0 0 0,0-1 0 0 0,0 1 0 0 0,1 0 0 0 0,-1-1 0 0 0,12-23 273 0 0,-11 21-231 0 0,11-24 50 0 0,-7 13-165 0 0,1 1 0 0 0,0-1 0 0 0,15-21 0 0 0,-19 32 115 0 0,-1 1 1 0 0,1 0-1 0 0,-1 0 1 0 0,1 0-1 0 0,0 0 1 0 0,0 1-1 0 0,0-1 1 0 0,0 0-1 0 0,0 1 1 0 0,0-1-1 0 0,0 1 1 0 0,1 0-1 0 0,-1 0 1 0 0,0 0-1 0 0,1 0 1 0 0,-1 0-1 0 0,1 0 1 0 0,-1 0-1 0 0,1 1 1 0 0,0 0-1 0 0,-1-1 1 0 0,1 1-1 0 0,-1 0 1 0 0,1 0-1 0 0,0 0 0 0 0,-1 1 1 0 0,4 0-1 0 0,-2 1-14 0 0,0 0-1 0 0,0 1 0 0 0,0-1 1 0 0,0 1-1 0 0,-1 0 0 0 0,1 0 0 0 0,-1 0 1 0 0,0 0-1 0 0,0 1 0 0 0,0-1 1 0 0,0 1-1 0 0,0 0 0 0 0,3 8 0 0 0,8 8-2381 0 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2:44.8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14747 0 0,'4'0'459'0'0,"-1"0"0"0"0,1 0 0 0 0,-1 1-1 0 0,1-1 1 0 0,-1 1 0 0 0,0 0 0 0 0,1 0 0 0 0,-1 0 0 0 0,0 1-1 0 0,0-1 1 0 0,0 1 0 0 0,0 0 0 0 0,0-1 0 0 0,3 4-1 0 0,-2-2-241 0 0,0 1 0 0 0,0 0 0 0 0,0 0 0 0 0,-1 1 0 0 0,0-1 0 0 0,0 1 0 0 0,0 0 0 0 0,2 5 0 0 0,3 10-310 0 0,-1 0 0 0 0,-1 0 1 0 0,6 37-1 0 0,-10-43 484 0 0,37 265-29 0 0,-16-102-373 0 0,-21-157 97 0 0,2 1 1 0 0,7 21-1 0 0,-9-36-108 0 0,0-1-1 0 0,0 0 1 0 0,0 0 0 0 0,0 0 0 0 0,1-1 0 0 0,0 1-1 0 0,0-1 1 0 0,0 1 0 0 0,1-1 0 0 0,0 0 0 0 0,-1 0-1 0 0,1 0 1 0 0,6 3 0 0 0,-10-7 25 0 0,1 0-1 0 0,0 0 1 0 0,0 0 0 0 0,-1 0 0 0 0,1 0-1 0 0,0-1 1 0 0,0 1 0 0 0,-1 0-1 0 0,1 0 1 0 0,0-1 0 0 0,0 1-1 0 0,-1 0 1 0 0,1-1 0 0 0,0 1-1 0 0,-1-1 1 0 0,1 1 0 0 0,-1-1 0 0 0,1 1-1 0 0,0-1 1 0 0,-1 1 0 0 0,1-1-1 0 0,-1 0 1 0 0,1 1 0 0 0,-1-1-1 0 0,0 0 1 0 0,1 1 0 0 0,-1-1-1 0 0,0 0 1 0 0,1 0 0 0 0,-1 1-1 0 0,0-1 1 0 0,0-1 0 0 0,15-35-25 0 0,-13 31 20 0 0,7-19-68 0 0,1 0-1 0 0,1 1 0 0 0,24-37 0 0 0,-31 53 54 0 0,1 1 1 0 0,1 0 0 0 0,-1 1-1 0 0,1-1 1 0 0,0 1 0 0 0,1 0-1 0 0,-1 1 1 0 0,1-1 0 0 0,0 1-1 0 0,1 1 1 0 0,-1-1-1 0 0,1 1 1 0 0,0 0 0 0 0,0 1-1 0 0,10-3 1 0 0,-15 6 16 0 0,0-1 0 0 0,0 1 0 0 0,0 0-1 0 0,0 0 1 0 0,1 1 0 0 0,-1-1 0 0 0,0 1 0 0 0,0-1 0 0 0,0 1 0 0 0,0 0 0 0 0,0 0-1 0 0,0 0 1 0 0,0 1 0 0 0,-1-1 0 0 0,1 1 0 0 0,0-1 0 0 0,-1 1 0 0 0,1 0-1 0 0,-1 0 1 0 0,0 0 0 0 0,1 0 0 0 0,1 4 0 0 0,8 7 2 0 0,-1 1 0 0 0,17 29 0 0 0,-11-17 8 0 0,-2-4-6 0 0,0-2 0 0 0,1 0 0 0 0,2 0 0 0 0,32 28 0 0 0,-30-33-141 0 0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3:10.85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3310 950 3681 0 0,'1'-1'50'0'0,"0"0"1"0"0,1-1 0 0 0,-1 1 0 0 0,0-1-1 0 0,0 1 1 0 0,0-1 0 0 0,0 0-1 0 0,-1 1 1 0 0,1-1 0 0 0,0 0-1 0 0,-1 0 1 0 0,1 0 0 0 0,-1 1-1 0 0,0-1 1 0 0,1 0 0 0 0,-1 0-1 0 0,0 0 1 0 0,0 0 0 0 0,0 1-1 0 0,0-1 1 0 0,-1 0 0 0 0,0-3-1 0 0,0 3-20 0 0,0 0-1 0 0,0 0 0 0 0,-1 0 0 0 0,1-1 0 0 0,-1 2 0 0 0,0-1 1 0 0,1 0-1 0 0,-1 0 0 0 0,0 0 0 0 0,0 1 0 0 0,0-1 0 0 0,0 1 1 0 0,0 0-1 0 0,-4-2 0 0 0,-7-3-48 0 0,-1 1 1 0 0,1 0 0 0 0,-1 1-1 0 0,-21-3 1 0 0,-112-17 1072 0 0,-1 8 1 0 0,-289 3 0 0 0,-295 75 400 0 0,-163 35-2890 0 0,868-94 1437 0 0,-56 6-732 0 0,0 4 0 0 0,1 3 1 0 0,1 4-1 0 0,-96 37 0 0 0,173-54 615 0 0,7-1 100 0 0,21-2 172 0 0,34-4 125 0 0,216-31-60 0 0,68-6-157 0 0,802-14 3213 0 0,-165 13-743 0 0,-462-3-2650 0 0,-169 13 34 0 0,-323 29 90 0 0,-4 1 154 0 0,0 1 1 0 0,27 1-1 0 0,-43 3 523 0 0,-11 3-370 0 0,-14 4-126 0 0,-35 8-297 0 0,-1-1 0 0 0,-1-4 0 0 0,0-1 0 0 0,-90 5 0 0 0,-235-12-994 0 0,-33-28-55 0 0,-113-3 852 0 0,-765 76-2895 0 0,1243-46 3006 0 0,-16 0-75 0 0,-388 14-572 0 0,440-18 861 0 0,3 0 13 0 0,1 0 0 0 0,-1 0-1 0 0,1-1 1 0 0,-1-1 0 0 0,1 0 0 0 0,-15-4-1 0 0,24 6 2 0 0,1 0 0 0 0,-1-1 0 0 0,1 1 0 0 0,-1 0 0 0 0,0 0 0 0 0,1-1 0 0 0,-1 1-1 0 0,1 0 1 0 0,-1-1 0 0 0,0 1 0 0 0,1 0 0 0 0,-1-1 0 0 0,1 1 0 0 0,-1-1 0 0 0,1 1-1 0 0,0-1 1 0 0,-1 1 0 0 0,1-1 0 0 0,-1 1 0 0 0,1-1 0 0 0,0 0 0 0 0,0 1 0 0 0,-1-1-1 0 0,1 1 1 0 0,0-1 0 0 0,0 0 0 0 0,-1-1 0 0 0,2 1 17 0 0,-1 0-1 0 0,0 0 1 0 0,1 0 0 0 0,-1 0 0 0 0,1 0-1 0 0,-1 0 1 0 0,1 0 0 0 0,-1 0 0 0 0,1 0-1 0 0,0 0 1 0 0,-1 0 0 0 0,1 1-1 0 0,0-1 1 0 0,1-1 0 0 0,38-23 817 0 0,-40 24-858 0 0,41-18 419 0 0,0 1-1 0 0,57-17 1 0 0,94-16-727 0 0,-109 31 99 0 0,572-119 294 0 0,9 35 1145 0 0,-521 82-989 0 0,314-39 397 0 0,324-55 107 0 0,1-79 1128 0 0,-742 183-1879 0 0,-20 7-156 0 0,0-1 1 0 0,-1 0-1 0 0,0-2 0 0 0,36-19 1 0 0,-55 27 117 0 0,1 0 1 0 0,-1 0-1 0 0,1-1 1 0 0,-1 1 0 0 0,1 0-1 0 0,-1 0 1 0 0,0 0-1 0 0,1 0 1 0 0,-1-1 0 0 0,1 1-1 0 0,-1 0 1 0 0,0 0-1 0 0,1-1 1 0 0,-1 1-1 0 0,0 0 1 0 0,1-1 0 0 0,-1 1-1 0 0,0 0 1 0 0,0-1-1 0 0,1 1 1 0 0,-1 0-1 0 0,0-1 1 0 0,0 1 0 0 0,0-1-1 0 0,0 1 1 0 0,1 0-1 0 0,-1-1 1 0 0,0 1 0 0 0,0-1-1 0 0,0 1 1 0 0,0-1-1 0 0,0 1 1 0 0,0 0-1 0 0,0-1 1 0 0,0 1 0 0 0,0-1-1 0 0,0 1 1 0 0,0-1-1 0 0,0 1 1 0 0,-1 0-1 0 0,1-1 1 0 0,0 1 0 0 0,0-1-1 0 0,0 1 1 0 0,-1 0-1 0 0,1-1 1 0 0,0 1 0 0 0,0-1-1 0 0,-1 1 1 0 0,1 0-1 0 0,0 0 1 0 0,0-1-1 0 0,-1 1 1 0 0,1 0 0 0 0,-1-1-1 0 0,1 1 1 0 0,0 0-1 0 0,-1 0 1 0 0,1 0-1 0 0,0-1 1 0 0,-1 1 0 0 0,1 0-1 0 0,-1 0 1 0 0,1 0-1 0 0,-1 0 1 0 0,1 0-1 0 0,-1 0 1 0 0,-34-8-984 0 0,33 8 965 0 0,-69-7-731 0 0,-108 2-1 0 0,-75 18-509 0 0,249-12 1291 0 0,-1394 158 1541 0 0,1019-107-1397 0 0,-745 141-2811 0 0,1007-166 2443 0 0,-5-2 433 0 0,1 6-1 0 0,-148 59 0 0 0,261-86-100 0 0,4-3-36 0 0,1 1-1 0 0,0-1 1 0 0,0 1-1 0 0,1 0 1 0 0,-1 0 0 0 0,0 0-1 0 0,1 1 1 0 0,-1-1-1 0 0,1 1 1 0 0,-1 0-1 0 0,1 0 1 0 0,-3 4 0 0 0,6-7-59 0 0,0 1 0 0 0,-1-1 0 0 0,1 1 0 0 0,0-1 1 0 0,0 1-1 0 0,0-1 0 0 0,0 1 0 0 0,0-1 0 0 0,0 1 1 0 0,0-1-1 0 0,0 1 0 0 0,0-1 0 0 0,0 1 0 0 0,0-1 1 0 0,0 1-1 0 0,0-1 0 0 0,1 1 0 0 0,-1-1 0 0 0,0 1 1 0 0,0-1-1 0 0,0 1 0 0 0,1-1 0 0 0,-1 1 1 0 0,0-1-1 0 0,1 0 0 0 0,-1 1 0 0 0,0-1 0 0 0,1 0 1 0 0,-1 1-1 0 0,0-1 0 0 0,1 0 0 0 0,-1 1 0 0 0,1-1 1 0 0,-1 0-1 0 0,1 0 0 0 0,-1 1 0 0 0,1-1 0 0 0,20 8 201 0 0,20-2-23 0 0,-1-1 0 0 0,1-1 0 0 0,0-3 0 0 0,44-4 0 0 0,-36 2-12 0 0,500-21 3095 0 0,-235 8-2004 0 0,1366-13 1073 0 0,-1449 26-2270 0 0,979 11-163 0 0,-1182-9 90 0 0,48 0-20 0 0,0 4 0 0 0,80 14 0 0 0,-154-18 9 0 0,1-1-1 0 0,-1 1 1 0 0,0-1-1 0 0,0 1 1 0 0,0 0-1 0 0,0 0 1 0 0,0-1-1 0 0,0 1 1 0 0,0 1-1 0 0,0-1 1 0 0,-1 0-1 0 0,1 0 1 0 0,3 4-1 0 0,-5-5 6 0 0,0 1 1 0 0,1-1-1 0 0,-1 0 0 0 0,0 1 1 0 0,0-1-1 0 0,0 1 0 0 0,1-1 1 0 0,-1 1-1 0 0,0-1 0 0 0,0 1 1 0 0,0-1-1 0 0,0 0 0 0 0,0 1 1 0 0,0-1-1 0 0,0 1 0 0 0,0-1 1 0 0,0 1-1 0 0,0-1 0 0 0,0 1 1 0 0,-1-1-1 0 0,1 0 0 0 0,0 1 1 0 0,0-1-1 0 0,-1 1 0 0 0,-13 12-165 0 0,-13-2-44 0 0,0-1 0 0 0,-1-1 0 0 0,0-1 0 0 0,0-1 0 0 0,-1-2 0 0 0,-32 2 0 0 0,26-2 50 0 0,-556 53-114 0 0,-6-29-39 0 0,-219 17-776 0 0,-303 108-2644 0 0,1030-136 3503 0 0,-454 100 126 0 0,393-77 2166 0 0,150-40-2037 0 0,11 3 331 0 0,17 0-334 0 0,65-2 280 0 0,146-14 0 0 0,-101 2 81 0 0,1254-9 1888 0 0,-23 113-5255 0 0,-1337-91 2805 0 0,13 0 895 0 0,-1 2 1 0 0,0 2-1 0 0,-1 2 1 0 0,62 21-1 0 0,-99-28-517 0 0,0 1 0 0 0,0 0 0 0 0,-1 0 0 0 0,1 0 0 0 0,-1 1-1 0 0,0 0 1 0 0,6 5 0 0 0,-10-8-168 0 0,-1-1-1 0 0,1 1 1 0 0,0 0 0 0 0,0 0-1 0 0,-1 0 1 0 0,1 0 0 0 0,-1 0-1 0 0,1 0 1 0 0,-1 0 0 0 0,1 0 0 0 0,-1 0-1 0 0,0 0 1 0 0,1 0 0 0 0,-1 0-1 0 0,0 1 1 0 0,0-1 0 0 0,0 0-1 0 0,0 0 1 0 0,0 0 0 0 0,0 0-1 0 0,0 0 1 0 0,0 1 0 0 0,0-1-1 0 0,0 0 1 0 0,-1 0 0 0 0,1 0-1 0 0,0 0 1 0 0,-1 0 0 0 0,1 0-1 0 0,-1 0 1 0 0,0 0 0 0 0,1 0-1 0 0,-1 0 1 0 0,0 0 0 0 0,1 0-1 0 0,-1 0 1 0 0,0-1 0 0 0,0 1-1 0 0,0 0 1 0 0,1-1 0 0 0,-1 1-1 0 0,0 0 1 0 0,0-1 0 0 0,0 1 0 0 0,0-1-1 0 0,0 1 1 0 0,-2-1 0 0 0,-12 8-76 0 0,0 0 0 0 0,-1-2 0 0 0,0 0 1 0 0,0-1-1 0 0,0 0 0 0 0,-1-1 1 0 0,-17 1-1 0 0,-123 6-479 0 0,127-9 449 0 0,-505-7-906 0 0,-2-31 274 0 0,205 12 268 0 0,-601-26-684 0 0,1 45-1846 0 0,57 31 516 0 0,850-26 2657 0 0,-21 2 4040 0 0,46-2-4214 0 0,23 7 274 0 0,24 2-1129 0 0,-1-2 0 0 0,1-2 0 0 0,90-2 0 0 0,143-27 551 0 0,-171 13 494 0 0,842-67 2208 0 0,3 53-192 0 0,-214 49-1724 0 0,-11 0-171 0 0,-236-36 1339 0 0,-337-2-835 0 0,174-38 0 0 0,-325 51-838 0 0,1 0-20 0 0,0 0 0 0 0,0-1 0 0 0,0 0 0 0 0,0 0 0 0 0,6-3 1 0 0,-51-5-923 0 0,-1014-78-3104 0 0,727 85 3833 0 0,-406 49-1 0 0,523-19-35 0 0,-9 5-55 0 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1:28.439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175 266 4145 0 0,'-34'7'1554'0'0,"-1"-3"1"0"0,-46 2 0 0 0,177-20-1018 0 0,247-32 1837 0 0,-50 5-979 0 0,-185 29-1006 0 0,325-23 579 0 0,158 9-545 0 0,-202 8-484 0 0,-156 5-113 0 0,20-4 383 0 0,41-3-196 0 0,-259 20-166 0 0,-15 0 282 0 0,0 0-1 0 0,-1-2 0 0 0,1 0 1 0 0,0-1-1 0 0,28-8 0 0 0,-48 11-124 0 0,1 0-1 0 0,-1 0 1 0 0,0 0-1 0 0,1 0 1 0 0,-1 0-1 0 0,0 0 1 0 0,1-1-1 0 0,-1 1 1 0 0,0 0-1 0 0,1 0 1 0 0,-1 0-1 0 0,0 0 1 0 0,0 0-1 0 0,1 0 1 0 0,-1-1-1 0 0,0 1 1 0 0,1 0-1 0 0,-1 0 1 0 0,0 0-1 0 0,0-1 0 0 0,0 1 1 0 0,1 0-1 0 0,-1 0 1 0 0,0-1-1 0 0,0 1 1 0 0,0 0-1 0 0,1 0 1 0 0,-1-1-1 0 0,0 1 1 0 0,0 0-1 0 0,0-1 1 0 0,0 1-1 0 0,0 0 1 0 0,0 0-1 0 0,0-1 1 0 0,0 1-1 0 0,0 0 1 0 0,0-1-1 0 0,0 0 1 0 0,-12-5-175 0 0,-22-1-374 0 0,-35 6-808 0 0,1 4 0 0 0,-115 18 0 0 0,-134 47 497 0 0,167-34 979 0 0,-654 180-1690 0 0,560-144 998 0 0,-324 105 335 0 0,301-89 727 0 0,-125 54 1278 0 0,293-103-1574 0 0,94-35-141 0 0,0 0-1 0 0,0 1 0 0 0,1 0 1 0 0,-1-1-1 0 0,-7 7 1 0 0,12-9-48 0 0,-1 1 0 0 0,1-1 0 0 0,0 0 0 0 0,-1 0 0 0 0,1 1 0 0 0,0-1 0 0 0,-1 0 0 0 0,1 1 0 0 0,0-1 0 0 0,0 0 0 0 0,-1 1 0 0 0,1-1 0 0 0,0 0 1 0 0,0 1-1 0 0,0-1 0 0 0,0 1 0 0 0,-1-1 0 0 0,1 0 0 0 0,0 1 0 0 0,0-1 0 0 0,0 1 0 0 0,0-1 0 0 0,0 0 0 0 0,0 1 0 0 0,0-1 0 0 0,0 1 1 0 0,0-1-1 0 0,0 1 0 0 0,0-1 0 0 0,1 1 0 0 0,0 0-22 0 0,0-1-1 0 0,0 1 1 0 0,0 0 0 0 0,0-1-1 0 0,0 1 1 0 0,0-1 0 0 0,1 1-1 0 0,-1-1 1 0 0,0 1 0 0 0,0-1-1 0 0,1 0 1 0 0,-1 0 0 0 0,0 1-1 0 0,1-1 1 0 0,1 0 0 0 0,39 0-275 0 0,0-2 0 0 0,0-1 0 0 0,0-2 0 0 0,50-14 0 0 0,-31 7 152 0 0,70-12 156 0 0,628-96 369 0 0,107 42 2299 0 0,-659 54-2505 0 0,-1-9-1 0 0,-1-8 1 0 0,294-101 0 0 0,-487 138-162 0 0,1 0 14 0 0,1-1 0 0 0,-1 0 0 0 0,0 0 0 0 0,-1-2 0 0 0,1 1 0 0 0,-1-1 0 0 0,0-1 0 0 0,-1 0 0 0 0,12-12 0 0 0,-22 19-55 0 0,0 0-1 0 0,0 0 1 0 0,0 0 0 0 0,0 0 0 0 0,0 0 0 0 0,0 0 0 0 0,0 0-1 0 0,-1-1 1 0 0,1 1 0 0 0,-1 0 0 0 0,1-1 0 0 0,-1 1-1 0 0,1 0 1 0 0,-1-1 0 0 0,0 1 0 0 0,1-1 0 0 0,-1 1-1 0 0,0 0 1 0 0,0-1 0 0 0,0 1 0 0 0,0-1 0 0 0,0 1 0 0 0,-1-1-1 0 0,1 1 1 0 0,0 0 0 0 0,-1-1 0 0 0,1 1 0 0 0,-1-1-1 0 0,1 1 1 0 0,-1 0 0 0 0,1 0 0 0 0,-1-1 0 0 0,0 1-1 0 0,0 0 1 0 0,0 0 0 0 0,0 0 0 0 0,0 0 0 0 0,0 0 0 0 0,0 0-1 0 0,0 0 1 0 0,0 0 0 0 0,0 0 0 0 0,-1 1 0 0 0,1-1-1 0 0,0 0 1 0 0,-2 0 0 0 0,-5-3-132 0 0,0 0 0 0 0,0 1-1 0 0,0 0 1 0 0,-1 1 0 0 0,1 0 0 0 0,-13-2-1 0 0,-67-2-446 0 0,-1 4 0 0 0,-157 18 0 0 0,-470 80 2710 0 0,5 39 584 0 0,423-64-2596 0 0,-294 115 0 0 0,575-184-141 0 0,-103 42-1165 0 0,98-39 1008 0 0,0 2-1 0 0,0 0 0 0 0,0 0 1 0 0,1 1-1 0 0,0 0 0 0 0,-13 14 0 0 0,23-21 181 0 0,0 0-1 0 0,0 0 0 0 0,0-1 0 0 0,1 1 1 0 0,-1 0-1 0 0,0 0 0 0 0,1 0 0 0 0,-1 0 1 0 0,1 0-1 0 0,-1 0 0 0 0,1 0 0 0 0,-1 0 1 0 0,1 0-1 0 0,0 0 0 0 0,-1 0 0 0 0,1 0 1 0 0,0 0-1 0 0,0 0 0 0 0,0 0 0 0 0,0 0 1 0 0,0 0-1 0 0,0 0 0 0 0,0 0 0 0 0,0 0 1 0 0,0 1-1 0 0,0-1 0 0 0,1 0 0 0 0,-1 0 1 0 0,0 0-1 0 0,1 0 0 0 0,-1 0 0 0 0,1 0 1 0 0,-1 0-1 0 0,1-1 0 0 0,0 1 0 0 0,-1 0 1 0 0,1 0-1 0 0,0 0 0 0 0,0 0 0 0 0,-1-1 1 0 0,1 1-1 0 0,0 0 0 0 0,0-1 0 0 0,0 1 1 0 0,0-1-1 0 0,0 1 0 0 0,0-1 0 0 0,0 1 0 0 0,0-1 1 0 0,0 0-1 0 0,1 1 0 0 0,6 2-22 0 0,1 0-1 0 0,-1 0 1 0 0,1-1 0 0 0,17 3-1 0 0,14-2 106 0 0,1-1 0 0 0,68-6 0 0 0,83-20 580 0 0,-136 16-504 0 0,-49 7-105 0 0,1574-205 3585 0 0,-1102 145-5449 0 0,-376 49-2947 0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1:31.158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1 304 3681 0 0,'155'-57'1456'0'0,"148"-77"0"0"0,-292 128-1299 0 0,4 0 216 0 0,0-1 0 0 0,-1 0-1 0 0,0-2 1 0 0,-1 1-1 0 0,23-19 1 0 0,-36 26-359 0 0,1 1 0 0 0,-1 0 0 0 0,1-1 1 0 0,-1 1-1 0 0,1-1 0 0 0,-1 1 0 0 0,1-1 0 0 0,-1 1 1 0 0,0-1-1 0 0,1 1 0 0 0,-1-1 0 0 0,0 1 0 0 0,1-1 1 0 0,-1 0-1 0 0,0 1 0 0 0,0-1 0 0 0,0 1 0 0 0,1-1 0 0 0,-1 0 1 0 0,0 1-1 0 0,0-1 0 0 0,0 0 0 0 0,0 1 0 0 0,0-1 1 0 0,0 0-1 0 0,0 1 0 0 0,0-1 0 0 0,0 0 0 0 0,-1 1 1 0 0,1-1-1 0 0,0 1 0 0 0,0-1 0 0 0,0 0 0 0 0,-1 1 0 0 0,1-1 1 0 0,0 1-1 0 0,-1-1 0 0 0,1 1 0 0 0,-1-1 0 0 0,1 1 1 0 0,0-1-1 0 0,-1 1 0 0 0,1-1 0 0 0,-2 0 0 0 0,0 0-346 0 0,-1-1 0 0 0,0 0 0 0 0,0 1 0 0 0,0 0 0 0 0,0-1 0 0 0,0 1 0 0 0,-5-1 0 0 0,-18-2-2667 0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1:32.206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1058 44 1376 0 0,'-76'4'30'0'0,"-103"8"76"0"0,-176 32 1292 0 0,7 28-597 0 0,329-67-749 0 0,12-4-53 0 0,0 1 0 0 0,-1-1 1 0 0,1 2-1 0 0,0-1 0 0 0,1 1 0 0 0,-1 0 1 0 0,0 0-1 0 0,1 1 0 0 0,-9 6 0 0 0,14-9-1 0 0,1-1-1 0 0,0 0 0 0 0,0 0 1 0 0,0 0-1 0 0,-1 1 0 0 0,1-1 1 0 0,0 0-1 0 0,0 0 0 0 0,0 0 1 0 0,0 1-1 0 0,-1-1 0 0 0,1 0 1 0 0,0 0-1 0 0,0 1 0 0 0,0-1 0 0 0,0 0 1 0 0,0 1-1 0 0,0-1 0 0 0,0 0 1 0 0,0 0-1 0 0,0 1 0 0 0,0-1 1 0 0,0 0-1 0 0,0 0 0 0 0,0 1 1 0 0,0-1-1 0 0,0 0 0 0 0,0 1 1 0 0,0-1-1 0 0,0 0 0 0 0,0 0 1 0 0,0 1-1 0 0,1-1 0 0 0,-1 0 0 0 0,0 0 1 0 0,0 1-1 0 0,0-1 0 0 0,0 0 1 0 0,1 0-1 0 0,-1 0 0 0 0,0 1 1 0 0,0-1-1 0 0,17 8 208 0 0,20-2 378 0 0,91-2 1638 0 0,204-19-1 0 0,-249 9-1700 0 0,706-55 3362 0 0,276-18-1527 0 0,-106 8-2970 0 0,-845 63 396 0 0,2 6-1 0 0,138 15 0 0 0,-222-7 82 0 0,-26-1-237 0 0,-22 2-247 0 0,-114 17-1855 0 0,-142 9-1 0 0,118-16 1250 0 0,-1095 169-1630 0 0,822-112 5561 0 0,183-33-868 0 0,133-22-979 0 0,-47 7 1013 0 0,-173 52 0 0 0,302-70-1705 0 0,18-5-98 0 0,0-1 0 0 0,1 1-1 0 0,-1 1 1 0 0,1 0-1 0 0,0 0 1 0 0,0 1 0 0 0,1 0-1 0 0,-17 12 1 0 0,25-16-141 0 0,0-1-1 0 0,1 0 1 0 0,-1 1 0 0 0,1-1-1 0 0,-1 1 1 0 0,-1 1-302 0 0,1-1 302 0 0,1 0 0 0 0,0-1-1 0 0,-1 1 1 0 0,1-1 0 0 0,0 1-1 0 0,0 0 1 0 0,-1-1 0 0 0,1 1-1 0 0,0 0 1 0 0,0-1 0 0 0,0 1-1 0 0,0 0 1 0 0,0-1 0 0 0,0 1-1 0 0,0 0 1 0 0,0 0 0 0 0,0-1-1 0 0,0 1 1 0 0,0 0 0 0 0,0-1-1 0 0,1 1 1 0 0,-1 0 0 0 0,0-1-1 0 0,1 2 1 0 0,1-1-99 0 0,-1 0 1 0 0,1 0-1 0 0,-1 0 0 0 0,1 0 1 0 0,0 0-1 0 0,0 0 0 0 0,0-1 1 0 0,-1 1-1 0 0,1-1 0 0 0,0 1 1 0 0,0-1-1 0 0,3 1 0 0 0,57 0-2038 0 0,189-29 1768 0 0,12 0 1543 0 0,-153 20-499 0 0,473-22 2024 0 0,-533 29-2474 0 0,468 1 1343 0 0,-77 4-771 0 0,-305-4-1094 0 0,-124 0 263 0 0,-6 0-8 0 0,-1 0-1 0 0,0 0 0 0 0,0 0 0 0 0,0-1 0 0 0,0 1 1 0 0,10-4-1 0 0,-71 1-2564 0 0,-392 31-1103 0 0,170-6 2577 0 0,-182 2 460 0 0,-203 11 2087 0 0,3 26 1543 0 0,520-43-2510 0 0,-179 46 0 0 0,315-62-374 0 0,0-2-17 0 0,-1 2 0 0 0,1-1 0 0 0,0 0 0 0 0,0 1 0 0 0,0 0 0 0 0,0 0 0 0 0,0 0 0 0 0,0 0 0 0 0,-5 5 0 0 0,8-7 12 0 0,1 0 1 0 0,0 0 0 0 0,0 1-1 0 0,0-1 1 0 0,0 0 0 0 0,0 0-1 0 0,0 1 1 0 0,0-1-1 0 0,0 0 1 0 0,0 1 0 0 0,0-1-1 0 0,0 0 1 0 0,0 0 0 0 0,0 1-1 0 0,0-1 1 0 0,0 0 0 0 0,0 1-1 0 0,0-1 1 0 0,0 0-1 0 0,0 0 1 0 0,0 1 0 0 0,0-1-1 0 0,0 0 1 0 0,0 0 0 0 0,1 1-1 0 0,-1-1 1 0 0,0 0 0 0 0,0 0-1 0 0,0 1 1 0 0,0-1-1 0 0,1 0 1 0 0,-1 0 0 0 0,0 0-1 0 0,0 1 1 0 0,1-1 0 0 0,-1 0-1 0 0,0 0 1 0 0,0 0-1 0 0,1 0 1 0 0,-1 0 0 0 0,0 1-1 0 0,0-1 1 0 0,1 0 0 0 0,-1 0-1 0 0,1 0 1 0 0,14 6-233 0 0,-14-6 223 0 0,46 12-156 0 0,1-2 1 0 0,1-2 0 0 0,-1-3 0 0 0,60 0-1 0 0,-44-2 196 0 0,2143 39 7638 0 0,-1360-90-15283 0 0,-666 33 6752 0 0,-164 13-1251 0 0,-36 2 1292 0 0,-37 2 427 0 0,56-2 400 0 0,-808 54 1971 0 0,362-19-534 0 0,-583 75 5052 0 0,1026-109-6482 0 0,-94 16-74 0 0,-124 38-1 0 0,191-45-239 0 0,1 0-1 0 0,1 3 1 0 0,0 0-1 0 0,1 2 0 0 0,0 0 1 0 0,1 2-1 0 0,1 1 0 0 0,-32 30 1 0 0,17-8 33 0 0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8.6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74 9674 0 0,'-6'-38'2980'0'0,"3"32"-983"0"0,1 26-1214 0 0,3-2-722 0 0,1 0 1 0 0,0-1-1 0 0,1 0 0 0 0,1 1 0 0 0,7 17 1 0 0,35 81 235 0 0,-38-99-427 0 0,0 0-1 0 0,2-1 0 0 0,15 21 0 0 0,-23-33 105 0 0,1 0-1 0 0,0-1 1 0 0,0 1 0 0 0,0-1-1 0 0,0 0 1 0 0,0 0-1 0 0,1 0 1 0 0,-1 0 0 0 0,1-1-1 0 0,0 1 1 0 0,-1-1 0 0 0,1 0-1 0 0,1 0 1 0 0,-1-1-1 0 0,0 1 1 0 0,0-1 0 0 0,1 0-1 0 0,-1 0 1 0 0,8 1 0 0 0,-9-2 118 0 0,1-1 1 0 0,-1 0 0 0 0,0 0 0 0 0,0 0 0 0 0,0 0 0 0 0,1 0 0 0 0,-1-1 0 0 0,-1 1 0 0 0,1-1 0 0 0,0 0-1 0 0,0 0 1 0 0,-1 0 0 0 0,1 0 0 0 0,-1 0 0 0 0,1-1 0 0 0,-1 1 0 0 0,0-1 0 0 0,0 1 0 0 0,0-1-1 0 0,0 0 1 0 0,-1 0 0 0 0,1 0 0 0 0,-1 0 0 0 0,0 0 0 0 0,1 0 0 0 0,-1 0 0 0 0,-1 0 0 0 0,2-6 0 0 0,0-2 175 0 0,0 1 0 0 0,-1-1 1 0 0,-1 1-1 0 0,1-1 0 0 0,-2 1 1 0 0,1-1-1 0 0,-5-18 1 0 0,-1 1 130 0 0,-1 1 1 0 0,-2-1-1 0 0,-20-43 1 0 0,26 65-397 0 0,-1-1 1 0 0,1 1-1 0 0,-1-1 1 0 0,0 1-1 0 0,0 0 1 0 0,-1 0-1 0 0,0 1 1 0 0,0 0-1 0 0,0 0 1 0 0,-1 0-1 0 0,1 0 1 0 0,-1 1-1 0 0,0 0 1 0 0,-1 0-1 0 0,1 0 1 0 0,-1 1-1 0 0,1 0 1 0 0,-1 0-1 0 0,-12-2 1 0 0,15 4-286 0 0,0 1 0 0 0,0 0 1 0 0,0 0-1 0 0,1 0 0 0 0,-1 0 0 0 0,-7 2 1 0 0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9.1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 8754 0 0,'0'0'150'0'0,"1"-1"-1"0"0,0 1 1 0 0,0 0 0 0 0,0-1 0 0 0,-1 1 0 0 0,1 0-1 0 0,0 0 1 0 0,0 0 0 0 0,0-1 0 0 0,0 1-1 0 0,-1 0 1 0 0,1 0 0 0 0,0 0 0 0 0,0 0-1 0 0,0 0 1 0 0,0 1 0 0 0,-1-1 0 0 0,1 0 0 0 0,0 0-1 0 0,0 1 1 0 0,0-1 0 0 0,-1 0 0 0 0,1 1-1 0 0,0-1 1 0 0,0 0 0 0 0,-1 1 0 0 0,1-1-1 0 0,0 1 1 0 0,-1 0 0 0 0,1-1 0 0 0,0 1 0 0 0,-1-1-1 0 0,1 1 1 0 0,-1 0 0 0 0,1-1 0 0 0,-1 1-1 0 0,0 0 1 0 0,1 0 0 0 0,-1 0 0 0 0,0-1 0 0 0,1 1-1 0 0,-1 0 1 0 0,0 0 0 0 0,0 0 0 0 0,0-1-1 0 0,0 1 1 0 0,1 0 0 0 0,-1 0 0 0 0,-1 1-1 0 0,3 9 246 0 0,-2 0-1 0 0,1-1 0 0 0,-2 14 0 0 0,0-12-154 0 0,2-4-190 0 0,-1-1 0 0 0,1 1 1 0 0,0-1-1 0 0,1 1 1 0 0,0-1-1 0 0,0 0 0 0 0,0 0 1 0 0,7 13-1 0 0,-8-19-69 0 0,0 1-1 0 0,0 0 1 0 0,0 0 0 0 0,0 0-1 0 0,0-1 1 0 0,0 1-1 0 0,0-1 1 0 0,1 1 0 0 0,-1-1-1 0 0,1 1 1 0 0,-1-1-1 0 0,1 0 1 0 0,0 0-1 0 0,-1 0 1 0 0,1 0 0 0 0,0 0-1 0 0,0 0 1 0 0,0 0-1 0 0,0-1 1 0 0,0 1 0 0 0,0 0-1 0 0,-1-1 1 0 0,1 0-1 0 0,1 1 1 0 0,-1-1-1 0 0,0 0 1 0 0,0 0 0 0 0,0 0-1 0 0,0 0 1 0 0,0-1-1 0 0,0 1 1 0 0,0-1 0 0 0,0 1-1 0 0,0-1 1 0 0,-1 1-1 0 0,1-1 1 0 0,3-2-1 0 0,-3 2 26 0 0,0-1 0 0 0,0 0 0 0 0,1 0 0 0 0,-1 0-1 0 0,-1 0 1 0 0,1 0 0 0 0,0 0 0 0 0,-1 0-1 0 0,1-1 1 0 0,-1 1 0 0 0,1-1 0 0 0,-1 1-1 0 0,0-1 1 0 0,0 1 0 0 0,0-1 0 0 0,0-3-1 0 0,10-53 444 0 0,-7 33-126 0 0,-3 19-192 0 0,0-1 0 0 0,1 1 1 0 0,0 1-1 0 0,0-1 0 0 0,1 0 0 0 0,0 0 1 0 0,0 1-1 0 0,0 0 0 0 0,5-7 0 0 0,-8 14-103 0 0,1-1 0 0 0,0 1-1 0 0,-1-1 1 0 0,1 1 0 0 0,-1-1-1 0 0,1 1 1 0 0,-1-1 0 0 0,0 1-1 0 0,1 0 1 0 0,-1-1 0 0 0,0 1-1 0 0,1 0 1 0 0,-1-1 0 0 0,0 1-1 0 0,0 0 1 0 0,1-1 0 0 0,-1 1-1 0 0,0 0 1 0 0,0-1 0 0 0,0 1 0 0 0,0 0-1 0 0,0 0 1 0 0,0 0 0 0 0,4 22 243 0 0,-3-10-200 0 0,2 0 0 0 0,-1 0 0 0 0,2-1 0 0 0,0 1 0 0 0,10 22 0 0 0,-11-29-386 0 0,1 1-1 0 0,-1-1 1 0 0,2 0 0 0 0,-1 0 0 0 0,1 0 0 0 0,0 0-1 0 0,6 5 1 0 0,-1-4-957 0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9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83 8290 0 0,'-1'-23'-861'0'0,"1"-21"4453"0"0,-1 29 1065 0 0,1 47-1215 0 0,1 2-2875 0 0,2 1 1 0 0,1 0-1 0 0,11 41 1 0 0,36 102-480 0 0,-16-62-484 0 0,-12-37-1951 0 0,-11-42-4457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9.5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94 6913 0 0,'0'0'36'0'0,"0"0"0"0"0,-1 0-1 0 0,1 0 1 0 0,0 0-1 0 0,0 0 1 0 0,0 0 0 0 0,-1-1-1 0 0,1 1 1 0 0,0 0-1 0 0,0 0 1 0 0,0 0 0 0 0,0 0-1 0 0,-1-1 1 0 0,1 1-1 0 0,0 0 1 0 0,0 0 0 0 0,0 0-1 0 0,0-1 1 0 0,0 1-1 0 0,0 0 1 0 0,0 0 0 0 0,0 0-1 0 0,0-1 1 0 0,0 1-1 0 0,0 0 1 0 0,-1 0-1 0 0,1 0 1 0 0,0-1 0 0 0,1 1-1 0 0,-1 0 1 0 0,0 0-1 0 0,0-1 1 0 0,0 1 0 0 0,0 0-1 0 0,0 0 1 0 0,0 0-1 0 0,0-1 1 0 0,0 1 0 0 0,0 0-1 0 0,0-1 1 0 0,11-6 1083 0 0,25-6 484 0 0,-27 10-1094 0 0,94-30 833 0 0,3 8-6552 0 0,-76 21 3219 0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9.8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9 7858 0 0,'1'-8'3705'0'0,"-1"8"-3626"0"0,12 5 4041 0 0,12 15-1059 0 0,-20-15-2933 0 0,1 1 0 0 0,0 0 1 0 0,-1 0-1 0 0,0 0 0 0 0,-1 0 1 0 0,1 1-1 0 0,-1-1 0 0 0,-1 1 1 0 0,1 0-1 0 0,-1 0 0 0 0,0 0 1 0 0,-1 0-1 0 0,1 0 0 0 0,-2 1 1 0 0,1 6-1 0 0,-1 13-901 0 0,-1 0-1 0 0,-8 46 1 0 0,5-41-293 0 0,3-25 572 0 0,0-1-156 0 0,1-1-1 0 0,-1 1 1 0 0,0 0 0 0 0,-1-1 0 0 0,1 1 0 0 0,-1-1 0 0 0,-3 7 0 0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20.0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37 3681 0 0,'4'-4'376'0'0,"0"1"0"0"0,1-1 1 0 0,-1 1-1 0 0,1 0 0 0 0,0 1 1 0 0,0-1-1 0 0,0 1 0 0 0,0 0 1 0 0,0 0-1 0 0,0 0 0 0 0,1 1 1 0 0,-1 0-1 0 0,1 0 0 0 0,7-1 1 0 0,-3 1 425 0 0,0 1 1 0 0,1 0-1 0 0,-1 0 1 0 0,0 1-1 0 0,0 0 1 0 0,0 0-1 0 0,12 4 1 0 0,-20-4-681 0 0,0 0 0 0 0,0-1 0 0 0,0 1 0 0 0,0 0 0 0 0,0 0-1 0 0,0 0 1 0 0,-1 0 0 0 0,1 0 0 0 0,0 0 0 0 0,0 0 0 0 0,-1 1 0 0 0,1-1 0 0 0,-1 1 0 0 0,1-1 0 0 0,-1 1-1 0 0,0-1 1 0 0,0 1 0 0 0,1 0 0 0 0,-1 0 0 0 0,0 0 0 0 0,-1-1 0 0 0,2 4 0 0 0,-2-2-51 0 0,1 0 1 0 0,-1 0 0 0 0,0 0-1 0 0,0 0 1 0 0,-1 0-1 0 0,1-1 1 0 0,-1 1-1 0 0,1 0 1 0 0,-1 0-1 0 0,0 0 1 0 0,0 0 0 0 0,0-1-1 0 0,0 1 1 0 0,-2 2-1 0 0,-4 6-107 0 0,-1 1-1 0 0,0-2 0 0 0,0 1 0 0 0,-1-1 1 0 0,-17 14-1 0 0,-10 6-430 0 0,18-16-1003 0 0,0 1-3371 0 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20.4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15 3681 0 0,'2'1'645'0'0,"0"0"1"0"0,0 0-1 0 0,0 1 1 0 0,-1-1-1 0 0,1 1 1 0 0,0 0-1 0 0,-1-1 1 0 0,0 1-1 0 0,1 0 0 0 0,-1 0 1 0 0,0 0-1 0 0,0 0 1 0 0,1 4-1 0 0,11 35 3600 0 0,0-2-2930 0 0,5-12-1163 0 0,-18-26-180 0 0,1 0 0 0 0,-1-1 0 0 0,1 1 0 0 0,-1 0 0 0 0,1 0 0 0 0,-1 0-1 0 0,1-1 1 0 0,0 1 0 0 0,-1 0 0 0 0,1-1 0 0 0,0 1 0 0 0,0 0 0 0 0,0-1 0 0 0,-1 1 0 0 0,1-1 0 0 0,0 0 0 0 0,0 1-1 0 0,0-1 1 0 0,0 0 0 0 0,0 1 0 0 0,0-1 0 0 0,0 0 0 0 0,0 0 0 0 0,0 0 0 0 0,0 0 0 0 0,0 0 0 0 0,0 0 0 0 0,0 0 0 0 0,1 0-1 0 0,0-4-79 0 0,1 1-1 0 0,-1-1 0 0 0,0 0 0 0 0,0 0 0 0 0,-1 0 0 0 0,1 0 0 0 0,-1-1 0 0 0,0 1 0 0 0,0 0 0 0 0,1-9 0 0 0,1-4 54 0 0,1 5 155 0 0,11-37 285 0 0,-14 47-307 0 0,-1 0 0 0 0,1 1 1 0 0,0-1-1 0 0,0 0 0 0 0,0 0 0 0 0,0 1 0 0 0,0-1 1 0 0,1 0-1 0 0,-1 1 0 0 0,0-1 0 0 0,1 1 0 0 0,-1 0 0 0 0,1-1 1 0 0,-1 1-1 0 0,1 0 0 0 0,0 0 0 0 0,-1 0 0 0 0,1 0 1 0 0,0 0-1 0 0,2 0 0 0 0,-4 1-13 0 0,1 0-1 0 0,0 0 1 0 0,-1 0 0 0 0,1 1 0 0 0,-1-1-1 0 0,1 0 1 0 0,-1 1 0 0 0,1-1 0 0 0,-1 0-1 0 0,1 1 1 0 0,-1-1 0 0 0,1 0 0 0 0,-1 1 0 0 0,1-1-1 0 0,-1 1 1 0 0,0-1 0 0 0,1 1 0 0 0,-1-1-1 0 0,0 1 1 0 0,1-1 0 0 0,-1 1 0 0 0,0-1-1 0 0,0 1 1 0 0,1 0 0 0 0,-1 0 0 0 0,8 21 601 0 0,-6-14-399 0 0,1-1-350 0 0,0-1 1 0 0,0 0 0 0 0,1 0-1 0 0,0 0 1 0 0,0-1 0 0 0,0 1 0 0 0,1-1-1 0 0,5 5 1 0 0,-7-7-398 0 0,1 0 0 0 0,-1-1 0 0 0,1 1 0 0 0,0-1 0 0 0,0 0 1 0 0,0 0-1 0 0,0 0 0 0 0,6 1 0 0 0,9 1-5511 0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20.7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65 35 7370 0 0,'-13'-20'330'0'0,"12"18"44"0"0,0 1-1 0 0,0 0 1 0 0,0 0-1 0 0,0 0 1 0 0,-1 0 0 0 0,1 0-1 0 0,0 0 1 0 0,-1 0-1 0 0,1 0 1 0 0,0 1 0 0 0,-1-1-1 0 0,1 1 1 0 0,-1-1 0 0 0,-2 0-1 0 0,3 1-136 0 0,0 0 0 0 0,0 0 0 0 0,0 0 0 0 0,1 0 0 0 0,-1 0 0 0 0,0 0 0 0 0,0 0 0 0 0,0 1 0 0 0,1-1 0 0 0,-1 0 0 0 0,0 0 0 0 0,0 1 0 0 0,1-1 0 0 0,-1 1-1 0 0,0-1 1 0 0,0 1 0 0 0,1-1 0 0 0,-1 1 0 0 0,1-1 0 0 0,-1 1 0 0 0,0 0 0 0 0,-1 1-83 0 0,1 1 0 0 0,0-1 0 0 0,0 0 0 0 0,0 0-1 0 0,0 1 1 0 0,0-1 0 0 0,0 0 0 0 0,0 1 0 0 0,1-1 0 0 0,-1 4 0 0 0,0 10 159 0 0,0-1-1 0 0,2 1 1 0 0,-1 0 0 0 0,2-1 0 0 0,0 1 0 0 0,1-1 0 0 0,9 29 0 0 0,5 2-213 0 0,25 53 0 0 0,30 25 109 0 0,-13-25-1120 0 0,-28-29-2479 0 0,-23-47-3516 0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20.9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94 144 6913 0 0,'-18'-7'290'0'0,"-32"-16"2144"0"0,48 21-1763 0 0,-1 1 1 0 0,1-1-1 0 0,-1 0 0 0 0,1 0 0 0 0,0 0 0 0 0,0-1 1 0 0,0 1-1 0 0,-3-5 0 0 0,4 6-554 0 0,1 0 0 0 0,0 1 0 0 0,-1-1 0 0 0,1 0 0 0 0,0 0 0 0 0,0 0 0 0 0,0 0 0 0 0,0 0 0 0 0,0 0 0 0 0,0 1 0 0 0,0-1 0 0 0,0 0 0 0 0,0 0 0 0 0,0 0 0 0 0,0 0 0 0 0,1 0 0 0 0,-1 0 0 0 0,0 1 0 0 0,1-1 0 0 0,-1 0 0 0 0,0 0 0 0 0,1 0 0 0 0,-1 1 0 0 0,1-1 0 0 0,-1 0 0 0 0,1 1 0 0 0,0-1 0 0 0,-1 0 0 0 0,1 1 0 0 0,-1-1 0 0 0,1 1 0 0 0,0-1 0 0 0,0 1 0 0 0,-1-1 1 0 0,1 1-1 0 0,0-1 0 0 0,0 1 0 0 0,1-1 0 0 0,36-13 693 0 0,-35 14-697 0 0,128-30 440 0 0,-74 20-4819 0 0,-43 8 2177 0 0,18-4-4512 0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3:07.9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183 30 2761 0 0,'-18'-10'1158'0'0,"16"8"-947"0"0,-2 0 1 0 0,1 0 0 0 0,0 0 0 0 0,0 0-1 0 0,-1 1 1 0 0,1-1 0 0 0,-1 1-1 0 0,1 0 1 0 0,-1 0 0 0 0,1 0-1 0 0,-1 0 1 0 0,0 1 0 0 0,0-1-1 0 0,1 1 1 0 0,-1 0 0 0 0,0 0-1 0 0,0 0 1 0 0,1 1 0 0 0,-1-1-1 0 0,0 1 1 0 0,1 0 0 0 0,-7 3-1 0 0,5-2 68 0 0,0 1 0 0 0,1 0 0 0 0,0 0 0 0 0,-1 0 0 0 0,1 1 0 0 0,0-1-1 0 0,1 1 1 0 0,-1 0 0 0 0,1 0 0 0 0,-1 0 0 0 0,1 1 0 0 0,-4 7 0 0 0,3-3-35 0 0,0 0 0 0 0,1 0 1 0 0,0 0-1 0 0,1 1 0 0 0,0-1 0 0 0,-1 15 1 0 0,1 7 73 0 0,2 1 1 0 0,2-1-1 0 0,6 40 1 0 0,-5-48-226 0 0,1-1 0 0 0,1 1 1 0 0,1-1-1 0 0,1 0 1 0 0,1 0-1 0 0,11 20 0 0 0,-14-32-48 0 0,1 0 0 0 0,0-1 0 0 0,1 0 0 0 0,0 0-1 0 0,0 0 1 0 0,1-1 0 0 0,0 0 0 0 0,0 0 0 0 0,1-1-1 0 0,0 0 1 0 0,0 0 0 0 0,0-1 0 0 0,1-1-1 0 0,13 6 1 0 0,-20-9 0 0 0,0-1-1 0 0,0 0 0 0 0,0 0 1 0 0,1 0-1 0 0,-1 0 1 0 0,0 0-1 0 0,1-1 0 0 0,-1 0 1 0 0,0 0-1 0 0,1 0 1 0 0,-1 0-1 0 0,0 0 0 0 0,1 0 1 0 0,-1-1-1 0 0,0 0 1 0 0,0 1-1 0 0,1-1 0 0 0,-1-1 1 0 0,4-1-1 0 0,-3 1 54 0 0,0-1 1 0 0,-1 0-1 0 0,1 0 0 0 0,-1 0 1 0 0,0 0-1 0 0,0-1 0 0 0,0 1 1 0 0,0-1-1 0 0,-1 0 0 0 0,1 0 0 0 0,-1 0 1 0 0,3-6-1 0 0,1-6 163 0 0,-1 0-1 0 0,0-1 1 0 0,-2 1 0 0 0,0-1-1 0 0,0 0 1 0 0,0-25-1 0 0,-3 13-185 0 0,-1 0-1 0 0,-2 0 0 0 0,-1 0 0 0 0,0 0 1 0 0,-3 1-1 0 0,0-1 0 0 0,-2 2 0 0 0,-14-33 1 0 0,19 51-98 0 0,-1 1 1 0 0,0 0 0 0 0,0 0 0 0 0,-1 1 0 0 0,-10-11 0 0 0,13 15-157 0 0,0 0 0 0 0,0 0 0 0 0,0 1 1 0 0,0-1-1 0 0,-1 1 0 0 0,1 0 0 0 0,-1 0 0 0 0,1 0 0 0 0,-1 0 1 0 0,0 1-1 0 0,0-1 0 0 0,1 1 0 0 0,-1 0 0 0 0,0 0 0 0 0,-6 0 1 0 0,9 1 46 0 0,0 0 0 0 0,0 0 0 0 0,1 0-1 0 0,-1 0 1 0 0,0 0 0 0 0,0 0 0 0 0,0 0 0 0 0,1 1 0 0 0,-1-1 0 0 0,0 0 0 0 0,0 1 0 0 0,1-1 0 0 0,-1 0 0 0 0,0 1 0 0 0,1-1 0 0 0,-1 1 0 0 0,0-1 0 0 0,1 1 0 0 0,-1-1 0 0 0,1 1 0 0 0,-1-1 0 0 0,0 1 0 0 0,1 0 0 0 0,0-1 0 0 0,-1 1 0 0 0,1 0 0 0 0,-1-1 0 0 0,1 1 0 0 0,0 0 0 0 0,-1 0 0 0 0,1-1 0 0 0,0 1 0 0 0,0 0 0 0 0,0 0 0 0 0,0-1 0 0 0,0 1 0 0 0,0 1 0 0 0,1 9-1323 0 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3:08.4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57 3681 0 0,'-3'-21'10777'0'0,"9"34"-9486"0"0,4 25-525 0 0,-4-14-502 0 0,2 1 0 0 0,10 24 0 0 0,-16-44-257 0 0,1 1 0 0 0,0-1 0 0 0,-1 0 0 0 0,1-1 0 0 0,1 1 0 0 0,-1 0 0 0 0,1-1 0 0 0,0 0 0 0 0,0 0 0 0 0,0 0 0 0 0,1 0 0 0 0,-1-1 0 0 0,1 1 0 0 0,8 4 0 0 0,-11-8-44 0 0,-1 1 1 0 0,1 0-1 0 0,-1-1 1 0 0,1 1-1 0 0,-1-1 1 0 0,1 0-1 0 0,0 1 1 0 0,-1-1-1 0 0,1 0 1 0 0,-1 0-1 0 0,1 0 1 0 0,0 0-1 0 0,-1 0 1 0 0,1 0-1 0 0,-1-1 1 0 0,1 1-1 0 0,0-1 1 0 0,-1 1-1 0 0,1-1 1 0 0,-1 1-1 0 0,1-1 1 0 0,1-1-1 0 0,-1 0 8 0 0,0 1 0 0 0,0-1 0 0 0,0-1 0 0 0,0 1 0 0 0,0 0 0 0 0,-1 0 0 0 0,1-1 0 0 0,-1 1 0 0 0,1-1 0 0 0,-1 1 0 0 0,2-6-1 0 0,1-6 104 0 0,-1 0 0 0 0,0 0 0 0 0,1-28 0 0 0,-3 37-12 0 0,0-5 73 0 0,8-59 671 0 0,-8 66-651 0 0,-1 0-1 0 0,1 0 1 0 0,0-1-1 0 0,0 1 1 0 0,1 0-1 0 0,-1 0 1 0 0,1 0 0 0 0,-1 0-1 0 0,1 0 1 0 0,0 1-1 0 0,0-1 1 0 0,0 1-1 0 0,1-1 1 0 0,-1 1 0 0 0,0-1-1 0 0,1 1 1 0 0,3-2-1 0 0,-5 4-117 0 0,0 0 0 0 0,-1 0 0 0 0,1 0-1 0 0,0 0 1 0 0,0 1 0 0 0,-1-1 0 0 0,1 0-1 0 0,0 0 1 0 0,0 1 0 0 0,-1-1-1 0 0,1 0 1 0 0,0 1 0 0 0,-1-1 0 0 0,1 1-1 0 0,0-1 1 0 0,-1 0 0 0 0,1 1 0 0 0,-1 0-1 0 0,1-1 1 0 0,-1 1 0 0 0,1-1 0 0 0,-1 1-1 0 0,1 0 1 0 0,-1-1 0 0 0,1 1 0 0 0,-1 0-1 0 0,0 0 1 0 0,1 0 0 0 0,11 24 217 0 0,-11-23-211 0 0,4 8-185 0 0,2 7 72 0 0,1-1 0 0 0,16 26-1 0 0,-21-37-367 0 0,0-1-1 0 0,1 0 0 0 0,0 1 1 0 0,0-1-1 0 0,0-1 0 0 0,0 1 0 0 0,1 0 1 0 0,0-1-1 0 0,-1 0 0 0 0,1 0 1 0 0,0-1-1 0 0,10 4 0 0 0,0-1-5418 0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3:08.6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56 3225 0 0,'0'-7'-309'0'0,"1"-20"2320"0"0,-1 26-1545 0 0,1-1 1 0 0,-1 1 0 0 0,0 0 0 0 0,1-1-1 0 0,-1 1 1 0 0,1 0 0 0 0,-1-1 0 0 0,1 1-1 0 0,-1 0 1 0 0,1 0 0 0 0,0-1 0 0 0,0 1-1 0 0,1-1 468 0 0,0 0-467 0 0,-1 2-317 0 0,-1 0 1 0 0,1 0-1 0 0,-1 0 0 0 0,1 0 1 0 0,0 0-1 0 0,-1 1 1 0 0,1-1-1 0 0,-1 0 1 0 0,1 0-1 0 0,-1 1 0 0 0,1-1 1 0 0,-1 0-1 0 0,0 1 1 0 0,1-1-1 0 0,-1 0 1 0 0,1 1-1 0 0,-1-1 0 0 0,0 1 1 0 0,1-1-1 0 0,-1 1 1 0 0,0-1-1 0 0,1 1 1 0 0,-1-1-1 0 0,0 1 0 0 0,0-1 1 0 0,0 1-1 0 0,1-1 1 0 0,-1 1-1 0 0,0-1 1 0 0,0 2-1 0 0,7 18 1335 0 0,41 164 1361 0 0,-3-10-2424 0 0,11-3-5811 0 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3:08.8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52 223 4609 0 0,'-5'-1'285'0'0,"-1"-1"1"0"0,0-1-1 0 0,1 1 1 0 0,-1-1-1 0 0,-8-6 1 0 0,13 9-164 0 0,0-1 0 0 0,0 0 1 0 0,1 1-1 0 0,-1-1 1 0 0,0 0-1 0 0,1 1 1 0 0,-1-1-1 0 0,1 0 0 0 0,-1 0 1 0 0,1 0-1 0 0,-1 0 1 0 0,1 1-1 0 0,0-1 0 0 0,-1 0 1 0 0,1 0-1 0 0,0 0 1 0 0,0 0-1 0 0,0 0 0 0 0,0 0 1 0 0,-1 0-1 0 0,1 0 1 0 0,0 0-1 0 0,1 0 0 0 0,-1 0 1 0 0,0 1-1 0 0,0-1 1 0 0,0 0-1 0 0,0 0 0 0 0,1 0 1 0 0,-1 0-1 0 0,1 0 1 0 0,-1 0-1 0 0,0 1 0 0 0,1-1 1 0 0,-1 0-1 0 0,1 0 1 0 0,0 0-1 0 0,-1 1 0 0 0,1-1 1 0 0,0 0-1 0 0,-1 1 1 0 0,1-1-1 0 0,0 1 0 0 0,0-1 1 0 0,-1 1-1 0 0,2-1 1 0 0,23-17 967 0 0,1 2 1 0 0,0 0 0 0 0,1 2 0 0 0,1 1 0 0 0,38-12-1 0 0,-65 25-1073 0 0,15-7-119 0 0,27-9 822 0 0,47-13 0 0 0,-73 26-2361 0 0,0-1 1 0 0,0 2-1 0 0,25-1 0 0 0,-23 3-4128 0 0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3:09.7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0 4233 0 0,'-4'3'376'0'0,"-1"-1"-304"0"0,2-1-72 0 0,2-1 0 0 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3:09.9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7 3225 0 0,'-2'-7'9341'0'0,"11"22"-7106"0"0,16 28-1153 0 0,-4 7 866 0 0,23 85 0 0 0,-36-102-1816 0 0,-1 1 1 0 0,-1-1-1 0 0,1 62 0 0 0,-7-92-292 0 0,-1 0 0 0 0,1 1-1 0 0,0-1 1 0 0,-1 0 0 0 0,0 0-1 0 0,1 0 1 0 0,-1 0 0 0 0,-3 5-1 0 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3:10.2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17 395 3225 0 0,'-2'-11'-60'0'0,"-3"-19"695"0"0,0-1 1 0 0,2 1-1 0 0,2-57 1 0 0,1 78-410 0 0,1 1 0 0 0,0 0 1 0 0,1 0-1 0 0,0 1 0 0 0,0-1 1 0 0,0 0-1 0 0,1 1 1 0 0,1-1-1 0 0,-1 1 0 0 0,1 0 1 0 0,0 0-1 0 0,1 0 0 0 0,-1 1 1 0 0,1-1-1 0 0,1 1 1 0 0,-1 0-1 0 0,1 1 0 0 0,0-1 1 0 0,12-7-1 0 0,-6 5 374 0 0,0 0-1 0 0,1 1 0 0 0,0 1 0 0 0,0 0 1 0 0,0 1-1 0 0,1 1 0 0 0,0 0 1 0 0,0 1-1 0 0,20-3 0 0 0,-33 6-502 0 0,1 0 0 0 0,-1 0-1 0 0,1 0 1 0 0,-1 0-1 0 0,1 0 1 0 0,0 1 0 0 0,-1-1-1 0 0,1 0 1 0 0,-1 1 0 0 0,1 0-1 0 0,-1-1 1 0 0,1 1-1 0 0,-1 0 1 0 0,0-1 0 0 0,1 1-1 0 0,-1 0 1 0 0,0 0-1 0 0,0 0 1 0 0,1 0 0 0 0,-1 0-1 0 0,0 1 1 0 0,2 1-1 0 0,-2 0-4 0 0,0 0-1 0 0,0 0 0 0 0,0-1 0 0 0,0 1 0 0 0,-1 0 0 0 0,1 0 0 0 0,-1 0 0 0 0,1 0 1 0 0,-1 0-1 0 0,0 0 0 0 0,-1 4 0 0 0,-1 8 99 0 0,0-1 1 0 0,-1 0-1 0 0,-10 26 0 0 0,6-21-176 0 0,-1-1 0 0 0,-1 1 0 0 0,0-1 0 0 0,-2-1-1 0 0,0 0 1 0 0,-19 23 0 0 0,18-26-915 0 0,-1-1 0 0 0,0-1 0 0 0,-1 0 0 0 0,-19 13-1 0 0,25-19-399 0 0,2-2-10 0 0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3:10.6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0 135 8754 0 0,'1'0'290'0'0,"1"0"0"0"0,-1 0 1 0 0,0 1-1 0 0,0-1 0 0 0,0 1 1 0 0,0-1-1 0 0,0 0 0 0 0,0 1 0 0 0,0 0 1 0 0,0-1-1 0 0,0 1 0 0 0,0 0 1 0 0,0-1-1 0 0,0 1 0 0 0,-1 0 0 0 0,1 0 1 0 0,0 0-1 0 0,0 0 0 0 0,-1 0 0 0 0,1 0 1 0 0,0 1-1 0 0,14 29 2630 0 0,-6-11-2137 0 0,-5-11-684 0 0,2-1 0 0 0,-1 0 0 0 0,1-1 0 0 0,0 1 0 0 0,1-1 0 0 0,-1 0 0 0 0,13 8-1 0 0,-18-13-116 0 0,1-1-1 0 0,0 1 1 0 0,0-1-1 0 0,0 0 1 0 0,0 0-1 0 0,0 0 0 0 0,0 0 1 0 0,0 0-1 0 0,0-1 1 0 0,0 1-1 0 0,1 0 0 0 0,-1-1 1 0 0,0 0-1 0 0,0 0 1 0 0,1 1-1 0 0,-1-1 0 0 0,0-1 1 0 0,1 1-1 0 0,-1 0 1 0 0,0 0-1 0 0,0-1 1 0 0,1 1-1 0 0,-1-1 0 0 0,0 0 1 0 0,0 0-1 0 0,0 0 1 0 0,0 0-1 0 0,0 0 0 0 0,0 0 1 0 0,0 0-1 0 0,0-1 1 0 0,-1 1-1 0 0,1-1 0 0 0,0 1 1 0 0,-1-1-1 0 0,3-2 1 0 0,4-9-423 0 0,1 1 1 0 0,-2-1 0 0 0,0 0 0 0 0,-1-1-1 0 0,0 0 1 0 0,-1 0 0 0 0,0 0-1 0 0,3-20 1 0 0,-3 15 696 0 0,0 1-1 0 0,1 0 0 0 0,1 0 0 0 0,10-19 1 0 0,-17 37-181 0 0,1-1 0 0 0,-1 0 1 0 0,0 1-1 0 0,0-1 1 0 0,1 1-1 0 0,-1-1 0 0 0,0 1 1 0 0,1-1-1 0 0,-1 0 0 0 0,1 1 1 0 0,-1 0-1 0 0,0-1 0 0 0,1 1 1 0 0,-1-1-1 0 0,1 1 0 0 0,-1-1 1 0 0,1 1-1 0 0,0 0 0 0 0,-1 0 1 0 0,1-1-1 0 0,-1 1 0 0 0,1 0 1 0 0,0 0-1 0 0,-1-1 0 0 0,1 1 1 0 0,0 0-1 0 0,-1 0 0 0 0,1 0 1 0 0,-1 0-1 0 0,2 0 0 0 0,-1 1 12 0 0,0 0 0 0 0,0-1 0 0 0,0 1 0 0 0,0 0-1 0 0,0 0 1 0 0,0 0 0 0 0,0 0 0 0 0,0 0 0 0 0,0 0-1 0 0,-1 0 1 0 0,1 0 0 0 0,0 0 0 0 0,-1 0 0 0 0,1 3-1 0 0,18 57 831 0 0,-15-44-679 0 0,-1-9-274 0 0,-1 0 0 0 0,2 0 0 0 0,-1 0 0 0 0,1 0 0 0 0,0-1 0 0 0,0 0 0 0 0,1 0 0 0 0,0 0 1 0 0,9 10-1 0 0,-9-13-493 0 0,0 0 0 0 0,0 0 0 0 0,1 0 0 0 0,-1 0 0 0 0,1-1 1 0 0,0 0-1 0 0,0 0 0 0 0,7 2 0 0 0,0-1-5411 0 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3:10.8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20 6913 0 0,'-4'-20'886'0'0,"4"31"1628"0"0,6 34 1994 0 0,1-24-2789 0 0,16 34 1 0 0,37 56-669 0 0,-19-40-1115 0 0,-19-31-318 0 0,-7-13-1341 0 0,-5-8-2192 0 0,-1 0-1774 0 0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3:11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5 307 6913 0 0,'0'0'34'0'0,"-1"-1"0"0"0,1 1-1 0 0,-1-1 1 0 0,1 0-1 0 0,0 1 1 0 0,-1-1-1 0 0,1 0 1 0 0,0 1 0 0 0,-1-1-1 0 0,1 0 1 0 0,0 1-1 0 0,0-1 1 0 0,0 0 0 0 0,0 1-1 0 0,0-1 1 0 0,0 0-1 0 0,0 0 1 0 0,0 1-1 0 0,0-1 1 0 0,0 0 0 0 0,0 0-1 0 0,0 1 1 0 0,0-1-1 0 0,1 0 1 0 0,-1 1-1 0 0,0-1 1 0 0,1 0 0 0 0,-1 1-1 0 0,0-1 1 0 0,1 0-1 0 0,-1 1 1 0 0,1-1-1 0 0,-1 1 1 0 0,1-1 0 0 0,-1 1-1 0 0,1-1 1 0 0,0 0-1 0 0,28-21 1428 0 0,-20 15-988 0 0,50-34 2267 0 0,1 2-1 0 0,74-35 0 0 0,49-4-2047 0 0,-117 60-4779 0 0,-49 15-1489 0 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3:11.7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140 11 6449 0 0,'-4'1'270'0'0,"1"0"0"0"0,0 0-1 0 0,0 0 1 0 0,0 0-1 0 0,0 0 1 0 0,0 1 0 0 0,0-1-1 0 0,0 1 1 0 0,1 0-1 0 0,-1 0 1 0 0,1 0-1 0 0,-1 0 1 0 0,1 0 0 0 0,-1 0-1 0 0,-2 5 1 0 0,-30 42 1186 0 0,26-32-1197 0 0,1 1 0 0 0,0 0 0 0 0,1 1 0 0 0,1-1 0 0 0,1 1 0 0 0,1 1 0 0 0,0-1 0 0 0,1 0 0 0 0,2 1 0 0 0,0 0 0 0 0,0-1 0 0 0,2 1 0 0 0,6 34 1 0 0,-5-41-235 0 0,0-1 0 0 0,2 0 0 0 0,-1 0 1 0 0,1-1-1 0 0,1 1 0 0 0,0-1 1 0 0,1 0-1 0 0,0 0 0 0 0,1 0 1 0 0,0-1-1 0 0,1 0 0 0 0,-1-1 0 0 0,2 0 1 0 0,0 0-1 0 0,0 0 0 0 0,0-1 1 0 0,1-1-1 0 0,0 0 0 0 0,1 0 1 0 0,-1-1-1 0 0,1 0 0 0 0,21 8 1 0 0,-20-10-53 0 0,0-1 0 0 0,0 0 0 0 0,0 0 0 0 0,1-1 0 0 0,-1-1 0 0 0,1 0 0 0 0,0-1 1 0 0,-1 0-1 0 0,26-4 0 0 0,-31 2 69 0 0,0 1 1 0 0,0-1-1 0 0,0-1 0 0 0,0 1 1 0 0,-1-1-1 0 0,1 0 0 0 0,-1-1 1 0 0,1 0-1 0 0,-1 0 0 0 0,-1 0 1 0 0,1 0-1 0 0,0-1 1 0 0,-1 0-1 0 0,0 0 0 0 0,0-1 1 0 0,-1 1-1 0 0,1-1 0 0 0,5-12 1 0 0,-4 6 142 0 0,0 0 0 0 0,-2 0 0 0 0,1-1 0 0 0,-2 0 0 0 0,1 0 0 0 0,-2 0 0 0 0,0 0 0 0 0,0-1 0 0 0,-2 1 0 0 0,1 0 0 0 0,-2-1 0 0 0,0 1 0 0 0,0-1 0 0 0,-1 1 0 0 0,-5-17 0 0 0,2 12-32 0 0,-1 1 0 0 0,-1 0 0 0 0,0 0-1 0 0,-2 1 1 0 0,1 0 0 0 0,-2 1 0 0 0,0 0-1 0 0,-1 0 1 0 0,0 1 0 0 0,-26-24 0 0 0,24 27-209 0 0,-1 1 0 0 0,0 0 0 0 0,-1 1 1 0 0,0 0-1 0 0,0 2 0 0 0,-1-1 0 0 0,-22-6 1 0 0,-2 2-1443 0 0,-78-12 0 0 0,80 18 483 0 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3:02.3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184 0 7370 0 0,'-12'19'5677'0'0,"-4"16"-4481"0"0,-9 51-134 0 0,3 0 1 0 0,-13 120-1 0 0,-23 94-1288 0 0,51-271-137 0 0,2-5-1231 0 0,1-11-2463 0 0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3:02.7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0 101 1840 0 0,'0'-1'113'0'0,"1"0"0"0"0,-1 1 0 0 0,0-1 0 0 0,0 0 0 0 0,0 1 0 0 0,1-1 0 0 0,-1 1 0 0 0,0-1 0 0 0,0 0 0 0 0,1 1 0 0 0,-1-1 0 0 0,1 1 0 0 0,-1-1 0 0 0,0 1 0 0 0,1-1 0 0 0,-1 1 0 0 0,1-1-1 0 0,-1 1 1 0 0,1 0 0 0 0,0-1 0 0 0,-1 1 0 0 0,1 0 0 0 0,-1-1 0 0 0,1 1 0 0 0,0 0 0 0 0,-1 0 0 0 0,1 0 0 0 0,-1-1 0 0 0,1 1 0 0 0,0 0 0 0 0,-1 0 0 0 0,1 0 0 0 0,0 0 0 0 0,-1 0 0 0 0,1 0 0 0 0,0 0-1 0 0,-1 0 1 0 0,1 0 0 0 0,0 1 0 0 0,0-1 0 0 0,26 9 2986 0 0,-15 4-2330 0 0,0 0 0 0 0,-1 1 0 0 0,0 1 1 0 0,-1-1-1 0 0,-1 2 0 0 0,0-1 0 0 0,8 23 0 0 0,1-2-50 0 0,48 103 801 0 0,-37-76-1399 0 0,2-1-1 0 0,43 64 1 0 0,-68-118-180 0 0,-4-3 185 0 0,1-1 0 0 0,0 0-1 0 0,0 0 1 0 0,1 0-1 0 0,-1 0 1 0 0,7 5 0 0 0,-9-9-79 0 0,0 1 1 0 0,0-1-1 0 0,0 0 1 0 0,0 1-1 0 0,0-1 1 0 0,0 0-1 0 0,0 0 1 0 0,0 1-1 0 0,0-1 1 0 0,0 0-1 0 0,0 0 1 0 0,0 0-1 0 0,0 0 1 0 0,0 0-1 0 0,0 0 1 0 0,0-1-1 0 0,0 1 1 0 0,0 0-1 0 0,0 0 1 0 0,0-1-1 0 0,0 1 1 0 0,0-1-1 0 0,0 1 1 0 0,0-1-1 0 0,0 1 1 0 0,-1-1-1 0 0,1 1 1 0 0,0-1-1 0 0,0 0 1 0 0,0 0-1 0 0,-1 1 1 0 0,1-1-1 0 0,-1 0 1 0 0,1 0-1 0 0,0 0 1 0 0,-1 0-1 0 0,1 1 1 0 0,-1-1-1 0 0,1-1 1 0 0,9-19 93 0 0,-1 1 1 0 0,0-1-1 0 0,-2 0 1 0 0,0-1-1 0 0,-2 0 1 0 0,6-36 0 0 0,-5 27-93 0 0,55-365-572 0 0,-59 374 2 0 0,1-13-762 0 0,6 15-3108 0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3:03.2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0 379 6449 0 0,'0'0'586'0'0,"27"10"1760"0"0,-24-9-2033 0 0,1 0 0 0 0,-1 0 1 0 0,1-1-1 0 0,0 1 0 0 0,-1-1 0 0 0,1 0 1 0 0,0 0-1 0 0,-1 0 0 0 0,1 0 1 0 0,0-1-1 0 0,-1 1 0 0 0,1-1 0 0 0,0 0 1 0 0,5-2-1 0 0,-3 0-65 0 0,0 0 1 0 0,0-1-1 0 0,0 0 1 0 0,0 0-1 0 0,-1 0 1 0 0,0 0-1 0 0,7-7 1 0 0,2-5-68 0 0,-1-1 0 0 0,0 0 0 0 0,-1-1 0 0 0,10-20 0 0 0,-15 24-28 0 0,0 0 0 0 0,-2 0 0 0 0,1 0 0 0 0,-2-1 0 0 0,5-22 0 0 0,-8 31-98 0 0,0-1 0 0 0,0 1 0 0 0,0 0-1 0 0,-1-1 1 0 0,0 1 0 0 0,0 0 0 0 0,-1-1 0 0 0,0 1-1 0 0,0 0 1 0 0,-1 0 0 0 0,1 0 0 0 0,-1-1 0 0 0,-1 2-1 0 0,1-1 1 0 0,-7-11 0 0 0,7 15-67 0 0,0-1 0 0 0,0 1 0 0 0,-1 0 0 0 0,1 0 1 0 0,-1 1-1 0 0,1-1 0 0 0,-1 0 0 0 0,1 1 0 0 0,-1-1 0 0 0,0 1 0 0 0,0 0 0 0 0,0 0 0 0 0,0 0 0 0 0,0 1 1 0 0,0-1-1 0 0,0 0 0 0 0,0 1 0 0 0,0 0 0 0 0,0 0 0 0 0,0 0 0 0 0,0 0 0 0 0,0 1 0 0 0,0-1 0 0 0,0 1 1 0 0,0-1-1 0 0,-6 3 0 0 0,5-2-96 0 0,-1 1 0 0 0,1 0 1 0 0,0-1-1 0 0,0 1 0 0 0,0 1 0 0 0,0-1 1 0 0,0 1-1 0 0,0-1 0 0 0,0 1 0 0 0,1 0 1 0 0,-1 1-1 0 0,1-1 0 0 0,0 0 0 0 0,0 1 1 0 0,0 0-1 0 0,1 0 0 0 0,-3 4 1 0 0,2 2 0 0 0,0 0 0 0 0,1 0 1 0 0,0 1-1 0 0,1-1 1 0 0,0 1-1 0 0,0-1 1 0 0,1 1-1 0 0,1-1 0 0 0,0 0 1 0 0,0 1-1 0 0,5 17 1 0 0,-2-13 103 0 0,1 0-1 0 0,0 0 1 0 0,0-1 0 0 0,2 1 0 0 0,0-1 0 0 0,0-1-1 0 0,13 16 1 0 0,-15-22-115 0 0,0-1 0 0 0,1 0 1 0 0,0 0-1 0 0,0 0 0 0 0,1-1 0 0 0,-1 0 0 0 0,1 0 0 0 0,0-1 0 0 0,1 1 0 0 0,-1-2 0 0 0,1 1 1 0 0,0-1-1 0 0,-1 0 0 0 0,1-1 0 0 0,1 0 0 0 0,-1 0 0 0 0,0-1 0 0 0,0 0 0 0 0,13 0 0 0 0,1-2-4573 0 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3:03.7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178 19 3681 0 0,'-2'-2'282'0'0,"0"1"0"0"0,-1-1 0 0 0,1 0 1 0 0,-1 0-1 0 0,0 1 0 0 0,1-1 0 0 0,-1 1 1 0 0,0 0-1 0 0,0 0 0 0 0,0 0 0 0 0,0 0 0 0 0,0 1 1 0 0,0-1-1 0 0,0 1 0 0 0,0 0 0 0 0,0 0 1 0 0,0 0-1 0 0,0 0 0 0 0,0 0 0 0 0,0 0 0 0 0,0 1 1 0 0,0 0-1 0 0,-4 1 0 0 0,3-1 118 0 0,0 1 0 0 0,0 0-1 0 0,0-1 1 0 0,0 2 0 0 0,0-1 0 0 0,0 0-1 0 0,0 1 1 0 0,1 0 0 0 0,0-1 0 0 0,-1 2-1 0 0,1-1 1 0 0,0 0 0 0 0,0 0 0 0 0,1 1 0 0 0,-4 5-1 0 0,-2 8-143 0 0,0 1-1 0 0,2 0 0 0 0,0 0 1 0 0,1 0-1 0 0,-4 29 0 0 0,7-34-151 0 0,0-1 0 0 0,2 0 0 0 0,-1 1-1 0 0,2-1 1 0 0,0 1 0 0 0,0-1 0 0 0,1 0 0 0 0,0 0-1 0 0,7 18 1 0 0,-9-28-110 0 0,0-1 0 0 0,1 1 0 0 0,-1-1 0 0 0,0 0 0 0 0,1 1 0 0 0,0-1-1 0 0,-1 0 1 0 0,1 1 0 0 0,0-1 0 0 0,-1 0 0 0 0,1 0 0 0 0,0 0 0 0 0,0 0 0 0 0,0 0 0 0 0,0 0 0 0 0,0 0-1 0 0,0 0 1 0 0,0 0 0 0 0,1 0 0 0 0,-1 0 0 0 0,0-1 0 0 0,0 1 0 0 0,1 0 0 0 0,-1-1 0 0 0,0 1-1 0 0,1-1 1 0 0,-1 0 0 0 0,1 1 0 0 0,-1-1 0 0 0,1 0 0 0 0,-1 0 0 0 0,2 0 0 0 0,0-1-4 0 0,-1 0 1 0 0,0 0 0 0 0,0 0-1 0 0,0-1 1 0 0,0 1-1 0 0,0-1 1 0 0,0 0-1 0 0,0 1 1 0 0,0-1 0 0 0,0 0-1 0 0,-1 0 1 0 0,1 0-1 0 0,-1 0 1 0 0,1 0 0 0 0,-1 0-1 0 0,0-1 1 0 0,1-2-1 0 0,8-18 230 0 0,-1 4 72 0 0,0 0 0 0 0,0 1-1 0 0,26-35 1 0 0,-32 49-245 0 0,0 0 0 0 0,1 0 1 0 0,0 0-1 0 0,0 1 0 0 0,0-1 1 0 0,0 1-1 0 0,0 0 0 0 0,1 0 1 0 0,-1 0-1 0 0,1 1 0 0 0,0 0 0 0 0,0 0 1 0 0,0 0-1 0 0,0 0 0 0 0,0 1 1 0 0,0-1-1 0 0,1 2 0 0 0,-1-1 1 0 0,0 0-1 0 0,1 1 0 0 0,4 0 1 0 0,-6 1-28 0 0,0 0 1 0 0,0 0 0 0 0,0 0 0 0 0,-1 1 0 0 0,1-1 0 0 0,-1 1 0 0 0,1 0 0 0 0,-1 0 0 0 0,0 0-1 0 0,1 0 1 0 0,-1 1 0 0 0,0-1 0 0 0,-1 1 0 0 0,1 0 0 0 0,0 0 0 0 0,-1 0 0 0 0,1 0 0 0 0,-1 0 0 0 0,0 1-1 0 0,0-1 1 0 0,2 7 0 0 0,5 9 38 0 0,-2 0-1 0 0,10 36 1 0 0,-15-48-44 0 0,4 18 17 0 0,0 1-1 0 0,-2 0 0 0 0,-1 0 0 0 0,0 1 1 0 0,-2-1-1 0 0,-2 0 0 0 0,0 1 1 0 0,-1-1-1 0 0,-7 29 0 0 0,6-41-15 0 0,-1-1-1 0 0,0 0 0 0 0,-1 0 1 0 0,0 0-1 0 0,-1-1 1 0 0,-1 1-1 0 0,0-1 0 0 0,0-1 1 0 0,-1 1-1 0 0,-1-1 1 0 0,0-1-1 0 0,0 0 0 0 0,-1 0 1 0 0,0-1-1 0 0,-1 0 1 0 0,0 0-1 0 0,0-1 0 0 0,-25 12 1 0 0,26-15-378 0 0,-1-1 0 0 0,0 0 0 0 0,0 0 0 0 0,-1-1 1 0 0,-18 2-1 0 0,27-4 248 0 0,1-1 1 0 0,-1 0 0 0 0,1 0-1 0 0,-1 0 1 0 0,0 0 0 0 0,1-1 0 0 0,-1 1-1 0 0,1-1 1 0 0,0 1 0 0 0,-1-1-1 0 0,1 0 1 0 0,-1 0 0 0 0,1 0-1 0 0,-3-2 1 0 0,4 2 61 0 0,0-1-1 0 0,-1 1 1 0 0,1 0-1 0 0,0-1 1 0 0,0 1-1 0 0,0-1 1 0 0,0 1-1 0 0,0-1 1 0 0,1 0-1 0 0,-1 1 0 0 0,0-1 1 0 0,1 0-1 0 0,-1 0 1 0 0,1 1-1 0 0,0-1 1 0 0,-1 0-1 0 0,1 0 1 0 0,0 0-1 0 0,0 0 1 0 0,0 1-1 0 0,1-1 1 0 0,-1-3-1 0 0,2-3-318 0 0,0-1-1 0 0,1 1 0 0 0,0 0 0 0 0,0 0 0 0 0,0 1 0 0 0,1-1 0 0 0,0 1 0 0 0,10-13 0 0 0,-2 5 372 0 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3:12.5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0 207 4609 0 0,'1'-1'80'0'0,"0"0"1"0"0,0 1-1 0 0,0-1 0 0 0,0 0 1 0 0,0 0-1 0 0,0 1 0 0 0,0-1 1 0 0,0 1-1 0 0,0-1 0 0 0,0 1 1 0 0,0-1-1 0 0,0 1 0 0 0,0 0 1 0 0,1-1-1 0 0,-1 1 0 0 0,0 0 1 0 0,2 0-1 0 0,24-4 538 0 0,4 4 212 0 0,36 4 0 0 0,21 0-534 0 0,214-28 520 0 0,-26 0 380 0 0,-31 17-520 0 0,443-30 330 0 0,-391 13-676 0 0,-61 7 575 0 0,22 0 318 0 0,17-1-613 0 0,378 2-220 0 0,-649 16-382 0 0,223 7 556 0 0,147-2 855 0 0,-278-5-1593 0 0,32-1 677 0 0,-109-1-1586 0 0,0 0 0 0 0,0-1 1 0 0,0-1-1 0 0,27-9 0 0 0,-33 8-4378 0 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3:13.5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66 475 3225 0 0,'-4'2'69'0'0,"0"0"0"0"0,0 0 1 0 0,-1-1-1 0 0,1 1 0 0 0,0-1 1 0 0,-1 0-1 0 0,1 0 1 0 0,-10 0-1 0 0,14-1 50 0 0,-1 0-1 0 0,0-1 1 0 0,0 1 0 0 0,0 0-1 0 0,1 0 1 0 0,-1 0 0 0 0,0 0-1 0 0,0-1 1 0 0,1 1 0 0 0,-1 0 0 0 0,0-1-1 0 0,1 1 1 0 0,-1 0 0 0 0,0-1-1 0 0,1 1 1 0 0,-1-1 0 0 0,1 1-1 0 0,-1-1 1 0 0,0 0 0 0 0,1 1 0 0 0,-1-2-1 0 0,0 1 26 0 0,1-1-1 0 0,-1 1 1 0 0,1-1-1 0 0,0 1 1 0 0,0-1-1 0 0,0 1 1 0 0,0 0-1 0 0,0-1 0 0 0,0 1 1 0 0,0-1-1 0 0,0 1 1 0 0,1-1-1 0 0,-1 1 1 0 0,1 0-1 0 0,-1-1 1 0 0,2-1-1 0 0,10-27 803 0 0,1 0-1 0 0,2 1 1 0 0,1 0-1 0 0,2 2 1 0 0,25-33-1 0 0,-16 29-407 0 0,0 2-1 0 0,2 0 0 0 0,1 2 0 0 0,2 1 1 0 0,0 1-1 0 0,63-35 0 0 0,-90 57-429 0 0,0 0 0 0 0,0 1 0 0 0,0-1-1 0 0,0 1 1 0 0,1 0 0 0 0,-1 1 0 0 0,1-1-1 0 0,-1 1 1 0 0,1 0 0 0 0,0 0 0 0 0,0 1-1 0 0,6 0 1 0 0,-10 1-78 0 0,1-1-1 0 0,0 1 1 0 0,0 0-1 0 0,0 0 1 0 0,-1 0-1 0 0,1 0 0 0 0,0 1 1 0 0,-1-1-1 0 0,1 1 1 0 0,-1 0-1 0 0,0-1 1 0 0,1 1-1 0 0,-1 0 1 0 0,0 0-1 0 0,0 0 1 0 0,0 1-1 0 0,-1-1 1 0 0,1 1-1 0 0,0-1 1 0 0,-1 1-1 0 0,0-1 1 0 0,1 1-1 0 0,-1 0 1 0 0,1 4-1 0 0,9 27-164 0 0,-2 0-1 0 0,-1 0 1 0 0,5 44-1 0 0,1 108-379 0 0,-13-152 482 0 0,4 87-143 0 0,-4-49-210 0 0,3-1 0 0 0,4 1 0 0 0,22 98 0 0 0,-21-138 303 0 0,-1 0 0 0 0,-1 0 0 0 0,-2 0-1 0 0,-1 1 1 0 0,-1 0 0 0 0,-2-1 0 0 0,-4 41 0 0 0,2-64-646 0 0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3:14.0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22 152 3225 0 0,'-15'-25'1654'0'0,"14"23"-1064"0"0,0 0 0 0 0,0-1 0 0 0,0 1-1 0 0,0-1 1 0 0,0 1 0 0 0,1-1 0 0 0,0 1-1 0 0,-1-1 1 0 0,1 1 0 0 0,0-1-1 0 0,0 0 1 0 0,0 1 0 0 0,1-1 0 0 0,-1 1-1 0 0,2-6 1 0 0,1 8-253 0 0,-1-1 0 0 0,1 1 0 0 0,0-1 1 0 0,0 1-1 0 0,0 0 0 0 0,0 0 0 0 0,0 0 0 0 0,-1 0 0 0 0,1 1 0 0 0,0-1 1 0 0,0 1-1 0 0,0 0 0 0 0,-1 0 0 0 0,6 2 0 0 0,3 8 80 0 0,11 12-262 0 0,32 24 1 0 0,-40-35-237 0 0,-1 1 1 0 0,0 1-1 0 0,-1 0 0 0 0,-1 0 0 0 0,0 1 0 0 0,-1 1 1 0 0,0 0-1 0 0,-2 0 0 0 0,11 26 0 0 0,-18-39 106 0 0,0 0 0 0 0,1-1 0 0 0,-1 1 0 0 0,0-1 0 0 0,1 1 0 0 0,0-1 0 0 0,-1 0 0 0 0,1 1 0 0 0,0-1 0 0 0,0 0 0 0 0,1 0 0 0 0,-1 0 0 0 0,0-1-1 0 0,1 1 1 0 0,-1-1 0 0 0,0 1 0 0 0,1-1 0 0 0,0 0 0 0 0,-1 0 0 0 0,1 0 0 0 0,0 0 0 0 0,0 0 0 0 0,0-1 0 0 0,-1 1 0 0 0,1-1 0 0 0,0 0 0 0 0,0 1 0 0 0,0-1 0 0 0,0-1 0 0 0,0 1 0 0 0,0 0 0 0 0,-1-1 0 0 0,1 0 0 0 0,0 1-1 0 0,0-1 1 0 0,-1 0 0 0 0,5-3 0 0 0,5-1 130 0 0,0-1 0 0 0,-1 0 0 0 0,0-1 0 0 0,-1 0 0 0 0,1-1 0 0 0,17-18 0 0 0,-12 11-8 0 0,-2-1 1 0 0,0 0 0 0 0,0-1-1 0 0,-2-1 1 0 0,0 0 0 0 0,-1 0-1 0 0,-1-2 1 0 0,-1 1 0 0 0,-1-1-1 0 0,11-36 1 0 0,-18 51-197 0 0,1-1 0 0 0,0 1 0 0 0,0 0-1 0 0,1 0 1 0 0,-1 0 0 0 0,1 0 0 0 0,0 1 0 0 0,0-1 0 0 0,1 1 0 0 0,-1-1 0 0 0,8-5-1 0 0,3-3-592 0 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3:16.4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108 0 5065 0 0,'4'7'3328'0'0,"-1"-1"-3098"0"0,0 1 0 0 0,0 0 0 0 0,0 0 0 0 0,-1 0 0 0 0,2 11 0 0 0,23 285 901 0 0,-7-43-1882 0 0,-11-105-427 0 0,-4-29 1108 0 0,-6 0-1 0 0,-21 157 0 0 0,15-196 465 0 0,7 131 0 0 0,24 85-229 0 0,-17-238-170 0 0,3 269 455 0 0,-7-116-102 0 0,-9 492 1003 0 0,-21-407-1876 0 0,13-175-73 0 0,3 44-18 0 0,-8 56 486 0 0,2 47 137 0 0,5-47 147 0 0,5-158 148 0 0,-20 288 3031 0 0,16-114-2336 0 0,3-92 80 0 0,12 182 0 0 0,11-214-704 0 0,-7-61-308 0 0,2 74 0 0 0,-6 19 110 0 0,-1 61 573 0 0,-12-54-1274 0 0,-3 92 820 0 0,7-88-432 0 0,1-81-45 0 0,12 147 0 0 0,-4-154 499 0 0,-2 0 0 0 0,-15 133 1 0 0,-1 65 334 0 0,13-186-102 0 0,-5-1-1 0 0,-16 89 1 0 0,6-60 214 0 0,14-88-767 0 0,2-1 1 0 0,2 1-1 0 0,0-1 1 0 0,2 1-1 0 0,0-1 1 0 0,15 44-1 0 0,-9-32-30 0 0,-2 0-1 0 0,5 47 1 0 0,-9-20 100 0 0,33 329 1092 0 0,-26-333-1061 0 0,-6-35 8 0 0,0 1 0 0 0,-1-1 0 0 0,-2 1 0 0 0,-1-1 0 0 0,-1 1 0 0 0,-4 35 0 0 0,3-59-167 0 0,0 0 0 0 0,1 0-1 0 0,-1 0 1 0 0,0 0 0 0 0,-1 0 0 0 0,1 0-1 0 0,0 0 1 0 0,-1-1 0 0 0,1 1 0 0 0,-1 0-1 0 0,0-1 1 0 0,0 0 0 0 0,0 1 0 0 0,0-1 0 0 0,-1 0-1 0 0,1 0 1 0 0,0 0 0 0 0,-1 0 0 0 0,0-1-1 0 0,-3 3 1 0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3:18.2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5985 0 0,'1'0'202'0'0,"0"0"0"0"0,0 0-1 0 0,0 0 1 0 0,0 1 0 0 0,-1-1-1 0 0,1 0 1 0 0,0 0-1 0 0,0 1 1 0 0,-1-1 0 0 0,1 1-1 0 0,0-1 1 0 0,0 1 0 0 0,-1-1-1 0 0,1 1 1 0 0,0-1 0 0 0,-1 1-1 0 0,1-1 1 0 0,-1 1 0 0 0,1 0-1 0 0,-1-1 1 0 0,1 1 0 0 0,-1 0-1 0 0,1 0 1 0 0,-1-1 0 0 0,0 1-1 0 0,1 0 1 0 0,-1 1 0 0 0,15 23 1576 0 0,-4 7-1097 0 0,-1 0 0 0 0,-2 1 0 0 0,-1 0 1 0 0,-2 0-1 0 0,-1 1 0 0 0,0 34 1 0 0,-5 11-635 0 0,-15 113 0 0 0,12-165-390 0 0,-1 9-607 0 0,4-12-4417 0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3:18.5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1 195 1840 0 0,'0'-8'405'0'0,"0"0"1"0"0,1-1-1 0 0,1 1 0 0 0,-1 0 0 0 0,1-1 0 0 0,1 1 0 0 0,-1 0 0 0 0,1 0 0 0 0,1 1 0 0 0,-1-1 0 0 0,1 1 0 0 0,1 0 1 0 0,-1 0-1 0 0,1 0 0 0 0,1 0 0 0 0,-1 1 0 0 0,1 0 0 0 0,0 0 0 0 0,0 0 0 0 0,1 1 0 0 0,0 0 0 0 0,0 0 0 0 0,10-4 0 0 0,-7 4-16 0 0,1 2 0 0 0,-1-1 0 0 0,1 1 0 0 0,-1 1 0 0 0,1 0 0 0 0,0 0 0 0 0,0 1 0 0 0,0 1 0 0 0,13 0 0 0 0,-21 1-333 0 0,1-1 1 0 0,-1 1-1 0 0,0-1 0 0 0,0 1 0 0 0,1 0 0 0 0,-1 0 0 0 0,0 0 0 0 0,0 1 1 0 0,0-1-1 0 0,0 1 0 0 0,-1 0 0 0 0,1 0 0 0 0,0 0 0 0 0,-1 0 0 0 0,1 0 0 0 0,-1 0 1 0 0,1 1-1 0 0,-1-1 0 0 0,0 1 0 0 0,0-1 0 0 0,-1 1 0 0 0,1 0 0 0 0,0 0 1 0 0,-1 0-1 0 0,0 0 0 0 0,1 0 0 0 0,-1 0 0 0 0,0 1 0 0 0,-1-1 0 0 0,1 0 1 0 0,-1 0-1 0 0,1 1 0 0 0,-1-1 0 0 0,0 4 0 0 0,0 3 12 0 0,0 0 1 0 0,-1-1-1 0 0,0 1 0 0 0,-1 0 0 0 0,0-1 1 0 0,0 1-1 0 0,-1-1 0 0 0,0 0 0 0 0,0 0 1 0 0,-1 0-1 0 0,-1 0 0 0 0,1-1 0 0 0,-2 0 1 0 0,1 1-1 0 0,-1-2 0 0 0,0 1 0 0 0,0-1 1 0 0,-1 0-1 0 0,-13 10 0 0 0,13-12-758 0 0,0 0 1 0 0,0 0-1 0 0,0-1 0 0 0,-1-1 1 0 0,0 1-1 0 0,0-1 0 0 0,0 0 0 0 0,-14 2 1 0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3:19.0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209 58 5985 0 0,'-3'-3'240'0'0,"0"0"0"0"0,0 1-1 0 0,0 0 1 0 0,-1 0-1 0 0,1 0 1 0 0,-1 0 0 0 0,1 0-1 0 0,-1 1 1 0 0,1 0 0 0 0,-1-1-1 0 0,0 1 1 0 0,0 1 0 0 0,0-1-1 0 0,0 0 1 0 0,1 1-1 0 0,-1 0 1 0 0,0 0 0 0 0,0 0-1 0 0,0 0 1 0 0,0 1 0 0 0,0 0-1 0 0,0 0 1 0 0,-6 2 0 0 0,5-2 111 0 0,-1 2 0 0 0,1-1 0 0 0,0 0 0 0 0,0 1 1 0 0,0 0-1 0 0,0 0 0 0 0,0 1 0 0 0,1-1 0 0 0,-1 1 1 0 0,1 0-1 0 0,0 0 0 0 0,0 1 0 0 0,1-1 0 0 0,-1 1 1 0 0,-4 8-1 0 0,1 2-372 0 0,1 0 0 0 0,1 0 1 0 0,0 0-1 0 0,1 1 0 0 0,-3 16 1 0 0,6-23 7 0 0,0 1 1 0 0,0-1-1 0 0,1 1 1 0 0,0-1 0 0 0,1 1-1 0 0,0 0 1 0 0,0-1-1 0 0,1 0 1 0 0,5 17 0 0 0,-6-22-1 0 0,1 0 0 0 0,0-1 1 0 0,0 1-1 0 0,0-1 0 0 0,0 1 0 0 0,1-1 1 0 0,-1 0-1 0 0,1 0 0 0 0,0 0 1 0 0,0-1-1 0 0,0 1 0 0 0,0-1 0 0 0,0 1 1 0 0,1-1-1 0 0,-1 0 0 0 0,1 0 1 0 0,-1-1-1 0 0,1 1 0 0 0,0-1 0 0 0,0 1 1 0 0,0-1-1 0 0,-1-1 0 0 0,1 1 1 0 0,0 0-1 0 0,0-1 0 0 0,0 0 0 0 0,0 0 1 0 0,0 0-1 0 0,0 0 0 0 0,0-1 1 0 0,0 1-1 0 0,5-3 0 0 0,-2 2-4 0 0,0-1 0 0 0,0 0-1 0 0,0-1 1 0 0,0 0 0 0 0,-1 0-1 0 0,0 0 1 0 0,1 0 0 0 0,-1-1 0 0 0,0 0-1 0 0,-1-1 1 0 0,1 1 0 0 0,-1-1-1 0 0,0 0 1 0 0,0-1 0 0 0,0 1-1 0 0,-1-1 1 0 0,5-8 0 0 0,-4 4 189 0 0,-1-1 1 0 0,-1 0 0 0 0,0 1-1 0 0,-1-1 1 0 0,0 0 0 0 0,0-1-1 0 0,-1 1 1 0 0,0 0 0 0 0,-2-14-1 0 0,0 9 166 0 0,-1 0 0 0 0,0 0 0 0 0,-1 0 0 0 0,-1 1 0 0 0,-10-29 0 0 0,13 41-335 0 0,-1 0-1 0 0,1-1 1 0 0,-1 1-1 0 0,0 0 1 0 0,0 0-1 0 0,0 0 1 0 0,0 1-1 0 0,0-1 1 0 0,-1 0-1 0 0,1 1 1 0 0,-1-1-1 0 0,0 1 1 0 0,0 0 0 0 0,0 0-1 0 0,0 0 1 0 0,0 1-1 0 0,0-1 1 0 0,-5-1-1 0 0,5 2-512 0 0,0 0 1 0 0,0 1-1 0 0,-1-1 0 0 0,1 1 0 0 0,0 0 0 0 0,0 0 0 0 0,0 0 0 0 0,0 1 1 0 0,0-1-1 0 0,0 1 0 0 0,0-1 0 0 0,0 1 0 0 0,-6 2 0 0 0,-4 4-5121 0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3:19.5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109 76 3225 0 0,'25'-35'1778'0'0,"-24"34"-1472"0"0,0 0 0 0 0,0-1 0 0 0,0 1 0 0 0,-1-1 0 0 0,1 1 0 0 0,0-1 0 0 0,-1 0 0 0 0,1 1 0 0 0,-1-1 0 0 0,1 0 1 0 0,-1 1-1 0 0,0-1 0 0 0,0 0 0 0 0,0 0 0 0 0,0 1 0 0 0,0-1 0 0 0,0 0 0 0 0,0 1 0 0 0,0-1 0 0 0,-1 0 0 0 0,1 0 0 0 0,-2-1 1 0 0,2 2-143 0 0,-1 1 0 0 0,0 0 0 0 0,0 0 0 0 0,0-1 0 0 0,0 1 0 0 0,0 0 0 0 0,0 0 0 0 0,0 0 0 0 0,0 0 0 0 0,0 0 0 0 0,0 0 1 0 0,0 0-1 0 0,0 1 0 0 0,0-1 0 0 0,0 0 0 0 0,1 0 0 0 0,-1 1 0 0 0,0-1 0 0 0,0 0 0 0 0,0 1 0 0 0,0-1 0 0 0,0 1 0 0 0,1 0 1 0 0,-1-1-1 0 0,0 1 0 0 0,0-1 0 0 0,1 1 0 0 0,-1 0 0 0 0,1 0 0 0 0,-1-1 0 0 0,0 2 0 0 0,-24 25 1362 0 0,19-20-1354 0 0,0 1 1 0 0,0 0 0 0 0,1 0-1 0 0,1 0 1 0 0,-1 1 0 0 0,1-1-1 0 0,1 1 1 0 0,-1 0 0 0 0,1 0-1 0 0,-2 19 1 0 0,4-23-159 0 0,1 1 0 0 0,0-1 0 0 0,0 1 1 0 0,0-1-1 0 0,1 1 0 0 0,0-1 0 0 0,0 1 0 0 0,0-1 0 0 0,1 0 1 0 0,0 0-1 0 0,0 1 0 0 0,0-1 0 0 0,1-1 0 0 0,-1 1 0 0 0,1 0 0 0 0,1-1 1 0 0,-1 1-1 0 0,0-1 0 0 0,1 0 0 0 0,5 5 0 0 0,6 3-295 0 0,2 1-1 0 0,20 11 1 0 0,-22-15 53 0 0,-1 0-1 0 0,0 1 1 0 0,-1 0 0 0 0,20 20-1 0 0,-30-26 236 0 0,0 0 0 0 0,0 0 0 0 0,0 0 0 0 0,-1 0 0 0 0,1 0 0 0 0,-1 1 0 0 0,0-1 0 0 0,0 1 0 0 0,-1-1 0 0 0,1 1-1 0 0,-1 0 1 0 0,0 0 0 0 0,-1-1 0 0 0,1 1 0 0 0,-1 0 0 0 0,0 0 0 0 0,0 0 0 0 0,0 0 0 0 0,-1 0 0 0 0,-1 7 0 0 0,1-8 104 0 0,-1 1 0 0 0,0-1 0 0 0,0 0-1 0 0,0 0 1 0 0,-1 0 0 0 0,1 0 0 0 0,-1-1 0 0 0,0 1 0 0 0,0-1 0 0 0,0 1 0 0 0,-1-1 0 0 0,1 0 0 0 0,-1 0 0 0 0,0 0 0 0 0,0-1 0 0 0,0 0-1 0 0,-4 3 1 0 0,-8 3 257 0 0,-1 0 0 0 0,-33 9-1 0 0,43-15-490 0 0,0 0 0 0 0,0 0 0 0 0,0-1 0 0 0,0 0-1 0 0,0 0 1 0 0,-1-1 0 0 0,1 0 0 0 0,0 0 0 0 0,0-1 0 0 0,-1 1 0 0 0,1-2-1 0 0,0 1 1 0 0,0-1 0 0 0,-9-4 0 0 0,11 3-1236 0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3:21.2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15 145 2304 0 0,'-2'-3'205'0'0,"1"0"-1"0"0,-1 0 1 0 0,0 0-1 0 0,1 0 0 0 0,0 0 1 0 0,-1 0-1 0 0,1 0 0 0 0,0-1 1 0 0,1 1-1 0 0,-1 0 0 0 0,0-7 1 0 0,2-37 3020 0 0,-1 44-3003 0 0,0 1-1 0 0,1 0 1 0 0,0 0 0 0 0,-1 0 0 0 0,1 0 0 0 0,0 0 0 0 0,0 0 0 0 0,0 0-1 0 0,1 0 1 0 0,-1 0 0 0 0,0 0 0 0 0,1 1 0 0 0,-1-1 0 0 0,1 0 0 0 0,-1 1-1 0 0,1-1 1 0 0,0 1 0 0 0,3-2 0 0 0,0 0-10 0 0,0 1 0 0 0,0 0 0 0 0,-1 0 1 0 0,2 1-1 0 0,-1-1 0 0 0,0 1 0 0 0,10-1 0 0 0,-4 1-133 0 0,1 1-1 0 0,-1 0 1 0 0,0 1-1 0 0,1 0 0 0 0,-1 0 1 0 0,0 1-1 0 0,12 4 1 0 0,-18-4-32 0 0,0 0 1 0 0,-1 0 0 0 0,1 1 0 0 0,0-1-1 0 0,-1 1 1 0 0,0 0 0 0 0,0 1-1 0 0,1-1 1 0 0,-2 1 0 0 0,1-1 0 0 0,0 1-1 0 0,-1 0 1 0 0,5 7 0 0 0,-4-3-52 0 0,0 0 1 0 0,0 0-1 0 0,0 0 1 0 0,-1 0-1 0 0,-1 1 0 0 0,1 0 1 0 0,1 10-1 0 0,-1 12-375 0 0,-1-1-1 0 0,-2 1 0 0 0,-5 46 1 0 0,5-75 347 0 0,-30 316-920 0 0,13-122 895 0 0,-5 175-654 0 0,24-327 788 0 0,-1 58 393 0 0,-2-91 576 0 0,0 1-1 0 0,-1-1 1 0 0,-6 19 0 0 0,8-25 693 0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3:21.7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48 87 5985 0 0,'-32'-51'3036'0'0,"17"16"2946"0"0,15 70-3613 0 0,0-18-1225 0 0,0 0 0 0 0,3 22 0 0 0,-1-27-1139 0 0,1 1-1 0 0,0-1 1 0 0,1 0-1 0 0,1 0 1 0 0,-1 0-1 0 0,2 0 1 0 0,0-1-1 0 0,0 0 1 0 0,9 11-1 0 0,-12-18 1 0 0,1 0-1 0 0,-1 0 1 0 0,1 0-1 0 0,0-1 1 0 0,0 0-1 0 0,1 0 1 0 0,-1 0-1 0 0,0 0 0 0 0,1-1 1 0 0,0 1-1 0 0,-1-1 1 0 0,1 0-1 0 0,0-1 1 0 0,0 1-1 0 0,0-1 1 0 0,1 0-1 0 0,-1 0 0 0 0,0-1 1 0 0,0 1-1 0 0,0-1 1 0 0,1 0-1 0 0,-1-1 1 0 0,0 1-1 0 0,9-3 0 0 0,-3 1 112 0 0,1-1 0 0 0,-1-1 0 0 0,0 0 0 0 0,0-1 0 0 0,0 0-1 0 0,0 0 1 0 0,-1-1 0 0 0,0 0 0 0 0,0-1 0 0 0,-1 0 0 0 0,0-1-1 0 0,0 0 1 0 0,0 0 0 0 0,9-14 0 0 0,-8 9-201 0 0,0-1 0 0 0,-1-1 0 0 0,11-25 0 0 0,-9 16-1829 0 0,11-46 1 0 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3:22.5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126 9 10594 0 0,'-1'-1'98'0'0,"1"0"0"0"0,-1 0 0 0 0,0 1 1 0 0,-1-1-1 0 0,1 0 0 0 0,0 1 0 0 0,0-1 0 0 0,0 0 0 0 0,0 1 0 0 0,0 0 0 0 0,-1-1 0 0 0,1 1 0 0 0,0 0 0 0 0,0-1 0 0 0,-1 1 0 0 0,1 0 0 0 0,0 0 1 0 0,0 0-1 0 0,-1 0 0 0 0,1 0 0 0 0,0 0 0 0 0,0 1 0 0 0,-1-1 0 0 0,1 0 0 0 0,0 1 0 0 0,0-1 0 0 0,0 1 0 0 0,-1-1 0 0 0,1 1 0 0 0,-1 0 1 0 0,-3 2 206 0 0,1-1 0 0 0,-1 0 0 0 0,1 1 1 0 0,0 0-1 0 0,0 0 0 0 0,-6 6 0 0 0,4-1-184 0 0,0 0-1 0 0,0 1 0 0 0,1 0 0 0 0,0 0 0 0 0,1 0 0 0 0,0 0 1 0 0,0 0-1 0 0,1 1 0 0 0,1 0 0 0 0,-1-1 0 0 0,2 1 1 0 0,-1 0-1 0 0,1 0 0 0 0,1 0 0 0 0,-1 1 0 0 0,2-1 0 0 0,0 0 1 0 0,2 10-1 0 0,-2-13-86 0 0,0 0 1 0 0,1 0 0 0 0,0 0-1 0 0,0 0 1 0 0,0-1-1 0 0,1 1 1 0 0,0-1-1 0 0,1 0 1 0 0,-1 0-1 0 0,1 0 1 0 0,1 0 0 0 0,-1 0-1 0 0,1-1 1 0 0,0 0-1 0 0,0 0 1 0 0,0 0-1 0 0,0-1 1 0 0,1 0 0 0 0,0 0-1 0 0,0 0 1 0 0,0-1-1 0 0,1 1 1 0 0,-1-2-1 0 0,1 1 1 0 0,-1-1 0 0 0,10 2-1 0 0,-11-3-40 0 0,-1-1-1 0 0,1 0 0 0 0,0-1 1 0 0,-1 1-1 0 0,1-1 1 0 0,-1 0-1 0 0,1 0 1 0 0,-1 0-1 0 0,0-1 1 0 0,1 1-1 0 0,-1-1 1 0 0,0 0-1 0 0,0-1 1 0 0,0 1-1 0 0,0-1 0 0 0,-1 1 1 0 0,1-1-1 0 0,-1 0 1 0 0,1-1-1 0 0,-1 1 1 0 0,0 0-1 0 0,0-1 1 0 0,-1 0-1 0 0,4-4 1 0 0,-1 0 55 0 0,0 0 1 0 0,0 0-1 0 0,0-1 1 0 0,-1 1 0 0 0,-1-1-1 0 0,1 0 1 0 0,-1 0 0 0 0,-1 0-1 0 0,0 0 1 0 0,0 0 0 0 0,0-10-1 0 0,-2 12 3 0 0,-1 0 0 0 0,0 0-1 0 0,-1 0 1 0 0,1 0 0 0 0,-1 0-1 0 0,0 1 1 0 0,-1-1 0 0 0,0 1-1 0 0,0 0 1 0 0,0-1 0 0 0,-1 1-1 0 0,0 1 1 0 0,0-1 0 0 0,0 1-1 0 0,-1-1 1 0 0,-7-6 0 0 0,7 8-237 0 0,1 0 0 0 0,-1 0 0 0 0,0 0 0 0 0,-1 1 0 0 0,1-1 0 0 0,-1 1 0 0 0,1 1 0 0 0,-1-1 0 0 0,0 1 0 0 0,0 0 0 0 0,0 0 0 0 0,0 1 0 0 0,0-1 0 0 0,0 1 0 0 0,-1 1 0 0 0,1-1 0 0 0,0 1 0 0 0,-10 1 0 0 0,0 5-5201 0 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3:22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5065 0 0,'1'1'255'0'0,"0"-1"0"0"0,1 1 0 0 0,-1-1 0 0 0,0 1 0 0 0,1 0 0 0 0,-1-1 0 0 0,0 1 0 0 0,0 0 0 0 0,0 0 0 0 0,0 0 0 0 0,0 0 0 0 0,0 0 0 0 0,0 0 0 0 0,0 0 0 0 0,0 1 0 0 0,0-1 1 0 0,0 0-1 0 0,-1 0 0 0 0,1 1 0 0 0,-1-1 0 0 0,1 0 0 0 0,-1 1 0 0 0,1-1 0 0 0,-1 0 0 0 0,0 1 0 0 0,1-1 0 0 0,-1 1 0 0 0,0 2 0 0 0,4 51 2288 0 0,-4-47-2050 0 0,1 17 348 0 0,1 0 0 0 0,7 36 0 0 0,-7-54-823 0 0,-1 0 0 0 0,1 0 0 0 0,1 0 0 0 0,-1 0 0 0 0,1-1 0 0 0,0 1 0 0 0,0-1 0 0 0,1 0 0 0 0,0 0 0 0 0,0 0 0 0 0,1 0 0 0 0,-1-1 0 0 0,10 9 0 0 0,-13-14-38 0 0,-1 0 0 0 0,1 1 0 0 0,-1-1-1 0 0,1 0 1 0 0,0 1 0 0 0,-1-1 0 0 0,1 0 0 0 0,-1 0 0 0 0,1 1 0 0 0,0-1 0 0 0,-1 0 0 0 0,1 0-1 0 0,0 0 1 0 0,-1 0 0 0 0,1 0 0 0 0,0 0 0 0 0,-1 0 0 0 0,1 0 0 0 0,0 0 0 0 0,-1 0-1 0 0,1 0 1 0 0,0 0 0 0 0,-1-1 0 0 0,1 1 0 0 0,0 0 0 0 0,-1 0 0 0 0,1-1 0 0 0,0 0 0 0 0,15-18-139 0 0,7-34 206 0 0,-20 46-106 0 0,6-20-86 0 0,20-47-292 0 0,-25 66 438 0 0,0 1-1 0 0,0-1 0 0 0,0 1 1 0 0,1 0-1 0 0,0 1 1 0 0,0-1-1 0 0,7-5 1 0 0,-12 11 54 0 0,1 1 0 0 0,-1-1 1 0 0,1 1-1 0 0,-1 0 0 0 0,1-1 1 0 0,-1 1-1 0 0,1-1 0 0 0,-1 1 1 0 0,1 0-1 0 0,-1-1 0 0 0,1 1 1 0 0,-1 0-1 0 0,1 0 1 0 0,0 0-1 0 0,-1-1 0 0 0,1 1 1 0 0,0 0-1 0 0,-1 0 0 0 0,1 0 1 0 0,0 0-1 0 0,-1 0 0 0 0,1 0 1 0 0,0 0-1 0 0,-1 0 0 0 0,1 0 1 0 0,-1 1-1 0 0,1-1 0 0 0,0 0 1 0 0,0 1-1 0 0,0 0 28 0 0,0 0 0 0 0,0 0 0 0 0,1 0 0 0 0,-1 0 0 0 0,-1 0 0 0 0,1 0 0 0 0,0 1 0 0 0,0-1 0 0 0,0 0 0 0 0,-1 1 0 0 0,1-1 0 0 0,0 3 0 0 0,11 49 770 0 0,-11-45-830 0 0,1 6-291 0 0,1 1 0 0 0,9 25-1 0 0,-11-36-125 0 0,1 1 0 0 0,0-1 0 0 0,1 0 0 0 0,-1 1 0 0 0,1-1 0 0 0,0 0 0 0 0,0 0 0 0 0,0-1-1 0 0,1 1 1 0 0,-1-1 0 0 0,1 0 0 0 0,5 4 0 0 0,4 1-5087 0 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3:23.1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53 10594 0 0,'2'-5'188'0'0,"1"1"-1"0"0,-1-1 1 0 0,1 1 0 0 0,0-1-1 0 0,0 1 1 0 0,0 0-1 0 0,1 0 1 0 0,0 0-1 0 0,5-4 1 0 0,-8 7-97 0 0,0 1-1 0 0,0-1 1 0 0,0 1-1 0 0,0-1 1 0 0,0 1-1 0 0,0-1 1 0 0,0 1-1 0 0,0 0 1 0 0,0-1-1 0 0,0 1 1 0 0,0 0-1 0 0,0 0 1 0 0,0 0-1 0 0,0 0 1 0 0,0 0 0 0 0,0 0-1 0 0,0 0 1 0 0,0 0-1 0 0,1 0 1 0 0,0 1-1 0 0,0 0 103 0 0,-1 0 0 0 0,1 0 0 0 0,-1 0 0 0 0,0 0 1 0 0,1 0-1 0 0,-1 1 0 0 0,0-1 0 0 0,1 0 0 0 0,-1 1 0 0 0,0-1 0 0 0,0 1 0 0 0,0-1 0 0 0,0 1 0 0 0,-1 0 0 0 0,1-1 0 0 0,1 3 0 0 0,5 21 629 0 0,0 1 0 0 0,-1-1 0 0 0,-1 1-1 0 0,1 38 1 0 0,-2-23-533 0 0,14 118-1032 0 0,-8-64-5358 0 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3:23.3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10 103 10594 0 0,'-1'-1'61'0'0,"0"0"1"0"0,1 0-1 0 0,-1 0 0 0 0,0 0 0 0 0,0 0 0 0 0,1 0 0 0 0,-1 0 0 0 0,0 0 0 0 0,1 0 1 0 0,-1 0-1 0 0,1 0 0 0 0,0-1 0 0 0,-1 1 0 0 0,1 0 0 0 0,0 0 0 0 0,0 0 0 0 0,0-1 1 0 0,-1 1-1 0 0,1 0 0 0 0,1 0 0 0 0,-1 0 0 0 0,0-1 0 0 0,0 1 0 0 0,1-2 0 0 0,0 1 175 0 0,0-1-1 0 0,0 1 1 0 0,1-1-1 0 0,-1 1 1 0 0,1-1-1 0 0,-1 1 0 0 0,1 0 1 0 0,0 0-1 0 0,0 0 1 0 0,3-3-1 0 0,1 0 418 0 0,1 0-1 0 0,0 0 1 0 0,0 1-1 0 0,0 0 1 0 0,1 0 0 0 0,14-4-1 0 0,31-1 1246 0 0,-43 8-2430 0 0,0 2 1 0 0,1-1-1 0 0,-1 1 1 0 0,1 1-1 0 0,10 3 1 0 0,1 2-1104 0 0,-1 1 0 0 0,0 0 1 0 0,32 20-1 0 0,-40-21 1715 0 0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3:23.5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0 6913 0 0,'-6'10'10347'0'0,"21"46"-9442"0"0,-7-29-285 0 0,-2 0 0 0 0,0 1 0 0 0,2 32-1 0 0,-2 42-4098 0 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3:23.7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88 2761 0 0,'2'-6'566'0'0,"1"0"-1"0"0,0 1 1 0 0,0-1 0 0 0,1 1 0 0 0,-1-1 0 0 0,1 1 0 0 0,0 0 0 0 0,1 1 0 0 0,-1-1 0 0 0,1 1 0 0 0,0-1 0 0 0,0 1 0 0 0,0 1 0 0 0,0-1 0 0 0,1 1 0 0 0,0 0 0 0 0,0 0 0 0 0,6-2 0 0 0,-11 5-434 0 0,0 0 1 0 0,0 0 0 0 0,0-1 0 0 0,0 1-1 0 0,0 0 1 0 0,0 0 0 0 0,0 0 0 0 0,0 0 0 0 0,0 0-1 0 0,0 0 1 0 0,0 0 0 0 0,0 1 0 0 0,0-1 0 0 0,0 0-1 0 0,0 1 1 0 0,-1-1 0 0 0,1 0 0 0 0,0 1-1 0 0,0-1 1 0 0,0 1 0 0 0,0-1 0 0 0,0 1 0 0 0,-1 0-1 0 0,1-1 1 0 0,0 1 0 0 0,0 0 0 0 0,-1-1-1 0 0,2 2 1 0 0,-1 1 44 0 0,0-1-1 0 0,0 1 1 0 0,0-1-1 0 0,0 1 0 0 0,0 0 1 0 0,-1 0-1 0 0,1-1 1 0 0,-1 1-1 0 0,0 0 1 0 0,0 3-1 0 0,0 6 147 0 0,-1-1 0 0 0,0 0-1 0 0,-1 0 1 0 0,-3 13 0 0 0,2-15-274 0 0,-1 1-1 0 0,1-1 1 0 0,-2 0-1 0 0,1 0 1 0 0,-1-1 0 0 0,0 1-1 0 0,-1-1 1 0 0,-9 10-1 0 0,6-8-1313 0 0,0-2 0 0 0,-1 1 0 0 0,-14 10-1 0 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3:24.1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3 6913 0 0,'1'32'3039'0'0,"-2"-29"-2610"0"0,1 5 273 0 0,-1 6-40 0 0,0 2-1 0 0,1-1 0 0 0,3 18 0 0 0,-3-31-683 0 0,0 1 0 0 0,1-1 0 0 0,-1 0-1 0 0,1 1 1 0 0,-1-1 0 0 0,1 0 0 0 0,0 1-1 0 0,-1-1 1 0 0,1 0 0 0 0,0 0 0 0 0,1 0-1 0 0,-1 0 1 0 0,0 0 0 0 0,1 0 0 0 0,-1 0-1 0 0,1 0 1 0 0,-1-1 0 0 0,1 1-1 0 0,0 0 1 0 0,0-1 0 0 0,0 0 0 0 0,0 1-1 0 0,0-1 1 0 0,0 0 0 0 0,0 0 0 0 0,0 0-1 0 0,0 0 1 0 0,4 1 0 0 0,-3-2-61 0 0,-1-1 1 0 0,1 1 0 0 0,-1-1-1 0 0,0 1 1 0 0,1-1-1 0 0,-1 0 1 0 0,0 0 0 0 0,0 0-1 0 0,0 0 1 0 0,1 0-1 0 0,-1-1 1 0 0,0 1 0 0 0,0-1-1 0 0,-1 1 1 0 0,1-1-1 0 0,0 1 1 0 0,0-1 0 0 0,-1 0-1 0 0,1 0 1 0 0,0-2-1 0 0,30-45-538 0 0,-31 46 542 0 0,14-32-853 0 0,-12 28 1157 0 0,-1 0-1 0 0,1 0 1 0 0,0 1 0 0 0,1-1-1 0 0,0 1 1 0 0,0 0-1 0 0,5-7 1 0 0,-9 13-131 0 0,1 0 0 0 0,-1 0 0 0 0,0-1-1 0 0,0 1 1 0 0,1 0 0 0 0,-1-1 0 0 0,0 1 0 0 0,1 0-1 0 0,-1 0 1 0 0,0 0 0 0 0,1-1 0 0 0,-1 1 0 0 0,1 0-1 0 0,-1 0 1 0 0,0 0 0 0 0,1 0 0 0 0,-1 0 0 0 0,1 0 0 0 0,-1-1-1 0 0,0 1 1 0 0,1 0 0 0 0,-1 0 0 0 0,1 0 0 0 0,-1 1-1 0 0,0-1 1 0 0,1 0 0 0 0,-1 0 0 0 0,1 0 0 0 0,-1 0-1 0 0,0 0 1 0 0,1 0 0 0 0,-1 0 0 0 0,1 1 0 0 0,9 13 1599 0 0,1 23-514 0 0,-11-35-1106 0 0,3 14 84 0 0,12 42 664 0 0,-14-55-1029 0 0,1 1 1 0 0,-1-1 0 0 0,0 0-1 0 0,1 0 1 0 0,0 0-1 0 0,0 0 1 0 0,0 0 0 0 0,0 0-1 0 0,0 0 1 0 0,1-1-1 0 0,-1 1 1 0 0,1-1-1 0 0,5 4 1 0 0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3:24.4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8 4145 0 0,'-4'-8'11030'0'0,"4"13"-9898"0"0,2 28 59 0 0,1 0-1 0 0,1 0 0 0 0,2 0 0 0 0,16 49 1 0 0,2-13-1670 0 0,33 71 0 0 0,-28-79-6520 0 0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3:24.6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1 192 5065 0 0,'31'-7'7953'0'0,"26"-20"-4766"0"0,-24 10-1099 0 0,84-42 2025 0 0,21-9-3851 0 0,-120 61-591 0 0,1 0-5 0 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3:27.4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88 2761 0 0,'0'-5'230'0'0,"0"1"0"0"0,0-1 0 0 0,0 0 0 0 0,1 1 1 0 0,-1-1-1 0 0,1 1 0 0 0,3-8 0 0 0,-10-31 16269 0 0,10 132-16078 0 0,3 0 0 0 0,4-1 1 0 0,39 148-1 0 0,-47-229-383 0 0,-1 1 0 0 0,-1 0 0 0 0,1 0 0 0 0,-1 0 0 0 0,-1 1 0 0 0,1-1 0 0 0,-1 0 0 0 0,-1 0 0 0 0,1 0 0 0 0,-1 0 0 0 0,-1 0 0 0 0,0 0 0 0 0,0 0 0 0 0,0 0 0 0 0,-1 0 0 0 0,0-1 0 0 0,-1 1 0 0 0,-7 12 0 0 0,4-4-3024 0 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3:28.4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8754 0 0,'1'0'249'0'0,"0"0"1"0"0,0 1 0 0 0,0-1-1 0 0,0 1 1 0 0,0-1-1 0 0,0 1 1 0 0,0-1 0 0 0,0 1-1 0 0,-1-1 1 0 0,1 1-1 0 0,0 0 1 0 0,0-1 0 0 0,-1 1-1 0 0,1 0 1 0 0,0 0-1 0 0,-1 0 1 0 0,1 0 0 0 0,-1-1-1 0 0,1 1 1 0 0,0 2-1 0 0,9 22 1210 0 0,-8-20-870 0 0,58 191 3469 0 0,-43-121-3814 0 0,13 155-1 0 0,-29-222-351 0 0,-1 1-1 0 0,0-1 1 0 0,-1 1-1 0 0,0-1 1 0 0,-1 0-1 0 0,1 0 1 0 0,-5 12-1 0 0,-9 10-5635 0 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3:28.7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1 143 5529 0 0,'0'-3'130'0'0,"1"0"-1"0"0,0 0 0 0 0,0 0 1 0 0,0 0-1 0 0,0 0 1 0 0,0 0-1 0 0,1 0 0 0 0,-1 0 1 0 0,1 0-1 0 0,0 1 1 0 0,0-1-1 0 0,0 1 1 0 0,3-4-1 0 0,35-32 1943 0 0,-33 32-1450 0 0,-5 4-502 0 0,8-7 551 0 0,0 1 0 0 0,1-1-1 0 0,0 2 1 0 0,12-7-1 0 0,-21 13-570 0 0,0 0-1 0 0,0 0 1 0 0,0 0-1 0 0,0 0 1 0 0,0 1-1 0 0,0-1 1 0 0,0 1-1 0 0,0-1 1 0 0,0 1-1 0 0,1 0 1 0 0,-1 0-1 0 0,0 0 1 0 0,0 0-1 0 0,4 1 1 0 0,-5 0-69 0 0,1 0 0 0 0,-1-1 0 0 0,0 1 0 0 0,0 0 0 0 0,1 0 0 0 0,-1 0 0 0 0,0 0 0 0 0,0 0 1 0 0,0 0-1 0 0,0 0 0 0 0,0 1 0 0 0,0-1 0 0 0,-1 0 0 0 0,1 0 0 0 0,0 1 0 0 0,-1-1 1 0 0,1 1-1 0 0,-1-1 0 0 0,1 1 0 0 0,-1-1 0 0 0,1 0 0 0 0,-1 1 0 0 0,0 2 0 0 0,0 1 15 0 0,1 0-1 0 0,-2 0 0 0 0,1-1 0 0 0,0 1 0 0 0,-1 0 1 0 0,0-1-1 0 0,0 1 0 0 0,0-1 0 0 0,-1 1 1 0 0,0-1-1 0 0,0 1 0 0 0,0-1 0 0 0,0 0 1 0 0,0 0-1 0 0,-1 0 0 0 0,0 0 0 0 0,-3 4 0 0 0,-5 4-692 0 0,-1 0 1 0 0,0 0-1 0 0,-20 15 0 0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3:29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 0 3225 0 0,'0'0'336'0'0,"-16"21"4131"0"0,11-12-4146 0 0,1-1 1 0 0,1 1-1 0 0,-1 0 0 0 0,2 0 0 0 0,-1 0 0 0 0,1 0 0 0 0,0 1 0 0 0,1-1 0 0 0,0 1 0 0 0,1-1 0 0 0,0 1 0 0 0,0-1 1 0 0,1 1-1 0 0,0-1 0 0 0,3 11 0 0 0,-3-16-221 0 0,0 0 0 0 0,0 1 0 0 0,0-1 0 0 0,1 0-1 0 0,0 0 1 0 0,-1 0 0 0 0,2 0 0 0 0,-1 0 0 0 0,0 0 0 0 0,1 0 0 0 0,0-1 0 0 0,0 1 0 0 0,0-1 0 0 0,0 0 0 0 0,0 0 0 0 0,1 0 0 0 0,-1 0 0 0 0,1-1 0 0 0,0 1-1 0 0,0-1 1 0 0,0 0 0 0 0,0 0 0 0 0,0 0 0 0 0,0-1 0 0 0,0 0 0 0 0,1 0 0 0 0,-1 0 0 0 0,1 0 0 0 0,-1 0 0 0 0,0-1 0 0 0,1 0 0 0 0,-1 0 0 0 0,9-1 0 0 0,-11 1-17 0 0,1 0 1 0 0,0 0-1 0 0,0-1 1 0 0,0 1 0 0 0,0-1-1 0 0,-1 0 1 0 0,1 0-1 0 0,0 0 1 0 0,-1 0 0 0 0,1 0-1 0 0,-1 0 1 0 0,1-1-1 0 0,-1 1 1 0 0,1-1 0 0 0,-1 0-1 0 0,0 0 1 0 0,0 0-1 0 0,0 0 1 0 0,0 0 0 0 0,0 0-1 0 0,-1 0 1 0 0,1-1-1 0 0,0 1 1 0 0,-1-1 0 0 0,0 1-1 0 0,0-1 1 0 0,0 1-1 0 0,0-1 1 0 0,1-4 0 0 0,-1 2 14 0 0,-1 1 0 0 0,0 0 1 0 0,0-1-1 0 0,-1 1 0 0 0,1 0 0 0 0,-1-1 1 0 0,0 1-1 0 0,0 0 0 0 0,0 0 1 0 0,-1-1-1 0 0,1 1 0 0 0,-1 0 0 0 0,0 0 1 0 0,0 1-1 0 0,-1-1 0 0 0,1 0 1 0 0,-1 1-1 0 0,-5-6 0 0 0,-2-2 11 0 0,0 2 0 0 0,-1 0 0 0 0,-13-10-1 0 0,20 17-311 0 0,0-1-1 0 0,0 1 0 0 0,0-1 1 0 0,0 1-1 0 0,0 0 0 0 0,-1 1 1 0 0,1-1-1 0 0,-1 1 0 0 0,1 0 0 0 0,-1 0 1 0 0,0 0-1 0 0,1 1 0 0 0,-7 0 1 0 0,4 1-992 0 0,2 2-186 0 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3:29.5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118 68 5065 0 0,'2'-3'528'0'0,"-1"-1"0"0"0,1 0 0 0 0,-1 1-1 0 0,0-1 1 0 0,0 0 0 0 0,0 0 0 0 0,-1 0 0 0 0,1 0 0 0 0,-1 0-1 0 0,0 0 1 0 0,-1-6 0 0 0,1 9-374 0 0,0 1-1 0 0,0-1 1 0 0,0 0-1 0 0,-1 0 1 0 0,1 0-1 0 0,0 1 1 0 0,-1-1-1 0 0,1 0 1 0 0,0 0-1 0 0,-1 1 1 0 0,1-1-1 0 0,-1 0 1 0 0,1 1-1 0 0,-1-1 1 0 0,0 1-1 0 0,1-1 1 0 0,-1 0-1 0 0,1 1 1 0 0,-1-1-1 0 0,0 1 1 0 0,0 0-1 0 0,0-1 1 0 0,-1 0-22 0 0,1 1 1 0 0,-1 0 0 0 0,1 0-1 0 0,-1 0 1 0 0,1 0 0 0 0,-1 0-1 0 0,1 0 1 0 0,-1 1 0 0 0,1-1-1 0 0,-1 0 1 0 0,1 1 0 0 0,-1-1-1 0 0,1 1 1 0 0,-1 0 0 0 0,1-1-1 0 0,-3 2 1 0 0,2 0-71 0 0,-1-1 0 0 0,1 0 0 0 0,-1 0 0 0 0,1 1 0 0 0,-1 0 0 0 0,1-1-1 0 0,0 1 1 0 0,0 0 0 0 0,0 0 0 0 0,0 0 0 0 0,0 0 0 0 0,0 1 0 0 0,1-1 0 0 0,-1 0 0 0 0,1 1 0 0 0,-1-1 0 0 0,1 1 0 0 0,0-1-1 0 0,0 1 1 0 0,0 0 0 0 0,0 0 0 0 0,1-1 0 0 0,-1 1 0 0 0,1 0 0 0 0,0 0 0 0 0,-1 0 0 0 0,2 5 0 0 0,0-3 27 0 0,0-1 0 0 0,1 1 1 0 0,0-1-1 0 0,0 0 0 0 0,0 0 0 0 0,0 1 1 0 0,1-1-1 0 0,-1 0 0 0 0,1-1 0 0 0,0 1 1 0 0,0 0-1 0 0,1-1 0 0 0,-1 0 1 0 0,1 0-1 0 0,-1 0 0 0 0,6 3 0 0 0,-6-4-90 0 0,10 6-94 0 0,-1 1 0 0 0,-1 0 0 0 0,1 1 0 0 0,18 21 0 0 0,-28-29 86 0 0,-1-1 0 0 0,1 1 0 0 0,-1 0 0 0 0,0 0 0 0 0,0 0 0 0 0,1 0 0 0 0,-1 0 0 0 0,-1 0 0 0 0,1 0 0 0 0,0 0 0 0 0,0 0 0 0 0,-1 0 0 0 0,1 0 0 0 0,-1 1-1 0 0,0-1 1 0 0,0 0 0 0 0,0 0 0 0 0,0 1 0 0 0,0-1 0 0 0,0 0 0 0 0,0 0 0 0 0,-1 1 0 0 0,1-1 0 0 0,-1 0 0 0 0,0 0 0 0 0,1 0 0 0 0,-1 0 0 0 0,0 0 0 0 0,0 0 0 0 0,0 0 0 0 0,-1 0 0 0 0,1 0 0 0 0,0 0 0 0 0,-1-1 0 0 0,1 1-1 0 0,-1 0 1 0 0,0-1 0 0 0,0 0 0 0 0,1 1 0 0 0,-1-1 0 0 0,-3 2 0 0 0,-4 2 139 0 0,1 0 1 0 0,-1-1-1 0 0,0 1 0 0 0,0-2 0 0 0,0 1 1 0 0,-18 2-1 0 0,-17-2-2044 0 0,40-4 1083 0 0,-1 0 0 0 0,1-1 0 0 0,0 0 0 0 0,-1 0 0 0 0,1 0-1 0 0,0 0 1 0 0,-6-3 0 0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3:30.0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 49 11979 0 0,'-22'-48'8629'0'0,"21"51"-8351"0"0,0 1-1 0 0,0 0 1 0 0,0 0-1 0 0,0 0 0 0 0,1 0 1 0 0,0 0-1 0 0,0 4 1 0 0,16 203 714 0 0,2 69-239 0 0,-19-179-736 0 0,4 87 431 0 0,0-151-1136 0 0,1-1-1 0 0,1 0 0 0 0,13 40 0 0 0,-8-44-7343 0 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5:12.9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118 100 6449 0 0,'-3'-31'626'0'0,"3"27"-213"0"0,0-1-1 0 0,0 0 0 0 0,-1 0 1 0 0,1 1-1 0 0,-1-1 1 0 0,0 0-1 0 0,0 1 0 0 0,-1-1 1 0 0,0 1-1 0 0,1-1 1 0 0,-5-7-1 0 0,5 12-302 0 0,1-1 1 0 0,-1 1-1 0 0,1-1 0 0 0,-1 1 1 0 0,1 0-1 0 0,0-1 0 0 0,-1 1 1 0 0,1 0-1 0 0,-1-1 0 0 0,0 1 1 0 0,1 0-1 0 0,-1 0 0 0 0,1-1 1 0 0,-1 1-1 0 0,1 0 0 0 0,-1 0 1 0 0,0 0-1 0 0,1 0 0 0 0,-1 0 1 0 0,1 0-1 0 0,-1 0 0 0 0,0 0 1 0 0,1 0-1 0 0,-1 0 0 0 0,1 0 1 0 0,-1 0-1 0 0,1 0 0 0 0,-2 1 1 0 0,-15 13 1414 0 0,-7 22-416 0 0,17-20-785 0 0,0 1-1 0 0,0 0 1 0 0,2 1-1 0 0,0 0 0 0 0,1-1 1 0 0,1 2-1 0 0,1-1 0 0 0,1 0 1 0 0,0 24-1 0 0,4 13 181 0 0,16 96 1 0 0,-10-98-374 0 0,2-1 1 0 0,3 0 0 0 0,2-1 0 0 0,35 78-1 0 0,-40-107-172 0 0,1-1-1 0 0,1 0 1 0 0,1-1-1 0 0,1 0 1 0 0,19 20-1 0 0,-22-29-186 0 0,0 0 0 0 0,0-1 0 0 0,1 0 0 0 0,0-1 1 0 0,1 0-1 0 0,0-1 0 0 0,0 0 0 0 0,27 8 0 0 0,-23-9-7132 0 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5:13.1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13 201 15667 0 0,'0'0'50'0'0,"0"0"0"0"0,-1 1 0 0 0,1-1 0 0 0,0 0 0 0 0,-1 0 0 0 0,1 0 0 0 0,0 0-1 0 0,-1 1 1 0 0,1-1 0 0 0,0 0 0 0 0,-1 0 0 0 0,1 0 0 0 0,0 0 0 0 0,-1 0 0 0 0,1 0 0 0 0,0 0-1 0 0,-1 0 1 0 0,1 0 0 0 0,0 0 0 0 0,-1 0 0 0 0,1 0 0 0 0,0 0 0 0 0,-1 0 0 0 0,1 0 0 0 0,0-1-1 0 0,0 1 1 0 0,-1 0 0 0 0,1 0 0 0 0,0 0 0 0 0,-1 0 0 0 0,1-1 0 0 0,0 1 0 0 0,0 0 0 0 0,-1 0-1 0 0,1-1 1 0 0,0 1 0 0 0,0 0 0 0 0,-1 0 0 0 0,1-1 0 0 0,0 1 0 0 0,0 0 0 0 0,0-1 0 0 0,0 1-1 0 0,0 0 1 0 0,-1 0 0 0 0,1-1 0 0 0,0 0 0 0 0,13-17 1483 0 0,33-23-62 0 0,-43 38-1366 0 0,24-20-713 0 0,2 1-1 0 0,0 2 0 0 0,1 1 1 0 0,38-19-1 0 0,-40 26-619 0 0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5:13.4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75 1 12899 0 0,'-4'2'234'0'0,"-1"0"0"0"0,1 0 0 0 0,-1 1 0 0 0,1-1 0 0 0,0 1 0 0 0,0 0 0 0 0,0 0 0 0 0,1 1 0 0 0,-1-1 1 0 0,1 1-1 0 0,0 0 0 0 0,0 0 0 0 0,0 0 0 0 0,0 0 0 0 0,0 0 0 0 0,1 0 0 0 0,0 1 0 0 0,0 0 0 0 0,0-1 0 0 0,1 1 0 0 0,0 0 1 0 0,0 0-1 0 0,0 0 0 0 0,-1 6 0 0 0,1 2 140 0 0,0 0 0 0 0,1 0 0 0 0,0 0 0 0 0,1 0 0 0 0,1 0 0 0 0,0 0 0 0 0,1 0 0 0 0,4 15 0 0 0,3-1-338 0 0,0-1 0 0 0,2 0 0 0 0,1 0 0 0 0,1-1 0 0 0,2-1 0 0 0,0 0 0 0 0,1-2 0 0 0,1 1 0 0 0,1-2 0 0 0,1-1 0 0 0,38 30 0 0 0,-50-44-518 0 0,0-1 0 0 0,1 1-1 0 0,15 6 1 0 0,-19-10-558 0 0,-1-1 0 0 0,0 0 0 0 0,0 0-1 0 0,1 0 1 0 0,-1 0 0 0 0,8 0 0 0 0,1-2-4737 0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5:13.7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4 128 6913 0 0,'0'-1'76'0'0,"-1"-1"-1"0"0,1 1 1 0 0,-1 0-1 0 0,1-1 1 0 0,0 1-1 0 0,-1-1 1 0 0,1 1-1 0 0,0-1 1 0 0,0 1-1 0 0,0-1 1 0 0,0 1-1 0 0,0-1 1 0 0,0 1-1 0 0,1-1 1 0 0,-1 1-1 0 0,1-1 0 0 0,-1 1 1 0 0,1-1-1 0 0,-1 1 1 0 0,2-2-1 0 0,0-1 290 0 0,0 0 0 0 0,1 0 0 0 0,0 0 0 0 0,0 1 0 0 0,0-1 0 0 0,6-4 0 0 0,4-2 1218 0 0,0 0 1 0 0,27-14-1 0 0,-34 21-1271 0 0,0 0 1 0 0,0 0-1 0 0,0 1 0 0 0,1 0 0 0 0,-1 0 0 0 0,1 0 0 0 0,-1 1 0 0 0,1 0 0 0 0,-1 0 0 0 0,1 1 1 0 0,0 0-1 0 0,-1 0 0 0 0,1 1 0 0 0,-1-1 0 0 0,13 4 0 0 0,-14-2-236 0 0,0-1 0 0 0,-1 1 1 0 0,1 0-1 0 0,-1 1 0 0 0,0-1 0 0 0,0 1 0 0 0,0 0 0 0 0,0 0 1 0 0,0 0-1 0 0,-1 0 0 0 0,1 1 0 0 0,-1 0 0 0 0,0-1 0 0 0,0 1 1 0 0,0 0-1 0 0,-1 1 0 0 0,1-1 0 0 0,-1 0 0 0 0,0 1 0 0 0,0-1 0 0 0,-1 1 1 0 0,2 5-1 0 0,0 5-16 0 0,-1 0 1 0 0,0 0-1 0 0,-1 0 0 0 0,-1 1 1 0 0,0-1-1 0 0,-1 0 0 0 0,-4 24 1 0 0,-1-13-119 0 0,0 0 0 0 0,-1-1 1 0 0,-17 38-1 0 0,22-82-5443 0 0,10-25 972 0 0,8-29 1962 0 0,-10 49 2549 0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5:13.9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 81 456 0 0,'-3'-20'-399'0'0,"-21"-40"16542"0"0,24 60-16049 0 0,-4 13 1803 0 0,1 11-617 0 0,5 14-885 0 0,2-1 0 0 0,1 0 0 0 0,2 0-1 0 0,2-1 1 0 0,1 1 0 0 0,2-2 0 0 0,1 0 0 0 0,21 38 0 0 0,-29-62-382 0 0,2 0 1 0 0,-1-1-1 0 0,2 0 0 0 0,-1-1 1 0 0,1 1-1 0 0,18 15 1 0 0,-23-23-164 0 0,0 0 0 0 0,0 1 1 0 0,0-1-1 0 0,1 0 0 0 0,-1-1 0 0 0,0 1 1 0 0,1-1-1 0 0,-1 0 0 0 0,1 1 1 0 0,0-1-1 0 0,6 0 0 0 0,-8-1-142 0 0,1 0 0 0 0,-1 0 0 0 0,1 0 0 0 0,-1-1-1 0 0,1 1 1 0 0,-1-1 0 0 0,1 0 0 0 0,-1 1 0 0 0,1-1 0 0 0,-1 0 0 0 0,0 0-1 0 0,0-1 1 0 0,1 1 0 0 0,-1-1 0 0 0,0 1 0 0 0,0-1 0 0 0,0 1 0 0 0,-1-1-1 0 0,3-2 1 0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5:14.2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20 7370 0 0,'2'-2'187'0'0,"0"0"1"0"0,0 1 0 0 0,1-1 0 0 0,-1 0 0 0 0,1 1-1 0 0,-1-1 1 0 0,1 1 0 0 0,0 0 0 0 0,0 0 0 0 0,-1 0-1 0 0,1 0 1 0 0,0 0 0 0 0,0 1 0 0 0,0-1 0 0 0,0 1 0 0 0,0 0-1 0 0,0 0 1 0 0,0 0 0 0 0,4 0 0 0 0,58 8 3847 0 0,-50-5-3345 0 0,-1 1 0 0 0,1 0 1 0 0,-1 1-1 0 0,0 1 1 0 0,-1 0-1 0 0,1 1 1 0 0,13 9-1 0 0,-13-6-320 0 0,-1 0-1 0 0,0 1 1 0 0,-1 0-1 0 0,0 1 1 0 0,20 26 0 0 0,-21-21-266 0 0,0 0 0 0 0,0 1-1 0 0,-2 0 1 0 0,-1 1 0 0 0,0 0 0 0 0,-1 0 0 0 0,-1 0 0 0 0,-1 1 0 0 0,0 0 0 0 0,-2 0 0 0 0,2 25 0 0 0,-6 141 43 0 0,-1-153-414 0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5:14.6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91 12899 0 0,'30'-6'6868'0'0,"4"-9"-3660"0"0,36-25-5726 0 0,-42 22-1814 0 0,-8 7-2599 0 0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5:14.8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88 10138 0 0,'0'1'92'0'0,"-1"-1"0"0"0,1 1 1 0 0,0-1-1 0 0,-1 1 0 0 0,1-1 0 0 0,0 1 0 0 0,0 0 0 0 0,-1-1 1 0 0,1 1-1 0 0,0 0 0 0 0,0-1 0 0 0,0 1 0 0 0,0 0 0 0 0,0-1 0 0 0,0 1 1 0 0,0 0-1 0 0,0-1 0 0 0,0 1 0 0 0,0 0 0 0 0,0-1 0 0 0,0 1 1 0 0,1-1-1 0 0,-1 1 0 0 0,0 0 0 0 0,0-1 0 0 0,1 2 0 0 0,0-2 47 0 0,0 0 0 0 0,-1 0 0 0 0,1 0 0 0 0,0 0 0 0 0,-1 0 0 0 0,1 0 0 0 0,0 0 0 0 0,0 0 0 0 0,-1 0-1 0 0,1 0 1 0 0,0 0 0 0 0,0 0 0 0 0,-1 0 0 0 0,1-1 0 0 0,0 1 0 0 0,-1 0 0 0 0,1 0 0 0 0,1-1 0 0 0,31-21 2088 0 0,33-40-5049 0 0,-46 43 2514 0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5:15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1 14283 0 0,'-1'0'42'0'0,"1"0"-1"0"0,0 0 1 0 0,0 0-1 0 0,0 0 1 0 0,-1 0-1 0 0,1 0 1 0 0,0 0 0 0 0,0 0-1 0 0,-1 0 1 0 0,1 0-1 0 0,0 0 1 0 0,0 0-1 0 0,0 0 1 0 0,-1 0 0 0 0,1 1-1 0 0,0-1 1 0 0,0 0-1 0 0,0 0 1 0 0,0 0-1 0 0,-1 0 1 0 0,1 0 0 0 0,0 1-1 0 0,0-1 1 0 0,0 0-1 0 0,0 0 1 0 0,0 0-1 0 0,0 0 1 0 0,-1 1 0 0 0,1-1-1 0 0,0 0 1 0 0,0 0-1 0 0,0 0 1 0 0,0 1-1 0 0,0-1 1 0 0,0 0 0 0 0,0 0-1 0 0,0 0 1 0 0,0 1-1 0 0,0-1 1 0 0,0 0-1 0 0,-3 18 1199 0 0,3 16 602 0 0,2-2-992 0 0,2 0 0 0 0,1-1-1 0 0,19 61 1 0 0,42 91-342 0 0,-55-153-392 0 0,221 475 340 0 0,-176-400-2470 0 0,-26-53-5733 0 0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5:15.5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172 919 9218 0 0,'-172'67'5438'0'0,"192"-86"-582"0"0,20-10-4258 0 0,265-134 1485 0 0,-144 84-1770 0 0,122-55 111 0 0,-64 33 143 0 0,303-138-401 0 0,-268 126-168 0 0,-127 62 494 0 0,-66 27-1688 0 0,-2-1-4944 0 0,-40 16-1083 0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5:16.3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 27 14427 0 0,'-15'-22'2645'0'0,"10"17"-536"0"0,8 19-395 0 0,254 612 394 0 0,-232-569-1978 0 0,20 50-395 0 0,5-3 1 0 0,79 124-1 0 0,-120-216-1648 0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5:16.6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26 230 11979 0 0,'-1'1'77'0'0,"-20"16"1153"0"0,18-10-253 0 0,15-7 283 0 0,8-7-342 0 0,-2-1-1 0 0,1 0 0 0 0,-1-2 0 0 0,29-19 0 0 0,-23 14-391 0 0,13-8-317 0 0,0-2-1 0 0,48-43 1 0 0,-69 53-2713 0 0,25-31 0 0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5:16.8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 10594 0 0,'0'0'29'0'0,"0"0"0"0"0,-1 0 0 0 0,1 0 0 0 0,0 0-1 0 0,0 0 1 0 0,0 0 0 0 0,0 0 0 0 0,0 0 0 0 0,-1 0 0 0 0,1 1-1 0 0,0-1 1 0 0,0 0 0 0 0,0 0 0 0 0,0 0 0 0 0,0 0 0 0 0,0 0-1 0 0,0 1 1 0 0,-1-1 0 0 0,1 0 0 0 0,0 0 0 0 0,0 0 0 0 0,0 0-1 0 0,0 0 1 0 0,0 1 0 0 0,0-1 0 0 0,0 0 0 0 0,0 0 0 0 0,0 0-1 0 0,0 1 1 0 0,0-1 0 0 0,0 0 0 0 0,0 0 0 0 0,0 0 0 0 0,0 0-1 0 0,0 1 1 0 0,0-1 0 0 0,0 0 0 0 0,0 0 0 0 0,0 0 0 0 0,0 0 0 0 0,1 1-1 0 0,6 11 1339 0 0,20 19 1221 0 0,-12-13-1411 0 0,15 26 282 0 0,-2 1 0 0 0,-3 2 0 0 0,34 83 1 0 0,30 57-1848 0 0,-75-161-4998 0 0,1 1-1916 0 0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5:17.4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1 351 11458 0 0,'1'1'100'0'0,"0"-1"0"0"0,0 1 0 0 0,1-1-1 0 0,-1 1 1 0 0,0-1 0 0 0,1 0-1 0 0,-1 0 1 0 0,1 0 0 0 0,-1 1-1 0 0,0-1 1 0 0,1-1 0 0 0,-1 1 0 0 0,0 0-1 0 0,1 0 1 0 0,-1 0 0 0 0,3-2-1 0 0,25-6 1414 0 0,-27 7-1169 0 0,28-10 965 0 0,-1-1 1 0 0,-1-2-1 0 0,40-26 0 0 0,77-62-777 0 0,-119 83-523 0 0,-19 14-2 0 0,-1 0 0 0 0,0 0 0 0 0,-1 0 0 0 0,1 0 0 0 0,-1-1 0 0 0,0 0 0 0 0,7-12 0 0 0,-11 16-12 0 0,0 0-1 0 0,0 0 0 0 0,0 1 0 0 0,0-1 1 0 0,-1 0-1 0 0,1 0 0 0 0,-1 0 1 0 0,0-1-1 0 0,1 1 0 0 0,-1 0 0 0 0,0 0 1 0 0,0 0-1 0 0,0 0 0 0 0,0 0 1 0 0,-1 0-1 0 0,1 0 0 0 0,-1 0 1 0 0,1 0-1 0 0,-1 0 0 0 0,0 0 0 0 0,1 0 1 0 0,-1 0-1 0 0,0 0 0 0 0,0 1 1 0 0,-1-1-1 0 0,1 0 0 0 0,0 1 0 0 0,0-1 1 0 0,-1 1-1 0 0,1-1 0 0 0,-1 1 1 0 0,1-1-1 0 0,-1 1 0 0 0,-2-1 0 0 0,0-1-90 0 0,0 0 0 0 0,0 0 0 0 0,0 1 0 0 0,-1 0 0 0 0,1 0 0 0 0,-1 0 0 0 0,1 0 0 0 0,-1 1-1 0 0,0 0 1 0 0,0-1 0 0 0,0 2 0 0 0,0-1 0 0 0,0 1 0 0 0,-9 0 0 0 0,6 1 64 0 0,-1 0 1 0 0,1 1-1 0 0,0 0 1 0 0,0 0-1 0 0,0 1 1 0 0,0 0 0 0 0,0 0-1 0 0,-8 6 1 0 0,-3 3 260 0 0,1 1 0 0 0,0 1 0 0 0,0 0 1 0 0,2 1-1 0 0,-27 30 0 0 0,33-31-108 0 0,0-1 0 0 0,0 1-1 0 0,2 1 1 0 0,-1 0 0 0 0,2 0 0 0 0,0 0-1 0 0,1 1 1 0 0,0 0 0 0 0,2 0 0 0 0,-4 22 0 0 0,5-24-29 0 0,2 0 0 0 0,0 1 0 0 0,0-1 0 0 0,2 1 0 0 0,-1-1 0 0 0,2 0 0 0 0,0 1 0 0 0,1-1 0 0 0,0 0 1 0 0,1 0-1 0 0,1 0 0 0 0,8 18 0 0 0,-9-26-73 0 0,0 1 0 0 0,0 0 1 0 0,0-1-1 0 0,1 0 0 0 0,0 0 0 0 0,0 0 1 0 0,1-1-1 0 0,0 0 0 0 0,0 0 1 0 0,0 0-1 0 0,0-1 0 0 0,1 0 0 0 0,0 0 1 0 0,0 0-1 0 0,0-1 0 0 0,0 0 0 0 0,0 0 1 0 0,1-1-1 0 0,-1 0 0 0 0,1-1 0 0 0,-1 1 1 0 0,1-1-1 0 0,14 0 0 0 0,-12-1-23 0 0,0-1 0 0 0,0 0 0 0 0,-1 0 0 0 0,1-1-1 0 0,0 0 1 0 0,-1-1 0 0 0,1 0 0 0 0,-1 0 0 0 0,0-1-1 0 0,0-1 1 0 0,0 1 0 0 0,0-1 0 0 0,-1-1 0 0 0,0 1-1 0 0,0-2 1 0 0,0 1 0 0 0,-1-1 0 0 0,7-8 0 0 0,25-43-2582 0 0,-25 36-4869 0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5:17.8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28 158 456 0 0,'-27'4'9950'0'0,"38"-10"-6309"0"0,43-16-96 0 0,67-39 0 0 0,-66 27-4991 0 0,-2-5-3614 0 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5:18.7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0 104 6449 0 0,'20'-15'2584'0'0,"-13"9"-1528"0"0,1 1 1 0 0,-1-1-1 0 0,1 1 0 0 0,0 1 0 0 0,17-8 0 0 0,-23 12-947 0 0,-1-1 0 0 0,1 1 0 0 0,0 0 0 0 0,0-1 0 0 0,-1 1 0 0 0,1 0 0 0 0,0 0-1 0 0,-1 0 1 0 0,1 1 0 0 0,0-1 0 0 0,0 0 0 0 0,-1 1 0 0 0,1-1 0 0 0,0 1 0 0 0,-1-1 0 0 0,1 1 0 0 0,-1 0-1 0 0,1-1 1 0 0,-1 1 0 0 0,1 0 0 0 0,-1 0 0 0 0,0 0 0 0 0,1 0 0 0 0,-1 1 0 0 0,0-1 0 0 0,0 0 0 0 0,0 1 0 0 0,1-1-1 0 0,-2 0 1 0 0,1 1 0 0 0,0-1 0 0 0,0 1 0 0 0,0-1 0 0 0,-1 1 0 0 0,1 0 0 0 0,-1-1 0 0 0,1 1 0 0 0,0 2 0 0 0,3 13-22 0 0,-1 0 0 0 0,-1 0 0 0 0,0 1 1 0 0,-1-1-1 0 0,-1 1 0 0 0,0 0 1 0 0,-1-1-1 0 0,-2 1 0 0 0,1-1 0 0 0,-8 22 1 0 0,8-29-120 0 0,1-6 22 0 0,0 1 1 0 0,0-1-1 0 0,0 0 0 0 0,0 0 0 0 0,-1 0 0 0 0,0 0 0 0 0,0 0 0 0 0,0-1 0 0 0,-5 7 0 0 0,11-16-55 0 0,0 0 0 0 0,-1-1 0 0 0,0 1 0 0 0,-1-1 0 0 0,3-7 0 0 0,2-6 68 0 0,9-24 141 0 0,15-72-1 0 0,2-7 516 0 0,-33 123-639 0 0,0 0 0 0 0,-1 0 0 0 0,1 0 0 0 0,0 0 0 0 0,0 0 0 0 0,0 0 1 0 0,0 0-1 0 0,0 0 0 0 0,0 0 0 0 0,0 0 0 0 0,-1 0 0 0 0,1 0 0 0 0,0 0 0 0 0,0 0 0 0 0,0 0 1 0 0,0 0-1 0 0,0 0 0 0 0,0 0 0 0 0,-1 0 0 0 0,1 0 0 0 0,0 0 0 0 0,0 0 0 0 0,0 0 0 0 0,0 0 0 0 0,0 0 1 0 0,0 0-1 0 0,0 0 0 0 0,0-1 0 0 0,0 1 0 0 0,-1 0 0 0 0,1 0 0 0 0,0 0 0 0 0,0 0 0 0 0,0 0 1 0 0,0 0-1 0 0,0 0 0 0 0,0 0 0 0 0,0 0 0 0 0,0-1 0 0 0,0 1 0 0 0,0 0 0 0 0,0 0 0 0 0,0 0 0 0 0,0 0 1 0 0,0 0-1 0 0,0 0 0 0 0,0 0 0 0 0,0-1 0 0 0,0 1 0 0 0,0 0 0 0 0,0 0 0 0 0,0 0 0 0 0,0 0 0 0 0,0 0 1 0 0,0 0-1 0 0,0-1 0 0 0,-9 18 882 0 0,8-3-844 0 0,0 1 0 0 0,0-1 0 0 0,1 1 1 0 0,1-1-1 0 0,0 1 0 0 0,2-1 0 0 0,-1 0 0 0 0,2 0 0 0 0,-1 0 0 0 0,2 0 0 0 0,0 0 0 0 0,13 23 0 0 0,-14-28-75 0 0,1 0 1 0 0,1 0-1 0 0,0-1 0 0 0,0 0 1 0 0,0 0-1 0 0,1 0 0 0 0,0-1 1 0 0,1 0-1 0 0,0 0 0 0 0,0-1 1 0 0,0 0-1 0 0,1 0 0 0 0,-1-1 1 0 0,1 0-1 0 0,1 0 0 0 0,-1-1 1 0 0,1-1-1 0 0,-1 1 0 0 0,17 2 1 0 0,-20-5-69 0 0,1-1 0 0 0,-1 0 1 0 0,0 0-1 0 0,0 0 0 0 0,1-1 1 0 0,-1 0-1 0 0,0 0 0 0 0,0 0 1 0 0,11-5-1 0 0,14-8-227 0 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7T21:45:37.3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2 200 11326,'313'-172'0,"-425"144"0,-89 228 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5:30.8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74 53 1376 0 0,'-6'-9'-2120'0'0,"-18"-23"15947"0"0,14 22-11479 0 0,10 10-2272 0 0,-1-1 0 0 0,0 1 0 0 0,1 0 0 0 0,-1 0 0 0 0,1 0 0 0 0,-1 0 0 0 0,0 0 0 0 0,1 0 0 0 0,-1 0 0 0 0,0 0 0 0 0,1 0 0 0 0,-1 0 0 0 0,1 0 0 0 0,-1 1 0 0 0,0-1 0 0 0,1 0 0 0 0,-1 0 0 0 0,1 1 0 0 0,-1-1 0 0 0,1 0 0 0 0,-1 1 0 0 0,1-1 0 0 0,-1 0 0 0 0,1 1 0 0 0,-1-1 0 0 0,1 1 0 0 0,-1-1 0 0 0,1 1 0 0 0,0-1 0 0 0,-1 1 0 0 0,1-1 0 0 0,0 1 0 0 0,0-1 0 0 0,-1 1 0 0 0,1-1 0 0 0,0 1 0 0 0,0 0 0 0 0,0-1 0 0 0,-1 1 0 0 0,1-1 0 0 0,0 2 0 0 0,-7 26 1113 0 0,3 1-850 0 0,2 0 1 0 0,1 1-1 0 0,1-1 0 0 0,6 44 0 0 0,28 118 83 0 0,-19-119-323 0 0,-6-23 35 0 0,3-1 1 0 0,19 52 0 0 0,-26-87-511 0 0,0 0 0 0 0,1 0 0 0 0,0-1 0 0 0,1 0 0 0 0,1 0 1 0 0,0 0-1 0 0,0-1 0 0 0,1 0 0 0 0,1-1 0 0 0,-1 0 0 0 0,2 0 0 0 0,15 11 0 0 0,-18-18-863 0 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5:31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16 172 8754 0 0,'-1'0'97'0'0,"1"0"1"0"0,-1 0-1 0 0,0 0 1 0 0,1 0-1 0 0,-1 0 1 0 0,0 0-1 0 0,1-1 1 0 0,-1 1-1 0 0,0 0 1 0 0,1 0-1 0 0,-1 0 1 0 0,1-1-1 0 0,-1 1 1 0 0,0 0-1 0 0,1-1 0 0 0,-1 1 1 0 0,1 0-1 0 0,-1-1 1 0 0,1 1-1 0 0,-1-1 1 0 0,1 1-1 0 0,-1-1 1 0 0,1 1-1 0 0,0-1 1 0 0,-1 1-1 0 0,1-1 1 0 0,-1 0-1 0 0,1 0 32 0 0,1 0-1 0 0,-1 0 0 0 0,0 0 0 0 0,1 1 1 0 0,-1-1-1 0 0,1 0 0 0 0,-1 0 1 0 0,1 0-1 0 0,-1 1 0 0 0,1-1 1 0 0,-1 0-1 0 0,1 1 0 0 0,0-1 1 0 0,-1 0-1 0 0,1 1 0 0 0,0-1 0 0 0,1 0 1 0 0,45-24 2480 0 0,-40 21-2510 0 0,217-99 812 0 0,-188 86-7153 0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5:31.3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139 1 5529 0 0,'-4'0'812'0'0,"1"0"1"0"0,-1 1-1 0 0,1-1 0 0 0,-1 1 0 0 0,1 0 0 0 0,0 0 0 0 0,-1 0 0 0 0,1 1 1 0 0,0-1-1 0 0,0 1 0 0 0,0 0 0 0 0,-5 3 0 0 0,2 0-118 0 0,0 0 1 0 0,0 1-1 0 0,1 0 0 0 0,-1 0 0 0 0,-5 9 0 0 0,4-4-400 0 0,0 0-1 0 0,1 0 1 0 0,0 1 0 0 0,1 0-1 0 0,0 0 1 0 0,-5 23-1 0 0,8-24-233 0 0,1 0-1 0 0,0 0 0 0 0,1 0 1 0 0,0 0-1 0 0,1 1 0 0 0,0-1 1 0 0,1 0-1 0 0,0 0 0 0 0,1 0 1 0 0,0 0-1 0 0,5 12 0 0 0,-5-15-111 0 0,1-1 0 0 0,-1 1 0 0 0,2-1-1 0 0,-1 0 1 0 0,1 0 0 0 0,0-1 0 0 0,0 1-1 0 0,0-1 1 0 0,1 0 0 0 0,0-1 0 0 0,0 1-1 0 0,1-1 1 0 0,0 0 0 0 0,0-1 0 0 0,14 8-1 0 0,9-5-1893 0 0,-10-9-4312 0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5:31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78 2737 0 0,'1'-2'266'0'0,"-1"0"0"0"0,0-1 0 0 0,1 1 0 0 0,-1 0 0 0 0,1 0 0 0 0,0 0 0 0 0,0 0 0 0 0,0 0 0 0 0,0 0 1 0 0,0 0-1 0 0,0 0 0 0 0,1 0 0 0 0,-1 0 0 0 0,0 1 0 0 0,1-1 0 0 0,0 0 0 0 0,-1 1 0 0 0,1-1 0 0 0,0 1 1 0 0,0 0-1 0 0,0 0 0 0 0,0-1 0 0 0,0 1 0 0 0,0 0 0 0 0,0 1 0 0 0,0-1 0 0 0,0 0 0 0 0,3 0 0 0 0,-2 0 201 0 0,0 0-1 0 0,0 1 0 0 0,1-1 0 0 0,-1 1 0 0 0,0-1 0 0 0,0 1 0 0 0,0 0 1 0 0,0 0-1 0 0,1 1 0 0 0,-1-1 0 0 0,0 1 0 0 0,0-1 0 0 0,0 1 0 0 0,0 0 1 0 0,0 0-1 0 0,0 1 0 0 0,0-1 0 0 0,0 0 0 0 0,5 5 0 0 0,-5-2-336 0 0,1 0 0 0 0,-1 1-1 0 0,1-1 1 0 0,-1 1-1 0 0,-1 0 1 0 0,1 0 0 0 0,-1 0-1 0 0,0 0 1 0 0,0 1 0 0 0,0-1-1 0 0,-1 1 1 0 0,0-1 0 0 0,0 1-1 0 0,0-1 1 0 0,0 1-1 0 0,-1 0 1 0 0,0-1 0 0 0,-1 1-1 0 0,1-1 1 0 0,-1 1 0 0 0,0 0-1 0 0,-3 7 1 0 0,0 4-263 0 0,-1-1 0 0 0,-1 0 0 0 0,0 0 0 0 0,-1 0 0 0 0,-1-1 0 0 0,-11 17 0 0 0,36-84-2338 0 0,4 5 2380 0 0,-11 28 310 0 0,-1 0 1 0 0,-1-1 0 0 0,-1 0 0 0 0,0 0 0 0 0,-1 0 0 0 0,-2-1-1 0 0,5-39 1 0 0,-9 66-9 0 0,1 0 0 0 0,0 0 0 0 0,0 0 1 0 0,1 0-1 0 0,0 0 0 0 0,0 0 0 0 0,0 0 0 0 0,1-1 0 0 0,0 0 0 0 0,0 1 0 0 0,7 8 0 0 0,-4-6-719 0 0,0-1 0 0 0,0 0 0 0 0,1 0 0 0 0,0 0-1 0 0,0-1 1 0 0,1 0 0 0 0,13 8 0 0 0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5:31.9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79 8034 0 0,'-4'-18'484'0'0,"10"-42"10604"0"0,-5 60-10967 0 0,12 11 1813 0 0,7 16-1082 0 0,-1 6-612 0 0,-1 2 0 0 0,-2 0 0 0 0,-2 0 0 0 0,-1 2 0 0 0,14 64 1 0 0,-22-75-280 0 0,-1 0 1 0 0,-2 0-1 0 0,0 1 1 0 0,-2 0-1 0 0,-1-1 1 0 0,-1 1-1 0 0,-1-1 1 0 0,-1 0-1 0 0,-9 31 1 0 0,1-25-1749 0 0,-2-2-6048 0 0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5:32.2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30 10594 0 0,'4'2'734'0'0,"0"-1"-1"0"0,-1 0 1 0 0,1 0-1 0 0,0 0 1 0 0,0 0-1 0 0,0-1 1 0 0,0 0 0 0 0,1 0-1 0 0,-1 0 1 0 0,0 0-1 0 0,0 0 1 0 0,5-2-1 0 0,54-16 867 0 0,-31 8-2048 0 0,11 4-1310 0 0,-31 6 414 0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5:32.4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55 8754 0 0,'67'-10'6648'0'0,"-47"5"-6297"0"0,0-1-1 0 0,38-17 1 0 0,-37 13-458 0 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5:35.5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0 349 11979 0 0,'4'1'492'0'0,"0"-1"0"0"0,-1 0 0 0 0,1 0 0 0 0,0 0 0 0 0,0 0 0 0 0,0-1 0 0 0,-1 0 0 0 0,6-1 1 0 0,18-7 740 0 0,-1-2 0 0 0,32-17 1 0 0,-29 14-878 0 0,43-16 0 0 0,-9 10-290 0 0,5-1 1 0 0,68-32 1 0 0,-132 52-97 0 0,-1-1 1 0 0,0 1 0 0 0,0-1 0 0 0,0 0-1 0 0,0 0 1 0 0,-1 0 0 0 0,1 0 0 0 0,-1-1 0 0 0,1 1-1 0 0,-1-1 1 0 0,0 1 0 0 0,1-1 0 0 0,-1 0 0 0 0,-1 0-1 0 0,1 0 1 0 0,0 0 0 0 0,-1 0 0 0 0,0-1 0 0 0,2-5-1 0 0,-2 6 8 0 0,-1 0-1 0 0,0 1 0 0 0,0-1 1 0 0,0 0-1 0 0,-1 0 0 0 0,1 1 0 0 0,-1-1 1 0 0,0 0-1 0 0,1 0 0 0 0,-1 1 1 0 0,0-1-1 0 0,0 1 0 0 0,-1-1 1 0 0,1 1-1 0 0,0-1 0 0 0,-1 1 1 0 0,0 0-1 0 0,1 0 0 0 0,-1 0 0 0 0,0 0 1 0 0,0 0-1 0 0,0 0 0 0 0,-1 0 1 0 0,1 1-1 0 0,-4-3 0 0 0,-1-1 59 0 0,0 0 0 0 0,-1 1-1 0 0,1-1 1 0 0,-1 2 0 0 0,0-1-1 0 0,0 1 1 0 0,0 0-1 0 0,0 1 1 0 0,0 0 0 0 0,-1 0-1 0 0,1 1 1 0 0,-1 0 0 0 0,0 1-1 0 0,1-1 1 0 0,-1 2 0 0 0,1-1-1 0 0,-1 1 1 0 0,1 0 0 0 0,-1 1-1 0 0,1 0 1 0 0,0 1 0 0 0,0-1-1 0 0,0 2 1 0 0,0-1 0 0 0,0 1-1 0 0,0 0 1 0 0,1 0 0 0 0,0 1-1 0 0,0 0 1 0 0,-10 10-1 0 0,-2 3 56 0 0,1 2-1 0 0,0 0 0 0 0,2 1 0 0 0,0 0 0 0 0,1 2 1 0 0,1 0-1 0 0,-12 29 0 0 0,21-40-60 0 0,0-1 0 0 0,1 1 1 0 0,1 1-1 0 0,0-1 0 0 0,0 0 0 0 0,1 1 0 0 0,1-1 1 0 0,0 1-1 0 0,1 0 0 0 0,0-1 0 0 0,1 1 0 0 0,0 0 0 0 0,1-1 1 0 0,1 0-1 0 0,0 1 0 0 0,0-1 0 0 0,7 15 0 0 0,-7-21-19 0 0,0 0-1 0 0,1 0 1 0 0,-1 0-1 0 0,1 0 1 0 0,1 0-1 0 0,-1-1 0 0 0,1 0 1 0 0,-1 0-1 0 0,2 0 1 0 0,-1 0-1 0 0,0-1 0 0 0,1 0 1 0 0,0 0-1 0 0,0 0 1 0 0,7 2-1 0 0,-4-2 22 0 0,1-1 1 0 0,-1 0-1 0 0,1 0 1 0 0,0-1-1 0 0,0-1 1 0 0,0 0-1 0 0,0 0 0 0 0,0-1 1 0 0,16-1-1 0 0,-4-2 19 0 0,-1-1 0 0 0,1-1-1 0 0,-1 0 1 0 0,0-2-1 0 0,0 0 1 0 0,0-2 0 0 0,-1 0-1 0 0,35-23 1 0 0,-41 23-529 0 0,0-1 0 0 0,-1-1 0 0 0,16-16 0 0 0,-23 20-173 0 0,0 0 0 0 0,-1 0 1 0 0,1-1-1 0 0,-1 1 0 0 0,-1-1 1 0 0,1 0-1 0 0,5-17 0 0 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5:36.1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99 4145 0 0,'8'-18'12021'0'0,"-7"18"-11802"0"0,15-3 3366 0 0,-7 1-3424 0 0,-4 2-600 0 0,-1-1 561 0 0,1 1-1 0 0,0 0 0 0 0,-1 0 1 0 0,1 1-1 0 0,0-1 1 0 0,-1 1-1 0 0,1 0 0 0 0,-1 0 1 0 0,1 1-1 0 0,-1-1 0 0 0,0 1 1 0 0,0 0-1 0 0,1 0 1 0 0,-1 1-1 0 0,0-1 0 0 0,-1 1 1 0 0,1-1-1 0 0,0 1 1 0 0,-1 1-1 0 0,0-1 0 0 0,1 0 1 0 0,-1 1-1 0 0,-1 0 1 0 0,5 5-1 0 0,-4-2-132 0 0,0 0 0 0 0,-1 0 0 0 0,1 0 0 0 0,-2 1 0 0 0,1-1 1 0 0,-1 1-1 0 0,0-1 0 0 0,0 1 0 0 0,-1-1 0 0 0,0 1 0 0 0,0-1 0 0 0,-1 1 0 0 0,0 0 0 0 0,-2 8 0 0 0,1-8-22 0 0,1 1-7 0 0,0-1 1 0 0,-1 0 0 0 0,0-1 0 0 0,-1 1-1 0 0,0 0 1 0 0,0-1 0 0 0,-1 1-1 0 0,1-1 1 0 0,-7 8 0 0 0,8-56-476 0 0,5-4-373 0 0,14-64 0 0 0,-11 83 1276 0 0,1 0-1 0 0,1 0 1 0 0,19-41 0 0 0,-27 67-365 0 0,0 0 0 0 0,0 0-1 0 0,0 0 1 0 0,0 0 0 0 0,0 0 0 0 0,1 0 0 0 0,-1 0 0 0 0,0 0 0 0 0,0 0 0 0 0,0 0 0 0 0,0 1 230 0 0,0-1-230 0 0,0 0 0 0 0,0 0 0 0 0,0 0 0 0 0,0 0 0 0 0,0 0 0 0 0,0 0 0 0 0,1 0 0 0 0,-1 0 0 0 0,0 0 0 0 0,0 0 0 0 0,0 0 0 0 0,0 0 0 0 0,0 0 0 0 0,0 0 0 0 0,0 0 0 0 0,0 0 0 0 0,0 0 0 0 0,0 0 0 0 0,0 0 0 0 0,0 0 0 0 0,0 0 0 0 0,1 0 0 0 0,-1 0 0 0 0,0 0 0 0 0,0 0-1 0 0,0 0 1 0 0,0 0 0 0 0,0 0 0 0 0,0 15 528 0 0,-2 35-389 0 0,0-19 34 0 0,2-10-133 0 0,1 1-1 0 0,0-1 1 0 0,2 0 0 0 0,0 1-1 0 0,1-1 1 0 0,1-1 0 0 0,2 1-1 0 0,10 26 1 0 0,-13-39-103 0 0,-1-1 0 0 0,1 0 0 0 0,0 1 0 0 0,1-1-1 0 0,-1-1 1 0 0,1 1 0 0 0,1-1 0 0 0,-1 0 0 0 0,1 0 0 0 0,0 0 0 0 0,1-1 0 0 0,-1 0 0 0 0,1 0-1 0 0,0-1 1 0 0,0 0 0 0 0,1 0 0 0 0,-1 0 0 0 0,1-1 0 0 0,0-1 0 0 0,0 1 0 0 0,0-1 0 0 0,0 0-1 0 0,0-1 1 0 0,12 1 0 0 0,4-2-593 0 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5:38.3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12 228 6913 0 0,'-1'0'190'0'0,"1"1"0"0"0,-1-1 0 0 0,0 1 0 0 0,0-1 0 0 0,1 1-1 0 0,-1-1 1 0 0,0 1 0 0 0,1-1 0 0 0,-1 1 0 0 0,1 0 0 0 0,-1-1-1 0 0,1 1 1 0 0,-1 0 0 0 0,1-1 0 0 0,-1 1 0 0 0,1 0 0 0 0,0 0-1 0 0,-1 0 1 0 0,1-1 0 0 0,-1 3 0 0 0,2-3-96 0 0,-1 1 1 0 0,0-1-1 0 0,0 1 1 0 0,0-1-1 0 0,1 1 1 0 0,-1-1-1 0 0,0 0 1 0 0,0 1-1 0 0,1-1 1 0 0,-1 1-1 0 0,1-1 1 0 0,-1 0-1 0 0,0 1 1 0 0,1-1-1 0 0,-1 0 1 0 0,1 1-1 0 0,-1-1 1 0 0,0 0-1 0 0,1 0 1 0 0,-1 1-1 0 0,1-1 1 0 0,-1 0-1 0 0,1 0 0 0 0,-1 0 1 0 0,1 0-1 0 0,-1 0 1 0 0,1 0-1 0 0,-1 0 1 0 0,1 0-1 0 0,-1 0 1 0 0,1 0-1 0 0,-1 0 1 0 0,1 0-1 0 0,-1 0 1 0 0,1 0-1 0 0,-1 0 1 0 0,1 0-1 0 0,-1-1 1 0 0,2 1-1 0 0,48-10 1759 0 0,0-1 0 0 0,67-27 0 0 0,-89 29-1533 0 0,-9 3-227 0 0,0-2 0 0 0,33-17 1 0 0,-47 23-107 0 0,-1-1 0 0 0,1 0 1 0 0,-1 0-1 0 0,1 0 0 0 0,-1-1 0 0 0,0 0 1 0 0,0 1-1 0 0,-1-1 0 0 0,1-1 0 0 0,-1 1 1 0 0,0 0-1 0 0,0-1 0 0 0,0 0 0 0 0,-1 1 1 0 0,4-10-1 0 0,-5 12-19 0 0,-1 0 0 0 0,1 1 1 0 0,-1-1-1 0 0,0 0 0 0 0,0 0 0 0 0,0 0 1 0 0,0 0-1 0 0,0 1 0 0 0,0-1 1 0 0,0 0-1 0 0,-1 0 0 0 0,1 0 0 0 0,-1 1 1 0 0,1-1-1 0 0,-1 0 0 0 0,0 0 0 0 0,1 1 1 0 0,-1-1-1 0 0,0 0 0 0 0,0 1 1 0 0,0-1-1 0 0,-2-1 0 0 0,0 1-24 0 0,0-1 1 0 0,0 1-1 0 0,0 0 0 0 0,0 0 0 0 0,0 0 1 0 0,-1 0-1 0 0,1 1 0 0 0,-1-1 0 0 0,1 1 1 0 0,-6-1-1 0 0,-8-2-90 0 0,0 2 0 0 0,0 0 1 0 0,-29 1-1 0 0,44 1 146 0 0,-5 0-3 0 0,-1 0 0 0 0,1 0 0 0 0,0 1 0 0 0,-1 0 0 0 0,1 1 0 0 0,0-1 0 0 0,0 2 0 0 0,0-1 0 0 0,0 1 0 0 0,0 0 0 0 0,1 0 0 0 0,-1 1 0 0 0,1-1 1 0 0,0 2-1 0 0,0-1 0 0 0,0 1 0 0 0,0-1 0 0 0,1 2 0 0 0,0-1 0 0 0,0 1 0 0 0,1-1 0 0 0,-1 1 0 0 0,1 0 0 0 0,0 1 0 0 0,1-1 0 0 0,-5 12 0 0 0,2-5 2 0 0,0-1 0 0 0,1 1 0 0 0,1 0 1 0 0,0 0-1 0 0,0 1 0 0 0,2-1 0 0 0,0 1 0 0 0,-1 23 0 0 0,3-30 43 0 0,1 0-1 0 0,0 0 0 0 0,0 0 1 0 0,0 0-1 0 0,1 0 0 0 0,0-1 1 0 0,0 1-1 0 0,1 0 0 0 0,0-1 0 0 0,0 0 1 0 0,1 0-1 0 0,-1 0 0 0 0,1 0 1 0 0,1 0-1 0 0,-1-1 0 0 0,1 0 1 0 0,0 0-1 0 0,10 9 0 0 0,-1-5 99 0 0,-1 0-1 0 0,1-1 1 0 0,0 0 0 0 0,1-2-1 0 0,0 1 1 0 0,0-2-1 0 0,0 0 1 0 0,1 0-1 0 0,16 2 1 0 0,-19-5-54 0 0,-1 0 1 0 0,1-1-1 0 0,-1-1 1 0 0,1 0-1 0 0,-1 0 1 0 0,1-1 0 0 0,-1-1-1 0 0,1 0 1 0 0,-1 0-1 0 0,0-2 1 0 0,0 1-1 0 0,14-7 1 0 0,-20 7-90 0 0,0-1 1 0 0,0 0-1 0 0,0 0 1 0 0,0-1-1 0 0,-1 1 0 0 0,9-11 1 0 0,11-18-2795 0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5:39.0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 66 5065 0 0,'-21'10'5217'0'0,"36"-12"-1964"0"0,23-5-1796 0 0,-1-2 1 0 0,-1-1-1 0 0,36-16 0 0 0,-54 15-2271 0 0,-9 0-2657 0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5:39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50 8290 0 0,'5'-3'453'0'0,"0"-1"0"0"0,0 1 0 0 0,0 0-1 0 0,0 1 1 0 0,0 0 0 0 0,1-1 0 0 0,6-1 0 0 0,1-1 343 0 0,0 1 1 0 0,0-1-1 0 0,0 2 0 0 0,0 0 0 0 0,0 1 0 0 0,1 0 0 0 0,-1 1 1 0 0,1 0-1 0 0,23 3 0 0 0,-36-2-763 0 0,0 0 0 0 0,0 0-1 0 0,0 0 1 0 0,0 1 0 0 0,0-1 0 0 0,0 1 0 0 0,0-1-1 0 0,0 1 1 0 0,-1-1 0 0 0,1 1 0 0 0,0-1 0 0 0,0 1-1 0 0,0 0 1 0 0,-1-1 0 0 0,1 1 0 0 0,0 0 0 0 0,0 0-1 0 0,-1 0 1 0 0,1 0 0 0 0,-1-1 0 0 0,1 1 0 0 0,-1 0-1 0 0,1 0 1 0 0,-1 0 0 0 0,1 2 0 0 0,-1 0-9 0 0,0 0 0 0 0,1 0 0 0 0,-1 0 0 0 0,0 0 0 0 0,-1 0 0 0 0,1 0-1 0 0,-1 0 1 0 0,1-1 0 0 0,-2 5 0 0 0,-2 4-37 0 0,0 0 0 0 0,-1-1-1 0 0,-11 19 1 0 0,3-7-163 0 0,5-9-35 0 0,0 0-1 0 0,-1-1 1 0 0,-15 18-1 0 0,38-89-153 0 0,-7 41 565 0 0,1 1-1 0 0,1 0 1 0 0,0 1-1 0 0,2 0 1 0 0,0 0 0 0 0,16-17-1 0 0,-26 33-153 0 0,-1 0 0 0 0,1 0-1 0 0,-1 0 1 0 0,1 0-1 0 0,-1 0 1 0 0,1 1-1 0 0,-1-1 1 0 0,1 0-1 0 0,-1 0 1 0 0,1 1-1 0 0,-1-1 1 0 0,1 0-1 0 0,-1 1 1 0 0,1-1-1 0 0,-1 1 1 0 0,0-1-1 0 0,1 0 1 0 0,-1 1-1 0 0,0-1 1 0 0,1 1-1 0 0,-1-1 1 0 0,0 1-1 0 0,0-1 1 0 0,0 1-1 0 0,1-1 1 0 0,-1 1-1 0 0,0-1 1 0 0,0 1-1 0 0,0-1 1 0 0,0 1-1 0 0,0-1 1 0 0,0 1 0 0 0,0 0-1 0 0,0 0 1 0 0,9 31-69 0 0,-8-26 150 0 0,12 40-323 0 0,1 0-1 0 0,24 49 1 0 0,2-22-5065 0 0,-25-52-1053 0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5:40.3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149 259 1840 0 0,'-1'0'59'0'0,"0"0"0"0"0,0-1 0 0 0,1 1-1 0 0,-1-1 1 0 0,0 1 0 0 0,0-1 0 0 0,1 1-1 0 0,-1-1 1 0 0,0 1 0 0 0,1-1 0 0 0,-1 1-1 0 0,0-1 1 0 0,1 0 0 0 0,-1 1 0 0 0,1-1-1 0 0,-1 0 1 0 0,1 0 0 0 0,-1 0-1 0 0,1 1 1 0 0,0-1 0 0 0,-1 0 0 0 0,1 0-1 0 0,0 0 1 0 0,0 0 0 0 0,0 0 0 0 0,0 1-1 0 0,-1-1 1 0 0,1 0 0 0 0,0 0 0 0 0,0 0-1 0 0,1-1 1 0 0,-1 0-12 0 0,0 1 1 0 0,0-1-1 0 0,0 1 1 0 0,-1-1-1 0 0,1 0 0 0 0,0 1 1 0 0,-1-1-1 0 0,1 1 0 0 0,-1-1 1 0 0,1 1-1 0 0,-1-1 0 0 0,0 1 1 0 0,0 0-1 0 0,0-1 0 0 0,0 1 1 0 0,0 0-1 0 0,0 0 0 0 0,0-1 1 0 0,0 1-1 0 0,0 0 0 0 0,0 0 1 0 0,0 0-1 0 0,-1 0 0 0 0,1 0 1 0 0,-1 1-1 0 0,-1-2 0 0 0,-5 1 740 0 0,0-1 0 0 0,0 1 0 0 0,0 1 0 0 0,0 0 0 0 0,0 0-1 0 0,0 0 1 0 0,1 1 0 0 0,-1 0 0 0 0,0 1 0 0 0,0 0 0 0 0,0 0-1 0 0,-9 4 1 0 0,58-19 1508 0 0,198-64 74 0 0,61-31 165 0 0,-280 100-2506 0 0,-12 4-1729 0 0,-21 12-3214 0 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5:40.9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430 1178 5985 0 0,'-86'24'2453'0'0,"-119"19"0"0"0,147-33-827 0 0,43-7-1218 0 0,7-1-97 0 0,1 0 0 0 0,0-1 0 0 0,-1 0 0 0 0,1-1 0 0 0,0 1 0 0 0,-14-2 0 0 0,59-18 1147 0 0,88-26-1372 0 0,186-74 1375 0 0,-22 8-239 0 0,-59 24-620 0 0,315-115 199 0 0,-321 121-569 0 0,388-122 201 0 0,-143 67 119 0 0,-224 69-350 0 0,104-33 113 0 0,-252 70-308 0 0,-40 13-1602 0 0,63-27 0 0 0,-116 41-180 0 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5:42.2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15 305 4145 0 0,'-10'10'418'0'0,"6"15"9516"0"0,4-24-9757 0 0,20 1 1104 0 0,-6-4-712 0 0,0-2 0 0 0,0 0-1 0 0,-1 0 1 0 0,0-1 0 0 0,1-1-1 0 0,-2 0 1 0 0,14-9-1 0 0,-1 1-150 0 0,2 1-70 0 0,57-33 75 0 0,-76 41-408 0 0,0-1 0 0 0,0 0-1 0 0,0-1 1 0 0,-1 1-1 0 0,0-1 1 0 0,0-1-1 0 0,7-9 1 0 0,-12 13-15 0 0,0 0 0 0 0,-1 0 0 0 0,1 0 1 0 0,-1-1-1 0 0,0 1 0 0 0,0 0 0 0 0,0-1 0 0 0,-1 1 1 0 0,1 0-1 0 0,-1-1 0 0 0,0 1 0 0 0,-1-1 0 0 0,1 1 0 0 0,-1 0 1 0 0,0-1-1 0 0,0 1 0 0 0,0 0 0 0 0,0 0 0 0 0,-1-1 0 0 0,0 1 1 0 0,0 0-1 0 0,-4-6 0 0 0,4 6-29 0 0,0 0-1 0 0,0 1 1 0 0,-1-1 0 0 0,1 0-1 0 0,-1 1 1 0 0,0 0 0 0 0,0-1 0 0 0,0 1-1 0 0,-1 1 1 0 0,1-1 0 0 0,-1 0 0 0 0,0 1-1 0 0,1-1 1 0 0,-1 1 0 0 0,0 0-1 0 0,0 1 1 0 0,0-1 0 0 0,-1 1 0 0 0,1-1-1 0 0,0 1 1 0 0,-1 1 0 0 0,-5-2 0 0 0,2 3 4 0 0,0 1 1 0 0,0 0-1 0 0,1 0 1 0 0,-1 1 0 0 0,1-1-1 0 0,0 2 1 0 0,-1-1 0 0 0,1 1-1 0 0,1 0 1 0 0,-1 0 0 0 0,1 1-1 0 0,-11 10 1 0 0,-1 1 58 0 0,0 2 1 0 0,-26 35-1 0 0,37-43-16 0 0,0 0 0 0 0,0 0 1 0 0,1 0-1 0 0,1 0 0 0 0,-1 1 0 0 0,2 0 0 0 0,0 1 1 0 0,0-1-1 0 0,1 0 0 0 0,-2 15 0 0 0,4-18 18 0 0,1 0 0 0 0,0 0 0 0 0,0 0 0 0 0,1 0 0 0 0,0 0 1 0 0,1-1-1 0 0,-1 1 0 0 0,1 0 0 0 0,1-1 0 0 0,0 1 0 0 0,0-1 0 0 0,0 0 0 0 0,1 0 0 0 0,0 0 0 0 0,0 0 1 0 0,8 7-1 0 0,-6-6 16 0 0,0-1 1 0 0,0 0-1 0 0,1 0 1 0 0,0-1-1 0 0,1 0 1 0 0,-1 0 0 0 0,1-1-1 0 0,0 0 1 0 0,0 0-1 0 0,1-1 1 0 0,0 0-1 0 0,-1 0 1 0 0,1-1 0 0 0,1 0-1 0 0,-1-1 1 0 0,18 3-1 0 0,-14-5-18 0 0,-1 1-1 0 0,0-2 1 0 0,1 0-1 0 0,-1 0 0 0 0,0-1 1 0 0,0-1-1 0 0,0 0 1 0 0,0-1-1 0 0,-1 0 1 0 0,1 0-1 0 0,-1-1 0 0 0,19-12 1 0 0,0-1 116 0 0,35-29 0 0 0,-56 40-330 0 0,-1 0 1 0 0,0-1 0 0 0,0 0 0 0 0,-1 0-1 0 0,0-1 1 0 0,-1 0 0 0 0,0 0 0 0 0,8-15-1 0 0,-7 12-1524 0 0,-2 6 353 0 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5:42.7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0 191 6449 0 0,'0'-1'150'0'0,"0"0"0"0"0,1 0 0 0 0,-1 1 1 0 0,0-1-1 0 0,0 0 0 0 0,1 1 0 0 0,-1-1 0 0 0,1 0 0 0 0,-1 1 0 0 0,0-1 0 0 0,1 1 0 0 0,-1-1 0 0 0,1 1 0 0 0,0-1 0 0 0,-1 1 0 0 0,1-1 0 0 0,-1 1 0 0 0,1-1 0 0 0,0 1 0 0 0,-1 0 0 0 0,1-1 0 0 0,0 1 0 0 0,-1 0 0 0 0,1 0 0 0 0,1-1 0 0 0,30-16 2426 0 0,-26 14-2003 0 0,47-23 2667 0 0,-50 25-3084 0 0,0 0 1 0 0,0-1-1 0 0,0 1 1 0 0,0 0-1 0 0,1 1 1 0 0,-1-1-1 0 0,0 1 1 0 0,1-1-1 0 0,-1 1 1 0 0,0 0-1 0 0,1 0 1 0 0,-1 1-1 0 0,0-1 1 0 0,1 0-1 0 0,3 2 1 0 0,-7-1-136 0 0,1 0 0 0 0,0 0 0 0 0,0 0 0 0 0,0 0 0 0 0,0 0 0 0 0,-1 0 0 0 0,1 0 1 0 0,0 0-1 0 0,-1 1 0 0 0,1-1 0 0 0,-1 0 0 0 0,1 0 0 0 0,-1 1 0 0 0,0-1 0 0 0,0 0 0 0 0,1 0 1 0 0,-1 1-1 0 0,0-1 0 0 0,0 0 0 0 0,0 1 0 0 0,0-1 0 0 0,-1 0 0 0 0,1 1 0 0 0,0-1 0 0 0,0 0 0 0 0,-1 0 1 0 0,1 1-1 0 0,-1-1 0 0 0,1 0 0 0 0,-2 1 0 0 0,-18 42 40 0 0,19-40-36 0 0,-21 38 116 0 0,57-97-1973 0 0,-25 35 1468 0 0,-1-1 1 0 0,-1-1 0 0 0,7-25-1 0 0,-13 37 743 0 0,0 0-1 0 0,0 0 1 0 0,-1-1-1 0 0,-1 1 1 0 0,0-16-1 0 0,-3 14 2269 0 0,1 23-1773 0 0,1 21-691 0 0,4-7-92 0 0,0-1 0 0 0,2 1 0 0 0,1-1 0 0 0,12 31-1 0 0,-15-48-354 0 0,0 1 0 0 0,0 0 0 0 0,1-1 0 0 0,1 0-1 0 0,-1 0 1 0 0,1 0 0 0 0,0-1 0 0 0,0 1 0 0 0,1-1-1 0 0,0 0 1 0 0,0-1 0 0 0,0 1 0 0 0,1-1 0 0 0,0-1-1 0 0,0 1 1 0 0,12 5 0 0 0,0-4-6637 0 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5:43.1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0 213 6913 0 0,'7'-1'1215'0'0,"-1"-1"-1"0"0,0 0 0 0 0,0 0 1 0 0,0-1-1 0 0,11-6 0 0 0,2-1 290 0 0,158-69 3608 0 0,-2 0-5683 0 0,-121 57-4495 0 0,-47 19 3443 0 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5:43.3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37 7370 0 0,'-1'-1'242'0'0,"0"0"0"0"0,0 0 0 0 0,1 0 0 0 0,-1 0 0 0 0,0-1 0 0 0,1 1 0 0 0,-1 0 0 0 0,0 0 0 0 0,1 0 1 0 0,-1-1-1 0 0,1 1 0 0 0,0 0 0 0 0,-1 0 0 0 0,1-1 0 0 0,0 1 0 0 0,7-14 4879 0 0,-7 15-4877 0 0,1 0 0 0 0,-1-1 0 0 0,1 1 0 0 0,-1 0 0 0 0,1 0 0 0 0,0 0 0 0 0,-1-1 0 0 0,1 1 0 0 0,0 0-1 0 0,-1 0 1 0 0,1 0 0 0 0,0 0 0 0 0,-1 0 0 0 0,1 0 0 0 0,0 0 0 0 0,0 0 0 0 0,0 0-128 0 0,0 1 1 0 0,0-1-1 0 0,0 1 1 0 0,0-1-1 0 0,0 1 0 0 0,0-1 1 0 0,0 1-1 0 0,0-1 1 0 0,0 1-1 0 0,0 0 0 0 0,0 0 1 0 0,-1-1-1 0 0,1 1 0 0 0,0 0 1 0 0,0 0-1 0 0,-1 0 1 0 0,1 0-1 0 0,-1 0 0 0 0,1 0 1 0 0,-1 0-1 0 0,1 1 1 0 0,12 28 285 0 0,-10-20-136 0 0,26 73 221 0 0,24 115 0 0 0,-34-119-1028 0 0,-16-67-249 0 0,0-1 0 0 0,2 1 1 0 0,5 10-1 0 0,-1-4-6845 0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5:44.1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28 322 8754 0 0,'28'-12'2102'0'0,"6"-2"-1724"0"0,110-49 4246 0 0,-130 55-4202 0 0,0-1 0 0 0,0 0 1 0 0,0 0-1 0 0,-1-2 0 0 0,-1 1 1 0 0,0-2-1 0 0,16-18 0 0 0,-27 28-388 0 0,1-1 1 0 0,-1 0-1 0 0,1 0 0 0 0,-1 0 0 0 0,0 0 0 0 0,0 0 1 0 0,0 0-1 0 0,0 0 0 0 0,0 0 0 0 0,-1 0 0 0 0,0 0 1 0 0,1-1-1 0 0,-1 1 0 0 0,0 0 0 0 0,-1 0 1 0 0,1 0-1 0 0,0-1 0 0 0,-1 1 0 0 0,0 0 0 0 0,0 0 1 0 0,0 0-1 0 0,0 0 0 0 0,0 0 0 0 0,-1 0 0 0 0,1 0 1 0 0,-1 1-1 0 0,0-1 0 0 0,-4-4 0 0 0,4 3 14 0 0,-1 1-1 0 0,0-1 0 0 0,0 1 0 0 0,0 0 1 0 0,-1 0-1 0 0,1 0 0 0 0,-1 1 0 0 0,1-1 1 0 0,-1 1-1 0 0,0 0 0 0 0,0 0 0 0 0,0 0 1 0 0,0 0-1 0 0,0 1 0 0 0,-1 0 0 0 0,1 0 1 0 0,0 0-1 0 0,-1 0 0 0 0,1 1 0 0 0,-9-1 1 0 0,-1 4 9 0 0,1 0 1 0 0,-1 1 0 0 0,0 0-1 0 0,1 1 1 0 0,0 1 0 0 0,0 0 0 0 0,0 1-1 0 0,1 0 1 0 0,0 1 0 0 0,0 0-1 0 0,1 1 1 0 0,0 0 0 0 0,1 0-1 0 0,0 2 1 0 0,0-1 0 0 0,1 1 0 0 0,1 1-1 0 0,0-1 1 0 0,0 1 0 0 0,1 1-1 0 0,-10 23 1 0 0,15-29-47 0 0,0 1-1 0 0,1-1 0 0 0,-1 1 1 0 0,1 0-1 0 0,1-1 1 0 0,0 1-1 0 0,0 0 1 0 0,0 0-1 0 0,1-1 0 0 0,0 1 1 0 0,0 0-1 0 0,1-1 1 0 0,0 1-1 0 0,1-1 1 0 0,-1 0-1 0 0,1 0 1 0 0,1 0-1 0 0,-1 0 0 0 0,1 0 1 0 0,1 0-1 0 0,-1-1 1 0 0,1 0-1 0 0,0 0 1 0 0,0 0-1 0 0,1-1 0 0 0,-1 0 1 0 0,1 0-1 0 0,1 0 1 0 0,-1-1-1 0 0,12 7 1 0 0,-9-7 7 0 0,-1 1 0 0 0,1-1 1 0 0,0-1-1 0 0,0 0 0 0 0,0 0 1 0 0,0 0-1 0 0,0-1 1 0 0,1-1-1 0 0,-1 1 0 0 0,1-2 1 0 0,-1 1-1 0 0,1-1 0 0 0,-1-1 1 0 0,1 0-1 0 0,-1 0 1 0 0,1-1-1 0 0,-1 0 0 0 0,0 0 1 0 0,0-1-1 0 0,0-1 0 0 0,0 1 1 0 0,0-1-1 0 0,-1-1 1 0 0,14-9-1 0 0,-4-3-402 0 0,-1-1 0 0 0,0 0 0 0 0,-2-2 0 0 0,0 0-1 0 0,19-33 1 0 0,-34 52 283 0 0,12-19-7419 0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5:45.6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1 134 2761 0 0,'6'-1'1195'0'0,"0"0"0"0"0,1-1 0 0 0,-1 0 1 0 0,0 0-1 0 0,9-5 0 0 0,3 0 275 0 0,30-9 1880 0 0,-31 12-2502 0 0,0-2 0 0 0,-1 1 0 0 0,1-2 0 0 0,-1 0 0 0 0,-1-1 0 0 0,0-1 0 0 0,17-12 1 0 0,-32 21-830 0 0,1 0 1 0 0,0-1-1 0 0,-1 0 1 0 0,1 1-1 0 0,0-1 1 0 0,-1 1-1 0 0,1-1 1 0 0,-1 0-1 0 0,1 1 1 0 0,-1-1-1 0 0,0 0 1 0 0,1 0-1 0 0,-1 1 1 0 0,0-1-1 0 0,1 0 1 0 0,-1 0-1 0 0,0 0 0 0 0,0 0 1 0 0,1 1-1 0 0,-1-1 1 0 0,0 0-1 0 0,0 0 1 0 0,0 0-1 0 0,0 0 1 0 0,0 1-1 0 0,-1-1 1 0 0,1-1-1 0 0,-1-6-214 0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45:48.4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1 163 6913 0 0,'3'-7'10763'0'0,"12"-8"-9369"0"0,-14 15-1261 0 0,9-10 66 0 0,1 1 1 0 0,1 0-1 0 0,-1 1 1 0 0,1 1-1 0 0,1-1 1 0 0,-1 2-1 0 0,1 0 1 0 0,1 1 0 0 0,-1 0-1 0 0,1 0 1 0 0,-1 2-1 0 0,20-3 1 0 0,-31 5-193 0 0,-1 1 1 0 0,1 0-1 0 0,-1 0 1 0 0,0 0 0 0 0,1 0-1 0 0,-1 1 1 0 0,1-1-1 0 0,-1 0 1 0 0,0 1 0 0 0,1-1-1 0 0,-1 1 1 0 0,1-1 0 0 0,-1 1-1 0 0,0-1 1 0 0,0 1-1 0 0,1 0 1 0 0,-1 0 0 0 0,0 0-1 0 0,0-1 1 0 0,0 1-1 0 0,0 0 1 0 0,0 1 0 0 0,0-1-1 0 0,0 0 1 0 0,0 0-1 0 0,-1 0 1 0 0,1 0 0 0 0,0 1-1 0 0,-1-1 1 0 0,1 0-1 0 0,-1 1 1 0 0,1-1 0 0 0,-1 0-1 0 0,1 1 1 0 0,-1-1-1 0 0,0 1 1 0 0,0-1 0 0 0,0 1-1 0 0,0-1 1 0 0,0 0-1 0 0,0 1 1 0 0,0-1 0 0 0,-1 3-1 0 0,0 8-21 0 0,-1 0 0 0 0,0 0-1 0 0,-7 22 1 0 0,7-27-1 0 0,-32 83-226 0 0,21-58 110 0 0,-11 42 1 0 0,72-147-696 0 0,-35 43 779 0 0,-1 0 1 0 0,-1-2-1 0 0,-2 1 0 0 0,-1-1 0 0 0,7-62 1 0 0,-13 75 497 0 0,-2 18-400 0 0,0 0 1 0 0,0 0-1 0 0,0 0 0 0 0,0 0 1 0 0,1 0-1 0 0,-1-1 0 0 0,0 1 1 0 0,0 0-1 0 0,1 0 1 0 0,-1 0-1 0 0,0 0 0 0 0,1 0 1 0 0,-1 0-1 0 0,1 0 1 0 0,-1 0-1 0 0,1 0 0 0 0,0 1 1 0 0,-1-1-1 0 0,1 0 0 0 0,0 0 1 0 0,0 0-1 0 0,0 1 1 0 0,0-1-1 0 0,-1 0 0 0 0,1 1 1 0 0,0-1-1 0 0,0 1 1 0 0,0-1-1 0 0,2 0 0 0 0,-2 2-29 0 0,0-1-1 0 0,1 1 1 0 0,-1-1-1 0 0,0 1 1 0 0,0 0-1 0 0,0-1 1 0 0,0 1-1 0 0,0 0 1 0 0,0 0-1 0 0,0 0 1 0 0,0 0-1 0 0,0 0 1 0 0,0 0-1 0 0,0 0 1 0 0,-1 0-1 0 0,1 0 1 0 0,0 0-1 0 0,-1 0 1 0 0,1 1-1 0 0,-1-1 1 0 0,1 0-1 0 0,-1 0 1 0 0,1 1-1 0 0,-1 1 1 0 0,4 14 59 0 0,-1 0 0 0 0,0 0 0 0 0,-1 0 0 0 0,-1 21 0 0 0,-1-22-38 0 0,1 0-1 0 0,0 0 1 0 0,1 0 0 0 0,1 0 0 0 0,7 22-1 0 0,-6-28 5 0 0,0 1-1 0 0,2-1 0 0 0,-1 0 1 0 0,1 0-1 0 0,1 0 0 0 0,-1-1 0 0 0,2 0 1 0 0,-1-1-1 0 0,1 1 0 0 0,1-1 1 0 0,-1-1-1 0 0,1 0 0 0 0,12 7 0 0 0,-10-7-283 0 0,1 0 1 0 0,0-1-1 0 0,1-1 0 0 0,17 6 0 0 0,-15-7-1335 0 0,1-1 0 0 0,0 0 0 0 0,24 1 0 0 0,5-3-5652 0 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08.6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539 90 6449 0 0,'0'-2'76'0'0,"1"0"0"0"0,-1 1 0 0 0,1-1-1 0 0,-1 0 1 0 0,0 1 0 0 0,1-1 0 0 0,-1 0-1 0 0,0 1 1 0 0,0-1 0 0 0,0 0 0 0 0,0 0-1 0 0,-1 1 1 0 0,1-1 0 0 0,0 0 0 0 0,-1 1-1 0 0,1-1 1 0 0,-1 0 0 0 0,1 1 0 0 0,-1-1-1 0 0,0 1 1 0 0,0-1 0 0 0,0 1 0 0 0,0-1-1 0 0,0 1 1 0 0,0 0 0 0 0,0-1 0 0 0,-2-1-1 0 0,1 2-65 0 0,0-1 0 0 0,1 1-1 0 0,-1-1 1 0 0,0 1 0 0 0,0 0-1 0 0,0-1 1 0 0,0 1-1 0 0,0 0 1 0 0,0 0 0 0 0,-1 1-1 0 0,1-1 1 0 0,0 0 0 0 0,0 1-1 0 0,-1-1 1 0 0,1 1 0 0 0,0 0-1 0 0,-1 0 1 0 0,1 0 0 0 0,-5 0-1 0 0,-2 3-113 0 0,1 0 1 0 0,-1 0-1 0 0,1 0 0 0 0,0 1 1 0 0,0 1-1 0 0,1-1 0 0 0,-13 11 0 0 0,-49 46-488 0 0,53-45 429 0 0,-18 17-21 0 0,-32 28 690 0 0,3 2-1 0 0,-55 74 0 0 0,113-131-440 0 0,1 1 0 0 0,-1-1 0 0 0,1 1 0 0 0,0 0-1 0 0,1 0 1 0 0,0 1 0 0 0,0-1 0 0 0,-2 11 0 0 0,4-15-88 0 0,1-1-1 0 0,0 1 0 0 0,0-1 1 0 0,0 0-1 0 0,0 1 0 0 0,0-1 1 0 0,1 1-1 0 0,-1-1 0 0 0,1 0 1 0 0,0 1-1 0 0,-1-1 1 0 0,1 0-1 0 0,0 0 0 0 0,0 1 1 0 0,1-1-1 0 0,-1 0 0 0 0,0 0 1 0 0,1 0-1 0 0,-1-1 0 0 0,1 1 1 0 0,0 0-1 0 0,-1 0 1 0 0,1-1-1 0 0,0 1 0 0 0,0-1 1 0 0,0 0-1 0 0,0 1 0 0 0,0-1 1 0 0,0 0-1 0 0,1 0 0 0 0,2 1 1 0 0,44 14-1281 0 0,-39-14 1024 0 0,-1 1-1 0 0,0 0 1 0 0,0 1 0 0 0,0-1-1 0 0,0 2 1 0 0,11 6 0 0 0,-18-8 267 0 0,1-1 1 0 0,-1 0 0 0 0,0 0-1 0 0,0 1 1 0 0,0-1 0 0 0,0 1 0 0 0,0-1-1 0 0,-1 1 1 0 0,1 0 0 0 0,-1 0-1 0 0,0 0 1 0 0,0 0 0 0 0,0 0-1 0 0,0 0 1 0 0,0 0 0 0 0,-1 0-1 0 0,0 0 1 0 0,1 0 0 0 0,-1 0-1 0 0,0 1 1 0 0,0-1 0 0 0,-1 0-1 0 0,1 0 1 0 0,-2 5 0 0 0,-2 11 216 0 0,-2 0 0 0 0,0 1 0 0 0,-1-2 0 0 0,-12 23-1 0 0,-15 41 646 0 0,31-73-792 0 0,1-1 0 0 0,0 1 0 0 0,0 0 1 0 0,1 0-1 0 0,0 0 0 0 0,1 0 0 0 0,0 14 1 0 0,1-20-27 0 0,-1 0 0 0 0,1 1 0 0 0,-1-1 1 0 0,1 0-1 0 0,0 0 0 0 0,0 0 1 0 0,0 0-1 0 0,1 0 0 0 0,-1 0 0 0 0,1 0 1 0 0,-1 0-1 0 0,1 0 0 0 0,0 0 1 0 0,0-1-1 0 0,1 1 0 0 0,-1-1 0 0 0,0 0 1 0 0,1 0-1 0 0,3 3 0 0 0,-1-2-7 0 0,0-1 0 0 0,0 0-1 0 0,0 0 1 0 0,0 0 0 0 0,0 0-1 0 0,0-1 1 0 0,1 0 0 0 0,-1 0-1 0 0,0-1 1 0 0,11 1 0 0 0,1-2 113 0 0,0-1 0 0 0,0 0 1 0 0,-1-1-1 0 0,1-1 1 0 0,-1-1-1 0 0,25-10 1 0 0,-31 11-8 0 0,0 0 0 0 0,0 0 0 0 0,1 1 0 0 0,-1 0 1 0 0,1 1-1 0 0,-1 1 0 0 0,1-1 0 0 0,13 1 0 0 0,-19 1-48 0 0,1 1 1 0 0,0 0-1 0 0,-1 0 1 0 0,0 0-1 0 0,1 1 1 0 0,-1 0-1 0 0,0 0 1 0 0,0 0-1 0 0,0 0 1 0 0,0 1-1 0 0,0 0 0 0 0,0 0 1 0 0,-1 0-1 0 0,1 1 1 0 0,-1 0-1 0 0,0 0 1 0 0,6 6-1 0 0,4 8 13 0 0,2-1 1 0 0,0 0-1 0 0,1-1 0 0 0,0-1 0 0 0,1-1 0 0 0,1 0 1 0 0,0-2-1 0 0,1 0 0 0 0,1-1 0 0 0,-1-1 1 0 0,2-1-1 0 0,-1-1 0 0 0,1-1 0 0 0,24 5 0 0 0,-30-9-64 0 0,1-1-1 0 0,-1-1 0 0 0,0-1 1 0 0,0 0-1 0 0,1-1 0 0 0,-1-1 1 0 0,0 0-1 0 0,24-7 0 0 0,-18 1 155 0 0,0 0-1 0 0,0-1 0 0 0,-1 0 0 0 0,0-2 0 0 0,27-19 0 0 0,-16 6 108 0 0,-1-1 0 0 0,-2-1-1 0 0,0-2 1 0 0,-2 0 0 0 0,-1-2-1 0 0,40-60 1 0 0,-50 65-288 0 0,-2 0 0 0 0,-1-1 0 0 0,-1-1 1 0 0,10-30-1 0 0,-17 40-19 0 0,0-1 1 0 0,-1 1-1 0 0,-1-1 0 0 0,0-1 1 0 0,-2 1-1 0 0,0 0 0 0 0,-3-31 1 0 0,0 38-46 0 0,0 0 0 0 0,0 0 0 0 0,-1 1 0 0 0,-1-1 0 0 0,0 1 0 0 0,0 0 1 0 0,-1 0-1 0 0,-1 0 0 0 0,1 1 0 0 0,-2 0 0 0 0,-7-10 0 0 0,-10-7 23 0 0,0 1 0 0 0,-34-26 0 0 0,33 29 162 0 0,0 0 0 0 0,-30-37 0 0 0,31 28 74 0 0,-1 2 0 0 0,-54-51 0 0 0,69 72-138 0 0,0 0 1 0 0,-1 1-1 0 0,0 0 0 0 0,-1 0 1 0 0,1 1-1 0 0,-1 1 1 0 0,0 0-1 0 0,-1 1 0 0 0,1 0 1 0 0,-1 1-1 0 0,0 0 1 0 0,-19-1-1 0 0,-274-20-570 0 0,272 23-998 0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09.2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87 271 2304 0 0,'1'-2'5'0'0,"42"-99"963"0"0,-38 88-489 0 0,-1 0 0 0 0,0-1 0 0 0,-1 0 0 0 0,-1 0 0 0 0,1-24 0 0 0,-2 36-372 0 0,-1 0 0 0 0,0 0 1 0 0,-1 0-1 0 0,1 0 0 0 0,0 0 1 0 0,0 0-1 0 0,-1 1 1 0 0,1-1-1 0 0,-1 0 0 0 0,0 0 1 0 0,0 0-1 0 0,0 0 0 0 0,1 0 1 0 0,-3-2-1 0 0,2 4-4 0 0,1-1-1 0 0,-1 0 1 0 0,0 1-1 0 0,0-1 1 0 0,0 1-1 0 0,1-1 0 0 0,-1 1 1 0 0,0-1-1 0 0,0 1 1 0 0,0 0-1 0 0,0-1 1 0 0,0 1-1 0 0,0 0 1 0 0,0 0-1 0 0,0-1 1 0 0,0 1-1 0 0,0 0 1 0 0,0 0-1 0 0,0 0 1 0 0,0 0-1 0 0,-1 1 1 0 0,-1 0 19 0 0,-1 0 0 0 0,1 0 0 0 0,-1 0-1 0 0,1 1 1 0 0,-1 0 0 0 0,1 0 0 0 0,0 0 0 0 0,0 0 0 0 0,0 0 0 0 0,0 0 0 0 0,0 1 0 0 0,1 0 0 0 0,-4 3 0 0 0,-4 6-199 0 0,0 1 1 0 0,1-1 0 0 0,0 1-1 0 0,1 1 1 0 0,1 0 0 0 0,-8 19-1 0 0,13-27 117 0 0,1 0-1 0 0,-1 0 1 0 0,1 0-1 0 0,0 0 1 0 0,0 1-1 0 0,1-1 1 0 0,0 0-1 0 0,0 0 1 0 0,1 1-1 0 0,-1-1 1 0 0,1 0-1 0 0,1 0 1 0 0,-1 0-1 0 0,1 0 1 0 0,0 0-1 0 0,0 0 1 0 0,1 0-1 0 0,5 8 1 0 0,1 0 51 0 0,1 0 1 0 0,1-1-1 0 0,0 0 1 0 0,1-1-1 0 0,0 0 1 0 0,1-1 0 0 0,0 0-1 0 0,1-1 1 0 0,0 0-1 0 0,0-1 1 0 0,1-1-1 0 0,1-1 1 0 0,-1 0 0 0 0,1 0-1 0 0,0-2 1 0 0,0 0-1 0 0,1-1 1 0 0,0-1-1 0 0,-1 0 1 0 0,1-1 0 0 0,0-1-1 0 0,0 0 1 0 0,0-2-1 0 0,0 0 1 0 0,0-1 0 0 0,30-6-1 0 0,-44 6 1 0 0,0 1-1 0 0,0-1 1 0 0,1 0 0 0 0,-1 0 0 0 0,0 0-1 0 0,0 0 1 0 0,-1 0 0 0 0,1 0-1 0 0,0-1 1 0 0,-1 1 0 0 0,0-1-1 0 0,1 0 1 0 0,-1 0 0 0 0,0 0 0 0 0,0 0-1 0 0,-1 0 1 0 0,1 0 0 0 0,-1-1-1 0 0,1 1 1 0 0,-1-1 0 0 0,0 1-1 0 0,1-8 1 0 0,1-7 359 0 0,0 0 0 0 0,1-37 0 0 0,-4 55-432 0 0,0-18 82 0 0,0 0 0 0 0,-1 1-1 0 0,-1-1 1 0 0,-1 1 0 0 0,0-1 0 0 0,-1 1 0 0 0,-9-21 0 0 0,9 27-346 0 0,-1 0-1 0 0,-1 0 1 0 0,0 1 0 0 0,-13-17 0 0 0,12 18-662 0 0,0 1-1 0 0,-1 1 1 0 0,0-1 0 0 0,0 1 0 0 0,-16-10-1 0 0,0 4-4280 0 0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09.9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3364 1 4609 0 0,'0'0'65'0'0,"0"1"0"0"0,0-1 1 0 0,1 1-1 0 0,-1-1 0 0 0,0 1 0 0 0,0 0 1 0 0,0-1-1 0 0,0 1 0 0 0,0 0 0 0 0,0-1 0 0 0,0 1 1 0 0,0-1-1 0 0,0 1 0 0 0,0 0 0 0 0,0-1 0 0 0,0 1 1 0 0,-1-1-1 0 0,1 1 0 0 0,0 0 0 0 0,0-1 1 0 0,0 1-1 0 0,-1-1 0 0 0,1 1 0 0 0,0-1 0 0 0,-1 1 1 0 0,1-1-1 0 0,-1 1 0 0 0,-18 12 734 0 0,-25 1-361 0 0,-156 22 913 0 0,-282 43 1706 0 0,326-62-2411 0 0,-444 73 995 0 0,594-89-1640 0 0,-523 131-174 0 0,39-2 121 0 0,187-54 5 0 0,251-66 262 0 0,0-3 0 0 0,0-2 0 0 0,-102-4-1 0 0,139-2 25 0 0,0-1 0 0 0,-1-1-1 0 0,1 0 1 0 0,0-1 0 0 0,0 0-1 0 0,1-1 1 0 0,-1-1 0 0 0,-20-11-1 0 0,25 11-1083 0 0,1 0-1 0 0,0-1 0 0 0,1 0 0 0 0,-11-11 1 0 0,7 5-4676 0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0.8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583 50 7370 0 0,'1'-1'167'0'0,"0"0"1"0"0,0 0 0 0 0,-1-1 0 0 0,1 1 0 0 0,-1 0 0 0 0,1 0 0 0 0,-1-1 0 0 0,1 1 0 0 0,-1 0-1 0 0,0-1 1 0 0,1 1 0 0 0,-1 0 0 0 0,0-1 0 0 0,0 1 0 0 0,0-1 0 0 0,0 1 0 0 0,0 0-1 0 0,-1-1 1 0 0,1 1 0 0 0,0 0 0 0 0,-1-1 0 0 0,1 1 0 0 0,-1 0 0 0 0,1 0 0 0 0,-1-1 0 0 0,1 1-1 0 0,-1 0 1 0 0,0 0 0 0 0,0 0 0 0 0,0 0 0 0 0,1 0 0 0 0,-1 0 0 0 0,0 0 0 0 0,0 0-1 0 0,0 0 1 0 0,-2-1 0 0 0,1 1-37 0 0,0 1 0 0 0,1-1-1 0 0,-1 1 1 0 0,0-1 0 0 0,0 1-1 0 0,0-1 1 0 0,0 1 0 0 0,0 0 0 0 0,-1 0-1 0 0,1 0 1 0 0,0 0 0 0 0,0 1-1 0 0,0-1 1 0 0,0 0 0 0 0,0 1 0 0 0,1-1-1 0 0,-1 1 1 0 0,0 0 0 0 0,0 0-1 0 0,0 0 1 0 0,0 0 0 0 0,1 0 0 0 0,-1 0-1 0 0,-1 1 1 0 0,-9 8-27 0 0,1 1 1 0 0,0 0-1 0 0,0 1 1 0 0,2 0-1 0 0,-1 0 1 0 0,-8 17-1 0 0,-42 86-28 0 0,44-82-8 0 0,-258 581-116 0 0,265-592-34 0 0,-23 51-791 0 0,30-68 798 0 0,-1-1 0 0 0,1 0 0 0 0,-1 0 0 0 0,0 0 0 0 0,0-1 0 0 0,0 1 0 0 0,0-1 0 0 0,-1 1 0 0 0,1-1 0 0 0,-1 0 0 0 0,0 0 0 0 0,0-1 0 0 0,-5 3 0 0 0,6-4-913 0 0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1.2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350 0 3225 0 0,'-19'11'-85'0'0,"-1"1"0"0"0,2 0-1 0 0,0 1 1 0 0,-33 32 0 0 0,31-27 692 0 0,-22 19 732 0 0,1 3-1 0 0,2 2 1 0 0,-37 50 0 0 0,71-83-84 0 0,7-6-347 0 0,16-11 135 0 0,24-21-165 0 0,28-33-144 0 0,-33 29-492 0 0,0 0 0 0 0,3 3 0 0 0,67-41 0 0 0,-102 68-80 0 0,0 1 0 0 0,0-1 0 0 0,0 2 0 0 0,1-1 0 0 0,-1 0 0 0 0,0 1 0 0 0,1 0 0 0 0,-1 0-1 0 0,1 1 1 0 0,-1-1 0 0 0,1 1 0 0 0,9 2 0 0 0,-12-2-56 0 0,0 1 0 0 0,0 0-1 0 0,0 0 1 0 0,0 0 0 0 0,1 0 0 0 0,-2 0-1 0 0,1 1 1 0 0,0 0 0 0 0,0-1 0 0 0,0 1-1 0 0,-1 0 1 0 0,1 0 0 0 0,-1 1 0 0 0,0-1-1 0 0,1 0 1 0 0,-1 1 0 0 0,0 0 0 0 0,0-1-1 0 0,-1 1 1 0 0,1 0 0 0 0,2 6 0 0 0,3 10-27 0 0,-2 1 0 0 0,0-1 1 0 0,-1 1-1 0 0,3 36 0 0 0,-6-38-855 0 0,1 0-1 0 0,1 0 1 0 0,1 0 0 0 0,0 0-1 0 0,1 0 1 0 0,10 20-1 0 0,-4-18-4465 0 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1.5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2 6449 0 0,'0'-1'267'0'0,"0"1"-178"0"0,1 0 0 0 0,-1 0 0 0 0,0 0 0 0 0,0 0 0 0 0,1 0 0 0 0,-1-1 0 0 0,0 1 0 0 0,0 0 0 0 0,1 0 0 0 0,-1 0 0 0 0,0 0 0 0 0,0 0-1 0 0,1 0 1 0 0,-1 0 0 0 0,0 0 0 0 0,0 0 0 0 0,1 0 0 0 0,-1 0 0 0 0,0 0 0 0 0,0 0 0 0 0,1 0 0 0 0,-1 0 0 0 0,0 0 0 0 0,3 2 978 0 0,-3-1-978 0 0,0-1 0 0 0,0 0 0 0 0,0 0 0 0 0,0 1 0 0 0,-4 12 2097 0 0,-18 18-816 0 0,20-29-1306 0 0,-28 39 111 0 0,1 2-1 0 0,3 2 1 0 0,1 0 0 0 0,2 1 0 0 0,3 2-1 0 0,1 0 1 0 0,3 1 0 0 0,-12 54-1 0 0,23-75-171 0 0,2-12-265 0 0,-1 0 0 0 0,-10 30 0 0 0,14-46 156 0 0,-1 1-1 0 0,1 0 0 0 0,0-1 1 0 0,-1 1-1 0 0,1-1 0 0 0,0 1 0 0 0,-1-1 1 0 0,1 1-1 0 0,0-1 0 0 0,-1 1 1 0 0,1-1-1 0 0,-1 0 0 0 0,1 1 0 0 0,-1-1 1 0 0,1 0-1 0 0,-1 1 0 0 0,0-1 1 0 0,1 0-1 0 0,-1 1 0 0 0,1-1 0 0 0,-1 0 1 0 0,0 0-1 0 0,1 0 0 0 0,-1 0 1 0 0,1 0-1 0 0,-1 0 0 0 0,0 0 0 0 0,1 0 1 0 0,-1 0-1 0 0,0 0 0 0 0,1 0 1 0 0,-1 0-1 0 0,0 0 0 0 0,1 0 0 0 0,-1 0 1 0 0,1-1-1 0 0,-1 1 0 0 0,0 0 1 0 0,1 0-1 0 0,-1-1 0 0 0,1 1 0 0 0,-1 0 1 0 0,1-1-1 0 0,-1 1 0 0 0,1-1 0 0 0,-1 1 1 0 0,0-1-1 0 0,-4-4-781 0 0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1.8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0 215 744 0 0,'28'-71'950'0'0,"-20"47"-237"0"0,1 1 0 0 0,19-36 0 0 0,-26 57-398 0 0,0-1 0 0 0,1 1 0 0 0,-1-1 1 0 0,1 1-1 0 0,0 0 0 0 0,-1 0 0 0 0,1 0 1 0 0,0 0-1 0 0,0 1 0 0 0,1-1 0 0 0,-1 1 0 0 0,0-1 1 0 0,0 1-1 0 0,1 0 0 0 0,5 0 0 0 0,56-7 1564 0 0,-57 8-1458 0 0,-2-1-69 0 0,28 2 1451 0 0,-33-1-1749 0 0,-1 0-1 0 0,1 0 0 0 0,0 0 1 0 0,0 1-1 0 0,-1-1 1 0 0,1 0-1 0 0,0 1 0 0 0,-1-1 1 0 0,1 0-1 0 0,0 1 1 0 0,-1-1-1 0 0,1 1 0 0 0,-1-1 1 0 0,1 1-1 0 0,0-1 1 0 0,-1 1-1 0 0,1-1 0 0 0,-1 1 1 0 0,0 0-1 0 0,1-1 1 0 0,-1 1-1 0 0,1 0 1 0 0,-1-1-1 0 0,0 1 0 0 0,0 0 1 0 0,1 0-1 0 0,-1-1 1 0 0,0 1-1 0 0,0 0 0 0 0,0 0 1 0 0,0-1-1 0 0,0 1 1 0 0,0 0-1 0 0,0 0 0 0 0,0-1 1 0 0,0 1-1 0 0,0 1 1 0 0,-25 106 1404 0 0,15-72-501 0 0,-8 63 0 0 0,17-87-1472 0 0,0 1 0 0 0,1-1 0 0 0,0 0 0 0 0,1 1 0 0 0,1-1 1 0 0,0 0-1 0 0,0 0 0 0 0,1 0 0 0 0,6 14 0 0 0,-1-9-5323 0 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2.4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3225 0 0,'11'29'6426'0'0,"-4"-14"-5652"0"0,-1 0 0 0 0,-1 0-1 0 0,0 1 1 0 0,-1-1 0 0 0,-1 1-1 0 0,0 0 1 0 0,-1 0 0 0 0,-1 19-1 0 0,-2 15-1720 0 0,-10 64 0 0 0,4-44-3195 0 0,5-57 61 0 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2.7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10 920 0 0,'-16'-9'17815'0'0,"17"18"-19372"0"0,0-2 494 0 0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3.1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1 103 6449 0 0,'2'0'337'0'0,"0"0"1"0"0,1 0-1 0 0,-1 0 0 0 0,0 0 0 0 0,1 0 0 0 0,-1 1 0 0 0,0-1 0 0 0,0 1 0 0 0,0 0 0 0 0,1-1 0 0 0,-1 1 0 0 0,0 0 0 0 0,0 0 0 0 0,0 0 0 0 0,0 1 0 0 0,0-1 0 0 0,-1 0 0 0 0,1 1 1 0 0,0 0-1 0 0,-1-1 0 0 0,1 1 0 0 0,-1 0 0 0 0,3 3 0 0 0,2 3 350 0 0,0-1 1 0 0,-1 1-1 0 0,0 0 0 0 0,6 15 1 0 0,-2 3-273 0 0,-7-19-506 0 0,0 0-1 0 0,1 0 0 0 0,-1 0 0 0 0,7 10 0 0 0,-5-22-124 0 0,0 0 0 0 0,-1-1 1 0 0,1 1-1 0 0,-1-1 0 0 0,4-10 0 0 0,-4 9 96 0 0,14-27-360 0 0,29-42-1 0 0,-39 66 322 0 0,-1 1 0 0 0,1 0 0 0 0,1 1 0 0 0,0 0 1 0 0,0 0-1 0 0,1 1 0 0 0,0 0 0 0 0,0 0 0 0 0,12-6 0 0 0,-20 12 212 0 0,1 0-1 0 0,0 0 1 0 0,-1 1-1 0 0,1-1 1 0 0,0 1-1 0 0,-1-1 1 0 0,1 1-1 0 0,0-1 1 0 0,0 1-1 0 0,-1 0 1 0 0,1 0-1 0 0,0 0 1 0 0,0 0-1 0 0,0 0 1 0 0,-1 0-1 0 0,1 1 1 0 0,0-1 0 0 0,0 1-1 0 0,-1-1 1 0 0,1 1-1 0 0,0 0 1 0 0,1 0-1 0 0,0 1 113 0 0,-1 0-1 0 0,1 1 1 0 0,0-1-1 0 0,-1 0 0 0 0,0 1 1 0 0,0 0-1 0 0,1-1 1 0 0,-2 1-1 0 0,1 0 1 0 0,3 6-1 0 0,1 5 151 0 0,-1 0-1 0 0,0 1 1 0 0,-1 0 0 0 0,2 15-1 0 0,5 36-1417 0 0,-8-46 20 0 0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3.4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8 7370 0 0,'0'0'23'0'0,"0"0"0"0"0,0 0 0 0 0,0-1 0 0 0,-1 1 0 0 0,1 0 0 0 0,0 0 0 0 0,0 0 0 0 0,0 0 0 0 0,0 0 0 0 0,0-1 0 0 0,0 1 0 0 0,0 0 0 0 0,0 0 0 0 0,0 0 1 0 0,0 0-1 0 0,0-1 0 0 0,0 1 0 0 0,0 0 0 0 0,0 0 0 0 0,0 0 0 0 0,0-1 0 0 0,0 1 0 0 0,0 0 0 0 0,0 0 0 0 0,0 0 0 0 0,0 0 0 0 0,0-1 0 0 0,0 1 0 0 0,0 0 1 0 0,0 0-1 0 0,0 0 0 0 0,0 0 0 0 0,0-1 0 0 0,0 1 0 0 0,0 0 0 0 0,0 0 0 0 0,1 0 0 0 0,-1 0 0 0 0,0 0 0 0 0,0-1 0 0 0,0 1 0 0 0,0 0 0 0 0,0 0 0 0 0,1 0 0 0 0,-1 0 1 0 0,0 0-1 0 0,0 0 0 0 0,10 5 1556 0 0,11 17 1733 0 0,-15-8-2616 0 0,-1 0-1 0 0,0 1 1 0 0,-1-1-1 0 0,0 1 1 0 0,-2 0 0 0 0,0 0-1 0 0,0 0 1 0 0,-1 22-1 0 0,-1-13-1090 0 0,2-1 0 0 0,7 33 0 0 0,-2-15-4732 0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3.6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3 177 920 0 0,'-1'-5'185'0'0,"0"-1"1"0"0,1 1-1 0 0,0 0 0 0 0,0-1 0 0 0,0 0 1 0 0,0 1-1 0 0,1 0 0 0 0,0-1 1 0 0,0 1-1 0 0,1-1 0 0 0,-1 1 0 0 0,1 0 1 0 0,0 0-1 0 0,1 0 0 0 0,-1 0 0 0 0,1 0 1 0 0,0 1-1 0 0,0-1 0 0 0,1 1 0 0 0,-1 0 1 0 0,1 0-1 0 0,8-7 0 0 0,-4 4 542 0 0,2 0-1 0 0,-1 1 1 0 0,0 0 0 0 0,1 1-1 0 0,20-9 1 0 0,-27 13-505 0 0,1-1 1 0 0,0 1-1 0 0,-1 0 0 0 0,1 0 0 0 0,0 0 1 0 0,0 0-1 0 0,0 1 0 0 0,0-1 1 0 0,0 1-1 0 0,0 0 0 0 0,0 0 1 0 0,0 0-1 0 0,0 1 0 0 0,0 0 0 0 0,0 0 1 0 0,0 0-1 0 0,-1 0 0 0 0,1 0 1 0 0,6 4-1 0 0,-8-4-125 0 0,0 1 1 0 0,-1 0-1 0 0,0-1 0 0 0,1 1 1 0 0,-1 0-1 0 0,0 0 0 0 0,0 0 0 0 0,0 0 1 0 0,0 0-1 0 0,0 0 0 0 0,0 0 1 0 0,-1 0-1 0 0,1 0 0 0 0,-1 1 1 0 0,1-1-1 0 0,-1 0 0 0 0,0 0 1 0 0,0 0-1 0 0,0 1 0 0 0,0-1 1 0 0,0 0-1 0 0,0 0 0 0 0,-1 0 1 0 0,1 1-1 0 0,-1-1 0 0 0,0 0 0 0 0,-1 4 1 0 0,-3 7-110 0 0,-1 0-1 0 0,0 0 1 0 0,-8 13 0 0 0,10-20-51 0 0,-25 37-4721 0 0,16-25-303 0 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3.9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7834 0 0,'1'4'844'0'0,"1"0"0"0"0,-1 0 0 0 0,0 0 0 0 0,0 0 1 0 0,0 0-1 0 0,0 6 0 0 0,3 34 1638 0 0,-1-6-1210 0 0,8 39 1 0 0,-9-68-1438 0 0,0 1-1 0 0,1-1 0 0 0,0 1 0 0 0,0-1 1 0 0,1 0-1 0 0,1 0 0 0 0,-1 0 0 0 0,1-1 1 0 0,8 10-1 0 0,-12-17-38 0 0,0 1 0 0 0,0-1 0 0 0,0 1 0 0 0,0-1 0 0 0,1 0 0 0 0,-1 0 0 0 0,0 1 0 0 0,1-1 0 0 0,-1 0 0 0 0,1 0 0 0 0,0 0 0 0 0,-1 0-1 0 0,1-1 1 0 0,0 1 0 0 0,-1 0 0 0 0,1-1 0 0 0,0 1 0 0 0,0-1 0 0 0,0 0 0 0 0,-1 1 0 0 0,1-1 0 0 0,3 0 0 0 0,-2-1 53 0 0,-1 0 0 0 0,0 0 0 0 0,0 0 0 0 0,0 0 0 0 0,0 0 0 0 0,0 0 1 0 0,0 0-1 0 0,-1-1 0 0 0,1 1 0 0 0,0-1 0 0 0,-1 1 0 0 0,1-1 0 0 0,-1 0 0 0 0,1 0 0 0 0,1-3 0 0 0,5-8-242 0 0,-1-1 0 0 0,-1 0-1 0 0,0 0 1 0 0,4-18 0 0 0,-9 29 292 0 0,16-59-326 0 0,-12 38 1304 0 0,2 1 0 0 0,0-1 1 0 0,20-26 5264 0 0,-27 50-6007 0 0,10 12 2372 0 0,11 32-1868 0 0,-12-23-157 0 0,25 32-1816 0 0,-5-22-2390 0 0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4.2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6913 0 0,'11'22'7887'0'0,"4"30"-4638"0"0,-9-29-2290 0 0,30 109 515 0 0,-4-12-3539 0 0,-25-93-4565 0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4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2 112 7834 0 0,'0'0'147'0'0,"-1"-1"0"0"0,1 1 0 0 0,0-1 0 0 0,0 1 0 0 0,0-1 0 0 0,0 1 0 0 0,-1-1 0 0 0,1 1 0 0 0,0-1 0 0 0,0 0 1 0 0,0 1-1 0 0,0-1 0 0 0,0 1 0 0 0,0-1 0 0 0,1 1 0 0 0,-1-1 0 0 0,0 1 0 0 0,0-1 0 0 0,0 0 0 0 0,0 1 0 0 0,1-1 0 0 0,-1 1 1 0 0,0-1-1 0 0,1 1 0 0 0,-1 0 0 0 0,0-1 0 0 0,1 1 0 0 0,-1-1 0 0 0,0 1 0 0 0,1-1 0 0 0,-1 1 0 0 0,1 0 0 0 0,-1-1 0 0 0,1 1 0 0 0,-1 0 1 0 0,1 0-1 0 0,-1-1 0 0 0,1 1 0 0 0,-1 0 0 0 0,1 0 0 0 0,0 0 0 0 0,29-15 1952 0 0,-27 13-1709 0 0,106-40 960 0 0,-74 31-3891 0 0,43-8 0 0 0,-52 15 671 0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5.1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 0 6913 0 0,'-14'5'6464'0'0,"14"-5"-6383"0"0,5 5 91 0 0,1 1 1 0 0,0-1-1 0 0,0 0 1 0 0,0-1-1 0 0,1 1 0 0 0,-1-1 1 0 0,11 4-1 0 0,59 22 837 0 0,-24-10-353 0 0,181 88 2122 0 0,50 21-2214 0 0,-225-104-2964 0 0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5.4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228 17 5529 0 0,'19'-17'7211'0'0,"-18"18"-7125"0"0,-1-1-1 0 0,1 0 1 0 0,-1 0-1 0 0,1 0 1 0 0,-1 1-1 0 0,1-1 1 0 0,-1 0-1 0 0,1 1 1 0 0,-1-1 0 0 0,0 0-1 0 0,1 1 1 0 0,-1-1-1 0 0,1 1 1 0 0,-1-1-1 0 0,0 1 1 0 0,1-1-1 0 0,-1 1 1 0 0,0-1-1 0 0,0 1 1 0 0,1-1-1 0 0,-1 1 1 0 0,0-1-1 0 0,0 1 1 0 0,0-1-1 0 0,0 1 1 0 0,0-1-1 0 0,0 1 1 0 0,1-1 0 0 0,-1 1-1 0 0,0 0 1 0 0,-1-1-1 0 0,1 1 1 0 0,0-1-1 0 0,0 1 1 0 0,0-1-1 0 0,0 1 1 0 0,1 12-79 0 0,1 0 0 0 0,1 0 0 0 0,0 0-1 0 0,1-1 1 0 0,0 1 0 0 0,11 19 0 0 0,2-1-35 0 0,24 32 1 0 0,9 15-46 0 0,-49-78 72 0 0,-1 1 0 0 0,1 0 0 0 0,-1-1 0 0 0,0 1 0 0 0,1 0 0 0 0,-1 0 0 0 0,0-1 1 0 0,0 1-1 0 0,0 0 0 0 0,1 0 0 0 0,-1 0 0 0 0,0-1 0 0 0,0 1 0 0 0,0 0 0 0 0,0 0 0 0 0,0 0 1 0 0,-1-1-1 0 0,1 1 0 0 0,0 0 0 0 0,0 0 0 0 0,0-1 0 0 0,-1 1 0 0 0,1 0 0 0 0,0 0 0 0 0,-1-1 1 0 0,1 1-1 0 0,-1 0 0 0 0,-1 1 12 0 0,1 0 0 0 0,-1-1 0 0 0,0 1 0 0 0,0-1 0 0 0,0 0 0 0 0,0 1 1 0 0,0-1-1 0 0,0 0 0 0 0,-4 1 0 0 0,-9 3 109 0 0,-1 0 0 0 0,-22 2 0 0 0,17-3-18 0 0,-160 44 138 0 0,105-23-5187 0 0,50-16-70 0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6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 4 3225 0 0,'-12'-3'-280'0'0,"-15"3"8215"0"0,32 15-6926 0 0,12 12-44 0 0,1 0 1 0 0,1 0-1 0 0,2-2 0 0 0,32 32 0 0 0,106 76 460 0 0,-33-31-2294 0 0,-107-86-605 0 0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6.2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247 7 5065 0 0,'0'-1'150'0'0,"-1"1"-1"0"0,0-1 1 0 0,0 0-1 0 0,0 1 1 0 0,0-1 0 0 0,0 1-1 0 0,0-1 1 0 0,-1 1-1 0 0,1 0 1 0 0,0-1 0 0 0,0 1-1 0 0,0 0 1 0 0,0 0-1 0 0,0 0 1 0 0,0-1 0 0 0,-1 1-1 0 0,1 1 1 0 0,0-1-1 0 0,0 0 1 0 0,0 0-1 0 0,0 0 1 0 0,0 1 0 0 0,-1-1-1 0 0,1 0 1 0 0,0 1-1 0 0,0-1 1 0 0,-2 2 0 0 0,-32 13 2038 0 0,16-4-1325 0 0,0 0 0 0 0,0 1 0 0 0,2 2 0 0 0,-18 15-1 0 0,24-19-830 0 0,0 2-1 0 0,0 0 1 0 0,-13 20-1 0 0,15-16-3846 0 0,5-1-1363 0 0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7.0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84 17 5985 0 0,'-13'2'947'0'0,"0"1"0"0"0,0 0 0 0 0,0 1 0 0 0,-18 8 0 0 0,31-12-938 0 0,0 0 1 0 0,0 0-1 0 0,0 0 0 0 0,0 0 1 0 0,0 0-1 0 0,0 0 1 0 0,1 0-1 0 0,-1 0 1 0 0,0 0-1 0 0,0 0 1 0 0,0 0-1 0 0,0 0 0 0 0,0 0 1 0 0,0 0-1 0 0,0 0 1 0 0,0 0-1 0 0,0 1 1 0 0,0-1-1 0 0,0 0 1 0 0,0 0-1 0 0,0 0 0 0 0,0 0 1 0 0,1 0-1 0 0,-1 0 1 0 0,0 0-1 0 0,0 0 1 0 0,0 0-1 0 0,0 0 1 0 0,0 0-1 0 0,0 0 0 0 0,0 0 1 0 0,0 0-1 0 0,0 0 1 0 0,0 1-1 0 0,0-1 1 0 0,0 0-1 0 0,0 0 1 0 0,0 0-1 0 0,0 0 0 0 0,0 0 1 0 0,0 0-1 0 0,0 0 1 0 0,0 0-1 0 0,0 0 1 0 0,0 0-1 0 0,0 0 1 0 0,0 0-1 0 0,0 1 0 0 0,0-1 1 0 0,0 0-1 0 0,0 0 1 0 0,0 0-1 0 0,0 0 1 0 0,0 0-1 0 0,0 0 1 0 0,0 0-1 0 0,-1 0 0 0 0,1 0 1 0 0,0 0-1 0 0,0 0 1 0 0,0 0-1 0 0,0 0 1 0 0,0 0-1 0 0,0 0 1 0 0,0 1-1 0 0,12 1 379 0 0,12 0 148 0 0,176-21 2200 0 0,61-1-1802 0 0,455 26 973 0 0,-511-14-2595 0 0,-2 1-1730 0 0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7.5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19 920 0 0,'-19'-18'11171'0'0,"49"28"-10658"0"0,-1 2 0 0 0,0 1 0 0 0,0 1 0 0 0,-1 1 0 0 0,-1 2 0 0 0,-1 0 0 0 0,0 2 0 0 0,41 40 0 0 0,-66-58-512 0 0,0 0 0 0 0,0 0 0 0 0,1 0 0 0 0,-1 0 1 0 0,0 0-1 0 0,0 0 0 0 0,0 1 0 0 0,0-1 0 0 0,-1 0 0 0 0,1 1 1 0 0,0-1-1 0 0,-1 0 0 0 0,1 1 0 0 0,0-1 0 0 0,-1 1 1 0 0,0 0-1 0 0,1-1 0 0 0,-1 1 0 0 0,0-1 0 0 0,0 1 0 0 0,0-1 1 0 0,0 1-1 0 0,0 0 0 0 0,0-1 0 0 0,0 1 0 0 0,-1 2 1 0 0,-2 0 9 0 0,1-1 0 0 0,0 1 0 0 0,-1-1 0 0 0,0 1 1 0 0,0-1-1 0 0,0 0 0 0 0,0 0 0 0 0,0 0 0 0 0,-5 2 1 0 0,-126 109 2284 0 0,82-59-8265 0 0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8.6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74 9674 0 0,'-6'-38'2980'0'0,"3"32"-983"0"0,1 26-1214 0 0,3-2-722 0 0,1 0 1 0 0,0-1-1 0 0,1 0 0 0 0,1 1 0 0 0,7 17 1 0 0,35 81 235 0 0,-38-99-427 0 0,0 0-1 0 0,2-1 0 0 0,15 21 0 0 0,-23-33 105 0 0,1 0-1 0 0,0-1 1 0 0,0 1 0 0 0,0-1-1 0 0,0 0 1 0 0,0 0-1 0 0,1 0 1 0 0,-1 0 0 0 0,1-1-1 0 0,0 1 1 0 0,-1-1 0 0 0,1 0-1 0 0,1 0 1 0 0,-1-1-1 0 0,0 1 1 0 0,0-1 0 0 0,1 0-1 0 0,-1 0 1 0 0,8 1 0 0 0,-9-2 118 0 0,1-1 1 0 0,-1 0 0 0 0,0 0 0 0 0,0 0 0 0 0,0 0 0 0 0,1 0 0 0 0,-1-1 0 0 0,-1 1 0 0 0,1-1 0 0 0,0 0-1 0 0,0 0 1 0 0,-1 0 0 0 0,1 0 0 0 0,-1 0 0 0 0,1-1 0 0 0,-1 1 0 0 0,0-1 0 0 0,0 1 0 0 0,0-1-1 0 0,0 0 1 0 0,-1 0 0 0 0,1 0 0 0 0,-1 0 0 0 0,0 0 0 0 0,1 0 0 0 0,-1 0 0 0 0,-1 0 0 0 0,2-6 0 0 0,0-2 175 0 0,0 1 0 0 0,-1-1 1 0 0,-1 1-1 0 0,1-1 0 0 0,-2 1 1 0 0,1-1-1 0 0,-5-18 1 0 0,-1 1 130 0 0,-1 1 1 0 0,-2-1-1 0 0,-20-43 1 0 0,26 65-397 0 0,-1-1 1 0 0,1 1-1 0 0,-1-1 1 0 0,0 1-1 0 0,0 0 1 0 0,-1 0-1 0 0,0 1 1 0 0,0 0-1 0 0,0 0 1 0 0,-1 0-1 0 0,1 0 1 0 0,-1 1-1 0 0,0 0 1 0 0,-1 0-1 0 0,1 0 1 0 0,-1 1-1 0 0,1 0 1 0 0,-1 0-1 0 0,-12-2 1 0 0,15 4-286 0 0,0 1 0 0 0,0 0 1 0 0,0 0-1 0 0,1 0 0 0 0,-1 0 0 0 0,-7 2 1 0 0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9.1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 8754 0 0,'0'0'150'0'0,"1"-1"-1"0"0,0 1 1 0 0,0 0 0 0 0,0-1 0 0 0,-1 1 0 0 0,1 0-1 0 0,0 0 1 0 0,0 0 0 0 0,0-1 0 0 0,0 1-1 0 0,-1 0 1 0 0,1 0 0 0 0,0 0 0 0 0,0 0-1 0 0,0 0 1 0 0,0 1 0 0 0,-1-1 0 0 0,1 0 0 0 0,0 0-1 0 0,0 1 1 0 0,0-1 0 0 0,-1 0 0 0 0,1 1-1 0 0,0-1 1 0 0,0 0 0 0 0,-1 1 0 0 0,1-1-1 0 0,0 1 1 0 0,-1 0 0 0 0,1-1 0 0 0,0 1 0 0 0,-1-1-1 0 0,1 1 1 0 0,-1 0 0 0 0,1-1 0 0 0,-1 1-1 0 0,0 0 1 0 0,1 0 0 0 0,-1 0 0 0 0,0-1 0 0 0,1 1-1 0 0,-1 0 1 0 0,0 0 0 0 0,0 0 0 0 0,0-1-1 0 0,0 1 1 0 0,1 0 0 0 0,-1 0 0 0 0,-1 1-1 0 0,3 9 246 0 0,-2 0-1 0 0,1-1 0 0 0,-2 14 0 0 0,0-12-154 0 0,2-4-190 0 0,-1-1 0 0 0,1 1 1 0 0,0-1-1 0 0,1 1 1 0 0,0-1-1 0 0,0 0 0 0 0,0 0 1 0 0,7 13-1 0 0,-8-19-69 0 0,0 1-1 0 0,0 0 1 0 0,0 0 0 0 0,0 0-1 0 0,0-1 1 0 0,0 1-1 0 0,0-1 1 0 0,1 1 0 0 0,-1-1-1 0 0,1 1 1 0 0,-1-1-1 0 0,1 0 1 0 0,0 0-1 0 0,-1 0 1 0 0,1 0 0 0 0,0 0-1 0 0,0 0 1 0 0,0 0-1 0 0,0-1 1 0 0,0 1 0 0 0,0 0-1 0 0,-1-1 1 0 0,1 0-1 0 0,1 1 1 0 0,-1-1-1 0 0,0 0 1 0 0,0 0 0 0 0,0 0-1 0 0,0 0 1 0 0,0-1-1 0 0,0 1 1 0 0,0-1 0 0 0,0 1-1 0 0,0-1 1 0 0,-1 1-1 0 0,1-1 1 0 0,3-2-1 0 0,-3 2 26 0 0,0-1 0 0 0,0 0 0 0 0,1 0 0 0 0,-1 0-1 0 0,-1 0 1 0 0,1 0 0 0 0,0 0 0 0 0,-1 0-1 0 0,1-1 1 0 0,-1 1 0 0 0,1-1 0 0 0,-1 1-1 0 0,0-1 1 0 0,0 1 0 0 0,0-1 0 0 0,0-3-1 0 0,10-53 444 0 0,-7 33-126 0 0,-3 19-192 0 0,0-1 0 0 0,1 1 1 0 0,0 1-1 0 0,0-1 0 0 0,1 0 0 0 0,0 0 1 0 0,0 1-1 0 0,0 0 0 0 0,5-7 0 0 0,-8 14-103 0 0,1-1 0 0 0,0 1-1 0 0,-1-1 1 0 0,1 1 0 0 0,-1-1-1 0 0,1 1 1 0 0,-1-1 0 0 0,0 1-1 0 0,1 0 1 0 0,-1-1 0 0 0,0 1-1 0 0,1 0 1 0 0,-1-1 0 0 0,0 1-1 0 0,0 0 1 0 0,1-1 0 0 0,-1 1-1 0 0,0 0 1 0 0,0-1 0 0 0,0 1 0 0 0,0 0-1 0 0,0 0 1 0 0,0 0 0 0 0,4 22 243 0 0,-3-10-200 0 0,2 0 0 0 0,-1 0 0 0 0,2-1 0 0 0,0 1 0 0 0,10 22 0 0 0,-11-29-386 0 0,1 1-1 0 0,-1-1 1 0 0,2 0 0 0 0,-1 0 0 0 0,1 0 0 0 0,0 0-1 0 0,6 5 1 0 0,-1-4-957 0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9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83 8290 0 0,'-1'-23'-861'0'0,"1"-21"4453"0"0,-1 29 1065 0 0,1 47-1215 0 0,1 2-2875 0 0,2 1 1 0 0,1 0-1 0 0,11 41 1 0 0,36 102-480 0 0,-16-62-484 0 0,-12-37-1951 0 0,-11-42-4457 0 0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9.5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94 6913 0 0,'0'0'36'0'0,"0"0"0"0"0,-1 0-1 0 0,1 0 1 0 0,0 0-1 0 0,0 0 1 0 0,0 0 0 0 0,-1-1-1 0 0,1 1 1 0 0,0 0-1 0 0,0 0 1 0 0,0 0 0 0 0,0 0-1 0 0,-1-1 1 0 0,1 1-1 0 0,0 0 1 0 0,0 0 0 0 0,0 0-1 0 0,0-1 1 0 0,0 1-1 0 0,0 0 1 0 0,0 0 0 0 0,0 0-1 0 0,0-1 1 0 0,0 1-1 0 0,0 0 1 0 0,-1 0-1 0 0,1 0 1 0 0,0-1 0 0 0,1 1-1 0 0,-1 0 1 0 0,0 0-1 0 0,0-1 1 0 0,0 1 0 0 0,0 0-1 0 0,0 0 1 0 0,0 0-1 0 0,0-1 1 0 0,0 1 0 0 0,0 0-1 0 0,0-1 1 0 0,11-6 1083 0 0,25-6 484 0 0,-27 10-1094 0 0,94-30 833 0 0,3 8-6552 0 0,-76 21 3219 0 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19.8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9 7858 0 0,'1'-8'3705'0'0,"-1"8"-3626"0"0,12 5 4041 0 0,12 15-1059 0 0,-20-15-2933 0 0,1 1 0 0 0,0 0 1 0 0,-1 0-1 0 0,0 0 0 0 0,-1 0 1 0 0,1 1-1 0 0,-1-1 0 0 0,-1 1 1 0 0,1 0-1 0 0,-1 0 0 0 0,0 0 1 0 0,-1 0-1 0 0,1 0 0 0 0,-2 1 1 0 0,1 6-1 0 0,-1 13-901 0 0,-1 0-1 0 0,-8 46 1 0 0,5-41-293 0 0,3-25 572 0 0,0-1-156 0 0,1-1-1 0 0,-1 1 1 0 0,0 0 0 0 0,-1-1 0 0 0,1 1 0 0 0,-1-1 0 0 0,-3 7 0 0 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20.0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37 3681 0 0,'4'-4'376'0'0,"0"1"0"0"0,1-1 1 0 0,-1 1-1 0 0,1 0 0 0 0,0 1 1 0 0,0-1-1 0 0,0 1 0 0 0,0 0 1 0 0,0 0-1 0 0,0 0 0 0 0,1 1 1 0 0,-1 0-1 0 0,1 0 0 0 0,7-1 1 0 0,-3 1 425 0 0,0 1 1 0 0,1 0-1 0 0,-1 0 1 0 0,0 1-1 0 0,0 0 1 0 0,0 0-1 0 0,12 4 1 0 0,-20-4-681 0 0,0 0 0 0 0,0-1 0 0 0,0 1 0 0 0,0 0 0 0 0,0 0-1 0 0,0 0 1 0 0,-1 0 0 0 0,1 0 0 0 0,0 0 0 0 0,0 0 0 0 0,-1 1 0 0 0,1-1 0 0 0,-1 1 0 0 0,1-1 0 0 0,-1 1-1 0 0,0-1 1 0 0,0 1 0 0 0,1 0 0 0 0,-1 0 0 0 0,0 0 0 0 0,-1-1 0 0 0,2 4 0 0 0,-2-2-51 0 0,1 0 1 0 0,-1 0 0 0 0,0 0-1 0 0,0 0 1 0 0,-1 0-1 0 0,1-1 1 0 0,-1 1-1 0 0,1 0 1 0 0,-1 0-1 0 0,0 0 1 0 0,0 0 0 0 0,0-1-1 0 0,0 1 1 0 0,-2 2-1 0 0,-4 6-107 0 0,-1 1-1 0 0,0-2 0 0 0,0 1 0 0 0,-1-1 1 0 0,-17 14-1 0 0,-10 6-430 0 0,18-16-1003 0 0,0 1-3371 0 0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20.4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15 3681 0 0,'2'1'645'0'0,"0"0"1"0"0,0 0-1 0 0,0 1 1 0 0,-1-1-1 0 0,1 1 1 0 0,0 0-1 0 0,-1-1 1 0 0,0 1-1 0 0,1 0 0 0 0,-1 0 1 0 0,0 0-1 0 0,0 0 1 0 0,1 4-1 0 0,11 35 3600 0 0,0-2-2930 0 0,5-12-1163 0 0,-18-26-180 0 0,1 0 0 0 0,-1-1 0 0 0,1 1 0 0 0,-1 0 0 0 0,1 0 0 0 0,-1 0-1 0 0,1-1 1 0 0,0 1 0 0 0,-1 0 0 0 0,1-1 0 0 0,0 1 0 0 0,0 0 0 0 0,0-1 0 0 0,-1 1 0 0 0,1-1 0 0 0,0 0 0 0 0,0 1-1 0 0,0-1 1 0 0,0 0 0 0 0,0 1 0 0 0,0-1 0 0 0,0 0 0 0 0,0 0 0 0 0,0 0 0 0 0,0 0 0 0 0,0 0 0 0 0,0 0 0 0 0,0 0 0 0 0,1 0-1 0 0,0-4-79 0 0,1 1-1 0 0,-1-1 0 0 0,0 0 0 0 0,0 0 0 0 0,-1 0 0 0 0,1 0 0 0 0,-1-1 0 0 0,0 1 0 0 0,0 0 0 0 0,1-9 0 0 0,1-4 54 0 0,1 5 155 0 0,11-37 285 0 0,-14 47-307 0 0,-1 0 0 0 0,1 1 1 0 0,0-1-1 0 0,0 0 0 0 0,0 0 0 0 0,0 1 0 0 0,0-1 1 0 0,1 0-1 0 0,-1 1 0 0 0,0-1 0 0 0,1 1 0 0 0,-1 0 0 0 0,1-1 1 0 0,-1 1-1 0 0,1 0 0 0 0,0 0 0 0 0,-1 0 0 0 0,1 0 1 0 0,0 0-1 0 0,2 0 0 0 0,-4 1-13 0 0,1 0-1 0 0,0 0 1 0 0,-1 0 0 0 0,1 1 0 0 0,-1-1-1 0 0,1 0 1 0 0,-1 1 0 0 0,1-1 0 0 0,-1 0-1 0 0,1 1 1 0 0,-1-1 0 0 0,1 0 0 0 0,-1 1 0 0 0,1-1-1 0 0,-1 1 1 0 0,0-1 0 0 0,1 1 0 0 0,-1-1-1 0 0,0 1 1 0 0,1-1 0 0 0,-1 1 0 0 0,0-1-1 0 0,0 1 1 0 0,1 0 0 0 0,-1 0 0 0 0,8 21 601 0 0,-6-14-399 0 0,1-1-350 0 0,0-1 1 0 0,0 0 0 0 0,1 0-1 0 0,0 0 1 0 0,0-1 0 0 0,0 1 0 0 0,1-1-1 0 0,5 5 1 0 0,-7-7-398 0 0,1 0 0 0 0,-1-1 0 0 0,1 1 0 0 0,0-1 0 0 0,0 0 1 0 0,0 0-1 0 0,0 0 0 0 0,6 1 0 0 0,9 1-5511 0 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20.7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65 35 7370 0 0,'-13'-20'330'0'0,"12"18"44"0"0,0 1-1 0 0,0 0 1 0 0,0 0-1 0 0,0 0 1 0 0,-1 0 0 0 0,1 0-1 0 0,0 0 1 0 0,-1 0-1 0 0,1 0 1 0 0,0 1 0 0 0,-1-1-1 0 0,1 1 1 0 0,-1-1 0 0 0,-2 0-1 0 0,3 1-136 0 0,0 0 0 0 0,0 0 0 0 0,0 0 0 0 0,1 0 0 0 0,-1 0 0 0 0,0 0 0 0 0,0 0 0 0 0,0 1 0 0 0,1-1 0 0 0,-1 0 0 0 0,0 0 0 0 0,0 1 0 0 0,1-1 0 0 0,-1 1-1 0 0,0-1 1 0 0,0 1 0 0 0,1-1 0 0 0,-1 1 0 0 0,1-1 0 0 0,-1 1 0 0 0,0 0 0 0 0,-1 1-83 0 0,1 1 0 0 0,0-1 0 0 0,0 0 0 0 0,0 0-1 0 0,0 1 1 0 0,0-1 0 0 0,0 0 0 0 0,0 1 0 0 0,1-1 0 0 0,-1 4 0 0 0,0 10 159 0 0,0-1-1 0 0,2 1 1 0 0,-1 0 0 0 0,2-1 0 0 0,0 1 0 0 0,1-1 0 0 0,9 29 0 0 0,5 2-213 0 0,25 53 0 0 0,30 25 109 0 0,-13-25-1120 0 0,-28-29-2479 0 0,-23-47-3516 0 0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20.9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94 144 6913 0 0,'-18'-7'290'0'0,"-32"-16"2144"0"0,48 21-1763 0 0,-1 1 1 0 0,1-1-1 0 0,-1 0 0 0 0,1 0 0 0 0,0 0 0 0 0,0-1 1 0 0,0 1-1 0 0,-3-5 0 0 0,4 6-554 0 0,1 0 0 0 0,0 1 0 0 0,-1-1 0 0 0,1 0 0 0 0,0 0 0 0 0,0 0 0 0 0,0 0 0 0 0,0 0 0 0 0,0 0 0 0 0,0 1 0 0 0,0-1 0 0 0,0 0 0 0 0,0 0 0 0 0,0 0 0 0 0,0 0 0 0 0,1 0 0 0 0,-1 0 0 0 0,0 1 0 0 0,1-1 0 0 0,-1 0 0 0 0,0 0 0 0 0,1 0 0 0 0,-1 1 0 0 0,1-1 0 0 0,-1 0 0 0 0,1 1 0 0 0,0-1 0 0 0,-1 0 0 0 0,1 1 0 0 0,-1-1 0 0 0,1 1 0 0 0,0-1 0 0 0,0 1 0 0 0,-1-1 1 0 0,1 1-1 0 0,0-1 0 0 0,0 1 0 0 0,1-1 0 0 0,36-13 693 0 0,-35 14-697 0 0,128-30 440 0 0,-74 20-4819 0 0,-43 8 2177 0 0,18-4-4512 0 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54.1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64 241 2761 0 0,'-19'-51'2880'0'0,"3"-1"1"0"0,-12-71-1 0 0,28 108 2985 0 0,10 36-4113 0 0,10 37-1519 0 0,-7-10-42 0 0,-3 1-1 0 0,-2 0 1 0 0,-3 1-1 0 0,0 67 1 0 0,-3-56-661 0 0,2-1 0 0 0,16 78 0 0 0,-19-138 417 0 0,7 26-1176 0 0,-8-26 1034 0 0,0 1 0 0 0,0 0 0 0 0,1-1 0 0 0,-1 1 0 0 0,0 0 0 0 0,1-1 0 0 0,-1 1 0 0 0,1-1 0 0 0,-1 1 0 0 0,1-1 0 0 0,-1 1 0 0 0,1-1 0 0 0,-1 1 0 0 0,1-1 0 0 0,0 1 0 0 0,-1-1 0 0 0,1 0 0 0 0,1 1 0 0 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54.5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81 73 5065 0 0,'2'-3'188'0'0,"0"-1"0"0"0,0 1-1 0 0,0-1 1 0 0,1 1 0 0 0,-1 0 0 0 0,1 0-1 0 0,0 0 1 0 0,0 0 0 0 0,0 0 0 0 0,1 1 0 0 0,-1-1-1 0 0,1 1 1 0 0,4-2 0 0 0,1-1 533 0 0,1 0 1 0 0,0 1-1 0 0,19-7 1 0 0,-26 10-608 0 0,0 0 0 0 0,0 1 0 0 0,-1-1 0 0 0,1 0 0 0 0,0 1 0 0 0,0 0 0 0 0,0 0 0 0 0,0 0 0 0 0,0 0 0 0 0,-1 0 0 0 0,1 0 0 0 0,0 1 0 0 0,0-1 0 0 0,0 1 0 0 0,0 0 0 0 0,-1 0 0 0 0,1 0 0 0 0,0 0 0 0 0,-1 0 0 0 0,1 1 0 0 0,-1-1 0 0 0,1 1 0 0 0,-1 0 0 0 0,0-1 0 0 0,0 1 0 0 0,0 0 0 0 0,0 1 0 0 0,0-1 0 0 0,0 0 0 0 0,0 0 0 0 0,-1 1 0 0 0,1-1 0 0 0,-1 1 0 0 0,0-1 0 0 0,0 1 0 0 0,0 0 0 0 0,0-1 0 0 0,0 1 0 0 0,0 3 0 0 0,1 2-43 0 0,-1 0 1 0 0,0 0-1 0 0,-1 0 1 0 0,0 0-1 0 0,0 0 1 0 0,-1 0-1 0 0,1 0 1 0 0,-2 0-1 0 0,1-1 1 0 0,-1 1-1 0 0,-1 0 1 0 0,1-1-1 0 0,-5 10 1 0 0,-1-3 161 0 0,0-1 0 0 0,0 0 1 0 0,-2 0-1 0 0,1-1 0 0 0,-2 0 0 0 0,1 0 1 0 0,-2-1-1 0 0,-19 15 0 0 0,21-19-362 0 0,0-1 1 0 0,-1 0-1 0 0,1 0 0 0 0,-1-1 0 0 0,0 0 0 0 0,-13 3 0 0 0,14-6-951 0 0,0 0-1 0 0,0 0 1 0 0,-1-1-1 0 0,-13 1 1 0 0,46 6-5759 0 0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54.9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83 5529 0 0,'12'-2'960'0'0,"0"0"-1"0"0,-1-1 1 0 0,1 0 0 0 0,-1-1-1 0 0,0-1 1 0 0,11-5 0 0 0,11-4 772 0 0,-7 2-674 0 0,-21 9-695 0 0,0 0 0 0 0,0 0 1 0 0,0 1-1 0 0,0 0 1 0 0,1 0-1 0 0,-1 0 0 0 0,12-1 1 0 0,-11 1 685 0 0,3-3-3727 0 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55.2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 51 2761 0 0,'-31'-22'355'0'0,"29"20"-12"0"0,1 1 0 0 0,-1-1 0 0 0,1 1 0 0 0,-2-22 9273 0 0,19 41-7663 0 0,19 22-225 0 0,1-1 0 0 0,57 47 0 0 0,40 40-1774 0 0,-121-113-1623 0 0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55.6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37 262 3225 0 0,'2'-3'836'0'0,"0"0"0"0"0,1-1-1 0 0,-1 1 1 0 0,1 0 0 0 0,0 0 0 0 0,0 1 0 0 0,0-1 0 0 0,6-3 0 0 0,4-5 715 0 0,-5 1-759 0 0,0 1 1 0 0,0-1-1 0 0,-1-1 0 0 0,0 1 1 0 0,-1-1-1 0 0,0 0 1 0 0,4-13-1 0 0,-8 19-715 0 0,-1 1 0 0 0,1 0 0 0 0,-1-1-1 0 0,0 1 1 0 0,0-1 0 0 0,0 0 0 0 0,-1 1 0 0 0,0-1-1 0 0,0 0 1 0 0,0 1 0 0 0,0-1 0 0 0,-1 0 0 0 0,1 1-1 0 0,-1-1 1 0 0,-1 1 0 0 0,1-1 0 0 0,-1 1-1 0 0,1-1 1 0 0,-1 1 0 0 0,0 0 0 0 0,-1 0 0 0 0,-2-5-1 0 0,4 8-78 0 0,0 0 0 0 0,0-1 1 0 0,0 1-1 0 0,0 0 0 0 0,0 0 0 0 0,0 0 0 0 0,0 0 0 0 0,-1 0 0 0 0,1 0 0 0 0,0 1 0 0 0,-1-1 0 0 0,1 0 0 0 0,0 0 0 0 0,-1 1 0 0 0,1-1 0 0 0,-1 1 0 0 0,1 0 0 0 0,-1-1 0 0 0,1 1 0 0 0,-1 0 1 0 0,1 0-1 0 0,-1 0 0 0 0,1 0 0 0 0,-4 0 0 0 0,3 1 5 0 0,-1 0 1 0 0,1 0-1 0 0,-1 0 1 0 0,1 1-1 0 0,0-1 1 0 0,0 1-1 0 0,-1-1 1 0 0,1 1-1 0 0,0 0 1 0 0,0 0-1 0 0,0 0 1 0 0,-2 4-1 0 0,-4 6-12 0 0,0-1 0 0 0,1 2-1 0 0,1-1 1 0 0,-7 17 0 0 0,9-19-8 0 0,1 0-1 0 0,0 0 1 0 0,0 0-1 0 0,1 1 1 0 0,0-1-1 0 0,1 0 1 0 0,-1 17-1 0 0,2-24 16 0 0,1 0-1 0 0,-1-1 1 0 0,0 1 0 0 0,1 0-1 0 0,-1 0 1 0 0,1 0-1 0 0,0 0 1 0 0,0-1-1 0 0,0 1 1 0 0,1 0 0 0 0,-1-1-1 0 0,0 1 1 0 0,1-1-1 0 0,0 1 1 0 0,0-1-1 0 0,-1 0 1 0 0,1 0 0 0 0,1 1-1 0 0,-1-1 1 0 0,0-1-1 0 0,0 1 1 0 0,1 0-1 0 0,-1-1 1 0 0,1 1 0 0 0,-1-1-1 0 0,1 0 1 0 0,0 0-1 0 0,0 0 1 0 0,-1 0-1 0 0,1 0 1 0 0,4 0 0 0 0,4 1-214 0 0,-1-2 0 0 0,0 1 0 0 0,0-1 1 0 0,0-1-1 0 0,0 0 0 0 0,0 0 1 0 0,19-6-1 0 0,4-2-384 0 0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56.0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53 62 6625 0 0,'-30'-38'1478'0'0,"7"14"5163"0"0,29 37-2436 0 0,2 33-2118 0 0,0 107-509 0 0,-5-46-1539 0 0,1-50 0 0 0,3 0-1 0 0,2-1 1 0 0,19 67 0 0 0,-28-121-54 0 0,1 1 0 0 0,0 0 0 0 0,-1-1 0 0 0,2 1 0 0 0,-1-1 0 0 0,0 1 1 0 0,0-1-1 0 0,1 1 0 0 0,-1-1 0 0 0,1 0 0 0 0,0 0 0 0 0,-1 0 1 0 0,5 4-1 0 0,-5-6-2 0 0,1 0 0 0 0,-1 1 0 0 0,1-1 1 0 0,-1 0-1 0 0,1 0 0 0 0,-1 0 0 0 0,1 0 1 0 0,-1 0-1 0 0,1-1 0 0 0,-1 1 0 0 0,1 0 0 0 0,-1-1 1 0 0,1 1-1 0 0,-1-1 0 0 0,1 1 0 0 0,-1-1 0 0 0,0 0 1 0 0,1 0-1 0 0,-1 1 0 0 0,0-1 0 0 0,0 0 1 0 0,1 0-1 0 0,-1 0 0 0 0,0 0 0 0 0,2-3 0 0 0,42-38-366 0 0,-31 27-400 0 0,1 1 1 0 0,1 1-1 0 0,0 0 0 0 0,35-20 0 0 0,-26 20-5761 0 0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4:56.3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1 205 9674 0 0,'7'17'5445'0'0,"3"33"-3220"0"0,-6-35-1497 0 0,3 20 130 0 0,5 20 176 0 0,24 70 1 0 0,-30-108-972 0 0,1 0 0 0 0,1-1-1 0 0,0 0 1 0 0,1-1 0 0 0,1 0 0 0 0,0 0 0 0 0,1-1 0 0 0,18 18 0 0 0,-27-29-51 0 0,1-1-1 0 0,-1 1 1 0 0,1-1 0 0 0,0 0 0 0 0,-1 0 0 0 0,1 0 0 0 0,0 0 0 0 0,1-1 0 0 0,-1 1 0 0 0,0-1-1 0 0,0 1 1 0 0,1-1 0 0 0,-1 0 0 0 0,1-1 0 0 0,-1 1 0 0 0,1-1 0 0 0,-1 1 0 0 0,1-1 0 0 0,-1 0-1 0 0,4 0 1 0 0,-4-1 31 0 0,1 0-1 0 0,-1-1 0 0 0,0 1 1 0 0,0-1-1 0 0,1 1 0 0 0,-1-1 1 0 0,-1 0-1 0 0,1 0 0 0 0,0 0 1 0 0,0-1-1 0 0,-1 1 0 0 0,1 0 1 0 0,-1-1-1 0 0,0 0 0 0 0,0 0 1 0 0,0 1-1 0 0,0-1 0 0 0,0 0 1 0 0,2-7-1 0 0,2-5 129 0 0,0-1 1 0 0,0 0 0 0 0,-2 0-1 0 0,0-1 1 0 0,3-28 0 0 0,-2-89 391 0 0,-4 74-332 0 0,1 4-249 0 0,-1-8-881 0 0,16-109 1 0 0,-12 148-7241 0 0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00.0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37 1 6449 0 0,'4'13'5665'0'0,"3"66"-4632"0"0,-23 120 385 0 0,-1 15-314 0 0,16-169-996 0 0,2 0 1 0 0,12 79-1 0 0,8 2 476 0 0,5 198-1 0 0,-24-205 320 0 0,-17 157 0 0 0,-7 190-1121 0 0,16-204 25 0 0,0-70 191 0 0,-9 142-4 0 0,3 253-474 0 0,14-368 316 0 0,28 1009 1197 0 0,-22-1025-502 0 0,-13 390 1325 0 0,0-366-1202 0 0,2 47-315 0 0,44 362 0 0 0,3-182 20 0 0,-19-166-108 0 0,-20-254-265 0 0,-3-19-177 0 0,0 0 1 0 0,-1 0 0 0 0,-1 21-1 0 0,-1-31-1651 0 0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01.2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66 115 4145 0 0,'-9'-10'914'0'0,"1"0"0"0"0,0 0 1 0 0,1 0-1 0 0,0-1 0 0 0,1 0 1 0 0,0 0-1 0 0,0 0 0 0 0,-2-19 2698 0 0,15 34-2486 0 0,7 10-263 0 0,7 25-105 0 0,-2 1 0 0 0,28 77 0 0 0,-12-23-520 0 0,19 19-395 0 0,-11-42-3068 0 0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01.5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53 362 1840 0 0,'-25'-55'1065'0'0,"20"40"81"0"0,0 0 1 0 0,0 1 0 0 0,2-2 0 0 0,0 1-1 0 0,0 0 1 0 0,2-1 0 0 0,-1-19 0 0 0,2 35-1047 0 0,0-1 1 0 0,0 1 0 0 0,0-1 0 0 0,0 1-1 0 0,0 0 1 0 0,0-1 0 0 0,0 1 0 0 0,0-1-1 0 0,0 1 1 0 0,0-1 0 0 0,0 1 0 0 0,0 0 0 0 0,1-1-1 0 0,-1 1 1 0 0,0-1 0 0 0,0 1 0 0 0,0 0-1 0 0,0-1 1 0 0,1 1 0 0 0,-1 0 0 0 0,0-1-1 0 0,0 1 1 0 0,1 0 0 0 0,-1-1 0 0 0,0 1 0 0 0,1 0-1 0 0,-1 0 1 0 0,0-1 0 0 0,1 1 0 0 0,-1 0-1 0 0,1 0 1 0 0,11 6 1446 0 0,15 26-638 0 0,-23-25-545 0 0,26 28 133 0 0,1 0 1 0 0,1-2 0 0 0,45 36 0 0 0,-57-53-375 0 0,1-1 1 0 0,1-1-1 0 0,0-1 0 0 0,0 0 1 0 0,2-2-1 0 0,-1-1 0 0 0,37 10 1 0 0,-58-19-103 0 0,-1 0 1 0 0,1-1 0 0 0,0 1 0 0 0,0-1 0 0 0,-1 1 0 0 0,1-1 0 0 0,0 0 0 0 0,0 1 0 0 0,0-1 0 0 0,0 0 0 0 0,-1 0 0 0 0,1-1 0 0 0,0 1 0 0 0,0 0 0 0 0,0-1 0 0 0,-1 1 0 0 0,1-1 0 0 0,0 1 0 0 0,0-1 0 0 0,-1 0 0 0 0,1 0 0 0 0,0 1 0 0 0,-1-1 0 0 0,1 0-1 0 0,-1-1 1 0 0,0 1 0 0 0,1 0 0 0 0,-1 0 0 0 0,0-1 0 0 0,1 1 0 0 0,-1-1 0 0 0,0 1 0 0 0,0-1 0 0 0,0 1 0 0 0,-1-1 0 0 0,1 1 0 0 0,0-1 0 0 0,0 0 0 0 0,-1 0 0 0 0,1 1 0 0 0,-1-1 0 0 0,0 0 0 0 0,1 0 0 0 0,-1 0 0 0 0,0 0 0 0 0,0 1 0 0 0,0-3-1 0 0,-1-10 146 0 0,1-1 0 0 0,-2 1 0 0 0,0 0 0 0 0,-7-23 0 0 0,-76-276-1867 0 0,76 279-5946 0 0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01.9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110 460 3681 0 0,'29'-192'8017'0'0,"-27"167"-7090"0"0,-2 1-1 0 0,0-1 1 0 0,-2 1 0 0 0,0 0 0 0 0,-11-45-1 0 0,11 62-676 0 0,-1 1-1 0 0,1 0 1 0 0,-1 1-1 0 0,0-1 1 0 0,0 0-1 0 0,-1 1 0 0 0,1 0 1 0 0,-1 0-1 0 0,-7-7 1 0 0,10 10-212 0 0,0 1 1 0 0,0 0-1 0 0,-1 0 1 0 0,1 0-1 0 0,0 0 1 0 0,-1 0-1 0 0,1 0 1 0 0,0 1-1 0 0,-1-1 1 0 0,1 0-1 0 0,-1 1 1 0 0,1-1-1 0 0,-1 1 1 0 0,1-1-1 0 0,-1 1 0 0 0,1 0 1 0 0,-1 0-1 0 0,0 0 1 0 0,1 0-1 0 0,-1 0 1 0 0,1 0-1 0 0,-1 0 1 0 0,0 0-1 0 0,1 0 1 0 0,-1 1-1 0 0,1-1 1 0 0,-1 1-1 0 0,1-1 1 0 0,-1 1-1 0 0,1 0 1 0 0,-1 0-1 0 0,1-1 1 0 0,0 1-1 0 0,-1 0 1 0 0,1 0-1 0 0,0 0 1 0 0,0 0-1 0 0,0 1 1 0 0,0-1-1 0 0,0 0 0 0 0,0 0 1 0 0,0 1-1 0 0,-1 1 1 0 0,-2 3-97 0 0,1 0 1 0 0,0 1-1 0 0,0-1 1 0 0,1 1-1 0 0,0 0 1 0 0,0 0-1 0 0,0 0 1 0 0,1 0-1 0 0,0 0 1 0 0,0 0-1 0 0,1 0 0 0 0,0 0 1 0 0,1 13-1 0 0,0-14-67 0 0,-1 1-1 0 0,1 0 1 0 0,1-1-1 0 0,-1 1 0 0 0,1-1 1 0 0,0 0-1 0 0,1 0 0 0 0,-1 1 1 0 0,1-2-1 0 0,1 1 1 0 0,-1 0-1 0 0,1 0 0 0 0,0-1 1 0 0,8 9-1 0 0,-3-8-180 0 0,-1 0 0 0 0,1-1 1 0 0,0-1-1 0 0,1 0 0 0 0,-1 0 0 0 0,1 0 0 0 0,0-1 0 0 0,0-1 1 0 0,0 0-1 0 0,0 0 0 0 0,0-1 0 0 0,0 0 0 0 0,1-1 1 0 0,-1 0-1 0 0,18-2 0 0 0,0-3-4779 0 0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02.3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125 44 3225 0 0,'0'-1'119'0'0,"0"0"1"0"0,0 0 0 0 0,0 0 0 0 0,0 0-1 0 0,0 0 1 0 0,-1 0 0 0 0,1 0 0 0 0,0 0 0 0 0,-1 1-1 0 0,1-1 1 0 0,0 0 0 0 0,-1 0 0 0 0,1 0-1 0 0,-1 0 1 0 0,0 1 0 0 0,1-1 0 0 0,-1 0-1 0 0,0 1 1 0 0,1-1 0 0 0,-1 0 0 0 0,0 1-1 0 0,0-1 1 0 0,1 1 0 0 0,-1-1 0 0 0,0 1-1 0 0,0-1 1 0 0,0 1 0 0 0,0 0 0 0 0,0-1-1 0 0,0 1 1 0 0,0 0 0 0 0,1 0 0 0 0,-1 0 0 0 0,0 0-1 0 0,0 0 1 0 0,0 0 0 0 0,-2 0 0 0 0,1 0 183 0 0,0 0 1 0 0,0 0 0 0 0,-1 0-1 0 0,1 1 1 0 0,0-1 0 0 0,0 1 0 0 0,0-1-1 0 0,0 1 1 0 0,0 0 0 0 0,0 0-1 0 0,0 0 1 0 0,0 0 0 0 0,0 0 0 0 0,0 1-1 0 0,0-1 1 0 0,-1 2 0 0 0,-4 6 53 0 0,0 1 0 0 0,1 0 0 0 0,0 0 0 0 0,1 0-1 0 0,0 1 1 0 0,1-1 0 0 0,0 1 0 0 0,-4 17 0 0 0,4-11-185 0 0,1 0 0 0 0,0 1 0 0 0,2-1-1 0 0,0 35 1 0 0,2-44-93 0 0,0 1 0 0 0,1-1-1 0 0,0 0 1 0 0,6 16-1 0 0,-8-22-79 0 0,1 0-1 0 0,-1-1 0 0 0,1 1 0 0 0,0 0 0 0 0,-1-1 1 0 0,1 1-1 0 0,0-1 0 0 0,0 1 0 0 0,0-1 1 0 0,0 1-1 0 0,0-1 0 0 0,1 0 0 0 0,-1 1 0 0 0,0-1 1 0 0,1 0-1 0 0,-1 0 0 0 0,1 0 0 0 0,-1 0 0 0 0,1 0 1 0 0,-1 0-1 0 0,1 0 0 0 0,-1-1 0 0 0,1 1 0 0 0,0-1 1 0 0,0 1-1 0 0,-1-1 0 0 0,1 0 0 0 0,0 1 0 0 0,0-1 1 0 0,2 0-1 0 0,-2-1-67 0 0,0 0 0 0 0,0 0 1 0 0,0 0-1 0 0,0-1 1 0 0,0 1-1 0 0,0-1 0 0 0,0 1 1 0 0,0-1-1 0 0,-1 0 0 0 0,1 1 1 0 0,-1-1-1 0 0,1 0 0 0 0,-1 0 1 0 0,0 0-1 0 0,1 0 0 0 0,-1 0 1 0 0,0-1-1 0 0,0 1 1 0 0,-1 0-1 0 0,1 0 0 0 0,0-1 1 0 0,0-3-1 0 0,8-56-867 0 0,-9 60 911 0 0,0-76-375 0 0,-2 61 543 0 0,2-1 0 0 0,0 1 1 0 0,1-1-1 0 0,1 1 1 0 0,0-1-1 0 0,6-17 0 0 0,-8 34-79 0 0,0-1 0 0 0,0 1 0 0 0,1 0 0 0 0,-1 0 0 0 0,0-1 0 0 0,1 1 0 0 0,-1 0 0 0 0,1 0 0 0 0,0-1 0 0 0,-1 1 0 0 0,1 0 0 0 0,0 0 0 0 0,-1 0 0 0 0,1 0 0 0 0,0 0 0 0 0,0 0 0 0 0,0 0 0 0 0,0 0 0 0 0,0 0 0 0 0,0 1 0 0 0,0-1 0 0 0,0 0 0 0 0,1 1 0 0 0,-1-1 0 0 0,0 1 0 0 0,0-1 0 0 0,1 1 0 0 0,-1-1 0 0 0,0 1 0 0 0,0 0 0 0 0,1 0 0 0 0,-1 0 0 0 0,0-1-1 0 0,1 1 1 0 0,-1 1 0 0 0,0-1 0 0 0,1 0 0 0 0,-1 0 0 0 0,0 0 0 0 0,1 1 0 0 0,-1-1 0 0 0,0 0 0 0 0,0 1 0 0 0,1-1 0 0 0,-1 1 0 0 0,0 0 0 0 0,0-1 0 0 0,0 1 0 0 0,0 0 0 0 0,0 0 0 0 0,1 1 0 0 0,7 5 242 0 0,-1 0 0 0 0,0 1-1 0 0,-1 0 1 0 0,12 16 0 0 0,6 9-115 0 0,-3 1 0 0 0,-1 1-1 0 0,-1 1 1 0 0,-2 0 0 0 0,14 43 0 0 0,-25-61-157 0 0,-1 1 1 0 0,-1 0-1 0 0,-1 0 1 0 0,-1 1-1 0 0,0-1 1 0 0,-2 1-1 0 0,0 0 1 0 0,-1-1 0 0 0,-1 1-1 0 0,-1 0 1 0 0,0-1-1 0 0,-9 31 1 0 0,6-37-313 0 0,-1 0 1 0 0,0 0-1 0 0,-1 0 1 0 0,0-1 0 0 0,-12 16-1 0 0,4-8-6963 0 0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02.8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0 201 6913 0 0,'0'0'529'0'0,"1"-6"537"0"0,-1 0 1 0 0,1-1-1 0 0,0 1 1 0 0,1 0-1 0 0,0 0 1 0 0,0 0-1 0 0,0 0 1 0 0,3-5-1 0 0,29-47 2725 0 0,-19 34-4415 0 0,15-19-3253 0 0,-17 28-2171 0 0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03.0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0 190 7370 0 0,'27'-42'3604'0'0,"-16"29"-2992"0"0,1 1-1 0 0,25-20 1 0 0,-26 23-770 0 0,0 0 0 0 0,0 0 0 0 0,-1-1 0 0 0,17-23 0 0 0,-15 12 158 0 0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03.4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84 69 6449 0 0,'-8'6'265'0'0,"1"0"0"0"0,0 0 0 0 0,0 0-1 0 0,1 1 1 0 0,0 0 0 0 0,0 0 0 0 0,1 1-1 0 0,0 0 1 0 0,0 0 0 0 0,-6 14-1 0 0,9-17-30 0 0,0 1 0 0 0,0 0 0 0 0,1 0 0 0 0,0 0 0 0 0,0 1 0 0 0,0-1 0 0 0,1 0 0 0 0,0 0 0 0 0,0 0 0 0 0,1 1 0 0 0,-1-1 0 0 0,1 0 0 0 0,1 0 0 0 0,-1 0 0 0 0,1 0 0 0 0,5 10 0 0 0,-1-4 7 0 0,0 0 0 0 0,2-1 0 0 0,-1 1 0 0 0,2-1 0 0 0,-1-1 0 0 0,1 0 0 0 0,1 0 0 0 0,0-1 0 0 0,17 13 0 0 0,-11-11-70 0 0,-1-1 1 0 0,2-1-1 0 0,0 0 0 0 0,0-1 0 0 0,0 0 0 0 0,25 6 1 0 0,-38-14-68 0 0,-1 1 0 0 0,1 0 1 0 0,0-1-1 0 0,-1 0 1 0 0,1 0-1 0 0,0 0 0 0 0,-1 0 1 0 0,1 0-1 0 0,-1-1 0 0 0,1 0 1 0 0,0 1-1 0 0,-1-1 1 0 0,1-1-1 0 0,-1 1 0 0 0,0 0 1 0 0,1-1-1 0 0,-1 0 0 0 0,0 0 1 0 0,0 0-1 0 0,0 0 1 0 0,0 0-1 0 0,-1-1 0 0 0,1 1 1 0 0,0-1-1 0 0,-1 1 0 0 0,0-1 1 0 0,0 0-1 0 0,0 0 1 0 0,0 0-1 0 0,0-1 0 0 0,0 1 1 0 0,1-5-1 0 0,1-2 149 0 0,0 0 0 0 0,0 0 0 0 0,-1-1 0 0 0,0 0 0 0 0,-1 0 0 0 0,0 0 0 0 0,-1 0 0 0 0,0 0 0 0 0,-1-17 0 0 0,-2 13-113 0 0,0 0-1 0 0,-1 0 0 0 0,-1 0 1 0 0,0 0-1 0 0,-1 0 1 0 0,0 1-1 0 0,-1 0 0 0 0,-1 0 1 0 0,0 0-1 0 0,-14-18 1 0 0,15 23-95 0 0,-1 1 1 0 0,0 0 0 0 0,0 1 0 0 0,-1-1-1 0 0,0 1 1 0 0,0 1 0 0 0,-1-1 0 0 0,0 2-1 0 0,0-1 1 0 0,0 1 0 0 0,0 0 0 0 0,-1 1-1 0 0,0 0 1 0 0,0 1 0 0 0,0 0 0 0 0,-11-2-1 0 0,0 3-793 0 0,1 0-1 0 0,-24 2 1 0 0,16 1-7517 0 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05.5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 8 5985 0 0,'-10'-5'851'0'0,"15"3"1199"0"0,21 4 634 0 0,-16 3-2087 0 0,0 1-1 0 0,0 0 0 0 0,-1 1 0 0 0,0 0 0 0 0,0 1 0 0 0,14 16 0 0 0,43 58 1386 0 0,-64-79-1939 0 0,54 72 1010 0 0,116 149-439 0 0,-133-174-4667 0 0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05.8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20 317 10594 0 0,'-5'-13'408'0'0,"1"-2"-1"0"0,1 1 1 0 0,0 0-1 0 0,1-1 0 0 0,1 1 1 0 0,0-1-1 0 0,1 1 1 0 0,0-1-1 0 0,1 0 0 0 0,1 1 1 0 0,0-1-1 0 0,1 1 1 0 0,1 0-1 0 0,0 0 1 0 0,1 0-1 0 0,0 0 0 0 0,11-17 1 0 0,-15 28-322 0 0,1 0 1 0 0,0 0 0 0 0,0 0-1 0 0,0 1 1 0 0,1-1 0 0 0,-1 1-1 0 0,1-1 1 0 0,-1 1-1 0 0,1 0 1 0 0,0 0 0 0 0,0 0-1 0 0,0 0 1 0 0,0 0-1 0 0,0 1 1 0 0,0 0 0 0 0,0-1-1 0 0,1 1 1 0 0,-1 0-1 0 0,0 0 1 0 0,1 1 0 0 0,-1-1-1 0 0,1 1 1 0 0,-1 0 0 0 0,0 0-1 0 0,1 0 1 0 0,-1 0-1 0 0,6 1 1 0 0,-5 1-62 0 0,1-1-1 0 0,-1 1 1 0 0,0 0 0 0 0,1 0 0 0 0,-1 0-1 0 0,0 0 1 0 0,0 1 0 0 0,0 0-1 0 0,-1 0 1 0 0,1 0 0 0 0,-1 0-1 0 0,1 1 1 0 0,-1-1 0 0 0,0 1 0 0 0,0 0-1 0 0,-1 0 1 0 0,1 0 0 0 0,-1 0-1 0 0,3 8 1 0 0,-1-1-64 0 0,0 1 0 0 0,-1 0 1 0 0,0 0-1 0 0,-1 0 0 0 0,-1 1 0 0 0,0-1 0 0 0,0 1 1 0 0,-1-1-1 0 0,-1 0 0 0 0,0 1 0 0 0,-1-1 0 0 0,-5 19 1 0 0,-2 2-902 0 0,-2 0 1 0 0,-2 0 0 0 0,-19 37 0 0 0,27-59-68 0 0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06.1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36 114 9674 0 0,'-1'0'152'0'0,"1"-1"0"0"0,-1 1 0 0 0,0-1 0 0 0,1 1-1 0 0,-1 0 1 0 0,0-1 0 0 0,0 1 0 0 0,0 0 0 0 0,1 0 0 0 0,-1 0 0 0 0,0 0 0 0 0,0 0 0 0 0,0 0-1 0 0,1 0 1 0 0,-1 0 0 0 0,0 0 0 0 0,0 0 0 0 0,0 0 0 0 0,1 0 0 0 0,-1 0 0 0 0,0 1 0 0 0,0-1-1 0 0,0 0 1 0 0,1 1 0 0 0,-1-1 0 0 0,0 0 0 0 0,-1 2 0 0 0,1-1 24 0 0,0 1-1 0 0,0-1 1 0 0,0 1 0 0 0,0-1-1 0 0,0 1 1 0 0,0 0 0 0 0,1-1 0 0 0,-1 1-1 0 0,1 0 1 0 0,-1 0 0 0 0,1-1-1 0 0,-1 3 1 0 0,0 8 188 0 0,0-1 1 0 0,1 1-1 0 0,1 12 0 0 0,-1-21-303 0 0,1 12 59 0 0,1 0-1 0 0,0 0 0 0 0,2 1 1 0 0,0-1-1 0 0,0-1 1 0 0,12 26-1 0 0,-13-34-117 0 0,-1-2 0 0 0,1 1 0 0 0,0 0 0 0 0,1-1 1 0 0,-1 1-1 0 0,1-1 0 0 0,0 0 0 0 0,0 0 0 0 0,8 6 0 0 0,-9-8-5 0 0,0-1 0 0 0,0 1 0 0 0,0-1 0 0 0,0 0 0 0 0,0 1 0 0 0,0-2 0 0 0,1 1 0 0 0,-1 0 0 0 0,0-1 0 0 0,0 1 0 0 0,1-1 0 0 0,-1 0 0 0 0,0 0 0 0 0,1 0 0 0 0,-1 0 0 0 0,0-1 0 0 0,7-1 0 0 0,-5 0 26 0 0,0 0 0 0 0,0-1 0 0 0,-1 1 0 0 0,1-1 0 0 0,0 0 1 0 0,-1-1-1 0 0,0 1 0 0 0,0-1 0 0 0,0 1 0 0 0,0-1 0 0 0,0-1 0 0 0,-1 1 0 0 0,0 0 0 0 0,4-6 0 0 0,5-11 316 0 0,17-38-1 0 0,-28 57-321 0 0,4-10 105 0 0,-1 0 0 0 0,0 0 1 0 0,0-1-1 0 0,-2 0 0 0 0,1 1 0 0 0,-2-1 0 0 0,0 0 0 0 0,0 0 0 0 0,-1 0 0 0 0,-3-18 1 0 0,3 27-172 0 0,0-1 0 0 0,-1 1 0 0 0,0 0 0 0 0,0-1 1 0 0,-1 1-1 0 0,1 0 0 0 0,-1 0 0 0 0,0 0 0 0 0,0 0 1 0 0,0 0-1 0 0,0 0 0 0 0,-1 1 0 0 0,1-1 0 0 0,-1 1 0 0 0,0 0 1 0 0,0 0-1 0 0,0 0 0 0 0,-1 0 0 0 0,1 0 0 0 0,-1 0 1 0 0,1 1-1 0 0,-1 0 0 0 0,0 0 0 0 0,0 0 0 0 0,0 0 1 0 0,0 1-1 0 0,0-1 0 0 0,-1 1 0 0 0,1 0 0 0 0,0 0 1 0 0,-1 1-1 0 0,1-1 0 0 0,-8 1 0 0 0,-24 6-3644 0 0,19 0-2148 0 0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06.5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98 2 9474 0 0,'0'0'28'0'0,"-1"-1"1"0"0,1 1-1 0 0,-1 0 1 0 0,1 0-1 0 0,-1 0 1 0 0,1-1-1 0 0,-1 1 1 0 0,1 0-1 0 0,-1 0 1 0 0,1 0-1 0 0,-1 0 0 0 0,1 0 1 0 0,-1 0-1 0 0,1 0 1 0 0,-1 0-1 0 0,1 0 1 0 0,-1 0-1 0 0,1 1 1 0 0,-1-1-1 0 0,1 0 1 0 0,-1 0-1 0 0,1 0 0 0 0,-1 1 1 0 0,1-1-1 0 0,-1 0 1 0 0,1 0-1 0 0,0 1 1 0 0,-1-1-1 0 0,1 0 1 0 0,-1 1-1 0 0,1-1 1 0 0,0 1-1 0 0,-1-1 0 0 0,1 0 1 0 0,0 1-1 0 0,-1 0 1 0 0,-14 20 210 0 0,12-16 173 0 0,-9 12 414 0 0,1 1 0 0 0,-12 26 0 0 0,20-38-753 0 0,0 0-1 0 0,1 0 1 0 0,0-1 0 0 0,0 2 0 0 0,1-1-1 0 0,0 0 1 0 0,0 0 0 0 0,0 0 0 0 0,1 1-1 0 0,0-1 1 0 0,0 0 0 0 0,2 10 0 0 0,-1-13-44 0 0,0 0 1 0 0,0 0-1 0 0,1 0 1 0 0,0 0-1 0 0,-1-1 1 0 0,1 1-1 0 0,0 0 0 0 0,0-1 1 0 0,1 1-1 0 0,-1-1 1 0 0,0 0-1 0 0,1 0 1 0 0,-1 0-1 0 0,1 0 1 0 0,0 0-1 0 0,0-1 1 0 0,0 1-1 0 0,0-1 0 0 0,0 0 1 0 0,0 1-1 0 0,0-2 1 0 0,0 1-1 0 0,7 1 1 0 0,8 1 406 0 0,1 0 0 0 0,37-1 0 0 0,-37-1 173 0 0,-5-1-335 0 0,-6 0-95 0 0,1 0 0 0 0,-1 0 0 0 0,0 1 0 0 0,1 0 1 0 0,15 5-1 0 0,-23-5-145 0 0,1-1 0 0 0,-1 1 0 0 0,0 0 1 0 0,1 0-1 0 0,-1-1 0 0 0,0 1 0 0 0,1 0 1 0 0,-1 0-1 0 0,0 0 0 0 0,0 1 0 0 0,0-1 1 0 0,0 0-1 0 0,0 0 0 0 0,0 1 0 0 0,0-1 1 0 0,0 0-1 0 0,-1 1 0 0 0,1-1 0 0 0,0 1 1 0 0,-1-1-1 0 0,1 1 0 0 0,-1-1 0 0 0,0 1 1 0 0,1-1-1 0 0,-1 1 0 0 0,0 0 0 0 0,0-1 1 0 0,0 1-1 0 0,0-1 0 0 0,0 1 0 0 0,0 0 1 0 0,-1-1-1 0 0,1 1 0 0 0,-1-1 0 0 0,1 1 1 0 0,-1-1-1 0 0,0 3 0 0 0,-3 6 144 0 0,0-1-1 0 0,0 0 1 0 0,-1 0-1 0 0,0 0 1 0 0,0-1-1 0 0,-1 0 1 0 0,0 0 0 0 0,-1 0-1 0 0,0-1 1 0 0,-15 14-1 0 0,16-17-487 0 0,-1 1 0 0 0,1-1 0 0 0,-1 0 0 0 0,0 0 0 0 0,0 0 0 0 0,0-1 0 0 0,0-1 0 0 0,0 1 0 0 0,-9 1 0 0 0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07.0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 85 6913 0 0,'-14'12'5664'0'0,"15"-12"-5484"0"0,-1 0 0 0 0,1 0 1 0 0,0 0-1 0 0,0-1 0 0 0,0 1 0 0 0,-1 0 1 0 0,1 0-1 0 0,0 0 0 0 0,0-1 0 0 0,-1 1 1 0 0,1 0-1 0 0,0-1 0 0 0,-1 1 1 0 0,1 0-1 0 0,0-1 0 0 0,-1 1 0 0 0,1-1 1 0 0,0 1-1 0 0,-1-1 0 0 0,1 0 1 0 0,-1 1-1 0 0,1-1 0 0 0,-1 0 0 0 0,1 0 1 0 0,44-41 470 0 0,-10 9-3927 0 0,-22 22-2101 0 0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0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6 200 10162 0 0,'-1'1'43'0'0,"1"0"-1"0"0,-1-1 1 0 0,1 1-1 0 0,-1 0 1 0 0,1-1-1 0 0,0 1 0 0 0,-1 0 1 0 0,1 0-1 0 0,0-1 1 0 0,-1 1-1 0 0,1 0 1 0 0,0 0-1 0 0,0 0 1 0 0,0-1-1 0 0,0 1 1 0 0,0 0-1 0 0,0 0 1 0 0,0 0-1 0 0,0 0 1 0 0,0-1-1 0 0,0 1 0 0 0,1 0 1 0 0,-1 0-1 0 0,1 1 1 0 0,0-2 64 0 0,0 0 0 0 0,-1 0 1 0 0,1 0-1 0 0,0 0 0 0 0,0-1 1 0 0,0 1-1 0 0,0 0 0 0 0,0 0 1 0 0,0-1-1 0 0,0 1 0 0 0,-1 0 1 0 0,1-1-1 0 0,0 1 0 0 0,0-1 0 0 0,-1 1 1 0 0,1-1-1 0 0,1 0 0 0 0,35-31 3319 0 0,53-74-786 0 0,-42 47-8629 0 0,-33 42 287 0 0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07.4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0 8290 0 0,'-17'3'6657'0'0,"36"3"-2105"0"0,-4-2-4467 0 0,270 76 3662 0 0,-232-69-4097 0 0,0-2 0 0 0,1-2-1 0 0,81-1 1 0 0,-78-11-2149 0 0,-20-2-3892 0 0,-18 2 745 0 0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07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300 4 4145 0 0,'-6'-1'347'0'0,"0"0"-1"0"0,0 0 1 0 0,-1 1 0 0 0,1-1-1 0 0,0 1 1 0 0,0 1 0 0 0,0-1-1 0 0,-1 1 1 0 0,1 0 0 0 0,0 0-1 0 0,0 1 1 0 0,0 0-1 0 0,1 0 1 0 0,-1 0 0 0 0,0 1-1 0 0,1 0 1 0 0,-1 0 0 0 0,1 0-1 0 0,0 1 1 0 0,0 0 0 0 0,0 0-1 0 0,1 0 1 0 0,-1 0 0 0 0,1 1-1 0 0,0 0 1 0 0,0 0 0 0 0,1 0-1 0 0,0 0 1 0 0,-1 0 0 0 0,2 1-1 0 0,-1-1 1 0 0,1 1 0 0 0,-4 10-1 0 0,-25 153 3536 0 0,6-24-2540 0 0,2-48-1037 0 0,-13 63 353 0 0,30-130-570 0 0,3 0-1 0 0,0 0 1 0 0,3 40 0 0 0,2-51-178 0 0,0-1 1 0 0,2 1 0 0 0,7 23-1 0 0,-2-11-288 0 0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33.0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91 392 1376 0 0,'-9'-33'1170'0'0,"-21"-63"598"0"0,26 86-1106 0 0,0 1 0 0 0,-1-1 0 0 0,0 1 0 0 0,-1 0 0 0 0,0 0 0 0 0,0 1 0 0 0,-9-10 0 0 0,23 53 3779 0 0,-3-11-4178 0 0,18 72 399 0 0,20 78 283 0 0,-33-143-681 0 0,1 1 1 0 0,2-1-1 0 0,21 37 0 0 0,-31-63-234 0 0,0 0 1 0 0,0-1-1 0 0,0 1 0 0 0,0-1 0 0 0,1 0 0 0 0,0 0 0 0 0,0 0 1 0 0,0-1-1 0 0,0 1 0 0 0,1-1 0 0 0,0 0 0 0 0,-1 0 0 0 0,11 4 1 0 0,-13-6-24 0 0,0-1 0 0 0,0 1 1 0 0,0-1-1 0 0,0 0 1 0 0,0 1-1 0 0,0-1 1 0 0,0 0-1 0 0,0 0 1 0 0,0 0-1 0 0,0-1 1 0 0,0 1-1 0 0,0 0 0 0 0,-1-1 1 0 0,1 0-1 0 0,0 1 1 0 0,3-2-1 0 0,-3 0 1 0 0,1 0-1 0 0,0 0 1 0 0,-1 0-1 0 0,0 0 1 0 0,0 0 0 0 0,1-1-1 0 0,-1 1 1 0 0,-1-1-1 0 0,1 1 1 0 0,0-1-1 0 0,-1 0 1 0 0,1 1 0 0 0,1-5-1 0 0,0-2-8 0 0,1-1 0 0 0,-2 1 0 0 0,1 0 0 0 0,-1-1 0 0 0,-1 0 0 0 0,1 1 1 0 0,-2-1-1 0 0,1 0 0 0 0,-2 0 0 0 0,-1-16 0 0 0,-3-3-102 0 0,-2 1 1 0 0,-12-35-1 0 0,11 40-67 0 0,0 0-1 0 0,2 0 1 0 0,1 0 0 0 0,-2-31 0 0 0,6 53 160 0 0,1 0 1 0 0,0 0 0 0 0,0-1 0 0 0,0 1 0 0 0,0 0 0 0 0,0 0 0 0 0,0 0 0 0 0,0 0-1 0 0,0 0 1 0 0,0 0 0 0 0,1 0 0 0 0,-1 0 0 0 0,0 0 0 0 0,1 0 0 0 0,-1 0 0 0 0,1 0-1 0 0,-1 0 1 0 0,1 0 0 0 0,0-1 0 0 0,0 1-6 0 0,0 1-1 0 0,-1 0 0 0 0,1 0 1 0 0,-1 1-1 0 0,1-1 1 0 0,0 0-1 0 0,-1 0 0 0 0,1 0 1 0 0,-1 0-1 0 0,1 0 1 0 0,-1 1-1 0 0,1-1 0 0 0,-1 0 1 0 0,1 0-1 0 0,-1 1 1 0 0,1-1-1 0 0,-1 1 0 0 0,1-1 1 0 0,-1 0-1 0 0,1 1 1 0 0,-1-1-1 0 0,0 1 0 0 0,1-1 1 0 0,0 1-1 0 0,24 38-437 0 0,-20-29 431 0 0,0 0 0 0 0,1 1 0 0 0,0-2 0 0 0,1 1 0 0 0,0-1 0 0 0,0 0 1 0 0,1-1-1 0 0,1 1 0 0 0,16 12 0 0 0,-19-17 79 0 0,-1-1 0 0 0,1 0 0 0 0,0 0 0 0 0,0-1 0 0 0,0 1 0 0 0,0-1 0 0 0,0-1 0 0 0,0 1-1 0 0,1-1 1 0 0,-1 0 0 0 0,1-1 0 0 0,-1 1 0 0 0,1-1 0 0 0,-1 0 0 0 0,1-1 0 0 0,-1 0 0 0 0,0 0 0 0 0,1 0 0 0 0,6-3 0 0 0,-2 0 115 0 0,0 0 1 0 0,-1 0-1 0 0,0-1 0 0 0,0-1 0 0 0,0 1 0 0 0,-1-2 1 0 0,0 1-1 0 0,0-1 0 0 0,0-1 0 0 0,-1 0 0 0 0,0 0 1 0 0,-1 0-1 0 0,0-1 0 0 0,0 0 0 0 0,-1-1 1 0 0,0 1-1 0 0,0-1 0 0 0,-1 0 0 0 0,5-17 0 0 0,-6 17-101 0 0,-1 0 0 0 0,-1 0 0 0 0,0 0 0 0 0,0 0 0 0 0,-1-1 0 0 0,0 1 0 0 0,-1-1 0 0 0,0 1 0 0 0,0 0 0 0 0,-1-1 0 0 0,-1 1 0 0 0,0 0 0 0 0,0-1 0 0 0,-1 1 0 0 0,0 0 0 0 0,-1 1-1 0 0,0-1 1 0 0,-1 1 0 0 0,0-1 0 0 0,0 1 0 0 0,-8-9 0 0 0,8 11-249 0 0,0 2-1 0 0,0-1 1 0 0,0 1-1 0 0,-1-1 1 0 0,0 2 0 0 0,-12-9-1 0 0,-9 3-6155 0 0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33.3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28 127 456 0 0,'-3'2'420'0'0,"1"-1"-1"0"0,1 1 1 0 0,-1 0-1 0 0,0 0 1 0 0,0 0-1 0 0,1 0 1 0 0,-1 1-1 0 0,1-1 1 0 0,-1 0-1 0 0,1 1 1 0 0,0-1-1 0 0,0 1 1 0 0,0-1-1 0 0,1 1 1 0 0,-1-1-1 0 0,1 1 1 0 0,-1 0-1 0 0,1 4 1 0 0,-3 56 1951 0 0,3-53-1621 0 0,0 2-150 0 0,0 0 0 0 0,1 0 0 0 0,1 0 1 0 0,0 0-1 0 0,1 0 0 0 0,0-1 0 0 0,9 23 1 0 0,-11-32-518 0 0,0 1 1 0 0,1 0 0 0 0,-1 0 0 0 0,1 0 0 0 0,0-1 0 0 0,0 1-1 0 0,0-1 1 0 0,0 0 0 0 0,0 1 0 0 0,0-1 0 0 0,1 0 0 0 0,-1 0 0 0 0,1 0-1 0 0,0-1 1 0 0,-1 1 0 0 0,1-1 0 0 0,0 1 0 0 0,0-1 0 0 0,0 0-1 0 0,0 0 1 0 0,0 0 0 0 0,0-1 0 0 0,0 1 0 0 0,0-1 0 0 0,1 1-1 0 0,-1-1 1 0 0,0 0 0 0 0,0-1 0 0 0,0 1 0 0 0,0 0 0 0 0,1-1 0 0 0,-1 1-1 0 0,0-1 1 0 0,4-2 0 0 0,0 0-8 0 0,-1 0 1 0 0,0 0-1 0 0,0-1 0 0 0,0 0 0 0 0,0 0 1 0 0,-1 0-1 0 0,0-1 0 0 0,1 1 0 0 0,-2-1 1 0 0,1-1-1 0 0,-1 1 0 0 0,1-1 0 0 0,-1 1 1 0 0,-1-1-1 0 0,1 0 0 0 0,4-12 0 0 0,0-2 102 0 0,-1 0 0 0 0,0 0-1 0 0,-2-1 1 0 0,4-25 0 0 0,-7 32-123 0 0,0 0 1 0 0,-1 0 0 0 0,-1 1 0 0 0,0-1-1 0 0,-1 0 1 0 0,-1 0 0 0 0,-4-19 0 0 0,6 30-73 0 0,-1 1 0 0 0,0-1 1 0 0,1 0-1 0 0,-2 0 0 0 0,1 0 0 0 0,0 1 1 0 0,0-1-1 0 0,-1 0 0 0 0,0 1 1 0 0,1 0-1 0 0,-1-1 0 0 0,0 1 0 0 0,0 0 1 0 0,0 0-1 0 0,0 0 0 0 0,-1 0 1 0 0,1 0-1 0 0,-1 0 0 0 0,1 1 0 0 0,-1-1 1 0 0,1 1-1 0 0,-1 0 0 0 0,0 0 1 0 0,0 0-1 0 0,0 0 0 0 0,1 0 0 0 0,-1 0 1 0 0,0 1-1 0 0,0 0 0 0 0,0-1 0 0 0,0 1 1 0 0,0 0-1 0 0,0 0 0 0 0,0 1 1 0 0,0-1-1 0 0,0 1 0 0 0,0-1 0 0 0,0 1 1 0 0,0 0-1 0 0,1 0 0 0 0,-4 2 1 0 0,0-1-292 0 0,0 0 0 0 0,0 1 0 0 0,0 0 1 0 0,0 1-1 0 0,0-1 0 0 0,1 1 0 0 0,0 0 1 0 0,0 0-1 0 0,0 1 0 0 0,0 0 0 0 0,-4 5 1 0 0,-4 8-6115 0 0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33.6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65 9674 0 0,'2'-1'111'0'0,"0"0"-1"0"0,1 0 1 0 0,-1 1 0 0 0,0-1-1 0 0,0 1 1 0 0,1 0 0 0 0,-1 0-1 0 0,0 0 1 0 0,0 0 0 0 0,1 0-1 0 0,-1 0 1 0 0,0 0 0 0 0,0 1-1 0 0,1-1 1 0 0,-1 1 0 0 0,0-1 0 0 0,0 1-1 0 0,0 0 1 0 0,3 2 0 0 0,-1-1 53 0 0,0 1 1 0 0,-1 0 0 0 0,1 0 0 0 0,0 0 0 0 0,-1 1 0 0 0,0-1 0 0 0,0 1 0 0 0,0 0 0 0 0,2 4 0 0 0,1 2 128 0 0,-1-1 0 0 0,0 2 0 0 0,-1-1 1 0 0,0 0-1 0 0,-1 1 0 0 0,0 0 0 0 0,3 16 0 0 0,-6 16 352 0 0,0-41-620 0 0,0 0 0 0 0,0 1-1 0 0,0-1 1 0 0,-1 0-1 0 0,1 1 1 0 0,-1-1 0 0 0,0 0-1 0 0,1 0 1 0 0,-1 0-1 0 0,0 1 1 0 0,0-1 0 0 0,-1 0-1 0 0,1 0 1 0 0,0 0-1 0 0,-3 2 1 0 0,3-4-2 0 0,1 0 1 0 0,-1 0-1 0 0,1 0 1 0 0,0 0-1 0 0,-1 0 0 0 0,1 0 1 0 0,-1 0-1 0 0,1 0 1 0 0,-1 0-1 0 0,1 0 0 0 0,-1 0 1 0 0,1 0-1 0 0,0-1 0 0 0,-1 1 1 0 0,1 0-1 0 0,-1 0 1 0 0,1-1-1 0 0,0 1 0 0 0,-1 0 1 0 0,1-1-1 0 0,0 1 1 0 0,-1 0-1 0 0,1-1 0 0 0,0 1 1 0 0,-1 0-1 0 0,1-1 1 0 0,0 1-1 0 0,0-1 0 0 0,0 1 1 0 0,-1 0-1 0 0,1-1 1 0 0,0 1-1 0 0,0-1 0 0 0,0 1 1 0 0,0-1-1 0 0,0 1 1 0 0,0-1-1 0 0,0 1 0 0 0,0 0 1 0 0,0-1-1 0 0,0 0 1 0 0,-6-27 643 0 0,5 24-538 0 0,-4-21 188 0 0,1 0 1 0 0,1 0-1 0 0,1 0 1 0 0,1 0-1 0 0,4-45 0 0 0,-2 68-317 0 0,-1 0-1 0 0,0-1 0 0 0,1 1 0 0 0,-1 0 0 0 0,1 0 0 0 0,0 0 0 0 0,-1-1 0 0 0,1 1 0 0 0,0 0 0 0 0,1 0 0 0 0,-1 0 1 0 0,0 0-1 0 0,0 0 0 0 0,1 1 0 0 0,-1-1 0 0 0,1 0 0 0 0,0 1 0 0 0,2-3 0 0 0,-2 3 7 0 0,0 0-1 0 0,0 1 1 0 0,0-1-1 0 0,0 0 1 0 0,0 1-1 0 0,0 0 1 0 0,0-1-1 0 0,0 1 1 0 0,0 0-1 0 0,0 0 1 0 0,0 0-1 0 0,0 0 1 0 0,0 0-1 0 0,0 1 1 0 0,0-1-1 0 0,3 2 1 0 0,3 1 33 0 0,0 1 1 0 0,0-1 0 0 0,0 2-1 0 0,-1-1 1 0 0,0 1 0 0 0,0 0-1 0 0,0 0 1 0 0,8 9 0 0 0,32 37 142 0 0,24 23-265 0 0,-63-67-437 0 0,1 1 0 0 0,0-2 0 0 0,1 1 0 0 0,-1-1 0 0 0,1-1 0 0 0,18 8 0 0 0,-14-10-3896 0 0,1-3-1231 0 0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33.9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 17 14283 0 0,'-25'-16'1845'0'0,"24"16"-1817"0"0,1 0 1 0 0,-1 0 0 0 0,1 0-1 0 0,0 0 1 0 0,-1 0 0 0 0,1 0-1 0 0,0 0 1 0 0,-1 0-1 0 0,1 0 1 0 0,0 0 0 0 0,-1 0-1 0 0,1 0 1 0 0,-1 0 0 0 0,1 0-1 0 0,0 0 1 0 0,-1 0 0 0 0,1 1-1 0 0,0-1 1 0 0,-1 0 0 0 0,1 0-1 0 0,0 0 1 0 0,-1 1 0 0 0,1-1-1 0 0,0 0 1 0 0,0 0 0 0 0,-1 1-1 0 0,-1 17 1419 0 0,5-3-1161 0 0,1-1 1 0 0,1 1-1 0 0,0-1 0 0 0,1 0 1 0 0,1 0-1 0 0,14 21 1 0 0,1 6 52 0 0,70 161 721 0 0,13 28-1405 0 0,-19-87-5765 0 0,-76-129 4032 0 0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34.0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28 415 7370 0 0,'-2'-1'134'0'0,"0"0"0"0"0,0 0 1 0 0,0 0-1 0 0,1-1 0 0 0,-1 1 1 0 0,0 0-1 0 0,1-1 1 0 0,-1 1-1 0 0,1-1 0 0 0,0 0 1 0 0,0 1-1 0 0,-1-1 0 0 0,1 0 1 0 0,0 0-1 0 0,0 0 1 0 0,0 0-1 0 0,1 1 0 0 0,-1-1 1 0 0,0-1-1 0 0,1 1 0 0 0,-1-2 1 0 0,1-2 437 0 0,1 0-1 0 0,-1 0 1 0 0,1 0 0 0 0,0 1 0 0 0,1-1 0 0 0,2-7 0 0 0,-1 2-510 0 0,5-12 658 0 0,0-1 0 0 0,2 1 0 0 0,0 0 0 0 0,2 1 0 0 0,28-41 0 0 0,-29 49-939 0 0,0 0 0 0 0,1 0 0 0 0,0 2 0 0 0,1-1 0 0 0,0 1 0 0 0,1 1 0 0 0,1 1 0 0 0,0 0 0 0 0,19-10 0 0 0,-11 11-787 0 0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34.7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112 1 8754 0 0,'-3'1'165'0'0,"-1"-1"1"0"0,1 1-1 0 0,0 0 1 0 0,0 0-1 0 0,0 0 0 0 0,0 1 1 0 0,0-1-1 0 0,0 1 1 0 0,0 0-1 0 0,1-1 0 0 0,-1 1 1 0 0,1 0-1 0 0,-1 1 1 0 0,1-1-1 0 0,0 0 0 0 0,0 1 1 0 0,0-1-1 0 0,0 1 1 0 0,-2 3-1 0 0,-3 5 68 0 0,1-1 0 0 0,0 1 1 0 0,-7 20-1 0 0,7-15-10 0 0,1 0 0 0 0,1 1 1 0 0,1 0-1 0 0,0 0 0 0 0,1 0 0 0 0,1 0 1 0 0,0 0-1 0 0,1 0 0 0 0,3 17 1 0 0,-2-23-80 0 0,1-1 0 0 0,0 0 0 0 0,1 0 1 0 0,0 0-1 0 0,1 0 0 0 0,-1-1 0 0 0,2 1 1 0 0,-1-1-1 0 0,2 0 0 0 0,-1 0 0 0 0,1-1 1 0 0,0 0-1 0 0,1 0 0 0 0,0 0 0 0 0,0-1 1 0 0,9 7-1 0 0,32 23-341 0 0,-27-21-2673 0 0,-15-11 1064 0 0,15 10-3703 0 0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34.8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3 354 8754 0 0,'-1'-1'176'0'0,"1"0"0"0"0,-1-1 0 0 0,1 1 0 0 0,0-1-1 0 0,-1 1 1 0 0,1-1 0 0 0,0 1 0 0 0,0-1 0 0 0,0 1 0 0 0,0-1 0 0 0,0 1 0 0 0,1-1 0 0 0,-1 1 0 0 0,0-1-1 0 0,1 1 1 0 0,-1-1 0 0 0,2-1 0 0 0,10-31 1171 0 0,-10 29-1243 0 0,8-17 250 0 0,0 1 0 0 0,2 1 0 0 0,0-1 0 0 0,17-19 0 0 0,65-71-1968 0 0,-70 84 334 0 0,-2 2-3245 0 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35.0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2745 0 0,'6'7'532'0'0,"-1"1"0"0"0,0 0-1 0 0,-1 0 1 0 0,0 0 0 0 0,0 1 0 0 0,-1-1 0 0 0,0 1 0 0 0,2 9 0 0 0,9 22 1778 0 0,7 8-427 0 0,35 91 2716 0 0,-27-42-8938 0 0,-25-76-797 0 0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35.2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72 168 10594 0 0,'-9'-10'506'0'0,"1"0"0"0"0,1-1 0 0 0,0 1 0 0 0,1-2 0 0 0,0 1 0 0 0,0-1 0 0 0,1 0 0 0 0,1 0 0 0 0,0 0 0 0 0,1-1 0 0 0,-3-16 0 0 0,6 29-478 0 0,0-1 1 0 0,0 1-1 0 0,0 0 0 0 0,-1-1 0 0 0,1 1 0 0 0,0-1 0 0 0,0 1 1 0 0,0-1-1 0 0,0 1 0 0 0,0-1 0 0 0,0 1 0 0 0,0-1 0 0 0,0 1 1 0 0,0 0-1 0 0,0-1 0 0 0,1 1 0 0 0,-1-1 0 0 0,0 1 1 0 0,0-1-1 0 0,0 1 0 0 0,0 0 0 0 0,1-1 0 0 0,-1 1 0 0 0,0-1 1 0 0,1 1-1 0 0,-1 0 0 0 0,0-1 0 0 0,0 1 0 0 0,1 0 0 0 0,-1 0 1 0 0,1-1-1 0 0,-1 1 0 0 0,12 8-576 0 0,10 22-985 0 0,23 46-4157 0 0,-30-51 3611 0 0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35.4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50 5985 0 0,'3'-3'316'0'0,"0"1"0"0"0,0 1 0 0 0,0-1 0 0 0,0 0 0 0 0,0 1 0 0 0,1 0 0 0 0,-1 0 0 0 0,0 0 0 0 0,1 0 0 0 0,-1 0 0 0 0,1 1 0 0 0,-1-1 0 0 0,1 1 0 0 0,-1 0 0 0 0,1 0 0 0 0,-1 0 0 0 0,1 1 0 0 0,-1-1 0 0 0,1 1 0 0 0,-1 0 0 0 0,6 2 0 0 0,5 1 713 0 0,-1 1 1 0 0,1 0-1 0 0,24 14 0 0 0,-12-2-308 0 0,-1 0 0 0 0,-1 2 0 0 0,37 35 0 0 0,-74-61-104 0 0,8 4-429 0 0,-1 0 0 0 0,1 0-1 0 0,-1 0 1 0 0,-7-8 0 0 0,4 2-69 0 0,2 0-1 0 0,-1-1 1 0 0,1 0 0 0 0,-9-18-1 0 0,-4-22-6216 0 0,13 18-769 0 0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35.8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80 340 5065 0 0,'-6'31'151'0'0,"-5"18"10066"0"0,17-124-7229 0 0,-2 31-2561 0 0,-1 0 0 0 0,-2 0 0 0 0,-3 1 0 0 0,-1-1 0 0 0,-9-46 0 0 0,12 88-410 0 0,-1 0-1 0 0,0-1 0 0 0,1 1 1 0 0,-1 0-1 0 0,0-1 0 0 0,0 1 1 0 0,0 0-1 0 0,-1 0 1 0 0,1 0-1 0 0,0 0 0 0 0,-1 0 1 0 0,0 0-1 0 0,1 0 0 0 0,-3-1 1 0 0,3 2-8 0 0,1 1 0 0 0,0 0 1 0 0,-1 0-1 0 0,1 0 0 0 0,-1-1 0 0 0,1 1 1 0 0,-1 0-1 0 0,1 0 0 0 0,0 0 1 0 0,-1 0-1 0 0,1 0 0 0 0,-1 0 0 0 0,1 0 1 0 0,-1 0-1 0 0,1 0 0 0 0,-1 0 0 0 0,1 0 1 0 0,0 0-1 0 0,-1 0 0 0 0,1 1 1 0 0,-1-1-1 0 0,1 0 0 0 0,0 0 0 0 0,-1 0 1 0 0,1 0-1 0 0,-1 1 0 0 0,0 0 1 0 0,0 0 7 0 0,0 0 1 0 0,0 1 0 0 0,0-1-1 0 0,0 1 1 0 0,0-1 0 0 0,0 1-1 0 0,0-1 1 0 0,1 1 0 0 0,-1 0-1 0 0,0-1 1 0 0,0 3 0 0 0,-4 18 33 0 0,1 0 0 0 0,1 0 0 0 0,0 1 0 0 0,2-1 1 0 0,1 1-1 0 0,0-1 0 0 0,2 1 0 0 0,0-1 1 0 0,8 30-1 0 0,-9-47-45 0 0,0 0 1 0 0,1-1-1 0 0,0 1 1 0 0,0-1-1 0 0,0 0 1 0 0,0 1-1 0 0,0-1 1 0 0,1 0-1 0 0,0 0 1 0 0,0 0-1 0 0,0-1 1 0 0,0 1-1 0 0,0-1 1 0 0,1 0-1 0 0,0 1 1 0 0,0-2-1 0 0,0 1 0 0 0,0 0 1 0 0,0-1-1 0 0,0 0 1 0 0,7 3-1 0 0,-4-3-2 0 0,0-1 0 0 0,0 0-1 0 0,-1 0 1 0 0,1 0 0 0 0,0-1-1 0 0,0 0 1 0 0,0 0 0 0 0,0-1-1 0 0,0 0 1 0 0,0 0 0 0 0,-1-1-1 0 0,1 0 1 0 0,0 0 0 0 0,7-4-1 0 0,11-5-839 0 0,-1-1 0 0 0,40-27 0 0 0,-21 8-6359 0 0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37.2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133 1 13827 0 0,'-4'-1'120'0'0,"1"1"0"0"0,0 0 1 0 0,0 0-1 0 0,-1 0 0 0 0,1 1 0 0 0,0-1 0 0 0,0 1 1 0 0,0-1-1 0 0,0 1 0 0 0,-1 0 0 0 0,1 0 1 0 0,0 1-1 0 0,1-1 0 0 0,-1 1 0 0 0,0-1 0 0 0,0 1 1 0 0,1 0-1 0 0,-1 0 0 0 0,1 0 0 0 0,-1 0 0 0 0,-3 5 1 0 0,0-1 90 0 0,0 1 0 0 0,1 0 0 0 0,-1 1 0 0 0,1-1 0 0 0,1 1 0 0 0,-7 13 0 0 0,7-7-45 0 0,-1 0 0 0 0,2 1 0 0 0,0-1 0 0 0,1 1 0 0 0,0 0 0 0 0,1 0 0 0 0,0 0 1 0 0,4 25-1 0 0,0-10 235 0 0,2 1 1 0 0,1-1 0 0 0,13 35 0 0 0,-14-51-318 0 0,0 0 0 0 0,2 0 0 0 0,-1-1 0 0 0,2 0 0 0 0,0-1 0 0 0,0 1 0 0 0,21 21 0 0 0,2-3-776 0 0,48 36-1 0 0,-66-56 181 0 0,4 5-4363 0 0,-3 2-1554 0 0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37.5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15 410 8290 0 0,'-2'-6'106'0'0,"-1"0"0"0"0,1 0 0 0 0,0 0 1 0 0,1 0-1 0 0,-1-1 0 0 0,1 1 0 0 0,1 0 0 0 0,-1-1 0 0 0,1 1 1 0 0,0 0-1 0 0,0-1 0 0 0,1 1 0 0 0,0-1 0 0 0,0 1 1 0 0,3-9-1 0 0,5-7 305 0 0,1 1 0 0 0,1 0 0 0 0,1 0 0 0 0,0 1-1 0 0,2 1 1 0 0,0 0 0 0 0,1 1 0 0 0,1 1 0 0 0,1 0 0 0 0,1 1 0 0 0,0 1 0 0 0,0 0 0 0 0,2 2 0 0 0,22-13 0 0 0,-35 23-524 0 0,0 0 0 0 0,0 0 0 0 0,0 0 0 0 0,0 1 0 0 0,1 0 0 0 0,-1 0 0 0 0,1 1 0 0 0,-1 0 0 0 0,1 1 0 0 0,-1-1-1 0 0,1 1 1 0 0,0 1 0 0 0,-1 0 0 0 0,1 0 0 0 0,-1 0 0 0 0,1 1 0 0 0,-1 0 0 0 0,0 0 0 0 0,0 1 0 0 0,10 4 0 0 0,1 3 627 0 0,-1 0 1 0 0,0 0-1 0 0,-1 2 0 0 0,0 0 0 0 0,0 0 0 0 0,22 26 0 0 0,-34-33-336 0 0,1 1-1 0 0,-1-1 1 0 0,-1 1-1 0 0,1-1 1 0 0,-1 1-1 0 0,5 12 1 0 0,3 20-2397 0 0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37.73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18 14283 0 0,'-3'-3'1272'0'0,"2"0"-1016"0"0,0 2-56 0 0,-1-2-120 0 0,1 0 0 0 0,-2 2 48 0 0,2-2 1 0 0,-1 4 143 0 0,15 20-2921 0 0,-5-12 1673 0 0,6 2 760 0 0,-4-2 216 0 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38.04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7 329 10138 0 0,'0'-1'117'0'0,"-1"0"-1"0"0,0 1 0 0 0,1-1 1 0 0,-1 0-1 0 0,1 1 0 0 0,-1-1 1 0 0,1 0-1 0 0,-1 1 1 0 0,1-1-1 0 0,0 0 0 0 0,-1 0 1 0 0,1 0-1 0 0,0 1 0 0 0,0-1 1 0 0,0 0-1 0 0,-1 0 1 0 0,1 0-1 0 0,0 0 0 0 0,0 0 1 0 0,0 1-1 0 0,0-1 1 0 0,1 0-1 0 0,-1 0 0 0 0,0 0 1 0 0,0 0-1 0 0,0 1 0 0 0,1-1 1 0 0,-1 0-1 0 0,0 0 1 0 0,1 0-1 0 0,-1 1 0 0 0,0-1 1 0 0,1 0-1 0 0,-1 1 0 0 0,1-1 1 0 0,0 0-1 0 0,-1 1 1 0 0,1-1-1 0 0,-1 0 0 0 0,1 1 1 0 0,0-1-1 0 0,0 1 1 0 0,-1 0-1 0 0,1-1 0 0 0,0 1 1 0 0,0-1-1 0 0,-1 1 0 0 0,1 0 1 0 0,2-1-1 0 0,0-1 177 0 0,1 1 0 0 0,-1 0-1 0 0,1-1 1 0 0,0 1 0 0 0,0 0 0 0 0,0 0-1 0 0,0 1 1 0 0,-1-1 0 0 0,1 1 0 0 0,7 0-1 0 0,-3 3-117 0 0,0-1 0 0 0,-1 1 0 0 0,1 1 0 0 0,-1-1-1 0 0,1 1 1 0 0,-1 1 0 0 0,0-1 0 0 0,-1 1-1 0 0,1 0 1 0 0,-1 1 0 0 0,0 0 0 0 0,6 6-1 0 0,-6-5-88 0 0,1 0 0 0 0,0-1 0 0 0,0 0-1 0 0,1 0 1 0 0,-1-1 0 0 0,1 0-1 0 0,1 0 1 0 0,10 4 0 0 0,-19-9-84 0 0,0 1-1 0 0,1-1 1 0 0,-1 0 0 0 0,0 0 0 0 0,1 0 0 0 0,-1 0-1 0 0,0 0 1 0 0,0 0 0 0 0,1 0 0 0 0,-1 0 0 0 0,0 0-1 0 0,0 0 1 0 0,1 0 0 0 0,-1 0 0 0 0,0 0 0 0 0,1 0-1 0 0,-1 0 1 0 0,0 0 0 0 0,0 0 0 0 0,1 0 0 0 0,-1 0-1 0 0,0 0 1 0 0,0-1 0 0 0,1 1 0 0 0,-1 0 0 0 0,0 0 0 0 0,0 0-1 0 0,0 0 1 0 0,1-1 0 0 0,-1 1 0 0 0,0 0 0 0 0,0 0-1 0 0,0 0 1 0 0,1-1 0 0 0,-1 1 0 0 0,0 0 0 0 0,0-1-1 0 0,0-13 88 0 0,-10-22 99 0 0,8 30-142 0 0,-10-35 128 0 0,-11-72 0 0 0,21 94-545 0 0,0 0 1 0 0,1 0-1 0 0,1-1 0 0 0,1 1 0 0 0,1 0 0 0 0,4-23 0 0 0,3 11-6974 0 0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38.3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85 268 3681 0 0,'1'0'100'0'0,"-1"0"1"0"0,1 1 0 0 0,0-1-1 0 0,-1 0 1 0 0,1 0-1 0 0,-1 0 1 0 0,1 0 0 0 0,-1 0-1 0 0,1 0 1 0 0,-1 0-1 0 0,1 0 1 0 0,-1 0 0 0 0,1 0-1 0 0,0-1 1 0 0,-1 1-1 0 0,1 0 1 0 0,-1 0 0 0 0,1 0-1 0 0,-1-1 1 0 0,1 1-1 0 0,-1 0 1 0 0,0-1-1 0 0,1 1 1 0 0,-1 0 0 0 0,1-1-1 0 0,-1 1 1 0 0,1 0-1 0 0,-1-1 1 0 0,0 1 0 0 0,1-1-1 0 0,-1 1 1 0 0,0-1-1 0 0,0 1 1 0 0,1-1 0 0 0,-1 1-1 0 0,0-1 1 0 0,0 1-1 0 0,0-1 1 0 0,0 1 0 0 0,0-1-1 0 0,1 0 1 0 0,9-25 1954 0 0,-7 16-1813 0 0,-1 0 0 0 0,0 0-1 0 0,-1-1 1 0 0,0 1 0 0 0,0 0 0 0 0,-1-1 0 0 0,-1 1 0 0 0,0-1 0 0 0,-3-16 0 0 0,2 20-260 0 0,1 0 0 0 0,-1 0 1 0 0,0 1-1 0 0,-1-1 0 0 0,0 0 0 0 0,0 1 1 0 0,0 0-1 0 0,0 0 0 0 0,-1 0 0 0 0,0 0 1 0 0,-1 0-1 0 0,1 1 0 0 0,-1 0 0 0 0,0 0 1 0 0,-7-5-1 0 0,11 9 23 0 0,0 0 1 0 0,0 1-1 0 0,0-1 1 0 0,0 0-1 0 0,0 0 1 0 0,0 1-1 0 0,0-1 1 0 0,0 1-1 0 0,-1-1 1 0 0,1 1-1 0 0,0 0 1 0 0,0-1-1 0 0,-1 1 1 0 0,1 0-1 0 0,0 0 0 0 0,-1 0 1 0 0,1 0-1 0 0,0 0 1 0 0,0 0-1 0 0,-1 0 1 0 0,1 0-1 0 0,0 1 1 0 0,-1-1-1 0 0,1 0 1 0 0,0 1-1 0 0,0-1 1 0 0,-2 1-1 0 0,2 1 46 0 0,-1 0-1 0 0,1-1 0 0 0,-1 1 1 0 0,1 0-1 0 0,-1 0 1 0 0,1 0-1 0 0,0 0 1 0 0,0 0-1 0 0,0 0 0 0 0,0 0 1 0 0,1 0-1 0 0,-1 0 1 0 0,0 0-1 0 0,1 3 1 0 0,-2 4 115 0 0,1 1 0 0 0,0-1 0 0 0,0 1 1 0 0,2-1-1 0 0,-1 1 0 0 0,3 13 1 0 0,-1-14-89 0 0,1-1 0 0 0,0 0-1 0 0,0 0 1 0 0,1 0 0 0 0,0 0 0 0 0,0 0 0 0 0,1-1 0 0 0,0 1 0 0 0,1-1 0 0 0,-1-1 0 0 0,1 1 0 0 0,0-1 0 0 0,1 0 0 0 0,0 0 0 0 0,0-1 0 0 0,0 0 0 0 0,0 0-1 0 0,1 0 1 0 0,0-1 0 0 0,0-1 0 0 0,0 1 0 0 0,17 4 0 0 0,3-2-5710 0 0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38.6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 1 6521 0 0,'-3'4'322'0'0,"0"0"0"0"0,1 0 0 0 0,-1 0 0 0 0,1 0 0 0 0,0 1 0 0 0,0-1-1 0 0,0 1 1 0 0,1-1 0 0 0,0 1 0 0 0,-2 9 0 0 0,-3 51 4022 0 0,5-59-4112 0 0,1 2 210 0 0,-1-1 1 0 0,1 1 0 0 0,1 0-1 0 0,-1-1 1 0 0,2 1 0 0 0,-1 0-1 0 0,1-1 1 0 0,0 0 0 0 0,0 1-1 0 0,6 11 1 0 0,-5-14-245 0 0,0-1 0 0 0,0 1 0 0 0,0-1 1 0 0,1 0-1 0 0,0 0 0 0 0,0 0 0 0 0,0 0 0 0 0,0-1 0 0 0,1 0 0 0 0,-1 0 0 0 0,1 0 0 0 0,0 0 1 0 0,0-1-1 0 0,0 1 0 0 0,8 1 0 0 0,22 7 490 0 0,-22-8-544 0 0,0 1-1 0 0,-1 0 1 0 0,1 1 0 0 0,-1 1 0 0 0,19 10 0 0 0,-29-14-148 0 0,1 0 1 0 0,-1-1-1 0 0,0 2 1 0 0,1-1 0 0 0,-1 0-1 0 0,0 0 1 0 0,0 1-1 0 0,-1-1 1 0 0,1 1 0 0 0,0-1-1 0 0,-1 1 1 0 0,0 0-1 0 0,1 0 1 0 0,-1 0-1 0 0,0 0 1 0 0,-1 0 0 0 0,1 0-1 0 0,0 0 1 0 0,-1 0-1 0 0,0 0 1 0 0,1 0-1 0 0,-1 0 1 0 0,0 0 0 0 0,-1 0-1 0 0,1 0 1 0 0,-1 0-1 0 0,1 0 1 0 0,-1 0 0 0 0,-2 5-1 0 0,0 2 59 0 0,-1-1 1 0 0,-1 1-1 0 0,1-1 0 0 0,-2 0 1 0 0,1-1-1 0 0,-1 1 0 0 0,-8 8 1 0 0,-19 19-1235 0 0,-2-4-4952 0 0,10-10-1285 0 0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5:39.4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1249 13827 0 0,'-10'9'1064'0'0,"-6"6"79"0"0,14-12-338 0 0,9-9 369 0 0,379-258 1491 0 0,-61 62-1668 0 0,71-41-281 0 0,53-7-1320 0 0,-175 77-2599 0 0,-123 72-771 0 0,-93 65-1506 0 0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6:45.56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2785 46 1376 0 0,'8'-8'888'0'0,"1"0"1"0"0,0 1-1 0 0,1 0 0 0 0,17-9 0 0 0,-29 17-496 0 0,-32 16 4861 0 0,17-8-4606 0 0,1 1 1 0 0,-25 19-1 0 0,15-5-458 0 0,1 1-1 0 0,1 1 0 0 0,1 1 1 0 0,1 2-1 0 0,1 0 1 0 0,-27 52-1 0 0,-116 234 204 0 0,124-221-230 0 0,-57 126 135 0 0,73-178-233 0 0,-2-1 0 0 0,-2 0 1 0 0,-52 56-1 0 0,4-4 116 0 0,-72 133 198 0 0,65-92-227 0 0,-24 46-148 0 0,-26 37-22 0 0,33-79 8 0 0,40-60 20 0 0,5 2 0 0 0,-62 117 0 0 0,-75 146-58 0 0,97-184 34 0 0,-105 215 1100 0 0,150-276-908 0 0,-20 51 152 0 0,45-90-94 0 0,-3-1 0 0 0,-65 100 0 0 0,44-84-214 0 0,4 2 1 0 0,-44 101-1 0 0,77-151 291 0 0,-2 0 0 0 0,0-1 0 0 0,-2 0 0 0 0,-1-2 0 0 0,0 0-1 0 0,-2 0 1 0 0,-39 35 0 0 0,27-36-47 0 0,-16 14-88 0 0,44-33-289 0 0,0 0 1 0 0,0 1-1 0 0,1-1 0 0 0,-1 0 1 0 0,0 1-1 0 0,1-1 0 0 0,0 1 0 0 0,0 0 1 0 0,0 0-1 0 0,-2 8 0 0 0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6:52.04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146 13 1376 0 0,'0'0'94'0'0,"0"-1"0"0"0,0 1-1 0 0,0 0 1 0 0,0-1 0 0 0,1 1-1 0 0,-1-1 1 0 0,0 1 0 0 0,0 0-1 0 0,0-1 1 0 0,0 1 0 0 0,0-1-1 0 0,-1 1 1 0 0,1 0 0 0 0,0-1 0 0 0,0 1-1 0 0,0-1 1 0 0,0 1 0 0 0,0 0-1 0 0,0-1 1 0 0,-1 1 0 0 0,1 0-1 0 0,0-1 1 0 0,0 1 0 0 0,-1 0-1 0 0,1-1 1 0 0,0 1 0 0 0,0 0-1 0 0,-1 0 1 0 0,1-1 0 0 0,0 1-1 0 0,-1 0 1 0 0,1 0 0 0 0,0-1 0 0 0,-1 1-1 0 0,1 0 1 0 0,-1 0 0 0 0,1 0-1 0 0,0 0 1 0 0,-2 0 0 0 0,-17 10 1139 0 0,17-8-1112 0 0,-1 0 0 0 0,1 1 0 0 0,0 0 0 0 0,0 0 0 0 0,0 0 0 0 0,0 0 0 0 0,0 0 0 0 0,1 0 0 0 0,-1 0 0 0 0,1 0 0 0 0,0 0 0 0 0,0 1 0 0 0,0-1 0 0 0,-1 5 0 0 0,-4 56 984 0 0,5-40-324 0 0,-2 40 325 0 0,3-40-820 0 0,-1 1 0 0 0,-2-1 1 0 0,-5 26-1 0 0,-3-6 67 0 0,-5 13 707 0 0,4 2 1 0 0,-6 60-1 0 0,18-108-958 0 0,0-1 1 0 0,1 0-1 0 0,1 0 0 0 0,0 0 0 0 0,5 16 0 0 0,-4-14 2 0 0,0 0 0 0 0,0 1 0 0 0,0 13 0 0 0,0 68 149 0 0,8 117 470 0 0,-2-109-505 0 0,-10 200 1 0 0,-1-251-204 0 0,3-10 607 0 0,2 0 1 0 0,13 63-1 0 0,-8-53-361 0 0,0-2-268 0 0,-3-26-3 0 0,-1 1 0 0 0,-1-1 1 0 0,-1 1-1 0 0,-3 44 0 0 0,-32 111 17 0 0,20-119-6 0 0,7-20-29 0 0,2 0-1 0 0,1 0 0 0 0,3 1 0 0 0,4 48 0 0 0,-4-89 29 0 0,0 44-111 0 0,-2 0 0 0 0,-14 82 1 0 0,8-75-24 0 0,-3 83 0 0 0,9-60 134 0 0,4 76 0 0 0,-2-128 34 0 0,0 0 1 0 0,-7 44-1 0 0,4-48-7 0 0,1-1 1 0 0,0 1-1 0 0,1 0 0 0 0,1-1 1 0 0,5 36-1 0 0,-4-50-26 0 0,14 65 25 0 0,10 113 0 0 0,-24-167 19 0 0,2 1 0 0 0,-1-1 0 0 0,8 20 0 0 0,-6-24-2 0 0,-1 1 0 0 0,0 0 0 0 0,-1 0 0 0 0,0 0 0 0 0,-1 0-1 0 0,0 20 1 0 0,-2-6 147 0 0,4 43 1 0 0,-1-51-73 0 0,-1-1 1 0 0,-1 0 0 0 0,0 0-1 0 0,-1 1 1 0 0,-1-1 0 0 0,-6 27-1 0 0,6-32-13 0 0,0-1-1 0 0,1 1 0 0 0,0-1 1 0 0,0 1-1 0 0,1-1 0 0 0,2 18 0 0 0,-1 35 252 0 0,-5-46-356 0 0,0-1 0 0 0,0 1 0 0 0,-2-1 0 0 0,0 0 0 0 0,-9 19 0 0 0,15-35-1 0 0,0 0 0 0 0,0 0 0 0 0,0 0 0 0 0,0 0 0 0 0,0 0 0 0 0,-1 0 0 0 0,1 0 0 0 0,0 0 1 0 0,0 0-1 0 0,0 0 0 0 0,0 1 0 0 0,0-1 0 0 0,0 0 0 0 0,0 0 0 0 0,0 0 0 0 0,0 0 0 0 0,0 0 0 0 0,0 0 0 0 0,0 0 0 0 0,-1 0 1 0 0,1 0-1 0 0,0 0 0 0 0,0 0 0 0 0,0 0 0 0 0,0 0 0 0 0,0 0 0 0 0,0 0 0 0 0,0 0 0 0 0,0 0 0 0 0,0 0 0 0 0,0 0 0 0 0,-1 0 1 0 0,1 0-1 0 0,0 0 0 0 0,0 0 0 0 0,0 0 0 0 0,0 0 0 0 0,0 0 0 0 0,0 0 0 0 0,0 0 0 0 0,0 0 0 0 0,0 0 0 0 0,0 0 0 0 0,-1 0 0 0 0,1-1 1 0 0,0 1-1 0 0,0 0 0 0 0,0 0 0 0 0,0 0 0 0 0,0 0 0 0 0,0 0 0 0 0,0 0 0 0 0,0 0 0 0 0,0 0 0 0 0,0 0 0 0 0,0 0 0 0 0,0-1 1 0 0,-2-3-267 0 0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6:54.0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38 38 5529 0 0,'-4'-4'934'0'0,"0"-1"-1"0"0,0 0 1 0 0,0 0-1 0 0,1 0 1 0 0,-4-8-1 0 0,2 50 1996 0 0,2-24-2558 0 0,1 6-215 0 0,1 0 0 0 0,0 0 0 0 0,1 0 0 0 0,1 0 0 0 0,1 0 0 0 0,1 0 0 0 0,0 0 0 0 0,8 22 0 0 0,-8-31-154 0 0,0-1 1 0 0,1 1 0 0 0,0-1 0 0 0,0-1-1 0 0,1 1 1 0 0,0 0 0 0 0,1-1 0 0 0,0 0 0 0 0,0 0-1 0 0,0-1 1 0 0,1 0 0 0 0,1 0 0 0 0,-1-1-1 0 0,1 1 1 0 0,0-2 0 0 0,0 1 0 0 0,15 7-1 0 0,-21-12 37 0 0,1 0 0 0 0,0 0 0 0 0,-1 0 0 0 0,1 0 0 0 0,0 0-1 0 0,-1-1 1 0 0,1 1 0 0 0,0-1 0 0 0,0 0 0 0 0,-1 0 0 0 0,1 0 0 0 0,0 0-1 0 0,0 0 1 0 0,0-1 0 0 0,-1 1 0 0 0,1-1 0 0 0,0 1 0 0 0,-1-1-1 0 0,1 0 1 0 0,0 0 0 0 0,3-2 0 0 0,-3 0 18 0 0,0 0 0 0 0,1 0-1 0 0,-1 0 1 0 0,0-1 0 0 0,0 1 0 0 0,-1 0 0 0 0,1-1 0 0 0,-1 0-1 0 0,1 0 1 0 0,-1 0 0 0 0,-1 0 0 0 0,3-5 0 0 0,1-7-69 0 0,-1 1 1 0 0,0-1-1 0 0,-2 0 0 0 0,1 0 1 0 0,-2-1-1 0 0,0-22 1 0 0,-5 13-116 0 0,3 20 95 0 0,0 0 0 0 0,1 0 0 0 0,-1 0-1 0 0,1 0 1 0 0,0 0 0 0 0,1-7 0 0 0,21 45 32 0 0,-18-25 44 0 0,0-1 1 0 0,0 0-1 0 0,1 0 1 0 0,0 0 0 0 0,0 0-1 0 0,0-1 1 0 0,1 0 0 0 0,-1 0-1 0 0,9 5 1 0 0,-10-8-19 0 0,-1 0 1 0 0,1 0-1 0 0,0-1 1 0 0,0 1-1 0 0,0-1 1 0 0,-1 0-1 0 0,1 0 1 0 0,0 0-1 0 0,1-1 1 0 0,-1 0-1 0 0,0 1 1 0 0,0-1-1 0 0,0-1 1 0 0,0 1-1 0 0,0-1 1 0 0,0 1-1 0 0,0-1 1 0 0,0 0-1 0 0,4-2 1 0 0,-6 2 25 0 0,0 1 0 0 0,0-1 0 0 0,0 0 0 0 0,0 0 0 0 0,0 0 0 0 0,0 0 0 0 0,0 0 0 0 0,0-1 0 0 0,-1 1 0 0 0,1 0 0 0 0,0-1 0 0 0,-1 1 0 0 0,1-1 0 0 0,-1 0 0 0 0,1 0 0 0 0,-1 1 0 0 0,0-1 0 0 0,0 0 0 0 0,0 0 0 0 0,0 0 0 0 0,0 0 0 0 0,0 0 0 0 0,-1-1 0 0 0,1 1 0 0 0,-1 0 0 0 0,1 0-1 0 0,-1 0 1 0 0,0 0 0 0 0,0-1 0 0 0,0-2 0 0 0,-1-6-163 0 0,-1 0 0 0 0,-1 0 1 0 0,0 0-1 0 0,0 1 0 0 0,-6-13 0 0 0,-8-31-4113 0 0,16 39-1268 0 0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6:54.3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61 5121 0 0,'0'11'909'0'0,"0"0"0"0"0,1-1 0 0 0,0 1 0 0 0,1-1 0 0 0,4 14 0 0 0,-6-22-825 0 0,1 0 0 0 0,-1 0 0 0 0,1 0 1 0 0,0 0-1 0 0,-1-1 0 0 0,1 1 0 0 0,0 0 0 0 0,0-1 0 0 0,0 1 1 0 0,1-1-1 0 0,-1 1 0 0 0,0-1 0 0 0,0 1 0 0 0,1-1 0 0 0,-1 0 1 0 0,1 1-1 0 0,-1-1 0 0 0,1 0 0 0 0,0 0 0 0 0,-1 0 1 0 0,1-1-1 0 0,0 1 0 0 0,0 0 0 0 0,0-1 0 0 0,-1 1 0 0 0,1-1 1 0 0,0 1-1 0 0,0-1 0 0 0,0 0 0 0 0,0 0 0 0 0,0 0 0 0 0,0 0 1 0 0,0 0-1 0 0,0 0 0 0 0,0 0 0 0 0,-1-1 0 0 0,1 1 0 0 0,3-2 1 0 0,-3 1-87 0 0,1 0 1 0 0,0 0 0 0 0,0 0 0 0 0,-1-1-1 0 0,1 1 1 0 0,0-1 0 0 0,-1 1 0 0 0,0-1-1 0 0,1 0 1 0 0,-1 0 0 0 0,0 0 0 0 0,0 0-1 0 0,0-1 1 0 0,0 1 0 0 0,0-1 0 0 0,-1 1-1 0 0,1-1 1 0 0,-1 1 0 0 0,0-1 0 0 0,1 0-1 0 0,-1 0 1 0 0,0 0 0 0 0,-1 1 0 0 0,1-1-1 0 0,0 0 1 0 0,-1 0 0 0 0,0 0 0 0 0,0 0-1 0 0,0 0 1 0 0,0 0 0 0 0,0 0 0 0 0,0 0-1 0 0,-1 0 1 0 0,-1-5 0 0 0,1 3-17 0 0,0 0-1 0 0,-1 1 1 0 0,1-1 0 0 0,-1 0 0 0 0,0 1 0 0 0,0-1 0 0 0,-1 1-1 0 0,0 0 1 0 0,1 0 0 0 0,-1 0 0 0 0,0 0 0 0 0,-1 0 0 0 0,1 1-1 0 0,-1-1 1 0 0,0 1 0 0 0,0 0 0 0 0,0 0 0 0 0,0 0 0 0 0,0 1-1 0 0,-7-4 1 0 0,10 6-19 0 0,0 0-1 0 0,0 0 1 0 0,0 0-1 0 0,0 0 1 0 0,0 0-1 0 0,0 0 1 0 0,1 1-1 0 0,-1-1 1 0 0,0 0-1 0 0,0 0 1 0 0,0 1 0 0 0,0-1-1 0 0,1 0 1 0 0,-1 1-1 0 0,0-1 1 0 0,0 1-1 0 0,1-1 1 0 0,-1 1-1 0 0,0-1 1 0 0,1 1-1 0 0,-1 0 1 0 0,0-1-1 0 0,1 1 1 0 0,-1 0-1 0 0,1-1 1 0 0,-1 1-1 0 0,1 0 1 0 0,-1 0-1 0 0,1-1 1 0 0,0 1-1 0 0,0 0 1 0 0,-1 0 0 0 0,1 0-1 0 0,0 0 1 0 0,0 0-1 0 0,0-1 1 0 0,0 1-1 0 0,0 0 1 0 0,0 2-1 0 0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6:54.7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0 113 7834 0 0,'1'-1'440'0'0,"0"1"0"0"0,0 0 0 0 0,0 0 0 0 0,1 0 0 0 0,-1-1 0 0 0,0 1 0 0 0,0 0 0 0 0,0 1 0 0 0,0-1 0 0 0,0 0 0 0 0,0 0 0 0 0,0 0 0 0 0,1 1 0 0 0,-1-1 0 0 0,0 0 1 0 0,1 1 439 0 0,0 1-440 0 0,27 19 2219 0 0,-19-12-2397 0 0,0 1 1 0 0,-1 0 0 0 0,9 13-1 0 0,-31-42-587 0 0,-4-5 1088 0 0,-18-36 0 0 0,31 49-2317 0 0,-1 1 0 0 0,1-1 0 0 0,-4-21 0 0 0,4 11-4845 0 0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6:54.9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0 10594 0 0,'0'1'22'0'0,"-1"-1"1"0"0,1 1-1 0 0,0-1 0 0 0,0 1 0 0 0,0-1 0 0 0,0 1 0 0 0,0 0 0 0 0,-1-1 1 0 0,1 1-1 0 0,0-1 0 0 0,1 1 0 0 0,-1-1 0 0 0,0 1 0 0 0,0 0 0 0 0,0-1 1 0 0,0 1-1 0 0,0-1 0 0 0,0 1 0 0 0,1-1 0 0 0,-1 1 0 0 0,0-1 0 0 0,1 1 1 0 0,-1-1-1 0 0,0 1 0 0 0,1-1 0 0 0,-1 1 0 0 0,0-1 0 0 0,1 1 0 0 0,-1-1 0 0 0,1 1 1 0 0,19 29 1664 0 0,-13-19-979 0 0,53 93 2157 0 0,33 50-1017 0 0,-76-132-3434 0 0,0-1 1 0 0,27 27-1 0 0,-27-32-4260 0 0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6:55.2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133 2 3225 0 0,'-2'-1'177'0'0,"1"1"1"0"0,0 0 0 0 0,0 0-1 0 0,0 0 1 0 0,-1 0 0 0 0,1 0 0 0 0,0 0-1 0 0,0 0 1 0 0,0 0 0 0 0,-1 1-1 0 0,1-1 1 0 0,0 0 0 0 0,0 1-1 0 0,0-1 1 0 0,0 1 0 0 0,0-1 0 0 0,0 1-1 0 0,0-1 1 0 0,0 1 0 0 0,0 0-1 0 0,0 0 1 0 0,0-1 0 0 0,0 1-1 0 0,0 0 1 0 0,0 0 0 0 0,1 0 0 0 0,-1 0-1 0 0,0 0 1 0 0,1 0 0 0 0,-2 2-1 0 0,-25 40 2692 0 0,23-35-2300 0 0,-12 18 959 0 0,-14 35 1 0 0,26-50-1333 0 0,0-1 0 0 0,0 1 1 0 0,1-1-1 0 0,1 1 0 0 0,0 0 1 0 0,-2 20-1 0 0,4-30-180 0 0,0 1 1 0 0,0 0-1 0 0,0-1 0 0 0,0 1 0 0 0,0 0 1 0 0,1 0-1 0 0,-1-1 0 0 0,0 1 0 0 0,1 0 0 0 0,-1-1 1 0 0,1 1-1 0 0,0 0 0 0 0,-1-1 0 0 0,1 1 1 0 0,0-1-1 0 0,0 1 0 0 0,0-1 0 0 0,0 0 1 0 0,0 1-1 0 0,1-1 0 0 0,-1 0 0 0 0,0 0 0 0 0,0 0 1 0 0,3 2-1 0 0,-2-2 39 0 0,1-1 0 0 0,0 1 0 0 0,-1 0 0 0 0,1-1 0 0 0,0 1 0 0 0,0-1 0 0 0,-1 0 0 0 0,1 0 0 0 0,0 0 0 0 0,0 0 0 0 0,0 0 0 0 0,-1-1 0 0 0,5 0 0 0 0,7-3 162 0 0,0-1-1 0 0,0-1 0 0 0,-1 1 1 0 0,17-12-1 0 0,8-7-1156 0 0,-18 11-80 0 0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6:55.5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122 1 5985 0 0,'-4'0'168'0'0,"1"1"0"0"0,-1 0 0 0 0,1 0 1 0 0,-1 1-1 0 0,1-1 0 0 0,0 1 0 0 0,0-1 0 0 0,-1 1 0 0 0,1 0 0 0 0,0 1 0 0 0,0-1 0 0 0,1 0 0 0 0,-1 1 0 0 0,0-1 0 0 0,1 1 0 0 0,0 0 0 0 0,0 0 0 0 0,-4 6 0 0 0,-4 6 1025 0 0,1 0 0 0 0,-10 26-1 0 0,14-31-886 0 0,1-1 0 0 0,1 1 0 0 0,0 0 0 0 0,1 0-1 0 0,-1 0 1 0 0,2 0 0 0 0,0 1 0 0 0,-1 13 0 0 0,3-20-228 0 0,-1-1 0 0 0,0 1 1 0 0,1 0-1 0 0,0 0 0 0 0,0-1 0 0 0,0 1 0 0 0,0-1 0 0 0,1 1 1 0 0,-1-1-1 0 0,1 1 0 0 0,0-1 0 0 0,0 0 0 0 0,0 0 0 0 0,1 0 1 0 0,-1 0-1 0 0,0 0 0 0 0,1-1 0 0 0,0 1 0 0 0,0-1 1 0 0,0 1-1 0 0,0-1 0 0 0,0 0 0 0 0,0 0 0 0 0,1-1 0 0 0,-1 1 1 0 0,5 1-1 0 0,47 13-16 0 0,-43-14-46 0 0,0 1 0 0 0,0 1 0 0 0,-1 0 0 0 0,0 0 0 0 0,18 11 0 0 0,-27-14-12 0 0,-1 0-1 0 0,0 0 0 0 0,0 0 1 0 0,0 1-1 0 0,0-1 0 0 0,0 1 1 0 0,0-1-1 0 0,0 1 0 0 0,0-1 1 0 0,0 1-1 0 0,-1-1 0 0 0,1 1 1 0 0,-1 0-1 0 0,1-1 0 0 0,-1 1 0 0 0,0 0 1 0 0,1-1-1 0 0,-1 1 0 0 0,0 0 1 0 0,0 0-1 0 0,0-1 0 0 0,-1 1 1 0 0,1 0-1 0 0,0 0 0 0 0,-1-1 1 0 0,1 1-1 0 0,-1 0 0 0 0,1-1 1 0 0,-1 1-1 0 0,0-1 0 0 0,0 1 1 0 0,1-1-1 0 0,-1 1 0 0 0,-1 1 0 0 0,-5 8-249 0 0,0 0-1 0 0,-1-1 0 0 0,-11 13 0 0 0,17-20-32 0 0,-16 16-5683 0 0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01.48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83 87 4609 0 0,'0'-1'102'0'0,"-1"0"1"0"0,1 1-1 0 0,-1-1 0 0 0,1 1 0 0 0,-1-1 1 0 0,0 1-1 0 0,1-1 0 0 0,-1 1 0 0 0,0-1 1 0 0,0 1-1 0 0,1 0 0 0 0,-1-1 0 0 0,0 1 1 0 0,0 0-1 0 0,1 0 0 0 0,-1-1 0 0 0,0 1 1 0 0,0 0-1 0 0,0 0 0 0 0,0 0 0 0 0,1 0 1 0 0,-1 0-1 0 0,0 0 0 0 0,0 0 0 0 0,0 0 1 0 0,-1 1-1 0 0,-24 2 2718 0 0,24-2-2547 0 0,0 0 0 0 0,0 0-1 0 0,0 0 1 0 0,1 0 0 0 0,-1 0-1 0 0,0 0 1 0 0,0 1 0 0 0,1-1 0 0 0,-1 1-1 0 0,1-1 1 0 0,-1 1 0 0 0,1-1-1 0 0,0 1 1 0 0,-1 0 0 0 0,1 0-1 0 0,0 0 1 0 0,-1 3 0 0 0,0 0 38 0 0,1-1 1 0 0,0 1-1 0 0,0 0 0 0 0,0-1 1 0 0,1 1-1 0 0,-1 0 0 0 0,1 9 1 0 0,1-4-74 0 0,0 0 1 0 0,1 0-1 0 0,0-1 1 0 0,1 1-1 0 0,0 0 1 0 0,0-1-1 0 0,6 12 1 0 0,-6-16-213 0 0,0-1 0 0 0,1 1 0 0 0,-1-1 0 0 0,1 0 0 0 0,0 0 0 0 0,0 0 0 0 0,0-1 0 0 0,1 0 0 0 0,-1 1 1 0 0,1-1-1 0 0,0-1 0 0 0,-1 1 0 0 0,1-1 0 0 0,1 0 0 0 0,-1 0 0 0 0,0 0 0 0 0,0-1 0 0 0,1 0 1 0 0,-1 0-1 0 0,1 0 0 0 0,7 0 0 0 0,-5-1-160 0 0,0 0 1 0 0,0 0-1 0 0,0-1 0 0 0,0 0 1 0 0,0 0-1 0 0,0-1 1 0 0,0 0-1 0 0,0 0 0 0 0,-1-1 1 0 0,1 0-1 0 0,-1 0 1 0 0,0-1-1 0 0,0 0 0 0 0,8-5 1 0 0,-14 7 70 0 0,1 1-1 0 0,-1-1 1 0 0,1 0 0 0 0,-1 1-1 0 0,0-1 1 0 0,0 0 0 0 0,1 0 0 0 0,-1 0-1 0 0,0 0 1 0 0,-1 0 0 0 0,1 0 0 0 0,0 0-1 0 0,-1 0 1 0 0,1 0 0 0 0,-1 0-1 0 0,1 0 1 0 0,-1-1 0 0 0,0-3 0 0 0,-7-46 101 0 0,5 46-40 0 0,1-1 0 0 0,0 1-1 0 0,0 0 1 0 0,0-1-1 0 0,1 1 1 0 0,0 0-1 0 0,2-13 1 0 0,-2 18-6 0 0,0 1 0 0 0,0-1 0 0 0,0 1 0 0 0,1-1 0 0 0,-1 1 0 0 0,0-1 0 0 0,0 1 0 0 0,1-1 0 0 0,-1 1 0 0 0,0 0 0 0 0,1-1 0 0 0,-1 1 0 0 0,1-1 0 0 0,-1 1 0 0 0,0 0 0 0 0,1 0 0 0 0,-1-1 0 0 0,1 1 0 0 0,-1 0-1 0 0,1 0 1 0 0,-1-1 0 0 0,1 1 0 0 0,-1 0 0 0 0,1 0 0 0 0,-1 0 0 0 0,1 0 0 0 0,-1 0 0 0 0,1 0 0 0 0,0 0 0 0 0,-1 0 0 0 0,1 0 0 0 0,-1 0 0 0 0,1 0 0 0 0,-1 0 0 0 0,1 0 0 0 0,-1 0 0 0 0,1 0 0 0 0,-1 1 0 0 0,1-1 0 0 0,-1 0 0 0 0,1 0 0 0 0,-1 1 0 0 0,1-1 0 0 0,-1 0 0 0 0,0 1 0 0 0,1-1 0 0 0,-1 0 0 0 0,1 1 0 0 0,-1-1 0 0 0,1 1 0 0 0,26 23 84 0 0,-22-18 97 0 0,-2-4-16 0 0,1 1 0 0 0,-1-1 0 0 0,1 1 0 0 0,0-1 0 0 0,0 0 0 0 0,0-1-1 0 0,0 1 1 0 0,0-1 0 0 0,0 1 0 0 0,0-1 0 0 0,0-1 0 0 0,0 1 0 0 0,8 0 0 0 0,-9-1-91 0 0,0 0-1 0 0,0 0 1 0 0,0 0 0 0 0,0-1-1 0 0,0 1 1 0 0,0-1 0 0 0,-1 1-1 0 0,1-1 1 0 0,0 0 0 0 0,-1 0 0 0 0,1 0-1 0 0,0-1 1 0 0,-1 1 0 0 0,1-1-1 0 0,-1 1 1 0 0,0-1 0 0 0,1 0-1 0 0,-1 0 1 0 0,0 0 0 0 0,0 0-1 0 0,2-3 1 0 0,-4 2-85 0 0,0 0 0 0 0,0 1 0 0 0,0-1 0 0 0,0 0 0 0 0,0 0 1 0 0,-1 1-1 0 0,1-1 0 0 0,-1 0 0 0 0,0 1 0 0 0,1-1 0 0 0,-1 1 0 0 0,-1-1 0 0 0,1 1 0 0 0,0-1 0 0 0,-1 1 0 0 0,-2-4 1 0 0,-5-13-1339 0 0,7 12 732 0 0,1 0 1 0 0,0 1-1 0 0,0-1 0 0 0,1 0 0 0 0,0 1 0 0 0,0-11 0 0 0,2 1 577 0 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01.6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9218 0 0,'1'3'332'0'0,"1"0"1"0"0,0 1-1 0 0,0-1 1 0 0,0 0-1 0 0,0 0 1 0 0,0 0-1 0 0,1 0 1 0 0,4 4-1 0 0,3 4 293 0 0,4 9 590 0 0,-1 0 0 0 0,-1 1 0 0 0,0 1 0 0 0,9 25 0 0 0,-13-25-1538 0 0,-1 0 1 0 0,6 30 0 0 0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01.8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37 26 10138 0 0,'-2'-3'592'0'0,"0"1"-1"0"0,0-1 1 0 0,0 1 0 0 0,0 0-1 0 0,-1 0 1 0 0,1 0 0 0 0,-1 0-1 0 0,1 0 1 0 0,-6-2 0 0 0,8 4-563 0 0,0 0 0 0 0,0 0 1 0 0,0 0-1 0 0,-1 0 1 0 0,1-1-1 0 0,0 1 0 0 0,0 0 1 0 0,-1 0-1 0 0,1 0 1 0 0,0 0-1 0 0,0 0 0 0 0,-1 0 1 0 0,1 0-1 0 0,0 0 0 0 0,0 0 1 0 0,-1 0-1 0 0,1 0 1 0 0,0 0-1 0 0,0 0 0 0 0,-1 0 1 0 0,1 0-1 0 0,0 0 1 0 0,0 0-1 0 0,0 0 0 0 0,-1 0 1 0 0,1 0-1 0 0,0 1 1 0 0,0-1-1 0 0,-1 0 0 0 0,1 0 1 0 0,0 0-1 0 0,0 0 0 0 0,0 0 1 0 0,0 1-1 0 0,-1-1 1 0 0,1 0-1 0 0,0 1 0 0 0,6 17-1695 0 0,9 11-3365 0 0,-8-19 3207 0 0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02.0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8290 0 0,'0'7'3612'0'0,"8"26"-716"0"0,11 38 267 0 0,30 68 0 0 0,-1-41-3947 0 0,-32-71-1694 0 0,31 39 1 0 0,-42-59 1562 0 0,-3-4 384 0 0,1 0 1 0 0,-1 0-1 0 0,0 0 0 0 0,1 0 1 0 0,0-1-1 0 0,0 1 1 0 0,5 3-1 0 0,-2-4 364 0 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02.4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0 293 5065 0 0,'76'-64'2892'0'0,"-56"49"-2904"0"0,-1-1 1 0 0,0-1-1 0 0,27-33 1 0 0,-10-2-2244 0 0,-25 35 2098 0 0,1-1 1 0 0,24-26-1 0 0,-35 44 281 0 0,-1 0-1 0 0,0 0 1 0 0,1 0-1 0 0,-1 0 0 0 0,1 0 1 0 0,-1 0-1 0 0,1 1 1 0 0,-1-1-1 0 0,1 0 0 0 0,-1 0 1 0 0,0 0-1 0 0,1 0 0 0 0,-1 0 1 0 0,1 1-1 0 0,-1-1 1 0 0,0 0-1 0 0,1 0 0 0 0,-1 1 1 0 0,0-1-1 0 0,1 0 1 0 0,-1 1-1 0 0,0-1 0 0 0,1 0 1 0 0,-1 1-1 0 0,0-1 1 0 0,0 0-1 0 0,1 1 0 0 0,-1-1 1 0 0,0 1-1 0 0,0-1 0 0 0,0 0 1 0 0,1 1-1 0 0,-1-1 1 0 0,0 1-1 0 0,0-1 0 0 0,0 1 1 0 0,0-1-1 0 0,0 0 1 0 0,0 2-1 0 0,8 24 1326 0 0,-7-23-1104 0 0,16 70 1552 0 0,-13-52-1625 0 0,1 0 0 0 0,0 0 1 0 0,17 39-1 0 0,-21-59-300 0 0,-1 1-1 0 0,1-1 1 0 0,0 0 0 0 0,-1 1-1 0 0,1-1 1 0 0,0 0 0 0 0,0 1 0 0 0,0-1-1 0 0,0 0 1 0 0,0 0 0 0 0,0 0-1 0 0,0 0 1 0 0,0 0 0 0 0,0 0 0 0 0,1 0-1 0 0,-1 0 1 0 0,0-1 0 0 0,1 1-1 0 0,-1 0 1 0 0,2 0 0 0 0,-2-2-35 0 0,0 1 1 0 0,0 0 0 0 0,0-1-1 0 0,0 1 1 0 0,0-1 0 0 0,-1 1-1 0 0,1-1 1 0 0,0 1 0 0 0,0-1-1 0 0,0 0 1 0 0,-1 1-1 0 0,1-1 1 0 0,0 0 0 0 0,-1 0-1 0 0,1 0 1 0 0,-1 1 0 0 0,1-1-1 0 0,-1 0 1 0 0,1 0 0 0 0,-1 0-1 0 0,0 0 1 0 0,1 0 0 0 0,-1 0-1 0 0,0 0 1 0 0,0 0-1 0 0,1 0 1 0 0,-1 0 0 0 0,0 0-1 0 0,0 0 1 0 0,0-1 0 0 0,4-26-227 0 0,2 0 1 0 0,12-36 0 0 0,-15 56 390 0 0,0 1 0 0 0,1-1 0 0 0,-1 0 0 0 0,1 1 0 0 0,1 0 0 0 0,-1 0 1 0 0,1 0-1 0 0,1 1 0 0 0,-1-1 0 0 0,1 1 0 0 0,0 0 0 0 0,11-7 0 0 0,-16 12 20 0 0,0 0-1 0 0,0 0 0 0 0,0 1 1 0 0,0-1-1 0 0,0 1 1 0 0,0-1-1 0 0,0 1 0 0 0,0-1 1 0 0,0 1-1 0 0,0 0 0 0 0,1-1 1 0 0,-1 1-1 0 0,0 0 0 0 0,0 0 1 0 0,0 0-1 0 0,0 0 1 0 0,1 0-1 0 0,-1 0 0 0 0,0 0 1 0 0,0 0-1 0 0,0 1 0 0 0,0-1 1 0 0,0 0-1 0 0,1 1 0 0 0,-1-1 1 0 0,0 0-1 0 0,0 1 1 0 0,0 0-1 0 0,0-1 0 0 0,0 1 1 0 0,0 0-1 0 0,0-1 0 0 0,0 1 1 0 0,-1 0-1 0 0,1 0 0 0 0,0 0 1 0 0,1 1-1 0 0,2 5 369 0 0,0 0 0 0 0,-1 0 0 0 0,0 0 0 0 0,0 0 0 0 0,2 8 0 0 0,6 14-72 0 0,-1-13-738 0 0,2-1-259 0 0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02.8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110 0 6449 0 0,'-5'1'359'0'0,"-1"0"-1"0"0,1 1 1 0 0,0-1-1 0 0,0 1 1 0 0,0 0-1 0 0,0 0 1 0 0,0 1-1 0 0,0-1 1 0 0,0 1-1 0 0,1 0 1 0 0,-1 0-1 0 0,1 1 1 0 0,0-1-1 0 0,0 1 1 0 0,0 0-1 0 0,1 0 1 0 0,-1 0-1 0 0,1 1 1 0 0,-5 9-1 0 0,5-10-184 0 0,1 1 0 0 0,0 0 0 0 0,0 1 0 0 0,0-1 0 0 0,1 0 0 0 0,0 0 0 0 0,0 1-1 0 0,0-1 1 0 0,1 0 0 0 0,-1 1 0 0 0,1-1 0 0 0,1 1 0 0 0,-1-1 0 0 0,1 1 0 0 0,0-1-1 0 0,0 0 1 0 0,0 1 0 0 0,1-1 0 0 0,4 10 0 0 0,0-5-108 0 0,0 1 1 0 0,1-1-1 0 0,0 0 1 0 0,0-1-1 0 0,1 0 1 0 0,1 0-1 0 0,-1-1 1 0 0,2 1-1 0 0,-1-2 1 0 0,20 13-1 0 0,-23-17-30 0 0,-1 0 0 0 0,1 0-1 0 0,-1 0 1 0 0,1-1-1 0 0,0 0 1 0 0,0 0 0 0 0,0-1-1 0 0,0 1 1 0 0,0-1-1 0 0,0 0 1 0 0,0-1-1 0 0,1 0 1 0 0,-1 0 0 0 0,0 0-1 0 0,0-1 1 0 0,0 0-1 0 0,0 0 1 0 0,0 0 0 0 0,0-1-1 0 0,0 0 1 0 0,0 0-1 0 0,0 0 1 0 0,6-4 0 0 0,-10 4 9 0 0,0 1 0 0 0,1-1 0 0 0,-1 1 1 0 0,0-1-1 0 0,0 0 0 0 0,0 0 0 0 0,0 0 1 0 0,0 0-1 0 0,0-1 0 0 0,0 1 0 0 0,-1 0 1 0 0,1-1-1 0 0,-1 1 0 0 0,0-1 0 0 0,0 1 0 0 0,0-1 1 0 0,1-5-1 0 0,-1-19-800 0 0,-6-2-4293 0 0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03.16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 51 6449 0 0,'-1'0'130'0'0,"0"1"-1"0"0,1-1 0 0 0,-1 0 0 0 0,1 0 0 0 0,-1 0 1 0 0,0 1-1 0 0,1-1 0 0 0,-1 0 0 0 0,1 0 0 0 0,-1 1 1 0 0,1-1-1 0 0,-1 1 0 0 0,1-1 0 0 0,-1 0 1 0 0,1 1-1 0 0,-1-1 0 0 0,1 1 0 0 0,0-1 0 0 0,-1 1 1 0 0,1-1-1 0 0,0 1 0 0 0,-1 0 0 0 0,1-1 0 0 0,0 1 1 0 0,0-1-1 0 0,-1 1 0 0 0,1 0 0 0 0,0-1 1 0 0,0 1-1 0 0,0-1 0 0 0,0 1 0 0 0,0 0 0 0 0,0-1 1 0 0,0 1-1 0 0,0 0 0 0 0,0-1 0 0 0,0 1 0 0 0,1 1 1 0 0,6 23 2317 0 0,-4-21-2288 0 0,0 0 0 0 0,1-1 0 0 0,0 1 0 0 0,0-1 0 0 0,0 0 0 0 0,0 0 0 0 0,0-1 0 0 0,1 1 0 0 0,-1-1 0 0 0,1 0 0 0 0,0 0 0 0 0,-1 0 0 0 0,1 0 0 0 0,0-1 0 0 0,0 0 0 0 0,0 0 0 0 0,0-1 0 0 0,0 1 0 0 0,8-1 0 0 0,-10 0-86 0 0,1 0-1 0 0,-1 0 1 0 0,1 0-1 0 0,-1 0 1 0 0,0-1-1 0 0,1 0 1 0 0,-1 1-1 0 0,0-1 1 0 0,1 0-1 0 0,-1-1 1 0 0,0 1-1 0 0,0-1 1 0 0,0 1-1 0 0,0-1 1 0 0,0 0-1 0 0,0 0 1 0 0,0 0-1 0 0,-1 0 0 0 0,1-1 1 0 0,-1 1-1 0 0,1-1 1 0 0,-1 1-1 0 0,0-1 1 0 0,0 0-1 0 0,0 0 1 0 0,-1 0-1 0 0,1 0 1 0 0,-1 0-1 0 0,2-5 1 0 0,-3 6-60 0 0,1-1 0 0 0,-1 1 0 0 0,0-1 0 0 0,0 1 0 0 0,0-1 0 0 0,0 1 0 0 0,-1-1 0 0 0,1 1 0 0 0,-1-1 0 0 0,1 1 0 0 0,-1-1 1 0 0,0 1-1 0 0,0 0 0 0 0,0-1 0 0 0,0 1 0 0 0,0 0 0 0 0,-1 0 0 0 0,1 0 0 0 0,-1 0 0 0 0,1 0 0 0 0,-1 0 0 0 0,0 0 0 0 0,0 0 0 0 0,0 1 0 0 0,0-1 0 0 0,0 1 0 0 0,0-1 1 0 0,-4-1-1 0 0,1 0-61 0 0,0 1 0 0 0,0-1 1 0 0,-1 1-1 0 0,1 0 0 0 0,-1 0 0 0 0,1 1 1 0 0,-1 0-1 0 0,0 0 0 0 0,1 0 1 0 0,-1 0-1 0 0,-8 1 0 0 0,-18 5-5482 0 0,18-2-307 0 0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03.4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49 6449 0 0,'1'-4'174'0'0,"-1"0"0"0"0,1 1-1 0 0,0-1 1 0 0,0 1-1 0 0,0-1 1 0 0,0 1 0 0 0,0 0-1 0 0,1-1 1 0 0,0 1-1 0 0,2-3 1 0 0,-4 5-70 0 0,1 1 0 0 0,-1-1-1 0 0,1 1 1 0 0,-1-1 0 0 0,1 1 0 0 0,-1-1 0 0 0,1 1 0 0 0,0-1 0 0 0,-1 1-1 0 0,1-1 1 0 0,0 1 0 0 0,0 0 0 0 0,-1-1 0 0 0,1 1 0 0 0,0 0-1 0 0,0 0 1 0 0,-1 0 0 0 0,1 0 0 0 0,0 0 0 0 0,1 0 0 0 0,-1 0 76 0 0,1 0 0 0 0,-1 1 0 0 0,0-1 0 0 0,1 1 0 0 0,-1-1 0 0 0,0 1 0 0 0,1-1 0 0 0,-1 1 0 0 0,0 0 0 0 0,0 0 0 0 0,0 0 0 0 0,0 0 0 0 0,1 0 0 0 0,-1 0 0 0 0,0 1 0 0 0,12 13 620 0 0,-2 1-1 0 0,0 0 1 0 0,-1 0-1 0 0,11 25 0 0 0,-11-21-78 0 0,0-1 0 0 0,1-1 0 0 0,18 24-1 0 0,-2-12-2801 0 0,53 44-1 0 0,-63-59-3909 0 0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03.84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21 418 8754 0 0,'-16'0'666'0'0,"11"-6"-183"0"0,18-18 119 0 0,-11 21-555 0 0,79-110 355 0 0,57-90 278 0 0,-129 185-431 0 0,-6 12-53 0 0,0 0 0 0 0,-1 1 0 0 0,2-1 0 0 0,-1 1 0 0 0,1 0 0 0 0,-1 0 0 0 0,8-7 0 0 0,-8 28 4414 0 0,2 20-3334 0 0,-4-19-1122 0 0,1 0 1 0 0,0 0-1 0 0,1 0 0 0 0,1 0 0 0 0,7 18 0 0 0,-9-29-161 0 0,0 0 1 0 0,1 0 0 0 0,-1-1 0 0 0,1 1 0 0 0,1-1 0 0 0,-1 0 0 0 0,1 0 0 0 0,0 0 0 0 0,0 0 0 0 0,0-1 0 0 0,0 1 0 0 0,1-1 0 0 0,0 0 0 0 0,0-1 0 0 0,0 1-1 0 0,0-1 1 0 0,11 5 0 0 0,-15-8-43 0 0,0 1-1 0 0,0-1 1 0 0,0 0-1 0 0,1 1 0 0 0,-1-1 1 0 0,0 0-1 0 0,0 0 1 0 0,1 0-1 0 0,-1 0 0 0 0,0 0 1 0 0,1 0-1 0 0,-1 0 1 0 0,0 0-1 0 0,0-1 0 0 0,1 1 1 0 0,-1 0-1 0 0,0-1 1 0 0,0 1-1 0 0,0-1 0 0 0,0 1 1 0 0,1-1-1 0 0,0 0 1 0 0,0-1-40 0 0,0 0 0 0 0,-1 0 0 0 0,1 0 0 0 0,0 0 0 0 0,-1 0 0 0 0,1 0 1 0 0,-1-1-1 0 0,0 1 0 0 0,1 0 0 0 0,0-4 0 0 0,2-7-220 0 0,0-1 0 0 0,-1 1-1 0 0,1-20 1 0 0,-2 20 192 0 0,0-1 20 0 0,-2 7 151 0 0,1 1-1 0 0,0 0 1 0 0,0 0-1 0 0,0 0 1 0 0,1 0-1 0 0,-1 0 1 0 0,1 1-1 0 0,1-1 1 0 0,-1 0-1 0 0,1 1 1 0 0,6-9-1 0 0,-8 14 4 0 0,-1-1-1 0 0,1 1 1 0 0,-1 0 0 0 0,1 0-1 0 0,0-1 1 0 0,-1 1 0 0 0,1 0-1 0 0,0 0 1 0 0,-1 0 0 0 0,1 0-1 0 0,0 0 1 0 0,0 0 0 0 0,-1 0-1 0 0,1 0 1 0 0,0 0 0 0 0,-1 0-1 0 0,1 0 1 0 0,0 0 0 0 0,-1 1-1 0 0,1-1 1 0 0,0 0 0 0 0,-1 0 0 0 0,1 1-1 0 0,0-1 1 0 0,-1 0 0 0 0,1 1-1 0 0,-1-1 1 0 0,1 1 0 0 0,-1-1-1 0 0,1 1 1 0 0,-1-1 0 0 0,1 1-1 0 0,0 0 1 0 0,19 23 1042 0 0,-16-19-794 0 0,6 7-78 0 0,0 0 0 0 0,1-1-1 0 0,1 0 1 0 0,-1-1 0 0 0,2 0-1 0 0,20 12 1 0 0,21 2-6480 0 0,-25-14-579 0 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04.3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13363 0 0,'29'41'6793'0'0,"12"34"-4852"0"0,-22-37-1994 0 0,2-1 1 0 0,1-1-1 0 0,2-1 1 0 0,52 59-1 0 0,-72-91-387 0 0,9 10-359 0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04.62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1 230 3769 0 0,'3'-13'314'0'0,"1"1"0"0"0,1 0-1 0 0,12-22 1 0 0,-7 16 1124 0 0,2 0 1 0 0,0 1-1 0 0,1 1 0 0 0,1 0 0 0 0,0 1 0 0 0,30-24 0 0 0,-40 36-1074 0 0,0 1 0 0 0,0 0 0 0 0,0-1 0 0 0,0 2 0 0 0,0-1-1 0 0,0 0 1 0 0,0 1 0 0 0,0 0 0 0 0,1 0 0 0 0,4-1 0 0 0,-8 2-284 0 0,0 0 0 0 0,0 0-1 0 0,0 0 1 0 0,0 0 0 0 0,0 0 0 0 0,0 0 0 0 0,0 1 0 0 0,0-1 0 0 0,0 0-1 0 0,0 0 1 0 0,0 1 0 0 0,0-1 0 0 0,0 1 0 0 0,0-1 0 0 0,-1 0 0 0 0,1 1 0 0 0,0 0-1 0 0,0-1 1 0 0,0 1 0 0 0,0 0 0 0 0,0 0-42 0 0,-1 1 0 0 0,1-1 0 0 0,-1 0 0 0 0,1 0-1 0 0,-1 1 1 0 0,0-1 0 0 0,1 0 0 0 0,-1 0 0 0 0,0 1 0 0 0,0-1 0 0 0,0 0 0 0 0,0 1-1 0 0,0-1 1 0 0,0 0 0 0 0,-1 1 0 0 0,1-1 0 0 0,0 0 0 0 0,-1 1 0 0 0,0 1 0 0 0,-6 15 133 0 0,0-1 1 0 0,-2 1-1 0 0,0-1 1 0 0,0-1 0 0 0,-18 23-1 0 0,2-4-2364 0 0,4 0-3505 0 0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04.9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86 6913 0 0,'-3'-17'2147'0'0,"-4"31"554"0"0,-4 32 581 0 0,10-39-3194 0 0,1-1 1 0 0,0 1-1 0 0,0-1 0 0 0,0 1 0 0 0,1 0 0 0 0,0-1 1 0 0,0 1-1 0 0,1-1 0 0 0,0 0 0 0 0,0 1 0 0 0,0-1 1 0 0,1 0-1 0 0,0 0 0 0 0,0-1 0 0 0,1 1 0 0 0,-1-1 0 0 0,1 1 1 0 0,8 7-1 0 0,-9-10-90 0 0,0 0 0 0 0,0 0 0 0 0,0-1 0 0 0,1 0 0 0 0,-1 1-1 0 0,1-1 1 0 0,-1 0 0 0 0,1 0 0 0 0,0-1 0 0 0,-1 1 0 0 0,1-1 0 0 0,0 0 0 0 0,0 0 0 0 0,0 0 0 0 0,0-1 0 0 0,1 1 0 0 0,-1-1 0 0 0,0 0 0 0 0,0 0 0 0 0,0 0 0 0 0,0-1 0 0 0,0 0-1 0 0,0 1 1 0 0,0-1 0 0 0,0-1 0 0 0,0 1 0 0 0,0 0 0 0 0,0-1 0 0 0,-1 0 0 0 0,1 0 0 0 0,3-2 0 0 0,-2-1 124 0 0,1 1 0 0 0,-1-1 0 0 0,0 0 0 0 0,-1 0 0 0 0,1-1 0 0 0,-1 1 0 0 0,0-1 0 0 0,0 0 0 0 0,0 0 0 0 0,-1 0 0 0 0,0-1 0 0 0,-1 1 0 0 0,1-1 0 0 0,-1 0 0 0 0,0 1 0 0 0,-1-1 0 0 0,0 0 0 0 0,0 0 0 0 0,0 0 0 0 0,-1 0 0 0 0,0 0 0 0 0,0 0 0 0 0,-1 0 0 0 0,0 0 0 0 0,-3-13 0 0 0,2 15-83 0 0,1 0 0 0 0,-1-1 0 0 0,0 1-1 0 0,0 0 1 0 0,0 0 0 0 0,-1 0 0 0 0,0 1 0 0 0,0-1 0 0 0,0 0 0 0 0,-1 1-1 0 0,1 0 1 0 0,-1 0 0 0 0,0 0 0 0 0,-6-4 0 0 0,6 5-89 0 0,-1 1 1 0 0,1 0-1 0 0,0 0 1 0 0,-1 0-1 0 0,1 0 0 0 0,0 1 1 0 0,-1 0-1 0 0,0 0 1 0 0,1 0-1 0 0,-1 1 0 0 0,0-1 1 0 0,1 1-1 0 0,-1 0 1 0 0,0 1-1 0 0,0-1 1 0 0,1 1-1 0 0,-1 0 0 0 0,1 0 1 0 0,-6 2-1 0 0,-8 3-1693 0 0,2 2-4688 0 0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05.2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46 21 1376 0 0,'2'-3'-327'0'0,"4"-15"3485"0"0,-13 26-1484 0 0,-26 40 1183 0 0,31-46-2736 0 0,1 1 0 0 0,-1-1 1 0 0,1 1-1 0 0,0 0 0 0 0,0-1 1 0 0,0 1-1 0 0,0 0 1 0 0,0 0-1 0 0,0 0 0 0 0,1 0 1 0 0,-1 0-1 0 0,1 0 0 0 0,0 0 1 0 0,0 0-1 0 0,0 0 1 0 0,1 5-1 0 0,0-6-82 0 0,0-1-1 0 0,-1 0 1 0 0,1 0 0 0 0,0 0-1 0 0,0 0 1 0 0,0 0 0 0 0,0-1-1 0 0,0 1 1 0 0,0 0 0 0 0,0 0-1 0 0,0-1 1 0 0,0 1 0 0 0,0 0-1 0 0,0-1 1 0 0,0 1 0 0 0,1-1-1 0 0,-1 1 1 0 0,0-1 0 0 0,0 0-1 0 0,1 0 1 0 0,1 1 0 0 0,35 0 411 0 0,-13 0-84 0 0,-19 0-303 0 0,0 0-1 0 0,0 1 1 0 0,0-1-1 0 0,-1 1 1 0 0,1 0 0 0 0,0 1-1 0 0,-1-1 1 0 0,1 1-1 0 0,-1 0 1 0 0,9 8-1 0 0,-12-10-41 0 0,0 1 0 0 0,-1 0-1 0 0,1 0 1 0 0,-1 1-1 0 0,1-1 1 0 0,-1 0-1 0 0,0 0 1 0 0,0 1-1 0 0,0-1 1 0 0,0 1-1 0 0,0-1 1 0 0,0 1-1 0 0,-1-1 1 0 0,1 1-1 0 0,-1-1 1 0 0,1 1-1 0 0,-1 0 1 0 0,0-1-1 0 0,0 1 1 0 0,-1-1-1 0 0,1 1 1 0 0,0 0-1 0 0,-1-1 1 0 0,0 1-1 0 0,1-1 1 0 0,-1 1-1 0 0,-2 3 1 0 0,-2 5-601 0 0,-1 1 0 0 0,0-1 0 0 0,-1 0 0 0 0,0-1 1 0 0,-1 0-1 0 0,0 0 0 0 0,0 0 0 0 0,-1-1 0 0 0,0 0 0 0 0,-19 13 0 0 0,9-8-1211 0 0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06.1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200 225 2761 0 0,'0'-2'170'0'0,"-1"-1"0"0"0,1 1 1 0 0,0 0-1 0 0,-1 0 1 0 0,1 0-1 0 0,-1 0 1 0 0,0 0-1 0 0,0 0 1 0 0,0 0-1 0 0,0 0 1 0 0,0 0-1 0 0,0 0 0 0 0,0 0 1 0 0,-1 0-1 0 0,1 1 1 0 0,-1-1-1 0 0,1 0 1 0 0,-1 1-1 0 0,0-1 1 0 0,1 1-1 0 0,-1 0 1 0 0,0 0-1 0 0,0 0 0 0 0,0 0 1 0 0,0 0-1 0 0,-4-2 1 0 0,3 2-8 0 0,1 1 1 0 0,-1-1-1 0 0,0 0 0 0 0,1 1 1 0 0,-1-1-1 0 0,0 1 1 0 0,0 0-1 0 0,0 0 0 0 0,1 0 1 0 0,-1 0-1 0 0,0 1 1 0 0,0-1-1 0 0,0 1 0 0 0,1-1 1 0 0,-1 1-1 0 0,0 0 1 0 0,1 0-1 0 0,-1 1 1 0 0,1-1-1 0 0,-5 3 0 0 0,0 3 180 0 0,-1 1-1 0 0,1 0 1 0 0,1 0-1 0 0,0 0 1 0 0,0 1-1 0 0,0 0 1 0 0,1 0-1 0 0,1 1 1 0 0,-1 0 0 0 0,-4 18-1 0 0,-1 8 837 0 0,-10 61 0 0 0,19-90-1135 0 0,0-1 0 0 0,1 1 1 0 0,0 0-1 0 0,0-1 0 0 0,1 13 1 0 0,0-18-44 0 0,-1 0 0 0 0,0 0-1 0 0,0 0 1 0 0,0 0 0 0 0,1 0 0 0 0,-1-1 0 0 0,1 1 0 0 0,-1 0 0 0 0,0 0 0 0 0,1 0 0 0 0,0-1-1 0 0,-1 1 1 0 0,1 0 0 0 0,-1 0 0 0 0,1-1 0 0 0,0 1 0 0 0,-1-1 0 0 0,1 1 0 0 0,0-1 0 0 0,1 1 0 0 0,-1 0-9 0 0,0-1 0 0 0,0 0 1 0 0,1 0-1 0 0,-1 0 0 0 0,0 0 1 0 0,1 0-1 0 0,-1 0 0 0 0,0 0 1 0 0,0-1-1 0 0,1 1 0 0 0,-1 0 1 0 0,0-1-1 0 0,0 1 1 0 0,0-1-1 0 0,1 1 0 0 0,-1-1 1 0 0,0 0-1 0 0,0 1 0 0 0,1-2 1 0 0,5-3-5 0 0,-1 0 1 0 0,0 0-1 0 0,0-1 0 0 0,-1 0 1 0 0,1 0-1 0 0,-1 0 1 0 0,0-1-1 0 0,-1 0 0 0 0,0 1 1 0 0,0-2-1 0 0,0 1 1 0 0,-1 0-1 0 0,0-1 1 0 0,3-14-1 0 0,-1 1 164 0 0,-1-1-1 0 0,-1 0 1 0 0,-1 0-1 0 0,-1-25 1 0 0,0 35 622 0 0,2 11 60 0 0,5 17 566 0 0,2 3-1097 0 0,-7-15-268 0 0,0-1 0 0 0,0 1 0 0 0,1-1 0 0 0,0 0 0 0 0,-1 0 0 0 0,1 0 0 0 0,0 0 0 0 0,1-1 0 0 0,-1 0-1 0 0,0 1 1 0 0,8 1 0 0 0,53 11-355 0 0,-46-12 94 0 0,-17-3 219 0 0,-1 1 0 0 0,1-1-1 0 0,0 0 1 0 0,-1 0 0 0 0,1 0 0 0 0,-1 0-1 0 0,1-1 1 0 0,0 1 0 0 0,-1 0-1 0 0,1-1 1 0 0,-1 1 0 0 0,1-1-1 0 0,-1 1 1 0 0,1-1 0 0 0,-1 0-1 0 0,0 0 1 0 0,1 0 0 0 0,-1 1-1 0 0,0-1 1 0 0,0 0 0 0 0,1-1-1 0 0,-1 1 1 0 0,0 0 0 0 0,0 0-1 0 0,0 0 1 0 0,0-1 0 0 0,0 1-1 0 0,-1 0 1 0 0,1-1 0 0 0,0 1 0 0 0,-1-1-1 0 0,1-2 1 0 0,3-6 16 0 0,-1-1 1 0 0,-1 0 0 0 0,3-20-1 0 0,0 2-103 0 0,-2 15 57 0 0,2 0 0 0 0,0 0 0 0 0,10-20 0 0 0,-13 31 32 0 0,-1 0 0 0 0,1-1 0 0 0,0 1 0 0 0,0 0 0 0 0,0 0 0 0 0,0 0 0 0 0,1 1 0 0 0,-1-1 0 0 0,1 0 1 0 0,0 1-1 0 0,-1 0 0 0 0,1-1 0 0 0,0 1 0 0 0,0 0 0 0 0,1 1 0 0 0,-1-1 0 0 0,0 1 0 0 0,1-1 0 0 0,5-1 0 0 0,-8 4 24 0 0,1-1-1 0 0,0 0 1 0 0,0 0-1 0 0,-1 1 1 0 0,1-1-1 0 0,0 1 1 0 0,-1-1-1 0 0,1 1 1 0 0,0 0-1 0 0,-1 0 1 0 0,1 0-1 0 0,-1 0 0 0 0,1 0 1 0 0,-1 0-1 0 0,0 0 1 0 0,1 0-1 0 0,-1 1 1 0 0,0-1-1 0 0,0 0 1 0 0,0 1-1 0 0,1 1 1 0 0,23 39 632 0 0,-15-24-496 0 0,-10-18-153 0 0,0 1 0 0 0,1-1 0 0 0,-1 1 1 0 0,0-1-1 0 0,0 0 0 0 0,0 1 1 0 0,1-1-1 0 0,-1 0 0 0 0,0 1 1 0 0,1-1-1 0 0,-1 0 0 0 0,0 1 0 0 0,1-1 1 0 0,-1 0-1 0 0,0 0 0 0 0,1 1 1 0 0,-1-1-1 0 0,0 0 0 0 0,1 0 0 0 0,-1 0 1 0 0,1 0-1 0 0,-1 0 0 0 0,0 1 1 0 0,1-1-1 0 0,-1 0 0 0 0,1 0 1 0 0,-1 0-1 0 0,1 0 0 0 0,0 0 0 0 0,9-11 20 0 0,6-32-33 0 0,-8 22 28 0 0,-4 12 27 0 0,0 0 0 0 0,1 0 1 0 0,0 1-1 0 0,0 0 1 0 0,1 0-1 0 0,-1 1 0 0 0,2-1 1 0 0,-1 1-1 0 0,15-12 1 0 0,-20 19-44 0 0,0 0 0 0 0,-1-1 0 0 0,1 1 1 0 0,0 0-1 0 0,0 0 0 0 0,-1-1 0 0 0,1 1 1 0 0,0 0-1 0 0,0 0 0 0 0,-1 0 0 0 0,1 0 0 0 0,0 0 1 0 0,0 0-1 0 0,-1 0 0 0 0,1 0 0 0 0,0 1 1 0 0,0-1-1 0 0,-1 0 0 0 0,1 0 0 0 0,0 1 1 0 0,0-1-1 0 0,-1 0 0 0 0,1 1 0 0 0,0-1 0 0 0,-1 0 1 0 0,1 1-1 0 0,-1-1 0 0 0,1 1 0 0 0,0-1 1 0 0,-1 1-1 0 0,1 0 0 0 0,-1-1 0 0 0,1 2 1 0 0,17 26-337 0 0,-11-15-1093 0 0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06.57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275 360 456 0 0,'0'-1'392'0'0,"-1"0"1"0"0,0 0-1 0 0,-2-3 1177 0 0,2 3-1176 0 0,0 1-1 0 0,0-1 0 0 0,0 0 1 0 0,0 1-1 0 0,0-1 0 0 0,0 0 1 0 0,0 1-1 0 0,-1-1 0 0 0,1 1 1 0 0,0 0-1 0 0,0-1 0 0 0,0 1 1 0 0,-1 0-1 0 0,-1 0 0 0 0,1 0 41 0 0,-1 0-1 0 0,1 1 0 0 0,0-1 0 0 0,0 1 1 0 0,-1-1-1 0 0,1 1 0 0 0,0 0 1 0 0,0 0-1 0 0,0 0 0 0 0,-4 3 1 0 0,0 0 120 0 0,0 0 0 0 0,1 1 0 0 0,-1 0 1 0 0,1 1-1 0 0,0-1 0 0 0,-6 10 1 0 0,1-1-334 0 0,2 1 0 0 0,-1 1 0 0 0,2-1 0 0 0,0 1 0 0 0,1 1 0 0 0,0-1 0 0 0,2 1 0 0 0,0 0 0 0 0,-3 28 0 0 0,7-43-255 0 0,-1 0 0 0 0,1 0 0 0 0,0 0 0 0 0,0 0 0 0 0,0 0 0 0 0,0 0 0 0 0,0 0 0 0 0,1 0 0 0 0,-1 0 0 0 0,0 0 0 0 0,1 0 0 0 0,0 0 0 0 0,-1 0 0 0 0,1-1 0 0 0,0 1 0 0 0,0 0 0 0 0,0 0 0 0 0,0-1 0 0 0,1 1 0 0 0,-1-1 0 0 0,0 1 0 0 0,0-1 0 0 0,1 1 0 0 0,-1-1 0 0 0,1 0 0 0 0,0 0 0 0 0,-1 1 0 0 0,1-1 0 0 0,0 0 0 0 0,0-1 0 0 0,-1 1 0 0 0,1 0 0 0 0,0 0 0 0 0,0-1 0 0 0,3 1 0 0 0,-2-1-35 0 0,1 0 0 0 0,-1 0 0 0 0,0 0 0 0 0,0-1 0 0 0,0 1 0 0 0,0-1 0 0 0,0 0 0 0 0,0 0-1 0 0,0 0 1 0 0,0 0 0 0 0,0-1 0 0 0,0 1 0 0 0,0-1 0 0 0,-1 0 0 0 0,1 1 0 0 0,-1-1 0 0 0,1 0 0 0 0,-1-1 0 0 0,0 1-1 0 0,0 0 1 0 0,4-5 0 0 0,2-6-295 0 0,-1 0-1 0 0,-1 0 0 0 0,0-1 1 0 0,0 1-1 0 0,-1-1 1 0 0,-1 0-1 0 0,-1-1 0 0 0,0 1 1 0 0,0-1-1 0 0,-2 1 1 0 0,0-1-1 0 0,0 0 0 0 0,-1 0 1 0 0,-3-16-1 0 0,-1-1 234 0 0,-2 0-1 0 0,-1 0 0 0 0,-1 1 1 0 0,-2 0-1 0 0,-18-40 0 0 0,20 52 382 0 0,-1 1 0 0 0,-1 1 0 0 0,-1-1 1 0 0,-13-16-1 0 0,20 29 64 0 0,0 0 0 0 0,-1 0 0 0 0,0 1 1 0 0,0 0-1 0 0,0-1 0 0 0,0 2 1 0 0,-9-5-1 0 0,11 6-16 0 0,0 1 0 0 0,0 0 0 0 0,0 0 0 0 0,0 0 1 0 0,0 0-1 0 0,0 0 0 0 0,0 1 0 0 0,-1-1 0 0 0,1 1 0 0 0,0 0 0 0 0,0 0 1 0 0,-1 0-1 0 0,1 1 0 0 0,0-1 0 0 0,-6 2 0 0 0,8-1-141 0 0,-1-1-1 0 0,0 1 0 0 0,0 0 1 0 0,0 0-1 0 0,0 0 1 0 0,1 0-1 0 0,-1 0 1 0 0,0 0-1 0 0,1 0 1 0 0,-1 1-1 0 0,1-1 0 0 0,-1 0 1 0 0,1 1-1 0 0,0-1 1 0 0,0 1-1 0 0,0 0 1 0 0,0-1-1 0 0,0 1 0 0 0,-2 3 1 0 0,2-1-58 0 0,0 0 0 0 0,0 0 0 0 0,0 1 0 0 0,1-1 0 0 0,-1 0 0 0 0,1 1 0 0 0,0-1 0 0 0,1 8 0 0 0,1 2-67 0 0,1-1-1 0 0,0 1 1 0 0,1-1 0 0 0,10 22 0 0 0,-2-10 11 0 0,1-1 0 0 0,1-1 0 0 0,31 39 0 0 0,62 58 35 0 0,-73-84-82 0 0,24 25-59 0 0,11 11-655 0 0,-26-21-5303 0 0,-11-10-1256 0 0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07.1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54 215 9674 0 0,'-43'-7'1979'0'0,"43"7"-1905"0"0,-1 0 1 0 0,1-1 0 0 0,-1 1-1 0 0,1 0 1 0 0,-1 0-1 0 0,0-1 1 0 0,1 1-1 0 0,-1 0 1 0 0,1 0 0 0 0,-1-1-1 0 0,1 1 1 0 0,-1-1-1 0 0,1 1 1 0 0,0 0-1 0 0,-1-1 1 0 0,1 1 0 0 0,-1-1-1 0 0,1 1 1 0 0,0-1-1 0 0,-1 1 1 0 0,1-1-1 0 0,0 1 1 0 0,0-2 0 0 0,0 1 28 0 0,0 1 0 0 0,1-1 0 0 0,-1 0 1 0 0,1 0-1 0 0,-1 0 0 0 0,1 1 0 0 0,-1-1 1 0 0,1 0-1 0 0,0 1 0 0 0,-1-1 0 0 0,1 0 1 0 0,0 1-1 0 0,-1-1 0 0 0,1 1 0 0 0,0-1 1 0 0,0 1-1 0 0,0-1 0 0 0,0 1 0 0 0,-1 0 1 0 0,1-1-1 0 0,1 1 0 0 0,1-1 15 0 0,0 0 1 0 0,0 0-1 0 0,0 1 1 0 0,0-1-1 0 0,0 1 1 0 0,-1-1-1 0 0,1 1 0 0 0,0 0 1 0 0,0 1-1 0 0,0-1 1 0 0,0 0-1 0 0,0 1 1 0 0,0-1-1 0 0,0 1 0 0 0,0 0 1 0 0,0 0-1 0 0,-1 0 1 0 0,1 1-1 0 0,0-1 1 0 0,-1 0-1 0 0,5 4 0 0 0,6 5 388 0 0,-1 0 0 0 0,23 23 0 0 0,-12-10 153 0 0,-19-19-613 0 0,0-1 0 0 0,1 0 1 0 0,-1 0-1 0 0,1 0 0 0 0,-1 0 0 0 0,1 0 0 0 0,0-1 0 0 0,0 0 0 0 0,6 2 0 0 0,-9-4-43 0 0,-1 0 1 0 0,0 1-1 0 0,0-1 1 0 0,0 0-1 0 0,0 0 1 0 0,1 0-1 0 0,-1 0 1 0 0,0-1-1 0 0,0 1 1 0 0,0 0-1 0 0,0 0 1 0 0,0-1-1 0 0,1 1 0 0 0,-1-1 1 0 0,0 1-1 0 0,0-1 1 0 0,0 1-1 0 0,1-2 1 0 0,0 1 5 0 0,-1-1-1 0 0,0 0 1 0 0,0 1 0 0 0,1-1 0 0 0,-1 0 0 0 0,0 1 0 0 0,-1-1-1 0 0,1 0 1 0 0,0 0 0 0 0,0 0 0 0 0,-1 0 0 0 0,1 0 0 0 0,-1 0-1 0 0,1-3 1 0 0,1-17 277 0 0,-2-1 1 0 0,-1-27-1 0 0,0 35-202 0 0,0 0 0 0 0,1 0 0 0 0,0 1 1 0 0,1-1-1 0 0,1 0 0 0 0,1 1 0 0 0,7-27 1 0 0,-9 40-84 0 0,-1-1 0 0 0,1 1 0 0 0,0-1 0 0 0,0 1 0 0 0,0-1 0 0 0,0 1 0 0 0,0-1 0 0 0,0 1 0 0 0,0 0 1 0 0,0 0-1 0 0,1-1 0 0 0,-1 1 0 0 0,0 0 0 0 0,1 0 0 0 0,-1 0 0 0 0,1 1 0 0 0,-1-1 0 0 0,1 0 0 0 0,0 0 1 0 0,-1 1-1 0 0,1-1 0 0 0,0 1 0 0 0,-1 0 0 0 0,1-1 0 0 0,0 1 0 0 0,-1 0 0 0 0,1 0 0 0 0,0 0 1 0 0,0 0-1 0 0,-1 0 0 0 0,1 0 0 0 0,0 1 0 0 0,-1-1 0 0 0,1 1 0 0 0,0-1 0 0 0,1 2 0 0 0,9 2 6 0 0,0 1 0 0 0,0 1-1 0 0,-1 0 1 0 0,12 8-1 0 0,-3-2-2 0 0,2 0-1474 0 0,0 1-3343 0 0,-5-3-2275 0 0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07.4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81 238 5065 0 0,'9'-14'1021'0'0,"-1"1"0"0"0,0-1 0 0 0,-1-1-1 0 0,0 1 1 0 0,6-22 0 0 0,-11 30-781 0 0,0 1 0 0 0,-1-1 0 0 0,0 0-1 0 0,0 0 1 0 0,0 0 0 0 0,0 0 0 0 0,-1 0 0 0 0,0 0 0 0 0,-1 0-1 0 0,1 0 1 0 0,-1 0 0 0 0,0 0 0 0 0,0 0 0 0 0,-1 1 0 0 0,0-1 0 0 0,0 0-1 0 0,-4-7 1 0 0,5 12-185 0 0,1 0 0 0 0,-1-1 0 0 0,0 1-1 0 0,0 0 1 0 0,0 0 0 0 0,0 0 0 0 0,0 0 0 0 0,0 0-1 0 0,0 0 1 0 0,0 0 0 0 0,0 0 0 0 0,0 0 0 0 0,0 1-1 0 0,-1-1 1 0 0,1 0 0 0 0,0 1 0 0 0,-1-1 0 0 0,1 1-1 0 0,-1-1 1 0 0,1 1 0 0 0,0 0 0 0 0,-1 0 0 0 0,-1-1-1 0 0,0 2 21 0 0,1-1-1 0 0,0 1 0 0 0,0-1 0 0 0,0 1 1 0 0,0 0-1 0 0,0 0 0 0 0,0 0 1 0 0,0 0-1 0 0,0 0 0 0 0,0 1 0 0 0,1-1 1 0 0,-1 0-1 0 0,-2 4 0 0 0,-3 1 90 0 0,1 1 1 0 0,1 0-1 0 0,0 1 0 0 0,0-1 1 0 0,0 1-1 0 0,-4 11 0 0 0,4-8-85 0 0,1 0 1 0 0,0 0-1 0 0,1 1 1 0 0,1-1-1 0 0,-1 1 0 0 0,2-1 1 0 0,0 1-1 0 0,0 15 0 0 0,1-23-87 0 0,0 0 0 0 0,1 0-1 0 0,0-1 1 0 0,0 1 0 0 0,0 0-1 0 0,0-1 1 0 0,0 1 0 0 0,1 0-1 0 0,-1-1 1 0 0,1 0 0 0 0,0 1-1 0 0,0-1 1 0 0,0 0 0 0 0,1 0-1 0 0,-1 0 1 0 0,1-1 0 0 0,-1 1-1 0 0,1 0 1 0 0,0-1 0 0 0,0 0-1 0 0,0 1 1 0 0,1-1 0 0 0,-1-1-1 0 0,0 1 1 0 0,1 0 0 0 0,-1-1-1 0 0,1 0 1 0 0,0 0 0 0 0,5 2-1 0 0,-3-2-281 0 0,1 0 1 0 0,-1 0-1 0 0,1-1 0 0 0,-1 0 0 0 0,0 0 1 0 0,1 0-1 0 0,-1-1 0 0 0,1 0 0 0 0,-1 0 1 0 0,12-4-1 0 0,6-4-5669 0 0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07.7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169 8 11602 0 0,'0'0'27'0'0,"0"-1"0"0"0,0 1 0 0 0,0 0 0 0 0,0-1 0 0 0,-1 1 0 0 0,1 0 0 0 0,0-1 0 0 0,0 1 0 0 0,0 0-1 0 0,-1-1 1 0 0,1 1 0 0 0,0 0 0 0 0,0-1 0 0 0,-1 1 0 0 0,1 0 0 0 0,0 0 0 0 0,0-1 0 0 0,-1 1 0 0 0,1 0-1 0 0,0 0 1 0 0,-1-1 0 0 0,1 1 0 0 0,-1 0 0 0 0,1 0 0 0 0,0 0 0 0 0,-1 0 0 0 0,1 0 0 0 0,0 0 0 0 0,-1 0-1 0 0,1 0 1 0 0,-1 0 0 0 0,1 0 0 0 0,0 0 0 0 0,-1 0 0 0 0,1 0 0 0 0,-1 0 0 0 0,1 0 0 0 0,0 0-1 0 0,-1 0 1 0 0,1 0 0 0 0,0 0 0 0 0,-1 1 0 0 0,1-1 0 0 0,0 0 0 0 0,-1 0 0 0 0,1 0 0 0 0,-1 1 0 0 0,-19 8 596 0 0,19-8-498 0 0,-9 5 274 0 0,0 1 1 0 0,1 1 0 0 0,0 0-1 0 0,0 0 1 0 0,0 1 0 0 0,1 0-1 0 0,0 0 1 0 0,1 1 0 0 0,0 0 0 0 0,-9 19-1 0 0,11-20-375 0 0,1 0 1 0 0,0 0-1 0 0,0 0 0 0 0,1 0 0 0 0,0 0 0 0 0,1 1 1 0 0,0-1-1 0 0,1 1 0 0 0,0-1 0 0 0,0 1 0 0 0,1 0 1 0 0,0 0-1 0 0,1-1 0 0 0,1 11 0 0 0,-2-19-63 0 0,0-1-1 0 0,0 1 1 0 0,0 0-1 0 0,0-1 1 0 0,1 1 0 0 0,-1 0-1 0 0,0-1 1 0 0,0 1-1 0 0,0 0 1 0 0,0-1-1 0 0,1 1 1 0 0,-1-1-1 0 0,0 1 1 0 0,1 0-1 0 0,-1-1 1 0 0,1 1 0 0 0,-1-1-1 0 0,0 1 1 0 0,1-1-1 0 0,-1 1 1 0 0,1-1-1 0 0,-1 1 1 0 0,1-1-1 0 0,0 0 1 0 0,-1 1 0 0 0,1-1-1 0 0,-1 0 1 0 0,1 1-1 0 0,0-1 1 0 0,0 0-1 0 0,1 0-64 0 0,-1-1 0 0 0,0 1 0 0 0,0-1 0 0 0,0 0 0 0 0,0 1 0 0 0,0-1 0 0 0,0 0 0 0 0,0 0 1 0 0,0 0-1 0 0,-1 0 0 0 0,1 0 0 0 0,0 1 0 0 0,0-2 0 0 0,-1 1 0 0 0,1-1 0 0 0,23-50-2070 0 0,-23 49 2205 0 0,10-26-443 0 0,-1 1 528 0 0,17-31 1 0 0,-24 53 167 0 0,0 0 0 0 0,0 1 0 0 0,1-1 1 0 0,-1 1-1 0 0,2 0 0 0 0,-1 0 0 0 0,0 0 1 0 0,1 1-1 0 0,0-1 0 0 0,0 1 0 0 0,8-5 1 0 0,-11 8-133 0 0,0 0 1 0 0,0 0 0 0 0,1 0 0 0 0,-1 0 0 0 0,1 1 0 0 0,-1-1 0 0 0,1 1 0 0 0,-1-1 0 0 0,1 1 0 0 0,-1 0 0 0 0,1 0 0 0 0,-1 0 0 0 0,1 0 0 0 0,0 0-1 0 0,-1 1 1 0 0,1-1 0 0 0,-1 1 0 0 0,4 1 0 0 0,-2 0-7 0 0,0 0 0 0 0,0 0 0 0 0,0 1-1 0 0,0-1 1 0 0,0 1 0 0 0,-1 0 0 0 0,1 0 0 0 0,-1 1-1 0 0,5 5 1 0 0,0 2 33 0 0,0 1-1 0 0,0 1 1 0 0,-1-1-1 0 0,-1 1 1 0 0,8 22-1 0 0,-4-5-107 0 0,-2-1 1 0 0,-2 1-1 0 0,0 1 1 0 0,-2-1-1 0 0,0 56 0 0 0,-5-62-46 0 0,0-1 0 0 0,-2 1-1 0 0,0 0 1 0 0,-2-1 0 0 0,0 1 0 0 0,-2-1-1 0 0,0-1 1 0 0,-11 23 0 0 0,14-37-106 0 0,0 0 1 0 0,-1 0-1 0 0,1 0 0 0 0,-2 0 1 0 0,1 0-1 0 0,-1-1 1 0 0,0 0-1 0 0,0 0 1 0 0,-1-1-1 0 0,0 0 0 0 0,0 0 1 0 0,-1-1-1 0 0,-10 7 1 0 0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18.2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530 23 8754 0 0,'-5'-3'477'0'0,"0"0"1"0"0,0 0 0 0 0,0 1-1 0 0,0-1 1 0 0,-1 1-1 0 0,1 1 1 0 0,-1-1-1 0 0,1 1 1 0 0,-1 0-1 0 0,1 0 1 0 0,-1 1 0 0 0,-8-1-1 0 0,5 2-131 0 0,0 0 0 0 0,0 1 0 0 0,1-1 1 0 0,-1 2-1 0 0,1-1 0 0 0,0 1 0 0 0,-12 6 0 0 0,2 0-87 0 0,1 2 0 0 0,1 0 0 0 0,0 0 0 0 0,0 2 0 0 0,1 0 0 0 0,-19 22 0 0 0,11-9-86 0 0,2 2 0 0 0,0 0-1 0 0,2 1 1 0 0,1 0 0 0 0,2 2 0 0 0,1 0 0 0 0,1 1-1 0 0,2 0 1 0 0,1 1 0 0 0,-9 45 0 0 0,0 33 11 0 0,5 1 0 0 0,5 0 0 0 0,5 1 0 0 0,5 0 0 0 0,5-1 0 0 0,23 139 0 0 0,16-43-427 0 0,-7-40-26 0 0,-36-162-111 0 0,1 1-1 0 0,-2-1 1 0 0,1 1 0 0 0,-1 0 0 0 0,0-1 0 0 0,0 1-1 0 0,-1-1 1 0 0,1 1 0 0 0,-2-1 0 0 0,-2 13 0 0 0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18.43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1 452 3225 0 0,'1'-11'506'0'0,"2"-1"0"0"0,-1 1 0 0 0,1-1 1 0 0,1 1-1 0 0,0 0 0 0 0,1 0 0 0 0,0 1 0 0 0,0-1 1 0 0,1 1-1 0 0,1 0 0 0 0,14-17 0 0 0,-11 16 135 0 0,0 1 0 0 0,1 0-1 0 0,0 1 1 0 0,1 0 0 0 0,22-12-1 0 0,70-30 2021 0 0,-37 19-1549 0 0,140-63 109 0 0,-164 78-2420 0 0,58-12 0 0 0,-53 18 207 0 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18.7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172 36 10138 0 0,'0'-3'261'0'0,"0"1"0"0"0,-1-1 0 0 0,1 0-1 0 0,-1 1 1 0 0,1-1 0 0 0,-1 1 0 0 0,0-1-1 0 0,0 1 1 0 0,0-1 0 0 0,0 1 0 0 0,-3-3 0 0 0,4 4-178 0 0,0 1 1 0 0,-1 0 0 0 0,1 0 0 0 0,0 0 0 0 0,-1-1 0 0 0,1 1-1 0 0,0 0 1 0 0,-1 0 0 0 0,1 0 0 0 0,0 0 0 0 0,-1-1 0 0 0,1 1-1 0 0,0 0 1 0 0,-1 0 0 0 0,1 0 0 0 0,-1 0 0 0 0,1 0 0 0 0,0 0 0 0 0,-1 0-1 0 0,1 0 1 0 0,-1 0 0 0 0,1 0 0 0 0,0 0 0 0 0,-1 1 0 0 0,1-1-1 0 0,0 0 1 0 0,-1 0 0 0 0,0 0 0 0 0,-13 16 1333 0 0,-6 16-1114 0 0,1 0 0 0 0,2 1 1 0 0,2 1-1 0 0,1 0 0 0 0,1 1 1 0 0,3 1-1 0 0,0 0 0 0 0,-5 47 1 0 0,13-65-180 0 0,2 1 0 0 0,0-1 1 0 0,1 0-1 0 0,1 0 0 0 0,0 1 1 0 0,2-1-1 0 0,0-1 0 0 0,7 19 1 0 0,-8-27-330 0 0,0 0-1 0 0,1 1 1 0 0,0-2 0 0 0,1 1-1 0 0,0 0 1 0 0,0-1 0 0 0,1 0-1 0 0,0 0 1 0 0,0-1 0 0 0,1 1-1 0 0,0-1 1 0 0,0-1 0 0 0,1 0-1 0 0,0 0 1 0 0,0 0 0 0 0,13 6-1 0 0,-2-5-6186 0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19.0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42 11058 0 0,'1'-1'143'0'0,"-1"-1"-1"0"0,1 0 0 0 0,0 1 1 0 0,0-1-1 0 0,0 1 0 0 0,0-1 1 0 0,0 1-1 0 0,0 0 0 0 0,0-1 1 0 0,1 1-1 0 0,-1 0 0 0 0,0 0 1 0 0,1 0-1 0 0,-1 0 0 0 0,1 0 1 0 0,-1 0-1 0 0,1 0 0 0 0,2-1 1 0 0,31-13 2057 0 0,-32 15-2077 0 0,0-1-1 0 0,0 1 1 0 0,0 0-1 0 0,0 0 0 0 0,-1 0 1 0 0,1 0-1 0 0,0 0 1 0 0,0 0-1 0 0,0 1 0 0 0,0-1 1 0 0,-1 1-1 0 0,1 0 0 0 0,0 0 1 0 0,-1 0-1 0 0,1 0 1 0 0,0 1-1 0 0,-1-1 0 0 0,1 1 1 0 0,-1-1-1 0 0,0 1 1 0 0,0 0-1 0 0,0 0 0 0 0,0 0 1 0 0,0 0-1 0 0,0 0 1 0 0,0 1-1 0 0,0-1 0 0 0,-1 0 1 0 0,1 1-1 0 0,-1-1 1 0 0,0 1-1 0 0,0 0 0 0 0,0-1 1 0 0,1 5-1 0 0,2 5 14 0 0,-1-1 0 0 0,-1 1 1 0 0,1 0-1 0 0,-2-1 0 0 0,0 1 0 0 0,0 0 0 0 0,-2 13 1 0 0,-2 1-18 0 0,-1-1 0 0 0,-1 1 1 0 0,-2-1-1 0 0,-17 44 1 0 0,-4 2-2738 0 0,19-51 1018 0 0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19.32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1 133 3169 0 0,'33'-45'145'0'0,"0"2"1644"0"0,-29 36-574 0 0,0 0 0 0 0,0 0 0 0 0,0 0 0 0 0,-1-10 4403 0 0,-10 32-1237 0 0,2 16-3890 0 0,1 1 0 0 0,1 62 0 0 0,3-75-319 0 0,2-1 0 0 0,0 1-1 0 0,1-1 1 0 0,1 0 0 0 0,0 0-1 0 0,14 32 1 0 0,-16-46-285 0 0,0 0 0 0 0,0 0 1 0 0,0 0-1 0 0,1 0 0 0 0,0 0 1 0 0,0 0-1 0 0,3 3 0 0 0,-5-6-24 0 0,1 0 0 0 0,-1 0-1 0 0,0 0 1 0 0,1 0 0 0 0,-1 0-1 0 0,1 0 1 0 0,-1-1 0 0 0,1 1 0 0 0,0 0-1 0 0,-1-1 1 0 0,1 1 0 0 0,-1-1-1 0 0,1 0 1 0 0,0 1 0 0 0,0-1-1 0 0,-1 0 1 0 0,1 0 0 0 0,0 0 0 0 0,-1 0-1 0 0,1 0 1 0 0,0-1 0 0 0,1 0-1 0 0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19.55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46 456 0 0,'-1'-8'-1133'0'0,"6"-30"14626"0"0,-4 38-13315 0 0,15 8 1774 0 0,3 8-981 0 0,0 1 1 0 0,-1 1 0 0 0,-2 1-1 0 0,0 0 1 0 0,0 1 0 0 0,17 31-1 0 0,-24-34-878 0 0,-1 0 0 0 0,0 1 0 0 0,-1-1 0 0 0,-1 2-1 0 0,0-1 1 0 0,-2 0 0 0 0,0 1 0 0 0,-1 0 0 0 0,-1 0 0 0 0,-1 0 0 0 0,-2 34-1 0 0,-3-10-555 0 0,-3 0 0 0 0,-1 0-1 0 0,-2 0 1 0 0,-17 43-1 0 0,13-46-6925 0 0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20.12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13 11522 0 0,'12'-2'6138'0'0,"22"-3"-6617"0"0,-26 4-600 0 0,0-1 0 0 0,-1 1 0 0 0,1 0 0 0 0,0 1-1 0 0,0 0 1 0 0,0 0 0 0 0,0 1 0 0 0,0 0 0 0 0,-1 0 0 0 0,1 1 0 0 0,8 2 0 0 0,-6 1 920 0 0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20.24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 0 456 0 0,'-9'23'711'0'0,"8"-20"284"0"0,0-1-1 0 0,0 1 1 0 0,1 0-1 0 0,0 0 1 0 0,-1 0 0 0 0,1-1-1 0 0,0 1 1 0 0,0 0-1 0 0,1 4 1 0 0,-1-6-638 0 0,1 0 0 0 0,-1 1 0 0 0,0-1 0 0 0,1 0 0 0 0,0 1 0 0 0,-1-1 0 0 0,1 0 0 0 0,0 0 1 0 0,-1 0-1 0 0,1 0 0 0 0,0 0 0 0 0,0 1 0 0 0,0-1 0 0 0,0-1 0 0 0,0 1 0 0 0,0 0 0 0 0,0 0 0 0 0,1 0 0 0 0,0 0 0 0 0,25 6-4632 0 0,-2-7 135 0 0,-12-3 1999 0 0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20.67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233 36 5529 0 0,'21'-33'524'0'0,"-19"30"-566"0"0,-15 20 268 0 0,-2 2 2160 0 0,1 1 0 0 0,1 0 0 0 0,1 1 0 0 0,-17 42 0 0 0,7 9-839 0 0,-70 405 1224 0 0,82-365-2892 0 0,1 3-2573 0 0,-6-41-3812 0 0,3-38 1752 0 0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21.09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208 88 7834 0 0,'-37'18'2536'0'0,"0"2"1"0"0,2 1-1 0 0,-59 45 1 0 0,93-66-2499 0 0,1 0 0 0 0,0 1 0 0 0,0-1 0 0 0,0 0 0 0 0,-1 0 0 0 0,1 0 0 0 0,0 0 0 0 0,0 0 0 0 0,0 0 0 0 0,0 0 1 0 0,-1 0-1 0 0,1 0 0 0 0,0 1 0 0 0,0-1 0 0 0,0 0 0 0 0,0 0 0 0 0,-1 0 0 0 0,1 0 0 0 0,0 1 0 0 0,0-1 0 0 0,0 0 0 0 0,0 0 0 0 0,0 0 0 0 0,0 1 0 0 0,0-1 0 0 0,0 0 0 0 0,0 0 1 0 0,0 0-1 0 0,-1 1 0 0 0,1-1 0 0 0,0 0 0 0 0,0 0 0 0 0,0 0 0 0 0,0 1 0 0 0,0-1 0 0 0,1 0 0 0 0,-1 0 0 0 0,0 0 0 0 0,0 1 0 0 0,0-1 0 0 0,0 0 0 0 0,0 0 0 0 0,0 0 0 0 0,0 1 1 0 0,0-1-1 0 0,1 0 0 0 0,11 2 902 0 0,20-5-318 0 0,-31 3-604 0 0,461-38 1170 0 0,-291 33-1078 0 0,823-45 160 0 0,-358-47-462 0 0,-438 71-849 0 0,-113 23-5232 0 0,-46 2-368 0 0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21.5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 14283 0 0,'0'-1'101'0'0,"1"1"1"0"0,-1 0-1 0 0,0 0 0 0 0,0-1 1 0 0,0 1-1 0 0,1 0 0 0 0,-1 0 1 0 0,0 0-1 0 0,1-1 0 0 0,-1 1 0 0 0,0 0 1 0 0,0 0-1 0 0,1 0 0 0 0,-1 0 1 0 0,0 0-1 0 0,1-1 0 0 0,-1 1 1 0 0,0 0-1 0 0,1 0 0 0 0,-1 0 1 0 0,0 0-1 0 0,1 0 0 0 0,-1 0 0 0 0,0 0 1 0 0,1 0-1 0 0,-1 0 0 0 0,0 0 1 0 0,1 0-1 0 0,-1 0 0 0 0,0 1 1 0 0,0-1-1 0 0,1 0 0 0 0,-1 0 1 0 0,0 0-1 0 0,1 0 0 0 0,-1 0 0 0 0,0 1 1 0 0,1-1-1 0 0,6 15 1320 0 0,0 20-509 0 0,2 352 542 0 0,-3-54-518 0 0,5-157-4666 0 0,-10-147-3310 0 0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21.96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56 73 6913 0 0,'-9'3'313'0'0,"5"-3"1"0"0,0 1 0 0 0,0 0 0 0 0,0 0-1 0 0,0 0 1 0 0,0 0 0 0 0,0 1 0 0 0,0 0 0 0 0,1 0 0 0 0,-1 0-1 0 0,-3 3 1 0 0,8-4-9 0 0,1-1 0 0 0,-1 0 0 0 0,1 1 0 0 0,0-1 0 0 0,0 0 0 0 0,-1 0 0 0 0,1 0 0 0 0,0 0 0 0 0,-1 0 0 0 0,1 0 0 0 0,0 0 0 0 0,-1-1 1 0 0,4 0-1 0 0,255-49 5057 0 0,-52 14-7420 0 0,-177 29-4537 0 0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22.16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 0 9218 0 0,'-2'3'355'0'0,"-1"-1"0"0"0,1 0 0 0 0,0 1 0 0 0,0-1 0 0 0,1 1 0 0 0,-1-1 0 0 0,0 1 0 0 0,1 0 0 0 0,0 0 0 0 0,-1 0 0 0 0,1 0 0 0 0,0 0 0 0 0,1 0 0 0 0,-1 0-1 0 0,0 0 1 0 0,1 0 0 0 0,0 0 0 0 0,0 0 0 0 0,0 1 0 0 0,0 3 0 0 0,1 13 538 0 0,1 0 0 0 0,5 22 0 0 0,-3-20-113 0 0,6 49 67 0 0,28 142-2561 0 0,-29-176-5227 0 0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23.04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64 236 8754 0 0,'-3'2'1456'0'0,"2"-1"-1274"0"0,1-1 0 0 0,0 1 0 0 0,0-1 0 0 0,-1 1 0 0 0,1-1 0 0 0,0 1 0 0 0,0-1 0 0 0,0 1 1 0 0,-1-1-1 0 0,1 1 0 0 0,0-1 0 0 0,0 1 0 0 0,0-1 0 0 0,0 1 0 0 0,0-1 0 0 0,0 1 0 0 0,0-1 0 0 0,0 1 0 0 0,0-1 0 0 0,0 1 0 0 0,1-1 0 0 0,-1 1 0 0 0,0-1 0 0 0,0 1 0 0 0,1 0 0 0 0,17 9 2247 0 0,26-3-802 0 0,-43-7-1537 0 0,20 2 489 0 0,-1-2 0 0 0,1 0 0 0 0,-1-2 0 0 0,40-7 0 0 0,-43 5-609 0 0,0-1-1 0 0,-1-1 0 0 0,1-1 0 0 0,-1 0 1 0 0,-1-1-1 0 0,0 0 0 0 0,0-2 0 0 0,0 1 0 0 0,-1-2 1 0 0,13-12-1 0 0,-21 17 279 0 0,3-1-1021 0 0,-1-1 1 0 0,0 0 0 0 0,0 0-1 0 0,-1-1 1 0 0,10-15-1 0 0,-16 22 621 0 0,0 0-1 0 0,0 0 1 0 0,0 0-1 0 0,0 0 1 0 0,-1 0-1 0 0,1 0 1 0 0,-1 0-1 0 0,1 0 1 0 0,-1 0-1 0 0,0 0 1 0 0,0 0-1 0 0,0 0 1 0 0,0 0-1 0 0,0 0 1 0 0,0 0-1 0 0,0 0 0 0 0,-1 0 1 0 0,1-1-1 0 0,-1 1 1 0 0,0 0-1 0 0,0 1 1 0 0,1-1-1 0 0,-1 0 1 0 0,0 0-1 0 0,-1 0 1 0 0,1 0-1 0 0,0 1 1 0 0,0-1-1 0 0,-1 1 1 0 0,1-1-1 0 0,-1 1 1 0 0,1-1-1 0 0,-1 1 1 0 0,0 0-1 0 0,0 0 1 0 0,1 0-1 0 0,-4-1 1 0 0,0-2 210 0 0,0 1 1 0 0,0 1-1 0 0,-1-1 1 0 0,0 1-1 0 0,1 0 1 0 0,-1 0-1 0 0,0 1 1 0 0,0-1 0 0 0,0 1-1 0 0,0 1 1 0 0,0-1-1 0 0,0 1 1 0 0,-10 1-1 0 0,6 0-14 0 0,-1 1 1 0 0,1 1-1 0 0,0 0 0 0 0,0 0 0 0 0,0 1 0 0 0,1 0 1 0 0,-12 7-1 0 0,-9 8 228 0 0,0 1 0 0 0,2 2 0 0 0,-39 38 0 0 0,65-58-225 0 0,-15 15 463 0 0,1 0 0 0 0,0 2-1 0 0,1-1 1 0 0,1 2-1 0 0,1 0 1 0 0,1 0 0 0 0,1 1-1 0 0,-11 30 1 0 0,18-42-269 0 0,1 1 1 0 0,1 0-1 0 0,0 0 1 0 0,0 0-1 0 0,0 1 1 0 0,2-1-1 0 0,-1 0 1 0 0,1 1-1 0 0,2 15 1 0 0,0-19-146 0 0,-1 0 0 0 0,1-1 0 0 0,0 1 0 0 0,1-1 0 0 0,0 1 0 0 0,0-1 0 0 0,0 0 0 0 0,1 0 0 0 0,0 0 0 0 0,0-1 0 0 0,0 1 0 0 0,1-1 0 0 0,-1 0 0 0 0,1 0 0 0 0,9 6 0 0 0,-3-3-47 0 0,1-1 1 0 0,1 0-1 0 0,-1-1 0 0 0,1-1 1 0 0,0 0-1 0 0,0 0 1 0 0,1-1-1 0 0,-1-1 0 0 0,1 0 1 0 0,0-1-1 0 0,0-1 0 0 0,0 0 1 0 0,27-2-1 0 0,-11-1-166 0 0,1-1 0 0 0,-1-2 0 0 0,0-1 0 0 0,-1-2 0 0 0,39-15 0 0 0,0-8-1629 0 0,-25 5-3658 0 0,-5 3-1127 0 0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23.39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56 33 5529 0 0,'-26'16'479'0'0,"10"-9"1126"0"0,3-8 3634 0 0,13 1-5134 0 0,0-1 0 0 0,0 1 0 0 0,0 0 0 0 0,0-1 0 0 0,0 1 0 0 0,0-1 0 0 0,0 1-1 0 0,0-1 1 0 0,0 1 0 0 0,0 0 0 0 0,0-1 0 0 0,1 1 0 0 0,-1-1 0 0 0,0 1 0 0 0,0 0 0 0 0,1-1 0 0 0,-1 1 0 0 0,0 0 0 0 0,0-1 0 0 0,1 1 0 0 0,-1 0-1 0 0,0-1 1 0 0,1 1 0 0 0,-1 0 0 0 0,0 0 0 0 0,1-1 0 0 0,-1 1 0 0 0,0 0 0 0 0,1 0 0 0 0,-1 0 0 0 0,1-1 0 0 0,0 1 0 0 0,14-10 382 0 0,0 4-164 0 0,0 1 0 0 0,0 0 1 0 0,0 1-1 0 0,0 1 0 0 0,1 1 0 0 0,-1 0 0 0 0,1 0 0 0 0,-1 2 0 0 0,17 1 0 0 0,39-4-2281 0 0,-47 1-4571 0 0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23.90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54 68 3209 0 0,'-11'-4'-152'0'0,"-32"-22"15246"0"0,44 26-15012 0 0,10-3 1428 0 0,10 1-722 0 0,-19 3-744 0 0,1-1 0 0 0,0 1 0 0 0,0 0 0 0 0,-1 0 1 0 0,1 0-1 0 0,0 0 0 0 0,-1 0 0 0 0,1 0 0 0 0,-1 1 0 0 0,1-1 0 0 0,-1 1 0 0 0,0 0 0 0 0,0 0 0 0 0,0 0 1 0 0,0 0-1 0 0,0 0 0 0 0,2 3 0 0 0,-1 0-65 0 0,0 0 0 0 0,0 0 1 0 0,-1 0-1 0 0,0 0 0 0 0,0 1 1 0 0,0-1-1 0 0,-1 1 0 0 0,1 6 1 0 0,0 8-371 0 0,0 1 0 0 0,-2-1 1 0 0,-4 35-1 0 0,-7 22-805 0 0,5-49 899 0 0,-2 56 0 0 0,9-94-36 0 0,1 0 0 0 0,0 0-1 0 0,0 0 1 0 0,4-11 0 0 0,4-14-488 0 0,20-150-797 0 0,-17 60 3922 0 0,-12 112-588 0 0,-2 19 618 0 0,1 23-495 0 0,2-3-1632 0 0,2-1-1 0 0,0 0 0 0 0,2-1 1 0 0,1 1-1 0 0,10 23 1 0 0,-15-41-419 0 0,1 0 1 0 0,1-1-1 0 0,-1 1 1 0 0,1-1-1 0 0,0 1 1 0 0,1-1-1 0 0,-1-1 1 0 0,1 1-1 0 0,0-1 1 0 0,1 1-1 0 0,-1-1 1 0 0,1-1-1 0 0,0 1 1 0 0,1-1-1 0 0,-1 0 1 0 0,1-1-1 0 0,-1 1 1 0 0,1-1-1 0 0,0-1 1 0 0,0 1-1 0 0,11 2 1 0 0,3-2-6591 0 0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24.5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106 243 2304 0 0,'-9'3'528'0'0,"0"0"0"0"0,0 0 0 0 0,0 0 0 0 0,-8 6 0 0 0,8-5 365 0 0,1 0-1 0 0,-1 0 1 0 0,1-1 0 0 0,-11 3-1 0 0,65-21 3272 0 0,6-2-3091 0 0,50-1 175 0 0,1 5 0 0 0,125 0 1 0 0,-63 5-239 0 0,20-4 441 0 0,346-70 1 0 0,-357 39-1019 0 0,-36 7-1567 0 0,-45 15-4621 0 0,-59 14-1057 0 0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25.31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169 156 6913 0 0,'-83'36'2040'0'0,"-3"-9"5761"0"0,95-31-7549 0 0,0-1-1 0 0,-1 0 1 0 0,0 0-1 0 0,15-13 0 0 0,-3 3-202 0 0,151-105 232 0 0,-124 73 3196 0 0,-47 50-3452 0 0,-1 0 1 0 0,1-1-1 0 0,0 1 1 0 0,0-1-1 0 0,-1 1 0 0 0,2 0 1 0 0,-1-1-1 0 0,0 1 1 0 0,1 0-1 0 0,-1-1 1 0 0,1 1-1 0 0,1 3 0 0 0,11 40-412 0 0,-6-31-361 0 0,0 1 1 0 0,1-1-1 0 0,1 0 1 0 0,0-1 0 0 0,1 0-1 0 0,22 24 1 0 0,-14-19-5364 0 0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25.70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10 3225 0 0,'-9'-10'784'0'0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26.5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128 202 2304 0 0,'-13'6'292'0'0,"1"1"0"0"0,1 0 0 0 0,-1 0-1 0 0,1 1 1 0 0,1 0 0 0 0,-1 1-1 0 0,1 0 1 0 0,1 1 0 0 0,0 0-1 0 0,-9 12 1 0 0,17-16 1316 0 0,11-11-504 0 0,11-11 113 0 0,36-43 912 0 0,74-68 1183 0 0,-115 113-2806 0 0,-6 6-76 0 0,0-1-1 0 0,0 1 1 0 0,-1-1 0 0 0,0-1 0 0 0,-1 0-1 0 0,0 0 1 0 0,9-16 0 0 0,-20 34-121 0 0,1-1 0 0 0,0 1 0 0 0,0 0 1 0 0,0 0-1 0 0,1 0 0 0 0,0 0 0 0 0,1 15 1 0 0,5 71-318 0 0,-1-41 128 0 0,3 68-243 0 0,3 100-8 0 0,-11-170-2101 0 0,-1-1-1 0 0,-13 69 1 0 0,12-105 1277 0 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7:26.84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76 108 1840 0 0,'-27'13'173'0'0,"-22"9"8528"0"0,113-42-1724 0 0,-1 3-3800 0 0,130-25-2264 0 0,-168 37-367 0 0,143-39-1111 0 0,-125 30-88 0 0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32.8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1350 348 3545 0 0,'0'-2'0'0'0,"3"-44"1296"0"0,15-89 1 0 0,-5 60-507 0 0,-10 52 745 0 0,13-44 0 0 0,-25 92 4823 0 0,-14 24-4153 0 0,-12 28-2247 0 0,5 12 78 0 0,4 1 0 0 0,-26 175 0 0 0,14-58 588 0 0,9-68-272 0 0,-40 169 537 0 0,47-228-745 0 0,-59 138 0 0 0,64-181-129 0 0,-134 307 515 0 0,134-295-492 0 0,-12 51 1 0 0,6-17 8 0 0,-106 263 833 0 0,102-273-843 0 0,3 2 0 0 0,3 0-1 0 0,-13 85 1 0 0,-28 106-36 0 0,-7-51 83 0 0,-30 97 64 0 0,66-167-148 0 0,-3 5 0 0 0,12-70 65 0 0,-63 217 470 0 0,77-248-417 0 0,2 1-1 0 0,-4 76 1 0 0,9-73-87 0 0,0-19-67 0 0,-2-1-1 0 0,-1 1 1 0 0,-2-1 0 0 0,-1 0-1 0 0,-1-1 1 0 0,-20 43-1 0 0,27-72-460 0 0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33.9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57 90 4145 0 0,'-5'-3'626'0'0,"0"-1"-1"0"0,0 1 1 0 0,1-1-1 0 0,-1 0 1 0 0,1 0 0 0 0,0 0-1 0 0,-6-8 1 0 0,9 10-242 0 0,-1 0 1 0 0,1 1-1 0 0,0-1 0 0 0,-1 0 1 0 0,1 0-1 0 0,0 0 1 0 0,0 0-1 0 0,0-1 0 0 0,0 1 1 0 0,1 0-1 0 0,-1 0 0 0 0,1 0 1 0 0,-1-1-1 0 0,1 1 1 0 0,0 0-1 0 0,0-1 0 0 0,-1 1 1 0 0,2 0-1 0 0,-1 0 0 0 0,0-1 1 0 0,0 1-1 0 0,2-3 1 0 0,2 18 4240 0 0,21 40-4145 0 0,-20-47-455 0 0,0-1 1 0 0,0 1 0 0 0,0-1 0 0 0,1 0 0 0 0,0-1 0 0 0,0 1 0 0 0,1-1 0 0 0,12 6 0 0 0,62 23-15 0 0,-41-18 1 0 0,83 35 14 0 0,238 62 1 0 0,-321-103-201 0 0,3 1-1333 0 0,78 8-1 0 0,-98-16-5817 0 0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34.3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87 28 3225 0 0,'-35'-13'546'0'0,"-16"-2"14570"0"0,76 36-14103 0 0,18 4-515 0 0,98 60 45 0 0,-120-71-542 0 0,0 2 1 0 0,-1 1-1 0 0,0 1 1 0 0,20 23-1 0 0,-39-39-1 0 0,1 0-1 0 0,0 0 0 0 0,0 1 0 0 0,-1-1 0 0 0,0 1 0 0 0,1-1 0 0 0,-1 1 0 0 0,0-1 0 0 0,0 1 0 0 0,0 0 0 0 0,0-1 0 0 0,-1 1 0 0 0,1 0 0 0 0,-1 0 0 0 0,0 0 0 0 0,0-1 0 0 0,0 1 0 0 0,0 0 0 0 0,-1 5 1 0 0,0-3 16 0 0,-1 0 1 0 0,0-1 0 0 0,0 1 0 0 0,0-1 0 0 0,0 1 0 0 0,-1-1-1 0 0,0 0 1 0 0,0 0 0 0 0,0 0 0 0 0,-6 5 0 0 0,-4 3 70 0 0,-2 0-1 0 0,0 0 1 0 0,0-2 0 0 0,-1 0 0 0 0,-17 8-1 0 0,3-4 256 0 0,-47 14-1 0 0,38-15-1979 0 0,1 2-3715 0 0,20-7-1244 0 0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35.1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14747 0 0,'8'10'260'0'0,"-1"0"-1"0"0,0 0 1 0 0,-1 1-1 0 0,0 0 1 0 0,-1 0-1 0 0,6 16 1 0 0,5 9 0 0 0,25 38-226 0 0,10 23-104 0 0,-51-94 100 0 0,-2-7-211 0 0,-3-15-617 0 0,8-12-503 0 0,2-1-1 0 0,1 1 1 0 0,13-41-1 0 0,16-34 1353 0 0,-33 100 118 0 0,1 0 1 0 0,-1 1 0 0 0,1-1 0 0 0,0 1 0 0 0,0 0 0 0 0,0 0-1 0 0,1 0 1 0 0,0 0 0 0 0,0 1 0 0 0,7-7 0 0 0,-9 9-56 0 0,0 1 0 0 0,-1 0 1 0 0,1 0-1 0 0,0 0 0 0 0,0 0 1 0 0,0 0-1 0 0,0 0 0 0 0,0 1 1 0 0,1-1-1 0 0,-1 0 0 0 0,0 1 1 0 0,0 0-1 0 0,0 0 0 0 0,0-1 1 0 0,1 1-1 0 0,-1 1 0 0 0,0-1 1 0 0,0 0-1 0 0,0 0 0 0 0,1 1 1 0 0,-1-1-1 0 0,0 1 0 0 0,0 0 1 0 0,0 0-1 0 0,0 0 0 0 0,0 0 1 0 0,0 0-1 0 0,0 0 0 0 0,-1 0 1 0 0,1 1-1 0 0,0-1 0 0 0,1 2 1 0 0,4 5 70 0 0,0-1 0 0 0,0 1 0 0 0,-1 0 0 0 0,-1 1 0 0 0,1 0 0 0 0,-1 0 0 0 0,-1 0 0 0 0,0 0 0 0 0,0 1 0 0 0,-1-1 0 0 0,0 1 0 0 0,2 11 0 0 0,-3-10 3 0 0,1 0-1 0 0,1 0 0 0 0,-1-1 1 0 0,2 1-1 0 0,-1-1 1 0 0,1 0-1 0 0,1 0 1 0 0,0-1-1 0 0,13 17 0 0 0,-18-25-184 0 0,-1 0 0 0 0,1 0 0 0 0,0-1 0 0 0,-1 1 0 0 0,1 0 0 0 0,0 0 0 0 0,0-1 0 0 0,0 1 0 0 0,0 0 0 0 0,-1-1 0 0 0,1 1-1 0 0,0-1 1 0 0,0 1 0 0 0,0-1 0 0 0,0 1 0 0 0,0-1 0 0 0,0 0 0 0 0,1 1 0 0 0,-1-1 0 0 0,0 0 0 0 0,0 0 0 0 0,0 0 0 0 0,0 0 0 0 0,0 0-1 0 0,0 0 1 0 0,0 0 0 0 0,0 0 0 0 0,0 0 0 0 0,0-1 0 0 0,1 1 0 0 0,-1 0 0 0 0,0-1 0 0 0,0 1 0 0 0,0-1 0 0 0,0 1 0 0 0,-1-1 0 0 0,1 0 0 0 0,0 1-1 0 0,0-1 1 0 0,0 0 0 0 0,0 1 0 0 0,-1-1 0 0 0,1 0 0 0 0,0 0 0 0 0,-1 0 0 0 0,1 0 0 0 0,0 0 0 0 0,-1 0 0 0 0,1 0 0 0 0,0-2 0 0 0,4-7 46 0 0,-1-1 0 0 0,0 0 0 0 0,-1 0 0 0 0,3-13 1 0 0,-1 4 8 0 0,-3 13-46 0 0,30-78 280 0 0,-29 78-270 0 0,0 0 0 0 0,1 0 0 0 0,0 1-1 0 0,0 0 1 0 0,0 0 0 0 0,1 0 0 0 0,0 0 0 0 0,0 1 0 0 0,10-9 0 0 0,-13 13-14 0 0,0 0 0 0 0,0-1 0 0 0,0 1 0 0 0,0 0 0 0 0,-1 0 0 0 0,2 0 0 0 0,-1 1 1 0 0,0-1-1 0 0,0 0 0 0 0,0 1 0 0 0,0 0 0 0 0,0-1 0 0 0,0 1 0 0 0,1 0 1 0 0,-1 0-1 0 0,0 0 0 0 0,0 0 0 0 0,0 0 0 0 0,1 1 0 0 0,-1-1 0 0 0,2 1 0 0 0,0 1 25 0 0,-1 0 0 0 0,0 0 0 0 0,0 0 0 0 0,0 0-1 0 0,0 0 1 0 0,0 0 0 0 0,-1 1 0 0 0,1-1-1 0 0,-1 1 1 0 0,0 0 0 0 0,4 5 0 0 0,2 5 62 0 0,-1 0 0 0 0,-1 0 1 0 0,0 1-1 0 0,-1 0 1 0 0,4 17-1 0 0,-2-5-1491 0 0,2-1 0 0 0,16 33 0 0 0,-19-43 1359 0 0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35.4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0 114 5065 0 0,'3'-2'1369'0'0,"-2"1"-1198"0"0,-1 1 0 0 0,0 0 0 0 0,1 0 0 0 0,-1-1 0 0 0,1 1 0 0 0,-1 0 1 0 0,1 0-1 0 0,-1 0 0 0 0,1 0 0 0 0,-1 0 0 0 0,0-1 0 0 0,1 1 0 0 0,-1 0 0 0 0,1 0 0 0 0,-1 0 0 0 0,1 0 1 0 0,-1 1-1 0 0,1-1 0 0 0,-1 0 0 0 0,1 0 0 0 0,5 4 2395 0 0,-6-4-2395 0 0,0 1 1 0 0,1 0-1 0 0,23 25 4389 0 0,-13-13-3923 0 0,-8-10-615 0 0,0-1 0 0 0,0 0 1 0 0,1 0-1 0 0,-1 0 0 0 0,1-1 1 0 0,-1 1-1 0 0,1-1 0 0 0,0 1 0 0 0,0-1 1 0 0,7 1-1 0 0,-10-2-15 0 0,0 0-1 0 0,0 0 1 0 0,0 0 0 0 0,0 0-1 0 0,0 0 1 0 0,0 0-1 0 0,0 0 1 0 0,0 0 0 0 0,0 0-1 0 0,0 0 1 0 0,0 0-1 0 0,0-1 1 0 0,-1 1 0 0 0,1-1-1 0 0,0 1 1 0 0,0 0 0 0 0,0-1-1 0 0,0 1 1 0 0,0-1-1 0 0,-1 0 1 0 0,1 1 0 0 0,0-1-1 0 0,0 0 1 0 0,-1 1 0 0 0,1-1-1 0 0,0 0 1 0 0,-1 0-1 0 0,1 1 1 0 0,-1-1 0 0 0,1 0-1 0 0,-1 0 1 0 0,0 0-1 0 0,1 0 1 0 0,-1 0 0 0 0,0 0-1 0 0,0 0 1 0 0,1 0 0 0 0,-1 0-1 0 0,0 0 1 0 0,0 0-1 0 0,0 0 1 0 0,0 0 0 0 0,0 0-1 0 0,0 0 1 0 0,-1 0 0 0 0,1 1-1 0 0,0-1 1 0 0,-1-1-1 0 0,-1-9 218 0 0,0 1-1 0 0,-1 0 1 0 0,0 0-1 0 0,-1 0 0 0 0,0 1 1 0 0,-6-11-1 0 0,7 15-203 0 0,0-1 0 0 0,0 1 0 0 0,-1 0 0 0 0,0 0 0 0 0,0 0 0 0 0,-1 0 1 0 0,1 0-1 0 0,-1 1 0 0 0,0 0 0 0 0,0 0 0 0 0,-7-3 0 0 0,11 6-156 0 0,0 0 1 0 0,-1 1 0 0 0,1-1 0 0 0,0 1-1 0 0,-1-1 1 0 0,1 1 0 0 0,0 0-1 0 0,-1 0 1 0 0,1 0 0 0 0,-1-1-1 0 0,1 1 1 0 0,0 0 0 0 0,-1 1 0 0 0,1-1-1 0 0,-1 0 1 0 0,1 0 0 0 0,0 1-1 0 0,-1-1 1 0 0,1 0 0 0 0,0 1-1 0 0,-3 1 1 0 0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35.7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1 294 4145 0 0,'31'0'4105'0'0,"33"4"0"0"0,-51-2-3443 0 0,-1 1-1 0 0,0-1 1 0 0,0 2 0 0 0,0 0-1 0 0,19 9 1 0 0,-35-16-519 0 0,1 1-1 0 0,-1-1 1 0 0,1 0 0 0 0,0 0-1 0 0,0 0 1 0 0,0 0 0 0 0,1 0-1 0 0,-1-1 1 0 0,1 1 0 0 0,0-1-1 0 0,-1 0 1 0 0,2 0 0 0 0,-1 0-1 0 0,0 0 1 0 0,1 0 0 0 0,0 0-1 0 0,0 0 1 0 0,0 0 0 0 0,0 0-1 0 0,1-1 1 0 0,0 1 0 0 0,-1 0 0 0 0,2 0-1 0 0,-1-6 1 0 0,1-4 326 0 0,1 1-1 0 0,0-1 1 0 0,0 0 0 0 0,1 1 0 0 0,1 0-1 0 0,7-19 1 0 0,-4 17-966 0 0,0 1 0 0 0,1 0 1 0 0,0 0-1 0 0,1 0 0 0 0,12-13 0 0 0,-4 10-6828 0 0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36.1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51 280 5529 0 0,'-15'2'4100'0'0,"31"-15"2792"0"0,1 1-7227 0 0,-7 3 557 0 0,0-1 0 0 0,-1 0 0 0 0,0-1 0 0 0,-1 0 0 0 0,0 0 0 0 0,0 0 0 0 0,-1-1-1 0 0,6-14 1 0 0,-11 22-222 0 0,0-1-1 0 0,0 1 0 0 0,-1-1 0 0 0,1 1 0 0 0,-1-1 0 0 0,0 0 0 0 0,0 0 0 0 0,-1 1 1 0 0,1-1-1 0 0,-1 0 0 0 0,0 0 0 0 0,0 0 0 0 0,-1 0 0 0 0,1 1 0 0 0,-1-1 0 0 0,0 0 1 0 0,0 0-1 0 0,-1 1 0 0 0,0-1 0 0 0,1 1 0 0 0,-2-1 0 0 0,1 1 0 0 0,0 0 0 0 0,-1 0 1 0 0,0 0-1 0 0,-4-5 0 0 0,5 7 2 0 0,1 1 1 0 0,-1-1 0 0 0,0 1-1 0 0,0-1 1 0 0,0 1-1 0 0,0 0 1 0 0,0 0 0 0 0,0-1-1 0 0,0 1 1 0 0,0 1-1 0 0,0-1 1 0 0,-1 0-1 0 0,1 1 1 0 0,0-1 0 0 0,-1 1-1 0 0,1-1 1 0 0,0 1-1 0 0,-1 0 1 0 0,1 0-1 0 0,-1 0 1 0 0,1 1 0 0 0,0-1-1 0 0,-5 1 1 0 0,3 1 19 0 0,0 0 1 0 0,0 0-1 0 0,0 0 1 0 0,0 0-1 0 0,0 0 0 0 0,1 1 1 0 0,-1 0-1 0 0,1 0 1 0 0,-1 0-1 0 0,1 0 1 0 0,0 0-1 0 0,-3 5 1 0 0,2-3 6 0 0,1 0 0 0 0,0 0 1 0 0,0 0-1 0 0,0 1 0 0 0,0-1 1 0 0,1 1-1 0 0,0-1 0 0 0,1 1 1 0 0,-3 8-1 0 0,4-11-25 0 0,-1 0 0 0 0,1 0-1 0 0,0 0 1 0 0,0 0 0 0 0,0 0 0 0 0,0 0-1 0 0,1 0 1 0 0,-1 0 0 0 0,1-1-1 0 0,0 1 1 0 0,0 0 0 0 0,0 0 0 0 0,0 0-1 0 0,0-1 1 0 0,0 1 0 0 0,1-1 0 0 0,-1 1-1 0 0,4 3 1 0 0,-1-2-2 0 0,0 0 1 0 0,1-1-1 0 0,-1 0 0 0 0,1 0 1 0 0,-1 0-1 0 0,1 0 0 0 0,0-1 1 0 0,0 0-1 0 0,0 0 0 0 0,8 2 1 0 0,55 7-358 0 0,-32-8-71 0 0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36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94 0 5985 0 0,'-13'7'8842'0'0,"12"-6"-8322"0"0,-12 19 2879 0 0,-6 29-3913 0 0,13-33 1486 0 0,1-2-799 0 0,-25 71 203 0 0,29-78-374 0 0,-1 0 0 0 0,1 0-1 0 0,0 0 1 0 0,0 0 0 0 0,1 0 0 0 0,-1 0-1 0 0,2 0 1 0 0,-1 0 0 0 0,1 0-1 0 0,2 8 1 0 0,-2-13-27 0 0,-1 0 0 0 0,1 0 0 0 0,0 0-1 0 0,0 0 1 0 0,0 0 0 0 0,0 0 0 0 0,0 0 0 0 0,0-1-1 0 0,0 1 1 0 0,1 0 0 0 0,-1-1 0 0 0,1 1 0 0 0,-1-1-1 0 0,1 0 1 0 0,0 1 0 0 0,-1-1 0 0 0,1 0 0 0 0,0 0-1 0 0,0 0 1 0 0,0 0 0 0 0,0 0 0 0 0,0 0-1 0 0,0-1 1 0 0,0 1 0 0 0,0-1 0 0 0,0 1 0 0 0,4-1-1 0 0,4 0-305 0 0,0 0 0 0 0,0-1 0 0 0,1-1 0 0 0,17-4-1 0 0,-21 4 37 0 0,0 0 0 0 0,1 0 0 0 0,-1 1 0 0 0,0 0 0 0 0,0 1 0 0 0,1-1 0 0 0,-1 2 0 0 0,8 0 0 0 0,-15-1 275 0 0,1 0 0 0 0,0 0-1 0 0,-1 0 1 0 0,1 0 0 0 0,-1 1-1 0 0,1-1 1 0 0,0 0 0 0 0,-1 0-1 0 0,1 1 1 0 0,-1-1 0 0 0,1 0 0 0 0,-1 1-1 0 0,1-1 1 0 0,-1 1 0 0 0,1-1-1 0 0,-1 1 1 0 0,1-1 0 0 0,-1 1-1 0 0,0-1 1 0 0,1 1 0 0 0,-1-1 0 0 0,0 1-1 0 0,1 0 1 0 0,-1-1 0 0 0,0 1-1 0 0,0-1 1 0 0,1 1 0 0 0,-1 0-1 0 0,0-1 1 0 0,0 1 0 0 0,0 0 0 0 0,0 1 0 0 0,-1 0 1 0 0,1 0-1 0 0,-1 0 1 0 0,1 0 0 0 0,-1 0-1 0 0,0 0 1 0 0,1 0 0 0 0,-1-1-1 0 0,0 1 1 0 0,-2 2 0 0 0,-2 3-63 0 0,-1 0 1 0 0,1-1-1 0 0,-1 0 1 0 0,-7 6 0 0 0,-1-1-434 0 0,-1-1-141 0 0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37.0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0 303 1376 0 0,'26'-22'1992'0'0,"-1"-2"-1"0"0,28-32 1 0 0,-44 45-1408 0 0,0-1 0 0 0,0 0 0 0 0,-1-1 0 0 0,-1 0 0 0 0,0 0 0 0 0,-1 0 0 0 0,8-25 0 0 0,-13 33-188 0 0,-1 0 0 0 0,0 0 1 0 0,0 0-1 0 0,0 0 1 0 0,0 0-1 0 0,-1 0 1 0 0,-1-8-1 0 0,1 12-227 0 0,1-1-1 0 0,-1 1 1 0 0,1 0 0 0 0,-1-1 0 0 0,1 1-1 0 0,-1 0 1 0 0,0 0 0 0 0,1-1-1 0 0,-1 1 1 0 0,0 0 0 0 0,0 0 0 0 0,0 0-1 0 0,-2-2 1 0 0,3 3-83 0 0,-1 0-1 0 0,0 0 1 0 0,1-1 0 0 0,-1 1 0 0 0,0 0-1 0 0,1 0 1 0 0,-1 0 0 0 0,0 0-1 0 0,0-1 1 0 0,1 1 0 0 0,-1 0 0 0 0,0 1-1 0 0,0-1 1 0 0,1 0 0 0 0,-1 0-1 0 0,0 0 1 0 0,0 0 0 0 0,1 0 0 0 0,-1 1-1 0 0,0-1 1 0 0,1 0 0 0 0,-1 1-1 0 0,0-1 1 0 0,1 0 0 0 0,-1 1-1 0 0,1-1 1 0 0,-1 1 0 0 0,0 0 0 0 0,-1 1-34 0 0,1 0 0 0 0,-1 0 1 0 0,1 0-1 0 0,-1 0 1 0 0,1 0-1 0 0,0 0 1 0 0,0 0-1 0 0,0 1 0 0 0,0-1 1 0 0,0 0-1 0 0,0 1 1 0 0,1-1-1 0 0,-1 1 1 0 0,1-1-1 0 0,0 1 0 0 0,-1-1 1 0 0,1 1-1 0 0,0-1 1 0 0,1 1-1 0 0,-1-1 1 0 0,1 5-1 0 0,0-2-61 0 0,0 0-1 0 0,0 0 1 0 0,0-1 0 0 0,1 1-1 0 0,0 0 1 0 0,0 0 0 0 0,0-1-1 0 0,0 1 1 0 0,6 7 0 0 0,-5-8-70 0 0,1-1 1 0 0,-1 1-1 0 0,1-1 1 0 0,0 1-1 0 0,0-1 0 0 0,1-1 1 0 0,-1 1-1 0 0,1 0 1 0 0,-1-1-1 0 0,1 0 1 0 0,0 0-1 0 0,-1 0 1 0 0,1-1-1 0 0,0 0 0 0 0,0 0 1 0 0,1 0-1 0 0,-1 0 1 0 0,0-1-1 0 0,0 0 1 0 0,0 0-1 0 0,0 0 0 0 0,0-1 1 0 0,7-1-1 0 0,-6 1 8 0 0,0-1-1 0 0,0 0 0 0 0,-1 0 0 0 0,1-1 1 0 0,0 0-1 0 0,-1 0 0 0 0,0 0 0 0 0,1 0 1 0 0,-1-1-1 0 0,-1 0 0 0 0,1 0 0 0 0,-1 0 1 0 0,1-1-1 0 0,-1 0 0 0 0,0 1 0 0 0,-1-2 1 0 0,1 1-1 0 0,4-10 0 0 0,-4 6 163 0 0,0 0 252 0 0,0 1 0 0 0,0 0 0 0 0,0 0 0 0 0,1 1 0 0 0,0-1 0 0 0,8-7-1 0 0,-12 14-266 0 0,0 0 1 0 0,0 0-1 0 0,1 0 0 0 0,-1 0 0 0 0,0 0 0 0 0,1 0 0 0 0,-1 1 0 0 0,0-1 0 0 0,1 0 0 0 0,-1 1 0 0 0,1-1 0 0 0,-1 1 0 0 0,1 0 0 0 0,0-1 0 0 0,-1 1 0 0 0,4 0 0 0 0,-3 0-44 0 0,0 1 0 0 0,1-1 0 0 0,-1 1 0 0 0,0 0 0 0 0,0 0 0 0 0,1 0 0 0 0,-1 0 0 0 0,0 0 0 0 0,0 0 0 0 0,0 1 0 0 0,0-1 0 0 0,-1 0 0 0 0,1 1 0 0 0,3 3 0 0 0,11 13 83 0 0,-1 1 0 0 0,0 1 0 0 0,-1 0 1 0 0,14 30-1 0 0,-19-34-122 0 0,-3-9-376 0 0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37.4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 6 920 0 0,'0'0'67'0'0,"0"-1"-42"0"0,0 0 35 0 0,-1 1 25 0 0,1 0 0 0 0,0 0 0 0 0,0-1 0 0 0,0 1 0 0 0,0 0 0 0 0,-1 0 0 0 0,1-1 0 0 0,0 1 0 0 0,0 0 0 0 0,-1 0 0 0 0,1 0 0 0 0,0-1 0 0 0,0 1 0 0 0,-1 0 0 0 0,1 0 0 0 0,0 0 0 0 0,0 0-1 0 0,-1 0 1 0 0,1 0 0 0 0,0 0 0 0 0,-1 0 0 0 0,1 0 0 0 0,0-1 0 0 0,-1 1 0 0 0,1 0 0 0 0,0 0 0 0 0,0 1 0 0 0,-1-1 0 0 0,1 0 0 0 0,0 0 0 0 0,-1 0 0 0 0,1 0 0 0 0,-1 0 0 0 0,0 0-67 0 0,-1 1-20 0 0,0-1 1 0 0,0 1-1 0 0,0-1 1 0 0,1 1-1 0 0,-1 0 1 0 0,0-1-1 0 0,0 1 1 0 0,0 0-1 0 0,1 0 1 0 0,-1 1-1 0 0,0-1 1 0 0,1 0-1 0 0,-1 0 0 0 0,1 1 1 0 0,0-1-1 0 0,-3 4 1 0 0,2-2 1 0 0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38.0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2 144 4145 0 0,'-1'-1'111'0'0,"1"1"0"0"0,0-1 0 0 0,0 1 0 0 0,0-1 0 0 0,0 1-1 0 0,-1-1 1 0 0,1 1 0 0 0,0-1 0 0 0,0 1 0 0 0,0-1 0 0 0,0 1 0 0 0,0-1 0 0 0,0 0 0 0 0,0 1 0 0 0,0-1 0 0 0,1 1 0 0 0,-1-1 0 0 0,0 1 0 0 0,0-1-1 0 0,0 1 1 0 0,0-1 0 0 0,1 1 0 0 0,-1-1 0 0 0,0 1 0 0 0,1-1 0 0 0,-1 1 0 0 0,1-1 0 0 0,8-18 1232 0 0,-2 10-888 0 0,-1 1 1 0 0,1-1 0 0 0,1 1-1 0 0,0 1 1 0 0,0-1-1 0 0,0 1 1 0 0,1 1 0 0 0,0 0-1 0 0,0 0 1 0 0,1 1-1 0 0,-1 0 1 0 0,1 0 0 0 0,0 1-1 0 0,1 0 1 0 0,-1 1-1 0 0,1 0 1 0 0,-1 1-1 0 0,1 0 1 0 0,0 1 0 0 0,20 0-1 0 0,-28 1-350 0 0,-1 1 1 0 0,1-1-1 0 0,0 1 0 0 0,-1 0 0 0 0,1 0 0 0 0,-1 0 0 0 0,0 0 0 0 0,1 0 1 0 0,-1 0-1 0 0,0 1 0 0 0,1-1 0 0 0,-1 1 0 0 0,0 0 0 0 0,0-1 1 0 0,0 1-1 0 0,-1 0 0 0 0,1 0 0 0 0,0 0 0 0 0,-1 0 0 0 0,1 1 1 0 0,-1-1-1 0 0,0 0 0 0 0,0 1 0 0 0,0-1 0 0 0,0 1 0 0 0,0-1 0 0 0,1 4 1 0 0,1 9-35 0 0,-1-1 0 0 0,0 1 1 0 0,0 29-1 0 0,1 6-2415 0 0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38.4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54 2304 0 0,'12'-14'-53'0'0,"9"-25"10930"0"0,-42 58-8967 0 0,17-15-1795 0 0,1 0 0 0 0,-1 1 0 0 0,1-1-1 0 0,0 1 1 0 0,0 0 0 0 0,1 0 0 0 0,-1 0 0 0 0,1 1 0 0 0,-2 6 0 0 0,4-10-87 0 0,0 0 0 0 0,0 0 0 0 0,0-1-1 0 0,0 1 1 0 0,0 0 0 0 0,0 0 0 0 0,0 0 0 0 0,1-1 0 0 0,-1 1 0 0 0,1 0 0 0 0,0-1 0 0 0,-1 1 0 0 0,1 0-1 0 0,0-1 1 0 0,0 1 0 0 0,0-1 0 0 0,0 1 0 0 0,0-1 0 0 0,0 1 0 0 0,0-1 0 0 0,1 0 0 0 0,-1 0 0 0 0,0 0 0 0 0,1 1-1 0 0,-1-1 1 0 0,1-1 0 0 0,-1 1 0 0 0,1 0 0 0 0,0 0 0 0 0,-1 0 0 0 0,1-1 0 0 0,3 1 0 0 0,16 7 37 0 0,1-2 1 0 0,1-1 0 0 0,30 4 0 0 0,-27-5 38 0 0,50 13 1 0 0,-74-16-100 0 0,0-1 0 0 0,0 1 0 0 0,0 0 0 0 0,0-1 1 0 0,0 1-1 0 0,0 0 0 0 0,0 0 0 0 0,0 1 0 0 0,0-1 0 0 0,-1 0 0 0 0,1 1 1 0 0,0-1-1 0 0,-1 1 0 0 0,1-1 0 0 0,-1 1 0 0 0,0 0 0 0 0,1-1 0 0 0,-1 1 1 0 0,0 0-1 0 0,2 3 0 0 0,-3-2-2 0 0,0-1 1 0 0,0 0 0 0 0,1 0-1 0 0,-2 1 1 0 0,1-1-1 0 0,0 0 1 0 0,0 1-1 0 0,-1-1 1 0 0,1 0-1 0 0,-1 0 1 0 0,1 1-1 0 0,-1-1 1 0 0,0 0-1 0 0,0 0 1 0 0,0 0 0 0 0,-2 2-1 0 0,-4 6-271 0 0,0 0-1 0 0,-1 0 1 0 0,-1-1 0 0 0,1-1-1 0 0,-20 16 1 0 0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38.5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34 7834 0 0,'5'-7'693'0'0,"24"-19"5378"0"0,-29 26-5898 0 0,0 1-1 0 0,1-1 1 0 0,-1 0 0 0 0,1 1 0 0 0,-1-1 0 0 0,0 1 0 0 0,1 0-1 0 0,-1-1 1 0 0,0 1 0 0 0,0-1 0 0 0,1 1 0 0 0,-1-1 0 0 0,0 1-1 0 0,0 0 1 0 0,0-1 0 0 0,0 1 0 0 0,0-1 0 0 0,0 1 0 0 0,0 0 0 0 0,0-1-1 0 0,0 1 1 0 0,0 0 0 0 0,0-1 0 0 0,0 1 0 0 0,0-1 0 0 0,0 1-1 0 0,-1-1 1 0 0,1 2 0 0 0,-6 23 794 0 0,6-23-752 0 0,-6 20-91 0 0,-11 52 918 0 0,11-23-8493 0 0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38.7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42 2304 0 0,'-4'-10'201'0'0,"0"3"-201"0"0,-6 3 3728 0 0,3-1-2391 0 0,1-1-209 0 0,-2 0-40 0 0,2 2 0 0 0,1 4-7 0 0,1 2-1746 0 0,2 0-343 0 0,1 5-72 0 0,4 0-8 0 0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38.9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 10 7202 0 0,'0'0'25'0'0,"0"0"0"0"0,0-1 0 0 0,0 1 0 0 0,0 0 0 0 0,0-1 0 0 0,0 1 0 0 0,0 0 0 0 0,0-1 0 0 0,0 1 0 0 0,0 0 0 0 0,0 0 0 0 0,0-1 0 0 0,0 1 0 0 0,0 0 0 0 0,0-1 0 0 0,0 1 0 0 0,0 0 0 0 0,0-1 0 0 0,0 1 0 0 0,0 0 0 0 0,-1 0 0 0 0,1-1 0 0 0,0 1 0 0 0,0 0 1 0 0,0 0-1 0 0,0-1 0 0 0,-1 1 0 0 0,1 0 0 0 0,0 0 0 0 0,0-1 0 0 0,-1 1 0 0 0,1 0 0 0 0,0 0 0 0 0,0 0 0 0 0,-1 0 0 0 0,1 0 0 0 0,0-1 0 0 0,-1 1 0 0 0,1 0 0 0 0,-12 9 3032 0 0,-9 19 906 0 0,17-17-3642 0 0,0-1 0 0 0,0 1-1 0 0,2 0 1 0 0,-1 0-1 0 0,1 0 1 0 0,1 0 0 0 0,-1 0-1 0 0,2 13 1 0 0,8 94 227 0 0,-5-91-468 0 0,1 14-255 0 0,3 0-1 0 0,22 78 1 0 0,4-37-5916 0 0,-22-59 860 0 0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39.3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0 132 1840 0 0,'9'-6'1047'0'0,"0"-1"0"0"0,0 2-1 0 0,1-1 1 0 0,0 1 0 0 0,0 1-1 0 0,0 0 1 0 0,1 0 0 0 0,14-3-1 0 0,12-5 19 0 0,-21 6-386 0 0,29-11 286 0 0,0 1 0 0 0,84-16 0 0 0,-127 32-926 0 0,-1-1-1 0 0,0 1 0 0 0,1 0 0 0 0,-1 0 1 0 0,1 0-1 0 0,-1 0 0 0 0,0 0 0 0 0,1 0 1 0 0,-1 1-1 0 0,1-1 0 0 0,-1 0 0 0 0,0 1 0 0 0,1-1 1 0 0,-1 0-1 0 0,0 1 0 0 0,1 0 0 0 0,-1-1 1 0 0,0 1-1 0 0,0 0 0 0 0,0 0 0 0 0,0 0 1 0 0,1 0-1 0 0,-1 0 0 0 0,-1 0 0 0 0,1 0 1 0 0,0 0-1 0 0,0 0 0 0 0,0 0 0 0 0,0 0 0 0 0,-1 0 1 0 0,1 1-1 0 0,0-1 0 0 0,-1 0 0 0 0,0 1 1 0 0,1 1-1 0 0,1 6 496 0 0,-1 0 0 0 0,0 0-1 0 0,0 0 1 0 0,-2 17 0 0 0,0 7-81 0 0,5-9-504 0 0,10 37 0 0 0,-9-42-1974 0 0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39.4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30 6913 0 0,'-2'-9'609'0'0,"1"3"-481"0"0,2 2-128 0 0,1 0 0 0 0,-1 2 376 0 0,-1 1 48 0 0,1 1 16 0 0,1-2 0 0 0,1 2 376 0 0,-1-1 80 0 0,1 1 9 0 0,1 1 7 0 0,-1 4-1168 0 0,0 2-240 0 0,0 0-49 0 0,-1 1 1 0 0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39.8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0 100 9674 0 0,'2'-2'313'0'0,"1"1"0"0"0,-1 0 0 0 0,1-1 0 0 0,-1 1 0 0 0,1 0 1 0 0,0 0-1 0 0,-1 0 0 0 0,1 1 0 0 0,0-1 0 0 0,0 1 0 0 0,-1-1 0 0 0,1 1 0 0 0,0 0 0 0 0,0 0 0 0 0,0 0 0 0 0,-1 1 0 0 0,1-1 0 0 0,0 0 1 0 0,0 1-1 0 0,-1 0 0 0 0,1 0 0 0 0,0 0 0 0 0,-1 0 0 0 0,1 0 0 0 0,-1 0 0 0 0,1 1 0 0 0,-1-1 0 0 0,0 1 0 0 0,1 0 0 0 0,2 3 0 0 0,2 4-46 0 0,-1 0-1 0 0,0 0 0 0 0,-1 1 0 0 0,0 0 0 0 0,-1 0 0 0 0,5 16 0 0 0,9 16-255 0 0,-3-160 1837 0 0,3 32-2754 0 0,-11 58-28 0 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0.1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61 257 5065 0 0,'4'-2'554'0'0,"0"0"0"0"0,-1 0 0 0 0,0 0 0 0 0,1-1 0 0 0,-1 1 0 0 0,0-1 0 0 0,0 0 0 0 0,0 0 0 0 0,-1 0 0 0 0,1 0 0 0 0,-1 0 1 0 0,2-4-1 0 0,24-44 1717 0 0,-24 39-2111 0 0,0 1-1 0 0,0-1 1 0 0,-1 0 0 0 0,3-24 0 0 0,-6 32-109 0 0,1 0 1 0 0,-1 1 0 0 0,0-1-1 0 0,0 0 1 0 0,0 0 0 0 0,0 0-1 0 0,-1 0 1 0 0,1 1 0 0 0,-1-1 0 0 0,0 0-1 0 0,0 0 1 0 0,-1 1 0 0 0,1-1-1 0 0,-1 1 1 0 0,0-1 0 0 0,0 1-1 0 0,0 0 1 0 0,0 0 0 0 0,-5-5 0 0 0,6 7-12 0 0,-1 0 1 0 0,0 0 0 0 0,0 0 0 0 0,1 1-1 0 0,-1-1 1 0 0,0 0 0 0 0,0 1 0 0 0,0 0-1 0 0,0-1 1 0 0,0 1 0 0 0,0 0 0 0 0,0 0-1 0 0,0 0 1 0 0,0 0 0 0 0,0 0 0 0 0,0 1-1 0 0,0-1 1 0 0,0 1 0 0 0,1-1 0 0 0,-1 1-1 0 0,0 0 1 0 0,0-1 0 0 0,0 1 0 0 0,1 0-1 0 0,-1 0 1 0 0,0 0 0 0 0,1 1 0 0 0,-1-1-1 0 0,-2 3 1 0 0,-3 1 101 0 0,0 2-1 0 0,1-1 1 0 0,0 0 0 0 0,0 1-1 0 0,-6 10 1 0 0,8-13-111 0 0,1 1 1 0 0,0 0-1 0 0,1 1 1 0 0,-1-1-1 0 0,1 0 0 0 0,0 1 1 0 0,0-1-1 0 0,0 1 0 0 0,1 0 1 0 0,0 0-1 0 0,0-1 1 0 0,1 1-1 0 0,0 0 0 0 0,0 0 1 0 0,0 0-1 0 0,0 0 1 0 0,1 0-1 0 0,2 6 0 0 0,-1-6 13 0 0,0 0 0 0 0,1 0 0 0 0,0 0 0 0 0,0-1 0 0 0,1 1 0 0 0,-1-1 0 0 0,1 0 0 0 0,0 0 0 0 0,1-1 0 0 0,-1 1-1 0 0,1-1 1 0 0,0 0 0 0 0,0 0 0 0 0,0 0 0 0 0,0-1 0 0 0,11 5 0 0 0,6 3 216 0 0,1-2 1 0 0,0-1-1 0 0,1 0 1 0 0,35 6-1 0 0,99 5-2297 0 0,-130-18 901 0 0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1.0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1154 7834 0 0,'7'0'252'0'0,"-1"0"1"0"0,1 0 0 0 0,0-1 0 0 0,0 0 0 0 0,-1 0 0 0 0,1-1-1 0 0,12-4 1 0 0,5-1 213 0 0,206-59 1605 0 0,-76 19-1781 0 0,432-122 518 0 0,115-26-298 0 0,-436 123-393 0 0,581-137 2353 0 0,-272 72-727 0 0,-379 90-1326 0 0,204-57 207 0 0,-343 88-622 0 0,-29 9-8 0 0,0-1 0 0 0,0-1-1 0 0,-1-2 1 0 0,36-19 0 0 0,-58 25-426 0 0,-12 2-895 0 0,-1 3 443 0 0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1.5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11058 0 0,'4'1'4561'0'0,"-3"-1"-4428"0"0,0 0 1 0 0,-1 0 0 0 0,1 1 0 0 0,0-1 0 0 0,-1 1 0 0 0,1-1 0 0 0,0 1-1 0 0,-1-1 1 0 0,1 1 0 0 0,0-1 0 0 0,-1 1 0 0 0,1 0 0 0 0,-1-1-1 0 0,1 1 1 0 0,-1 0 0 0 0,0-1 0 0 0,2 3 0 0 0,9 28 1230 0 0,-2 0 1 0 0,10 51-1 0 0,-1-4-1116 0 0,36 145-812 0 0,-37-127-4129 0 0,-14-72-1681 0 0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1.8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17 203 4609 0 0,'-1'0'44'0'0,"1"0"0"0"0,-1 0 0 0 0,0-1 0 0 0,0 1 1 0 0,1 0-1 0 0,-1 0 0 0 0,0 0 0 0 0,1 0 0 0 0,-1 1 0 0 0,0-1 0 0 0,0 0 0 0 0,1 0 0 0 0,-1 0 1 0 0,0 0-1 0 0,1 1 0 0 0,-1-1 0 0 0,0 0 0 0 0,1 1 0 0 0,-1-1 0 0 0,1 0 0 0 0,-1 1 0 0 0,1-1 1 0 0,-2 2-1 0 0,11 8 2271 0 0,27 7 1654 0 0,-15-12-2354 0 0,0-2 0 0 0,1 0 0 0 0,0-2 0 0 0,27 0 0 0 0,-28-2-1238 0 0,0-1 0 0 0,0 0 1 0 0,-1-2-1 0 0,1 0 1 0 0,-1-2-1 0 0,0 0 1 0 0,37-17-1 0 0,-51 19-310 0 0,0 0 0 0 0,0 0 0 0 0,0-1 0 0 0,0 0 0 0 0,-1 0 0 0 0,0 0 0 0 0,0-1-1 0 0,-1 0 1 0 0,1 0 0 0 0,5-10 0 0 0,3-9-261 0 0,15-39-1 0 0,-9 19-2001 0 0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2.5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14283 0 0,'0'0'1103'0'0,"13"26"2214"0"0,-2-1-2598 0 0,-1 2 1 0 0,-1 0 0 0 0,-2 0-1 0 0,5 30 1 0 0,9 115 26 0 0,-15-103-2442 0 0,16 75 0 0 0,-16-118-5452 0 0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3.0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11 263 1840 0 0,'-1'-1'75'0'0,"0"0"-1"0"0,0 0 0 0 0,0 0 1 0 0,0 0-1 0 0,0 0 1 0 0,0 0-1 0 0,1-1 0 0 0,-1 1 1 0 0,1 0-1 0 0,-1-1 0 0 0,1 1 1 0 0,-1 0-1 0 0,1-1 0 0 0,0 1 1 0 0,0 0-1 0 0,-1-1 1 0 0,1 1-1 0 0,0-1 0 0 0,0 1 1 0 0,0 0-1 0 0,1-1 0 0 0,-1 1 1 0 0,0-1-1 0 0,1 1 0 0 0,-1 0 1 0 0,0-1-1 0 0,1 1 0 0 0,-1 0 1 0 0,1-1-1 0 0,0 1 1 0 0,0 0-1 0 0,-1 0 0 0 0,1 0 1 0 0,0 0-1 0 0,0 0 0 0 0,2-2 1 0 0,5-7 705 0 0,1 1 0 0 0,0 0 1 0 0,12-10-1 0 0,-8 8-453 0 0,7-6 140 0 0,1 0 0 0 0,1 2 0 0 0,1 0 0 0 0,0 2 0 0 0,0 0 0 0 0,1 1-1 0 0,1 2 1 0 0,0 0 0 0 0,1 2 0 0 0,38-8 0 0 0,-38 12-769 0 0,1 0-1 0 0,30 1 1 0 0,-31 3-1175 0 0,-1 2 0 0 0,34 5 0 0 0,38-2-2896 0 0,-134 13 10543 0 0,24-13-5321 0 0,0 0 0 0 0,0 0-1 0 0,1 2 1 0 0,0-1 0 0 0,0 2-1 0 0,-13 10 1 0 0,22-16-842 0 0,1 0 0 0 0,-1 0 1 0 0,0 0-1 0 0,1 1 0 0 0,-1-1 0 0 0,1 1 1 0 0,0 0-1 0 0,0-1 0 0 0,0 1 0 0 0,0 0 0 0 0,0 0 1 0 0,1 1-1 0 0,-1-1 0 0 0,1 0 0 0 0,0 0 1 0 0,0 1-1 0 0,0-1 0 0 0,1 1 0 0 0,-1-1 0 0 0,1 1 1 0 0,-1-1-1 0 0,1 1 0 0 0,0-1 0 0 0,1 1 1 0 0,-1-1-1 0 0,1 1 0 0 0,-1-1 0 0 0,1 0 0 0 0,2 7 1 0 0,-2-9-28 0 0,-1 0 0 0 0,0 0 0 0 0,1 0 0 0 0,-1 0 0 0 0,1 0 1 0 0,0 1-1 0 0,-1-1 0 0 0,1 0 0 0 0,0 0 0 0 0,0 0 0 0 0,0-1 0 0 0,-1 1 1 0 0,1 0-1 0 0,0 0 0 0 0,0 0 0 0 0,0-1 0 0 0,1 1 0 0 0,-1 0 0 0 0,0-1 1 0 0,0 1-1 0 0,0-1 0 0 0,0 1 0 0 0,0-1 0 0 0,1 0 0 0 0,-1 1 0 0 0,2-1 1 0 0,-1 0-4 0 0,0-1-1 0 0,0 1 1 0 0,0-1 0 0 0,0 0 0 0 0,0 1 0 0 0,0-1 0 0 0,0 0 0 0 0,-1 0 0 0 0,1 0 0 0 0,0-1-1 0 0,0 1 1 0 0,-1 0 0 0 0,1-1 0 0 0,1-1 0 0 0,4-4 148 0 0,-1 0 0 0 0,0-1 0 0 0,0 0 0 0 0,-1 0-1 0 0,8-15 1 0 0,-6-7 517 0 0,-6 26-386 0 0,0-1 0 0 0,0 1 0 0 0,0-1-1 0 0,0 1 1 0 0,1 0 0 0 0,3-8 0 0 0,-4 12-204 0 0,0 0 0 0 0,-1 0 0 0 0,1-1 0 0 0,0 1 0 0 0,-1 0 0 0 0,1 0 0 0 0,0 0 0 0 0,-1 0 0 0 0,1 0 0 0 0,0 0-1 0 0,-1 1 1 0 0,1-1 0 0 0,0 0 0 0 0,-1 0 0 0 0,1 0 0 0 0,0 1 0 0 0,-1-1 0 0 0,1 0 0 0 0,0 0 0 0 0,-1 1 0 0 0,1-1 0 0 0,-1 1 0 0 0,1-1 0 0 0,-1 1 0 0 0,1-1 0 0 0,-1 1 0 0 0,1-1 0 0 0,-1 1 0 0 0,0-1 0 0 0,1 1 0 0 0,-1-1 0 0 0,1 1 0 0 0,-1 0 0 0 0,0-1 0 0 0,1 2 0 0 0,17 24 528 0 0,-18-24-503 0 0,7 8 133 0 0,-1-1-1 0 0,1 1 0 0 0,1-1 1 0 0,0 0-1 0 0,14 12 0 0 0,16 3-1262 0 0,-33-22 92 0 0,1 0 0 0 0,-1 0 0 0 0,1-1 0 0 0,-1 0 0 0 0,12 1 0 0 0,5-1-5518 0 0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3.2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47 8754 0 0,'-1'-1'497'0'0,"-14"-24"-735"0"0,15 5 6729 0 0,1 20-6334 0 0,-1 0 20 0 0,1 0 1 0 0,0 0 0 0 0,0 1 0 0 0,-1-1 0 0 0,1 0-1 0 0,0 1 1 0 0,-1-1 0 0 0,1 1 0 0 0,0-1 0 0 0,-1 0 0 0 0,1 1-1 0 0,-1 0 1 0 0,1-1 0 0 0,-1 1 0 0 0,1-1 0 0 0,-1 1-1 0 0,1 0 1 0 0,-1-1 0 0 0,0 1 0 0 0,1 0 0 0 0,-1-1-1 0 0,0 2 1 0 0,11 20 816 0 0,-9-17-603 0 0,17 44 231 0 0,-3 1 0 0 0,-1 0 0 0 0,11 76 0 0 0,6 23-1948 0 0,-26-126 250 0 0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3.4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156 6 6449 0 0,'-2'-1'185'0'0,"0"1"0"0"0,1-1 0 0 0,-1 0 0 0 0,0 0 0 0 0,1 1 0 0 0,-1-1 0 0 0,0 1 0 0 0,0 0 0 0 0,0-1 0 0 0,0 1 0 0 0,1 0 0 0 0,-1 0 0 0 0,0 0 0 0 0,0 1 0 0 0,0-1 0 0 0,0 0 0 0 0,0 1 0 0 0,1-1 0 0 0,-1 1 0 0 0,0-1 0 0 0,0 1 0 0 0,-2 1 0 0 0,-44 23 3394 0 0,42-22-3163 0 0,-1 1 189 0 0,1 0-1 0 0,0 0 1 0 0,0 0 0 0 0,0 1-1 0 0,0 0 1 0 0,-7 9-1 0 0,12-12-500 0 0,0-1 0 0 0,0 0 0 0 0,1 0 0 0 0,-1 0 0 0 0,0 0 0 0 0,1 0 0 0 0,-1 0 0 0 0,1 1-1 0 0,-1-1 1 0 0,1 0 0 0 0,0 0 0 0 0,0 1 0 0 0,-1-1 0 0 0,1 0 0 0 0,0 1 0 0 0,0-1 0 0 0,0 0-1 0 0,1 2 1 0 0,-1-1-74 0 0,1-1 0 0 0,0 1 0 0 0,0-1-1 0 0,0 1 1 0 0,0-1 0 0 0,0 0 0 0 0,0 1 0 0 0,0-1-1 0 0,0 0 1 0 0,0 0 0 0 0,0 0 0 0 0,1 0 0 0 0,-1 0-1 0 0,1 0 1 0 0,-1 0 0 0 0,1 0 0 0 0,-1 0-1 0 0,3 0 1 0 0,4 2-217 0 0,1 0-1 0 0,-1 0 1 0 0,1-1-1 0 0,0 0 1 0 0,-1-1-1 0 0,1 0 1 0 0,0 0-1 0 0,0-1 1 0 0,0 0-1 0 0,0-1 1 0 0,10-1-1 0 0,-3-1-709 0 0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3.8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87 95 8290 0 0,'4'0'364'0'0,"0"0"0"0"0,1 0 1 0 0,-1-1-1 0 0,0 1 0 0 0,0-1 0 0 0,-1 0 1 0 0,1 0-1 0 0,0-1 0 0 0,0 1 0 0 0,0-1 1 0 0,3-2-1 0 0,-4 3-17 0 0,0-1 0 0 0,0 1 0 0 0,-1-1 0 0 0,1 0 0 0 0,0 1 0 0 0,-1-1 0 0 0,0 0 0 0 0,1-1 0 0 0,-1 1 0 0 0,0 0 0 0 0,0-1 0 0 0,0 1 0 0 0,0-1 0 0 0,2-5 0 0 0,-4 7-265 0 0,1-1-1 0 0,-1 1 0 0 0,0-1 0 0 0,0 1 0 0 0,0-1 0 0 0,-1 1 0 0 0,1-1 0 0 0,0 1 0 0 0,0-1 0 0 0,-1 1 0 0 0,1-1 0 0 0,-1 1 0 0 0,1-1 1 0 0,-1 1-1 0 0,0 0 0 0 0,0-1 0 0 0,1 1 0 0 0,-1 0 0 0 0,0 0 0 0 0,0-1 0 0 0,0 1 0 0 0,0 0 0 0 0,-1 0 0 0 0,1 0 0 0 0,0 0 1 0 0,0 0-1 0 0,-1 1 0 0 0,1-1 0 0 0,0 0 0 0 0,-1 1 0 0 0,1-1 0 0 0,-1 1 0 0 0,1-1 0 0 0,-4 0 0 0 0,2 0-108 0 0,-1 0-1 0 0,0 0 1 0 0,1 0-1 0 0,-1 1 1 0 0,0-1-1 0 0,0 1 1 0 0,0 0-1 0 0,1 0 1 0 0,-1 1-1 0 0,0-1 1 0 0,0 1-1 0 0,-7 1 1 0 0,4 2 142 0 0,0 1-1 0 0,0-1 1 0 0,0 1-1 0 0,1 0 1 0 0,-1 1-1 0 0,1 0 1 0 0,0 0-1 0 0,1 0 1 0 0,-8 11-1 0 0,11-14-98 0 0,0-1 0 0 0,0 1-1 0 0,0-1 1 0 0,1 1 0 0 0,-1 0-1 0 0,1 0 1 0 0,0 0 0 0 0,0 0 0 0 0,0 0-1 0 0,0 0 1 0 0,0 0 0 0 0,1 0 0 0 0,-1 1-1 0 0,1-1 1 0 0,0 0 0 0 0,0 0 0 0 0,0 0-1 0 0,0 1 1 0 0,1-1 0 0 0,-1 0 0 0 0,1 0-1 0 0,0 0 1 0 0,0 0 0 0 0,0 0-1 0 0,0 0 1 0 0,0 0 0 0 0,4 4 0 0 0,-3-4-15 0 0,1 0 1 0 0,0-1-1 0 0,1 0 1 0 0,-1 1-1 0 0,0-1 0 0 0,1 0 1 0 0,-1-1-1 0 0,1 1 1 0 0,-1 0-1 0 0,1-1 1 0 0,0 0-1 0 0,0 0 1 0 0,0 0-1 0 0,0-1 1 0 0,7 1-1 0 0,8 0-185 0 0,35-2-1 0 0,2-5-1856 0 0,-30 1-5006 0 0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4.0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187 74 4321 0 0,'-8'-10'691'0'0,"0"1"-1"0"0,-1 1 1 0 0,0 0 0 0 0,-19-13-1 0 0,26 19-341 0 0,-1 0 0 0 0,0 0 0 0 0,-1 0 0 0 0,1 1 0 0 0,0-1 0 0 0,0 1 0 0 0,-1 0 0 0 0,1-1 0 0 0,-1 2 0 0 0,1-1 0 0 0,-1 0 0 0 0,1 1 0 0 0,-1-1 0 0 0,1 1 0 0 0,-1 0 0 0 0,0 0 0 0 0,1 1 0 0 0,-1-1 0 0 0,1 1 0 0 0,-7 1 0 0 0,7 0-140 0 0,-1 1-1 0 0,1-1 1 0 0,0 0-1 0 0,0 1 0 0 0,0 0 1 0 0,1-1-1 0 0,-1 1 1 0 0,1 0-1 0 0,-1 1 1 0 0,1-1-1 0 0,0 0 0 0 0,0 1 1 0 0,0-1-1 0 0,1 1 1 0 0,-1-1-1 0 0,1 1 1 0 0,0 0-1 0 0,-1 5 0 0 0,1-5-123 0 0,0 1 0 0 0,0-1 0 0 0,1 1 0 0 0,0-1 0 0 0,-1 1 0 0 0,2-1 0 0 0,-1 1 0 0 0,0-1 0 0 0,1 1 0 0 0,0-1 0 0 0,0 0 0 0 0,0 1 0 0 0,1-1 0 0 0,-1 0 0 0 0,4 7 0 0 0,0-5-41 0 0,0 1 0 0 0,0-1 0 0 0,1-1 0 0 0,0 1 0 0 0,0-1 0 0 0,0 0 0 0 0,1 0 0 0 0,13 7 0 0 0,4 0 210 0 0,34 12 0 0 0,19 10 381 0 0,-76-34-620 0 0,1 1 1 0 0,-1 0-1 0 0,0 0 0 0 0,1-1 1 0 0,-1 1-1 0 0,0 0 0 0 0,1 0 1 0 0,-1 0-1 0 0,0 1 0 0 0,0-1 1 0 0,0 0-1 0 0,0 0 1 0 0,0 1-1 0 0,0-1 0 0 0,0 0 1 0 0,-1 1-1 0 0,1-1 0 0 0,0 1 1 0 0,-1-1-1 0 0,1 1 0 0 0,-1-1 1 0 0,0 1-1 0 0,1 1 0 0 0,-1 0-3 0 0,-1-1 0 0 0,1 0-1 0 0,-1 0 1 0 0,1 1-1 0 0,-1-1 1 0 0,0 0 0 0 0,0 0-1 0 0,0 0 1 0 0,0 0 0 0 0,0 0-1 0 0,-1 0 1 0 0,1 0-1 0 0,0 0 1 0 0,-3 2 0 0 0,-7 6-101 0 0,0 0 1 0 0,-1-1-1 0 0,-24 16 1 0 0,30-22-14 0 0,-53 32-2127 0 0,30-20-4940 0 0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4.9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88 8290 0 0,'1'-2'379'0'0,"1"0"1"0"0,0 0 0 0 0,0 0-1 0 0,0 0 1 0 0,0 0-1 0 0,0 1 1 0 0,0-1-1 0 0,0 1 1 0 0,1 0 0 0 0,-1 0-1 0 0,0-1 1 0 0,1 1-1 0 0,-1 1 1 0 0,1-1-1 0 0,0 0 1 0 0,-1 1 0 0 0,5-1-1 0 0,-5 2-165 0 0,1-1 1 0 0,-1 1-1 0 0,1 0 0 0 0,-1 0 0 0 0,1 1 1 0 0,-1-1-1 0 0,1 0 0 0 0,-1 1 0 0 0,0-1 1 0 0,0 1-1 0 0,0 0 0 0 0,0 0 0 0 0,0 0 1 0 0,0 0-1 0 0,-1 0 0 0 0,1 0 0 0 0,1 4 1 0 0,75 115 885 0 0,-78-120-1156 0 0,1-1 0 0 0,-1 1 0 0 0,1 0 0 0 0,0-1 0 0 0,-1 1 0 0 0,1 0 0 0 0,0-1-1 0 0,-1 1 1 0 0,1-1 0 0 0,0 1 0 0 0,0-1 0 0 0,0 1 0 0 0,0-1 0 0 0,0 1 0 0 0,-1-1 0 0 0,1 0 0 0 0,0 0 0 0 0,0 0 0 0 0,0 1 0 0 0,0-1 0 0 0,0 0 0 0 0,0 0-1 0 0,0 0 1 0 0,0 0 0 0 0,0 0 0 0 0,0-1 0 0 0,0 1 0 0 0,0 0 0 0 0,-1 0 0 0 0,1-1 0 0 0,0 1 0 0 0,0 0 0 0 0,0-1 0 0 0,0 1 0 0 0,0-1 0 0 0,-1 1 0 0 0,1-1 0 0 0,0 1-1 0 0,0-1 1 0 0,-1 0 0 0 0,1 1 0 0 0,0-1 0 0 0,-1 0 0 0 0,1 1 0 0 0,0-3 0 0 0,6-5-433 0 0,-1-1 0 0 0,0 1 0 0 0,6-16 1 0 0,-3 8-150 0 0,71-116-823 0 0,-80 131 1552 0 0,1-1 0 0 0,0 1 1 0 0,0 0-1 0 0,0 0 1 0 0,0 0-1 0 0,0 0 0 0 0,0 0 1 0 0,0 0-1 0 0,0 0 1 0 0,0 1-1 0 0,0-1 0 0 0,0 0 1 0 0,1 0-1 0 0,-1 1 1 0 0,0-1-1 0 0,1 1 0 0 0,-1-1 1 0 0,0 1-1 0 0,1 0 1 0 0,-1 0-1 0 0,0-1 0 0 0,1 1 1 0 0,-1 0-1 0 0,1 0 1 0 0,-1 0-1 0 0,0 0 0 0 0,1 0 1 0 0,-1 1-1 0 0,0-1 1 0 0,1 0-1 0 0,-1 1 0 0 0,0-1 1 0 0,1 1-1 0 0,-1-1 1 0 0,0 1-1 0 0,0 0 0 0 0,1-1 1 0 0,-1 1-1 0 0,0 0 1 0 0,0 0-1 0 0,0 0 0 0 0,0 0 1 0 0,0 0-1 0 0,1 2 1 0 0,3 3 45 0 0,0-1 1 0 0,0 1 0 0 0,-1 0 0 0 0,0 1 0 0 0,0-1 0 0 0,5 14 0 0 0,-2 1 163 0 0,-5-14-413 0 0,0 0-1 0 0,1-1 1 0 0,-1 1 0 0 0,1-1-1 0 0,0 0 1 0 0,1 0 0 0 0,4 6-1 0 0,-7-11 77 0 0,0 0 0 0 0,0 0 0 0 0,0 0-1 0 0,0 0 1 0 0,0 0 0 0 0,0 0 0 0 0,0-1 0 0 0,0 1-1 0 0,1 0 1 0 0,-1-1 0 0 0,0 1 0 0 0,1-1-1 0 0,-1 1 1 0 0,0-1 0 0 0,1 0 0 0 0,1 1 0 0 0,0-1 22 0 0,-1-1 1 0 0,1 1-1 0 0,-1-1 1 0 0,1 1-1 0 0,-1-1 1 0 0,1 0-1 0 0,-1 1 1 0 0,0-1-1 0 0,1-1 1 0 0,-1 1 0 0 0,0 0-1 0 0,3-2 1 0 0,5-5 198 0 0,0-1-1 0 0,0 0 1 0 0,-1 0 0 0 0,0-1 0 0 0,15-20 0 0 0,17-19 1286 0 0,-39 47-1381 0 0,0 0 0 0 0,0 0 0 0 0,0 0 0 0 0,0 1 0 0 0,0-1 0 0 0,1 1 0 0 0,-1-1 0 0 0,1 1 0 0 0,-1 0-1 0 0,1 0 1 0 0,-1 0 0 0 0,1 0 0 0 0,-1 1 0 0 0,1-1 0 0 0,3 0 0 0 0,-1 1-447 0 0,0 1 0 0 0,0-1-1 0 0,0 1 1 0 0,-1 0 0 0 0,1 0 0 0 0,0 0-1 0 0,7 3 1 0 0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5.2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 84 9218 0 0,'1'-17'543'0'0,"1"-14"187"0"0,-7 16 3311 0 0,4 15-3952 0 0,1 0-1 0 0,-1 0 0 0 0,0 0 0 0 0,1 0 0 0 0,-1 0 1 0 0,1 0-1 0 0,-1 0 0 0 0,0 0 0 0 0,1 0 0 0 0,-1 0 1 0 0,1 1-1 0 0,-1-1 0 0 0,1 0 0 0 0,-1 0 0 0 0,1 1 1 0 0,-1-1-1 0 0,1 0 0 0 0,-1 1 0 0 0,1-1 0 0 0,-1 0 1 0 0,1 1-1 0 0,-1-1 0 0 0,1 1 0 0 0,0-1 0 0 0,-1 1 1 0 0,1-1-1 0 0,0 1 0 0 0,-1-1 0 0 0,1 1 0 0 0,0-1 1 0 0,0 1-1 0 0,0-1 0 0 0,-1 1 0 0 0,1 0 0 0 0,0 0 1 0 0,-10 23 659 0 0,8-19-720 0 0,0 1 0 0 0,1-1 1 0 0,0 1-1 0 0,0-1 0 0 0,1 1 0 0 0,-1 0 0 0 0,1 0 1 0 0,0-1-1 0 0,1 1 0 0 0,-1 0 0 0 0,1-1 0 0 0,1 1 0 0 0,-1-1 1 0 0,1 1-1 0 0,-1-1 0 0 0,2 1 0 0 0,3 6 0 0 0,-4-9-20 0 0,0 1-1 0 0,0-1 1 0 0,0 0-1 0 0,0 0 1 0 0,1-1-1 0 0,0 1 1 0 0,-1 0-1 0 0,1-1 1 0 0,0 1-1 0 0,0-1 0 0 0,1 0 1 0 0,-1 0-1 0 0,0 0 1 0 0,1-1-1 0 0,-1 1 1 0 0,1-1-1 0 0,-1 0 1 0 0,1 0-1 0 0,0 0 0 0 0,0 0 1 0 0,-1-1-1 0 0,1 1 1 0 0,0-1-1 0 0,0 0 1 0 0,-1 0-1 0 0,1-1 1 0 0,5 0-1 0 0,-4-1 129 0 0,1 1 0 0 0,-1-1 0 0 0,0-1 0 0 0,0 1 0 0 0,0-1 0 0 0,0 0 0 0 0,0 0 0 0 0,0 0 0 0 0,-1-1 0 0 0,0 1 0 0 0,1-1 0 0 0,-1 0 0 0 0,-1-1 0 0 0,1 1 0 0 0,-1-1 0 0 0,0 1 0 0 0,6-11 0 0 0,-6 9-103 0 0,0 0 0 0 0,0-1 0 0 0,0 1 0 0 0,-1-1 0 0 0,0 1-1 0 0,0-1 1 0 0,0 0 0 0 0,-1 0 0 0 0,0 0 0 0 0,-1 0 0 0 0,1 1 0 0 0,-1-1 0 0 0,-1 0 0 0 0,-1-9 0 0 0,2 14-71 0 0,0 1 0 0 0,-1-1 1 0 0,1 1-1 0 0,-1-1 0 0 0,1 1 0 0 0,-1 0 0 0 0,0-1 0 0 0,0 1 1 0 0,0 0-1 0 0,1-1 0 0 0,-1 1 0 0 0,-1 0 0 0 0,1 0 1 0 0,0 0-1 0 0,0 0 0 0 0,0 0 0 0 0,0 0 0 0 0,-1 0 0 0 0,1 0 1 0 0,0 1-1 0 0,-1-1 0 0 0,1 0 0 0 0,-1 1 0 0 0,-1-1 1 0 0,-6 0-1376 0 0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5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0 205 2304 0 0,'10'-5'814'0'0,"-1"0"-1"0"0,1 2 0 0 0,0-1 0 0 0,1 1 0 0 0,-1 0 0 0 0,12-1 0 0 0,4-1 662 0 0,-15 2-666 0 0,57-11 2396 0 0,-62 13-2833 0 0,0 0-1 0 0,0 1 0 0 0,1 0 1 0 0,-1 0-1 0 0,0 1 1 0 0,0-1-1 0 0,1 1 0 0 0,8 3 1 0 0,-15-4-288 0 0,1 0 0 0 0,-1 1 0 0 0,1-1 1 0 0,-1 0-1 0 0,0 0 0 0 0,1 0 1 0 0,-1 1-1 0 0,0-1 0 0 0,1 0 0 0 0,-1 1 1 0 0,0-1-1 0 0,1 0 0 0 0,-1 1 0 0 0,0-1 1 0 0,0 0-1 0 0,1 1 0 0 0,-1-1 1 0 0,0 1-1 0 0,0-1 0 0 0,0 0 0 0 0,1 1 1 0 0,-1-1-1 0 0,0 1 0 0 0,0-1 1 0 0,0 1-1 0 0,0-1 0 0 0,0 0 0 0 0,0 1 1 0 0,0-1-1 0 0,0 1 0 0 0,0-1 0 0 0,0 1 1 0 0,0-1-1 0 0,0 1 0 0 0,-1 0 1 0 0,-11 17 2057 0 0,12-18-2107 0 0,-1 1 1 0 0,0 0-1 0 0,1 0 0 0 0,-1-1 0 0 0,0 1 1 0 0,0 0-1 0 0,0-1 0 0 0,1 1 0 0 0,-1-1 0 0 0,0 1 1 0 0,0-1-1 0 0,0 1 0 0 0,0-1 0 0 0,0 0 0 0 0,0 1 1 0 0,0-1-1 0 0,0 0 0 0 0,0 0 0 0 0,0 0 1 0 0,0 0-1 0 0,0 0 0 0 0,0 0 0 0 0,0 0 0 0 0,0 0 1 0 0,0 0-1 0 0,0 0 0 0 0,0-1 0 0 0,0 1 1 0 0,0 0-1 0 0,0-1 0 0 0,0 1 0 0 0,0-1 0 0 0,0 1 1 0 0,0-1-1 0 0,1 1 0 0 0,-1-1 0 0 0,0 0 0 0 0,0 1 1 0 0,1-1-1 0 0,-1 0 0 0 0,0 0 0 0 0,1 1 1 0 0,-1-1-1 0 0,0-1 0 0 0,-1-3 47 0 0,0 0 0 0 0,1 0 0 0 0,0 0 0 0 0,0 0 0 0 0,0 0 0 0 0,1 0 0 0 0,0-1 0 0 0,0 1 0 0 0,0 0 0 0 0,0 0 0 0 0,1 0 0 0 0,0 0 0 0 0,0 0 0 0 0,0 0 0 0 0,3-5 0 0 0,13-35-1230 0 0,2 8-5328 0 0,-5 17-959 0 0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5.8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68 66 5817 0 0,'0'-4'156'0'0,"0"-1"0"0"0,0 1 1 0 0,-1 0-1 0 0,1 0 0 0 0,-1-1 0 0 0,0 1 0 0 0,0 0 0 0 0,0 0 0 0 0,-1 0 0 0 0,-1-5 1 0 0,2 8-43 0 0,1 0 1 0 0,-1 0 0 0 0,0 0 0 0 0,1 0 0 0 0,-1 1 0 0 0,1-1-1 0 0,-1 0 1 0 0,0 0 0 0 0,0 0 0 0 0,0 1 0 0 0,1-1 0 0 0,-1 1-1 0 0,0-1 1 0 0,0 0 0 0 0,0 1 0 0 0,0 0 0 0 0,0-1 0 0 0,0 1-1 0 0,0 0 1 0 0,0-1 0 0 0,0 1 0 0 0,0 0 0 0 0,0 0 0 0 0,0 0-1 0 0,0 0 1 0 0,0 0 0 0 0,0 0 0 0 0,0 0 0 0 0,0 0 0 0 0,-1 0 0 0 0,1 0-1 0 0,0 1 1 0 0,0-1 0 0 0,0 0 0 0 0,0 1 0 0 0,0-1 0 0 0,1 1-1 0 0,-1-1 1 0 0,0 1 0 0 0,0-1 0 0 0,0 1 0 0 0,0 0 0 0 0,0-1-1 0 0,1 1 1 0 0,-1 0 0 0 0,0 0 0 0 0,0 1 0 0 0,0-1-18 0 0,0 0 0 0 0,-1 0 0 0 0,1-1 1 0 0,0 1-1 0 0,1 0 0 0 0,-1 0 0 0 0,0 0 1 0 0,0 1-1 0 0,0-1 0 0 0,1 0 0 0 0,-1 0 0 0 0,0 0 1 0 0,1 1-1 0 0,-1-1 0 0 0,1 0 0 0 0,0 0 1 0 0,-1 1-1 0 0,1-1 0 0 0,0 0 0 0 0,0 1 0 0 0,0 1 1 0 0,0-2 10 0 0,0 1 0 0 0,1-1-1 0 0,-1 0 1 0 0,1 0 0 0 0,0 0 0 0 0,-1 0 0 0 0,1 0 0 0 0,0 0 0 0 0,0 0 0 0 0,-1 0 0 0 0,1 0 0 0 0,0 0 0 0 0,0 0 0 0 0,0 0 0 0 0,0-1 0 0 0,0 1 0 0 0,1 0 0 0 0,0 0 0 0 0,3 1 189 0 0,1 1 1 0 0,-1-2 0 0 0,1 1 0 0 0,-1 0 0 0 0,1-1 0 0 0,0 0 0 0 0,-1 0 0 0 0,10-1 0 0 0,11-1 196 0 0,-1-2 1 0 0,1-1 0 0 0,29-9 0 0 0,29-16-2669 0 0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6.6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0 128 8290 0 0,'0'-1'294'0'0,"1"0"-1"0"0,0-1 1 0 0,-1 1 0 0 0,1 0 0 0 0,0 0-1 0 0,0-1 1 0 0,-1 1 0 0 0,1 0 0 0 0,0 0 0 0 0,0 0-1 0 0,0 0 1 0 0,0 0 0 0 0,1 0 0 0 0,-1 1 0 0 0,0-1-1 0 0,0 0 1 0 0,0 0 0 0 0,1 1 0 0 0,-1-1-1 0 0,0 1 1 0 0,1-1 0 0 0,-1 1 0 0 0,3-1 0 0 0,-2 1-69 0 0,0 1 0 0 0,0-1 1 0 0,0 1-1 0 0,0-1 0 0 0,0 1 1 0 0,0-1-1 0 0,0 1 1 0 0,0 0-1 0 0,0 0 0 0 0,0 0 1 0 0,-1 0-1 0 0,1 0 1 0 0,0 1-1 0 0,1 1 0 0 0,7 7 158 0 0,0 0 0 0 0,-1 0-1 0 0,14 23 1 0 0,-21-30-324 0 0,13 16 51 0 0,-10-13-61 0 0,-1-1 1 0 0,1 1-1 0 0,-1 1 1 0 0,0-1-1 0 0,0 0 0 0 0,-1 1 1 0 0,1 0-1 0 0,-2 0 1 0 0,1 0-1 0 0,2 11 0 0 0,-7-81 1801 0 0,1 26-1928 0 0,0 1 0 0 0,9-66-1 0 0,-7 99-270 0 0,-1-1-1 0 0,1 0 0 0 0,0 1 0 0 0,0-1 0 0 0,0 0 0 0 0,1 1 0 0 0,-1-1 0 0 0,1 1 0 0 0,0 0 0 0 0,0-1 0 0 0,0 1 0 0 0,3-4 1 0 0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6.9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1 267 6449 0 0,'2'-1'229'0'0,"1"-1"-1"0"0,-1 1 0 0 0,1-1 0 0 0,-1 1 0 0 0,0-1 1 0 0,0 0-1 0 0,0 0 0 0 0,0 0 0 0 0,0 0 0 0 0,-1 0 1 0 0,1-1-1 0 0,0 1 0 0 0,1-5 0 0 0,1 1 49 0 0,55-84 2217 0 0,-53 79-2377 0 0,-1 0-1 0 0,1-1 1 0 0,-2 1-1 0 0,0-1 1 0 0,0 0-1 0 0,3-20 1 0 0,-6 30-57 0 0,-1 0 0 0 0,0 0 0 0 0,0 0 0 0 0,0 0 0 0 0,0 1 0 0 0,0-1 0 0 0,0 0 0 0 0,0 0 1 0 0,-1 0-1 0 0,1 1 0 0 0,-1-1 0 0 0,1 0 0 0 0,-1 0 0 0 0,0 1 0 0 0,0-1 0 0 0,1 1 0 0 0,-1-1 0 0 0,-2-2 0 0 0,3 4-4 0 0,-1 0 0 0 0,1-1 0 0 0,-1 1-1 0 0,1 0 1 0 0,0 0 0 0 0,-1-1 0 0 0,1 1 0 0 0,-1 0-1 0 0,1 0 1 0 0,-1 0 0 0 0,1 0 0 0 0,-1 0-1 0 0,1 0 1 0 0,-1 0 0 0 0,1 0 0 0 0,0 0 0 0 0,-1 0-1 0 0,1 0 1 0 0,-1 0 0 0 0,1 0 0 0 0,-1 0-1 0 0,1 0 1 0 0,-1 0 0 0 0,1 0 0 0 0,-1 1 0 0 0,-15 15 1213 0 0,14-12-1243 0 0,-1 0 1 0 0,1 0-1 0 0,0 0 1 0 0,0 0 0 0 0,0 1-1 0 0,0-1 1 0 0,1 1-1 0 0,-1-1 1 0 0,1 1 0 0 0,1 0-1 0 0,-1-1 1 0 0,1 1-1 0 0,-1 0 1 0 0,1-1 0 0 0,1 1-1 0 0,-1 0 1 0 0,1 0-1 0 0,-1-1 1 0 0,1 1 0 0 0,1-1-1 0 0,-1 1 1 0 0,1-1-1 0 0,-1 1 1 0 0,1-1 0 0 0,0 0-1 0 0,1 0 1 0 0,-1 0-1 0 0,1 0 1 0 0,0 0 0 0 0,0 0-1 0 0,0-1 1 0 0,0 0-1 0 0,1 1 1 0 0,0-1 0 0 0,-1-1-1 0 0,8 5 1 0 0,5 2-726 0 0,1-2-210 0 0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7.2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135 28 6449 0 0,'-2'-3'226'0'0,"0"1"0"0"0,0 0-1 0 0,-1 0 1 0 0,0-1-1 0 0,1 2 1 0 0,-1-1 0 0 0,0 0-1 0 0,0 0 1 0 0,0 1 0 0 0,0 0-1 0 0,0-1 1 0 0,0 1-1 0 0,0 0 1 0 0,0 1 0 0 0,-1-1-1 0 0,1 0 1 0 0,0 1 0 0 0,-1 0-1 0 0,1 0 1 0 0,0 0-1 0 0,0 0 1 0 0,-1 0 0 0 0,1 1-1 0 0,0 0 1 0 0,-1-1-1 0 0,1 1 1 0 0,0 0 0 0 0,0 1-1 0 0,0-1 1 0 0,0 0 0 0 0,0 1-1 0 0,0 0 1 0 0,0 0-1 0 0,1 0 1 0 0,-1 0 0 0 0,1 0-1 0 0,-1 0 1 0 0,1 1-1 0 0,0-1 1 0 0,-3 5 0 0 0,3-4-136 0 0,0 0-1 0 0,1 0 1 0 0,-1-1 0 0 0,1 2 0 0 0,0-1 0 0 0,0 0 0 0 0,0 0 0 0 0,0 0-1 0 0,1 0 1 0 0,-1 1 0 0 0,1-1 0 0 0,0 0 0 0 0,0 1 0 0 0,0-1-1 0 0,0 0 1 0 0,0 0 0 0 0,2 6 0 0 0,0-2 3 0 0,0 0-1 0 0,0-1 1 0 0,1 1 0 0 0,0 0 0 0 0,1-1-1 0 0,-1 1 1 0 0,1-1 0 0 0,0 0-1 0 0,1 0 1 0 0,6 6 0 0 0,5 3 195 0 0,0 0 0 0 0,21 13 1 0 0,-22-17-215 0 0,-14-10-71 0 0,0-1 1 0 0,0 1-1 0 0,0 0 0 0 0,-1 0 1 0 0,1 0-1 0 0,0-1 0 0 0,0 1 1 0 0,-1 0-1 0 0,1 0 0 0 0,0 0 1 0 0,-1 0-1 0 0,1 0 0 0 0,-1 1 0 0 0,0-1 1 0 0,1 0-1 0 0,-1 0 0 0 0,0 0 1 0 0,1 0-1 0 0,-1 0 0 0 0,0 0 1 0 0,0 1-1 0 0,0-1 0 0 0,0 0 1 0 0,0 0-1 0 0,0 0 0 0 0,-1 2 0 0 0,0 0 8 0 0,0 1 0 0 0,-1-1-1 0 0,1 0 1 0 0,-1 0 0 0 0,1 1 0 0 0,-1-1-1 0 0,0 0 1 0 0,-5 4 0 0 0,-4 5-181 0 0,0-1 1 0 0,-1-1 0 0 0,-13 10 0 0 0,12-11-1351 0 0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7.5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39 58 2761 0 0,'1'-15'11167'0'0,"-4"19"-10160"0"0,-1-1-819 0 0,1 1 0 0 0,-1 0 0 0 0,1 0 0 0 0,0 0 0 0 0,0 0 0 0 0,1 0 0 0 0,-1 1 0 0 0,1-1 0 0 0,0 1 0 0 0,0 0 0 0 0,0-1 0 0 0,-1 10 0 0 0,3-10-159 0 0,0-1 1 0 0,0 1 0 0 0,0-1-1 0 0,0 1 1 0 0,1-1 0 0 0,-1 0 0 0 0,1 1-1 0 0,0-1 1 0 0,0 0 0 0 0,0 1-1 0 0,1-1 1 0 0,-1 0 0 0 0,1 0-1 0 0,0 0 1 0 0,-1 0 0 0 0,1 0-1 0 0,1-1 1 0 0,-1 1 0 0 0,0-1-1 0 0,1 1 1 0 0,3 3 0 0 0,1-1 155 0 0,0 0-1 0 0,0 0 1 0 0,1-1 0 0 0,-1 0 0 0 0,1 0-1 0 0,0-1 1 0 0,0 0 0 0 0,0 0 0 0 0,12 2-1 0 0,-17-4-112 0 0,1 0-1 0 0,-1-1 0 0 0,0 1 1 0 0,1-1-1 0 0,-1 0 0 0 0,1 0 1 0 0,-1 0-1 0 0,0 0 0 0 0,1-1 0 0 0,-1 1 1 0 0,1-1-1 0 0,-1 0 0 0 0,0 0 1 0 0,0 0-1 0 0,1 0 0 0 0,-1-1 1 0 0,0 1-1 0 0,0-1 0 0 0,0 0 1 0 0,-1 0-1 0 0,1 0 0 0 0,0 0 0 0 0,-1 0 1 0 0,1 0-1 0 0,-1-1 0 0 0,3-3 1 0 0,-4 4-66 0 0,0-1 1 0 0,0 1 0 0 0,-1-1-1 0 0,1 1 1 0 0,-1-1 0 0 0,1 1-1 0 0,-1-1 1 0 0,0 1 0 0 0,0-1-1 0 0,0 1 1 0 0,0-1 0 0 0,0 1-1 0 0,-1-1 1 0 0,1 1 0 0 0,-1-1-1 0 0,0 1 1 0 0,0-1 0 0 0,0 1 0 0 0,0 0-1 0 0,0-1 1 0 0,0 1 0 0 0,-1 0-1 0 0,1 0 1 0 0,-3-3 0 0 0,-5-8-41 0 0,-2 0 0 0 0,-17-18 0 0 0,19 23-19 0 0,-56-59-4016 0 0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8.2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39 3225 0 0,'-1'10'14912'0'0,"3"23"-14325"0"0,-2-11 234 0 0,-1-8-503 0 0,1 0 0 0 0,1 0 0 0 0,0-1 0 0 0,5 28 0 0 0,-5-38-298 0 0,0 0 0 0 0,0 0 1 0 0,0 0-1 0 0,1 0 1 0 0,-1 0-1 0 0,1 0 0 0 0,0-1 1 0 0,-1 1-1 0 0,1 0 0 0 0,0-1 1 0 0,1 0-1 0 0,-1 1 1 0 0,0-1-1 0 0,1 0 0 0 0,-1 0 1 0 0,1 0-1 0 0,0 0 0 0 0,-1-1 1 0 0,1 1-1 0 0,0-1 0 0 0,0 1 1 0 0,0-1-1 0 0,0 0 1 0 0,0 0-1 0 0,1-1 0 0 0,4 2 1 0 0,-3-2-4 0 0,0 1 0 0 0,1-1 0 0 0,-1 0 1 0 0,0 0-1 0 0,0 0 0 0 0,1-1 1 0 0,-1 1-1 0 0,0-1 0 0 0,0-1 0 0 0,0 1 1 0 0,0-1-1 0 0,7-3 0 0 0,-10 4-14 0 0,0 0 0 0 0,0-1 0 0 0,0 1 0 0 0,0-1 0 0 0,0 0-1 0 0,0 0 1 0 0,-1 0 0 0 0,1 0 0 0 0,-1 0 0 0 0,1 0 0 0 0,-1 0-1 0 0,0 0 1 0 0,1-1 0 0 0,-1 1 0 0 0,-1 0 0 0 0,1-1 0 0 0,0 1-1 0 0,0-1 1 0 0,-1 1 0 0 0,1-1 0 0 0,-1 1 0 0 0,0-1 0 0 0,0 1-1 0 0,0-1 1 0 0,0 0 0 0 0,0 1 0 0 0,-1-3 0 0 0,-10-51-850 0 0,7 39 590 0 0,1-1 1 0 0,-2-33-1 0 0,6 56 530 0 0,1 0-1 0 0,0 0 0 0 0,0 0 1 0 0,0 0-1 0 0,0 0 0 0 0,6 8 1 0 0,2 8-138 0 0,-4-5-108 0 0,17 36-52 0 0,-22-50 36 0 0,0 0 0 0 0,0-1 1 0 0,1 1-1 0 0,-1 0 0 0 0,0 0 0 0 0,1-1 1 0 0,-1 1-1 0 0,1-1 0 0 0,-1 1 0 0 0,1-1 1 0 0,0 0-1 0 0,-1 0 0 0 0,1 0 0 0 0,0 0 1 0 0,0 0-1 0 0,0 0 0 0 0,0 0 0 0 0,0 0 1 0 0,0-1-1 0 0,0 1 0 0 0,4 0 0 0 0,-5-1-4 0 0,0-1-1 0 0,0 1 1 0 0,0 0-1 0 0,0-1 0 0 0,1 1 1 0 0,-1-1-1 0 0,0 1 1 0 0,0-1-1 0 0,0 0 0 0 0,0 1 1 0 0,0-1-1 0 0,0 0 0 0 0,-1 0 1 0 0,1 0-1 0 0,0 1 1 0 0,0-1-1 0 0,0 0 0 0 0,-1 0 1 0 0,1 0-1 0 0,-1 0 0 0 0,1 0 1 0 0,-1-1-1 0 0,1 1 1 0 0,-1 0-1 0 0,1 0 0 0 0,-1 0 1 0 0,0 0-1 0 0,1-3 0 0 0,4-40 207 0 0,-4 33-189 0 0,1-7-164 0 0,-2 8-475 0 0,1 0-1 0 0,0 1 1 0 0,0-1-1 0 0,1 1 1 0 0,1 0-1 0 0,-1-1 1 0 0,1 1-1 0 0,1 0 1 0 0,4-8-1 0 0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8.7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6913 0 0,'7'0'860'0'0,"0"1"0"0"0,1 0 0 0 0,-1 0-1 0 0,0 0 1 0 0,0 1 0 0 0,0 0-1 0 0,0 1 1 0 0,10 4 0 0 0,-8-2-276 0 0,-1 0 0 0 0,0 0 1 0 0,0 1-1 0 0,0 0 0 0 0,-1 0 0 0 0,8 9 1 0 0,-8-7-428 0 0,0 0 1 0 0,-1 0 0 0 0,0 1-1 0 0,0 0 1 0 0,-1 0 0 0 0,0 1 0 0 0,-1-1-1 0 0,0 1 1 0 0,0 0 0 0 0,-1 0-1 0 0,0 0 1 0 0,-1 0 0 0 0,1 13-1 0 0,-5-4 36 0 0,2-19-173 0 0,0 0 0 0 0,-1 0 1 0 0,1 0-1 0 0,0 0 0 0 0,0 0 0 0 0,-1 0 1 0 0,1 0-1 0 0,0 0 0 0 0,0 0 0 0 0,-1 0 1 0 0,1 0-1 0 0,0 0 0 0 0,-1 0 0 0 0,1 0 0 0 0,0 0 1 0 0,0 0-1 0 0,0 0 0 0 0,-1-1 0 0 0,1 1 1 0 0,0 0-1 0 0,0 0 0 0 0,-1 0 0 0 0,1 0 0 0 0,0-1 1 0 0,0 1-1 0 0,0 0 0 0 0,0 0 0 0 0,-1 0 1 0 0,1-1-1 0 0,0 1 0 0 0,0 0 0 0 0,0 0 0 0 0,0-1 1 0 0,0 1-1 0 0,0 0 0 0 0,-3-4 94 0 0,1 0 0 0 0,0 0 0 0 0,1 0 0 0 0,-1 0 0 0 0,1 0 0 0 0,-2-8 1 0 0,0-15-514 0 0,2 1 1 0 0,3-38 0 0 0,0 38-663 0 0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8.9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0 1608 0 0,'-1'3'64'0'0,"-1"-1"32"0"0,-1 0 937 0 0,2 0-665 0 0,-2 0-168 0 0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49.7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115 359 3225 0 0,'0'-2'270'0'0,"0"0"1"0"0,-1 1 0 0 0,1-1-1 0 0,-1 0 1 0 0,1 1-1 0 0,-1-1 1 0 0,1 0 0 0 0,-1 1-1 0 0,0-1 1 0 0,0 1 0 0 0,0-1-1 0 0,0 1 1 0 0,0-1-1 0 0,0 1 1 0 0,0 0 0 0 0,0-1-1 0 0,0 1 1 0 0,-1 0 0 0 0,1 0-1 0 0,-1 0 1 0 0,1 0-1 0 0,-1 0 1 0 0,1 0 0 0 0,-1 1-1 0 0,1-1 1 0 0,-1 0 0 0 0,0 1-1 0 0,-2-1 1 0 0,2 0 28 0 0,0 1-1 0 0,0-1 1 0 0,0 1 0 0 0,0 0 0 0 0,0 0 0 0 0,0 0 0 0 0,0 0 0 0 0,0 0-1 0 0,0 0 1 0 0,0 0 0 0 0,0 1 0 0 0,0-1 0 0 0,0 1 0 0 0,0-1-1 0 0,0 1 1 0 0,0 0 0 0 0,0 0 0 0 0,0 0 0 0 0,0 0 0 0 0,1 0 0 0 0,-1 0-1 0 0,0 1 1 0 0,1-1 0 0 0,-3 2 0 0 0,1 2-212 0 0,-1-1-1 0 0,1 1 1 0 0,0 0-1 0 0,0 0 1 0 0,0 0 0 0 0,1 1-1 0 0,0-1 1 0 0,0 0 0 0 0,0 1-1 0 0,1 0 1 0 0,0-1-1 0 0,0 1 1 0 0,0 0 0 0 0,1-1-1 0 0,0 1 1 0 0,0 0 0 0 0,0 0-1 0 0,0 0 1 0 0,1-1-1 0 0,0 1 1 0 0,1 0 0 0 0,-1-1-1 0 0,1 1 1 0 0,0-1 0 0 0,0 0-1 0 0,5 7 1 0 0,-4-6-105 0 0,1 0 1 0 0,1 0 0 0 0,-1-1-1 0 0,1 0 1 0 0,0 0 0 0 0,1 0-1 0 0,-1 0 1 0 0,1-1-1 0 0,-1 0 1 0 0,1 0 0 0 0,1-1-1 0 0,-1 1 1 0 0,0-1-1 0 0,1-1 1 0 0,0 1 0 0 0,0-1-1 0 0,-1 0 1 0 0,1-1 0 0 0,0 1-1 0 0,0-2 1 0 0,8 1-1 0 0,-6-1-458 0 0,0 0-1 0 0,-1-1 0 0 0,1 0 1 0 0,0-1-1 0 0,-1 0 0 0 0,1 0 1 0 0,-1-1-1 0 0,0 0 0 0 0,0 0 1 0 0,0-1-1 0 0,0 0 0 0 0,-1 0 1 0 0,1-1-1 0 0,-1 0 0 0 0,0 0 1 0 0,-1-1-1 0 0,1 0 0 0 0,-1 0 1 0 0,0-1-1 0 0,-1 1 0 0 0,6-10 1 0 0,-5 7 110 0 0,0 0 0 0 0,-1-1 0 0 0,0 1 0 0 0,-1-1 0 0 0,0 0 0 0 0,-1-1 0 0 0,3-13 0 0 0,-4 14 679 0 0,-1 0 0 0 0,0 1 0 0 0,0-1 0 0 0,-1 0 0 0 0,0 0-1 0 0,-1 1 1 0 0,0-1 0 0 0,-4-13 0 0 0,5 21-55 0 0,-1-1-1 0 0,1 1 1 0 0,-1-1-1 0 0,0 1 1 0 0,0-1 0 0 0,0 1-1 0 0,0-1 1 0 0,0 1-1 0 0,-1 0 1 0 0,1 0-1 0 0,-1 0 1 0 0,1-1 0 0 0,-1 2-1 0 0,0-1 1 0 0,1 0-1 0 0,-1 0 1 0 0,0 0 0 0 0,0 1-1 0 0,-1-1 1 0 0,-2-1-1 0 0,3 3-121 0 0,-1 0-1 0 0,1-1 1 0 0,-1 1-1 0 0,1 0 0 0 0,-1 1 1 0 0,0-1-1 0 0,1 0 1 0 0,-1 1-1 0 0,1-1 0 0 0,0 1 1 0 0,-1 0-1 0 0,1 0 1 0 0,0 0-1 0 0,-1 0 1 0 0,1 0-1 0 0,0 0 0 0 0,0 1 1 0 0,0-1-1 0 0,0 1 1 0 0,0 0-1 0 0,-2 2 1 0 0,-2 0-76 0 0,0 2 0 0 0,1-1 0 0 0,-1 1 0 0 0,1 0 1 0 0,1 0-1 0 0,-1 0 0 0 0,1 0 0 0 0,0 1 1 0 0,0 0-1 0 0,1 0 0 0 0,-3 8 0 0 0,5-12-65 0 0,0 0 1 0 0,1 0-1 0 0,-1 0 0 0 0,1 0 0 0 0,0-1 0 0 0,0 1 1 0 0,0 0-1 0 0,0 0 0 0 0,0 0 0 0 0,1 0 0 0 0,-1 0 1 0 0,1 0-1 0 0,0-1 0 0 0,0 1 0 0 0,0 0 0 0 0,0-1 1 0 0,0 1-1 0 0,1 0 0 0 0,-1-1 0 0 0,1 1 0 0 0,-1-1 1 0 0,1 0-1 0 0,0 0 0 0 0,0 0 0 0 0,0 1 0 0 0,0-2 1 0 0,1 1-1 0 0,-1 0 0 0 0,0 0 0 0 0,1-1 0 0 0,-1 1 0 0 0,5 1 1 0 0,-1-1 75 0 0,0 0 1 0 0,0 0-1 0 0,1 0 0 0 0,-1-1 1 0 0,0 1-1 0 0,1-2 1 0 0,-1 1-1 0 0,1-1 1 0 0,0 0-1 0 0,-1 0 0 0 0,1 0 1 0 0,-1-1-1 0 0,1 0 1 0 0,-1-1-1 0 0,0 1 1 0 0,1-1-1 0 0,-1-1 0 0 0,0 1 1 0 0,0-1-1 0 0,0 0 1 0 0,-1 0-1 0 0,9-6 1 0 0,-4 2-259 0 0,1-1 1 0 0,-1 0-1 0 0,-1 0 1 0 0,1-1-1 0 0,-2 0 1 0 0,1-1-1 0 0,-1 0 1 0 0,-1 0 0 0 0,1-1-1 0 0,9-20 1 0 0,-14 22-115 0 0,1-2 1 0 0,-2 1 0 0 0,1 0-1 0 0,-2 0 1 0 0,1-1 0 0 0,-1 1-1 0 0,-1-16 1 0 0,-9-78-387 0 0,6 73 717 0 0,3 28 20 0 0,-1-1 0 0 0,0 0 0 0 0,0 1 0 0 0,0-1 0 0 0,0 1 0 0 0,0-1 0 0 0,-1 1 0 0 0,1 0 0 0 0,-1 0 0 0 0,-2-4 0 0 0,3 6-7 0 0,1 1-1 0 0,-1-1 1 0 0,1 1 0 0 0,-1-1 0 0 0,1 1 0 0 0,-1-1 0 0 0,1 1 0 0 0,-1 0 0 0 0,1-1 0 0 0,-1 1 0 0 0,0 0 0 0 0,1-1 0 0 0,-1 1-1 0 0,0 0 1 0 0,1 0 0 0 0,-1-1 0 0 0,0 1 0 0 0,1 0 0 0 0,-1 0 0 0 0,0 0 0 0 0,1 0 0 0 0,-2 0 0 0 0,1 1 45 0 0,-1-1-1 0 0,1 1 1 0 0,0-1 0 0 0,0 1 0 0 0,0 0 0 0 0,-1-1 0 0 0,1 1 0 0 0,0 0-1 0 0,0 0 1 0 0,0 0 0 0 0,0 0 0 0 0,0 0 0 0 0,1 0 0 0 0,-1 0 0 0 0,0 0-1 0 0,-1 2 1 0 0,1-1-1 0 0,0 1 1 0 0,0-1-1 0 0,0 1 0 0 0,0-1 0 0 0,0 1 1 0 0,0 0-1 0 0,1 0 0 0 0,0-1 0 0 0,-1 1 0 0 0,1 0 1 0 0,0 0-1 0 0,0-1 0 0 0,0 1 0 0 0,1 0 1 0 0,-1-1-1 0 0,1 1 0 0 0,-1 0 0 0 0,1 0 0 0 0,0-1 1 0 0,0 1-1 0 0,0-1 0 0 0,0 1 0 0 0,1-1 1 0 0,-1 0-1 0 0,1 1 0 0 0,3 3 0 0 0,5 7 59 0 0,1 0 1 0 0,1 0-1 0 0,17 13 0 0 0,-10-9 139 0 0,-9-8-220 0 0,-1 1 1 0 0,1 0-1 0 0,-2 1 0 0 0,1 0 1 0 0,12 22-1 0 0,-19-28-71 0 0,0 0 0 0 0,0-1 1 0 0,0 1-1 0 0,-1 1 0 0 0,1-1 1 0 0,-1 0-1 0 0,-1 0 0 0 0,1 0 1 0 0,-1 0-1 0 0,0 1 0 0 0,0-1 1 0 0,0 0-1 0 0,-1 0 0 0 0,1 1 1 0 0,-1-1-1 0 0,-1 0 0 0 0,1 0 1 0 0,-4 7-1 0 0,-3 5-115 0 0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57.0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1 102 12899 0 0,'26'-9'4809'0'0,"40"-27"-2816"0"0,-3-7-7267 0 0,-46 29 3514 0 0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57.3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2761 0 0,'14'2'16282'0'0,"-10"6"-16104"0"0,0 0-1 0 0,0 0 1 0 0,-1 0 0 0 0,0 1 0 0 0,0 0-1 0 0,-1-1 1 0 0,0 1 0 0 0,1 17 0 0 0,-3-20-707 0 0,0 0 0 0 0,0 0 0 0 0,-1-1 0 0 0,1 1 0 0 0,-1 0 0 0 0,-1 0 0 0 0,1-1 0 0 0,-1 1 0 0 0,-3 9 0 0 0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57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0 221 3681 0 0,'15'-22'230'0'0,"4"-6"1745"0"0,17-33 0 0 0,-32 52-1009 0 0,0 1 0 0 0,0-1-1 0 0,-1 0 1 0 0,0 0 0 0 0,-1 0 0 0 0,0 0-1 0 0,0 0 1 0 0,0-16 0 0 0,-5 12 2087 0 0,-4 15-971 0 0,-5 22-992 0 0,9-14-1013 0 0,1 0 0 0 0,0 0 0 0 0,1 0 1 0 0,0 1-1 0 0,0-1 0 0 0,1 1 0 0 0,1-1 0 0 0,0 0 0 0 0,0 1 0 0 0,1-1 0 0 0,0 0 0 0 0,1 0 0 0 0,0 0 1 0 0,1 0-1 0 0,0-1 0 0 0,0 1 0 0 0,1-1 0 0 0,0 0 0 0 0,1 0 0 0 0,0-1 0 0 0,10 12 0 0 0,-8-12-323 0 0,0 0-1 0 0,0 0 0 0 0,1-1 1 0 0,0 0-1 0 0,0-1 0 0 0,1 0 0 0 0,0 0 1 0 0,0-1-1 0 0,0-1 0 0 0,1 1 1 0 0,-1-2-1 0 0,19 5 0 0 0,3-3-7441 0 0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50.9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98 8 10138 0 0,'0'0'124'0'0,"0"-1"1"0"0,-1 1-1 0 0,1-1 0 0 0,0 1 0 0 0,-1-1 0 0 0,1 1 0 0 0,0-1 1 0 0,-1 1-1 0 0,1 0 0 0 0,-1-1 0 0 0,1 1 0 0 0,-1 0 1 0 0,1-1-1 0 0,-1 1 0 0 0,1 0 0 0 0,-1-1 0 0 0,1 1 0 0 0,-1 0 1 0 0,1 0-1 0 0,-1 0 0 0 0,0 0 0 0 0,1 0 0 0 0,-1 0 1 0 0,1-1-1 0 0,-1 1 0 0 0,0 0 0 0 0,1 1 0 0 0,-1-1 0 0 0,1 0 1 0 0,-1 0-1 0 0,1 0 0 0 0,-1 0 0 0 0,0 0 0 0 0,1 0 1 0 0,-1 1-1 0 0,1-1 0 0 0,-1 0 0 0 0,1 1 0 0 0,-1-1 1 0 0,1 0-1 0 0,-1 1 0 0 0,1-1 0 0 0,0 0 0 0 0,-1 1 0 0 0,1-1 1 0 0,-1 1-1 0 0,1-1 0 0 0,-1 1 0 0 0,-18 24 1705 0 0,10-7-1492 0 0,1 0 1 0 0,1 1 0 0 0,0 0-1 0 0,2 0 1 0 0,0 0-1 0 0,1 1 1 0 0,-2 22-1 0 0,2 12-76 0 0,4 76 0 0 0,4-56-78 0 0,3-1 0 0 0,17 79 0 0 0,-16-117-138 0 0,1-1-1 0 0,2 0 1 0 0,1 0-1 0 0,2-1 1 0 0,1-1 0 0 0,27 44-1 0 0,-30-59 4 0 0,0 0 0 0 0,2 0-1 0 0,20 19 1 0 0,-27-30-248 0 0,-1 0 0 0 0,1-1 0 0 0,1 0 0 0 0,12 7 0 0 0,-17-11-198 0 0,1 1 0 0 0,0 0 0 0 0,0-1 0 0 0,0 0 1 0 0,1 0-1 0 0,-1 0 0 0 0,0 0 0 0 0,0-1 0 0 0,0 0 0 0 0,7 0 0 0 0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51.1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54 157 8754 0 0,'-5'0'172'0'0,"1"1"0"0"0,0-1 0 0 0,-1 0 0 0 0,1 0 0 0 0,-1 0 0 0 0,1 0 0 0 0,-8-3 0 0 0,11 3-121 0 0,0 0 0 0 0,1 0 1 0 0,-1-1-1 0 0,1 1 0 0 0,-1 0 1 0 0,1-1-1 0 0,-1 1 0 0 0,1 0 1 0 0,-1-1-1 0 0,1 1 0 0 0,-1 0 1 0 0,1-1-1 0 0,0 1 0 0 0,-1-1 1 0 0,1 1-1 0 0,0-1 0 0 0,-1 1 1 0 0,1-1-1 0 0,0 1 0 0 0,0-1 1 0 0,-1 1-1 0 0,1-1 1 0 0,0 0-1 0 0,0 0 0 0 0,0-1 42 0 0,0 0-1 0 0,0 1 1 0 0,1-1-1 0 0,-1 0 1 0 0,0 1-1 0 0,1-1 1 0 0,-1 1-1 0 0,1-1 1 0 0,0 1-1 0 0,0-1 1 0 0,0 1-1 0 0,-1-1 1 0 0,3-1-1 0 0,3-4 180 0 0,1 0 0 0 0,-1 0 0 0 0,1 1 0 0 0,1 0-1 0 0,-1 0 1 0 0,1 0 0 0 0,0 1 0 0 0,0 1 0 0 0,1-1 0 0 0,-1 1 0 0 0,1 1-1 0 0,0-1 1 0 0,16-2 0 0 0,13-3 884 0 0,76-6 0 0 0,-104 14-1066 0 0,170-14-1336 0 0,-143 11-5118 0 0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51.7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166 20 7370 0 0,'-1'-1'128'0'0,"1"0"1"0"0,0-1 0 0 0,-1 1-1 0 0,0 0 1 0 0,1 0 0 0 0,-1 0-1 0 0,0 0 1 0 0,1 0 0 0 0,-1 1-1 0 0,0-1 1 0 0,0 0 0 0 0,0 0-1 0 0,0 0 1 0 0,0 1 0 0 0,0-1-1 0 0,0 0 1 0 0,0 1 0 0 0,0-1-1 0 0,0 1 1 0 0,0-1 0 0 0,0 1-1 0 0,0-1 1 0 0,0 1 0 0 0,-1 0-1 0 0,1 0 1 0 0,0 0 0 0 0,0 0-1 0 0,0 0 1 0 0,-1 0 0 0 0,1 0-1 0 0,0 0 1 0 0,0 0 0 0 0,0 0-1 0 0,-1 0 1 0 0,1 1 0 0 0,0-1-1 0 0,0 1 1 0 0,0-1 0 0 0,0 1-1 0 0,0-1 1 0 0,0 1 0 0 0,0 0-1 0 0,0-1 1 0 0,0 1 0 0 0,0 0-1 0 0,0 0 1 0 0,-1 1 0 0 0,-5 4 244 0 0,0 0 0 0 0,1 0 0 0 0,0 1 0 0 0,0 0 0 0 0,0 0 0 0 0,1 1 0 0 0,0-1 0 0 0,0 1 0 0 0,1 0 0 0 0,0 1 0 0 0,-4 10 0 0 0,-3 14 41 0 0,-11 52-1 0 0,19-75-377 0 0,0 6 52 0 0,-1 1 0 0 0,0 25 0 0 0,3-39-91 0 0,1 1 1 0 0,0-1 0 0 0,0 0 0 0 0,0 0 0 0 0,1 0 0 0 0,-1 1-1 0 0,1-1 1 0 0,-1 0 0 0 0,1 0 0 0 0,0 0 0 0 0,1 0-1 0 0,-1 0 1 0 0,0 0 0 0 0,1 0 0 0 0,-1-1 0 0 0,1 1-1 0 0,0 0 1 0 0,0-1 0 0 0,0 1 0 0 0,3 1 0 0 0,-3-3-52 0 0,-1 0 0 0 0,1-1 1 0 0,-1 1-1 0 0,1 0 1 0 0,0-1-1 0 0,-1 0 0 0 0,1 0 1 0 0,0 1-1 0 0,-1-1 0 0 0,1 0 1 0 0,0 0-1 0 0,-1 0 1 0 0,1-1-1 0 0,0 1 0 0 0,-1 0 1 0 0,1 0-1 0 0,-1-1 0 0 0,1 0 1 0 0,0 1-1 0 0,-1-1 1 0 0,1 0-1 0 0,-1 1 0 0 0,1-1 1 0 0,-1 0-1 0 0,0 0 0 0 0,1 0 1 0 0,-1 0-1 0 0,0 0 1 0 0,0-1-1 0 0,2-1 0 0 0,7-7-332 0 0,-1 0-1 0 0,13-19 1 0 0,-15 20 415 0 0,24-38 414 0 0,48-93-1 0 0,-66 114-113 0 0,-11 23-241 0 0,-1 0 1 0 0,1 0-1 0 0,-1 1 0 0 0,1-1 1 0 0,0 0-1 0 0,0 0 1 0 0,0 1-1 0 0,0 0 0 0 0,1-1 1 0 0,-1 1-1 0 0,1 0 1 0 0,-1 0-1 0 0,5-2 0 0 0,-6 3-46 0 0,-1 1 0 0 0,1 0 0 0 0,0 0 0 0 0,0 0 0 0 0,0-1 0 0 0,0 1 0 0 0,0 0 0 0 0,-1 0 0 0 0,1 0 0 0 0,0 1 0 0 0,0-1 0 0 0,0 0 0 0 0,0 0 0 0 0,0 0 0 0 0,-1 1 0 0 0,1-1 0 0 0,0 0 0 0 0,0 1 0 0 0,1 0 0 0 0,0 0 17 0 0,0 1 0 0 0,0 0 0 0 0,0 0 1 0 0,0 0-1 0 0,0 0 0 0 0,0 0 0 0 0,-1 0 0 0 0,3 5 1 0 0,8 15 324 0 0,-2 0 1 0 0,11 33 0 0 0,-16-40-353 0 0,0 1-1 0 0,1-1 1 0 0,1 0-1 0 0,0-1 1 0 0,1 1 0 0 0,1-1-1 0 0,0-1 1 0 0,12 13 0 0 0,-20-25-45 0 0,-1 0 0 0 0,1-1 1 0 0,-1 1-1 0 0,1-1 1 0 0,-1 1-1 0 0,1-1 0 0 0,0 1 1 0 0,-1-1-1 0 0,1 1 1 0 0,0-1-1 0 0,-1 0 1 0 0,1 1-1 0 0,0-1 0 0 0,0 0 1 0 0,-1 1-1 0 0,1-1 1 0 0,0 0-1 0 0,0 0 0 0 0,-1 0 1 0 0,1 0-1 0 0,0 0 1 0 0,0 0-1 0 0,0 0 0 0 0,-1 0 1 0 0,1 0-1 0 0,0 0 1 0 0,1-1-1 0 0,-1 0-22 0 0,1 0 0 0 0,-1 0 0 0 0,0 0 0 0 0,1 0 0 0 0,-1 0 0 0 0,0 0 0 0 0,0-1 0 0 0,0 1 0 0 0,0 0 0 0 0,0-1 0 0 0,0 1 0 0 0,1-3 0 0 0,2-7-136 0 0,0 0 1 0 0,0 0-1 0 0,1-12 1 0 0,-3 17 143 0 0,6-36-184 0 0,-2 14 149 0 0,13-41 1 0 0,-16 62 73 0 0,-1 0 0 0 0,1 0 1 0 0,1 1-1 0 0,-1 0 1 0 0,1-1-1 0 0,0 1 1 0 0,0 1-1 0 0,1-1 1 0 0,0 0-1 0 0,0 1 0 0 0,6-5 1 0 0,-9 9-1 0 0,-1-1 0 0 0,1 1 0 0 0,0 0 0 0 0,-1 0 0 0 0,1 0 0 0 0,0 0 0 0 0,0 0 0 0 0,0 0 0 0 0,-1 1 0 0 0,1-1 0 0 0,0 1 0 0 0,0-1 0 0 0,0 1 0 0 0,0 0 0 0 0,0-1 0 0 0,0 1 0 0 0,0 0 0 0 0,0 1 0 0 0,0-1 0 0 0,0 0 0 0 0,0 0 0 0 0,0 1 0 0 0,0-1 0 0 0,0 1 0 0 0,0 0 0 0 0,0-1 0 0 0,0 1 0 0 0,-1 0 0 0 0,1 0 0 0 0,0 0 0 0 0,-1 1 0 0 0,1-1 0 0 0,0 0 0 0 0,-1 1 0 0 0,0-1 0 0 0,1 0 0 0 0,-1 1 0 0 0,0 0 0 0 0,0-1 0 0 0,2 4 0 0 0,5 9 222 0 0,-1-1 1 0 0,0 1-1 0 0,-1 1 0 0 0,6 20 1 0 0,-4-12-96 0 0,-3-9-72 0 0,-3-8-73 0 0,0 0 1 0 0,0 0-1 0 0,1 0 0 0 0,-1 0 1 0 0,6 6-1 0 0,-8-11 1 0 0,1 0 0 0 0,-1-1 0 0 0,1 1 0 0 0,-1 0 0 0 0,1-1 0 0 0,0 1 0 0 0,-1-1 0 0 0,1 1 0 0 0,0-1 0 0 0,-1 1 0 0 0,1-1 0 0 0,0 0 0 0 0,0 1 0 0 0,-1-1 0 0 0,1 0 0 0 0,0 0 0 0 0,0 0 0 0 0,0 1 0 0 0,-1-1 0 0 0,1 0 0 0 0,0 0 0 0 0,0 0 0 0 0,0 0 0 0 0,0 0 0 0 0,-1 0 0 0 0,1-1 0 0 0,0 1 0 0 0,0 0 0 0 0,0 0 0 0 0,-1-1 0 0 0,1 1 0 0 0,0 0 0 0 0,0-1 0 0 0,-1 1 0 0 0,1 0-1 0 0,0-1 1 0 0,0 1 0 0 0,-1-1 0 0 0,1 0 0 0 0,-1 1 0 0 0,1-1 0 0 0,-1 1 0 0 0,1-1 0 0 0,-1 0 0 0 0,1 1 0 0 0,0-3 0 0 0,27-37-64 0 0,3-5 65 0 0,-28 42 18 0 0,-1 0 1 0 0,1 1 0 0 0,-1-1 0 0 0,1 1 0 0 0,0-1-1 0 0,0 1 1 0 0,0 0 0 0 0,1 0 0 0 0,-1 0 0 0 0,0 1-1 0 0,5-2 1 0 0,-7 2 1 0 0,1 1 0 0 0,-1 0 0 0 0,1 0 0 0 0,-1 0 0 0 0,1 0 0 0 0,0 0 0 0 0,-1 0 1 0 0,1 1-1 0 0,-1-1 0 0 0,1 0 0 0 0,-1 1 0 0 0,1-1 0 0 0,-1 1 0 0 0,1 0 0 0 0,-1-1 0 0 0,0 1 0 0 0,1 0 0 0 0,-1 0 0 0 0,0 0 0 0 0,1 0 0 0 0,-1 0 0 0 0,0 0 0 0 0,0 0 0 0 0,0 1 0 0 0,0-1 0 0 0,0 0 0 0 0,0 1 0 0 0,0 1 0 0 0,5 7-182 0 0,0 0-1 0 0,8 21 0 0 0,-7-13-1113 0 0,3 1-5985 0 0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53.0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37 59 6449 0 0,'-3'-6'184'0'0,"2"2"757"0"0,0 0 0 0 0,-1 0 0 0 0,1 0 0 0 0,-1 0 0 0 0,0 0 0 0 0,0 0 0 0 0,-1 1 0 0 0,1-1 0 0 0,-1 1 1 0 0,0 0-1 0 0,0 0 0 0 0,-5-6 0 0 0,9 40 1016 0 0,100 368-1182 0 0,-95-376-751 0 0,2 3-45 0 0,0 1 0 0 0,2-1-1 0 0,0 0 1 0 0,23 37 0 0 0,-29-113-1208 0 0,-4 35 1152 0 0,-1-5 92 0 0,1-1-1 0 0,1 0 0 0 0,0 0 0 0 0,2 0 1 0 0,1 1-1 0 0,9-33 0 0 0,-13 52-6 0 0,1 0 1 0 0,-1 0-1 0 0,0-1 1 0 0,1 1-1 0 0,-1 0 1 0 0,1 0-1 0 0,-1 0 0 0 0,1 0 1 0 0,0 0-1 0 0,-1 0 1 0 0,1 0-1 0 0,0 1 1 0 0,0-1-1 0 0,-1 0 0 0 0,1 0 1 0 0,0 0-1 0 0,0 1 1 0 0,0-1-1 0 0,0 1 1 0 0,0-1-1 0 0,0 0 1 0 0,0 1-1 0 0,0 0 0 0 0,0-1 1 0 0,0 1-1 0 0,1 0 1 0 0,-1-1-1 0 0,0 1 1 0 0,0 0-1 0 0,0 0 0 0 0,0 0 1 0 0,1 0-1 0 0,-1 0 1 0 0,0 0-1 0 0,0 0 1 0 0,0 1-1 0 0,0-1 0 0 0,0 0 1 0 0,0 1-1 0 0,1-1 1 0 0,-1 0-1 0 0,0 1 1 0 0,0-1-1 0 0,0 1 0 0 0,0 0 1 0 0,0-1-1 0 0,1 2 1 0 0,7 6 48 0 0,-1-1 0 0 0,0 1 1 0 0,0 0-1 0 0,8 12 0 0 0,0-1-303 0 0,12 7-846 0 0,-14-14 8 0 0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53.4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134 12 5985 0 0,'-8'-11'6067'0'0,"7"11"-5871"0"0,1 0-1 0 0,-1 0 1 0 0,1 0 0 0 0,-1 0-1 0 0,-14 10 3565 0 0,-8 24-604 0 0,9-4-2700 0 0,1 0 0 0 0,2 1 0 0 0,1 1 0 0 0,1 0 0 0 0,-5 45 0 0 0,7-15-299 0 0,0 119 0 0 0,8-153-98 0 0,2 0 0 0 0,0 0 0 0 0,2-1 0 0 0,1 1 1 0 0,1-1-1 0 0,1-1 0 0 0,12 28 0 0 0,-14-41-56 0 0,0 0-1 0 0,1 0 0 0 0,1-1 1 0 0,-1 0-1 0 0,2 0 1 0 0,0-1-1 0 0,0 0 0 0 0,1 0 1 0 0,0-1-1 0 0,1-1 1 0 0,0 0-1 0 0,1 0 0 0 0,0-1 1 0 0,0 0-1 0 0,19 8 1 0 0,-25-14-223 0 0,0 0 0 0 0,0 0 0 0 0,0-1 0 0 0,0 1 0 0 0,0-1 0 0 0,1-1 0 0 0,-1 1 0 0 0,0-1 0 0 0,1 0 0 0 0,-1 0 0 0 0,0-1 0 0 0,8-1 0 0 0,15-8-7265 0 0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53.8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46 5529 0 0,'6'-3'317'0'0,"-1"1"0"0"0,1-1-1 0 0,0 1 1 0 0,0 1 0 0 0,-1-1 0 0 0,1 1-1 0 0,0 0 1 0 0,0 1 0 0 0,1-1 0 0 0,-1 1-1 0 0,0 0 1 0 0,0 1 0 0 0,0 0 0 0 0,0 0 0 0 0,0 0-1 0 0,0 0 1 0 0,0 1 0 0 0,-1 0 0 0 0,1 0-1 0 0,-1 1 1 0 0,1 0 0 0 0,-1-1 0 0 0,0 2-1 0 0,0-1 1 0 0,0 1 0 0 0,0 0 0 0 0,0 0-1 0 0,3 4 1 0 0,-1 0-67 0 0,0 0 0 0 0,0 0 0 0 0,-1 0 0 0 0,-1 0 0 0 0,1 1-1 0 0,-1 0 1 0 0,-1 0 0 0 0,0 1 0 0 0,0-1 0 0 0,0 1 0 0 0,-2 0 0 0 0,1 0 0 0 0,-1 0 0 0 0,0 0-1 0 0,0 20 1 0 0,-3-18-196 0 0,0 0-1 0 0,-1 0 1 0 0,0 0-1 0 0,-6 19 1 0 0,6-25-84 0 0,0-1 0 0 0,0 1 0 0 0,0-1 0 0 0,-1 0-1 0 0,0 0 1 0 0,0 0 0 0 0,0 0 0 0 0,-1 0 0 0 0,0-1 0 0 0,0 1 0 0 0,-6 5 0 0 0,9-10 8 0 0,1 0-1 0 0,0 0 1 0 0,0 0-1 0 0,0 0 1 0 0,0 1-1 0 0,0-1 1 0 0,0 0 0 0 0,0 0-1 0 0,-1 0 1 0 0,1 0-1 0 0,0 0 1 0 0,0 0-1 0 0,0 0 1 0 0,0 0-1 0 0,0 0 1 0 0,0 0 0 0 0,-1 0-1 0 0,1 0 1 0 0,0 0-1 0 0,0 0 1 0 0,0 0-1 0 0,0 0 1 0 0,-1 0 0 0 0,1 0-1 0 0,0 0 1 0 0,0 0-1 0 0,0 0 1 0 0,0 0-1 0 0,0 0 1 0 0,-1 0 0 0 0,1 0-1 0 0,0 0 1 0 0,0 0-1 0 0,0 0 1 0 0,0 0-1 0 0,0 0 1 0 0,-1 0-1 0 0,1 0 1 0 0,0 0 0 0 0,0 0-1 0 0,0-1 1 0 0,0 1-1 0 0,0 0 1 0 0,0 0-1 0 0,0 0 1 0 0,0 0 0 0 0,0 0-1 0 0,-1 0 1 0 0,1-1-1 0 0,0 1 1 0 0,0 0-1 0 0,0 0 1 0 0,0 0-1 0 0,0 0 1 0 0,0-1 0 0 0,0-13-1141 0 0,6-19-680 0 0,-6 31 1736 0 0,60-202-6518 0 0,-18 72 8174 0 0,-45 143 625 0 0,1-1-1 0 0,0 1 1 0 0,0 15-1 0 0,6 35 1869 0 0,-2-49-4213 0 0,0 0-1 0 0,1 0 0 0 0,1-1 1 0 0,0 1-1 0 0,0-1 0 0 0,1 0 1 0 0,1 0-1 0 0,0 0 0 0 0,0-1 1 0 0,1 0-1 0 0,0 0 0 0 0,1-1 1 0 0,14 14-1 0 0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54.0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10 8290 0 0,'-7'-9'9877'0'0,"26"32"-3714"0"0,-9-10-8034 0 0,18 27 2191 0 0,-1 2-1 0 0,42 88 0 0 0,-61-110-246 0 0,-1 1-1 0 0,0 0 0 0 0,-1 0 1 0 0,-2 1-1 0 0,0-1 1 0 0,-1 1-1 0 0,-2 0 0 0 0,0 0 1 0 0,-2 27-1 0 0,-4-10-572 0 0,-2 0-1 0 0,-2 0 1 0 0,-1-1 0 0 0,-18 42-1 0 0,19-54-7295 0 0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54.3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72 11979 0 0,'0'0'1082'0'0,"22"-10"1284"0"0,32-10 666 0 0,39-16-3367 0 0,-80 31 335 0 0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54.4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15 10138 0 0,'1'0'896'0'0,"0"0"-712"0"0,2 0-184 0 0,0 0 0 0 0,1-2 537 0 0,0 2 71 0 0,3 0 8 0 0,3-1 8 0 0,4 1-160 0 0,1-1-32 0 0,1 1-8 0 0,0 0 0 0 0,1 1-1344 0 0,1-2-264 0 0,2-2-64 0 0,1 0-1 0 0,2-1 969 0 0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55.1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93 211 9218 0 0,'-11'4'1075'0'0,"6"-4"-495"0"0,1 1-1 0 0,0 0 0 0 0,0 0 1 0 0,0 0-1 0 0,1 1 1 0 0,-1-1-1 0 0,0 1 0 0 0,0 0 1 0 0,1 0-1 0 0,-5 4 0 0 0,8-6-482 0 0,1 1 0 0 0,-1-1 0 0 0,1 1 0 0 0,-1-1 0 0 0,1 1 0 0 0,-1-1-1 0 0,1 0 1 0 0,-1 1 0 0 0,1-1 0 0 0,0 0 0 0 0,-1 1 0 0 0,1-1 0 0 0,-1 0 0 0 0,1 0 0 0 0,0 1 0 0 0,-1-1-1 0 0,1 0 1 0 0,0 0 0 0 0,0 0 0 0 0,-1 0 0 0 0,1 0 0 0 0,0 0 0 0 0,0 0 0 0 0,19 2 787 0 0,-6-1-449 0 0,30 1 562 0 0,1-1-1 0 0,83-10 1 0 0,-113 7-1068 0 0,-1-1 0 0 0,-1-1 1 0 0,1 0-1 0 0,0-1 0 0 0,18-10 0 0 0,-24 11-76 0 0,-1-1 0 0 0,0 0 0 0 0,0 0 1 0 0,0 0-1 0 0,-1-1 0 0 0,0 0 0 0 0,0 0 0 0 0,0 0 0 0 0,-1-1 0 0 0,6-9 1 0 0,-10 14 61 0 0,1-1 0 0 0,-1 0 0 0 0,0 1 0 0 0,0-1 0 0 0,0 0 0 0 0,0 0 0 0 0,0 0 0 0 0,0 0 0 0 0,-1 0 0 0 0,0 0 0 0 0,1 0 0 0 0,-1 0 0 0 0,-1 0 0 0 0,1 0 0 0 0,0 0 0 0 0,-1 0 0 0 0,1 0 0 0 0,-1 0 0 0 0,0 1 0 0 0,0-1 1 0 0,0 0-1 0 0,0 0 0 0 0,0 1 0 0 0,-1-1 0 0 0,1 0 0 0 0,-1 1 0 0 0,0-1 0 0 0,0 1 0 0 0,0 0 0 0 0,0 0 0 0 0,0 0 0 0 0,0 0 0 0 0,-1 0 0 0 0,1 0 0 0 0,-4-2 0 0 0,0 0 16 0 0,-1-1 0 0 0,0 1 0 0 0,0 1-1 0 0,0-1 1 0 0,-1 1 0 0 0,1 0 0 0 0,-1 1-1 0 0,0 0 1 0 0,0 0 0 0 0,0 0 0 0 0,0 1 0 0 0,-9 0-1 0 0,0 3 285 0 0,0 0-1 0 0,1 1 0 0 0,-1 0 0 0 0,1 2 1 0 0,0 0-1 0 0,0 1 0 0 0,0 0 1 0 0,1 1-1 0 0,0 1 0 0 0,0 0 0 0 0,1 1 1 0 0,0 1-1 0 0,0 0 0 0 0,2 1 0 0 0,-1 1 1 0 0,1 0-1 0 0,1 0 0 0 0,0 1 0 0 0,0 1 1 0 0,2-1-1 0 0,0 2 0 0 0,0-1 1 0 0,-8 23-1 0 0,13-27-183 0 0,1 1 0 0 0,0 0 0 0 0,1 1 0 0 0,0-1 0 0 0,1 0 0 0 0,1 1 0 0 0,-1-1 0 0 0,2 1 0 0 0,0-1 0 0 0,0 0 0 0 0,1 1 0 0 0,0-1 0 0 0,1 0 0 0 0,0 0 0 0 0,1 0 0 0 0,0-1 0 0 0,1 1 0 0 0,0-1 0 0 0,0 0 1 0 0,1 0-1 0 0,10 11 0 0 0,-9-13-1 0 0,-1 0 0 0 0,1-1 0 0 0,1 0 0 0 0,-1 0 0 0 0,1-1-1 0 0,0 0 1 0 0,1 0 0 0 0,-1-1 0 0 0,1 0 0 0 0,0-1 0 0 0,1 1 0 0 0,-1-2 0 0 0,1 1 0 0 0,-1-2 0 0 0,1 1 0 0 0,0-1 0 0 0,0-1 0 0 0,0 0 0 0 0,0 0 0 0 0,0-1 0 0 0,1 0 0 0 0,-1-1 0 0 0,0 0 0 0 0,12-3 0 0 0,1-3-241 0 0,-1 0-1 0 0,0-2 1 0 0,0-1 0 0 0,-1-1-1 0 0,0 0 1 0 0,-1-2-1 0 0,22-17 1 0 0,-7 4-7756 0 0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55.6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9 5529 0 0,'15'0'1551'0'0,"0"0"0"0"0,0 1 0 0 0,0 0 0 0 0,-1 1 0 0 0,1 1 0 0 0,19 6 0 0 0,-29-7-1423 0 0,-1 0 0 0 0,0 0 1 0 0,0 0-1 0 0,0 1 0 0 0,0-1 1 0 0,0 1-1 0 0,-1 0 1 0 0,1 0-1 0 0,-1 1 0 0 0,1-1 1 0 0,-1 1-1 0 0,-1-1 0 0 0,1 1 1 0 0,0 0-1 0 0,-1 0 1 0 0,0 0-1 0 0,0 0 0 0 0,0 1 1 0 0,0-1-1 0 0,-1 1 0 0 0,1-1 1 0 0,-1 1-1 0 0,0-1 0 0 0,0 7 1 0 0,0 12-187 0 0,0 1-1 0 0,-2-1 1 0 0,-1 0 0 0 0,-1 1 0 0 0,0-1-1 0 0,-2-1 1 0 0,-1 1 0 0 0,-1 0 0 0 0,0-1 0 0 0,-2-1-1 0 0,-13 26 1 0 0,12-30-2822 0 0,26-49-4250 0 0,-4 9 4918 0 0,10-31 1 0 0,-11 19 646 0 0,7-37 0 0 0,0-38 3667 0 0,-4 3 17003 0 0,-15 140-17472 0 0,1 45-2185 0 0,10 39 768 0 0,-8-103-323 0 0,1 0 0 0 0,0-1 0 0 0,1 0 0 0 0,1 0 0 0 0,0 0 0 0 0,11 19 0 0 0,0-8-504 0 0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56.2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1 5065 0 0,'-10'8'4622'0'0,"10"-8"-4350"0"0,0 1 0 0 0,-1 0 0 0 0,1-1 0 0 0,0 1-1 0 0,-1 0 1 0 0,1-1 0 0 0,0 1 0 0 0,0 0 0 0 0,0 0 0 0 0,0-1 0 0 0,0 2 0 0 0,0-1-16 0 0,1 0 1 0 0,0-1 0 0 0,0 1 0 0 0,0-1 0 0 0,0 1 0 0 0,-1-1 0 0 0,1 1 0 0 0,0-1 0 0 0,0 1 0 0 0,0-1 0 0 0,0 0 0 0 0,0 1 0 0 0,0-1 0 0 0,0 0 0 0 0,0 0 0 0 0,2 0 0 0 0,45 0 2799 0 0,61-20-2604 0 0,-102 19-1056 0 0,11-3-6647 0 0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56.7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135 350 3225 0 0,'85'-39'10435'0'0,"3"-1"-4041"0"0,-69 30-6037 0 0,0-1 0 0 0,26-20 0 0 0,-23 14-294 0 0,4-2-106 0 0,30-31 0 0 0,-51 45 17 0 0,0 0-1 0 0,-1 0 0 0 0,1 0 0 0 0,-1 0 1 0 0,-1-1-1 0 0,1 0 0 0 0,-1 0 1 0 0,0 0-1 0 0,0 0 0 0 0,0 0 1 0 0,-1-1-1 0 0,2-9 0 0 0,-3 14 25 0 0,-1 1 0 0 0,0-1 0 0 0,0 1 0 0 0,0-1 0 0 0,0 0 0 0 0,0 1 1 0 0,0-1-1 0 0,-1 1 0 0 0,1-1 0 0 0,0 1 0 0 0,-1-1 0 0 0,1 1 0 0 0,-1-1 0 0 0,0 1 0 0 0,1-1 0 0 0,-1 1 0 0 0,0 0 0 0 0,0-1 0 0 0,0 1 0 0 0,0 0 0 0 0,-2-2 0 0 0,1 1 20 0 0,-1 0 0 0 0,1 1 0 0 0,-1-1 0 0 0,1 1 0 0 0,-1 0-1 0 0,0 0 1 0 0,0 0 0 0 0,1 0 0 0 0,-1 1 0 0 0,0-1-1 0 0,-3 0 1 0 0,-5 1 67 0 0,1 0 0 0 0,-1 0 0 0 0,0 1 0 0 0,1 0 1 0 0,-17 4-1 0 0,5 2 8 0 0,1 0-1 0 0,0 2 1 0 0,0 1 0 0 0,0 0 0 0 0,2 2 0 0 0,-1 0 0 0 0,1 1 0 0 0,-30 27 0 0 0,15-8-90 0 0,2 1 0 0 0,1 2 0 0 0,-36 52 0 0 0,62-80-25 0 0,0 1 1 0 0,0-1 0 0 0,0 1-1 0 0,1 1 1 0 0,0-1-1 0 0,1 1 1 0 0,-4 12 0 0 0,7-18 25 0 0,-1-1 1 0 0,1 1 0 0 0,0 0-1 0 0,0-1 1 0 0,0 1 0 0 0,0-1 0 0 0,0 1-1 0 0,1-1 1 0 0,-1 1 0 0 0,1 0-1 0 0,0-1 1 0 0,0 1 0 0 0,-1-1-1 0 0,2 0 1 0 0,-1 1 0 0 0,0-1 0 0 0,0 0-1 0 0,1 0 1 0 0,-1 0 0 0 0,1 0-1 0 0,0 0 1 0 0,-1 0 0 0 0,1 0-1 0 0,0 0 1 0 0,0-1 0 0 0,0 1 0 0 0,0-1-1 0 0,1 1 1 0 0,-1-1 0 0 0,4 2-1 0 0,8 3 47 0 0,1-1 0 0 0,0-1 0 0 0,-1 0 0 0 0,1 0 0 0 0,0-2-1 0 0,1 0 1 0 0,-1 0 0 0 0,0-2 0 0 0,22-1 0 0 0,4-2-24 0 0,0-2 1 0 0,51-14-1 0 0,-57 10-77 0 0,-1-2 0 0 0,0-1 0 0 0,50-25 0 0 0,-62 25-1486 0 0,28-21 0 0 0,-32 19-5591 0 0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58.3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244 824 5065 0 0,'-29'10'10636'0'0,"26"-9"-10005"0"0,-1-1-1 0 0,1 1 1 0 0,-1 0-1 0 0,1 1 1 0 0,-1-1 0 0 0,1 1-1 0 0,-5 2 1 0 0,-12 9-372 0 0,-1-2 0 0 0,0 0 1 0 0,-31 10-1 0 0,-17 9-19 0 0,253-104-210 0 0,-67 31-174 0 0,57-24 7 0 0,2 7 0 0 0,256-50 0 0 0,-95 47 624 0 0,381-83 1113 0 0,-38-49-748 0 0,-602 168-780 0 0,-20 8-120 0 0,-2-2 0 0 0,67-35 0 0 0,-94 35 144 0 0,-28 20-215 0 0,0 1-1 0 0,0-1 0 0 0,0 0 1 0 0,0 0-1 0 0,0 0 0 0 0,0 0 1 0 0,0 0-1 0 0,-1 0 0 0 0,1 0 1 0 0,0 0-1 0 0,-1 0 0 0 0,1 0 1 0 0,-1 0-1 0 0,1 0 0 0 0,-1 0 1 0 0,0 0-1 0 0,1-1 0 0 0,-1 1 1 0 0,0 0-1 0 0,0 0 0 0 0,0 0 1 0 0,0-1-1 0 0,0 1 0 0 0,0 0 1 0 0,0-2-1 0 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59.1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36 216 2304 0 0,'-5'5'-1411'0'0,"-9"6"1609"0"0,-1 10 5817 0 0,14-20-5751 0 0,1-1 0 0 0,0 1 0 0 0,0-1 0 0 0,-1 1 1 0 0,1 0-1 0 0,0-1 0 0 0,0 1 0 0 0,0 0 1 0 0,0-1-1 0 0,0 1 0 0 0,0 0 0 0 0,0-1 0 0 0,0 1 1 0 0,1 0-1 0 0,-1-1 0 0 0,0 1 0 0 0,0 0 0 0 0,0-1 1 0 0,1 1-1 0 0,-1 0 0 0 0,2 0 42 0 0,-1 1 1 0 0,0-1-1 0 0,0 0 1 0 0,0 0-1 0 0,1 0 0 0 0,-1 0 1 0 0,0-1-1 0 0,1 1 1 0 0,-1 0-1 0 0,1 0 0 0 0,-1-1 1 0 0,1 1-1 0 0,2 0 1 0 0,7 1 86 0 0,1 0 1 0 0,-1 0 0 0 0,1-1 0 0 0,0-1-1 0 0,-1 0 1 0 0,1 0 0 0 0,0-1 0 0 0,-1-1 0 0 0,1 0-1 0 0,-1 0 1 0 0,1-2 0 0 0,-1 1 0 0 0,13-6-1 0 0,-1-2-361 0 0,0 0 0 0 0,-1-1-1 0 0,0-1 1 0 0,-1-2 0 0 0,20-16-1 0 0,-32 23-74 0 0,5-3-191 0 0,0-2 0 0 0,16-17 1 0 0,-27 27 87 0 0,-1 0 1 0 0,1 0 0 0 0,-1-1-1 0 0,0 1 1 0 0,0 0 0 0 0,0-1 0 0 0,0 1-1 0 0,-1-1 1 0 0,1 0 0 0 0,-1 0 0 0 0,0 0-1 0 0,0 1 1 0 0,0-1 0 0 0,-1 0 0 0 0,1 0-1 0 0,-1-8 1 0 0,0 10 5 0 0,0 1 0 0 0,-1-1-1 0 0,1 0 1 0 0,-1 1 0 0 0,1-1-1 0 0,-1 1 1 0 0,0-1 0 0 0,1 0-1 0 0,-1 1 1 0 0,0 0 0 0 0,0-1 0 0 0,0 1-1 0 0,0-1 1 0 0,0 1 0 0 0,-1 0-1 0 0,1 0 1 0 0,0 0 0 0 0,0 0-1 0 0,-1 0 1 0 0,-2-2 0 0 0,1 2-60 0 0,0-1 0 0 0,-1 1-1 0 0,1 0 1 0 0,-1 0 0 0 0,0 0 0 0 0,1 1 0 0 0,-1-1 0 0 0,0 1 0 0 0,-4 0 0 0 0,-5 1 11 0 0,-1 0 0 0 0,1 1 1 0 0,0 0-1 0 0,-15 6 1 0 0,7-2 664 0 0,1 0 0 0 0,0 2 1 0 0,0 0-1 0 0,1 2 0 0 0,1 0 0 0 0,-1 1 1 0 0,1 0-1 0 0,-18 17 0 0 0,28-21-235 0 0,1 1-1 0 0,-1 0 1 0 0,1 0-1 0 0,1 1 0 0 0,0-1 1 0 0,0 2-1 0 0,0-1 1 0 0,1 1-1 0 0,1-1 0 0 0,-1 1 1 0 0,2 0-1 0 0,-1 1 0 0 0,2-1 1 0 0,-1 1-1 0 0,1-1 1 0 0,1 1-1 0 0,-1 21 0 0 0,2-10-94 0 0,1 1-1 0 0,1 0 0 0 0,1-1 1 0 0,1 0-1 0 0,1 0 0 0 0,1 0 0 0 0,14 34 1 0 0,-15-45-105 0 0,0-1 1 0 0,0 0-1 0 0,1-1 0 0 0,0 1 1 0 0,1-1-1 0 0,0 0 0 0 0,1-1 1 0 0,0 0-1 0 0,0 0 1 0 0,0-1-1 0 0,1 0 0 0 0,0 0 1 0 0,1-1-1 0 0,0 0 0 0 0,-1-1 1 0 0,22 9-1 0 0,-19-10-47 0 0,-1-1-1 0 0,0 0 1 0 0,1-1-1 0 0,-1 0 1 0 0,1-1-1 0 0,0 0 1 0 0,-1-1-1 0 0,1 0 1 0 0,0-1-1 0 0,-1 0 1 0 0,1-1-1 0 0,0 0 1 0 0,-1-1-1 0 0,19-7 0 0 0,-13 3-236 0 0,-1-1 0 0 0,0-1 0 0 0,0-1-1 0 0,-1 0 1 0 0,-1-1 0 0 0,1-1 0 0 0,-2 0-1 0 0,22-25 1 0 0,33-42-3182 0 0,-34 38-3346 0 0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59.5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1 206 920 0 0,'3'-3'475'0'0,"1"1"1"0"0,0-1-1 0 0,0 1 0 0 0,0 0 0 0 0,1 0 1 0 0,-1 0-1 0 0,1 0 0 0 0,-1 1 1 0 0,1 0-1 0 0,4-1 0 0 0,48-5 4845 0 0,-51 7-4737 0 0,1 0 0 0 0,-1 0 0 0 0,1 0 0 0 0,-1 1 0 0 0,0 0 0 0 0,0 0 0 0 0,1 1 0 0 0,-1 0 0 0 0,0 0 0 0 0,0 0 0 0 0,5 4 0 0 0,-6-3-252 0 0,0 0 0 0 0,0 1 0 0 0,0-1 0 0 0,-1 1 0 0 0,1 0 0 0 0,-1 0 1 0 0,0 1-1 0 0,0-1 0 0 0,-1 1 0 0 0,5 8 0 0 0,-4-6-237 0 0,0 1 0 0 0,-1 0 0 0 0,0 0 0 0 0,-1 0 0 0 0,0 0 0 0 0,0 0 0 0 0,0 1 0 0 0,-1-1 0 0 0,-1 0 0 0 0,1 1 0 0 0,-2-1 0 0 0,1 1 0 0 0,-1-1 0 0 0,0 1 0 0 0,0-1 0 0 0,-6 15 0 0 0,-17 26-178 0 0,19-39-120 0 0,8-14-188 0 0,39-63-2408 0 0,-4-2 0 0 0,-3-2 0 0 0,38-106 0 0 0,-73 176 2773 0 0,13-41-1032 0 0,-15 15 6757 0 0,-4 34-3655 0 0,-3 10-224 0 0,7-10-1636 0 0,-1 0-1 0 0,2 1 1 0 0,-1-1 0 0 0,1 1 0 0 0,0-1 0 0 0,1 1 0 0 0,0-1 0 0 0,0 1 0 0 0,0-1 0 0 0,1 1 0 0 0,0-1 0 0 0,1 0 0 0 0,-1 1-1 0 0,1-1 1 0 0,1 0 0 0 0,0 0 0 0 0,4 10 0 0 0,-1-7-401 0 0,0 0 0 0 0,0 0 0 0 0,1 0 1 0 0,10 10-1 0 0,-6-9-1736 0 0,0-1 0 0 0,23 18 1 0 0,-9-12-5197 0 0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8:59.8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 42 15667 0 0,'-9'6'623'0'0,"-5"4"381"0"0,16-7-110 0 0,10 0 618 0 0,7-2-835 0 0,1-1 0 0 0,-1-1 0 0 0,1 0 1 0 0,26-6-1 0 0,-22 1-1120 0 0,0-1 0 0 0,0 0 1 0 0,25-14-1 0 0,-18 7-7197 0 0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9:00.0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 16131 0 0,'0'2'185'0'0,"-1"0"0"0"0,0 0-1 0 0,1 1 1 0 0,0-1-1 0 0,-1 0 1 0 0,1 1-1 0 0,0-1 1 0 0,0 0-1 0 0,1 1 1 0 0,-1-1 0 0 0,0 0-1 0 0,1 0 1 0 0,-1 1-1 0 0,1-1 1 0 0,0 0-1 0 0,0 0 1 0 0,0 0-1 0 0,1 3 1 0 0,29 45 2804 0 0,-11-18-2560 0 0,-3 6-9 0 0,-1 2 0 0 0,-3 0 0 0 0,16 78 0 0 0,11 34-813 0 0,-29-121-41 0 0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9:00.5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107 268 9218 0 0,'0'0'54'0'0,"0"0"0"0"0,0 0 0 0 0,-1 0 0 0 0,1 0 0 0 0,0 0 0 0 0,0 0 0 0 0,-1 0 0 0 0,1 0 0 0 0,0 1 0 0 0,0-1 0 0 0,-1 0 0 0 0,1 0 0 0 0,0 0 0 0 0,0 0 0 0 0,0 1 0 0 0,-1-1 0 0 0,1 0 0 0 0,0 0 0 0 0,0 0 0 0 0,0 1 0 0 0,0-1 0 0 0,0 0 0 0 0,-1 0 0 0 0,1 1 0 0 0,0-1-1 0 0,0 0 1 0 0,0 0 0 0 0,0 1 0 0 0,0-1 0 0 0,0 0 0 0 0,0 1 0 0 0,0-1 0 0 0,0 0 0 0 0,0 0 0 0 0,0 1 0 0 0,0-1 0 0 0,0 0 0 0 0,0 0 0 0 0,0 1 0 0 0,0-1 0 0 0,0 0 0 0 0,1 1 0 0 0,-1-1 0 0 0,0 0 0 0 0,0 0 0 0 0,0 0 0 0 0,0 1 0 0 0,0-1 0 0 0,1 0 0 0 0,-1 0 0 0 0,0 1 0 0 0,0-1 0 0 0,0 0 0 0 0,1 0 0 0 0,21-1 3295 0 0,28-12 1039 0 0,-24 2-3336 0 0,-1-1 0 0 0,30-18 0 0 0,-32 15-1014 0 0,0-1-1 0 0,-1 0 1 0 0,-1-2 0 0 0,29-31 0 0 0,-48 47-38 0 0,0 0 0 0 0,0 0 1 0 0,-1 0-1 0 0,1 0 0 0 0,-1 0 0 0 0,1-1 1 0 0,-1 1-1 0 0,0 0 0 0 0,0-1 0 0 0,0 1 1 0 0,0 0-1 0 0,-1-1 0 0 0,1 1 0 0 0,-1-1 1 0 0,1 1-1 0 0,-1-1 0 0 0,0 0 0 0 0,0 1 1 0 0,0-1-1 0 0,0 1 0 0 0,0-1 0 0 0,-1 1 1 0 0,-1-6-1 0 0,1 6-3 0 0,0-1 0 0 0,-1 1-1 0 0,1 0 1 0 0,-1 0 0 0 0,0 0 0 0 0,0 0 0 0 0,0 0 0 0 0,0 0-1 0 0,0 0 1 0 0,0 0 0 0 0,0 1 0 0 0,0-1 0 0 0,-1 1 0 0 0,1 0 0 0 0,-1 0-1 0 0,1 0 1 0 0,-1 0 0 0 0,1 0 0 0 0,-1 0 0 0 0,0 1 0 0 0,1-1-1 0 0,-5 0 1 0 0,-7 1-28 0 0,1-1-1 0 0,-1 2 1 0 0,1 0-1 0 0,0 0 1 0 0,0 1-1 0 0,-21 7 1 0 0,-75 29-154 0 0,96-33 184 0 0,1 1 0 0 0,-1 0 0 0 0,1 1 1 0 0,1 1-1 0 0,-1 0 0 0 0,1 0 0 0 0,1 1 0 0 0,0 0 1 0 0,-17 20-1 0 0,23-24 2 0 0,1-1 1 0 0,0 1-1 0 0,0 0 1 0 0,0 0-1 0 0,1 0 1 0 0,-1 1-1 0 0,1-1 1 0 0,0 0-1 0 0,1 1 1 0 0,0-1-1 0 0,-1 1 1 0 0,2 0-1 0 0,-1 0 1 0 0,1-1-1 0 0,0 1 1 0 0,0 0-1 0 0,0 0 1 0 0,1-1-1 0 0,0 1 1 0 0,0 0-1 0 0,0-1 0 0 0,1 1 1 0 0,0-1-1 0 0,0 1 1 0 0,0-1-1 0 0,4 6 1 0 0,1 1 66 0 0,0 0 1 0 0,1 0-1 0 0,0-1 0 0 0,1 0 1 0 0,0 0-1 0 0,1-1 1 0 0,0 0-1 0 0,0-1 0 0 0,1 0 1 0 0,1 0-1 0 0,13 6 1 0 0,-18-10-49 0 0,1-2 0 0 0,0 1 0 0 0,1-2 0 0 0,-1 1-1 0 0,1-1 1 0 0,-1 0 0 0 0,1 0 0 0 0,0-1 0 0 0,-1 0 0 0 0,1-1 0 0 0,0 0 0 0 0,0-1 0 0 0,-1 1 0 0 0,1-2 0 0 0,0 1 0 0 0,-1-1 0 0 0,1 0 0 0 0,15-7 0 0 0,-4 0-204 0 0,0-1 0 0 0,-1-1 0 0 0,0 0 0 0 0,-1-1 0 0 0,33-29 0 0 0,-22 12-160 0 0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9:00.9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0 156 13827 0 0,'53'-12'2798'0'0,"-1"-3"0"0"0,78-33 0 0 0,-109 39-3142 0 0,-1-1 1 0 0,0-1 0 0 0,-1-1 0 0 0,22-17-1 0 0,-27 19 324 0 0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9:01.5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9218 0 0,'0'1'237'0'0,"0"0"0"0"0,0 0 1 0 0,0 0-1 0 0,0 0 0 0 0,0 0 0 0 0,0 0 1 0 0,1 0-1 0 0,-1 0 0 0 0,0 0 0 0 0,0 0 1 0 0,1 0-1 0 0,-1-1 0 0 0,1 1 0 0 0,-1 0 1 0 0,1 0-1 0 0,-1 0 0 0 0,1-1 0 0 0,0 1 1 0 0,-1 0-1 0 0,1-1 0 0 0,0 1 0 0 0,-1 0 0 0 0,2 0 1 0 0,22 21 2364 0 0,-22-20-2144 0 0,65 56 3250 0 0,35 26-3206 0 0,-69-62-1597 0 0,-16-13-36 0 0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39:01.7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218 1 15203 0 0,'-2'30'4995'0'0,"-5"-1"-4396"0"0,-2 0 1 0 0,-1-1 0 0 0,-1 0 0 0 0,-2-1 0 0 0,-15 26-1 0 0,1-1-385 0 0,-58 129-275 0 0,59-122-339 0 0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09.3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1140 0 1376 0 0,'5'6'7642'0'0,"-42"1"-5170"0"0,-44 12 0 0 0,-27 5-1111 0 0,-455 43 2309 0 0,520-65-3200 0 0,0 3 0 0 0,-51 11 0 0 0,73-11-612 0 0,0 1 0 0 0,0 1 0 0 0,1 1 0 0 0,0 1 0 0 0,0 0 0 0 0,-23 16 0 0 0,43-24 51 0 0,-1-1 0 0 0,0 0 0 0 0,1 1 0 0 0,-1-1-1 0 0,0 1 1 0 0,1-1 0 0 0,-1 1 0 0 0,1-1-1 0 0,-1 1 1 0 0,1 0 0 0 0,-1-1 0 0 0,1 1-1 0 0,-1 0 1 0 0,1-1 0 0 0,-1 1 0 0 0,1 0 0 0 0,0-1-1 0 0,0 1 1 0 0,-1 1 0 0 0,1-2-83 0 0,1 1 0 0 0,-1-1-1 0 0,0 1 1 0 0,0-1 0 0 0,1 1 0 0 0,-1-1 0 0 0,0 1 0 0 0,1-1 0 0 0,0 2-523 0 0,0-2 523 0 0,-1 0 0 0 0,1 0 0 0 0,-1 1-1 0 0,1-1 1 0 0,-1 0 0 0 0,1 0 0 0 0,-1 1 0 0 0,1-1 0 0 0,-1 0 0 0 0,1 0-1 0 0,-1 0 1 0 0,1 0 0 0 0,-1 0 0 0 0,1 0 0 0 0,0 0 0 0 0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09.7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114 0 4145 0 0,'-23'1'1510'0'0,"0"1"1"0"0,-29 12 3026 0 0,92 0-3101 0 0,-34-12-1337 0 0,0 1 1 0 0,-1 0 0 0 0,1 0-1 0 0,0 0 1 0 0,-1 1 0 0 0,1-1-1 0 0,-1 2 1 0 0,0-1 0 0 0,-1 0-1 0 0,1 1 1 0 0,-1 0 0 0 0,0 0-1 0 0,0 0 1 0 0,0 1 0 0 0,-1-1-1 0 0,0 1 1 0 0,5 9 0 0 0,-7-11 4 0 0,1 0 0 0 0,-1 0-1 0 0,0 0 1 0 0,0 0 0 0 0,0 0 0 0 0,0 0 0 0 0,0 0 0 0 0,-1 0 0 0 0,0 1 0 0 0,0-1 0 0 0,0 0 0 0 0,-1 0 0 0 0,1 0 0 0 0,-1 0 0 0 0,0 0-1 0 0,0 0 1 0 0,0 0 0 0 0,-1 0 0 0 0,1 0 0 0 0,-1 0 0 0 0,0 0 0 0 0,0-1 0 0 0,0 1 0 0 0,-1-1 0 0 0,1 0 0 0 0,-1 0 0 0 0,0 1 0 0 0,-3 1 0 0 0,-11 8-347 0 0,-1-1 1 0 0,-35 18 0 0 0,47-27-196 0 0,-20 11-5590 0 0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10.8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5985 0 0,'5'13'7613'0'0,"7"11"-5157"0"0,15 34-1421 0 0,-13-3-389 0 0,-1 0 1 0 0,6 77-1 0 0,-10-66-1089 0 0,-8-27-1178 0 0,-1-37 1101 0 0,-1 0 0 0 0,1-1 0 0 0,-1 1-1 0 0,1 0 1 0 0,-1-1 0 0 0,0 1-1 0 0,1 0 1 0 0,-1-1 0 0 0,0 1 0 0 0,0-1-1 0 0,0 1 1 0 0,-1 0 0 0 0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11.0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0 136 3225 0 0,'2'-7'132'0'0,"1"1"0"0"0,-1 0 1 0 0,1 0-1 0 0,0 0 0 0 0,0 1 0 0 0,0-1 1 0 0,1 1-1 0 0,0-1 0 0 0,0 1 1 0 0,9-7-1 0 0,-4 2 687 0 0,1 2 0 0 0,0 0 0 0 0,1 0 0 0 0,16-9 0 0 0,-23 14-560 0 0,1 1 0 0 0,0 0 0 0 0,0 0 0 0 0,0 1 0 0 0,1 0 0 0 0,-1 0 0 0 0,0 0 0 0 0,0 0 0 0 0,1 1 0 0 0,-1 0 0 0 0,0 0 0 0 0,1 0 0 0 0,-1 1 0 0 0,8 1 0 0 0,-10-1-171 0 0,0-1 0 0 0,-1 1-1 0 0,1 0 1 0 0,0 0 0 0 0,0 1-1 0 0,-1-1 1 0 0,1 1 0 0 0,-1-1-1 0 0,0 1 1 0 0,1 0 0 0 0,-1 0-1 0 0,0 0 1 0 0,0 0 0 0 0,0 0-1 0 0,0 0 1 0 0,-1 0 0 0 0,1 1-1 0 0,0-1 1 0 0,-1 1 0 0 0,0-1-1 0 0,1 1 1 0 0,-1 0 0 0 0,0-1 0 0 0,-1 1-1 0 0,1 0 1 0 0,0 0 0 0 0,0 5-1 0 0,-1 0-2 0 0,0 0 1 0 0,0 0-1 0 0,-1 0 0 0 0,0 0 0 0 0,0 0 1 0 0,0 0-1 0 0,-1 0 0 0 0,-1-1 0 0 0,-3 11 0 0 0,-4 1-466 0 0,0 0 0 0 0,-15 22 0 0 0,15-25-392 0 0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11.27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9674 0 0,'4'2'183'0'0,"-1"0"0"0"0,0 0 0 0 0,0 1 0 0 0,0-1 0 0 0,0 1 0 0 0,0 0-1 0 0,-1 0 1 0 0,1 0 0 0 0,-1 0 0 0 0,0 0 0 0 0,0 1 0 0 0,0-1 0 0 0,0 1 0 0 0,-1-1 0 0 0,1 1 0 0 0,-1-1 0 0 0,0 1 0 0 0,0 0-1 0 0,1 6 1 0 0,0 9 128 0 0,0-1 0 0 0,-3 37-1 0 0,1-28-2613 0 0,-3-40 819 0 0,1 2 1473 0 0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11.4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1 6913 0 0,'-4'0'305'0'0,"1"0"63"0"0,2 0-296 0 0,1 1-72 0 0,0 1 0 0 0,1 0-288 0 0,1 2-81 0 0,1 3-15 0 0,-1 5 0 0 0,3 0-56 0 0,-1 2-8 0 0,3-1-8 0 0,-2 1 0 0 0,2 0 352 0 0,2-2 104 0 0,-1 1 0 0 0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11.6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6913 0 0,'4'0'203'0'0,"-1"0"0"0"0,0 1-1 0 0,1-1 1 0 0,-1 0-1 0 0,0 1 1 0 0,0 0-1 0 0,1 0 1 0 0,-1 0-1 0 0,0 0 1 0 0,0 0-1 0 0,0 0 1 0 0,0 1-1 0 0,0 0 1 0 0,-1-1-1 0 0,1 1 1 0 0,0 0 0 0 0,-1 1-1 0 0,1-1 1 0 0,3 4-1 0 0,7 9 1960 0 0,23 28 0 0 0,-36-42-2088 0 0,40 57 1434 0 0,-1 0-2932 0 0,-9-22-4415 0 0,-23-29 3810 0 0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11.8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169 4 4609 0 0,'-1'-1'187'0'0,"0"1"1"0"0,1 0-1 0 0,-1-1 1 0 0,0 1-1 0 0,0 0 1 0 0,0-1-1 0 0,0 1 1 0 0,1 0-1 0 0,-1 0 0 0 0,0 0 1 0 0,0 0-1 0 0,0 0 1 0 0,0 0-1 0 0,0 0 1 0 0,1 0-1 0 0,-1 0 1 0 0,0 0-1 0 0,0 0 1 0 0,0 1-1 0 0,0-1 0 0 0,0 0 1 0 0,1 1-1 0 0,-2 0 1 0 0,-20 17 2519 0 0,-12 30-95 0 0,31-44-2368 0 0,-13 24 346 0 0,0 0-1 0 0,-18 49 1 0 0,29-64-1172 0 0,1 0 0 0 0,0 1 0 0 0,1-1 0 0 0,0 1 0 0 0,1 0 0 0 0,1-1 0 0 0,0 1 0 0 0,2 23 0 0 0,2-23 137 0 0,2-5 314 0 0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12.3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48 241 10594 0 0,'2'0'77'0'0,"0"-1"-1"0"0,-1 1 0 0 0,1-1 0 0 0,-1 0 1 0 0,1 1-1 0 0,-1-1 0 0 0,1 0 1 0 0,-1 0-1 0 0,1 0 0 0 0,-1 0 1 0 0,0-1-1 0 0,0 1 0 0 0,0 0 0 0 0,1 0 1 0 0,-1-1-1 0 0,0 1 0 0 0,-1-1 1 0 0,1 1-1 0 0,0-1 0 0 0,0 1 0 0 0,0-3 1 0 0,13-36 1453 0 0,-12 26-1450 0 0,0 0 0 0 0,-1 0 0 0 0,-1 0-1 0 0,-1-17 1 0 0,1 25-86 0 0,-1 1 0 0 0,1-1 0 0 0,-2 1 0 0 0,1-1 0 0 0,-1 1 0 0 0,1 0 0 0 0,-1-1 0 0 0,-1 1 0 0 0,1 0 0 0 0,-1 0 0 0 0,0 1 0 0 0,0-1 0 0 0,-6-6 0 0 0,9 10 6 0 0,-1 0 1 0 0,0 1 0 0 0,0-1-1 0 0,0 0 1 0 0,1 1 0 0 0,-1-1 0 0 0,0 0-1 0 0,0 1 1 0 0,0 0 0 0 0,0-1-1 0 0,0 1 1 0 0,0-1 0 0 0,0 1-1 0 0,0 0 1 0 0,0 0 0 0 0,0 0 0 0 0,0 0-1 0 0,0-1 1 0 0,-1 1 0 0 0,1 1-1 0 0,0-1 1 0 0,0 0 0 0 0,0 0-1 0 0,0 0 1 0 0,0 0 0 0 0,0 1 0 0 0,0-1-1 0 0,0 1 1 0 0,0-1 0 0 0,0 0-1 0 0,0 1 1 0 0,0 0 0 0 0,0-1-1 0 0,1 1 1 0 0,-1 0 0 0 0,0-1 0 0 0,0 1-1 0 0,1 0 1 0 0,-1 0 0 0 0,0-1-1 0 0,1 1 1 0 0,-2 2 0 0 0,0 0-17 0 0,-1 1 1 0 0,1-1 0 0 0,0 1 0 0 0,0 0-1 0 0,0 0 1 0 0,0 0 0 0 0,1 0 0 0 0,0 0-1 0 0,-2 6 1 0 0,3-7-5 0 0,-1 1 0 0 0,1-1 1 0 0,0 1-1 0 0,0-1 0 0 0,0 1 0 0 0,0-1 0 0 0,0 1 0 0 0,1-1 1 0 0,0 0-1 0 0,0 1 0 0 0,0-1 0 0 0,0 1 0 0 0,0-1 0 0 0,0 0 1 0 0,1 0-1 0 0,0 0 0 0 0,0 0 0 0 0,0 0 0 0 0,0 0 1 0 0,0 0-1 0 0,0-1 0 0 0,1 1 0 0 0,4 3 0 0 0,-2-3-5 0 0,-1-1-1 0 0,0 0 0 0 0,0 0 1 0 0,1 0-1 0 0,-1-1 0 0 0,1 0 1 0 0,0 0-1 0 0,-1 0 0 0 0,1 0 1 0 0,0-1-1 0 0,0 0 0 0 0,-1 1 1 0 0,1-2-1 0 0,0 1 0 0 0,0-1 1 0 0,-1 1-1 0 0,7-3 0 0 0,30-11-1495 0 0,-19 6-2677 0 0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12.5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 1 10250 0 0,'-7'16'632'0'0,"0"1"0"0"0,2-1 0 0 0,0 1 0 0 0,1 0 1 0 0,0 1-1 0 0,2-1 0 0 0,0 1 0 0 0,1 27 0 0 0,3 17 470 0 0,12 67-1 0 0,-7-77-623 0 0,20 132-747 0 0,-19-143-6247 0 0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16.5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61 5369 0 0,'-1'1'575'0'0,"1"-1"-504"0"0,0 0 1 0 0,0 0 0 0 0,0 1 0 0 0,0-1 0 0 0,-1 0 0 0 0,1 0-1 0 0,0 0 1 0 0,0 1 0 0 0,0-1 0 0 0,0 0 0 0 0,2 4 1723 0 0,-1-4-1723 0 0,-1 0 0 0 0,0 0-1 0 0,0 0 1 0 0,0 0 0 0 0,0 1 0 0 0,1-1 0 0 0,-1 0 0 0 0,0 0-1 0 0,0 0 1 0 0,0 0 0 0 0,1 0 0 0 0,-1 0 0 0 0,0 0-1 0 0,0 0 1 0 0,0 0 0 0 0,1 0 0 0 0,-1 0 0 0 0,27 2 1838 0 0,45-6-967 0 0,-54 3-102 0 0,25 1 238 0 0,62 7-1 0 0,-75-3-1174 0 0,1-2 1 0 0,-1 0-1 0 0,1-3 1 0 0,51-6-1 0 0,36-20 518 0 0,-62 13-102 0 0,80-10 0 0 0,-44 17 233 0 0,112 7 1 0 0,232 2 2090 0 0,-418-1-2488 0 0,0 1 0 0 0,0 1-1 0 0,0 0 1 0 0,0 2 0 0 0,-1 0 0 0 0,1 0-1 0 0,-1 2 1 0 0,17 9 0 0 0,-30-15-170 0 0,0 1 0 0 0,1-1 0 0 0,0 0 0 0 0,-1 0 0 0 0,1-1 0 0 0,-1 1 0 0 0,1-1 0 0 0,0 0 0 0 0,-1 0 0 0 0,1 0 1 0 0,0-1-1 0 0,-1 0 0 0 0,1 0 0 0 0,-1 0 0 0 0,1 0 0 0 0,-1-1 0 0 0,8-3 0 0 0,21-16-3381 0 0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19.6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85 4 2705 0 0,'-6'-1'314'0'0,"0"0"1"0"0,-1 0-1 0 0,1 1 1 0 0,0 0 0 0 0,0 0-1 0 0,0 0 1 0 0,-1 1 0 0 0,1 0-1 0 0,0 0 1 0 0,0 1-1 0 0,-11 3 1 0 0,75 5 4833 0 0,117 21-559 0 0,-73-12-3998 0 0,-54-9-501 0 0,1-1 1 0 0,0-2-1 0 0,0-3 0 0 0,90-3 1 0 0,-19-17 374 0 0,70-4 686 0 0,298 24-57 0 0,-399-6-648 0 0,156-23 1 0 0,-63 3 479 0 0,23 18-6 0 0,-176-5-2496 0 0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0:31.0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234 184 6913 0 0,'-37'-2'-270'0'0,"0"-1"0"0"0,0-2-1 0 0,0-2 1 0 0,-37-11-1 0 0,74 18 356 0 0,-1 0-1 0 0,1 0 1 0 0,-1 0-1 0 0,1 0 0 0 0,-1 0 1 0 0,1-1-1 0 0,-1 1 1 0 0,1 0-1 0 0,0 0 1 0 0,-1 0-1 0 0,1 0 0 0 0,-1 0 1 0 0,1-1-1 0 0,0 1 1 0 0,-1 0-1 0 0,1 0 1 0 0,-1 0-1 0 0,1-1 1 0 0,0 1-1 0 0,-1 0 0 0 0,1-1 1 0 0,0 1-1 0 0,0 0 1 0 0,-1-1-1 0 0,1 1 1 0 0,0-1-1 0 0,0 1 1 0 0,-1 0-1 0 0,1-1 0 0 0,0 0 1 0 0,12-6 1363 0 0,32-3-405 0 0,-38 9-863 0 0,406-61 1010 0 0,4 26 698 0 0,191 12 780 0 0,-238 25-1911 0 0,-189 1-522 0 0,494 4 413 0 0,73 11 442 0 0,-59-1-540 0 0,-260-17-470 0 0,-303-1-25 0 0,106-3 99 0 0,105-1-33 0 0,-210 2-660 0 0,-73-2-5680 0 0,-40 4 389 0 0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0:31.4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95 7834 0 0,'-23'-24'1144'0'0,"-14"-18"2046"0"0,21 14 2266 0 0,19 29-5143 0 0,0 0 1 0 0,0 0-1 0 0,0 0 1 0 0,-1 0 0 0 0,1 1-1 0 0,0-1 1 0 0,0 1-1 0 0,3 3 1 0 0,6 7-180 0 0,-1 1 0 0 0,0 1 0 0 0,-1 0 0 0 0,0 0 0 0 0,-1 1 0 0 0,-1 0 0 0 0,-1 1 0 0 0,0 0 0 0 0,-1 0 0 0 0,7 25-1 0 0,1 20 106 0 0,9 93 0 0 0,-20-135-200 0 0,-1 0 0 0 0,-2 0 1 0 0,0 0-1 0 0,-1 1 0 0 0,-3 21 1 0 0,2-31-22 0 0,-1 1-1 0 0,0-1 1 0 0,-1 1 0 0 0,0-1 0 0 0,-1 0 0 0 0,0 0 0 0 0,0-1-1 0 0,-1 0 1 0 0,0 1 0 0 0,-11 11 0 0 0,-30 25-536 0 0,32-32-20 0 0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0:29.8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9 420 3225 0 0,'-1'-3'298'0'0,"-1"0"0"0"0,1-1 1 0 0,0 1-1 0 0,0 0 1 0 0,0 0-1 0 0,1-1 0 0 0,-1 1 1 0 0,1 0-1 0 0,0-1 1 0 0,-1 1-1 0 0,2 0 0 0 0,-1-1 1 0 0,0 1-1 0 0,1-1 1 0 0,-1 1-1 0 0,1 0 0 0 0,2-7 1 0 0,26-61 1880 0 0,-24 59-2002 0 0,5-8 248 0 0,1 1 0 0 0,1 1-1 0 0,0 0 1 0 0,1 1 0 0 0,1 0 0 0 0,1 1 0 0 0,0 0 0 0 0,1 2 0 0 0,1-1 0 0 0,0 2 0 0 0,1 1 0 0 0,0 0 0 0 0,1 1 0 0 0,0 1 0 0 0,1 0 0 0 0,0 2 0 0 0,1 0-1 0 0,31-6 1 0 0,-48 13-381 0 0,-1 0 0 0 0,0 1 0 0 0,1-1-1 0 0,-1 1 1 0 0,1 0 0 0 0,-1 0 0 0 0,1 0-1 0 0,-1 1 1 0 0,0-1 0 0 0,1 1-1 0 0,-1 0 1 0 0,0 0 0 0 0,0 0 0 0 0,1 0-1 0 0,-1 1 1 0 0,4 1 0 0 0,-5-1-24 0 0,0 0-1 0 0,0 0 1 0 0,0 1 0 0 0,0-1-1 0 0,0 0 1 0 0,0 1 0 0 0,-1-1-1 0 0,1 1 1 0 0,-1 0 0 0 0,0-1-1 0 0,0 1 1 0 0,0 0 0 0 0,0 0 0 0 0,0 0-1 0 0,0 0 1 0 0,-1 0 0 0 0,1 0-1 0 0,-1 5 1 0 0,0 11-112 0 0,0-1 0 0 0,-1 1 0 0 0,-1 0 0 0 0,-1-1 0 0 0,-7 26 0 0 0,-35 92-409 0 0,26-83 352 0 0,-46 102-151 0 0,-11 33 964 0 0,75-185-562 0 0,0 1-1 0 0,0-1 1 0 0,0 1-1 0 0,0-1 0 0 0,1 1 1 0 0,0-1-1 0 0,-1 1 1 0 0,1-1-1 0 0,1 1 0 0 0,-1-1 1 0 0,1 6-1 0 0,0-8-53 0 0,0 0 0 0 0,-1 0 0 0 0,1 1-1 0 0,0-1 1 0 0,0 0 0 0 0,-1 0 0 0 0,1-1 0 0 0,0 1-1 0 0,0 0 1 0 0,0 0 0 0 0,1 0 0 0 0,-1-1 0 0 0,0 1-1 0 0,0 0 1 0 0,0-1 0 0 0,0 1 0 0 0,1-1 0 0 0,-1 1-1 0 0,0-1 1 0 0,0 0 0 0 0,1 0 0 0 0,-1 1 0 0 0,0-1-1 0 0,1 0 1 0 0,-1 0 0 0 0,0 0 0 0 0,1 0 0 0 0,-1-1-1 0 0,0 1 1 0 0,0 0 0 0 0,1 0 0 0 0,-1-1 0 0 0,2 0-1 0 0,24-6 71 0 0,-1 0-1 0 0,1-2 1 0 0,44-22-1 0 0,32-12-1637 0 0,-59 30-4811 0 0,-21 7-33 0 0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0:30.4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36 545 5529 0 0,'-1'-2'57'0'0,"-1"0"-1"0"0,0 0 0 0 0,0 1 1 0 0,1-2-1 0 0,-1 1 1 0 0,1 0-1 0 0,0 0 0 0 0,0 0 1 0 0,-1-1-1 0 0,1 1 1 0 0,1-1-1 0 0,-1 1 0 0 0,0-4 1 0 0,-8-38 378 0 0,7 32 14 0 0,-1-7 9 0 0,1 0 1 0 0,1-1-1 0 0,1 1 1 0 0,0-1-1 0 0,1 1 1 0 0,2-1-1 0 0,0 1 1 0 0,0 0-1 0 0,2 0 1 0 0,1 0 0 0 0,7-18-1 0 0,-7 23-230 0 0,1 0 0 0 0,1 1-1 0 0,0-1 1 0 0,0 2 0 0 0,1-1 0 0 0,1 1 0 0 0,0 1-1 0 0,1 0 1 0 0,0 0 0 0 0,1 1 0 0 0,0 1 0 0 0,0 0-1 0 0,1 0 1 0 0,22-10 0 0 0,-34 18-204 0 0,8-3 158 0 0,-1 0-1 0 0,1 0 1 0 0,0 1-1 0 0,0 0 1 0 0,11-1-1 0 0,-19 3-153 0 0,1 1 0 0 0,-1 0 0 0 0,1 0 0 0 0,-1 0 0 0 0,1 0 0 0 0,-1 0 0 0 0,1 0 0 0 0,-1 0-1 0 0,0 0 1 0 0,1 1 0 0 0,-1-1 0 0 0,1 1 0 0 0,-1-1 0 0 0,0 1 0 0 0,1-1 0 0 0,-1 1 0 0 0,0 0 0 0 0,0 0 0 0 0,1-1 0 0 0,-1 1 0 0 0,0 0 0 0 0,0 0-1 0 0,0 0 1 0 0,0 0 0 0 0,0 1 0 0 0,0-1 0 0 0,-1 0 0 0 0,1 0 0 0 0,0 0 0 0 0,0 1 0 0 0,-1-1 0 0 0,1 0 0 0 0,-1 1 0 0 0,1-1 0 0 0,-1 1-1 0 0,0-1 1 0 0,0 0 0 0 0,1 1 0 0 0,-1-1 0 0 0,0 1 0 0 0,0-1 0 0 0,-1 3 0 0 0,0 15 64 0 0,-1 0-1 0 0,-1 1 1 0 0,0-2-1 0 0,-2 1 1 0 0,0 0 0 0 0,-13 28-1 0 0,5-12-108 0 0,10-25-2 0 0,-11 28-63 0 0,2 0 0 0 0,2 0 0 0 0,-9 70-1 0 0,18-97 61 0 0,0 0 0 0 0,1 0 0 0 0,0 0 0 0 0,1 0 0 0 0,0 0 0 0 0,1 0-1 0 0,0 0 1 0 0,1 0 0 0 0,0-1 0 0 0,1 1 0 0 0,0-1 0 0 0,0 0 0 0 0,1 0 0 0 0,1-1-1 0 0,0 1 1 0 0,0-1 0 0 0,0 0 0 0 0,13 12 0 0 0,-11-14-43 0 0,-1-1 0 0 0,1 0-1 0 0,0 0 1 0 0,1-1 0 0 0,-1 0 0 0 0,1 0-1 0 0,0-1 1 0 0,1 0 0 0 0,-1 0 0 0 0,0-1 0 0 0,1-1-1 0 0,0 0 1 0 0,0 0 0 0 0,18 1 0 0 0,-20-3 118 0 0,-1 0-1 0 0,1 0 1 0 0,0-1-1 0 0,0 0 1 0 0,-1 0 0 0 0,1-1-1 0 0,0 0 1 0 0,-1 0 0 0 0,0-1-1 0 0,1 0 1 0 0,-1 0 0 0 0,0-1-1 0 0,-1 0 1 0 0,1 0-1 0 0,-1 0 1 0 0,0-1 0 0 0,0 0-1 0 0,0 0 1 0 0,8-10 0 0 0,-12 13 29 0 0,-1 0 0 0 0,1-1 0 0 0,-1 1 0 0 0,1 0-1 0 0,-1-1 1 0 0,0 1 0 0 0,0 0 0 0 0,0-1 0 0 0,0 1 0 0 0,0-1 0 0 0,-1 0 0 0 0,1 1 0 0 0,-1-1 0 0 0,0 0 0 0 0,1 1 0 0 0,-1-1 0 0 0,0 0 0 0 0,-1 1 0 0 0,0-6 0 0 0,0 4 39 0 0,-1 0 0 0 0,0-1 0 0 0,0 1 0 0 0,0 0 0 0 0,0 0 0 0 0,-1 0 0 0 0,1 0 1 0 0,-1 1-1 0 0,0-1 0 0 0,-6-5 0 0 0,-1 0 50 0 0,0 1 1 0 0,-1 0-1 0 0,0 1 1 0 0,0 0-1 0 0,-1 0 1 0 0,0 1 0 0 0,-15-5-1 0 0,4 5-123 0 0,-1 0 0 0 0,0 2 0 0 0,0 0-1 0 0,0 2 1 0 0,0 0 0 0 0,-36 4 0 0 0,-145 23-1814 0 0,163-16-1306 0 0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0:32.3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4032 104 10594 0 0,'21'5'449'0'0,"0"1"-1"0"0,0 0 0 0 0,-1 2 1 0 0,0 0-1 0 0,21 12 0 0 0,-40-19-384 0 0,-1-1 0 0 0,0 0 0 0 0,1 0-1 0 0,-1 0 1 0 0,0 1 0 0 0,1-1 0 0 0,-1 0-1 0 0,0 0 1 0 0,0 1 0 0 0,1-1 0 0 0,-1 0 0 0 0,0 0-1 0 0,0 1 1 0 0,1-1 0 0 0,-1 0 0 0 0,0 1 0 0 0,0-1-1 0 0,0 0 1 0 0,0 1 0 0 0,1-1 0 0 0,-1 1-1 0 0,0-1 1 0 0,0 0 0 0 0,0 1 0 0 0,0-1 0 0 0,0 0-1 0 0,0 1 1 0 0,0-1 0 0 0,0 1 0 0 0,0-1 0 0 0,0 0-1 0 0,0 1 1 0 0,0-1 0 0 0,-1 1 0 0 0,-11 10 1146 0 0,-20 2-219 0 0,31-13-979 0 0,-38 9 515 0 0,0-1-1 0 0,-71 5 0 0 0,55-8-263 0 0,-699 27 1398 0 0,516-29-1711 0 0,73 0 84 0 0,-804-7-399 0 0,47-86 1390 0 0,482-3-945 0 0,393 80-87 0 0,-13-5-49 0 0,0 2 1 0 0,-1 3-1 0 0,-67-5 0 0 0,124 18 51 0 0,0-1-1 0 0,0 1 1 0 0,0 0-1 0 0,-1 0 1 0 0,1 1-1 0 0,0-1 1 0 0,0 1-1 0 0,-7 2 1 0 0,11-3-23 0 0,-1 0 0 0 0,1 0 1 0 0,0 1-1 0 0,-1-1 0 0 0,1 0 1 0 0,0 0-1 0 0,0 1 1 0 0,-1-1-1 0 0,1 0 0 0 0,0 1 1 0 0,0-1-1 0 0,-1 0 0 0 0,1 1 1 0 0,0-1-1 0 0,0 1 0 0 0,0-1 1 0 0,0 0-1 0 0,-1 1 0 0 0,1-1 1 0 0,0 1-1 0 0,0-1 0 0 0,0 0 1 0 0,0 1-1 0 0,0-1 0 0 0,0 1 1 0 0,0-1-1 0 0,0 1 0 0 0,0-1 1 0 0,1 1-1 0 0,11 21-1669 0 0,-8-18 1149 0 0,-1 0 0 0 0,1 0 0 0 0,-1 0 0 0 0,1 0 0 0 0,0-1 0 0 0,1 0 0 0 0,-1 0 0 0 0,0 0 1 0 0,1 0-1 0 0,0 0 0 0 0,0-1 0 0 0,9 3 0 0 0,-2-3-3982 0 0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0:32.7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201 13 7370 0 0,'-2'-2'226'0'0,"0"1"0"0"0,0 0 0 0 0,1-1 0 0 0,-1 1 0 0 0,0 0 0 0 0,0 0 0 0 0,0 1 0 0 0,0-1 0 0 0,-1 0 0 0 0,1 1 0 0 0,0-1 0 0 0,0 1 0 0 0,0-1 0 0 0,0 1 0 0 0,0 0 0 0 0,-1 0 0 0 0,1 0 0 0 0,0 0 0 0 0,0 1 0 0 0,0-1 0 0 0,-5 2 0 0 0,3 0 40 0 0,1 0 1 0 0,-1 0-1 0 0,1 0 0 0 0,-1 0 1 0 0,1 1-1 0 0,0 0 1 0 0,0-1-1 0 0,0 1 1 0 0,0 0-1 0 0,-5 7 1 0 0,-3 7 179 0 0,1 1 1 0 0,0 0-1 0 0,-12 33 1 0 0,21-48-445 0 0,-11 27 490 0 0,2 1 1 0 0,1-1-1 0 0,1 2 1 0 0,2-1-1 0 0,-3 36 1 0 0,8-48-247 0 0,1 0 1 0 0,0 1 0 0 0,2-1 0 0 0,0 0 0 0 0,1 0-1 0 0,0 0 1 0 0,2-1 0 0 0,0 1 0 0 0,15 32-1 0 0,-18-47-224 0 0,0 1 0 0 0,1-1-1 0 0,-1 0 1 0 0,1 0-1 0 0,0 0 1 0 0,0-1-1 0 0,0 1 1 0 0,0 0-1 0 0,1-1 1 0 0,-1 0-1 0 0,1 0 1 0 0,0 0-1 0 0,0-1 1 0 0,0 1-1 0 0,0-1 1 0 0,1 0-1 0 0,-1 0 1 0 0,1 0-1 0 0,-1-1 1 0 0,1 1-1 0 0,5 0 1 0 0,5-1-155 0 0,1 0-1 0 0,0-1 1 0 0,-1 0 0 0 0,1-2-1 0 0,17-2 1 0 0,-29 3 25 0 0,5 0-809 0 0,-1 1 0 0 0,1-1 0 0 0,16 3 0 0 0,-8 1-5830 0 0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0:33.6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1 230 9674 0 0,'0'-3'146'0'0,"0"0"0"0"0,0 0-1 0 0,0 0 1 0 0,0 0 0 0 0,1 0 0 0 0,-1-1-1 0 0,1 1 1 0 0,0 0 0 0 0,0 0 0 0 0,0 0-1 0 0,0 1 1 0 0,0-1 0 0 0,1 0 0 0 0,-1 0-1 0 0,4-4 1 0 0,35-40 1071 0 0,-26 31-733 0 0,-13 15-456 0 0,18-20 1119 0 0,35-31 0 0 0,-49 47-1012 0 0,0 1 1 0 0,0 0-1 0 0,0 0 1 0 0,1 1-1 0 0,0 0 1 0 0,-1 0-1 0 0,1 0 0 0 0,1 1 1 0 0,-1-1-1 0 0,0 1 1 0 0,0 1-1 0 0,1-1 1 0 0,8 0-1 0 0,-11 3-108 0 0,0-1 0 0 0,0 1 0 0 0,-1 0 0 0 0,1 0 0 0 0,0 0 0 0 0,-1 0 0 0 0,1 1 0 0 0,-1-1 0 0 0,1 1 0 0 0,-1 0 0 0 0,0 0 0 0 0,1 0 0 0 0,-1 0 0 0 0,0 1 0 0 0,-1-1 0 0 0,1 1 0 0 0,0 0 0 0 0,-1 0 0 0 0,1 0 0 0 0,-1 0 0 0 0,0 0 0 0 0,0 1 0 0 0,0-1 0 0 0,-1 0 0 0 0,1 1 0 0 0,1 5 0 0 0,3 8-38 0 0,-1 1 0 0 0,-1-1 0 0 0,0 1 0 0 0,1 22 0 0 0,-4-5-49 0 0,0-1 1 0 0,-3 1 0 0 0,-7 49 0 0 0,3-44 489 0 0,3 0 1 0 0,1 44 0 0 0,2-82-358 0 0,0 0 1 0 0,0 1-1 0 0,0-1 1 0 0,1 0-1 0 0,-1 1 1 0 0,1-1 0 0 0,-1 0-1 0 0,1 0 1 0 0,0 0-1 0 0,2 3 1 0 0,-3-4-35 0 0,1 0 0 0 0,-1-1 0 0 0,1 1 0 0 0,-1-1-1 0 0,1 1 1 0 0,-1-1 0 0 0,1 1 0 0 0,-1-1 0 0 0,1 1 0 0 0,0-1 0 0 0,-1 0 0 0 0,1 1 0 0 0,0-1-1 0 0,-1 0 1 0 0,1 0 0 0 0,0 1 0 0 0,-1-1 0 0 0,1 0 0 0 0,0 0 0 0 0,0 0 0 0 0,-1 0 0 0 0,2 0-1 0 0,1-1 39 0 0,1 0 0 0 0,-1 0 0 0 0,0 0 0 0 0,1 0-1 0 0,-1-1 1 0 0,0 1 0 0 0,0-1 0 0 0,0 0-1 0 0,0 0 1 0 0,0 0 0 0 0,-1 0 0 0 0,4-3-1 0 0,51-50 277 0 0,45-36-78 0 0,-92 83-421 0 0,2 0 0 0 0,-1 0 0 0 0,1 1 0 0 0,1 1-1 0 0,-1 0 1 0 0,1 1 0 0 0,20-6 0 0 0,-18 8-752 0 0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0:34.1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38 562 7834 0 0,'-7'-13'364'0'0,"1"-1"0"0"0,1 0 0 0 0,1-1 0 0 0,0 1 0 0 0,0-1 0 0 0,2 1 0 0 0,0-1 0 0 0,-1-18 0 0 0,3 1 1089 0 0,1 1-1 0 0,9-58 0 0 0,-7 76-1094 0 0,1 0 0 0 0,0 1 0 0 0,0-1 0 0 0,1 1 0 0 0,1 0 0 0 0,0 1 0 0 0,0-1-1 0 0,1 1 1 0 0,1 0 0 0 0,0 1 0 0 0,12-12 0 0 0,-5 6-15 0 0,1 2-1 0 0,0 0 1 0 0,1 0 0 0 0,1 2-1 0 0,0 0 1 0 0,22-10 0 0 0,-39 21-329 0 0,0 1 0 0 0,0-1 0 0 0,0 0 0 0 0,1 1 0 0 0,-1-1 0 0 0,0 1 0 0 0,1-1 0 0 0,-1 1 0 0 0,1-1 1 0 0,-1 1-1 0 0,1 0 0 0 0,-1 0 0 0 0,0 0 0 0 0,1 0 0 0 0,-1 0 0 0 0,1 0 0 0 0,-1 0 0 0 0,1 1 0 0 0,-1-1 0 0 0,0 0 0 0 0,1 1 0 0 0,-1-1 1 0 0,0 1-1 0 0,1-1 0 0 0,1 2 0 0 0,-2 0-5 0 0,1-1 0 0 0,-1 1 1 0 0,0 0-1 0 0,0 0 0 0 0,1 0 0 0 0,-1-1 1 0 0,0 1-1 0 0,0 1 0 0 0,-1-1 1 0 0,1 0-1 0 0,0 0 0 0 0,-1 0 0 0 0,1 0 1 0 0,-1 4-1 0 0,2 8-75 0 0,-2 0-1 0 0,0 0 1 0 0,-4 26 0 0 0,4-40 62 0 0,-30 167-786 0 0,-5 42-693 0 0,33-185 1248 0 0,1 0 1 0 0,1 0-1 0 0,1-1 1 0 0,1 1-1 0 0,2 0 1 0 0,9 39 0 0 0,-12-59 191 0 0,0 0 1 0 0,1 0-1 0 0,-1 0 1 0 0,1 0-1 0 0,0 0 1 0 0,0-1 0 0 0,0 1-1 0 0,0 0 1 0 0,1-1-1 0 0,0 0 1 0 0,-1 1-1 0 0,1-1 1 0 0,0 0-1 0 0,0-1 1 0 0,1 1 0 0 0,-1 0-1 0 0,1-1 1 0 0,-1 0-1 0 0,1 0 1 0 0,0 0-1 0 0,0 0 1 0 0,6 2 0 0 0,-3-3 31 0 0,-1 0 0 0 0,0-1 1 0 0,1 0-1 0 0,-1 0 0 0 0,0 0 0 0 0,1 0 1 0 0,-1-1-1 0 0,0 0 0 0 0,1-1 1 0 0,-1 1-1 0 0,0-1 0 0 0,0 0 1 0 0,0-1-1 0 0,6-3 0 0 0,5-3 202 0 0,0-1 0 0 0,-1 0 0 0 0,-1-2-1 0 0,22-18 1 0 0,-30 23 7 0 0,1-1-1 0 0,-1 1 1 0 0,-1-1 0 0 0,1 0-1 0 0,-1-1 1 0 0,-1 1-1 0 0,0-1 1 0 0,0-1 0 0 0,7-18-1 0 0,-11 26-135 0 0,-1-1-1 0 0,1 1 1 0 0,-1-1-1 0 0,0 1 0 0 0,1-1 1 0 0,-1 1-1 0 0,0-1 1 0 0,0 0-1 0 0,-1 1 0 0 0,1-1 1 0 0,-1 1-1 0 0,1-1 1 0 0,-1 1-1 0 0,0-1 0 0 0,0 1 1 0 0,0-1-1 0 0,0 1 1 0 0,0 0-1 0 0,-2-3 1 0 0,0 1 16 0 0,0 0 1 0 0,-1 1 0 0 0,1 0-1 0 0,-1-1 1 0 0,1 1 0 0 0,-1 0-1 0 0,0 1 1 0 0,-1-1 0 0 0,-6-3-1 0 0,-2 1 24 0 0,0 0-1 0 0,0 1 0 0 0,-1 1 1 0 0,1 0-1 0 0,-1 0 1 0 0,-18 0-1 0 0,-8 4-52 0 0,0 2 0 0 0,1 1 1 0 0,-65 16-1 0 0,-2 0-6815 0 0,62-14-296 0 0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0:34.8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109 214 8754 0 0,'2'-28'1056'0'0,"1"0"1"0"0,7-32-1 0 0,3-31 2954 0 0,-13 91-3959 0 0,0 0 1 0 0,1 0 0 0 0,-1 0 0 0 0,0 0-1 0 0,0 0 1 0 0,0-1 0 0 0,0 1-1 0 0,0 0 1 0 0,0 0 0 0 0,0 0 0 0 0,1 0-1 0 0,-1 0 1 0 0,0-1 0 0 0,0 1-1 0 0,0 0 1 0 0,0 0 0 0 0,0 0 0 0 0,0 0-1 0 0,0-1 1 0 0,0 1 0 0 0,0 0-1 0 0,0 0 1 0 0,0 0 0 0 0,0 0-1 0 0,0-1 1 0 0,0 1 0 0 0,0 0 0 0 0,0 0-1 0 0,0 0 1 0 0,0 0 0 0 0,0 0-1 0 0,0-1 1 0 0,-1 1 0 0 0,1 0 0 0 0,0 0-1 0 0,0 0 1 0 0,0 0 0 0 0,0 0-1 0 0,0-1 53 0 0,0 1-52 0 0,0 0-1 0 0,-1 0 1 0 0,1 0 0 0 0,0 0-1 0 0,0 0 1 0 0,0 0 0 0 0,0 0-1 0 0,0 0 1 0 0,-1-1 0 0 0,1 1 0 0 0,0 0-1 0 0,0 0 1 0 0,0 0 0 0 0,0 0-1 0 0,-1 0 1 0 0,1 0 0 0 0,-7 12 1072 0 0,-6 20-328 0 0,-5 30-190 0 0,-17 110-1 0 0,8 67-339 0 0,22-186-157 0 0,-25 539-158 0 0,36 2 96 0 0,-4-490-36 0 0,50 1029 246 0 0,-20-584-308 0 0,18 315 515 0 0,-50-664-237 0 0,-3-162-284 0 0,-2-1 0 0 0,-1 0 0 0 0,-14 49 0 0 0,19-85 40 0 0,1 2-66 0 0,-1 0 1 0 0,0 1-1 0 0,0-1 1 0 0,0 0-1 0 0,0 0 1 0 0,-1 0-1 0 0,1 0 1 0 0,-1 0-1 0 0,0 0 0 0 0,0 0 1 0 0,0-1-1 0 0,0 1 1 0 0,-1 0-1 0 0,1-1 1 0 0,-4 3-1 0 0,-4-3-979 0 0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0:35.4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107 182 6449 0 0,'7'-91'3484'0'0,"-16"108"32"0"0,-16 33-2338 0 0,3 1-833 0 0,8-21-87 0 0,1 1 1 0 0,-15 54-1 0 0,27-84-241 0 0,1 0 0 0 0,0 0 0 0 0,-1 0 0 0 0,1 0 0 0 0,0 0 0 0 0,0 0 0 0 0,0 0 0 0 0,0 0 0 0 0,-1 0 0 0 0,1 0 0 0 0,1-1 0 0 0,-1 1 0 0 0,0 0 0 0 0,0 0-1 0 0,0 0 1 0 0,0 0 0 0 0,1 0 0 0 0,-1 0 0 0 0,0 0 0 0 0,1 0 0 0 0,-1 0 0 0 0,1-1 0 0 0,-1 1 0 0 0,1 0 0 0 0,0 1 0 0 0,0-2 12 0 0,0 1 0 0 0,0-1 0 0 0,0 0 0 0 0,1 0 0 0 0,-1 0 0 0 0,0 0 0 0 0,0 0 0 0 0,0 0 0 0 0,0 0 0 0 0,0 0 0 0 0,0 0 0 0 0,0 0 0 0 0,0 0 0 0 0,0-1 0 0 0,0 1 0 0 0,0 0 0 0 0,0-1 0 0 0,1 0 0 0 0,7-3 123 0 0,-1-1 0 0 0,0 0 1 0 0,13-10-1 0 0,29-29 569 0 0,60-68 0 0 0,-16 15 137 0 0,-71 74-460 0 0,-15 13-173 0 0,0 1-1 0 0,1 1 1 0 0,0 0 0 0 0,0 0-1 0 0,1 1 1 0 0,0 0 0 0 0,14-7-1 0 0,-22 13-201 0 0,-1 1 0 0 0,0 0-1 0 0,0 0 1 0 0,0 0 0 0 0,0 0 0 0 0,1 0-1 0 0,-1 0 1 0 0,0 0 0 0 0,0 0 0 0 0,0 1-1 0 0,0-1 1 0 0,0 0 0 0 0,1 1-1 0 0,-1-1 1 0 0,0 1 0 0 0,0-1 0 0 0,0 1-1 0 0,0 0 1 0 0,0-1 0 0 0,0 1-1 0 0,0 0 1 0 0,-1 0 0 0 0,1-1 0 0 0,0 1-1 0 0,0 0 1 0 0,-1 0 0 0 0,1 0-1 0 0,0 0 1 0 0,-1 0 0 0 0,1 0 0 0 0,-1 0-1 0 0,1 0 1 0 0,-1 0 0 0 0,0 1-1 0 0,1 0 1 0 0,13 47 70 0 0,-13-44-19 0 0,25 172 244 0 0,-2-15-2006 0 0,-13-111-5967 0 0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0:36.2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52 124 6913 0 0,'-8'-32'1942'0'0,"-6"-33"-1"0"0,9 38 999 0 0,11 82 1016 0 0,-8 36-2911 0 0,1-16-526 0 0,-4 827 1703 0 0,-1-78-1154 0 0,5-263-501 0 0,2 140 290 0 0,-14-111-1158 0 0,12-577 198 0 0,0-8-24 0 0,0 0-1 0 0,0 1 0 0 0,1-1 0 0 0,0 0 0 0 0,0 0 1 0 0,1 1-1 0 0,-1-1 0 0 0,1 0 0 0 0,0 0 1 0 0,3 7-1 0 0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0:36.7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84 1 6913 0 0,'-49'5'4852'0'0,"19"6"2794"0"0,29-10-7566 0 0,1 0-1 0 0,-1 0 1 0 0,1 0 0 0 0,-1 0 0 0 0,1 0-1 0 0,0 0 1 0 0,-1 0 0 0 0,1 0 0 0 0,0 0 0 0 0,0 0-1 0 0,0 0 1 0 0,0 0 0 0 0,0 0 0 0 0,0 0-1 0 0,0 0 1 0 0,0 0 0 0 0,0 0 0 0 0,1 0 0 0 0,-1 0-1 0 0,0 0 1 0 0,1 0 0 0 0,-1 0 0 0 0,0 0-1 0 0,1 0 1 0 0,0 0 0 0 0,12 28 1664 0 0,2-6-1692 0 0,2-1 1 0 0,0 0-1 0 0,39 36 0 0 0,-5-4 11 0 0,-26-26-70 0 0,2 0-1 0 0,53 43 1 0 0,-71-64 26 0 0,1-1 1 0 0,0 1 0 0 0,0-1 0 0 0,0-1 0 0 0,0 0-1 0 0,1 0 1 0 0,0-1 0 0 0,0-1 0 0 0,0 0 0 0 0,0 0-1 0 0,1-1 1 0 0,-1 0 0 0 0,21 0 0 0 0,-25-3 37 0 0,-1 0 1 0 0,1-1-1 0 0,-1 1 0 0 0,0-1 1 0 0,1 0-1 0 0,-1-1 0 0 0,0 1 1 0 0,0-1-1 0 0,0-1 1 0 0,-1 1-1 0 0,1-1 0 0 0,-1 0 1 0 0,0 0-1 0 0,0 0 1 0 0,0-1-1 0 0,-1 0 0 0 0,1 0 1 0 0,4-8-1 0 0,7-11 225 0 0,-1 0-1 0 0,-1-1 0 0 0,11-28 1 0 0,-1 2 38 0 0,-10 26-288 0 0,-7 13-42 0 0,0 0-1 0 0,-1-1 1 0 0,0 1 0 0 0,-1-1-1 0 0,-1-1 1 0 0,0 1 0 0 0,0 0-1 0 0,1-21 1 0 0,-4 17-1159 0 0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0:39.9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27 505 11522 0 0,'-1'0'145'0'0,"0"1"-1"0"0,0 0 1 0 0,0-1-1 0 0,0 1 0 0 0,-1-1 1 0 0,1 0-1 0 0,0 1 0 0 0,0-1 1 0 0,-1 0-1 0 0,1 0 0 0 0,0 0 1 0 0,0 1-1 0 0,-1-1 0 0 0,-1-1 1 0 0,3 1-95 0 0,-1 0 0 0 0,1 0 1 0 0,-1 0-1 0 0,1-1 1 0 0,0 1-1 0 0,-1 0 0 0 0,1 0 1 0 0,0-1-1 0 0,-1 1 1 0 0,1 0-1 0 0,0-1 0 0 0,0 1 1 0 0,-1 0-1 0 0,1-1 1 0 0,0 1-1 0 0,0 0 0 0 0,0-1 1 0 0,-1 1-1 0 0,1-1 0 0 0,0 1 1 0 0,0 0-1 0 0,0-1 1 0 0,0 1-1 0 0,0-1 0 0 0,0 1 1 0 0,0 0-1 0 0,0-1 1 0 0,0 0-1 0 0,0-1 58 0 0,0-1 1 0 0,1 1-1 0 0,-1-1 1 0 0,1 1-1 0 0,0 0 1 0 0,0-1-1 0 0,0 1 1 0 0,0 0 0 0 0,0-1-1 0 0,0 1 1 0 0,1 0-1 0 0,2-3 1 0 0,33-33 592 0 0,62-51 0 0 0,-8 9-415 0 0,-44 34 104 0 0,75-68 954 0 0,-100 96-758 0 0,0 1-1 0 0,1 1 1 0 0,46-23 0 0 0,-67 38-575 0 0,0-1 1 0 0,0 1-1 0 0,0 1 1 0 0,0-1-1 0 0,0 0 1 0 0,0 0 0 0 0,0 1-1 0 0,1-1 1 0 0,-1 1-1 0 0,0 0 1 0 0,0 0-1 0 0,0 0 1 0 0,1 0-1 0 0,-1 0 1 0 0,0 0-1 0 0,0 0 1 0 0,4 2-1 0 0,-4-1-1 0 0,0 0 0 0 0,0 1 0 0 0,0-1 0 0 0,-1 1 0 0 0,1-1 0 0 0,0 1 0 0 0,-1 0 0 0 0,1 0 0 0 0,-1 0-1 0 0,0 0 1 0 0,0 0 0 0 0,1 0 0 0 0,-1 0 0 0 0,-1 0 0 0 0,1 1 0 0 0,1 2 0 0 0,20 68 229 0 0,21 124 0 0 0,-9-36-233 0 0,155 467-62 0 0,-175-594 137 0 0,-8-23-145 0 0,-1 1 0 0 0,0-1 0 0 0,-1 1 1 0 0,-1-1-1 0 0,1 1 0 0 0,-2 0 0 0 0,0 1 0 0 0,1 18 1 0 0,-4-24-1583 0 0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0:40.1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0 384 10594 0 0,'17'-10'1105'0'0,"-1"0"0"0"0,26-23 0 0 0,-7 6 732 0 0,102-84 3711 0 0,-10-12-4615 0 0,-72 71-2918 0 0,-36 34 443 0 0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0:40.7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305 504 10594 0 0,'-10'3'682'0'0,"0"0"0"0"0,-1-1 0 0 0,1 0 1 0 0,0-1-1 0 0,-1 0 0 0 0,1-1 0 0 0,-1 0 0 0 0,1 0 0 0 0,0-1 0 0 0,-1-1 0 0 0,1 0 0 0 0,-16-4 0 0 0,17 3-532 0 0,0-1 0 0 0,1 1 0 0 0,-1-2-1 0 0,1 1 1 0 0,0-1 0 0 0,0 0 0 0 0,0-1 0 0 0,1 0-1 0 0,0 0 1 0 0,0-1 0 0 0,0 1 0 0 0,1-2 0 0 0,0 1-1 0 0,0-1 1 0 0,1 1 0 0 0,0-1 0 0 0,0-1 0 0 0,1 1-1 0 0,0-1 1 0 0,1 0 0 0 0,-5-16 0 0 0,6 15-136 0 0,0 0 0 0 0,0 0 0 0 0,2 0-1 0 0,-1-1 1 0 0,1 1 0 0 0,0 0 0 0 0,1 0 0 0 0,0 0 0 0 0,1 0 0 0 0,0 0 0 0 0,1 0 0 0 0,0 0 0 0 0,0 1-1 0 0,1-1 1 0 0,0 1 0 0 0,1 0 0 0 0,0 0 0 0 0,8-10 0 0 0,-3 6 6 0 0,2 0-1 0 0,-1 0 1 0 0,2 2-1 0 0,-1-1 1 0 0,2 2 0 0 0,-1 0-1 0 0,1 0 1 0 0,1 1 0 0 0,0 1-1 0 0,19-7 1 0 0,-23 10-53 0 0,0 0 1 0 0,1 1-1 0 0,-1 1 0 0 0,1 0 1 0 0,0 0-1 0 0,0 2 0 0 0,1-1 1 0 0,20 1-1 0 0,-29 2 20 0 0,1-1 0 0 0,0 1 0 0 0,0 0 0 0 0,-1 0 0 0 0,1 0 0 0 0,-1 0 0 0 0,1 1 0 0 0,-1 0 0 0 0,1 0 0 0 0,-1 0 0 0 0,0 1 0 0 0,0-1 0 0 0,0 1 0 0 0,0 0 0 0 0,-1 0 0 0 0,1 0 0 0 0,-1 1 0 0 0,0-1 0 0 0,0 1 0 0 0,0 0 0 0 0,0 0 0 0 0,-1 0 0 0 0,1 0 0 0 0,-1 0 0 0 0,2 6 0 0 0,0 2-60 0 0,0 1 1 0 0,-1 0-1 0 0,0 0 1 0 0,-1 1-1 0 0,-1-1 1 0 0,0 22-1 0 0,-9 86-375 0 0,4-74 276 0 0,-3 20-40 0 0,-3 87-100 0 0,10-133 262 0 0,0 0-1 0 0,2-1 0 0 0,1 1 1 0 0,0-1-1 0 0,8 25 1 0 0,-7-34-39 0 0,0-1-1 0 0,1 0 1 0 0,0 0 0 0 0,1 0 0 0 0,0-1-1 0 0,0 0 1 0 0,1 0 0 0 0,0-1 0 0 0,1 0 0 0 0,0 0-1 0 0,0 0 1 0 0,15 9 0 0 0,-10-8-18 0 0,1-1 0 0 0,0 0 0 0 0,0-1 0 0 0,1 0 0 0 0,0-1 0 0 0,0-1-1 0 0,0-1 1 0 0,26 5 0 0 0,-27-7 136 0 0,0 0-1 0 0,0-2 1 0 0,1 1-1 0 0,-1-2 1 0 0,0 0-1 0 0,0 0 1 0 0,0-2-1 0 0,0 1 1 0 0,23-9-1 0 0,-27 7 145 0 0,-1 0-1 0 0,0 0 0 0 0,-1-1 1 0 0,1 0-1 0 0,-1 0 0 0 0,0-1 1 0 0,0 0-1 0 0,-1-1 1 0 0,0 0-1 0 0,0 0 0 0 0,0 0 1 0 0,-1-1-1 0 0,0 0 0 0 0,8-14 1 0 0,-12 19-111 0 0,-1 0 1 0 0,1-1-1 0 0,0 0 1 0 0,-1 1 0 0 0,0-1-1 0 0,0 0 1 0 0,0 1 0 0 0,0-1-1 0 0,-1 0 1 0 0,1 0 0 0 0,-1 0-1 0 0,0 0 1 0 0,0 0-1 0 0,-1 1 1 0 0,1-1 0 0 0,-1 0-1 0 0,-1-5 1 0 0,0 4-9 0 0,0 1 0 0 0,0-1-1 0 0,-1 0 1 0 0,0 1 0 0 0,1 0 0 0 0,-2 0 0 0 0,1 0 0 0 0,0 0-1 0 0,-1 0 1 0 0,0 1 0 0 0,-6-6 0 0 0,-3 1 36 0 0,1 0 0 0 0,-1 1 0 0 0,0 1 0 0 0,0 0 0 0 0,-1 0 0 0 0,0 2 0 0 0,0-1 0 0 0,-19-2 0 0 0,-32 0 106 0 0,-1 3 1 0 0,0 2-1 0 0,-91 10 0 0 0,141-7-262 0 0,-13 1-284 0 0,-1 1 0 0 0,1 1-1 0 0,-31 8 1 0 0,54-9 328 0 0,1 0-1580 0 0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0:41.2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48 65 4609 0 0,'-23'-31'5438'0'0,"-1"-2"4218"0"0,34 75-6373 0 0,-7-25-3121 0 0,22 108 85 0 0,-16-68-229 0 0,3-1 0 0 0,2 0 0 0 0,37 92 0 0 0,-45-134-9 0 0,1 0-1 0 0,0 0 1 0 0,1-1-1 0 0,1 0 1 0 0,0 0-1 0 0,1-1 1 0 0,0 0-1 0 0,1-1 1 0 0,1 0-1 0 0,-1 0 1 0 0,2-2-1 0 0,-1 1 1 0 0,1-2-1 0 0,1 1 1 0 0,-1-2 0 0 0,1 0-1 0 0,1-1 1 0 0,21 7-1 0 0,-31-12-5 0 0,0 0-1 0 0,0 0 0 0 0,0-1 1 0 0,0 0-1 0 0,0 0 1 0 0,0 0-1 0 0,0 0 1 0 0,0-1-1 0 0,0 0 1 0 0,-1 0-1 0 0,1 0 1 0 0,0-1-1 0 0,0 1 1 0 0,-1-1-1 0 0,1 0 1 0 0,-1-1-1 0 0,1 1 1 0 0,-1-1-1 0 0,5-4 1 0 0,9-7-95 0 0,-1-1 0 0 0,-1 0 0 0 0,16-20 0 0 0,-8 9-30 0 0,81-100-1045 0 0,-64 69-5913 0 0,-29 39 644 0 0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0:41.4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183 12 6449 0 0,'-7'-3'318'0'0,"-1"1"-1"0"0,1 0 0 0 0,-1 0 0 0 0,0 1 0 0 0,0 0 1 0 0,0 1-1 0 0,1-1 0 0 0,-1 2 0 0 0,0-1 0 0 0,0 1 0 0 0,0 0 1 0 0,1 0-1 0 0,-11 4 0 0 0,15-4-20 0 0,-1 0 0 0 0,1 0 0 0 0,0 0 0 0 0,-1 0 0 0 0,1 1 0 0 0,0-1 0 0 0,0 1 0 0 0,0 0 0 0 0,0 0 0 0 0,1 0-1 0 0,-1 0 1 0 0,0 0 0 0 0,1 1 0 0 0,0-1 0 0 0,-1 1 0 0 0,1 0 0 0 0,0 0 0 0 0,0-1 0 0 0,0 1 0 0 0,1 0 0 0 0,-1 1 0 0 0,1-1 0 0 0,0 0 0 0 0,0 0 0 0 0,0 1 0 0 0,0-1 0 0 0,0 0 0 0 0,1 1 0 0 0,0-1-1 0 0,-1 1 1 0 0,2 6 0 0 0,5 19 186 0 0,1-1-1 0 0,1 1 0 0 0,2-1 0 0 0,18 39 0 0 0,-10-25-328 0 0,223 473 1046 0 0,-138-337-3928 0 0,-85-148-5026 0 0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0:41.9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58 7834 0 0,'0'-2'158'0'0,"0"0"1"0"0,-1 0-1 0 0,1 1 1 0 0,0-1-1 0 0,0 0 1 0 0,0 0-1 0 0,0 0 1 0 0,1 0-1 0 0,-1 1 1 0 0,1-1 0 0 0,-1 0-1 0 0,1 0 1 0 0,-1 1-1 0 0,1-1 1 0 0,0 0-1 0 0,0 1 1 0 0,0-1-1 0 0,0 0 1 0 0,0 1-1 0 0,0 0 1 0 0,0-1-1 0 0,0 1 1 0 0,1-1-1 0 0,-1 1 1 0 0,1 0 0 0 0,1-1-1 0 0,-1 0 9 0 0,0 1 0 0 0,0 0-1 0 0,1-1 1 0 0,-1 1 0 0 0,1 0-1 0 0,-1 0 1 0 0,1 0 0 0 0,-1 1 0 0 0,1-1-1 0 0,-1 1 1 0 0,1-1 0 0 0,0 1 0 0 0,-1 0-1 0 0,1 0 1 0 0,-1 0 0 0 0,1 0-1 0 0,4 1 1 0 0,0 2 92 0 0,-1-1-1 0 0,1 1 0 0 0,-1 1 1 0 0,0-1-1 0 0,1 1 1 0 0,-2 0-1 0 0,1 0 0 0 0,0 1 1 0 0,-1-1-1 0 0,0 1 0 0 0,0 1 1 0 0,5 6-1 0 0,6 11 397 0 0,25 42 1 0 0,-28-42-311 0 0,42 75 404 0 0,-4 2 0 0 0,42 117 0 0 0,-68-142-2081 0 0,-11-23-3195 0 0,-14-48 4200 0 0,-3-5 291 0 0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0:42.2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0 161 3225 0 0,'0'-6'40'0'0,"1"0"0"0"0,-1 0 0 0 0,1 0 0 0 0,0 0 0 0 0,0 0 0 0 0,1 0 0 0 0,0 0 0 0 0,0 0 0 0 0,1 1 0 0 0,5-11 0 0 0,-4 10 327 0 0,0 0 0 0 0,1 0 0 0 0,0 1 0 0 0,1-1 0 0 0,-1 1 0 0 0,1 0 0 0 0,0 1 0 0 0,0-1 0 0 0,1 1 0 0 0,-1 0 0 0 0,1 1 0 0 0,13-6 0 0 0,-9 5 124 0 0,1 1 1 0 0,0 0 0 0 0,-1 0-1 0 0,1 1 1 0 0,0 1-1 0 0,0 0 1 0 0,1 0 0 0 0,-1 1-1 0 0,0 1 1 0 0,0 0 0 0 0,0 1-1 0 0,0 0 1 0 0,0 1-1 0 0,11 4 1 0 0,-16-5-373 0 0,1 1-1 0 0,-1 1 1 0 0,-1-1 0 0 0,1 1-1 0 0,0 1 1 0 0,-1-1 0 0 0,0 1-1 0 0,0 0 1 0 0,0 0 0 0 0,-1 1-1 0 0,0 0 1 0 0,0 0 0 0 0,0 0-1 0 0,0 0 1 0 0,4 10 0 0 0,-5-6-43 0 0,0 0 0 0 0,-1 0 0 0 0,0 0 0 0 0,0 1 0 0 0,-1-1 0 0 0,-1 0 0 0 0,0 1 1 0 0,0 0-1 0 0,-1-1 0 0 0,-1 14 0 0 0,-3 3-20 0 0,0-1 1 0 0,-2 1-1 0 0,-1-1 1 0 0,-1 0 0 0 0,-2-1-1 0 0,0 1 1 0 0,-1-2-1 0 0,-16 24 1 0 0,-61 83-2809 0 0,75-111-3197 0 0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0:42.4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6913 0 0,'4'2'462'0'0,"0"0"-1"0"0,0 0 0 0 0,-1 0 0 0 0,1 1 0 0 0,0-1 0 0 0,-1 1 0 0 0,0 0 1 0 0,0 0-1 0 0,0 0 0 0 0,0 0 0 0 0,0 1 0 0 0,0-1 0 0 0,2 5 0 0 0,2 2 360 0 0,11 12 528 0 0,-1 0 0 0 0,-1 2 0 0 0,-1 0 0 0 0,20 45 0 0 0,-19-31-1089 0 0,-3 1 0 0 0,15 66 0 0 0,-17-66-1613 0 0,-6-23 163 0 0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0:42.6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 7 5985 0 0,'-2'0'-563'0'0,"-25"-5"3920"0"0,27 5-3200 0 0,-1 0 1 0 0,1-1 0 0 0,-1 1-1 0 0,1 0 1 0 0,-1 0-1 0 0,1 0 1 0 0,0 0-1 0 0,-1 0 1 0 0,1 0-1 0 0,-1 0 1 0 0,1 0 0 0 0,-1 0-1 0 0,1 0 1 0 0,-1 0-1 0 0,1 0 1 0 0,0 0-1 0 0,-6 4 2049 0 0,6-4-2048 0 0,0 1-1 0 0,0-1 1 0 0,0 1 0 0 0,-1-1-1 0 0,1 0 1 0 0,0 1-1 0 0,0-1 1 0 0,0 1-1 0 0,0-1 1 0 0,0 1 0 0 0,-1-1-1 0 0,1 1 1 0 0,0-1-1 0 0,0 0 1 0 0,0 1-1 0 0,0-1 1 0 0,1 1-1 0 0,-1-1 1 0 0,0 1 0 0 0,0-1-1 0 0,0 1 1 0 0,0-1-1 0 0,0 0 1 0 0,1 1-1 0 0,2 3-133 0 0,0 0 0 0 0,0-1 0 0 0,0 1 0 0 0,1-1-1 0 0,-1 0 1 0 0,1 0 0 0 0,0 0 0 0 0,0 0 0 0 0,8 3-1 0 0,5 5-379 0 0,20 19 212 0 0,-20-11 144 0 0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0:43.0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11 9674 0 0,'0'-10'6011'0'0,"27"24"-3287"0"0,25 20-1152 0 0,27 18-616 0 0,107 51 0 0 0,-23-33-1187 0 0,-52-32-4481 0 0,-88-32-1596 0 0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0:43.3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148 6 10138 0 0,'0'-1'82'0'0,"-1"1"0"0"0,1-1 0 0 0,-1 1 0 0 0,1-1 1 0 0,-1 1-1 0 0,0-1 0 0 0,1 1 0 0 0,-1 0 0 0 0,0 0 0 0 0,0-1 0 0 0,1 1 0 0 0,-1 0 0 0 0,0 0 0 0 0,1 0 0 0 0,-1 0 0 0 0,0 0 0 0 0,0 0 0 0 0,1 0 0 0 0,-1 0 1 0 0,0 0-1 0 0,0 0 0 0 0,1 0 0 0 0,-1 0 0 0 0,0 0 0 0 0,0 1 0 0 0,1-1 0 0 0,-1 0 0 0 0,-1 1 0 0 0,-8 20 2648 0 0,6-11-2296 0 0,-55 150 5260 0 0,45-117-5345 0 0,3 2 0 0 0,1-1 0 0 0,-5 72 0 0 0,13-89-299 0 0,1 0 0 0 0,1 0 0 0 0,7 44 1 0 0,-6-63-316 0 0,0 0-1 0 0,1 0 1 0 0,0-1 0 0 0,1 1 0 0 0,0-1 0 0 0,0 0 0 0 0,0 1 0 0 0,1-1-1 0 0,0-1 1 0 0,0 1 0 0 0,1-1 0 0 0,0 1 0 0 0,0-1 0 0 0,1-1 0 0 0,-1 1-1 0 0,13 9 1 0 0,4-3-6526 0 0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0:43.7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0 495 6913 0 0,'4'0'419'0'0,"0"-1"-1"0"0,-1 0 0 0 0,1 0 0 0 0,-1 0 0 0 0,1 0 0 0 0,-1-1 0 0 0,1 1 0 0 0,-1-1 0 0 0,0 0 0 0 0,1 0 0 0 0,4-5 0 0 0,34-30 2788 0 0,-35 30-2732 0 0,7-7 80 0 0,-1-1-1 0 0,0-1 1 0 0,-1 0-1 0 0,0-1 1 0 0,-2 0-1 0 0,0-1 1 0 0,-1 0-1 0 0,13-36 1 0 0,-19 42-507 0 0,1 0 1 0 0,-2 0 0 0 0,1 0-1 0 0,-2-1 1 0 0,0 1 0 0 0,-1-23 0 0 0,0 27-43 0 0,-1 1 0 0 0,-1-1 0 0 0,1 0 0 0 0,-1 0 0 0 0,-1 1 0 0 0,1-1 0 0 0,-1 1 0 0 0,-1 0 0 0 0,1 0 0 0 0,-1 0 0 0 0,-7-9 0 0 0,9 13-18 0 0,0 0 0 0 0,0 0 0 0 0,-1 1 0 0 0,1-1 0 0 0,-1 0 0 0 0,1 1 0 0 0,-1 0 0 0 0,0 0 0 0 0,0 0 0 0 0,0 0 0 0 0,0 0 0 0 0,-1 0 0 0 0,1 1 0 0 0,0 0 0 0 0,-1-1 0 0 0,1 1 0 0 0,-1 0 0 0 0,1 1 0 0 0,-1-1 0 0 0,1 1 0 0 0,-1-1 0 0 0,0 1 0 0 0,-3 1 0 0 0,3 0-37 0 0,0 0 1 0 0,-1 0-1 0 0,1 1 0 0 0,0-1 1 0 0,0 1-1 0 0,1 0 0 0 0,-1 0 1 0 0,0 1-1 0 0,1-1 1 0 0,-1 1-1 0 0,1 0 0 0 0,0 0 1 0 0,0 0-1 0 0,0 0 0 0 0,0 0 1 0 0,0 1-1 0 0,1-1 1 0 0,-4 8-1 0 0,0 0 41 0 0,1 0 0 0 0,0 1 0 0 0,0-1 0 0 0,1 1 0 0 0,1 0 0 0 0,0 1 0 0 0,1-1 0 0 0,0 0 0 0 0,1 1 1 0 0,0-1-1 0 0,1 1 0 0 0,1-1 0 0 0,0 1 0 0 0,0-1 0 0 0,1 1 0 0 0,1-1 0 0 0,0 0 0 0 0,1 0 0 0 0,0 0 0 0 0,0-1 0 0 0,7 12 0 0 0,-6-14 76 0 0,0 0 0 0 0,1 0 0 0 0,0-1-1 0 0,0 0 1 0 0,0 0 0 0 0,1 0 0 0 0,0-1-1 0 0,1 0 1 0 0,0-1 0 0 0,0 0 0 0 0,0 0-1 0 0,1 0 1 0 0,0-1 0 0 0,0 0 0 0 0,0-1-1 0 0,0 0 1 0 0,1-1 0 0 0,0 0 0 0 0,-1 0-1 0 0,1-1 1 0 0,1 0 0 0 0,-1-1 0 0 0,0 0-1 0 0,0 0 1 0 0,0-1 0 0 0,11-2 0 0 0,-11 1-242 0 0,-1 0 0 0 0,0-1 0 0 0,0-1 0 0 0,0 1 0 0 0,0-2 0 0 0,13-5 0 0 0,-13 4-716 0 0,0 0 0 0 0,-1-1 1 0 0,12-9-1 0 0,1-5-5272 0 0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0:43.9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192 114 5905 0 0,'-10'-12'307'0'0,"0"0"1"0"0,-1 0-1 0 0,0 1 0 0 0,-18-13 0 0 0,20 17 577 0 0,0 1 0 0 0,-1 0 0 0 0,0 1 0 0 0,-11-4 0 0 0,17 7-452 0 0,0 1 0 0 0,1-1 0 0 0,-1 1 0 0 0,0 0 0 0 0,0 0 0 0 0,0 0 0 0 0,-1 1 0 0 0,-4-1 0 0 0,8 2-327 0 0,0-1 0 0 0,0 0 0 0 0,0 1 0 0 0,0-1 0 0 0,0 1 0 0 0,0-1 0 0 0,0 1-1 0 0,0-1 1 0 0,0 1 0 0 0,0 0 0 0 0,0-1 0 0 0,1 1 0 0 0,-1 0 0 0 0,0 0 0 0 0,0-1 0 0 0,1 1 0 0 0,-1 0 0 0 0,0 0 0 0 0,1 0 0 0 0,-1 0 0 0 0,1 0 0 0 0,0 0 0 0 0,-1 0 0 0 0,1 0 0 0 0,0 0 0 0 0,-1 0 0 0 0,1 0 0 0 0,0 0 0 0 0,0 0-1 0 0,0 1 1 0 0,0-1 0 0 0,0 0 0 0 0,0 0 0 0 0,0 0 0 0 0,0 0 0 0 0,1 2 0 0 0,3 30 497 0 0,2 1 0 0 0,1-1 0 0 0,1-1 0 0 0,21 53 0 0 0,-2-8-343 0 0,0 4-17 0 0,3-2 1 0 0,4-1-1 0 0,4-2 1 0 0,3-1-1 0 0,55 76 1 0 0,54 88-1982 0 0,-126-195-6363 0 0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1:05.7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29 5337 0 0,'0'-5'480'0'0,"0"1"-384"0"0,1 1-96 0 0,-1-2 0 0 0,2 2 0 0 0,-1-1 0 0 0,1 0 0 0 0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1:05.9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 6449 0 0,'0'-2'1073'0'0,"-1"30"4097"0"0,17 135-925 0 0,2 83-2834 0 0,-18-209-1553 0 0,-1 62 35 0 0,-2-34-3566 0 0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1:06.1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 8754 0 0,'11'-5'4302'0'0,"-10"4"-4451"0"0,0 1 0 0 0,0 0 0 0 0,0 0 0 0 0,0-1-1 0 0,0 1 1 0 0,0 0 0 0 0,0 0 0 0 0,0 0 0 0 0,1 0 0 0 0,-1 0 0 0 0,0 0 0 0 0,0 1-1 0 0,0-1 1 0 0,0 0 0 0 0,0 0 0 0 0,0 1 0 0 0,0-1 0 0 0,0 1 0 0 0,0-1 0 0 0,0 1 0 0 0,0-1-1 0 0,0 1 1 0 0,0 0 0 0 0,0-1 0 0 0,0 1 0 0 0,-1 0 0 0 0,1 0 0 0 0,0 0 0 0 0,-1 0-1 0 0,1-1 1 0 0,0 1 0 0 0,0 2 0 0 0,17 38-256 0 0,-12-24 405 0 0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1:06.6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35 4609 0 0,'2'-2'238'0'0,"0"0"0"0"0,0 0 0 0 0,1 0 0 0 0,-1 0 1 0 0,1 0-1 0 0,-1 1 0 0 0,1-1 0 0 0,0 1 0 0 0,-1 0 0 0 0,1-1 0 0 0,0 1 0 0 0,0 0 0 0 0,0 1 0 0 0,0-1 1 0 0,0 1-1 0 0,0-1 0 0 0,0 1 0 0 0,0 0 0 0 0,0 0 0 0 0,0 0 0 0 0,0 0 0 0 0,0 1 0 0 0,0-1 0 0 0,0 1 1 0 0,0 0-1 0 0,0 0 0 0 0,0 0 0 0 0,0 0 0 0 0,-1 0 0 0 0,1 0 0 0 0,0 1 0 0 0,-1 0 0 0 0,1-1 1 0 0,-1 1-1 0 0,0 0 0 0 0,1 0 0 0 0,-1 0 0 0 0,0 1 0 0 0,0-1 0 0 0,0 0 0 0 0,-1 1 0 0 0,1 0 0 0 0,-1-1 1 0 0,1 1-1 0 0,-1 0 0 0 0,0-1 0 0 0,0 1 0 0 0,0 0 0 0 0,1 4 0 0 0,8 29 158 0 0,-2-8 72 0 0,-1 0 1 0 0,3 31 0 0 0,-9-58-484 0 0,-1 0 1 0 0,0 0 0 0 0,0 1-1 0 0,0-1 1 0 0,0 0-1 0 0,0 1 1 0 0,0-1 0 0 0,0 0-1 0 0,0 0 1 0 0,-1 1-1 0 0,1-1 1 0 0,-1 0-1 0 0,1 0 1 0 0,-2 3 0 0 0,2-5 2 0 0,0 0 1 0 0,-1 0-1 0 0,1 1 1 0 0,0-1-1 0 0,0 0 1 0 0,-1 0 0 0 0,1 0-1 0 0,0 0 1 0 0,0 1-1 0 0,0-1 1 0 0,0 0 0 0 0,0 0-1 0 0,0 0 1 0 0,0 0-1 0 0,0 1 1 0 0,1-1 0 0 0,-1 0-1 0 0,0 0 1 0 0,0 0-1 0 0,1 1 1 0 0,-1-1 0 0 0,1-1-1 0 0,4-18 26 0 0,1 0 0 0 0,1 0-1 0 0,1 0 1 0 0,1 1 0 0 0,1 0 0 0 0,0 1 0 0 0,1 0-1 0 0,23-28 1 0 0,-33 44 60 0 0,1 1 0 0 0,-1-1 0 0 0,1 1 0 0 0,-1-1 0 0 0,1 1-1 0 0,0-1 1 0 0,-1 1 0 0 0,1 0 0 0 0,0 0 0 0 0,0 0 0 0 0,0 0 0 0 0,0 0 0 0 0,0 0-1 0 0,0 0 1 0 0,0 1 0 0 0,0-1 0 0 0,0 1 0 0 0,0 0 0 0 0,0-1 0 0 0,1 1 0 0 0,-1 0-1 0 0,3 0 1 0 0,-2 1 9 0 0,-1 0 1 0 0,1 0-1 0 0,0 1 0 0 0,-1-1 0 0 0,0 0 0 0 0,1 1 0 0 0,-1 0 0 0 0,0-1 0 0 0,0 1 0 0 0,0 0 0 0 0,0 0 1 0 0,0 0-1 0 0,0 0 0 0 0,3 5 0 0 0,1 4 81 0 0,1 1 0 0 0,-2-1 0 0 0,0 1 0 0 0,0 0 0 0 0,-1 0 0 0 0,3 16 0 0 0,8 66-183 0 0,-2-12-1661 0 0,0-28-2555 0 0,-8-38-1788 0 0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1:06.9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0 115 1376 0 0,'11'-55'2802'0'0,"6"2"3964"0"0,-17 53-6644 0 0,0 0 0 0 0,0-1 0 0 0,3-2 1464 0 0,-3 2-1464 0 0,1 1-1 0 0,-1 0 1 0 0,0 0 0 0 0,1 0 0 0 0,-1-1 0 0 0,0 1 0 0 0,1 0 0 0 0,-1 0 0 0 0,0 0 0 0 0,1 0 0 0 0,-1 0 0 0 0,0 0 0 0 0,1 0 0 0 0,-1 0 0 0 0,0 0 0 0 0,1 0 0 0 0,-1 0 0 0 0,1 0 0 0 0,12 10 1866 0 0,8 21-691 0 0,-19-27-936 0 0,8 14-61 0 0,-1 0 1 0 0,-1 1 0 0 0,-1 0-1 0 0,0 1 1 0 0,-1-1 0 0 0,4 32-1 0 0,7 125-1454 0 0,-16-166 923 0 0,-2 13-1614 0 0,1-22 1632 0 0,0-1-1 0 0,0 1 1 0 0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1:07.1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8 296 920 0 0,'-4'-68'2539'0'0,"1"42"-1057"0"0,2-45-1 0 0,2 63-1065 0 0,0 0-1 0 0,0 1 1 0 0,0-1-1 0 0,1 0 1 0 0,0 1-1 0 0,1 0 1 0 0,0-1-1 0 0,0 1 1 0 0,0 0 0 0 0,6-8-1 0 0,-6 12-109 0 0,0-1 1 0 0,0 1-1 0 0,1 0 1 0 0,-1 0-1 0 0,1 0 1 0 0,0 0-1 0 0,0 1 0 0 0,0-1 1 0 0,0 1-1 0 0,0 0 1 0 0,0 0-1 0 0,1 1 1 0 0,-1-1-1 0 0,1 1 1 0 0,-1 0-1 0 0,1 0 0 0 0,-1 0 1 0 0,1 1-1 0 0,0 0 1 0 0,5 0-1 0 0,-7 0-193 0 0,-1 0-1 0 0,1 0 1 0 0,0 0 0 0 0,-1 1-1 0 0,1-1 1 0 0,0 1 0 0 0,-1 0-1 0 0,1 0 1 0 0,-1 0 0 0 0,0 0-1 0 0,1 0 1 0 0,-1 0-1 0 0,0 1 1 0 0,1-1 0 0 0,-1 1-1 0 0,0-1 1 0 0,0 1 0 0 0,0 0-1 0 0,0 0 1 0 0,-1 0 0 0 0,1 0-1 0 0,0 0 1 0 0,-1 0 0 0 0,0 1-1 0 0,1-1 1 0 0,-1 0-1 0 0,0 1 1 0 0,0-1 0 0 0,0 1-1 0 0,-1-1 1 0 0,1 1 0 0 0,0-1-1 0 0,-1 1 1 0 0,0 0 0 0 0,0 4-1 0 0,-1 5-48 0 0,0 0 1 0 0,-2 0-1 0 0,1-1 0 0 0,-1 1 0 0 0,-1-1 0 0 0,0 0 0 0 0,-1 0 0 0 0,0 0 0 0 0,0 0 1 0 0,-10 12-1 0 0,-23 24-5148 0 0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1:07.5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84 920 0 0,'7'-9'441'0'0,"0"1"0"0"0,0 0 0 0 0,1 0-1 0 0,-1 1 1 0 0,2 0 0 0 0,-1 0 0 0 0,1 1 0 0 0,0 0 0 0 0,1 0-1 0 0,10-4 1 0 0,-19 9-307 0 0,-1 1 0 0 0,1 0 0 0 0,-1 0-1 0 0,1 0 1 0 0,0 0 0 0 0,-1 0 0 0 0,1 0 0 0 0,-1 0-1 0 0,1 0 1 0 0,-1 0 0 0 0,1 0 0 0 0,-1 0 0 0 0,1 0-1 0 0,-1 0 1 0 0,1 0 0 0 0,-1 0 0 0 0,1 0 0 0 0,-1 1-1 0 0,1-1 1 0 0,-1 0 0 0 0,1 0 0 0 0,-1 1 0 0 0,1-1-1 0 0,-1 0 1 0 0,1 1 0 0 0,-1-1 0 0 0,0 0 0 0 0,1 1-1 0 0,0 0 1 0 0,4 18 2435 0 0,-8 31 199 0 0,2-41-2110 0 0,0 5-141 0 0,1 1-1 0 0,0 0 1 0 0,1-1-1 0 0,4 24 1 0 0,-5-34-530 0 0,1-1 0 0 0,0 1 0 0 0,0-1 0 0 0,0 1 0 0 0,0-1 1 0 0,0 1-1 0 0,1-1 0 0 0,-1 0 0 0 0,1 1 0 0 0,0-1 0 0 0,0 0 0 0 0,1 0 0 0 0,-1 0 1 0 0,0-1-1 0 0,1 1 0 0 0,0-1 0 0 0,-1 1 0 0 0,1-1 0 0 0,0 0 0 0 0,0 0 0 0 0,1 0 1 0 0,-1 0-1 0 0,5 1 0 0 0,-6-2-27 0 0,-1-1 0 0 0,0 0 0 0 0,1 1-1 0 0,-1-1 1 0 0,0 0 0 0 0,1 0 0 0 0,-1 0 0 0 0,0 0 0 0 0,1-1 0 0 0,-1 1 0 0 0,0 0 0 0 0,1 0 0 0 0,-1-1 0 0 0,0 1-1 0 0,1-1 1 0 0,-1 1 0 0 0,0-1 0 0 0,0 0 0 0 0,0 1 0 0 0,1-1 0 0 0,-1 0 0 0 0,0 0 0 0 0,0 0 0 0 0,0 0-1 0 0,0 0 1 0 0,-1 0 0 0 0,1 0 0 0 0,0 0 0 0 0,0 0 0 0 0,0 0 0 0 0,-1 0 0 0 0,1-1 0 0 0,-1 1 0 0 0,1 0 0 0 0,-1 0-1 0 0,1-3 1 0 0,2-7-259 0 0,-1 1-1 0 0,0-1 0 0 0,1-20 1 0 0,-1 10-200 0 0,0 10 380 0 0,0 0 0 0 0,1 1-1 0 0,6-13 1 0 0,-9 21 157 0 0,1 0 0 0 0,-1 1-1 0 0,1-1 1 0 0,0 0 0 0 0,-1 1 0 0 0,1-1 0 0 0,0 1-1 0 0,0-1 1 0 0,0 1 0 0 0,0-1 0 0 0,1 1 0 0 0,-1 0-1 0 0,0-1 1 0 0,0 1 0 0 0,1 0 0 0 0,-1 0 0 0 0,1 0-1 0 0,-1 0 1 0 0,1 0 0 0 0,0 0 0 0 0,-1 1-1 0 0,1-1 1 0 0,0 0 0 0 0,-1 1 0 0 0,1 0 0 0 0,0-1-1 0 0,0 1 1 0 0,2 0 0 0 0,-1 1 193 0 0,0 1 1 0 0,0 0-1 0 0,-1 0 1 0 0,1 0-1 0 0,-1 1 1 0 0,1-1-1 0 0,-1 1 1 0 0,0-1-1 0 0,0 1 1 0 0,0 0-1 0 0,0 0 0 0 0,0-1 1 0 0,2 7-1 0 0,9 10 170 0 0,-8-12-468 0 0,1-1 0 0 0,0 0 0 0 0,1-1 0 0 0,0 1 0 0 0,12 7 0 0 0,-14-10-631 0 0,1 0-1 0 0,-1-1 1 0 0,1 1-1 0 0,0-1 0 0 0,7 1 1 0 0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1:07.7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0 6449 0 0,'-8'4'5744'0'0,"8"-4"-5657"0"0,-1 3 1412 0 0,2 3-299 0 0,18 120 2855 0 0,29 70-2081 0 0,-25-108-1551 0 0,3 6-387 0 0,4 9-823 0 0,-17-33-3296 0 0,-12-53-2080 0 0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1:07.9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38 168 6913 0 0,'-3'-1'296'0'0,"1"-1"-1"0"0,-1 1 0 0 0,1 0 0 0 0,-1-1 0 0 0,1 0 0 0 0,0 1 0 0 0,0-1 0 0 0,0 0 0 0 0,0 0 0 0 0,0 0 1 0 0,0 0-1 0 0,0-1 0 0 0,1 1 0 0 0,-1 0 0 0 0,1-1 0 0 0,-3-4 0 0 0,4 5-126 0 0,0-1-1 0 0,0 1 1 0 0,0 0-1 0 0,0 0 1 0 0,0 0 0 0 0,0 0-1 0 0,0 0 1 0 0,1 0-1 0 0,-1 0 1 0 0,1 0 0 0 0,-1 0-1 0 0,1 0 1 0 0,0 0-1 0 0,0 1 1 0 0,0-1 0 0 0,0 0-1 0 0,0 0 1 0 0,0 1-1 0 0,0-1 1 0 0,1 0-1 0 0,-1 1 1 0 0,1-1 0 0 0,-1 1-1 0 0,2-1 1 0 0,7-6-260 0 0,-1 1 0 0 0,1 0 0 0 0,0 0 0 0 0,0 2 0 0 0,13-7-1 0 0,58-18-4437 0 0,-58 23 325 0 0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1:08.4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215 1 4145 0 0,'-29'14'3872'0'0,"-46"32"0"0"0,66-39-3222 0 0,0 0 0 0 0,0 0 0 0 0,1 0 0 0 0,1 1 0 0 0,-1 0 0 0 0,1 1 0 0 0,0 0 0 0 0,-10 18-1 0 0,17-26-618 0 0,-1 0 0 0 0,1 1 0 0 0,-1-1 0 0 0,1 1 0 0 0,0-1-1 0 0,0 0 1 0 0,0 1 0 0 0,0-1 0 0 0,0 1 0 0 0,0-1-1 0 0,0 1 1 0 0,0-1 0 0 0,1 1 0 0 0,-1-1 0 0 0,0 0-1 0 0,1 1 1 0 0,-1-1 0 0 0,1 0 0 0 0,0 1 0 0 0,-1-1 0 0 0,1 0-1 0 0,0 0 1 0 0,0 0 0 0 0,0 1 0 0 0,0-1 0 0 0,0 0-1 0 0,0 0 1 0 0,0 0 0 0 0,0-1 0 0 0,0 1 0 0 0,0 0-1 0 0,1 0 1 0 0,-1 0 0 0 0,2 0 0 0 0,8 5-60 0 0,0 0 1 0 0,0-1-1 0 0,13 4 0 0 0,-8-3 27 0 0,-7-2 9 0 0,11 4-49 0 0,-1 1 0 0 0,27 17 0 0 0,-43-24 73 0 0,1 1 1 0 0,-1-1-1 0 0,1 1 1 0 0,-1 0-1 0 0,0 0 1 0 0,0 0-1 0 0,0 0 1 0 0,0 0 0 0 0,0 1-1 0 0,-1-1 1 0 0,0 1-1 0 0,0 0 1 0 0,0 0-1 0 0,0 0 1 0 0,0 0-1 0 0,-1 0 1 0 0,0 0 0 0 0,2 7-1 0 0,-3-7 72 0 0,-1 0 1 0 0,0 0-1 0 0,1-1 0 0 0,-1 1 0 0 0,-1 0 1 0 0,1-1-1 0 0,0 1 0 0 0,-1 0 0 0 0,0-1 1 0 0,0 0-1 0 0,0 1 0 0 0,0-1 0 0 0,0 0 1 0 0,-1 0-1 0 0,1 0 0 0 0,-1 0 0 0 0,0-1 1 0 0,0 1-1 0 0,-4 2 0 0 0,-9 7 313 0 0,0-1 1 0 0,-23 12-1 0 0,38-23-404 0 0,-15 9 110 0 0,-1-1 0 0 0,1-1 1 0 0,-2 0-1 0 0,-21 5 0 0 0,-7-8-2204 0 0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1:38.6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86 360 4609 0 0,'-2'-59'3158'0'0,"0"33"-2114"0"0,2 0-1 0 0,0 0 1 0 0,2 0 0 0 0,6-32-1 0 0,-7 51-866 0 0,1 0-1 0 0,1 0 0 0 0,-1 0 1 0 0,1 0-1 0 0,0 1 1 0 0,0-1-1 0 0,1 1 0 0 0,0 0 1 0 0,0 0-1 0 0,1 0 0 0 0,-1 0 1 0 0,1 1-1 0 0,0 0 1 0 0,1 0-1 0 0,-1 0 0 0 0,1 1 1 0 0,0 0-1 0 0,0 0 0 0 0,13-6 1 0 0,-11 7-47 0 0,0 0 0 0 0,0 0-1 0 0,0 0 1 0 0,1 1 0 0 0,-1 1 0 0 0,1-1 0 0 0,9 1-1 0 0,-16 0-119 0 0,-1 1 1 0 0,1 0-1 0 0,0 0 0 0 0,0 0 0 0 0,0 0 0 0 0,-1 1 0 0 0,1-1 0 0 0,0 0 0 0 0,0 1 0 0 0,-1-1 0 0 0,1 1 0 0 0,0-1 0 0 0,-1 1 0 0 0,1 0 0 0 0,0 0 0 0 0,-1 0 0 0 0,1 0 0 0 0,-1 0 0 0 0,0 0 0 0 0,1 0 0 0 0,-1 1 0 0 0,0-1 0 0 0,0 0 0 0 0,1 1 1 0 0,-1-1-1 0 0,0 1 0 0 0,0-1 0 0 0,-1 1 0 0 0,1-1 0 0 0,0 1 0 0 0,0 0 0 0 0,-1-1 0 0 0,1 1 0 0 0,-1 0 0 0 0,0 0 0 0 0,1-1 0 0 0,-1 1 0 0 0,0 0 0 0 0,0 2 0 0 0,0 24-1 0 0,1-12-9 0 0,-1 1 1 0 0,-1 0-1 0 0,-1 0 0 0 0,-5 26 1 0 0,-8 4 148 0 0,-32 70 1 0 0,-4 8 226 0 0,45-105-338 0 0,0 1 0 0 0,1-1-1 0 0,1 1 1 0 0,-1 27 0 0 0,5-41-3 0 0,0 0-1 0 0,0 0 1 0 0,1 0-1 0 0,0 0 1 0 0,0 0-1 0 0,1 0 1 0 0,-1 0-1 0 0,2-1 1 0 0,-1 1-1 0 0,1-1 1 0 0,0 0-1 0 0,0 1 1 0 0,1-1-1 0 0,-1 0 1 0 0,1-1-1 0 0,1 1 1 0 0,7 7-1 0 0,-8-9-5 0 0,1 0 0 0 0,0-1 0 0 0,-1 1 0 0 0,1-1 0 0 0,0 0 0 0 0,1 0 0 0 0,-1-1 0 0 0,0 0 0 0 0,1 0 0 0 0,-1 0 0 0 0,1-1 0 0 0,0 1 0 0 0,-1-1 0 0 0,1-1 0 0 0,0 1 0 0 0,0-1 0 0 0,0 0 0 0 0,0 0 0 0 0,-1-1 0 0 0,1 1 0 0 0,9-4 0 0 0,-1 1 88 0 0,-1-1 0 0 0,1-1-1 0 0,-1-1 1 0 0,0 1 0 0 0,0-2 0 0 0,-1 0 0 0 0,1-1 0 0 0,-2 0 0 0 0,1 0-1 0 0,-1-1 1 0 0,-1-1 0 0 0,15-16 0 0 0,-24 25-77 0 0,0-1 0 0 0,1 0 0 0 0,-1 0 0 0 0,0 0 0 0 0,-1 0 1 0 0,1 1-1 0 0,0-1 0 0 0,0-1 0 0 0,-1 1 0 0 0,1 0 0 0 0,-1 0 0 0 0,0 0 0 0 0,0 0 0 0 0,1 0 1 0 0,-1 0-1 0 0,-1 0 0 0 0,1 0 0 0 0,0-1 0 0 0,0 1 0 0 0,-1 0 0 0 0,0-3 0 0 0,-1 1 2 0 0,0 0-1 0 0,0 1 1 0 0,-1-1-1 0 0,1 1 1 0 0,-1-1-1 0 0,0 1 1 0 0,0 0-1 0 0,0 0 1 0 0,0 0-1 0 0,-4-3 1 0 0,-10-4 65 0 0,1 0 1 0 0,-1 0 0 0 0,-31-11 0 0 0,47 20-95 0 0,-111-38 263 0 0,-16-8-123 0 0,110 39-231 0 0,1-1 0 0 0,0 0 0 0 0,0-1 0 0 0,-28-23 0 0 0,26 14-1640 0 0,2-3-6077 0 0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1:39.7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383 56 2761 0 0,'0'-1'512'0'0,"1"-1"-1"0"0,-1 1 1 0 0,1-1 0 0 0,-1 1 0 0 0,1-1 0 0 0,-1 1 0 0 0,1-1 0 0 0,0 1 0 0 0,0 0 0 0 0,0-1 0 0 0,3-2 1536 0 0,-3 3-1537 0 0,9-2 3472 0 0,-10 4-3904 0 0,-4 17 1361 0 0,-7 8-1305 0 0,-2-1 1 0 0,0 0 0 0 0,-1-1-1 0 0,-2-1 1 0 0,-31 38 0 0 0,35-48-156 0 0,0 0 1 0 0,-1-1-1 0 0,0 0 1 0 0,-1-1-1 0 0,0-1 1 0 0,-1 0 0 0 0,0-1-1 0 0,0 0 1 0 0,-1-1-1 0 0,-22 7 1 0 0,34-13 53 0 0,-1-1 1 0 0,0 0-1 0 0,0 0 0 0 0,0 0 1 0 0,0 0-1 0 0,0-1 0 0 0,0 0 1 0 0,0 0-1 0 0,0 0 0 0 0,0-1 1 0 0,1 1-1 0 0,-10-3 0 0 0,12 2-18 0 0,-1-1 0 0 0,1 1 0 0 0,0 0-1 0 0,-1-1 1 0 0,1 1 0 0 0,0-1-1 0 0,0 0 1 0 0,0 0 0 0 0,1 0-1 0 0,-1 0 1 0 0,0 0 0 0 0,1 0 0 0 0,-1 0-1 0 0,1-1 1 0 0,0 1 0 0 0,-1 0-1 0 0,1-1 1 0 0,0 1 0 0 0,1-1 0 0 0,-1 1-1 0 0,0-1 1 0 0,1 0 0 0 0,-1 1-1 0 0,1-1 1 0 0,0-2 0 0 0,0-9 13 0 0,0 0 1 0 0,1 0-1 0 0,0 0 0 0 0,1 0 1 0 0,1 0-1 0 0,0 1 1 0 0,1-1-1 0 0,0 1 0 0 0,1 0 1 0 0,0 0-1 0 0,1 1 1 0 0,11-17-1 0 0,-12 21-4 0 0,0 0 0 0 0,1 0 0 0 0,-1 0 0 0 0,2 1 0 0 0,-1-1 0 0 0,1 2 0 0 0,0-1 0 0 0,1 1-1 0 0,-1 0 1 0 0,1 1 0 0 0,0-1 0 0 0,1 2 0 0 0,-1-1 0 0 0,1 1 0 0 0,0 0 0 0 0,0 1 0 0 0,0 0 0 0 0,17-2 0 0 0,-20 5 53 0 0,-1 0-1 0 0,1 0 1 0 0,-1 1-1 0 0,1 0 1 0 0,-1 0 0 0 0,0 1-1 0 0,0-1 1 0 0,1 1-1 0 0,-1 0 1 0 0,0 1 0 0 0,0-1-1 0 0,-1 1 1 0 0,1 0-1 0 0,-1 0 1 0 0,1 1 0 0 0,-1-1-1 0 0,0 1 1 0 0,0 0-1 0 0,0 0 1 0 0,-1 0 0 0 0,6 9-1 0 0,3 5-5 0 0,0 1-1 0 0,-1 0 1 0 0,-1 1-1 0 0,8 22 0 0 0,-12-26 23 0 0,-1 0-1 0 0,0 0 0 0 0,-2 0 0 0 0,0 1 0 0 0,0 0 0 0 0,-2 0 1 0 0,0-1-1 0 0,-1 1 0 0 0,0 0 0 0 0,-1 0 0 0 0,-2 0 0 0 0,-3 18 1 0 0,-4-2 54 0 0,0 0 0 0 0,-2-1 0 0 0,-2-1 1 0 0,-33 59-1 0 0,8-15 3 0 0,26-42-6638 0 0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1:40.3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6449 0 0,'3'2'850'0'0,"0"1"0"0"0,0-1 0 0 0,1 0-1 0 0,-1 1 1 0 0,1-1 0 0 0,-1-1-1 0 0,7 3 1 0 0,-8-3-521 0 0,1 0 0 0 0,0 0 1 0 0,-1 0-1 0 0,1 1 0 0 0,-1-1 0 0 0,1 1 0 0 0,-1-1 0 0 0,1 1 0 0 0,-1 0 1 0 0,0 0-1 0 0,0 0 0 0 0,0 0 0 0 0,0 1 0 0 0,0-1 0 0 0,1 3 0 0 0,6 13 151 0 0,0 1 0 0 0,-2 0 0 0 0,0 0 0 0 0,7 38 0 0 0,8 85-78 0 0,-15-86-99 0 0,3 22-123 0 0,8 55-628 0 0,-15-115-130 0 0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1:41.3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93 164 2761 0 0,'0'-9'582'0'0,"-1"1"0"0"0,0-1 0 0 0,-1 1 1 0 0,0 0-1 0 0,0-1 0 0 0,-1 1 0 0 0,0 0 1 0 0,0 0-1 0 0,-9-14 0 0 0,12 22-499 0 0,0-1 68 0 0,0 0 0 0 0,0 0-1 0 0,0 0 1 0 0,1 0 0 0 0,-1 0 0 0 0,0 0 0 0 0,1 0 0 0 0,-1 0-1 0 0,0 0 1 0 0,1 0 0 0 0,-1 1 0 0 0,1-1 0 0 0,-1 0 0 0 0,1 0-1 0 0,0 0 1 0 0,-1 1 0 0 0,1-1 0 0 0,0 0 0 0 0,-1 1 0 0 0,1-1 0 0 0,0 1-1 0 0,0-1 1 0 0,0 1 0 0 0,0-1 0 0 0,0 1 0 0 0,-1 0 0 0 0,3-1-1 0 0,-2 0 270 0 0,0 1 0 0 0,1-1-1 0 0,-1 0 1 0 0,0 0-1 0 0,1 0 1 0 0,-1 0-1 0 0,0 0 1 0 0,0 0 0 0 0,0 0-1 0 0,0 0 1 0 0,0 0-1 0 0,0 0 1 0 0,0-1-1 0 0,0 1 1 0 0,0 0 0 0 0,-1-1-1 0 0,2-1 1 0 0,-3 2-372 0 0,1-1 1 0 0,0 1-1 0 0,0-1 1 0 0,-1 1 0 0 0,1 0-1 0 0,-1-1 1 0 0,1 1-1 0 0,-1 0 1 0 0,1-1-1 0 0,-1 1 1 0 0,0 0 0 0 0,0 0-1 0 0,1-1 1 0 0,-1 1-1 0 0,0 0 1 0 0,0 0-1 0 0,0 0 1 0 0,-2-1 0 0 0,2 2-28 0 0,0 1 0 0 0,-1-1 0 0 0,1 1 0 0 0,0-1 1 0 0,0 1-1 0 0,0 0 0 0 0,0-1 0 0 0,0 1 0 0 0,0 0 1 0 0,0 0-1 0 0,0 0 0 0 0,0-1 0 0 0,0 1 0 0 0,0 0 1 0 0,1 0-1 0 0,-1 0 0 0 0,0 1 0 0 0,1-1 1 0 0,-1 0-1 0 0,0 2 0 0 0,-13 31 542 0 0,10-23-475 0 0,-6 13-93 0 0,1 1 1 0 0,1 1 0 0 0,2 0-1 0 0,0-1 1 0 0,2 2-1 0 0,1-1 1 0 0,1 0 0 0 0,2 42-1 0 0,1-55 2 0 0,0 0 0 0 0,1 0-1 0 0,0 0 1 0 0,1-1 0 0 0,0 1-1 0 0,1-1 1 0 0,1 0 0 0 0,0 0 0 0 0,0 0-1 0 0,1 0 1 0 0,1-1 0 0 0,0 0-1 0 0,0 0 1 0 0,1-1 0 0 0,1 0 0 0 0,0-1-1 0 0,0 0 1 0 0,0 0 0 0 0,15 10-1 0 0,-22-18-12 0 0,0 0-1 0 0,0 1 1 0 0,0-1-1 0 0,0 0 1 0 0,1 0-1 0 0,-1 0 1 0 0,0 0-1 0 0,1-1 1 0 0,-1 1-1 0 0,1 0 1 0 0,-1-1-1 0 0,1 0 1 0 0,-1 0-1 0 0,0 0 1 0 0,1 0-1 0 0,-1 0 1 0 0,1 0-1 0 0,-1 0 1 0 0,1-1-1 0 0,3-1 1 0 0,-3 1 16 0 0,1-1 1 0 0,0 0-1 0 0,-1 0 1 0 0,1-1-1 0 0,-1 1 1 0 0,0-1-1 0 0,0 1 1 0 0,0-1-1 0 0,0 0 1 0 0,0 0 0 0 0,2-5-1 0 0,3-4 72 0 0,-1 1-1 0 0,-1-1 1 0 0,0 0 0 0 0,-1-1-1 0 0,0 0 1 0 0,4-18 0 0 0,-6 17-63 0 0,0-1 0 0 0,-1 1 0 0 0,0 0 0 0 0,-2-1 0 0 0,1 1 0 0 0,-2-1 0 0 0,0 1 0 0 0,-1-1 0 0 0,0 1 0 0 0,-1 0 0 0 0,-1 0 0 0 0,0 0 0 0 0,-1 1 0 0 0,0-1 0 0 0,-1 1 0 0 0,0 0 0 0 0,-2 0 0 0 0,1 1 0 0 0,-1 0 0 0 0,-1 1 0 0 0,0-1 0 0 0,-1 2 0 0 0,0-1 0 0 0,-1 1 0 0 0,1 1 0 0 0,-14-9 0 0 0,14 11-347 0 0,6 3-50 0 0,0 1 1 0 0,-1 0-1 0 0,1 0 0 0 0,-1 1 1 0 0,0-1-1 0 0,-9-3 0 0 0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1:42.3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0 269 7834 0 0,'3'-9'6473'0'0,"23"-45"-4437"0"0,29-50 2978 0 0,-47 93-4827 0 0,-1 0 1 0 0,1 1-1 0 0,1-1 0 0 0,0 2 1 0 0,1-1-1 0 0,20-15 1 0 0,-29 24-182 0 0,1-1 0 0 0,0 1-1 0 0,0-1 1 0 0,-1 1 0 0 0,1 0 0 0 0,0 0 0 0 0,0 0-1 0 0,0 0 1 0 0,0 0 0 0 0,0 1 0 0 0,1-1 0 0 0,-1 1 0 0 0,0-1-1 0 0,0 1 1 0 0,0 0 0 0 0,0 0 0 0 0,1 0 0 0 0,-1 0 0 0 0,0 0-1 0 0,0 0 1 0 0,0 0 0 0 0,1 1 0 0 0,-1-1 0 0 0,0 1 0 0 0,0 0-1 0 0,0 0 1 0 0,0 0 0 0 0,0 0 0 0 0,0 0 0 0 0,0 0 0 0 0,-1 0-1 0 0,1 0 1 0 0,0 1 0 0 0,0-1 0 0 0,-1 1 0 0 0,1-1 0 0 0,-1 1-1 0 0,0 0 1 0 0,1 0 0 0 0,-1-1 0 0 0,0 1 0 0 0,1 3 0 0 0,2 1-34 0 0,-1 1 0 0 0,0 0 1 0 0,-1 0-1 0 0,0 1 1 0 0,0-1-1 0 0,0 0 1 0 0,-1 1-1 0 0,0-1 0 0 0,0 1 1 0 0,-1-1-1 0 0,-1 10 1 0 0,-3 3 81 0 0,-1 1-1 0 0,0-2 1 0 0,-2 1 0 0 0,0-1 0 0 0,-2 0 0 0 0,-13 23-1 0 0,9-15-58 0 0,0-1-1 0 0,-10 33 1 0 0,21-53 7 0 0,-3 12 51 0 0,-6 35 0 0 0,10-49-47 0 0,0 0-1 0 0,1 0 1 0 0,0 0 0 0 0,-1 0 0 0 0,2 0-1 0 0,-1 0 1 0 0,0 0 0 0 0,1 0 0 0 0,0 0-1 0 0,0-1 1 0 0,0 1 0 0 0,0 0 0 0 0,1 0-1 0 0,-1-1 1 0 0,5 7 0 0 0,-4-8 22 0 0,0 0-1 0 0,1 0 1 0 0,0 0 0 0 0,-1 0-1 0 0,1-1 1 0 0,0 1-1 0 0,0-1 1 0 0,0 0 0 0 0,0 0-1 0 0,0 0 1 0 0,0 0 0 0 0,0 0-1 0 0,0 0 1 0 0,0-1 0 0 0,5 0-1 0 0,56 1 654 0 0,-41-2-556 0 0,-5 1-126 0 0,0-2 1 0 0,-1 0-1 0 0,1-1 0 0 0,0 0 1 0 0,-1-2-1 0 0,0 0 0 0 0,27-12 0 0 0,-5-2-699 0 0,-2-2 0 0 0,37-26 0 0 0,-37 22 46 0 0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1:57.475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4293 424 3225 0 0,'10'-8'2430'0'0,"-10"8"-2396"0"0,-35-13 1193 0 0,-57-29 1 0 0,-24-10-932 0 0,-20 2-1643 0 0,-328-108 4229 0 0,414 143-2389 0 0,3-1-182 0 0,0 3 1 0 0,-1 1 0 0 0,-1 3 0 0 0,-91-6 0 0 0,-238-2 784 0 0,295 14-773 0 0,-1 4-1 0 0,-132 18 1 0 0,58-3-344 0 0,-186 38-57 0 0,332-52 73 0 0,-72 14-59 0 0,31-8 233 0 0,2 2 1 0 0,-1 3-1 0 0,1 1 0 0 0,-74 34 1 0 0,-205 141-265 0 0,272-153-214 0 0,11-6-77 0 0,1 1-1 0 0,-49 44 1 0 0,78-60 417 0 0,2 0-1 0 0,-1 2 1 0 0,2-1-1 0 0,0 2 1 0 0,2 0-1 0 0,0 0 1 0 0,0 2-1 0 0,-12 28 1 0 0,22-44-21 0 0,1 1 1 0 0,-1-1 0 0 0,1 1-1 0 0,-1-1 1 0 0,1 1 0 0 0,1-1 0 0 0,-1 1-1 0 0,1 0 1 0 0,-1 0 0 0 0,1-1-1 0 0,1 1 1 0 0,-1 0 0 0 0,1 0 0 0 0,-1-1-1 0 0,2 1 1 0 0,-1-1 0 0 0,0 1-1 0 0,1-1 1 0 0,0 1 0 0 0,0-1 0 0 0,2 5-1 0 0,1-3-6 0 0,0 0 0 0 0,0-1-1 0 0,1 1 1 0 0,0-1 0 0 0,-1 0 0 0 0,2-1-1 0 0,-1 0 1 0 0,0 1 0 0 0,1-2-1 0 0,0 1 1 0 0,0-1 0 0 0,10 3 0 0 0,14 4 69 0 0,1-1 1 0 0,1-1 0 0 0,-1-2-1 0 0,1-2 1 0 0,0-1 0 0 0,45-1 0 0 0,201-24 515 0 0,-231 16-569 0 0,128-15-176 0 0,135-14-265 0 0,430-61-818 0 0,-669 85 1255 0 0,45-6 17 0 0,244-44 550 0 0,-86 11-297 0 0,60-14-487 0 0,-177 31-939 0 0,-158 33 1141 0 0,0 0 0 0 0,0 0 0 0 0,1 0 0 0 0,-1 0 0 0 0,0 0-1 0 0,0 1 1 0 0,0-1 0 0 0,1 0 0 0 0,-1 0 0 0 0,0 0 0 0 0,0 0 0 0 0,0-1 0 0 0,1 1 0 0 0,-1 0 0 0 0,0 0 0 0 0,0 0-1 0 0,0 0 1 0 0,1 0 0 0 0,-1 0 0 0 0,0 0 0 0 0,0 0 0 0 0,0 0 0 0 0,0 0 0 0 0,1-1 0 0 0,-1 1 0 0 0,0 0 0 0 0,0 0-1 0 0,0 0 1 0 0,0 0 0 0 0,1 0 0 0 0,-1-1 0 0 0,0 1 0 0 0,0 0 0 0 0,0 0 0 0 0,0 0 0 0 0,0-1 0 0 0,0 1-1 0 0,0 0 1 0 0,0 0 0 0 0,0 0 0 0 0,0-1 0 0 0,0 1 0 0 0,0 0 0 0 0,0 0 0 0 0,0 0 0 0 0,0-1 0 0 0,0 1 0 0 0,0 0-1 0 0,0 0 1 0 0,0 0 0 0 0,0-1 0 0 0,0 1 0 0 0,0 0 0 0 0,0 0 0 0 0,0 0 0 0 0,0-1 0 0 0,-15-9 177 0 0,-25-7 103 0 0,-16 7-321 0 0,1 2 0 0 0,-1 2 1 0 0,-92 4-1 0 0,54 1 15 0 0,-570-26-231 0 0,455 15 359 0 0,-259-18 442 0 0,386 25-496 0 0,-1 3 0 0 0,0 3 0 0 0,1 5-1 0 0,0 2 1 0 0,-161 40 0 0 0,135-18-672 0 0,2 4-1 0 0,-129 61 0 0 0,209-82 620 0 0,0 1 0 0 0,1 2-1 0 0,1 0 1 0 0,1 2 0 0 0,0 0-1 0 0,1 2 1 0 0,-29 34 0 0 0,23-19 172 0 0,1 1 1 0 0,2 1 0 0 0,2 1 0 0 0,-23 51 0 0 0,-9 23-50 0 0,-38 86-321 0 0,84-175 147 0 0,1 1 1 0 0,1 0-1 0 0,-6 38 0 0 0,11-49-3 0 0,1-1 1 0 0,0 1-1 0 0,1 0 0 0 0,0 0 0 0 0,1-1 0 0 0,0 1 1 0 0,1-1-1 0 0,6 23 0 0 0,-6-32 23 0 0,-1 1-1 0 0,1-1 0 0 0,0 0 1 0 0,0 1-1 0 0,0-1 1 0 0,1 0-1 0 0,-1 0 0 0 0,1 0 1 0 0,0-1-1 0 0,0 1 0 0 0,-1-1 1 0 0,2 1-1 0 0,-1-1 1 0 0,0 0-1 0 0,0 0 0 0 0,1-1 1 0 0,-1 1-1 0 0,1 0 1 0 0,-1-1-1 0 0,1 0 0 0 0,0 0 1 0 0,0 0-1 0 0,-1-1 0 0 0,1 1 1 0 0,0-1-1 0 0,0 0 1 0 0,7 0-1 0 0,6-1-209 0 0,0-1 0 0 0,0 0-1 0 0,-1-1 1 0 0,33-11 0 0 0,32-16-486 0 0,-3-5 0 0 0,104-60 0 0 0,-66 33 574 0 0,29-16 200 0 0,-3-7 0 0 0,139-109 1 0 0,-212 137 12 0 0,-2-3 0 0 0,-3-4 0 0 0,77-98 0 0 0,-137 157-23 0 0,33-47 51 0 0,-35 49-40 0 0,-1 1-1 0 0,1-1 1 0 0,-1 1 0 0 0,1-1 0 0 0,-1 0 0 0 0,0 0-1 0 0,0 0 1 0 0,-1 0 0 0 0,1 1 0 0 0,-1-1 0 0 0,1 0-1 0 0,-1 0 1 0 0,0 0 0 0 0,0 0 0 0 0,0 0 0 0 0,0 0-1 0 0,-2-5 1 0 0,1 5 10 0 0,0 1 1 0 0,-1 0-1 0 0,1 0 0 0 0,-1 1 0 0 0,1-1 1 0 0,-1 0-1 0 0,0 0 0 0 0,1 1 0 0 0,-1-1 1 0 0,0 1-1 0 0,0-1 0 0 0,0 1 0 0 0,-1 0 0 0 0,1 0 1 0 0,0 0-1 0 0,0 0 0 0 0,-1 0 0 0 0,1 1 1 0 0,0-1-1 0 0,-5 0 0 0 0,-6-1-5 0 0,1 1 1 0 0,-23 0-1 0 0,23 2-101 0 0,-43 2-276 0 0,0 2 1 0 0,-70 17-1 0 0,50-8 251 0 0,14-1 298 0 0,1 2 0 0 0,1 4 0 0 0,1 1 0 0 0,0 3 0 0 0,2 3 0 0 0,-87 54 0 0 0,-292 234-1134 0 0,357-254 372 0 0,-56 40-821 0 0,60-48 787 0 0,3 3 1 0 0,-85 86-1 0 0,46-18 612 0 0,90-99 102 0 0,2 1 1 0 0,0 1-1 0 0,-17 35 1 0 0,31-53-111 0 0,1 1 0 0 0,0-1 0 0 0,0 1 0 0 0,0 0-1 0 0,1 0 1 0 0,1 0 0 0 0,-1 0 0 0 0,2 0 0 0 0,-1 1 0 0 0,1-1 0 0 0,1 0 0 0 0,-1 0 0 0 0,1 0 0 0 0,1 1-1 0 0,0-1 1 0 0,0 0 0 0 0,1-1 0 0 0,0 1 0 0 0,1 0 0 0 0,0-1 0 0 0,0 0 0 0 0,0 0 0 0 0,1 0-1 0 0,1-1 1 0 0,-1 1 0 0 0,1-1 0 0 0,0 0 0 0 0,1-1 0 0 0,0 0 0 0 0,0 0 0 0 0,0 0 0 0 0,1-1 0 0 0,-1 0-1 0 0,1 0 1 0 0,14 6 0 0 0,-6-5-62 0 0,1 0-1 0 0,-1-1 0 0 0,1-1 0 0 0,-1 0 1 0 0,1-1-1 0 0,0-1 0 0 0,0-1 1 0 0,1 0-1 0 0,-1-1 0 0 0,0-1 0 0 0,0-1 1 0 0,19-4-1 0 0,12-4 447 0 0,0-3 0 0 0,89-37-1 0 0,-103 35-292 0 0,1-1 0 0 0,-2-2-1 0 0,-1-1 1 0 0,0-2-1 0 0,-1-1 1 0 0,-2-2 0 0 0,0 0-1 0 0,48-55 1 0 0,-60 59 33 0 0,-1-1 1 0 0,-1-1-1 0 0,0 0 1 0 0,-2-1-1 0 0,-1 0 0 0 0,-1-1 1 0 0,0-1-1 0 0,-2 1 1 0 0,-1-2-1 0 0,-1 1 1 0 0,-2-1-1 0 0,0 0 1 0 0,2-41-1 0 0,-7 58-88 0 0,0-1 1 0 0,0 1-1 0 0,-1-1 0 0 0,-1 1 1 0 0,1 0-1 0 0,-1-1 1 0 0,-1 1-1 0 0,0 0 0 0 0,0 0 1 0 0,-1 0-1 0 0,0 1 0 0 0,0 0 1 0 0,-1-1-1 0 0,0 1 0 0 0,-7-8 1 0 0,6 10-132 0 0,0 0 1 0 0,0 1 0 0 0,-1-1-1 0 0,0 1 1 0 0,0 1 0 0 0,0-1-1 0 0,0 1 1 0 0,-1 0 0 0 0,1 1-1 0 0,-1-1 1 0 0,0 2-1 0 0,0-1 1 0 0,0 1 0 0 0,0 0-1 0 0,-1 1 1 0 0,1 0 0 0 0,-12 0-1 0 0,2 1-95 0 0,0 2 0 0 0,1 0-1 0 0,-1 0 1 0 0,1 2-1 0 0,-1 0 1 0 0,1 1-1 0 0,0 1 1 0 0,1 1 0 0 0,-1 0-1 0 0,2 1 1 0 0,-1 0-1 0 0,1 2 1 0 0,0 0-1 0 0,1 0 1 0 0,-23 22 0 0 0,18-14 164 0 0,1 1 0 0 0,1 0 0 0 0,1 2 0 0 0,1 0 0 0 0,0 0 0 0 0,2 2 0 0 0,1-1 0 0 0,0 2 0 0 0,2 0 0 0 0,-9 29 0 0 0,12-30 54 0 0,2 1 1 0 0,1 0 0 0 0,1 0-1 0 0,1 1 1 0 0,1-1 0 0 0,1 0-1 0 0,1 1 1 0 0,1-1 0 0 0,8 35 0 0 0,-5-39-24 0 0,0 1 0 0 0,2-2 0 0 0,0 1 0 0 0,2-1 0 0 0,0 0 0 0 0,1 0 0 0 0,0-1 0 0 0,2-1 0 0 0,0 0 0 0 0,1-1 0 0 0,19 20 0 0 0,-10-15 164 0 0,1 0 1 0 0,2-1-1 0 0,-1-2 1 0 0,2 0-1 0 0,1-2 0 0 0,0 0 1 0 0,0-2-1 0 0,2-2 1 0 0,0 0-1 0 0,0-2 0 0 0,1-1 1 0 0,35 6-1 0 0,-25-8-83 0 0,0-2 1 0 0,0-1-1 0 0,1-3 0 0 0,48-3 0 0 0,-70 0-160 0 0,-1 0 0 0 0,0-1 0 0 0,1-1-1 0 0,-1-1 1 0 0,-1 0 0 0 0,1-1 0 0 0,-1-1-1 0 0,0-1 1 0 0,0 0 0 0 0,-1-1 0 0 0,21-16 0 0 0,-33 22 48 0 0,-1-1 1 0 0,1 1 0 0 0,-1-1-1 0 0,0 0 1 0 0,0 0 0 0 0,0 0-1 0 0,-1 0 1 0 0,1-1 0 0 0,-1 1-1 0 0,0-1 1 0 0,0 1 0 0 0,-1-1-1 0 0,1 0 1 0 0,-1 0 0 0 0,0 1 0 0 0,-1-1-1 0 0,1 0 1 0 0,-1 0 0 0 0,0 0-1 0 0,0 0 1 0 0,0 0 0 0 0,-1 0-1 0 0,1 0 1 0 0,-1 0 0 0 0,-2-5-1 0 0,2 5-35 0 0,-1 1-1 0 0,1 0 0 0 0,-1 0 1 0 0,0 0-1 0 0,0 1 0 0 0,0-1 1 0 0,-1 0-1 0 0,1 1 1 0 0,-1-1-1 0 0,0 1 0 0 0,0 0 1 0 0,0 0-1 0 0,0 0 0 0 0,-1 1 1 0 0,1-1-1 0 0,-1 1 0 0 0,1-1 1 0 0,-1 1-1 0 0,0 0 1 0 0,0 1-1 0 0,0-1 0 0 0,0 1 1 0 0,0-1-1 0 0,0 1 0 0 0,-1 0 1 0 0,1 1-1 0 0,0-1 0 0 0,-9 1 1 0 0,-9 2-152 0 0,0 1 0 0 0,0 0 0 0 0,0 2 0 0 0,0 1 0 0 0,1 0 1 0 0,0 2-1 0 0,-28 14 0 0 0,15-5-132 0 0,1 2 0 0 0,1 2 1 0 0,-45 36-1 0 0,70-52 334 0 0,0 1 0 0 0,1 0 0 0 0,0 0 0 0 0,0 0 0 0 0,0 1 0 0 0,1 0 0 0 0,0 0 0 0 0,0 0 0 0 0,0 1 0 0 0,1 0 0 0 0,0 0 1 0 0,1 0-1 0 0,0 0 0 0 0,0 0 0 0 0,1 1 0 0 0,0-1 0 0 0,0 1 0 0 0,1-1 0 0 0,0 1 0 0 0,1 0 0 0 0,0 0 0 0 0,0-1 0 0 0,1 1 0 0 0,0 0 0 0 0,2 9 0 0 0,-1-8-172 0 0,1 1 0 0 0,-1-1 0 0 0,2 0 0 0 0,-1 0 0 0 0,1-1 0 0 0,1 1 0 0 0,0-1-1 0 0,0 0 1 0 0,1 0 0 0 0,0 0 0 0 0,1-1 0 0 0,11 12 0 0 0,-8-11 103 0 0,0-1 0 0 0,1 0 1 0 0,0 0-1 0 0,0-1 0 0 0,1-1 0 0 0,0 0 0 0 0,0-1 1 0 0,1 0-1 0 0,19 5 0 0 0,-4-3 447 0 0,0-2 0 0 0,1-1-1 0 0,-1-1 1 0 0,1-1 0 0 0,-1-2-1 0 0,1-1 1 0 0,0-1 0 0 0,-1-1-1 0 0,55-15 1 0 0,-40 6 7 0 0,-2-2 0 0 0,0-3 0 0 0,0 0 0 0 0,-2-3 0 0 0,67-44 0 0 0,-98 58-404 0 0,1-1 0 0 0,-1 0 0 0 0,14-16 0 0 0,-19 21-3 0 0,-1-1 0 0 0,0 0 0 0 0,1 0 0 0 0,-1 0 0 0 0,-1 0 0 0 0,1 0 0 0 0,0 0 0 0 0,-1-1 0 0 0,1 1 0 0 0,-1 0 0 0 0,0-1 0 0 0,0 1 0 0 0,-1-1 0 0 0,1 1 0 0 0,0-6 0 0 0,-2 8 10 0 0,1 0 1 0 0,0 0-1 0 0,-1 0 1 0 0,1 0-1 0 0,-1 0 1 0 0,0 0-1 0 0,1 0 1 0 0,-1 0-1 0 0,0 1 1 0 0,1-1-1 0 0,-1 0 1 0 0,0 0-1 0 0,0 1 1 0 0,0-1-1 0 0,0 0 1 0 0,0 1-1 0 0,0-1 1 0 0,0 0-1 0 0,0 1 1 0 0,0 0-1 0 0,0-1 1 0 0,0 1-1 0 0,0 0 1 0 0,0-1-1 0 0,0 1 1 0 0,0 0-1 0 0,0 0 1 0 0,-2 0-1 0 0,-34-1 74 0 0,4 4-561 0 0,0 2 1 0 0,0 1 0 0 0,1 1-1 0 0,0 2 1 0 0,0 1-1 0 0,1 2 1 0 0,0 1-1 0 0,1 1 1 0 0,1 2 0 0 0,0 1-1 0 0,-29 22 1 0 0,35-21 675 0 0,0 1 1 0 0,1 0 0 0 0,2 2-1 0 0,0 0 1 0 0,1 1-1 0 0,1 1 1 0 0,1 1 0 0 0,1 1-1 0 0,1 0 1 0 0,2 1 0 0 0,0 0-1 0 0,-17 56 1 0 0,28-75-141 0 0,0 0 1 0 0,1 0-1 0 0,-1 0 1 0 0,2 0-1 0 0,-1 1 0 0 0,1-1 1 0 0,0 0-1 0 0,1 1 1 0 0,-1-1-1 0 0,1 0 1 0 0,1 0-1 0 0,0 1 0 0 0,0-1 1 0 0,0-1-1 0 0,1 1 1 0 0,3 8-1 0 0,-1-7 32 0 0,0-1-1 0 0,1 1 1 0 0,-1-1-1 0 0,2-1 1 0 0,-1 1-1 0 0,0-1 1 0 0,1 0-1 0 0,0 0 1 0 0,1-1-1 0 0,-1 0 1 0 0,1 0-1 0 0,14 5 1 0 0,-2-2 97 0 0,-1-1 1 0 0,1-2-1 0 0,1 0 1 0 0,-1-1-1 0 0,1 0 1 0 0,-1-2-1 0 0,1-1 1 0 0,0 0-1 0 0,39-5 1 0 0,3-5 586 0 0,119-31 0 0 0,-103 16-353 0 0,0-3 0 0 0,-2-4 0 0 0,125-70-1 0 0,-182 89-519 0 0,-1 0 1 0 0,0-2-1 0 0,-2 0 0 0 0,28-27 0 0 0,-37 33 35 0 0,-1 0 0 0 0,0 0 0 0 0,0-1 0 0 0,-1 0-1 0 0,0-1 1 0 0,-1 1 0 0 0,0-1 0 0 0,-1 0 0 0 0,1 0 0 0 0,-2 0 0 0 0,5-20-1 0 0,-8 29 39 0 0,0-1-1 0 0,0 1 0 0 0,0 0 0 0 0,0-1 0 0 0,-1 1 1 0 0,1 0-1 0 0,0-1 0 0 0,-1 1 0 0 0,1 0 1 0 0,-1 0-1 0 0,1-1 0 0 0,-1 1 0 0 0,0 0 0 0 0,1 0 1 0 0,-1 0-1 0 0,0 0 0 0 0,0 0 0 0 0,0 0 1 0 0,0 0-1 0 0,0 0 0 0 0,0 0 0 0 0,0 0 0 0 0,0 1 1 0 0,0-1-1 0 0,0 0 0 0 0,0 1 0 0 0,-1-1 1 0 0,1 0-1 0 0,0 1 0 0 0,0 0 0 0 0,-1-1 0 0 0,1 1 1 0 0,0 0-1 0 0,-1 0 0 0 0,1-1 0 0 0,0 1 1 0 0,-1 0-1 0 0,-1 1 0 0 0,-7-2-126 0 0,0 1 0 0 0,-1 0 1 0 0,-15 2-1 0 0,6 2-182 0 0,-1 1 0 0 0,1 1 1 0 0,0 0-1 0 0,1 1 0 0 0,0 2 0 0 0,0 0 0 0 0,1 0 0 0 0,-28 21 1 0 0,11-5-86 0 0,1 2 1 0 0,2 1 0 0 0,-34 39 0 0 0,50-51 568 0 0,1 2 0 0 0,1 0-1 0 0,1 0 1 0 0,0 1 0 0 0,-15 33 0 0 0,25-46-41 0 0,1 1 1 0 0,0-1 0 0 0,0 1-1 0 0,0 0 1 0 0,1-1-1 0 0,0 1 1 0 0,0 0 0 0 0,1 0-1 0 0,1 13 1 0 0,-1-15 2 0 0,1-1 0 0 0,1 1 0 0 0,-1 0 0 0 0,1 0-1 0 0,-1-1 1 0 0,2 1 0 0 0,-1-1 0 0 0,0 0 0 0 0,1 1 0 0 0,0-1-1 0 0,0 0 1 0 0,0 0 0 0 0,0-1 0 0 0,0 1 0 0 0,6 3 0 0 0,2 2-27 0 0,1-1-1 0 0,0-1 1 0 0,0 0 0 0 0,1 0 0 0 0,0-1 0 0 0,0-1 0 0 0,1 0 0 0 0,-1-1 0 0 0,1-1-1 0 0,0 0 1 0 0,0-1 0 0 0,0 0 0 0 0,15 0 0 0 0,25-2 53 0 0,0-2 0 0 0,56-9 1 0 0,-93 9 7 0 0,124-18 628 0 0,254-70-1 0 0,-341 74-793 0 0,99-31-3 0 0,-135 39-213 0 0,0 1 1 0 0,0-2-1 0 0,-1-1 0 0 0,0 0 0 0 0,29-24 1 0 0,-45 33 186 0 0,1 0 1 0 0,-1 0 0 0 0,1 0-1 0 0,-1 0 1 0 0,1-1-1 0 0,-1 1 1 0 0,0 0 0 0 0,0-1-1 0 0,0 1 1 0 0,0-1-1 0 0,0 0 1 0 0,0 1 0 0 0,0-1-1 0 0,-1 0 1 0 0,1 0-1 0 0,0 1 1 0 0,-1-1 0 0 0,0 0-1 0 0,1 0 1 0 0,-1 0-1 0 0,0 0 1 0 0,0-3 0 0 0,-1 3 71 0 0,0 1 0 0 0,0-1 0 0 0,0 1 0 0 0,0 0 0 0 0,0-1 0 0 0,0 1 1 0 0,0 0-1 0 0,0-1 0 0 0,-1 1 0 0 0,1 0 0 0 0,-1 0 0 0 0,1 0 0 0 0,-1 0 0 0 0,1 1 1 0 0,-1-1-1 0 0,1 0 0 0 0,-1 0 0 0 0,0 1 0 0 0,1-1 0 0 0,-1 1 0 0 0,0 0 1 0 0,0-1-1 0 0,1 1 0 0 0,-3 0 0 0 0,-9-1-48 0 0,0 0 0 0 0,1 1 0 0 0,-1 1 1 0 0,0 0-1 0 0,1 0 0 0 0,-25 7 0 0 0,-76 30-1475 0 0,63-20 1138 0 0,8-4 86 0 0,1 3 0 0 0,0 1 0 0 0,1 2 0 0 0,2 1 0 0 0,0 2 0 0 0,-47 38 1 0 0,68-47 412 0 0,0 1 1 0 0,1 1 0 0 0,1 0-1 0 0,1 1 1 0 0,0 1 0 0 0,1 0 0 0 0,1 1-1 0 0,0 0 1 0 0,2 1 0 0 0,0 0-1 0 0,1 0 1 0 0,1 1 0 0 0,1 0 0 0 0,-6 34-1 0 0,12-48-79 0 0,0 0 1 0 0,0 0-1 0 0,1 0 0 0 0,0 0 1 0 0,0 0-1 0 0,1 0 0 0 0,0-1 0 0 0,0 1 1 0 0,0 0-1 0 0,1 0 0 0 0,0 0 1 0 0,1-1-1 0 0,-1 1 0 0 0,1-1 0 0 0,1 0 1 0 0,-1 0-1 0 0,1 0 0 0 0,7 8 0 0 0,-3-5 78 0 0,1-1 0 0 0,0 1 0 0 0,0-2 0 0 0,1 1 0 0 0,0-2 0 0 0,1 1 0 0 0,-1-1 0 0 0,1-1 0 0 0,22 8 0 0 0,2-1 105 0 0,0-3 0 0 0,0 0-1 0 0,0-3 1 0 0,1 0-1 0 0,0-3 1 0 0,0-1 0 0 0,65-5-1 0 0,-51-2-81 0 0,0-2 0 0 0,0-3 0 0 0,-1-2 1 0 0,-1-2-1 0 0,48-20 0 0 0,-87 30-130 0 0,104-46-118 0 0,-99 43-84 0 0,-1-1-1 0 0,1 0 1 0 0,-1-1-1 0 0,-1-1 1 0 0,20-18-1 0 0,-31 27 137 0 0,1 0 0 0 0,-1 0-1 0 0,0-1 1 0 0,1 1 0 0 0,-1-1-1 0 0,0 1 1 0 0,0-1 0 0 0,0 1-1 0 0,0-1 1 0 0,0 0 0 0 0,-1 0-1 0 0,1 1 1 0 0,0-1 0 0 0,-1 0-1 0 0,1 0 1 0 0,-1 0 0 0 0,0 1-1 0 0,0-1 1 0 0,0 0 0 0 0,0 0-1 0 0,0 0 1 0 0,0 0 0 0 0,0 0-1 0 0,0 0 1 0 0,-1 0 0 0 0,1 1-1 0 0,-1-1 1 0 0,1 0 0 0 0,-1 0-1 0 0,-1-1 1 0 0,0 0-1 0 0,1 1 0 0 0,-2 0 0 0 0,1 0 0 0 0,0 0 0 0 0,0 0 1 0 0,-1 1-1 0 0,1-1 0 0 0,-1 0 0 0 0,1 1 0 0 0,-1 0 0 0 0,1-1 0 0 0,-1 1 0 0 0,0 0 0 0 0,0 1 0 0 0,0-1 0 0 0,0 0 0 0 0,1 1 1 0 0,-7-1-1 0 0,-12 1-323 0 0,0 1 1 0 0,1 1 0 0 0,-1 0-1 0 0,0 2 1 0 0,1 0 0 0 0,0 1-1 0 0,0 1 1 0 0,0 1 0 0 0,1 1-1 0 0,-23 13 1 0 0,-22 15-1637 0 0,-90 66 0 0 0,140-92 1730 0 0,-29 20-67 0 0,2 3 0 0 0,-54 54 0 0 0,81-73 445 0 0,1 0 0 0 0,1 1 0 0 0,1 1 1 0 0,0 0-1 0 0,1 0 0 0 0,0 1 0 0 0,2 1 0 0 0,0-1 0 0 0,1 2 0 0 0,-5 18 0 0 0,10-30-17 0 0,1-1-1 0 0,0 1 1 0 0,0 0-1 0 0,0 0 1 0 0,1 1-1 0 0,0-1 1 0 0,1 0-1 0 0,-1 0 1 0 0,1 0-1 0 0,1 0 1 0 0,-1-1-1 0 0,1 1 1 0 0,0 0-1 0 0,1-1 1 0 0,0 1-1 0 0,0-1 1 0 0,5 9-1 0 0,-2-7 20 0 0,0-1 1 0 0,1 1-1 0 0,0-1 0 0 0,0-1 0 0 0,0 1 1 0 0,1-1-1 0 0,0-1 0 0 0,0 1 0 0 0,1-1 1 0 0,-1-1-1 0 0,19 8 0 0 0,2-2 151 0 0,1-2 0 0 0,-1 0 0 0 0,1-2-1 0 0,0-2 1 0 0,0 0 0 0 0,1-2 0 0 0,58-4-1 0 0,10-8 809 0 0,105-25 0 0 0,-108 17-249 0 0,-36 8-636 0 0,0-3-1 0 0,0-3 1 0 0,-1-2-1 0 0,-2-2 1 0 0,74-38-1 0 0,-127 56-373 0 0,0 0 0 0 0,0-1 0 0 0,0 0-1 0 0,0 0 1 0 0,0 0 0 0 0,-1 0 0 0 0,4-5-1 0 0,-7 8 164 0 0,0-1-1 0 0,0 1 0 0 0,0 0 1 0 0,0 0-1 0 0,0 0 0 0 0,0-1 0 0 0,0 1 1 0 0,0 0-1 0 0,0 0 0 0 0,0-1 1 0 0,0 1-1 0 0,0 0 0 0 0,0 0 0 0 0,0 0 1 0 0,0-1-1 0 0,-22 0-1751 0 0,2 6 1671 0 0,1 1 0 0 0,0 1-1 0 0,0 0 1 0 0,1 2-1 0 0,0 0 1 0 0,-28 19 0 0 0,-97 82-368 0 0,103-78 222 0 0,11-9 182 0 0,1 2 0 0 0,0 2 1 0 0,2 0-1 0 0,-39 54 0 0 0,57-69 191 0 0,0-1 0 0 0,1 2-1 0 0,0-1 1 0 0,1 1 0 0 0,1 0 0 0 0,0 0-1 0 0,0 1 1 0 0,2-1 0 0 0,-1 1 0 0 0,2 0-1 0 0,0 0 1 0 0,1 0 0 0 0,0 0 0 0 0,1 0-1 0 0,3 28 1 0 0,-2-35-64 0 0,1 1 1 0 0,0-1-1 0 0,1 0 0 0 0,-1 0 1 0 0,1 0-1 0 0,1 0 0 0 0,-1 0 1 0 0,1-1-1 0 0,0 0 0 0 0,1 1 0 0 0,-1-1 1 0 0,1-1-1 0 0,9 9 0 0 0,-5-6-28 0 0,1-1-1 0 0,0-1 0 0 0,0 0 1 0 0,0 0-1 0 0,0-1 0 0 0,1 0 0 0 0,0-1 1 0 0,12 4-1 0 0,5-2 23 0 0,0 0-1 0 0,1-2 1 0 0,-1-1 0 0 0,1-2-1 0 0,0 0 1 0 0,38-5 0 0 0,32-9 285 0 0,-1-3 0 0 0,127-39 1 0 0,-174 38-327 0 0,55-27-1 0 0,-5-4-2833 0 0,-161 77 2207 0 0,1 3 1 0 0,1 3 0 0 0,-62 48-1 0 0,119-82 680 0 0,0 0 0 0 0,-1 0 0 0 0,1 1 0 0 0,0-1 0 0 0,0 0 0 0 0,0 0 0 0 0,0 0 1 0 0,0 1-1 0 0,0-1 0 0 0,0 0 0 0 0,0 1 0 0 0,0-1 0 0 0,1 1 0 0 0,-1-1 0 0 0,1 1 0 0 0,-1 0 0 0 0,1-1 0 0 0,0 1 0 0 0,-1-1 0 0 0,1 1 0 0 0,0 0 0 0 0,0-1 0 0 0,0 1 0 0 0,0 0 1 0 0,0-1-1 0 0,1 1 0 0 0,-1 0 0 0 0,0-1 0 0 0,1 1 0 0 0,-1-1 0 0 0,1 1 0 0 0,0-1 0 0 0,-1 1 0 0 0,2 1 0 0 0,3 4 294 0 0,0 0-1 0 0,1-1 1 0 0,0 1 0 0 0,0-1-1 0 0,11 8 1 0 0,-4-2-566 0 0,4 2 478 0 0,1 0 1 0 0,0-1 0 0 0,1-1 0 0 0,0-1 0 0 0,1 0 0 0 0,0-2 0 0 0,1 0 0 0 0,0-1-1 0 0,0-1 1 0 0,23 4 0 0 0,23 0 994 0 0,132 7 0 0 0,-190-17-1269 0 0,17 0 283 0 0,0 2 0 0 0,0 0 1 0 0,33 10-1 0 0,-51-11-247 0 0,-1 0-1 0 0,0 1 1 0 0,0 0 0 0 0,0 0-1 0 0,0 0 1 0 0,0 1 0 0 0,-1 0-1 0 0,0 0 1 0 0,1 1 0 0 0,-2 0 0 0 0,1 0-1 0 0,0 0 1 0 0,-1 1 0 0 0,0 0-1 0 0,8 12 1 0 0,-11-13-98 0 0,0 1 0 0 0,1 0-1 0 0,-2-1 1 0 0,1 1 0 0 0,-1 0 0 0 0,0 0 0 0 0,0 0-1 0 0,0 0 1 0 0,-1 0 0 0 0,0 0 0 0 0,0 0 0 0 0,-1 0-1 0 0,0 0 1 0 0,0 0 0 0 0,0 0 0 0 0,0 0 0 0 0,-1 0-1 0 0,0-1 1 0 0,-1 1 0 0 0,1-1 0 0 0,-4 6-1 0 0,-8 13-495 0 0,-1 0-1 0 0,-1-1 0 0 0,-25 27 0 0 0,21-26 242 0 0,11-13 326 0 0,1-1 1 0 0,0 1-1 0 0,1 0 0 0 0,0 1 0 0 0,-8 22 0 0 0,13-30 107 0 0,0 1 0 0 0,1-1-1 0 0,0 1 1 0 0,0 0 0 0 0,1-1 0 0 0,-1 1-1 0 0,1 0 1 0 0,0 0 0 0 0,0-1 0 0 0,1 1-1 0 0,-1 0 1 0 0,1-1 0 0 0,0 1 0 0 0,1 0-1 0 0,-1-1 1 0 0,1 1 0 0 0,-1-1 0 0 0,1 0-1 0 0,5 8 1 0 0,15 16 145 0 0,0-1-1 0 0,2-1 1 0 0,1-1 0 0 0,1-1 0 0 0,33 23 0 0 0,51 48 309 0 0,-55-40-562 0 0,-2 3 0 0 0,-3 2 0 0 0,-2 3 0 0 0,39 67 0 0 0,63 159 368 0 0,-130-239-276 0 0,-1 1 0 0 0,-3 1 0 0 0,18 105 0 0 0,-24-87-136 0 0,-4 0 0 0 0,-3 1 0 0 0,-3-1-1 0 0,-3 1 1 0 0,-13 74 0 0 0,6-92-123 0 0,-2-1 0 0 0,-2-1-1 0 0,-2 0 1 0 0,-3-1 0 0 0,-1 0 0 0 0,-3-2-1 0 0,-38 59 1 0 0,28-58 3 0 0,-1-1 0 0 0,-3-2 0 0 0,-1-1 0 0 0,-3-2-1 0 0,-1-2 1 0 0,-2-2 0 0 0,-2-2 0 0 0,-56 35 0 0 0,24-25 12 0 0,-1-3 0 0 0,-125 50-1 0 0,98-53 103 0 0,-1-4-1 0 0,-157 32 0 0 0,178-54-19 0 0,1-3-1 0 0,-1-4 0 0 0,-1-4 1 0 0,1-4-1 0 0,-104-12 0 0 0,70-8 658 0 0,0-5 0 0 0,-177-61 0 0 0,112 24-208 0 0,-195-95-1 0 0,309 122-294 0 0,2-3-1 0 0,2-3 0 0 0,1-3 0 0 0,3-2 0 0 0,-96-92 0 0 0,-17-39 205 0 0,148 148-450 0 0,0-1 0 0 0,3-1-1 0 0,0-1 1 0 0,2-1 0 0 0,1-1 0 0 0,2-2-1 0 0,1 0 1 0 0,2 0 0 0 0,2-2 0 0 0,1 0-1 0 0,2-1 1 0 0,2 0 0 0 0,1 0-1 0 0,2-1 1 0 0,2 0 0 0 0,2-1 0 0 0,1-42-1 0 0,8-11 190 0 0,4 0 0 0 0,4 0 0 0 0,4 2 0 0 0,5 0 0 0 0,3 1 0 0 0,4 1 0 0 0,4 2 0 0 0,4 2 0 0 0,3 1 0 0 0,59-88 0 0 0,143-243-37 0 0,-217 371-127 0 0,101-171-689 0 0,193-247-1 0 0,-193 304 1591 0 0,292-281-1 0 0,196-147 318 0 0,-212 120 351 0 0,-310 352-1160 0 0,21-39-78 0 0,100-178 0 0 0,-201 311-198 0 0,-1 2-4 0 0,0 1-154 0 0,0-1-1 0 0,-1-1 0 0 0,-1 0 0 0 0,-1-1 1 0 0,12-40-1 0 0,-20 58 142 0 0,0 0 0 0 0,0-1 0 0 0,0 1 0 0 0,1 0 0 0 0,0 0 0 0 0,0 0 0 0 0,-1 0 0 0 0,1 0 0 0 0,1 0 0 0 0,-1 1 0 0 0,0-1 0 0 0,1 1 0 0 0,0-1 0 0 0,-1 1 0 0 0,1 0 0 0 0,0 0 0 0 0,0 0 0 0 0,0 1 0 0 0,0-1 0 0 0,6-2 0 0 0,6-1 229 0 0,0 1-1 0 0,1 0 1 0 0,21-2-1 0 0,-12 1-103 0 0,37-9-21 0 0,0-3 0 0 0,-2-3-1 0 0,0-2 1 0 0,-2-3 0 0 0,-1-2-1 0 0,88-57 1 0 0,-116 66-34 0 0,108-74 407 0 0,-119 78-378 0 0,0-1 0 0 0,-1 0 0 0 0,-1-2 0 0 0,0 0 1 0 0,13-20-1 0 0,-15 13-41 0 0,-1-1 0 0 0,-1-1 0 0 0,-2 0 1 0 0,0-1-1 0 0,6-28 0 0 0,-15 49-42 0 0,6-19 8 0 0,-2-1 0 0 0,-1 0 0 0 0,-1 0 0 0 0,-1 0 0 0 0,-1 0 0 0 0,-1 0 0 0 0,-4-27 0 0 0,-2 14-13 0 0,-1 0 0 0 0,-2 0 0 0 0,-27-73 0 0 0,20 78-445 0 0,-1 1-1 0 0,-2 0 1 0 0,-29-37-1 0 0,25 37 421 0 0,7 10 68 0 0,0 1 1 0 0,-2 1-1 0 0,0 1 1 0 0,-2 0-1 0 0,0 2 1 0 0,-1 0 0 0 0,-1 1-1 0 0,0 1 1 0 0,-1 1-1 0 0,-1 1 1 0 0,-29-12-1 0 0,-77-45-528 0 0,-9-4 112 0 0,111 65 413 0 0,0 1 1 0 0,-1 2 0 0 0,0 0 0 0 0,-52-3 0 0 0,48 6-267 0 0,0-1 1 0 0,0-1 0 0 0,-44-15 0 0 0,-40-31-320 0 0,-1-1 947 0 0,101 47-521 0 0,-1 0-1 0 0,0 1 0 0 0,0 2 1 0 0,0-1-1 0 0,-19 0 1 0 0,-17 4-1195 0 0,-79 10 0 0 0,-21 1-1418 0 0,234 4 1006 0 0,-19-12 2030 0 0,-1-2 0 0 0,104-13 1 0 0,120-35 74 0 0,-52 8 781 0 0,-217 36-939 0 0,59-4 251 0 0,-68 6-430 0 0,0 1-1 0 0,0 0 0 0 0,0 1 0 0 0,0 0 0 0 0,0 0 1 0 0,-1 0-1 0 0,1 0 0 0 0,0 1 0 0 0,10 4 0 0 0,-14-4-18 0 0,0-1 1 0 0,-1 1-1 0 0,1-1 0 0 0,-1 1 0 0 0,1 0 0 0 0,-1 0 0 0 0,1-1 0 0 0,-1 1 0 0 0,0 0 0 0 0,0 0 0 0 0,0 0 0 0 0,0 1 0 0 0,0-1 0 0 0,0 0 0 0 0,-1 0 0 0 0,1 0 0 0 0,-1 1 0 0 0,1-1 0 0 0,-1 0 1 0 0,0 0-1 0 0,0 1 0 0 0,0-1 0 0 0,0 0 0 0 0,-1 1 0 0 0,1-1 0 0 0,-1 0 0 0 0,1 0 0 0 0,-2 4 0 0 0,-2 7-190 0 0,0 1 0 0 0,-1-1 1 0 0,-9 16-1 0 0,14-28 195 0 0,-13 22-132 0 0,0 0 1 0 0,-1-1 0 0 0,-1-1-1 0 0,-31 34 1 0 0,-80 64-324 0 0,87-84 391 0 0,30-28 28 0 0,-24 26-45 0 0,31-32 72 0 0,0 1 1 0 0,1-1-1 0 0,0 1 1 0 0,-1 0-1 0 0,1 0 1 0 0,0 0 0 0 0,0-1-1 0 0,0 1 1 0 0,0 0-1 0 0,0 1 1 0 0,0-1 0 0 0,1 0-1 0 0,-1 0 1 0 0,1 0-1 0 0,-1 0 1 0 0,1 3-1 0 0,0-4 9 0 0,0-1 0 0 0,1 1 0 0 0,-1-1-1 0 0,0 1 1 0 0,1-1 0 0 0,-1 0-1 0 0,0 1 1 0 0,1-1 0 0 0,-1 1 0 0 0,1-1-1 0 0,-1 0 1 0 0,0 1 0 0 0,1-1-1 0 0,-1 0 1 0 0,1 1 0 0 0,-1-1 0 0 0,1 0-1 0 0,0 0 1 0 0,-1 0 0 0 0,1 1-1 0 0,-1-1 1 0 0,1 0 0 0 0,-1 0-1 0 0,1 0 1 0 0,-1 0 0 0 0,1 0 0 0 0,0 0-1 0 0,-1 0 1 0 0,1 0 0 0 0,-1 0-1 0 0,1 0 1 0 0,-1-1 0 0 0,1 1 0 0 0,-1 0-1 0 0,2 0 1 0 0,19-7-121 0 0,13-7-56 0 0,-2-1 0 0 0,56-36 0 0 0,56-50-542 0 0,-113 77 435 0 0,304-242 447 0 0,-221 164-402 0 0,-121 107 17 0 0,0 0 0 0 0,0 0-1 0 0,0 0 1 0 0,-11 4 0 0 0,-14 10-78 0 0,-204 164-910 0 0,126-93 1005 0 0,91-75 224 0 0,-59 47 722 0 0,-72 73 0 0 0,146-131-651 0 0,-24 29 318 0 0,27-32-406 0 0,-1 1-1 0 0,1 0 0 0 0,0 0 0 0 0,0 0 0 0 0,0 0 0 0 0,0 0 0 0 0,0 0 0 0 0,0 0 0 0 0,0 0 1 0 0,1 0-1 0 0,-1 0 0 0 0,1 0 0 0 0,0 1 0 0 0,0-1 0 0 0,0 4 0 0 0,0-5-24 0 0,1 0 0 0 0,-1 0 0 0 0,1-1 0 0 0,-1 1 0 0 0,1 0 0 0 0,0 0 0 0 0,0 0 0 0 0,-1-1 0 0 0,1 1 0 0 0,0 0 0 0 0,0-1 0 0 0,0 1 0 0 0,0-1 1 0 0,0 1-1 0 0,0-1 0 0 0,0 0 0 0 0,0 1 0 0 0,0-1 0 0 0,0 0 0 0 0,0 0 0 0 0,0 1 0 0 0,0-1 0 0 0,0 0 0 0 0,0 0 0 0 0,0 0 0 0 0,0 0 0 0 0,0 0 0 0 0,2-1 0 0 0,33-4-176 0 0,-35 5 175 0 0,53-14-136 0 0,-1-3 0 0 0,95-44 0 0 0,-32 12 118 0 0,-39 19-117 0 0,293-109 294 0 0,-326 124 7 0 0,51-10-1 0 0,-80 21-125 0 0,-1 2-1 0 0,1 0 0 0 0,0 1 0 0 0,0 0 1 0 0,0 2-1 0 0,-1-1 0 0 0,25 6 0 0 0,-36-6-49 0 0,-1 0 0 0 0,1 1 0 0 0,-1 0 0 0 0,0-1-1 0 0,1 1 1 0 0,-1 0 0 0 0,0 0 0 0 0,1 1 0 0 0,-1-1 0 0 0,0 0 0 0 0,0 1-1 0 0,0-1 1 0 0,0 1 0 0 0,-1 0 0 0 0,1-1 0 0 0,0 1 0 0 0,-1 0-1 0 0,1 0 1 0 0,-1 0 0 0 0,3 5 0 0 0,-3-4-37 0 0,0 0 0 0 0,-1 1 0 0 0,1-1-1 0 0,-1 1 1 0 0,0-1 0 0 0,1 0 0 0 0,-2 1 0 0 0,1-1 0 0 0,0 1 0 0 0,-1-1-1 0 0,1 0 1 0 0,-1 1 0 0 0,-2 4 0 0 0,-4 9-160 0 0,-1 0 1 0 0,0 0-1 0 0,-2 0 1 0 0,-15 20-1 0 0,23-34 219 0 0,-256 320 1876 0 0,139-183-1324 0 0,111-131-443 0 0,1 1 1 0 0,0-1-1 0 0,0 2 0 0 0,1-1 1 0 0,-8 19-1 0 0,13-27-110 0 0,0 0 1 0 0,1 0-1 0 0,-1 0 0 0 0,0 0 1 0 0,1 0-1 0 0,0 0 0 0 0,-1 0 1 0 0,1 0-1 0 0,0 0 1 0 0,0 0-1 0 0,0 0 0 0 0,0 0 1 0 0,0 0-1 0 0,1 0 0 0 0,-1 0 1 0 0,1 0-1 0 0,-1 0 1 0 0,1 0-1 0 0,0-1 0 0 0,-1 1 1 0 0,1 0-1 0 0,0 0 0 0 0,0 0 1 0 0,0-1-1 0 0,1 1 1 0 0,-1-1-1 0 0,0 1 0 0 0,1-1 1 0 0,-1 1-1 0 0,1-1 1 0 0,-1 0-1 0 0,1 1 0 0 0,0-1 1 0 0,-1 0-1 0 0,1 0 0 0 0,0 0 1 0 0,0-1-1 0 0,0 1 1 0 0,0 0-1 0 0,0-1 0 0 0,0 1 1 0 0,2 0-1 0 0,6 1-159 0 0,0 0 0 0 0,0-1 0 0 0,0 0 1 0 0,1-1-1 0 0,-1 0 0 0 0,0 0 0 0 0,14-3 0 0 0,74-18-1203 0 0,-35 6 836 0 0,30-3 849 0 0,1 4-1 0 0,116-1 0 0 0,-203 14-225 0 0,1 2 0 0 0,0-1 0 0 0,-1 1 0 0 0,1 0 0 0 0,0 1 0 0 0,13 4 0 0 0,-19-5-97 0 0,0 0 0 0 0,-1-1 0 0 0,1 1 0 0 0,-1 0 0 0 0,1 0 0 0 0,-1 0 0 0 0,0 0 0 0 0,1 0 0 0 0,-1 0 0 0 0,0 0 0 0 0,0 1 0 0 0,0-1 0 0 0,0 0 0 0 0,0 1 0 0 0,0-1 0 0 0,0 0 0 0 0,0 1 0 0 0,-1-1 0 0 0,1 1 0 0 0,0 0 0 0 0,-1-1 0 0 0,1 1 0 0 0,-1-1 0 0 0,0 1 0 0 0,1 0 0 0 0,-1-1 0 0 0,0 1 0 0 0,0 0 0 0 0,0 0 0 0 0,0-1 0 0 0,-1 1 0 0 0,1 0 0 0 0,0-1 0 0 0,-1 1 0 0 0,1-1 0 0 0,-1 1 0 0 0,0 1 0 0 0,-4 9-141 0 0,0-1 0 0 0,-1 0 0 0 0,0 0-1 0 0,-1 0 1 0 0,-13 16 0 0 0,-49 47-332 0 0,40-43 537 0 0,-61 61 327 0 0,-136 108 0 0 0,199-180-290 0 0,-29 25-129 0 0,51-41-64 0 0,1 1 0 0 0,-1 0-1 0 0,1 0 1 0 0,0 0-1 0 0,0 1 1 0 0,0-1-1 0 0,-5 13 1 0 0,9-18 72 0 0,-1 0 0 0 0,1 1 1 0 0,0-1-1 0 0,0 0 0 0 0,0 0 0 0 0,0 1 0 0 0,0-1 1 0 0,0 0-1 0 0,0 1 0 0 0,0-1 0 0 0,0 0 0 0 0,-1 1 1 0 0,1-1-1 0 0,0 0 0 0 0,1 0 0 0 0,-1 1 0 0 0,0-1 1 0 0,0 0-1 0 0,0 1 0 0 0,0-1 0 0 0,0 0 0 0 0,0 1 1 0 0,0-1-1 0 0,0 0 0 0 0,0 0 0 0 0,1 1 0 0 0,-1-1 1 0 0,0 0-1 0 0,0 0 0 0 0,0 1 0 0 0,1-1 0 0 0,-1 0 1 0 0,0 0-1 0 0,0 0 0 0 0,0 1 0 0 0,1-1 0 0 0,-1 0 0 0 0,0 0 1 0 0,1 0-1 0 0,-1 0 0 0 0,0 0 0 0 0,1 1 0 0 0,18-1-497 0 0,18-10-142 0 0,110-44-294 0 0,-85 29 1551 0 0,1 2-1 0 0,124-26 1 0 0,-181 48-491 0 0,0 0 0 0 0,1 1 0 0 0,-1 0 0 0 0,1 0 0 0 0,-1 0 0 0 0,1 1 0 0 0,-1 0 0 0 0,12 3 0 0 0,-17-3-92 0 0,1-1 0 0 0,-1 1 0 0 0,1 0 0 0 0,-1-1 0 0 0,1 1 0 0 0,-1 0 0 0 0,0 0 0 0 0,1 0 0 0 0,-1 0 0 0 0,0 0 0 0 0,0 0 0 0 0,0 0 0 0 0,1 1 0 0 0,-1-1 0 0 0,-1 0 0 0 0,1 1 0 0 0,0-1 0 0 0,0 0 0 0 0,0 1 0 0 0,-1-1 0 0 0,1 1 0 0 0,-1 0 0 0 0,1-1-1 0 0,-1 1 1 0 0,0-1 0 0 0,1 1 0 0 0,-1 0 0 0 0,0-1 0 0 0,0 1 0 0 0,0-1 0 0 0,0 1 0 0 0,-1 0 0 0 0,1-1 0 0 0,0 1 0 0 0,-1-1 0 0 0,1 1 0 0 0,-1-1 0 0 0,1 1 0 0 0,-2 2 0 0 0,-4 8-45 0 0,0 0 0 0 0,0 0-1 0 0,-1-1 1 0 0,-1 0 0 0 0,0-1-1 0 0,0 0 1 0 0,-14 13 0 0 0,-72 60-199 0 0,94-83 223 0 0,-75 58 902 0 0,-1-4-1 0 0,-155 82 0 0 0,205-123-842 0 0,-1-1 1 0 0,0-2-1 0 0,-36 10 1 0 0,53-18-344 0 0,0 1 1 0 0,-1-2 0 0 0,1 1-1 0 0,0-2 1 0 0,-1 1 0 0 0,1-1 0 0 0,0-1-1 0 0,-1 0 1 0 0,1 0 0 0 0,0-1-1 0 0,0 0 1 0 0,-16-6 0 0 0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2:01.480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4404 318 456 0 0,'1'-7'70'0'0,"0"0"0"0"0,1 0 0 0 0,0 1 0 0 0,0-1 0 0 0,0 0 0 0 0,1 1 0 0 0,0-1 0 0 0,6-8 0 0 0,2-8 76 0 0,2-7 289 0 0,1 1-1 0 0,1 0 1 0 0,2 1-1 0 0,1 1 1 0 0,35-42-1 0 0,-52 68-372 0 0,0 0 0 0 0,-1 0 0 0 0,1 0 0 0 0,0 0 0 0 0,0 0 0 0 0,0 0 0 0 0,0 1 0 0 0,0-1 0 0 0,0 0 0 0 0,0 1-1 0 0,0-1 1 0 0,0 0 0 0 0,0 1 0 0 0,0-1 0 0 0,0 1 0 0 0,2-1 0 0 0,-5 15 895 0 0,-20 28-299 0 0,2-16-618 0 0,-1-1 0 0 0,-2-1-1 0 0,0-1 1 0 0,-1-1 0 0 0,-2-1 0 0 0,-35 23 0 0 0,18-17-30 0 0,-2-2 0 0 0,-1-1 0 0 0,-62 21-1 0 0,80-35 51 0 0,1-1-1 0 0,-1-2 0 0 0,0-1 1 0 0,-35 3-1 0 0,54-8-109 0 0,0 0 0 0 0,0 0 0 0 0,0-1 0 0 0,0-1 0 0 0,0 0 0 0 0,0 0 0 0 0,1 0 0 0 0,-1-1 0 0 0,0-1 0 0 0,1 1 0 0 0,-1-1 0 0 0,1-1 0 0 0,0 1 1 0 0,0-2-1 0 0,0 1 0 0 0,1-1 0 0 0,-12-9 0 0 0,15 10-80 0 0,0 0 0 0 0,1 0-1 0 0,0 0 1 0 0,0 0 0 0 0,0-1 0 0 0,0 1 0 0 0,1-1 0 0 0,0 0 0 0 0,0 0 0 0 0,0 0 0 0 0,0 0 0 0 0,1 0 0 0 0,0 0 0 0 0,0 0 0 0 0,0-7 0 0 0,1 4-3 0 0,0 0 1 0 0,1 0 0 0 0,0 0 0 0 0,0 1-1 0 0,1-1 1 0 0,0 0 0 0 0,0 1 0 0 0,1-1-1 0 0,5-9 1 0 0,0 3-42 0 0,0 0-1 0 0,0 1 1 0 0,2 0-1 0 0,0 1 1 0 0,0-1 0 0 0,1 2-1 0 0,0 0 1 0 0,1 0-1 0 0,21-14 1 0 0,-17 15 185 0 0,0 0-1 0 0,27-10 1 0 0,-37 17 29 0 0,-1 1 1 0 0,1 1-1 0 0,-1-1 1 0 0,1 1-1 0 0,0-1 1 0 0,0 2 0 0 0,-1-1-1 0 0,1 1 1 0 0,0 0-1 0 0,0 0 1 0 0,0 0-1 0 0,8 2 1 0 0,-11 0 30 0 0,0-1 1 0 0,-1 1 0 0 0,1-1-1 0 0,0 1 1 0 0,0 0 0 0 0,-1 0-1 0 0,1 1 1 0 0,-1-1 0 0 0,0 0-1 0 0,1 1 1 0 0,-1-1 0 0 0,0 1-1 0 0,-1 0 1 0 0,1 0 0 0 0,0 0-1 0 0,-1 0 1 0 0,0 0 0 0 0,1 0-1 0 0,-1 0 1 0 0,0 0 0 0 0,-1 0-1 0 0,1 1 1 0 0,-1-1 0 0 0,1 6-1 0 0,1 11 329 0 0,-1-1-1 0 0,-3 36 1 0 0,2-55-391 0 0,-7 66 774 0 0,-2-2 0 0 0,-32 114 0 0 0,-58 119 639 0 0,30-99 506 0 0,62-178-1723 0 0,-14 47 577 0 0,20-63-707 0 0,0 1 1 0 0,1-1 0 0 0,-1 1-1 0 0,1-1 1 0 0,0 1 0 0 0,0 0-1 0 0,0-1 1 0 0,0 1 0 0 0,1-1-1 0 0,0 1 1 0 0,2 8 0 0 0,-2-12-83 0 0,0 0 0 0 0,0 1 0 0 0,0-1 0 0 0,0 0 0 0 0,1 0 0 0 0,-1 0 0 0 0,0 0 0 0 0,0 0 0 0 0,1 0 0 0 0,-1 0 0 0 0,0 0 0 0 0,1 0 0 0 0,-1 0 0 0 0,1-1 0 0 0,-1 1 0 0 0,1-1 0 0 0,0 1 0 0 0,-1-1 0 0 0,1 0 0 0 0,-1 1 0 0 0,1-1 0 0 0,0 0 0 0 0,-1 0 0 0 0,1 0 0 0 0,0 0 0 0 0,-1 0 0 0 0,1-1 0 0 0,-1 1 0 0 0,1-1 0 0 0,0 1 0 0 0,-1-1 0 0 0,3 0 0 0 0,3-2-248 0 0,-1 1-1 0 0,1-1 1 0 0,-1 0-1 0 0,0 0 1 0 0,0-1-1 0 0,8-5 1 0 0,-6 2-4 0 0,-1-1 1 0 0,0 1 0 0 0,0-1-1 0 0,-1-1 1 0 0,0 1 0 0 0,5-10 0 0 0,-9 14 129 0 0,1-1 1 0 0,-1 0 0 0 0,0 1 0 0 0,0-1 0 0 0,0 0 0 0 0,-1 0 0 0 0,0 0-1 0 0,0 0 1 0 0,0 0 0 0 0,0-1 0 0 0,-1 1 0 0 0,0 0 0 0 0,-1-10-1 0 0,1 15 129 0 0,0-1-1 0 0,-1 1 0 0 0,1-1 0 0 0,0 1 1 0 0,0 0-1 0 0,-1-1 0 0 0,1 1 0 0 0,0 0 0 0 0,0-1 1 0 0,-1 1-1 0 0,1 0 0 0 0,0 0 0 0 0,-1-1 1 0 0,1 1-1 0 0,-1 0 0 0 0,1 0 0 0 0,0 0 0 0 0,-1-1 1 0 0,1 1-1 0 0,-1 0 0 0 0,1 0 0 0 0,0 0 0 0 0,-1 0 1 0 0,1 0-1 0 0,-1 0 0 0 0,1 0 0 0 0,-1 0 1 0 0,1 0-1 0 0,-1 0 0 0 0,1 0 0 0 0,0 0 0 0 0,-1 0 1 0 0,1 0-1 0 0,-1 0 0 0 0,1 0 0 0 0,-1 1 1 0 0,1-1-1 0 0,0 0 0 0 0,-1 0 0 0 0,1 1 0 0 0,0-1 1 0 0,-1 0-1 0 0,1 0 0 0 0,0 1 0 0 0,-1-1 1 0 0,1 0-1 0 0,0 1 0 0 0,-1-1 0 0 0,1 1 0 0 0,-23 19 219 0 0,21-18-198 0 0,-246 206 2486 0 0,209-178-2294 0 0,39-30-210 0 0,-20 15 223 0 0,1 0-1 0 0,0 1 1 0 0,1 1 0 0 0,1 1 0 0 0,-27 36 0 0 0,43-53-181 0 0,1-1-1 0 0,-1 1 1 0 0,1 0-1 0 0,-1 0 1 0 0,0 0 0 0 0,1-1-1 0 0,-1 1 1 0 0,1 0 0 0 0,0 0-1 0 0,-1 0 1 0 0,1 0-1 0 0,0 0 1 0 0,0 0 0 0 0,-1 0-1 0 0,1 0 1 0 0,0 0 0 0 0,0 0-1 0 0,0 0 1 0 0,0-1-1 0 0,0 1 1 0 0,0 0 0 0 0,1 0-1 0 0,-1 0 1 0 0,0 0-1 0 0,1 1 1 0 0,-1-1-29 0 0,1-1-1 0 0,0 1 0 0 0,0-1 1 0 0,0 0-1 0 0,0 1 1 0 0,0-1-1 0 0,0 0 1 0 0,0 0-1 0 0,0 0 1 0 0,0 1-1 0 0,0-1 0 0 0,0 0 1 0 0,0 0-1 0 0,0 0 1 0 0,0-1-1 0 0,0 1 1 0 0,0 0-1 0 0,0 0 1 0 0,1-1-1 0 0,7-1-126 0 0,-1-1-1 0 0,1-1 1 0 0,15-7 0 0 0,21-15-464 0 0,-1-3 0 0 0,-2-1 0 0 0,0-3 0 0 0,37-38 0 0 0,-72 63 372 0 0,-1 0 0 0 0,0 0 0 0 0,0 0 0 0 0,-1 0 0 0 0,0-1 0 0 0,0 0-1 0 0,-1 0 1 0 0,5-16 0 0 0,-8 22 225 0 0,0 1-1 0 0,-1-1 0 0 0,1 1 1 0 0,0-1-1 0 0,-1 1 1 0 0,0-1-1 0 0,1 1 0 0 0,-1-1 1 0 0,0 0-1 0 0,0 1 1 0 0,-1-1-1 0 0,1 1 1 0 0,0-1-1 0 0,-1 0 0 0 0,0 1 1 0 0,1-1-1 0 0,-1 1 1 0 0,0 0-1 0 0,0-1 0 0 0,-1 1 1 0 0,1 0-1 0 0,0-1 1 0 0,-1 1-1 0 0,1 0 0 0 0,-1 0 1 0 0,0 0-1 0 0,0 0 1 0 0,0 1-1 0 0,0-1 0 0 0,0 0 1 0 0,0 1-1 0 0,0 0 1 0 0,0-1-1 0 0,-1 1 0 0 0,1 0 1 0 0,0 0-1 0 0,-5-1 1 0 0,2 1 116 0 0,1 0 1 0 0,-1 0 0 0 0,0 1-1 0 0,1 0 1 0 0,-1 0 0 0 0,0 0-1 0 0,1 1 1 0 0,-1 0 0 0 0,0-1-1 0 0,1 2 1 0 0,-1-1 0 0 0,-7 4-1 0 0,-55 28 767 0 0,45-20-710 0 0,-50 29 467 0 0,-95 72 0 0 0,-57 65-272 0 0,178-141-338 0 0,-66 62 15 0 0,98-86 92 0 0,1 1 0 0 0,1 0 1 0 0,0 0-1 0 0,1 1 1 0 0,-15 30-1 0 0,25-45-187 0 0,1 0 0 0 0,-1 0 0 0 0,1-1 1 0 0,-1 1-1 0 0,1 0 0 0 0,-1 0 0 0 0,1 0 0 0 0,0 0 0 0 0,0 0 1 0 0,-1 0-1 0 0,1-1 0 0 0,0 1 0 0 0,0 0 0 0 0,0 0 1 0 0,0 0-1 0 0,0 0 0 0 0,0 0 0 0 0,0 0 0 0 0,1 1 0 0 0,-1-2-21 0 0,1 0 0 0 0,-1 1-1 0 0,1-1 1 0 0,-1 0-1 0 0,1 0 1 0 0,0 0 0 0 0,-1 0-1 0 0,1 0 1 0 0,-1 0 0 0 0,1 0-1 0 0,-1 0 1 0 0,1-1-1 0 0,-1 1 1 0 0,1 0 0 0 0,-1 0-1 0 0,1 0 1 0 0,-1-1-1 0 0,1 1 1 0 0,-1 0 0 0 0,1 0-1 0 0,-1-1 1 0 0,1 0 0 0 0,31-24-1272 0 0,4-15 961 0 0,-2-2 0 0 0,43-68-1 0 0,-18 24-78 0 0,-47 69 307 0 0,51-76-750 0 0,-56 81 527 0 0,-1 0-1 0 0,0-1 0 0 0,-1 0 1 0 0,0 0-1 0 0,6-26 1 0 0,-11 38 312 0 0,0 0 0 0 0,1 0 0 0 0,-1 0 0 0 0,0 1 0 0 0,0-1 0 0 0,0 0 0 0 0,0 0 0 0 0,0 0 0 0 0,0 0 0 0 0,0 0 0 0 0,0 1 0 0 0,0-1 0 0 0,-1 0 0 0 0,1 0 1 0 0,0 0-1 0 0,0 0 0 0 0,-1 1 0 0 0,1-1 0 0 0,0 0 0 0 0,-1 0 0 0 0,0 0 0 0 0,0 0 29 0 0,1 1 0 0 0,-1 0 0 0 0,0-1 0 0 0,0 1 0 0 0,1 0 0 0 0,-1 0 0 0 0,0 0 0 0 0,1 0 1 0 0,-1-1-1 0 0,0 1 0 0 0,1 0 0 0 0,-1 0 0 0 0,0 0 0 0 0,0 1 0 0 0,1-1 0 0 0,-1 0 0 0 0,0 0 0 0 0,1 0 0 0 0,-3 1 0 0 0,-36 21 254 0 0,31-17-222 0 0,-31 20 738 0 0,2 2 0 0 0,0 1 0 0 0,2 3 0 0 0,1 0 0 0 0,2 2 0 0 0,1 2-1 0 0,1 0 1 0 0,-43 71 0 0 0,50-68-646 0 0,3 1 0 0 0,0 1 0 0 0,3 1 0 0 0,1 1 0 0 0,-14 63 0 0 0,29-102-229 0 0,0-1-1 0 0,1 1 0 0 0,0 0 1 0 0,-1-1-1 0 0,1 1 0 0 0,0 0 1 0 0,1 0-1 0 0,-1-1 0 0 0,0 1 1 0 0,1 0-1 0 0,0 2 0 0 0,-1-5 80 0 0,0 1 0 0 0,1-1 0 0 0,-1 1 0 0 0,0-1 0 0 0,0 1 0 0 0,1-1 0 0 0,-1 0 0 0 0,0 1 0 0 0,1-1 0 0 0,-1 0 0 0 0,0 1 0 0 0,1-1 0 0 0,-1 0 0 0 0,0 0 0 0 0,1 1 0 0 0,-1-1 0 0 0,1 0 1 0 0,-1 0-1 0 0,0 0 0 0 0,1 1 0 0 0,-1-1 0 0 0,1 0 0 0 0,-1 0 0 0 0,2 0 0 0 0,16-8-462 0 0,2-8 288 0 0,-1-1 0 0 0,-1-1 0 0 0,-1-1 0 0 0,0 0 0 0 0,-2-1 1 0 0,0-1-1 0 0,-1 0 0 0 0,-1-1 0 0 0,-1-1 0 0 0,-1 0 0 0 0,-1 0 0 0 0,-1-1 0 0 0,6-27 0 0 0,-15 50 212 0 0,1-1 0 0 0,-1 1 0 0 0,1-1-1 0 0,-1 1 1 0 0,0-1 0 0 0,0 1-1 0 0,0-1 1 0 0,0 1 0 0 0,0-1 0 0 0,0 1-1 0 0,0-1 1 0 0,0 0 0 0 0,-1 1 0 0 0,1-1-1 0 0,0 1 1 0 0,-1-1 0 0 0,1 1 0 0 0,-1 0-1 0 0,0-1 1 0 0,0 1 0 0 0,-1-3-1 0 0,1 3-4 0 0,0 1 0 0 0,-1-1 0 0 0,1 0 0 0 0,0 1 0 0 0,-1-1 0 0 0,1 0 0 0 0,-1 1 0 0 0,1 0 0 0 0,-1-1 0 0 0,1 1 0 0 0,-1 0 0 0 0,1 0 0 0 0,-1 0 0 0 0,1 0 0 0 0,-1 0 0 0 0,1 0 0 0 0,0 0 0 0 0,-3 1 0 0 0,-5 1-21 0 0,-1 1 0 0 0,0 0 0 0 0,1 0 0 0 0,0 1 1 0 0,-13 7-1 0 0,-24 18 450 0 0,1 3 0 0 0,-72 64 0 0 0,32-24 256 0 0,-35 31 353 0 0,6 6 0 0 0,-110 133 0 0 0,25-31 144 0 0,115-125-907 0 0,58-56-388 0 0,21-22 54 0 0,-1-1 0 0 0,0 0 0 0 0,0 0 0 0 0,-1-1 0 0 0,0 0 0 0 0,0 0 0 0 0,-10 7 0 0 0,18-15 34 0 0,-1 1-1 0 0,1 0 1 0 0,-1 0-1 0 0,1 0 0 0 0,-1 0 1 0 0,0-1-1 0 0,1 1 0 0 0,-1 0 1 0 0,0 0-1 0 0,0 0 0 0 0,0-1 1 0 0,0 1-1 0 0,0 0 1 0 0,0 0-1 0 0,0-1 0 0 0,0 1 1 0 0,-1 0-1 0 0,1 0 0 0 0,-1-3 1 0 0,0 2 63 0 0,1 0 0 0 0,-1-1 0 0 0,1 1 0 0 0,-1 0 1 0 0,0 0-1 0 0,0 0 0 0 0,0-1 0 0 0,0 1 0 0 0,-1 0 0 0 0,1 0 1 0 0,-3-3-1 0 0,0 3 92 0 0,0 1 1 0 0,1-1 0 0 0,-1 1-1 0 0,0 0 1 0 0,0 0 0 0 0,0 0-1 0 0,0 0 1 0 0,0 1-1 0 0,0-1 1 0 0,0 1 0 0 0,0 0-1 0 0,0 0 1 0 0,0 1 0 0 0,0-1-1 0 0,0 1 1 0 0,0 0-1 0 0,0 0 1 0 0,1 0 0 0 0,-8 4-1 0 0,-8 3 397 0 0,1 1-1 0 0,-27 17 0 0 0,43-25-484 0 0,-83 55 610 0 0,4 3 0 0 0,2 4 0 0 0,-86 86 0 0 0,165-148-643 0 0,-20 19 112 0 0,-27 35-1 0 0,42-49-107 0 0,1-1-1 0 0,0 1 0 0 0,1 0 0 0 0,0 0 0 0 0,0 1 0 0 0,0-1 0 0 0,0 1 0 0 0,1-1 0 0 0,0 1 0 0 0,1 0 0 0 0,-1 0 0 0 0,1 8 0 0 0,1-14-21 0 0,0 0-1 0 0,0 0 1 0 0,0 0-1 0 0,0 0 1 0 0,0 0 0 0 0,0 0-1 0 0,0 0 1 0 0,0 0-1 0 0,1 0 1 0 0,-1 0 0 0 0,0 0-1 0 0,1 0 1 0 0,-1 0-1 0 0,1 0 1 0 0,-1 0 0 0 0,1-1-1 0 0,-1 1 1 0 0,1 0-1 0 0,0 0 1 0 0,-1 0 0 0 0,1-1-1 0 0,0 1 1 0 0,0 0 0 0 0,-1-1-1 0 0,2 1 1 0 0,0 0-44 0 0,0 0 1 0 0,0-1-1 0 0,0 0 0 0 0,-1 1 1 0 0,1-1-1 0 0,0 0 1 0 0,0 0-1 0 0,0 0 1 0 0,0 0-1 0 0,-1 0 0 0 0,1-1 1 0 0,0 1-1 0 0,2-1 1 0 0,4-1-157 0 0,0-1 0 0 0,0 0 0 0 0,-1-1 0 0 0,1 1 0 0 0,7-6 0 0 0,11-9-402 0 0,0-1 0 0 0,-2 0 1 0 0,42-44-1 0 0,-58 54 454 0 0,0 0 1 0 0,0-1-1 0 0,-1 0 1 0 0,0 0-1 0 0,-1 0 1 0 0,0-1-1 0 0,-1 1 1 0 0,0-2-1 0 0,-1 1 1 0 0,0 0-1 0 0,-1-1 1 0 0,0 0-1 0 0,2-15 1 0 0,-5 26 175 0 0,0-1 1 0 0,0 1-1 0 0,0-1 0 0 0,0 1 1 0 0,0-1-1 0 0,0 1 1 0 0,0-1-1 0 0,0 1 1 0 0,0-1-1 0 0,-1 1 0 0 0,1-1 1 0 0,-1 1-1 0 0,1-1 1 0 0,-1 1-1 0 0,0 0 1 0 0,1-1-1 0 0,-1 1 0 0 0,0 0 1 0 0,0 0-1 0 0,-1-2 1 0 0,1 2 20 0 0,0 1 1 0 0,0-1-1 0 0,-1 1 0 0 0,1 0 1 0 0,0-1-1 0 0,0 1 1 0 0,0 0-1 0 0,0 0 1 0 0,0 0-1 0 0,-1 0 0 0 0,1 0 1 0 0,0 0-1 0 0,0 0 1 0 0,0 0-1 0 0,-1 0 0 0 0,1 0 1 0 0,0 1-1 0 0,0-1 1 0 0,-2 1-1 0 0,-7 4 239 0 0,0 0 0 0 0,1 1 0 0 0,0 0 0 0 0,-12 9 0 0 0,17-12-198 0 0,-92 72 73 0 0,-106 108 0 0 0,153-132-172 0 0,1 2-1 0 0,3 3 1 0 0,-57 91 0 0 0,90-127 392 0 0,1 0 1 0 0,1 1-1 0 0,-12 32 1 0 0,21-48-374 0 0,-1 0 1 0 0,0-1-1 0 0,1 1 1 0 0,0 0-1 0 0,0 0 1 0 0,1 0-1 0 0,0 0 1 0 0,-1 0-1 0 0,2 0 1 0 0,-1 0-1 0 0,0 0 1 0 0,1 0-1 0 0,0 0 1 0 0,0 0-1 0 0,1 0 1 0 0,-1-1-1 0 0,1 1 1 0 0,0 0-1 0 0,0-1 1 0 0,1 1-1 0 0,-1-1 1 0 0,5 6-1 0 0,-3-7-8 0 0,0 0 0 0 0,1 0-1 0 0,-1 0 1 0 0,0-1 0 0 0,1 1 0 0 0,0-1 0 0 0,-1 0-1 0 0,1-1 1 0 0,0 1 0 0 0,0-1 0 0 0,0 0-1 0 0,0 0 1 0 0,0 0 0 0 0,0-1 0 0 0,0 0 0 0 0,0 0-1 0 0,0 0 1 0 0,10-2 0 0 0,7-2-100 0 0,0 0 0 0 0,41-14-1 0 0,-17-1-76 0 0,-1-1-1 0 0,47-29 0 0 0,26-13-1891 0 0,-118 62 2072 0 0,0 0-1 0 0,0 0 0 0 0,0 0 0 0 0,0-1 0 0 0,0 1 0 0 0,0 0 1 0 0,1 0-1 0 0,-1 0 0 0 0,0 0 0 0 0,0-1 0 0 0,0 1 0 0 0,0 0 1 0 0,1 0-1 0 0,-1 0 0 0 0,0 0 0 0 0,0 0 0 0 0,0 0 1 0 0,0 0-1 0 0,1 0 0 0 0,-1 0 0 0 0,0 0 0 0 0,0-1 0 0 0,0 1 1 0 0,1 0-1 0 0,-1 0 0 0 0,0 0 0 0 0,0 0 0 0 0,0 0 0 0 0,1 0 1 0 0,-1 0-1 0 0,0 0 0 0 0,0 1 0 0 0,0-1 0 0 0,0 0 0 0 0,1 0 1 0 0,-1 0-1 0 0,0 0 0 0 0,0 0 0 0 0,0 0 0 0 0,1 0 0 0 0,-1 0 1 0 0,0 0-1 0 0,0 1 0 0 0,0-1 0 0 0,0 0 0 0 0,0 0 0 0 0,1 0 1 0 0,-1 0-1 0 0,0 0 0 0 0,0 1 0 0 0,0-1 0 0 0,0 0 1 0 0,0 0-1 0 0,0 0 0 0 0,0 1 0 0 0,0-1 0 0 0,0 0 0 0 0,0 0 1 0 0,0 0-1 0 0,1 0 0 0 0,-1 1 0 0 0,-9 17-553 0 0,-20 20 42 0 0,28-36 514 0 0,-116 137 3136 0 0,-41 53-436 0 0,124-147-2057 0 0,5-8-201 0 0,2 2-1 0 0,-24 44 0 0 0,50-81-406 0 0,0-1 0 0 0,0 1-1 0 0,1 0 1 0 0,-1-1-1 0 0,0 1 1 0 0,1 0-1 0 0,-1-1 1 0 0,1 1 0 0 0,-1 0-1 0 0,1 0 1 0 0,0-1-1 0 0,0 1 1 0 0,0 0-1 0 0,0 3 1 0 0,0-4-52 0 0,1-1 1 0 0,-1 0-1 0 0,0 1 0 0 0,1-1 0 0 0,-1 0 1 0 0,0 1-1 0 0,1-1 0 0 0,-1 0 0 0 0,0 0 1 0 0,1 1-1 0 0,-1-1 0 0 0,1 0 0 0 0,-1 0 1 0 0,1 0-1 0 0,-1 1 0 0 0,0-1 1 0 0,1 0-1 0 0,-1 0 0 0 0,1 0 0 0 0,-1 0 1 0 0,1 0-1 0 0,-1 0 0 0 0,1 0 0 0 0,-1 0 1 0 0,1 0-1 0 0,-1 0 0 0 0,1 0 0 0 0,-1 0 1 0 0,1 0-1 0 0,-1-1 0 0 0,0 1 0 0 0,2 0 1 0 0,2-2-191 0 0,0 0 1 0 0,0 0-1 0 0,0 0 1 0 0,0 0-1 0 0,0-1 1 0 0,-1 1-1 0 0,1-1 1 0 0,-1 0-1 0 0,0 0 1 0 0,4-4-1 0 0,-6 5 126 0 0,1 0-1 0 0,0-1 1 0 0,-1 1 0 0 0,1 0 0 0 0,-1 0-1 0 0,0-1 1 0 0,0 1 0 0 0,0-1-1 0 0,0 1 1 0 0,0-1 0 0 0,-1 0-1 0 0,1 1 1 0 0,-1-1 0 0 0,0 0-1 0 0,1 1 1 0 0,-1-1 0 0 0,-1 0-1 0 0,1 1 1 0 0,0-1 0 0 0,0 0-1 0 0,-1 1 1 0 0,0-1 0 0 0,1 1 0 0 0,-3-4-1 0 0,2 3 11 0 0,-1 0 1 0 0,0 0-1 0 0,0 1 0 0 0,0-1 0 0 0,-1 1 0 0 0,1-1 0 0 0,0 1 1 0 0,-1 0-1 0 0,0 0 0 0 0,0 0 0 0 0,1 0 0 0 0,-1 1 0 0 0,0-1 1 0 0,0 1-1 0 0,0-1 0 0 0,-1 1 0 0 0,1 0 0 0 0,0 1 0 0 0,-5-2 1 0 0,-4 1-29 0 0,0 0-1 0 0,1 1 1 0 0,-1 0 0 0 0,0 1 0 0 0,0 1 0 0 0,1 0 0 0 0,-1 0 0 0 0,1 1 0 0 0,0 0 0 0 0,0 1 0 0 0,0 1 0 0 0,-15 7 0 0 0,-16 11-57 0 0,-64 47-1 0 0,98-65 156 0 0,-67 49 760 0 0,3 2 0 0 0,-78 79 1 0 0,121-105-276 0 0,1 2 1 0 0,2 0 0 0 0,1 2 0 0 0,1 1 0 0 0,2 0 0 0 0,2 2 0 0 0,-19 46-1 0 0,35-72-419 0 0,0-1-1 0 0,1 1 1 0 0,0 0-1 0 0,1 0 0 0 0,0 0 1 0 0,1 0-1 0 0,0 0 0 0 0,0 13 1 0 0,2-20-56 0 0,-1 0 0 0 0,1 1 1 0 0,0-1-1 0 0,0 0 1 0 0,0 1-1 0 0,0-1 1 0 0,1 0-1 0 0,0 0 1 0 0,0 0-1 0 0,0 0 1 0 0,0-1-1 0 0,0 1 1 0 0,1 0-1 0 0,0-1 0 0 0,0 0 1 0 0,0 1-1 0 0,0-1 1 0 0,0 0-1 0 0,0-1 1 0 0,1 1-1 0 0,0-1 1 0 0,-1 1-1 0 0,6 1 1 0 0,4 2-254 0 0,0-2 0 0 0,1 0 0 0 0,-1-1 0 0 0,1 0 0 0 0,-1-1 0 0 0,1 0 1 0 0,0-1-1 0 0,0-1 0 0 0,-1 0 0 0 0,23-4 0 0 0,2-1-218 0 0,0-3 0 0 0,57-18 0 0 0,-42 6 334 0 0,-1-3 0 0 0,-1-3 0 0 0,75-48 0 0 0,-25 13 292 0 0,-64 38 75 0 0,0 0-1 0 0,61-54 1 0 0,-78 58-64 0 0,0 0 1 0 0,-2-2 0 0 0,0 0-1 0 0,-1 0 1 0 0,23-41-1 0 0,-32 37-65 0 0,-8 25-106 0 0,0-1 0 0 0,0 0 0 0 0,0 1 0 0 0,0-1 0 0 0,-1 1 0 0 0,1-1 0 0 0,0 1 0 0 0,0-1 0 0 0,0 1 0 0 0,0-1 0 0 0,-1 1 0 0 0,1-1 0 0 0,0 1 0 0 0,0-1 0 0 0,-1 1 0 0 0,1-1 0 0 0,-1 1 0 0 0,1-1 0 0 0,0 1 0 0 0,-1 0 0 0 0,1-1 0 0 0,-1 1 0 0 0,1 0 0 0 0,-1-1 0 0 0,-2 0-12 0 0,1 1 1 0 0,0-1-1 0 0,-1 1 1 0 0,1 0-1 0 0,0 0 0 0 0,-1 0 1 0 0,1 0-1 0 0,0 1 0 0 0,-1-1 1 0 0,1 0-1 0 0,0 1 1 0 0,-1 0-1 0 0,1-1 0 0 0,0 1 1 0 0,-4 2-1 0 0,-25 12 92 0 0,1 2-1 0 0,1 0 0 0 0,1 2 1 0 0,-35 31-1 0 0,-98 100 818 0 0,135-124-535 0 0,-153 158 541 0 0,145-144-343 0 0,1 1 0 0 0,-50 83 0 0 0,80-119-494 0 0,0 1 0 0 0,0-1 1 0 0,1 0-1 0 0,0 1 0 0 0,0-1 0 0 0,0 1 0 0 0,1 0 0 0 0,-1 0 0 0 0,2-1 1 0 0,-2 8-1 0 0,3-11-48 0 0,-1-1 1 0 0,0 1 0 0 0,0-1-1 0 0,0 1 1 0 0,1-1 0 0 0,-1 1-1 0 0,1-1 1 0 0,-1 0-1 0 0,1 1 1 0 0,0-1 0 0 0,0 1-1 0 0,-1-1 1 0 0,1 0 0 0 0,0 0-1 0 0,0 0 1 0 0,0 1 0 0 0,2 0-1 0 0,-1-1-31 0 0,0 1 1 0 0,0-1-1 0 0,1 0 0 0 0,-1 0 0 0 0,0 0 0 0 0,1 0 0 0 0,-1 0 1 0 0,1 0-1 0 0,-1-1 0 0 0,1 0 0 0 0,0 1 0 0 0,-1-1 0 0 0,4 0 1 0 0,7 0-132 0 0,0-1 0 0 0,0-1 0 0 0,1 0 0 0 0,-1-1-1 0 0,-1 0 1 0 0,1-1 0 0 0,0-1 0 0 0,18-9 0 0 0,93-56-845 0 0,-123 69 988 0 0,49-37 7 0 0,-38 28 1 0 0,0 0 0 0 0,1 1 0 0 0,15-9 0 0 0,-55 63 1049 0 0,-129 151-905 0 0,-8 10-92 0 0,163-204-60 0 0,0-1-1 0 0,0 0 0 0 0,0 1 0 0 0,0-1 1 0 0,0 1-1 0 0,0 0 0 0 0,0-1 0 0 0,1 1 1 0 0,-1 0-1 0 0,0-1 0 0 0,1 1 0 0 0,0 0 1 0 0,-1 0-1 0 0,1-1 0 0 0,0 1 0 0 0,0 0 1 0 0,0 0-1 0 0,0-1 0 0 0,1 3 0 0 0,-1-4 1 0 0,0 1-1 0 0,0-1 0 0 0,1 1 0 0 0,-1-1 0 0 0,0 1 0 0 0,1-1 0 0 0,-1 0 0 0 0,0 1 0 0 0,1-1 1 0 0,-1 0-1 0 0,0 1 0 0 0,1-1 0 0 0,-1 0 0 0 0,1 0 0 0 0,-1 0 0 0 0,1 1 0 0 0,-1-1 0 0 0,1 0 1 0 0,-1 0-1 0 0,1 0 0 0 0,-1 0 0 0 0,1 0 0 0 0,-1 0 0 0 0,1 0 0 0 0,22-5-704 0 0,-2-7 499 0 0,-2 0 0 0 0,0-2 0 0 0,0 0 0 0 0,-2 0 0 0 0,21-23 0 0 0,-5 7 160 0 0,18-18 344 0 0,90-105-1 0 0,-122 128-397 0 0,0-1 0 0 0,-2 0 0 0 0,-1-1-1 0 0,-1-1 1 0 0,-2-1 0 0 0,18-53 0 0 0,-18 20-189 0 0,-12 59 267 0 0,-1-1 1 0 0,1 0-1 0 0,-1 1 0 0 0,0-1 1 0 0,0 0-1 0 0,-1 1 0 0 0,1-1 1 0 0,-1 0-1 0 0,1 1 0 0 0,-1-1 1 0 0,0 1-1 0 0,-1-1 1 0 0,1 1-1 0 0,-3-6 0 0 0,2 8 38 0 0,1-1-1 0 0,-1 1 1 0 0,0 0-1 0 0,0 0 1 0 0,0 0-1 0 0,1 0 1 0 0,-1 0-1 0 0,0 1 1 0 0,0-1-1 0 0,0 0 1 0 0,0 1-1 0 0,0-1 1 0 0,-1 1-1 0 0,1 0 0 0 0,0 0 1 0 0,0 0-1 0 0,0 0 1 0 0,0 0-1 0 0,0 0 1 0 0,0 1-1 0 0,0-1 1 0 0,0 0-1 0 0,0 1 1 0 0,0 0-1 0 0,0 0 1 0 0,0-1-1 0 0,-3 3 1 0 0,-8 3 203 0 0,0 0 1 0 0,-20 15 0 0 0,30-19-182 0 0,-25 18 171 0 0,1 2-1 0 0,1 0 0 0 0,1 2 1 0 0,1 1-1 0 0,1 1 0 0 0,1 0 1 0 0,-31 52-1 0 0,21-23-77 0 0,2 2 0 0 0,2 1 0 0 0,-24 75 0 0 0,44-109-120 0 0,1 1 0 0 0,2-1 1 0 0,0 1-1 0 0,2 0 0 0 0,0 0 0 0 0,2 0 0 0 0,2 37 0 0 0,0-50-55 0 0,0 0 1 0 0,1-1-1 0 0,0 0 0 0 0,1 1 0 0 0,0-1 1 0 0,1 0-1 0 0,0 0 0 0 0,1-1 1 0 0,0 1-1 0 0,0-1 0 0 0,1 0 0 0 0,1-1 1 0 0,0 1-1 0 0,0-1 0 0 0,1 0 1 0 0,0-1-1 0 0,0 0 0 0 0,14 10 0 0 0,-12-12 67 0 0,1 0 0 0 0,0-1 0 0 0,1 0 0 0 0,-1-1 0 0 0,1 0-1 0 0,0-1 1 0 0,0-1 0 0 0,0 1 0 0 0,0-2 0 0 0,0 0 0 0 0,20 0 0 0 0,15-3 80 0 0,75-13 0 0 0,-111 13-94 0 0,209-46-350 0 0,-51 8-281 0 0,-163 39 428 0 0,1-1-1 0 0,-1 1 0 0 0,0 1 1 0 0,1-1-1 0 0,-1 1 1 0 0,1 1-1 0 0,-1-1 0 0 0,12 3 1 0 0,-17-3 127 0 0,1 1 1 0 0,-1-1 0 0 0,0 1-1 0 0,1 0 1 0 0,-1-1 0 0 0,0 1-1 0 0,0 0 1 0 0,0 0 0 0 0,1 0 0 0 0,-1 0-1 0 0,0 0 1 0 0,0 0 0 0 0,0 0-1 0 0,0 0 1 0 0,-1 0 0 0 0,1 0-1 0 0,1 2 1 0 0,-1 0 9 0 0,-1-1 0 0 0,1 0 0 0 0,-1 1 0 0 0,1-1 0 0 0,-1 1 1 0 0,0-1-1 0 0,0 0 0 0 0,0 1 0 0 0,0-1 0 0 0,0 1 0 0 0,0-1 0 0 0,-1 1 0 0 0,-1 3 0 0 0,-2 6 78 0 0,0 1 0 0 0,-1 0 0 0 0,-1-1 0 0 0,0 0 0 0 0,0 0-1 0 0,-15 17 1 0 0,-57 64 1300 0 0,50-62-1038 0 0,-34 39 421 0 0,-88 105 445 0 0,125-143-674 0 0,2 1 1 0 0,2 1 0 0 0,-29 61-1 0 0,48-90-456 0 0,0-1 0 0 0,0 1 0 0 0,1 0 0 0 0,-1 0 0 0 0,1 0 0 0 0,0 0 0 0 0,1 0 0 0 0,-1 0 0 0 0,1 6 0 0 0,0-9-18 0 0,0-1-1 0 0,1 1 1 0 0,-1 0-1 0 0,0-1 1 0 0,1 1 0 0 0,0-1-1 0 0,-1 1 1 0 0,1-1 0 0 0,0 1-1 0 0,0-1 1 0 0,0 1 0 0 0,0-1-1 0 0,0 0 1 0 0,0 1 0 0 0,0-1-1 0 0,0 0 1 0 0,0 0 0 0 0,1 0-1 0 0,-1 0 1 0 0,0 0-1 0 0,1 0 1 0 0,-1 0 0 0 0,1 0-1 0 0,-1-1 1 0 0,1 1 0 0 0,-1-1-1 0 0,1 1 1 0 0,0-1 0 0 0,-1 1-1 0 0,3-1 1 0 0,11 2-102 0 0,0-1 0 0 0,0 0-1 0 0,-1-1 1 0 0,1-1 0 0 0,0 0 0 0 0,0-1 0 0 0,-1 0-1 0 0,1-2 1 0 0,-1 1 0 0 0,16-8 0 0 0,19-9-632 0 0,69-39-1 0 0,-78 38 641 0 0,12-7 305 0 0,-23 11 114 0 0,0 2 0 0 0,0 1 0 0 0,1 1 0 0 0,44-12 0 0 0,-73 24-318 0 0,0 1-1 0 0,-1 0 1 0 0,1-1 0 0 0,0 1-1 0 0,0 0 1 0 0,0 0 0 0 0,0-1 0 0 0,0 1-1 0 0,0 0 1 0 0,0 0 0 0 0,0 0-1 0 0,0 0 1 0 0,0 0 0 0 0,-1 0-1 0 0,1 1 1 0 0,0-1 0 0 0,0 0-1 0 0,0 0 1 0 0,0 1 0 0 0,0-1-1 0 0,0 0 1 0 0,-1 1 0 0 0,1-1-1 0 0,0 1 1 0 0,0-1 0 0 0,0 1-1 0 0,-1-1 1 0 0,1 1 0 0 0,1 1 0 0 0,-2 0-11 0 0,0-1 0 0 0,0 1 1 0 0,1-1-1 0 0,-1 1 1 0 0,0 0-1 0 0,-1-1 1 0 0,1 1-1 0 0,0-1 1 0 0,0 1-1 0 0,-1-1 1 0 0,1 1-1 0 0,-1 0 1 0 0,1-1-1 0 0,-1 0 1 0 0,-1 3-1 0 0,-5 9-85 0 0,-1 0 1 0 0,-14 17-1 0 0,-58 59 349 0 0,55-64-86 0 0,-41 53 1 0 0,65-78-146 0 0,0 1 0 0 0,1 0 0 0 0,-1-1 1 0 0,0 1-1 0 0,1 0 0 0 0,-1 0 0 0 0,1-1 0 0 0,-1 1 0 0 0,1 0 1 0 0,-1 0-1 0 0,1 0 0 0 0,0 0 0 0 0,-1 0 0 0 0,1 0 1 0 0,0-1-1 0 0,0 1 0 0 0,-1 0 0 0 0,1 0 0 0 0,0 0 1 0 0,0 0-1 0 0,0 0 0 0 0,0 0 0 0 0,0 0 0 0 0,1 0 0 0 0,-1 0 1 0 0,0 0-1 0 0,0 0 0 0 0,1 0 0 0 0,-1 1 0 0 0,2-2 2 0 0,-1 1-1 0 0,0 0 0 0 0,1-1 0 0 0,-1 1 0 0 0,0-1 0 0 0,1 1 0 0 0,-1-1 0 0 0,1 0 0 0 0,-1 0 0 0 0,1 1 1 0 0,-1-1-1 0 0,1 0 0 0 0,-1 0 0 0 0,0 0 0 0 0,1-1 0 0 0,1 1 0 0 0,12-3-187 0 0,0 0 0 0 0,21-8 0 0 0,12-8-241 0 0,-1-2 1 0 0,-1-1-1 0 0,56-39 1 0 0,125-100-939 0 0,-103 71 987 0 0,-6 6 963 0 0,146-77 0 0 0,-262 160-562 0 0,1-1 55 0 0,1-1 0 0 0,0 1 0 0 0,-1 1 0 0 0,1-1 0 0 0,0 1 0 0 0,0-1 0 0 0,0 1 1 0 0,1 0-1 0 0,-1 0 0 0 0,0 1 0 0 0,0-1 0 0 0,5 1 0 0 0,-9 1-65 0 0,1-1 1 0 0,-1 1-1 0 0,1 0 0 0 0,-1-1 0 0 0,1 1 1 0 0,-1 0-1 0 0,0-1 0 0 0,1 1 1 0 0,-1 0-1 0 0,0-1 0 0 0,0 1 0 0 0,1 0 1 0 0,-1 0-1 0 0,0-1 0 0 0,0 1 1 0 0,0 0-1 0 0,0 0 0 0 0,0-1 0 0 0,0 1 1 0 0,0 0-1 0 0,0 0 0 0 0,0-1 0 0 0,-1 1 1 0 0,1 0-1 0 0,0 0 0 0 0,-7 25 479 0 0,7-23-437 0 0,-39 114 1144 0 0,-8 33-811 0 0,42-128-347 0 0,0 0 1 0 0,2 1-1 0 0,1-1 1 0 0,0 42-1 0 0,2-58-106 0 0,1 1 0 0 0,0-1 0 0 0,0 0-1 0 0,0 1 1 0 0,1-1 0 0 0,0 0 0 0 0,0 0-1 0 0,0 0 1 0 0,1 0 0 0 0,0 0-1 0 0,0 0 1 0 0,0-1 0 0 0,1 1 0 0 0,0-1-1 0 0,0 0 1 0 0,0 0 0 0 0,1-1-1 0 0,0 1 1 0 0,0-1 0 0 0,7 5 0 0 0,-3-4-51 0 0,1 0 0 0 0,-1-1 1 0 0,1 0-1 0 0,-1-1 1 0 0,1 1-1 0 0,0-2 1 0 0,0 0-1 0 0,1 0 1 0 0,-1-1-1 0 0,0 0 0 0 0,1-1 1 0 0,12 0-1 0 0,10-3 191 0 0,0-2 0 0 0,0-1 1 0 0,-1-1-1 0 0,1-2 0 0 0,-2-1 0 0 0,57-26 0 0 0,-44 14-1094 0 0,-1-2 1 0 0,-1-2-1 0 0,76-62 1 0 0,-96 66 334 0 0,19-25 0 0 0,-72 86 1697 0 0,1 2-1 0 0,-36 65 0 0 0,34-52-34 0 0,31-54-997 0 0,-10 18 336 0 0,0 0 0 0 0,1 1 0 0 0,-13 37 0 0 0,22-56-337 0 0,1 1 1 0 0,-1 0-1 0 0,1 0 1 0 0,0 0-1 0 0,0 0 0 0 0,-1 0 1 0 0,1 0-1 0 0,0 0 1 0 0,0 0-1 0 0,0 0 0 0 0,0 0 1 0 0,0 0-1 0 0,0 0 1 0 0,1 0-1 0 0,-1 0 1 0 0,0 0-1 0 0,0 0 0 0 0,1 0 1 0 0,-1 0-1 0 0,1 0 1 0 0,-1 0-1 0 0,0 0 1 0 0,1 0-1 0 0,0 0 0 0 0,-1 0 1 0 0,1-1-1 0 0,0 1 1 0 0,-1 0-1 0 0,3 1 0 0 0,-1-1 7 0 0,0 0-1 0 0,1 0 0 0 0,-1 0 0 0 0,0-1 0 0 0,1 1 0 0 0,-1-1 0 0 0,1 1 1 0 0,-1-1-1 0 0,1 0 0 0 0,0 0 0 0 0,4-1 0 0 0,7 0 35 0 0,0-2-1 0 0,-1 0 1 0 0,19-6 0 0 0,16-9 161 0 0,0-1 0 0 0,-1-3 0 0 0,-1-2 1 0 0,-1-2-1 0 0,-2-1 0 0 0,79-66 0 0 0,-89 63-599 0 0,-1-2-1 0 0,-1-1 1 0 0,-2-2-1 0 0,45-70 0 0 0,-57 78 13 0 0,-6 12 143 0 0,-1 0-1 0 0,-1-1 0 0 0,-1 0 0 0 0,0-1 0 0 0,-1 0 0 0 0,10-34 0 0 0,-17 49 206 0 0,0 0 0 0 0,1 0 1 0 0,-1 1-1 0 0,0-1 0 0 0,0 0 0 0 0,0 0 1 0 0,-1 0-1 0 0,1 0 0 0 0,0 1 0 0 0,-1-1 1 0 0,1 0-1 0 0,-1 0 0 0 0,1 1 0 0 0,-1-1 1 0 0,0 0-1 0 0,0 1 0 0 0,0-1 1 0 0,0 0-1 0 0,0 1 0 0 0,0-1 0 0 0,0 1 1 0 0,-3-3-1 0 0,1 2-24 0 0,0 0 0 0 0,-1 0-1 0 0,1 0 1 0 0,0 1 0 0 0,-1-1 0 0 0,0 1 0 0 0,1 0 0 0 0,-1 0-1 0 0,0 0 1 0 0,-6 0 0 0 0,-5 0 49 0 0,0 0 1 0 0,-1 2-1 0 0,1 0 0 0 0,-23 4 1 0 0,-17 8 68 0 0,0 2 0 0 0,1 3 0 0 0,1 2 0 0 0,1 3 0 0 0,1 1 0 0 0,-84 56 0 0 0,91-50 735 0 0,-61 53 1 0 0,86-66-253 0 0,1 1 1 0 0,1 1 0 0 0,1 0 0 0 0,0 1-1 0 0,-17 30 1 0 0,32-48-488 0 0,0 0 0 0 0,0 1 0 0 0,0-1 0 0 0,0 0 0 0 0,0 1 0 0 0,0-1 0 0 0,1 1 0 0 0,-1-1 0 0 0,1 0 0 0 0,-1 5 0 0 0,1-6-34 0 0,0 0 0 0 0,1 0 0 0 0,-1 0 0 0 0,0-1 0 0 0,0 1 0 0 0,1 0 0 0 0,-1 0 0 0 0,0 0 0 0 0,1 0 0 0 0,-1 0 0 0 0,1 0 0 0 0,-1-1 0 0 0,1 1 0 0 0,-1 0 0 0 0,1 0 0 0 0,-1-1 0 0 0,1 1 0 0 0,0 0 0 0 0,1 0 0 0 0,1 1-18 0 0,0-1 1 0 0,0 0-1 0 0,1 0 1 0 0,-1 0-1 0 0,0 0 1 0 0,0-1-1 0 0,1 1 1 0 0,-1-1-1 0 0,1 0 1 0 0,-1 0-1 0 0,0 0 1 0 0,1 0-1 0 0,5-2 1 0 0,13-2-340 0 0,-1-1-1 0 0,0 0 1 0 0,0-2 0 0 0,24-11 0 0 0,79-46-61 0 0,-74 38 258 0 0,492-293-629 0 0,-541 318 714 0 0,0 1 0 0 0,0-1-1 0 0,0 0 1 0 0,0 0 0 0 0,0 0-1 0 0,0 1 1 0 0,1-1 0 0 0,-1 0-1 0 0,0 1 1 0 0,0-1 0 0 0,1 1-1 0 0,-1 0 1 0 0,0-1 0 0 0,1 1-1 0 0,-1 0 1 0 0,3 0 0 0 0,-4 1 19 0 0,1 0 1 0 0,-1 0-1 0 0,0 0 0 0 0,1 0 1 0 0,-1 0-1 0 0,0 1 1 0 0,0-1-1 0 0,1 0 0 0 0,-1 0 1 0 0,0 0-1 0 0,0 1 1 0 0,0-1-1 0 0,-1 0 1 0 0,1 0-1 0 0,0 0 0 0 0,0 0 1 0 0,-1 2-1 0 0,0 11 257 0 0,1 0-1 0 0,0 0 0 0 0,1 0 1 0 0,0 0-1 0 0,1-1 0 0 0,1 1 1 0 0,0-1-1 0 0,8 20 0 0 0,-3-13 92 0 0,0 0-1 0 0,1-1 0 0 0,1-1 0 0 0,23 34 1 0 0,-29-48-270 0 0,0 1 0 0 0,1-1 1 0 0,-1 0-1 0 0,1 0 0 0 0,-1 0 1 0 0,1-1-1 0 0,0 1 0 0 0,1-1 1 0 0,-1 0-1 0 0,0-1 1 0 0,1 0-1 0 0,0 1 0 0 0,-1-2 1 0 0,1 1-1 0 0,0-1 0 0 0,0 0 1 0 0,0 0-1 0 0,0 0 0 0 0,0-1 1 0 0,0 0-1 0 0,0 0 0 0 0,0-1 1 0 0,0 1-1 0 0,0-1 0 0 0,7-3 1 0 0,16-3 312 0 0,-1-2 1 0 0,0-2 0 0 0,52-26-1 0 0,-44 20-259 0 0,103-44-250 0 0,-134 58-177 0 0,0-1 0 0 0,-1 1 0 0 0,1-1-1 0 0,-1 0 1 0 0,7-7 0 0 0,-7 6-168 0 0,1 1 1 0 0,-1-1-1 0 0,1 1 1 0 0,0 0-1 0 0,10-6 1 0 0,-7 6-222 0 0,0 1 0 0 0,1 0-1 0 0,-1 0 1 0 0,13-3 0 0 0,-18 6 616 0 0,-1-1 0 0 0,1 1 0 0 0,0 0-1 0 0,-1-1 1 0 0,1 1 0 0 0,-1 0 0 0 0,1 1 0 0 0,-1-1 0 0 0,1 0 0 0 0,-1 1 0 0 0,1-1-1 0 0,-1 1 1 0 0,1 0 0 0 0,-1 0 0 0 0,1 0 0 0 0,-1 0 0 0 0,0 0 0 0 0,0 1-1 0 0,0-1 1 0 0,3 2 0 0 0,-1 3 38 0 0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2:42.604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4326 504 3369 0 0,'1'-5'148'0'0,"0"0"0"0"0,-1-1 0 0 0,0 1 1 0 0,1 0-1 0 0,-1 0 0 0 0,-1-1 0 0 0,1 1 1 0 0,-3-10-1 0 0,2 13 1 0 0,1 0-1 0 0,-1 1 1 0 0,0-1 0 0 0,0 0-1 0 0,0 0 1 0 0,0 0 0 0 0,0 1-1 0 0,0-1 1 0 0,0 0 0 0 0,0 1-1 0 0,-1-1 1 0 0,1 1 0 0 0,-1 0-1 0 0,1-1 1 0 0,-1 1 0 0 0,0 0-1 0 0,1 0 1 0 0,-1 0 0 0 0,0 0-1 0 0,0 0 1 0 0,0 0 0 0 0,1 1-1 0 0,-1-1 1 0 0,0 0 0 0 0,-3 0-1 0 0,-18-2 704 0 0,-46-7 1119 0 0,-1-3-1 0 0,-111-36 0 0 0,41-6-1702 0 0,61 22-18 0 0,-95-26 0 0 0,128 50-169 0 0,0 3 0 0 0,0 1 0 0 0,-1 3 0 0 0,-73 5 0 0 0,17-1-69 0 0,26 1 51 0 0,0 2 1 0 0,-111 24-1 0 0,-147 56 11 0 0,-158 103-296 0 0,394-146 268 0 0,-476 178-46 0 0,424-163-942 0 0,-177 96 0 0 0,301-139 921 0 0,1 2 0 0 0,0 1 0 0 0,-46 40 0 0 0,-58 73 33 0 0,109-109-17 0 0,-85 102 170 0 0,92-104-236 0 0,1 1 1 0 0,1 0 0 0 0,1 1 0 0 0,-15 42-1 0 0,20-49 192 0 0,1 0-1 0 0,-2 0 0 0 0,0 0 0 0 0,-1-1 0 0 0,0 0 0 0 0,-1-1 0 0 0,0 0 0 0 0,-1 0 1 0 0,0-1-1 0 0,-1 0 0 0 0,0-1 0 0 0,-13 10 0 0 0,15-13-47 0 0,3-3-28 0 0,0 1 1 0 0,0-1 0 0 0,1 1-1 0 0,-1 1 1 0 0,1-1 0 0 0,0 1 0 0 0,0 0-1 0 0,1 0 1 0 0,-6 11 0 0 0,10-17-61 0 0,0 0 0 0 0,0 1 1 0 0,0-1-1 0 0,0 0 1 0 0,-1 1-1 0 0,1-1 1 0 0,0 0-1 0 0,0 1 0 0 0,0-1 1 0 0,0 0-1 0 0,0 1 1 0 0,0-1-1 0 0,0 1 1 0 0,0-1-1 0 0,0 0 0 0 0,0 1 1 0 0,0-1-1 0 0,0 0 1 0 0,0 1-1 0 0,1-1 1 0 0,-1 0-1 0 0,0 1 1 0 0,0-1-1 0 0,0 0 0 0 0,0 1 1 0 0,1-1-1 0 0,-1 0 1 0 0,0 1-1 0 0,0-1 1 0 0,1 0-1 0 0,-1 0 0 0 0,0 1 1 0 0,0-1-1 0 0,1 0 1 0 0,0 1-1 0 0,15-1-1183 0 0,16-10-968 0 0,2-11 612 0 0,0-1 0 0 0,45-39 0 0 0,54-61-426 0 0,-119 109 1854 0 0,37-36-169 0 0,78-97 1 0 0,-115 128 492 0 0,-1 0 0 0 0,0-2 1 0 0,-2 1-1 0 0,0-2 0 0 0,-2 1 0 0 0,0-1 0 0 0,-1-1 1 0 0,-1 0-1 0 0,6-36 0 0 0,-12 55-45 0 0,0-1 0 0 0,-1 0 0 0 0,0 1 0 0 0,0-1-1 0 0,0 0 1 0 0,0 1 0 0 0,-1-1 0 0 0,1 1 0 0 0,-1-1 0 0 0,0 0 0 0 0,0 1-1 0 0,0 0 1 0 0,0-1 0 0 0,-1 1 0 0 0,1-1 0 0 0,-1 1 0 0 0,-4-5-1 0 0,4 6-75 0 0,0 0 0 0 0,0 0 0 0 0,-1 1 0 0 0,1-1 0 0 0,-1 0-1 0 0,1 1 1 0 0,-1 0 0 0 0,0-1 0 0 0,1 1 0 0 0,-1 0 0 0 0,0 1-1 0 0,0-1 1 0 0,0 0 0 0 0,0 1 0 0 0,0 0 0 0 0,0-1 0 0 0,0 1-1 0 0,0 0 1 0 0,0 1 0 0 0,0-1 0 0 0,1 0 0 0 0,-5 2 0 0 0,-9 1-54 0 0,1 2 1 0 0,-1 0 0 0 0,1 1 0 0 0,-1 0-1 0 0,2 1 1 0 0,-1 1 0 0 0,1 1 0 0 0,-13 9 0 0 0,-104 91-614 0 0,95-76 453 0 0,36-33 136 0 0,-65 57-345 0 0,-64 73 1 0 0,110-108 520 0 0,1 1 0 0 0,1 1 0 0 0,1 1 0 0 0,1 0 0 0 0,1 2 0 0 0,1-1 0 0 0,-10 32 1 0 0,10-15 113 0 0,2 1 1 0 0,1 0 0 0 0,3 1 0 0 0,2-1 0 0 0,0 83-1 0 0,6-91-215 0 0,2 0 0 0 0,1 0 0 0 0,2-1 0 0 0,1 1 0 0 0,2-2 0 0 0,1 1 0 0 0,27 58-1 0 0,-33-85-117 0 0,1 0-1 0 0,0 0 0 0 0,0 0 0 0 0,1 0 1 0 0,0-1-1 0 0,0 0 0 0 0,1 0 1 0 0,0-1-1 0 0,0 0 0 0 0,0 0 0 0 0,1-1 1 0 0,0 1-1 0 0,0-2 0 0 0,0 1 1 0 0,1-1-1 0 0,-1 0 0 0 0,1-1 0 0 0,0 0 1 0 0,10 2-1 0 0,-6-3-22 0 0,1 0 0 0 0,0-1 0 0 0,0 0 0 0 0,-1-1 0 0 0,1 0 0 0 0,0-1 0 0 0,0-1 0 0 0,-1 0 0 0 0,1-1 0 0 0,-1-1 0 0 0,1 0 0 0 0,18-9 0 0 0,-13 4 59 0 0,1-1 1 0 0,-1 0 0 0 0,-1-2-1 0 0,0 0 1 0 0,-1-2 0 0 0,0 0-1 0 0,-1 0 1 0 0,0-2 0 0 0,-2 0-1 0 0,1 0 1 0 0,-2-1 0 0 0,16-28-1 0 0,-21 32 120 0 0,-2-1-1 0 0,1 1 1 0 0,-2-2 0 0 0,0 1-1 0 0,0 0 1 0 0,-2-1-1 0 0,0 0 1 0 0,0 0-1 0 0,-2 0 1 0 0,1 0 0 0 0,-2 0-1 0 0,0 0 1 0 0,-1 0-1 0 0,-1-1 1 0 0,0 1-1 0 0,-1 1 1 0 0,0-1 0 0 0,-10-24-1 0 0,13 37-44 0 0,-1-1-1 0 0,0 0 0 0 0,0 1 1 0 0,0-1-1 0 0,0 1 1 0 0,-1-1-1 0 0,1 1 1 0 0,-1 0-1 0 0,0-1 1 0 0,1 1-1 0 0,-1 0 1 0 0,0 0-1 0 0,0 0 0 0 0,0 0 1 0 0,-1 1-1 0 0,1-1 1 0 0,0 0-1 0 0,-1 1 1 0 0,1 0-1 0 0,-1-1 1 0 0,-2 0-1 0 0,2 2-32 0 0,-1 0 0 0 0,1 0 0 0 0,0 0-1 0 0,-1 1 1 0 0,1-1 0 0 0,0 1 0 0 0,-1 0 0 0 0,1 0 0 0 0,0 0-1 0 0,0 0 1 0 0,0 1 0 0 0,0-1 0 0 0,0 1 0 0 0,0-1 0 0 0,0 1 0 0 0,0 0-1 0 0,-3 4 1 0 0,-16 12-136 0 0,0 2 0 0 0,1 0 0 0 0,2 1-1 0 0,-20 27 1 0 0,-63 101-535 0 0,66-94 442 0 0,-2 1-13 0 0,-38 61-185 0 0,64-98 319 0 0,2 1 1 0 0,1 0 0 0 0,0 0-1 0 0,-6 24 1 0 0,14-41 56 0 0,1 0 1 0 0,-1 0-1 0 0,0 0 0 0 0,1 0 0 0 0,-1 0 1 0 0,1 0-1 0 0,0 0 0 0 0,0 0 0 0 0,0 0 1 0 0,0 0-1 0 0,0 0 0 0 0,1 0 0 0 0,0 0 1 0 0,-1 0-1 0 0,1 0 0 0 0,0-1 0 0 0,0 1 1 0 0,1 0-1 0 0,-1 0 0 0 0,0-1 1 0 0,1 1-1 0 0,0-1 0 0 0,0 1 0 0 0,0-1 1 0 0,0 0-1 0 0,0 0 0 0 0,0 0 0 0 0,0 0 1 0 0,1 0-1 0 0,-1 0 0 0 0,1 0 0 0 0,-1-1 1 0 0,1 0-1 0 0,0 1 0 0 0,-1-1 0 0 0,1 0 1 0 0,3 1-1 0 0,4 0-96 0 0,0 1 0 0 0,0-2-1 0 0,1 1 1 0 0,-1-1 0 0 0,0-1 0 0 0,1 0-1 0 0,-1 0 1 0 0,0-1 0 0 0,17-4 0 0 0,-1-2-12 0 0,-1 0 0 0 0,0-2 0 0 0,-1-1 0 0 0,32-18 0 0 0,90-62 340 0 0,-82 48-149 0 0,217-157 522 0 0,-88 59-919 0 0,-180 131 264 0 0,40-25-29 0 0,-50 32 59 0 0,1 0 0 0 0,0 0 0 0 0,0 1 1 0 0,0-1-1 0 0,-1 1 0 0 0,1 0 0 0 0,0 0 0 0 0,1 1 1 0 0,-1-1-1 0 0,0 1 0 0 0,0 0 0 0 0,5 0 1 0 0,-8 0 14 0 0,0 1-1 0 0,0-1 1 0 0,0 0 0 0 0,0 1 0 0 0,0-1 0 0 0,-1 1 0 0 0,1-1 0 0 0,0 1 0 0 0,0-1 0 0 0,0 1 0 0 0,-1-1 0 0 0,1 1 0 0 0,0 0 0 0 0,-1 0 0 0 0,1-1 0 0 0,-1 1 0 0 0,1 0 0 0 0,0 0 0 0 0,-1 0 0 0 0,0-1 0 0 0,1 1 0 0 0,-1 0 0 0 0,0 0 0 0 0,1 0 0 0 0,-1 0 0 0 0,0 0 0 0 0,0 0 0 0 0,0 0 0 0 0,0 0 0 0 0,1 0 0 0 0,-2 0 0 0 0,1 0-1 0 0,0 0 1 0 0,0 0 0 0 0,0 0 0 0 0,0-1 0 0 0,-1 1 0 0 0,1 0 0 0 0,-1 1 0 0 0,-14 42-373 0 0,12-39 370 0 0,-28 58 26 0 0,-54 81 1 0 0,46-82 199 0 0,-35 75 0 0 0,72-132-173 0 0,0 0-1 0 0,0 0 0 0 0,0-1 1 0 0,1 1-1 0 0,0 0 0 0 0,0 0 0 0 0,0 1 1 0 0,1-1-1 0 0,0 0 0 0 0,0 0 1 0 0,0 0-1 0 0,0 0 0 0 0,1 0 0 0 0,2 10 1 0 0,-2-13-46 0 0,0 0 1 0 0,0 0 0 0 0,0 0-1 0 0,1 0 1 0 0,-1 0-1 0 0,0 0 1 0 0,1 0 0 0 0,0 0-1 0 0,-1 0 1 0 0,1-1 0 0 0,0 1-1 0 0,0-1 1 0 0,0 1-1 0 0,0-1 1 0 0,0 0 0 0 0,0 0-1 0 0,0 0 1 0 0,0 0 0 0 0,1 0-1 0 0,-1 0 1 0 0,0-1-1 0 0,1 1 1 0 0,-1-1 0 0 0,0 1-1 0 0,1-1 1 0 0,-1 0 0 0 0,1 0-1 0 0,-1 0 1 0 0,0 0-1 0 0,1 0 1 0 0,-1-1 0 0 0,1 1-1 0 0,2-2 1 0 0,23-5-224 0 0,0-2 0 0 0,-1-1-1 0 0,0-1 1 0 0,0-1 0 0 0,31-20 0 0 0,10-4-43 0 0,-28 18 317 0 0,-25 12 6 0 0,1-1 0 0 0,-1-1 0 0 0,0 0 0 0 0,-1-1 0 0 0,25-19 0 0 0,-117 94 1277 0 0,18-16-1449 0 0,-337 348-2878 0 0,356-354 2822 0 0,-52 46-11 0 0,59-60 426 0 0,1 2 0 0 0,-42 53 0 0 0,70-78-56 0 0,1 0 1 0 0,0 0 0 0 0,0 0-1 0 0,0 0 1 0 0,-3 12 0 0 0,7-18-151 0 0,-1 0 1 0 0,1 0-1 0 0,-1 0 0 0 0,1 0 1 0 0,0 0-1 0 0,-1 0 1 0 0,1 0-1 0 0,0 0 0 0 0,0 0 1 0 0,0 0-1 0 0,0 0 1 0 0,0 0-1 0 0,0 0 0 0 0,0 0 1 0 0,0 0-1 0 0,0 1 1 0 0,1-1-1 0 0,-1 0 0 0 0,0 0 1 0 0,1 0-1 0 0,-1 0 1 0 0,0 0-1 0 0,1 0 0 0 0,0 0 1 0 0,-1 0-1 0 0,1-1 1 0 0,-1 1-1 0 0,1 0 0 0 0,0 0 1 0 0,0 0-1 0 0,-1-1 1 0 0,1 1-1 0 0,0 0 0 0 0,0-1 1 0 0,0 1-1 0 0,0-1 1 0 0,0 1-1 0 0,0-1 0 0 0,0 1 1 0 0,0-1-1 0 0,0 0 1 0 0,0 1-1 0 0,0-1 0 0 0,0 0 1 0 0,0 0-1 0 0,0 0 1 0 0,0 0-1 0 0,0 0 0 0 0,1 0 1 0 0,0 0-1 0 0,9-1-89 0 0,0 0-1 0 0,-1 0 1 0 0,1-1-1 0 0,-1-1 1 0 0,1 0-1 0 0,15-7 1 0 0,62-32-617 0 0,-64 29 560 0 0,206-112-180 0 0,39-21-114 0 0,-95 52 412 0 0,-100 51 791 0 0,1 3-1 0 0,137-50 1 0 0,-206 88-706 0 0,39-10 119 0 0,-43 12-171 0 0,0-1 0 0 0,0 1 0 0 0,0 0 0 0 0,0-1 0 0 0,0 1 0 0 0,0 0 0 0 0,0 0 0 0 0,0 0 0 0 0,0 1 0 0 0,0-1-1 0 0,0 1 1 0 0,0-1 0 0 0,0 1 0 0 0,0-1 0 0 0,0 1 0 0 0,0 0 0 0 0,-1 0 0 0 0,3 1 0 0 0,-3-1 6 0 0,-1 0 1 0 0,1 0-1 0 0,-1 0 1 0 0,1 0-1 0 0,-1 0 1 0 0,0 0-1 0 0,0 0 1 0 0,1 0-1 0 0,-1 0 1 0 0,0 0-1 0 0,0 0 0 0 0,0 0 1 0 0,0 0-1 0 0,0 0 1 0 0,0 0-1 0 0,0 0 1 0 0,-1 0-1 0 0,1 0 1 0 0,0 0-1 0 0,0 0 1 0 0,-1 0-1 0 0,1 0 1 0 0,-2 1-1 0 0,-11 24 292 0 0,-22 21-158 0 0,-1 0 1 0 0,-70 67 0 0 0,63-69-115 0 0,-29 28 93 0 0,19-20-262 0 0,-85 109 0 0 0,136-159 129 0 0,0-1 1 0 0,0 1 0 0 0,0 0 0 0 0,1 1 0 0 0,-1-1 0 0 0,1 0-1 0 0,0 0 1 0 0,0 1 0 0 0,0-1 0 0 0,-1 5 0 0 0,2-7-11 0 0,0-1 1 0 0,0 1 0 0 0,0 0-1 0 0,0-1 1 0 0,0 1-1 0 0,1 0 1 0 0,-1-1 0 0 0,0 1-1 0 0,0 0 1 0 0,1-1 0 0 0,-1 1-1 0 0,0 0 1 0 0,0-1-1 0 0,1 1 1 0 0,-1-1 0 0 0,1 1-1 0 0,-1-1 1 0 0,1 1 0 0 0,-1-1-1 0 0,1 1 1 0 0,0 0-1 0 0,1 0-18 0 0,-1 0 0 0 0,1-1 0 0 0,-1 1 0 0 0,1-1 0 0 0,0 1-1 0 0,0-1 1 0 0,-1 0 0 0 0,1 1 0 0 0,0-1 0 0 0,-1 0 0 0 0,1 0-1 0 0,3-1 1 0 0,8 0-47 0 0,0-1-1 0 0,0-1 1 0 0,0 0-1 0 0,0-1 1 0 0,0 0-1 0 0,18-9 1 0 0,74-46-97 0 0,-33 17 257 0 0,-70 42-95 0 0,32-19 41 0 0,1 1 0 0 0,1 3 0 0 0,69-21 1 0 0,-104 35-43 0 0,0 1-1 0 0,-1 0 1 0 0,1-1 0 0 0,0 1 0 0 0,0 0 0 0 0,0 0 0 0 0,0 0 0 0 0,0 0 0 0 0,0 0 0 0 0,0 0 0 0 0,-1 0 0 0 0,1 0 0 0 0,0 0 0 0 0,0 0-1 0 0,0 0 1 0 0,0 0 0 0 0,0 1 0 0 0,-1-1 0 0 0,1 0 0 0 0,0 1 0 0 0,0-1 0 0 0,0 1 0 0 0,-1-1 0 0 0,1 1 0 0 0,0-1 0 0 0,-1 1 0 0 0,1-1 0 0 0,0 1-1 0 0,0 1 1 0 0,0 0 0 0 0,-1-1 0 0 0,1 1 0 0 0,-1 0 0 0 0,0 0-1 0 0,0 0 1 0 0,1-1 0 0 0,-1 1 0 0 0,-1 0 0 0 0,1 0-1 0 0,0 0 1 0 0,0 0 0 0 0,-1-1 0 0 0,0 4 0 0 0,-4 10 5 0 0,-1 0 0 0 0,-13 23 0 0 0,15-30 5 0 0,-92 157 470 0 0,60-108-135 0 0,3 2 1 0 0,-40 94-1 0 0,72-149-313 0 0,-1 0 0 0 0,1 0 0 0 0,0 0 0 0 0,0 0 1 0 0,0 1-1 0 0,0-1 0 0 0,1 1 0 0 0,0-1 0 0 0,0 0 0 0 0,0 1 0 0 0,0-1 1 0 0,1 0-1 0 0,0 1 0 0 0,1 5 0 0 0,-1-8-18 0 0,0 0 1 0 0,0 0-1 0 0,1 0 0 0 0,-1-1 1 0 0,0 1-1 0 0,1 0 0 0 0,-1-1 1 0 0,1 1-1 0 0,0-1 0 0 0,0 1 1 0 0,-1-1-1 0 0,1 0 0 0 0,0 0 1 0 0,0 0-1 0 0,0 0 0 0 0,0 0 1 0 0,0 0-1 0 0,0 0 0 0 0,1-1 1 0 0,-1 1-1 0 0,0-1 0 0 0,0 1 1 0 0,0-1-1 0 0,1 0 0 0 0,-1 0 1 0 0,0 0-1 0 0,0 0 0 0 0,1-1 1 0 0,2 0-1 0 0,12-1-148 0 0,0-1 0 0 0,0-1 0 0 0,0-1 0 0 0,-1 0 1 0 0,19-10-1 0 0,78-42-979 0 0,-102 51 1058 0 0,228-149-977 0 0,-32 17-243 0 0,-170 116 1116 0 0,1 3 1 0 0,0 1-1 0 0,74-23 0 0 0,-110 40 166 0 0,1 0 0 0 0,0 1-1 0 0,-1-1 1 0 0,1 1 0 0 0,0-1 0 0 0,-1 1-1 0 0,1 0 1 0 0,0 0 0 0 0,3 1 0 0 0,-5-1 0 0 0,0 0 0 0 0,0 1 0 0 0,0-1 1 0 0,-1 0-1 0 0,1 1 0 0 0,0-1 0 0 0,-1 0 0 0 0,1 1 1 0 0,0-1-1 0 0,-1 1 0 0 0,1-1 0 0 0,0 1 0 0 0,-1-1 1 0 0,1 1-1 0 0,-1 0 0 0 0,1-1 0 0 0,-1 1 0 0 0,1 0 1 0 0,-1-1-1 0 0,0 1 0 0 0,1 1 0 0 0,0 1 16 0 0,-1 1 0 0 0,0-1-1 0 0,0 1 1 0 0,0-1 0 0 0,0 1-1 0 0,0-1 1 0 0,-1 0 0 0 0,0 1 0 0 0,1-1-1 0 0,-1 0 1 0 0,-1 1 0 0 0,1-1-1 0 0,-3 5 1 0 0,-12 25 217 0 0,-1-1-1 0 0,-1 0 1 0 0,-2-2-1 0 0,-45 53 1 0 0,-110 95 1493 0 0,83-89-1399 0 0,84-81-332 0 0,-59 64 81 0 0,59-63-75 0 0,1 0 0 0 0,1 1 0 0 0,-1 0 0 0 0,2 0 0 0 0,-1 0 0 0 0,-4 14 0 0 0,9-23-14 0 0,1 1 0 0 0,-1-1 0 0 0,1 1 0 0 0,-1-1 0 0 0,1 1 0 0 0,0-1 0 0 0,-1 1 0 0 0,1-1 0 0 0,0 1 0 0 0,0-1 0 0 0,0 1 0 0 0,0-1-1 0 0,0 1 1 0 0,1-1 0 0 0,-1 1 0 0 0,0-1 0 0 0,1 1 0 0 0,-1-1 0 0 0,1 0 0 0 0,-1 1 0 0 0,2 1 0 0 0,-1-2-7 0 0,0 0 1 0 0,0 0-1 0 0,0 0 0 0 0,1-1 1 0 0,-1 1-1 0 0,0 0 1 0 0,0-1-1 0 0,1 1 0 0 0,-1-1 1 0 0,0 0-1 0 0,0 1 0 0 0,1-1 1 0 0,-1 0-1 0 0,0 0 0 0 0,1 0 1 0 0,-1 0-1 0 0,1 0 1 0 0,-1 0-1 0 0,2 0 0 0 0,5-2-165 0 0,0 1 0 0 0,-1-1 0 0 0,1-1 0 0 0,0 1 0 0 0,-1-1 0 0 0,12-7 0 0 0,290-178-1738 0 0,-110 64 1098 0 0,-188 118 958 0 0,0 0 0 0 0,0 1 0 0 0,0 0 0 0 0,0 1 0 0 0,23-6 0 0 0,-32 10-118 0 0,0-1-1 0 0,-1 1 0 0 0,1-1 0 0 0,0 1 0 0 0,0 0 1 0 0,0 0-1 0 0,-1 0 0 0 0,1 0 0 0 0,0 0 0 0 0,0 0 1 0 0,-1 0-1 0 0,1 0 0 0 0,0 1 0 0 0,0-1 0 0 0,-1 1 1 0 0,1-1-1 0 0,0 1 0 0 0,-1 0 0 0 0,1 0 0 0 0,0 0 1 0 0,-1 0-1 0 0,1 0 0 0 0,-1 0 0 0 0,0 0 0 0 0,1 0 1 0 0,-1 0-1 0 0,0 1 0 0 0,0-1 0 0 0,0 0 0 0 0,0 1 1 0 0,0-1-1 0 0,0 1 0 0 0,0 0 0 0 0,0-1 0 0 0,0 1 0 0 0,-1 0 1 0 0,1-1-1 0 0,-1 1 0 0 0,1 0 0 0 0,-1 0 0 0 0,0-1 1 0 0,0 1-1 0 0,0 0 0 0 0,0 0 0 0 0,0 0 0 0 0,0-1 1 0 0,0 1-1 0 0,-1 3 0 0 0,-1 9 149 0 0,-1 0-1 0 0,0 0 1 0 0,0 0-1 0 0,-2 0 1 0 0,0-1 0 0 0,-10 21-1 0 0,-50 78 527 0 0,45-79-473 0 0,-104 151 793 0 0,21-32 120 0 0,100-146-1057 0 0,-1-1 0 0 0,1 1 1 0 0,0 1-1 0 0,0-1 0 0 0,-3 11 0 0 0,6-16-80 0 0,0-1-1 0 0,-1 1 1 0 0,1 0 0 0 0,0 0 0 0 0,0 0-1 0 0,0 0 1 0 0,0 0 0 0 0,0 0 0 0 0,0 0-1 0 0,0 0 1 0 0,1 0 0 0 0,-1 0 0 0 0,0 0-1 0 0,1 0 1 0 0,-1 0 0 0 0,0 0 0 0 0,1-1-1 0 0,-1 1 1 0 0,1 0 0 0 0,-1 0 0 0 0,1 0-1 0 0,-1-1 1 0 0,1 1 0 0 0,0 0 0 0 0,-1 0-1 0 0,1-1 1 0 0,0 1 0 0 0,0-1 0 0 0,0 1-1 0 0,-1-1 1 0 0,1 1 0 0 0,0-1 0 0 0,0 1-1 0 0,0-1 1 0 0,0 0 0 0 0,0 1 0 0 0,0-1-1 0 0,0 0 1 0 0,0 0 0 0 0,0 0 0 0 0,0 0 0 0 0,0 0-1 0 0,-1 0 1 0 0,1 0 0 0 0,0 0 0 0 0,0 0-1 0 0,2-1 1 0 0,9 0-242 0 0,-1 0 0 0 0,0 0 1 0 0,0-1-1 0 0,1-1 0 0 0,-1 0 0 0 0,20-9 0 0 0,64-36-1583 0 0,-55 27 1457 0 0,-1 1-39 0 0,1 2 0 0 0,74-22 1 0 0,-91 33 466 0 0,1 2 1 0 0,0 1 0 0 0,0 0 0 0 0,0 2 0 0 0,1 1 0 0 0,37 3-1 0 0,-57-1-14 0 0,1-1 0 0 0,-1 1 0 0 0,0 0 0 0 0,1 0 0 0 0,-1 1 0 0 0,0 0 0 0 0,0 0 0 0 0,0 0 0 0 0,0 0 0 0 0,0 1 0 0 0,0 0 0 0 0,-1 0 0 0 0,0 0 0 0 0,1 1 0 0 0,-1-1-1 0 0,0 1 1 0 0,-1 0 0 0 0,1 0 0 0 0,4 6 0 0 0,-4-2 84 0 0,-1-1 0 0 0,0 0-1 0 0,0 1 1 0 0,0-1 0 0 0,-1 1 0 0 0,0 0-1 0 0,-1 0 1 0 0,1 0 0 0 0,-2 0 0 0 0,1 0-1 0 0,-1 0 1 0 0,-1 13 0 0 0,-5 18 414 0 0,0 0 1 0 0,-3-1-1 0 0,-14 39 1 0 0,11-37-60 0 0,1 0 1 0 0,-8 62-1 0 0,19-100-491 0 0,-1 1 0 0 0,1-1-1 0 0,0 1 1 0 0,0-1 0 0 0,0 1-1 0 0,0-1 1 0 0,0 1 0 0 0,1-1-1 0 0,-1 1 1 0 0,1-1 0 0 0,0 0 0 0 0,-1 1-1 0 0,1-1 1 0 0,0 0 0 0 0,0 1-1 0 0,1-1 1 0 0,-1 0 0 0 0,0 0-1 0 0,1 0 1 0 0,-1 0 0 0 0,1 0-1 0 0,0 0 1 0 0,0-1 0 0 0,-1 1-1 0 0,1-1 1 0 0,0 1 0 0 0,1-1-1 0 0,-1 1 1 0 0,0-1 0 0 0,0 0-1 0 0,0 0 1 0 0,1 0 0 0 0,-1-1 0 0 0,1 1-1 0 0,-1 0 1 0 0,0-1 0 0 0,1 1-1 0 0,3-1 1 0 0,10 1-326 0 0,-1-1 0 0 0,1 0 1 0 0,0-1-1 0 0,29-7 0 0 0,-32 6 127 0 0,127-26-1542 0 0,-60 11 1670 0 0,84-6 0 0 0,-157 22 120 0 0,1 1 1 0 0,-1 0-1 0 0,1 0 1 0 0,-1 1-1 0 0,1 0 1 0 0,-1 0-1 0 0,0 1 1 0 0,1 0-1 0 0,-1 0 1 0 0,0 0-1 0 0,0 1 1 0 0,8 5-1 0 0,-11-5-16 0 0,-1-1 0 0 0,1 1-1 0 0,-1-1 1 0 0,0 1 0 0 0,0 0-1 0 0,0 1 1 0 0,0-1 0 0 0,-1 0-1 0 0,0 1 1 0 0,1-1 0 0 0,-1 1-1 0 0,0 0 1 0 0,-1 0-1 0 0,1 0 1 0 0,-1 0 0 0 0,1 0-1 0 0,-1 0 1 0 0,0 0 0 0 0,-1 0-1 0 0,1 0 1 0 0,-1 1 0 0 0,0-1-1 0 0,0 5 1 0 0,-2 11 230 0 0,-1 0 0 0 0,0 1 1 0 0,-2-1-1 0 0,0-1 0 0 0,-1 1 0 0 0,-16 34 0 0 0,-66 108 1246 0 0,74-138-1332 0 0,-169 283 834 0 0,179-300-1154 0 0,0 0-1 0 0,0 0 1 0 0,1 1-1 0 0,1-1 1 0 0,-4 14-1 0 0,5-19 106 0 0,1-1-1 0 0,0 0 0 0 0,0 0 0 0 0,0 0 0 0 0,0 1 0 0 0,0-1 0 0 0,0 0 1 0 0,0 0-1 0 0,0 1 0 0 0,0-1 0 0 0,1 0 0 0 0,-1 0 0 0 0,0 0 1 0 0,1 1-1 0 0,-1-1 0 0 0,1 0 0 0 0,-1 0 0 0 0,1 0 0 0 0,0 0 1 0 0,-1 0-1 0 0,1 0 0 0 0,0 0 0 0 0,0 0 0 0 0,0 0 0 0 0,0 0 1 0 0,0-1-1 0 0,0 1 0 0 0,0 0 0 0 0,0-1 0 0 0,0 1 0 0 0,0 0 0 0 0,0-1 1 0 0,0 1-1 0 0,0-1 0 0 0,1 0 0 0 0,-1 1 0 0 0,0-1 0 0 0,0 0 1 0 0,0 0-1 0 0,1 0 0 0 0,-1 0 0 0 0,0 0 0 0 0,0 0 0 0 0,1 0 1 0 0,1 0-1 0 0,12-1-236 0 0,1-1 0 0 0,-1 0 1 0 0,0-1-1 0 0,0 0 1 0 0,0-1-1 0 0,0-1 0 0 0,14-7 1 0 0,101-55 372 0 0,-76 38-34 0 0,-2 2 435 0 0,2 2-1 0 0,0 2 0 0 0,2 3 1 0 0,0 2-1 0 0,1 3 0 0 0,89-12 1 0 0,-140 26-402 0 0,-1 1 1 0 0,0-1-1 0 0,1 1 1 0 0,-1 1-1 0 0,0-1 1 0 0,1 1-1 0 0,-1 0 1 0 0,0 0-1 0 0,0 0 1 0 0,6 3-1 0 0,-10-3-60 0 0,1 0-1 0 0,0 0 0 0 0,0 0 0 0 0,0 0 0 0 0,-1 1 0 0 0,1-1 0 0 0,-1 0 0 0 0,1 1 1 0 0,-1-1-1 0 0,0 1 0 0 0,1 0 0 0 0,-1-1 0 0 0,0 1 0 0 0,0 0 0 0 0,0 0 0 0 0,0 0 1 0 0,-1 0-1 0 0,1 0 0 0 0,0 0 0 0 0,-1 0 0 0 0,1 0 0 0 0,-1 0 0 0 0,0 0 0 0 0,0 0 1 0 0,0 0-1 0 0,0 0 0 0 0,0 0 0 0 0,-1 3 0 0 0,-1 9-45 0 0,-1 0 1 0 0,0 0-1 0 0,-1-1 0 0 0,0 1 0 0 0,-2-1 1 0 0,1 0-1 0 0,-1 0 0 0 0,-15 21 1 0 0,-74 91 665 0 0,81-108-552 0 0,-6 5 44 0 0,15-17-151 0 0,0 0 0 0 0,0 0 0 0 0,0 0 0 0 0,0 1-1 0 0,1 0 1 0 0,0 0 0 0 0,1 0 0 0 0,-6 11 0 0 0,10-16 16 0 0,-1-1-1 0 0,0 1 1 0 0,1-1 0 0 0,-1 0 0 0 0,0 0-1 0 0,1 1 1 0 0,-1-1 0 0 0,0 0 0 0 0,1 0-1 0 0,-1 1 1 0 0,1-1 0 0 0,-1 0 0 0 0,1 0-1 0 0,-1 0 1 0 0,1 0 0 0 0,-1 0 0 0 0,1 1-1 0 0,-1-1 1 0 0,0 0 0 0 0,1 0 0 0 0,-1 0-1 0 0,1 0 1 0 0,-1-1 0 0 0,1 1 0 0 0,-1 0-1 0 0,1 0 1 0 0,-1 0 0 0 0,1 0 0 0 0,-1 0-1 0 0,1-1 1 0 0,-1 1 0 0 0,0 0 0 0 0,1 0-1 0 0,0-1 1 0 0,21-6-379 0 0,-21 7 344 0 0,110-43-1377 0 0,-48 18 1026 0 0,91-25 1 0 0,-135 45 376 0 0,1 1 1 0 0,-1 1 0 0 0,1 1 0 0 0,0 1-1 0 0,0 0 1 0 0,0 2 0 0 0,0 0-1 0 0,0 1 1 0 0,24 6 0 0 0,-37-6 56 0 0,1 0 1 0 0,0 1 0 0 0,-1-1-1 0 0,1 2 1 0 0,-1-1 0 0 0,0 1-1 0 0,0 0 1 0 0,-1 1 0 0 0,1 0-1 0 0,-1 0 1 0 0,0 0 0 0 0,0 1-1 0 0,0-1 1 0 0,-1 2 0 0 0,0-1-1 0 0,0 0 1 0 0,6 13-1 0 0,-7-10 46 0 0,0 1-1 0 0,0 0 0 0 0,-1 0 1 0 0,0 0-1 0 0,-1 0 0 0 0,0 0 1 0 0,-1 1-1 0 0,0-1 0 0 0,-1 0 0 0 0,0 1 1 0 0,0-1-1 0 0,-1 1 0 0 0,-3 11 1 0 0,0-1 1 0 0,-2 1 0 0 0,0-1 0 0 0,-2-1 0 0 0,0 0 0 0 0,-1 0 0 0 0,-18 30 1 0 0,-83 99 55 0 0,-1 3 63 0 0,108-147-259 0 0,-2 2 74 0 0,1 1 0 0 0,0-1 1 0 0,0 1-1 0 0,-4 14 0 0 0,7-21-56 0 0,1 0 0 0 0,0 0 0 0 0,-1 0-1 0 0,1 0 1 0 0,0 0 0 0 0,0 0 0 0 0,0 0 0 0 0,0 0-1 0 0,0 0 1 0 0,0 0 0 0 0,0 0 0 0 0,0 0-1 0 0,0 0 1 0 0,0 0 0 0 0,1 0 0 0 0,-1 0 0 0 0,0 0-1 0 0,1 0 1 0 0,-1 0 0 0 0,1 0 0 0 0,-1 0-1 0 0,1 0 1 0 0,-1 0 0 0 0,1-1 0 0 0,0 1 0 0 0,-1 0-1 0 0,1 0 1 0 0,0-1 0 0 0,0 1 0 0 0,0 0-1 0 0,-1-1 1 0 0,1 1 0 0 0,0-1 0 0 0,0 1 0 0 0,0-1-1 0 0,0 1 1 0 0,0-1 0 0 0,0 0 0 0 0,0 1-1 0 0,0-1 1 0 0,0 0 0 0 0,0 0 0 0 0,0 0 0 0 0,0 0-1 0 0,0 0 1 0 0,0 0 0 0 0,0 0 0 0 0,0 0-1 0 0,2-1 1 0 0,14-1-251 0 0,0-1 0 0 0,-1 0-1 0 0,1-2 1 0 0,0 0-1 0 0,-1-1 1 0 0,0 0 0 0 0,24-14-1 0 0,7-2-37 0 0,-21 11 198 0 0,17-8 62 0 0,52-14-1 0 0,-83 29 64 0 0,1 1-1 0 0,-1 1 1 0 0,1 0 0 0 0,0 0 0 0 0,0 2 0 0 0,-1-1-1 0 0,1 2 1 0 0,0-1 0 0 0,14 4 0 0 0,-24-3-20 0 0,0-1 0 0 0,-1 1 0 0 0,1 0 0 0 0,0 0-1 0 0,-1 0 1 0 0,1 0 0 0 0,-1 0 0 0 0,1 1 0 0 0,-1-1 0 0 0,1 1 0 0 0,-1 0 0 0 0,0 0 0 0 0,0 0 0 0 0,0 0 0 0 0,0 0 0 0 0,0 0 0 0 0,0 0 0 0 0,2 5 0 0 0,-2-3-31 0 0,-1 1 1 0 0,1-1 0 0 0,-1 0-1 0 0,0 0 1 0 0,0 1-1 0 0,-1-1 1 0 0,1 1-1 0 0,-1-1 1 0 0,0 0 0 0 0,0 1-1 0 0,-1 4 1 0 0,-2 8 33 0 0,-1-1 0 0 0,0 0 0 0 0,-1 0 0 0 0,-1 0 0 0 0,-9 19 0 0 0,-9 9 576 0 0,-2-2 0 0 0,-47 61 0 0 0,39-59 208 0 0,-41 73 0 0 0,73-114-737 0 0,1 0-1 0 0,-1 0 1 0 0,1 1 0 0 0,-1-1-1 0 0,1 1 1 0 0,0-1 0 0 0,1 1-1 0 0,-1-1 1 0 0,0 1 0 0 0,1-1 0 0 0,0 7-1 0 0,0-8-54 0 0,1-1 1 0 0,-1 0-1 0 0,0 0 0 0 0,1 0 0 0 0,0 1 1 0 0,-1-1-1 0 0,1 0 0 0 0,-1 0 0 0 0,1 0 0 0 0,0 0 1 0 0,0 0-1 0 0,0 0 0 0 0,0 0 0 0 0,0-1 0 0 0,0 1 1 0 0,0 0-1 0 0,0 0 0 0 0,0-1 0 0 0,0 1 1 0 0,0 0-1 0 0,0-1 0 0 0,0 0 0 0 0,1 1 0 0 0,-1-1 1 0 0,0 1-1 0 0,0-1 0 0 0,1 0 0 0 0,-1 0 0 0 0,0 0 1 0 0,0 0-1 0 0,1 0 0 0 0,-1 0 0 0 0,0 0 1 0 0,0 0-1 0 0,3-1 0 0 0,18-2-386 0 0,1 0 1 0 0,-1-2-1 0 0,41-14 1 0 0,-34 10-49 0 0,40-8 0 0 0,-59 15 450 0 0,0 1-1 0 0,0 1 0 0 0,1-1 1 0 0,-1 1-1 0 0,0 1 0 0 0,0 0 1 0 0,0 0-1 0 0,11 4 0 0 0,-18-4-12 0 0,0 0-1 0 0,1 0 1 0 0,-1 0-1 0 0,0 0 1 0 0,0 1-1 0 0,0-1 0 0 0,0 1 1 0 0,0 0-1 0 0,-1 0 1 0 0,1 0-1 0 0,0 0 1 0 0,-1 1-1 0 0,0-1 0 0 0,1 1 1 0 0,-1-1-1 0 0,0 1 1 0 0,0 0-1 0 0,0 0 0 0 0,1 3 1 0 0,-1-1 55 0 0,-1 0 0 0 0,0 0-1 0 0,1 0 1 0 0,-2 0 0 0 0,1 0 0 0 0,-1 0 0 0 0,1 0 0 0 0,-1 0 0 0 0,-1 0-1 0 0,1 1 1 0 0,-2 6 0 0 0,-3 5 109 0 0,1 0 0 0 0,-2-1 0 0 0,0 0 0 0 0,-2 0 0 0 0,1 0 0 0 0,-15 20 0 0 0,-16 16 188 0 0,-3-2 0 0 0,-86 83 0 0 0,43-48-133 0 0,54-56-249 0 0,20-21-3 0 0,1 1 1 0 0,-1 0-1 0 0,2 0 0 0 0,0 1 0 0 0,0 0 0 0 0,-9 17 0 0 0,16-27 20 0 0,1 0-1 0 0,0 0 1 0 0,0 0 0 0 0,0 1-1 0 0,0-1 1 0 0,0 0-1 0 0,0 0 1 0 0,0 0 0 0 0,0 0-1 0 0,0 1 1 0 0,0-1-1 0 0,0 0 1 0 0,0 0 0 0 0,0 0-1 0 0,0 1 1 0 0,0-1-1 0 0,0 0 1 0 0,0 0 0 0 0,0 0-1 0 0,0 0 1 0 0,0 1-1 0 0,0-1 1 0 0,0 0 0 0 0,0 0-1 0 0,0 0 1 0 0,1 1-22 0 0,1 0-321 0 0,11 0-239 0 0,14-7-354 0 0,-26 6 893 0 0,202-64-3967 0 0,2-1 4007 0 0,-182 59 134 0 0,23-6 348 0 0,57-6 1 0 0,-90 16-359 0 0,0 1 0 0 0,-1 0 0 0 0,1 1 0 0 0,-1 1 0 0 0,1 0 0 0 0,0 1 1 0 0,-1 0-1 0 0,0 1 0 0 0,22 7 0 0 0,-31-9-71 0 0,0 1 1 0 0,0 0-1 0 0,0-1 1 0 0,0 1-1 0 0,0 0 1 0 0,-1 0-1 0 0,1 0 1 0 0,0 1-1 0 0,-1-1 1 0 0,0 1-1 0 0,0-1 1 0 0,1 1-1 0 0,-1 0 0 0 0,-1 0 1 0 0,1 0-1 0 0,0 0 1 0 0,1 4-1 0 0,-1-1 35 0 0,-1-1 0 0 0,0 0 0 0 0,0 1 0 0 0,-1-1 0 0 0,1 1 0 0 0,-1-1 0 0 0,0 1 0 0 0,-1-1 0 0 0,1 0 0 0 0,-2 6 0 0 0,-3 7 167 0 0,0-1-1 0 0,-1 0 1 0 0,-1 0 0 0 0,0-1-1 0 0,-15 25 1 0 0,1-8 75 0 0,-1-2 1 0 0,-1-1-1 0 0,-43 42 1 0 0,-89 70 204 0 0,5-6-80 0 0,143-130-391 0 0,3-3-90 0 0,1 0 1 0 0,-1 1 0 0 0,1-1 0 0 0,0 1-1 0 0,0-1 1 0 0,1 1 0 0 0,-1 0-1 0 0,1 0 1 0 0,-3 5 0 0 0,9-9-215 0 0,-1-1-1 0 0,1 1 1 0 0,-1-1 0 0 0,0 0-1 0 0,1 0 1 0 0,-1 0-1 0 0,0 0 1 0 0,6-3 0 0 0,25-15-71 0 0,-24 13 392 0 0,0 1 0 0 0,0 0 0 0 0,1 0 0 0 0,0 1 1 0 0,13-4-1 0 0,-24 8-56 0 0,0 0 1 0 0,1 0-1 0 0,-1 0 1 0 0,0-1-1 0 0,0 1 0 0 0,0 0 1 0 0,1 0-1 0 0,-1 0 1 0 0,0 0-1 0 0,0 0 1 0 0,0 0-1 0 0,1 0 1 0 0,-1 0-1 0 0,0 0 0 0 0,0 0 1 0 0,1 0-1 0 0,-1 0 1 0 0,0 0-1 0 0,0 0 1 0 0,0 0-1 0 0,1 0 1 0 0,-1 0-1 0 0,0 0 0 0 0,0 0 1 0 0,1 0-1 0 0,-1 1 1 0 0,0-1-1 0 0,0 0 1 0 0,0 0-1 0 0,0 0 1 0 0,1 0-1 0 0,-1 0 0 0 0,0 1 1 0 0,0-1-1 0 0,0 0 1 0 0,0 0-1 0 0,1 0 1 0 0,-1 0-1 0 0,0 1 1 0 0,0-1-1 0 0,0 0 0 0 0,0 0 1 0 0,0 0-1 0 0,0 1 1 0 0,0-1-1 0 0,-6 12 11 0 0,-18 12-21 0 0,24-23 12 0 0,-36 31 124 0 0,-1-3 0 0 0,-1-1 0 0 0,-50 28 0 0 0,-131 57 381 0 0,210-109-518 0 0,-22 11-418 0 0,-44 14 1 0 0,67-27 349 0 0,0 1 1 0 0,0-1 0 0 0,0-1 0 0 0,0 1-1 0 0,-1-1 1 0 0,1-1 0 0 0,-1 0 0 0 0,1 0-1 0 0,-1 0 1 0 0,1-1 0 0 0,-10-2 0 0 0,16 2 11 0 0,1 1 0 0 0,-1-1 0 0 0,0 1 1 0 0,1-1-1 0 0,-1 0 0 0 0,0 0 0 0 0,1 0 1 0 0,-1 1-1 0 0,1-1 0 0 0,-1-1 1 0 0,1 1-1 0 0,0 0 0 0 0,-1 0 0 0 0,1 0 1 0 0,0-1-1 0 0,0 1 0 0 0,0-1 0 0 0,0 1 1 0 0,0-1-1 0 0,0 1 0 0 0,-1-4 1 0 0,2 2-37 0 0,-1 1 1 0 0,1-1 0 0 0,0 0 0 0 0,0 1 0 0 0,0-1 0 0 0,0 0 0 0 0,0 1-1 0 0,1-1 1 0 0,-1 0 0 0 0,1 1 0 0 0,0-1 0 0 0,0 1 0 0 0,1-3 0 0 0,3-6-123 0 0,1 0 0 0 0,0 1 1 0 0,0 0-1 0 0,1 0 1 0 0,11-11-1 0 0,72-70 833 0 0,-80 83-474 0 0,0-1 1 0 0,1 1-1 0 0,0 1 1 0 0,1 0 0 0 0,-1 1-1 0 0,1 0 1 0 0,19-6 0 0 0,-29 11-131 0 0,0 0 0 0 0,0 0 1 0 0,1 1-1 0 0,-1-1 0 0 0,0 1 0 0 0,0-1 1 0 0,0 1-1 0 0,0 0 0 0 0,0 0 1 0 0,1 0-1 0 0,-1 0 0 0 0,0 0 0 0 0,0 1 1 0 0,0-1-1 0 0,0 1 0 0 0,0-1 1 0 0,0 1-1 0 0,0 0 0 0 0,0 0 0 0 0,0 0 1 0 0,0 0-1 0 0,3 2 0 0 0,-4-1 13 0 0,1 0-1 0 0,-1 0 0 0 0,1 0 0 0 0,-1 0 1 0 0,0 0-1 0 0,0 1 0 0 0,0-1 1 0 0,0 1-1 0 0,0-1 0 0 0,-1 0 0 0 0,1 1 1 0 0,-1 0-1 0 0,1-1 0 0 0,-1 1 0 0 0,0-1 1 0 0,0 3-1 0 0,-1 10 111 0 0,-1-1-1 0 0,0 0 1 0 0,-1 0 0 0 0,0 0 0 0 0,-8 20-1 0 0,-1-6 130 0 0,-1-1 0 0 0,-2 0 1 0 0,0-2-1 0 0,-2 1 0 0 0,0-2 0 0 0,-22 24 0 0 0,-134 126 536 0 0,170-171-783 0 0,-192 171 624 0 0,152-139-313 0 0,-1-3 1 0 0,-85 48-1 0 0,112-72-340 0 0,-1 0 0 0 0,0 0 0 0 0,0-2 0 0 0,-1-1 0 0 0,1 0 0 0 0,-29 3 0 0 0,41-7-176 0 0,-1-1 0 0 0,0 0-1 0 0,1 0 1 0 0,-1 0 0 0 0,1-1-1 0 0,-1 0 1 0 0,1-1-1 0 0,-1 1 1 0 0,-11-6 0 0 0,14 5-30 0 0,1 0 0 0 0,-1 0 0 0 0,1 0 0 0 0,-1-1 0 0 0,1 0-1 0 0,0 1 1 0 0,0-1 0 0 0,0 0 0 0 0,1 0 0 0 0,-1-1 0 0 0,1 1 0 0 0,-1-1 0 0 0,1 1 0 0 0,0-1 0 0 0,1 0 0 0 0,-1 0 0 0 0,-1-4 0 0 0,1-1 156 0 0,0 0-1 0 0,1 0 1 0 0,0 0 0 0 0,0 0-1 0 0,1 0 1 0 0,0-1 0 0 0,1 1 0 0 0,0 0-1 0 0,0 0 1 0 0,4-12 0 0 0,0 2 208 0 0,1 0-1 0 0,1 1 1 0 0,16-33 0 0 0,-62 90 1800 0 0,-58 42 0 0 0,56-50-1680 0 0,-2-2 0 0 0,-2-2 0 0 0,0-1 0 0 0,-1-3 0 0 0,-2-2 0 0 0,0-2 0 0 0,-1-2 0 0 0,-1-3 0 0 0,0-1 0 0 0,-66 7 0 0 0,88-17-439 0 0,1-1 1 0 0,-1-1-1 0 0,1-2 1 0 0,0-1-1 0 0,-1-1 1 0 0,1-1-1 0 0,0-2 1 0 0,1 0-1 0 0,-1-2 1 0 0,-45-20-1 0 0,55 20-182 0 0,1-1 0 0 0,1 0-1 0 0,-1-2 1 0 0,2 1 0 0 0,-1-2-1 0 0,2 0 1 0 0,-1 0 0 0 0,2-1-1 0 0,0-1 1 0 0,0 0 0 0 0,1-1-1 0 0,1 0 1 0 0,0 0 0 0 0,2-1-1 0 0,-1-1 1 0 0,2 1 0 0 0,-7-22-1 0 0,8 15 190 0 0,1 0-1 0 0,1 0 0 0 0,1-1 0 0 0,1 1 0 0 0,1-1 0 0 0,1 0 0 0 0,1 1 0 0 0,1-1 0 0 0,1 0 0 0 0,1 1 0 0 0,12-40 0 0 0,10-9 762 0 0,3 0 1 0 0,48-85-1 0 0,-11 23 369 0 0,-66 134-943 0 0,1 0-1 0 0,-1-1 1 0 0,0 1-1 0 0,0 0 0 0 0,0 0 1 0 0,0 0-1 0 0,0 0 1 0 0,0 0-1 0 0,0-1 1 0 0,0 1-1 0 0,1 0 0 0 0,-1 0 1 0 0,0 0-1 0 0,0 0 1 0 0,0-1-1 0 0,0 1 1 0 0,0 0-1 0 0,0 0 0 0 0,0 0 1 0 0,0-1-1 0 0,0 1 1 0 0,0 0-1 0 0,0 0 1 0 0,0 0-1 0 0,0 0 0 0 0,0-1 1 0 0,0 1-1 0 0,0 0 1 0 0,-1 0-1 0 0,1 0 1 0 0,0 0-1 0 0,0-1 0 0 0,0 1 1 0 0,0 0-1 0 0,0 0 1 0 0,0 0-1 0 0,0 0 1 0 0,0 0-1 0 0,-1-1 0 0 0,1 1 1 0 0,0 0-1 0 0,0 0 1 0 0,0 0-1 0 0,0 0 1 0 0,-1 0-1 0 0,1 0 0 0 0,0 0 1 0 0,0 0-1 0 0,0 0 1 0 0,0 0-1 0 0,-1-1 1 0 0,1 1-1 0 0,0 0 1 0 0,0 0-1 0 0,0 0 0 0 0,0 0 1 0 0,-1 0-1 0 0,1 0 1 0 0,-18 6 568 0 0,-19 12 177 0 0,-120 86 616 0 0,102-65-1043 0 0,-103 56 0 0 0,67-54 184 0 0,-2-4-1 0 0,-183 48 1 0 0,253-80-600 0 0,-1 0 1 0 0,1-1-1 0 0,-1-2 0 0 0,1 0 0 0 0,-1-1 0 0 0,0-2 1 0 0,-39-5-1 0 0,55 5-11 0 0,1-1 0 0 0,-1 0 0 0 0,1 0-1 0 0,-1-1 1 0 0,1 0 0 0 0,0 0 0 0 0,0-1 0 0 0,0 0 0 0 0,0 0 0 0 0,1 0 0 0 0,-1-1 0 0 0,1 0 0 0 0,0 0-1 0 0,1-1 1 0 0,-1 1 0 0 0,1-1 0 0 0,0-1 0 0 0,1 1 0 0 0,0-1 0 0 0,0 1 0 0 0,0-1 0 0 0,0 0 0 0 0,1-1-1 0 0,1 1 1 0 0,-1 0 0 0 0,-2-14 0 0 0,2 1-48 0 0,1 0 0 0 0,1 0 0 0 0,1 0 0 0 0,0-1 0 0 0,2 1 1 0 0,0 0-1 0 0,1 0 0 0 0,10-34 0 0 0,-1 15-176 0 0,2 1-1 0 0,1 0 1 0 0,27-47 0 0 0,38-37 410 0 0,-80 122-78 0 0,0 0 1 0 0,0 0-1 0 0,1 0 1 0 0,-1 0-1 0 0,0-1 1 0 0,0 1-1 0 0,0 0 1 0 0,0 0-1 0 0,0 0 1 0 0,1-1 0 0 0,-1 1-1 0 0,0 0 1 0 0,0 0-1 0 0,0-1 1 0 0,0 1-1 0 0,0 0 1 0 0,0 0-1 0 0,0-1 1 0 0,0 1-1 0 0,0 0 1 0 0,0 0 0 0 0,0-1-1 0 0,0 1 1 0 0,0 0-1 0 0,0 0 1 0 0,0-1-1 0 0,0 1 1 0 0,0 0-1 0 0,0 0 1 0 0,0-1-1 0 0,-1 1 1 0 0,1 0-1 0 0,0 0 1 0 0,0-1 0 0 0,0 1-1 0 0,0 0 1 0 0,0 0-1 0 0,-1 0 1 0 0,1-1-1 0 0,0 1 1 0 0,0 0-1 0 0,0 0 1 0 0,-1 0-1 0 0,1 0 1 0 0,0 0-1 0 0,0-1 1 0 0,-1 1 0 0 0,-16 1 432 0 0,-21 9 142 0 0,-40 21 401 0 0,-116 64-1 0 0,-48 21 101 0 0,218-107-958 0 0,-116 40 730 0 0,121-44-664 0 0,0 0 0 0 0,0-2 0 0 0,0 0 0 0 0,-1-1 0 0 0,-28-1 0 0 0,42-1-211 0 0,0-1 1 0 0,0 0 0 0 0,1 0 0 0 0,-1 0-1 0 0,0 0 1 0 0,0-1 0 0 0,1 0 0 0 0,-1 0-1 0 0,1-1 1 0 0,0 0 0 0 0,0 0-1 0 0,0 0 1 0 0,0 0 0 0 0,0-1 0 0 0,1 1-1 0 0,-1-1 1 0 0,1-1 0 0 0,-7-8 0 0 0,7 7-108 0 0,0-1 0 0 0,1 0 1 0 0,-1 0-1 0 0,1 0 0 0 0,1 0 1 0 0,-1 0-1 0 0,1-1 0 0 0,1 1 1 0 0,-1-1-1 0 0,1 0 1 0 0,1 1-1 0 0,-1-1 0 0 0,1 0 1 0 0,2-8-1 0 0,1-10-246 0 0,1 1 0 0 0,2-1 0 0 0,0 0 0 0 0,18-41 0 0 0,51-95-1368 0 0,-67 147 1535 0 0,91-159-622 0 0,-79 145 695 0 0,1 2 1 0 0,1 0-1 0 0,44-41 1 0 0,-57 60 302 0 0,0 0 0 0 0,0 1 1 0 0,0 0-1 0 0,1 1 1 0 0,0 0-1 0 0,0 0 1 0 0,1 1-1 0 0,0 0 0 0 0,15-4 1 0 0,-26 9-160 0 0,0 0-1 0 0,0 0 1 0 0,0 0-1 0 0,0 0 1 0 0,1 0 0 0 0,-1-1-1 0 0,0 1 1 0 0,0 0 0 0 0,0 0-1 0 0,1 0 1 0 0,-1 0 0 0 0,0 0-1 0 0,0 0 1 0 0,0 0-1 0 0,1 0 1 0 0,-1 0 0 0 0,0 0-1 0 0,0 0 1 0 0,1 0 0 0 0,-1 0-1 0 0,0 0 1 0 0,0 0 0 0 0,0 0-1 0 0,1 0 1 0 0,-1 1 0 0 0,0-1-1 0 0,0 0 1 0 0,0 0-1 0 0,1 0 1 0 0,-1 0 0 0 0,0 0-1 0 0,0 0 1 0 0,0 1 0 0 0,0-1-1 0 0,0 0 1 0 0,1 0 0 0 0,-1 0-1 0 0,0 0 1 0 0,0 1-1 0 0,0-1 1 0 0,-6 9 441 0 0,-13 7 54 0 0,-18 9 334 0 0,-2-2-1 0 0,-42 20 0 0 0,59-33-564 0 0,0-1 1 0 0,-1-1 0 0 0,0-1-1 0 0,0-1 1 0 0,-37 5-1 0 0,54-10-246 0 0,-1 0 1 0 0,0-1-1 0 0,0 0 0 0 0,0-1 1 0 0,0 1-1 0 0,0-1 0 0 0,0 0 0 0 0,0-1 1 0 0,1 0-1 0 0,-1 0 0 0 0,0 0 1 0 0,-7-5-1 0 0,10 5-121 0 0,0-1 0 0 0,0 0 0 0 0,0-1-1 0 0,0 1 1 0 0,1-1 0 0 0,0 1 0 0 0,-1-1 0 0 0,1 0 0 0 0,0 0 0 0 0,1-1 0 0 0,-1 1 0 0 0,1-1 0 0 0,0 1 0 0 0,0-1 0 0 0,0 0-1 0 0,1 1 1 0 0,-2-9 0 0 0,0-7-543 0 0,0-1-1 0 0,2 0 0 0 0,0 1 0 0 0,1-1 1 0 0,2 0-1 0 0,0 1 0 0 0,8-37 1 0 0,3 5-1019 0 0,36-90 0 0 0,-27 89 1337 0 0,2 1 1 0 0,52-81 0 0 0,-57 104 529 0 0,1 1-1 0 0,2 1 1 0 0,1 1 0 0 0,1 1 0 0 0,46-37 0 0 0,-69 61-174 0 0,0 0 0 0 0,1 0 0 0 0,-1 0 0 0 0,1 0 0 0 0,-1 0 0 0 0,1 0 0 0 0,-1 1 0 0 0,1-1 0 0 0,-1 0 0 0 0,1 1 0 0 0,-1-1 0 0 0,1 1 0 0 0,3-1 0 0 0,-5 1-13 0 0,0 0 0 0 0,1 0 1 0 0,-1 1-1 0 0,0-1 0 0 0,1 0 0 0 0,-1 0 1 0 0,0 1-1 0 0,1-1 0 0 0,-1 0 1 0 0,0 1-1 0 0,0-1 0 0 0,1 0 1 0 0,-1 0-1 0 0,0 1 0 0 0,0-1 1 0 0,0 0-1 0 0,0 1 0 0 0,1-1 1 0 0,-1 1-1 0 0,0-1 0 0 0,0 0 1 0 0,0 1-1 0 0,0-1 0 0 0,0 0 1 0 0,0 1-1 0 0,0-1 0 0 0,0 1 0 0 0,0-1 1 0 0,0 0-1 0 0,0 1 0 0 0,0-1 1 0 0,0 1-1 0 0,0-1 0 0 0,-1 1 1 0 0,0 4 190 0 0,-1 1 0 0 0,0-1-1 0 0,0 1 1 0 0,0-1 0 0 0,-1 0 0 0 0,-4 8 0 0 0,-17 18 259 0 0,-1 0-1 0 0,-1-2 1 0 0,-1 0-1 0 0,-1-2 1 0 0,-2-1-1 0 0,-1-2 1 0 0,-1-1 0 0 0,-1-1-1 0 0,-42 21 1 0 0,64-38-437 0 0,-1 0-1 0 0,0 0 1 0 0,1-1 0 0 0,-1-1 0 0 0,0 0 0 0 0,-1-1 0 0 0,-12 2 0 0 0,22-4-114 0 0,0 0 0 0 0,0 0 0 0 0,-1 0 0 0 0,1 0 0 0 0,0-1 0 0 0,0 1 0 0 0,-1-1 0 0 0,1 0 0 0 0,0 1 0 0 0,0-2 0 0 0,0 1 0 0 0,0 0 0 0 0,0-1 0 0 0,0 1 0 0 0,1-1 0 0 0,-1 0 0 0 0,0 0 0 0 0,1 0 0 0 0,-1 0 0 0 0,1 0 0 0 0,0-1 0 0 0,0 1 0 0 0,0-1 0 0 0,0 1 0 0 0,0-1 0 0 0,0 0 0 0 0,1 0 0 0 0,-1 0 0 0 0,1 0 0 0 0,0 0 0 0 0,-1-3 0 0 0,-1-6-357 0 0,1 0 0 0 0,0-1 0 0 0,1 1 0 0 0,0-1 0 0 0,1 1 1 0 0,1 0-1 0 0,0-1 0 0 0,0 1 0 0 0,2 0 0 0 0,5-22 0 0 0,5-5-999 0 0,34-72 0 0 0,-19 54 1417 0 0,3 1-1 0 0,56-76 0 0 0,-62 99 388 0 0,1 1 1 0 0,2 2-1 0 0,1 1 0 0 0,63-49 0 0 0,-76 67-249 0 0,0 1 0 0 0,0 0 0 0 0,20-8 1 0 0,-31 16-75 0 0,0 0 0 0 0,0 0 0 0 0,0 0 1 0 0,0 1-1 0 0,0-1 0 0 0,0 1 0 0 0,0 1 0 0 0,0-1 1 0 0,1 1-1 0 0,-1-1 0 0 0,0 2 0 0 0,1-1 1 0 0,-1 0-1 0 0,0 1 0 0 0,10 3 0 0 0,-14-4-18 0 0,0 1-1 0 0,0-1 0 0 0,0 1 0 0 0,0-1 0 0 0,0 1 0 0 0,0 0 1 0 0,0 0-1 0 0,0 0 0 0 0,0 0 0 0 0,0-1 0 0 0,0 1 1 0 0,0 0-1 0 0,-1 0 0 0 0,1 0 0 0 0,0 1 0 0 0,-1-1 1 0 0,1 0-1 0 0,-1 0 0 0 0,1 0 0 0 0,-1 0 0 0 0,0 1 1 0 0,1-1-1 0 0,-1 2 0 0 0,0 0 13 0 0,0 1 1 0 0,0-1-1 0 0,0 0 1 0 0,-1 0-1 0 0,1 0 1 0 0,-1 1-1 0 0,0-1 1 0 0,0 0-1 0 0,-1 3 1 0 0,-5 7 169 0 0,1-1 0 0 0,-1 0 0 0 0,-11 14 0 0 0,-7 5 290 0 0,-1 0-1 0 0,-1-2 1 0 0,-2-2 0 0 0,0 0-1 0 0,-2-2 1 0 0,-61 38 0 0 0,81-56-455 0 0,-1-1 0 0 0,0 0 0 0 0,-1 0 0 0 0,-22 6 0 0 0,33-11-88 0 0,-1-1 0 0 0,1 1 0 0 0,-1-1 1 0 0,0 0-1 0 0,1 0 0 0 0,-1 0 1 0 0,0 0-1 0 0,0 0 0 0 0,1 0 1 0 0,-1-1-1 0 0,1 1 0 0 0,-1-1 1 0 0,-3-1-1 0 0,4 1-41 0 0,1 0 1 0 0,-1 0 0 0 0,1-1-1 0 0,-1 1 1 0 0,1 0-1 0 0,0 0 1 0 0,-1-1-1 0 0,1 1 1 0 0,0-1-1 0 0,0 1 1 0 0,0-1-1 0 0,0 0 1 0 0,0 1-1 0 0,1-1 1 0 0,-1 0-1 0 0,0 0 1 0 0,1 1-1 0 0,-1-1 1 0 0,1 0-1 0 0,0 0 1 0 0,0-3 0 0 0,-1-6-311 0 0,1 0 0 0 0,0 0 0 0 0,1-1 0 0 0,0 1 0 0 0,1 0 0 0 0,1 0 0 0 0,-1 0 1 0 0,2 1-1 0 0,7-19 0 0 0,7-10-586 0 0,29-43 0 0 0,-23 40 501 0 0,-22 39 448 0 0,36-67-425 0 0,75-100 1 0 0,-98 151 587 0 0,0 1 0 0 0,1 1 0 0 0,1 0 0 0 0,1 1 0 0 0,0 1 0 0 0,1 0 1 0 0,1 2-1 0 0,0 0 0 0 0,38-18 0 0 0,-57 31-113 0 0,1-1-1 0 0,-1 0 1 0 0,0 0 0 0 0,1 1-1 0 0,-1-1 1 0 0,0 1 0 0 0,1-1-1 0 0,-1 1 1 0 0,1 0 0 0 0,-1 0 0 0 0,0-1-1 0 0,1 1 1 0 0,-1 0 0 0 0,1 0-1 0 0,-1 0 1 0 0,1 0 0 0 0,-1 1-1 0 0,1-1 1 0 0,-1 0 0 0 0,2 1-1 0 0,-2 0-6 0 0,-1 0 0 0 0,0 0 0 0 0,0-1 0 0 0,1 1 0 0 0,-1 0 0 0 0,0 0 0 0 0,0 0 0 0 0,0 0 0 0 0,0-1 0 0 0,0 1 0 0 0,0 0 0 0 0,0 0 0 0 0,0 0 0 0 0,0 0 0 0 0,0 0 0 0 0,0-1 0 0 0,0 1 0 0 0,-1 0 0 0 0,1 0 0 0 0,0 0 0 0 0,-1-1 1 0 0,1 1-1 0 0,-1 1 0 0 0,-6 10 298 0 0,0 1 0 0 0,-14 17 0 0 0,-7 3 357 0 0,0-1-1 0 0,-2-1 1 0 0,-1-2-1 0 0,-2-1 1 0 0,-1-1-1 0 0,-72 42 1 0 0,102-66-588 0 0,0-1-4 0 0,1 1-1 0 0,0-1 1 0 0,-1-1-1 0 0,1 1 1 0 0,-1 0-1 0 0,0-1 1 0 0,1 0-1 0 0,-1 0 1 0 0,0 0-1 0 0,0 0 1 0 0,0-1 0 0 0,-7 1-1 0 0,11-1-75 0 0,-1-1-1 0 0,1 1 1 0 0,-1 0-1 0 0,1-1 0 0 0,-1 1 1 0 0,1 0-1 0 0,-1-1 1 0 0,1 1-1 0 0,0-1 1 0 0,-1 1-1 0 0,1-1 1 0 0,0 1-1 0 0,-1-1 1 0 0,1 1-1 0 0,0-1 1 0 0,0 1-1 0 0,-1-1 1 0 0,1 1-1 0 0,0-1 1 0 0,0 0-1 0 0,0 1 1 0 0,0-1-1 0 0,0 1 1 0 0,0-1-1 0 0,0 0 1 0 0,0 1-1 0 0,0-1 1 0 0,0 1-1 0 0,0-1 1 0 0,0 0-1 0 0,0 1 1 0 0,1-1-1 0 0,5-22 47 0 0,-6 23-54 0 0,15-35-393 0 0,1 1 1 0 0,2 1-1 0 0,1 0 1 0 0,1 2-1 0 0,37-43 0 0 0,-23 35-24 0 0,2 1 0 0 0,55-45 0 0 0,91-58-419 0 0,-80 65 91 0 0,-79 57 482 0 0,93-66-1313 0 0,-98 74 1233 0 0,0 1 1 0 0,0 0-1 0 0,1 1 0 0 0,36-11 0 0 0,-38 16-131 0 0,-26 11-44 0 0,-27 9 589 0 0,-108 34 1290 0 0,29-17 1470 0 0,127-47-945 0 0,23-21-374 0 0,-31 31-1148 0 0,264-226 2066 0 0,16 20-1238 0 0,-233 174-974 0 0,45-30-4 0 0,3 5 1 0 0,108-48 0 0 0,220-78 341 0 0,-405 179-872 0 0,-1-1-1 0 0,0-1 1 0 0,-1-1 0 0 0,0 0 0 0 0,-1-2-1 0 0,0 0 1 0 0,29-27 0 0 0,-46 36 90 0 0,0 0-1 0 0,0 0 1 0 0,0 0 0 0 0,-1 0 0 0 0,1 0-1 0 0,-1 0 1 0 0,0 0 0 0 0,0 0 0 0 0,-1-1 0 0 0,1 1-1 0 0,-1 0 1 0 0,0-1 0 0 0,0-4 0 0 0,3-22-148 0 0,2 6 274 0 0,2 0 0 0 0,1 0 0 0 0,1 1 0 0 0,1 0 0 0 0,1 1 0 0 0,1 0 0 0 0,1 1 0 0 0,1 0 0 0 0,0 1 1 0 0,27-28-1 0 0,-15 21 103 0 0,2 3 0 0 0,1 0 0 0 0,0 1 0 0 0,2 2 0 0 0,1 2 0 0 0,51-27 0 0 0,-48 30-20 0 0,0 1 0 0 0,55-16 0 0 0,-79 28 76 0 0,-1 2 1 0 0,1-1-1 0 0,0 2 1 0 0,-1-1-1 0 0,1 1 1 0 0,0 1-1 0 0,0 0 1 0 0,0 1-1 0 0,0 0 1 0 0,0 0-1 0 0,-1 1 0 0 0,1 0 1 0 0,17 7-1 0 0,-27-8-54 0 0,0-1 0 0 0,0 0 0 0 0,0 1 0 0 0,0-1 0 0 0,0 1 0 0 0,1-1 0 0 0,-1 1 0 0 0,0 0 0 0 0,0 0 0 0 0,-1-1 0 0 0,1 1 0 0 0,0 0 0 0 0,0 0 0 0 0,0 0 0 0 0,0 0 0 0 0,-1 0 0 0 0,1 0 0 0 0,0 0 0 0 0,-1 0 0 0 0,1 0 0 0 0,-1 0 0 0 0,0 0 0 0 0,1 1 0 0 0,-1-1 0 0 0,1 2-1 0 0,-2-2-15 0 0,1 1-1 0 0,0 0 0 0 0,-1-1 0 0 0,1 1 1 0 0,-1 0-1 0 0,0-1 0 0 0,1 1 0 0 0,-1-1 1 0 0,0 1-1 0 0,0-1 0 0 0,0 1 0 0 0,0-1 0 0 0,0 0 1 0 0,0 1-1 0 0,-3 1 0 0 0,-1 2 9 0 0,-2 0-1 0 0,1 0 1 0 0,-1-1-1 0 0,1 0 1 0 0,-1 0-1 0 0,-12 5 1 0 0,10-6 129 0 0,-1 0-1 0 0,1-1 1 0 0,-1 0 0 0 0,1 0 0 0 0,-1-1-1 0 0,0 0 1 0 0,0-1 0 0 0,-12-1-1 0 0,19 1-97 0 0,0-1 0 0 0,0 1 0 0 0,0-1-1 0 0,0 0 1 0 0,0 0 0 0 0,0 0-1 0 0,0 0 1 0 0,0 0 0 0 0,0-1 0 0 0,0 1-1 0 0,1-1 1 0 0,-1 0 0 0 0,1 0-1 0 0,-1 0 1 0 0,1 0 0 0 0,0 0-1 0 0,0-1 1 0 0,0 1 0 0 0,0-1 0 0 0,0 1-1 0 0,0-1 1 0 0,1 1 0 0 0,-1-1-1 0 0,1 0 1 0 0,0 0 0 0 0,0 0-1 0 0,0 0 1 0 0,0 0 0 0 0,0-4 0 0 0,0-4-141 0 0,0 1 0 0 0,1 0 0 0 0,1-1 0 0 0,0 1 0 0 0,0 0 0 0 0,1-1 1 0 0,0 1-1 0 0,1 0 0 0 0,0 0 0 0 0,1 1 0 0 0,0-1 0 0 0,0 1 0 0 0,1 0 1 0 0,0 0-1 0 0,0 0 0 0 0,11-12 0 0 0,0 2 12 0 0,0-1 1 0 0,1 2-1 0 0,2 0 1 0 0,-1 2-1 0 0,36-25 0 0 0,-18 19 93 0 0,1 1-1 0 0,1 2 1 0 0,1 1-1 0 0,53-16 1 0 0,-30 16 219 0 0,0 3 0 0 0,76-10 0 0 0,-133 24-177 0 0,-3 1-16 0 0,0-1 0 0 0,0 1 1 0 0,1-1-1 0 0,-1 1 1 0 0,0 0-1 0 0,0 0 1 0 0,1 0-1 0 0,-1 0 0 0 0,0 0 1 0 0,0 0-1 0 0,1 1 1 0 0,-1-1-1 0 0,0 1 1 0 0,0-1-1 0 0,0 1 0 0 0,0 0 1 0 0,3 1-1 0 0,-5-1-11 0 0,0 0 0 0 0,0 0 0 0 0,-1-1 0 0 0,1 1 0 0 0,0 0 0 0 0,-1 0 0 0 0,1-1 0 0 0,0 1 0 0 0,-1 0 0 0 0,1-1 0 0 0,0 1 0 0 0,-1 0 0 0 0,0-1 0 0 0,1 1 0 0 0,-1 0 0 0 0,1-1 0 0 0,-1 1 0 0 0,1-1 0 0 0,-1 1 0 0 0,0-1 0 0 0,0 0 0 0 0,0 1 0 0 0,-19 13 132 0 0,18-13-106 0 0,-29 16 252 0 0,0 0 0 0 0,-1-2 0 0 0,0-2 0 0 0,-40 11 1 0 0,49-17-227 0 0,-1-2 0 0 0,0 0 1 0 0,0-2-1 0 0,0 0 1 0 0,-1-2-1 0 0,-44-3 0 0 0,66 2-89 0 0,1 0 0 0 0,-1 0 0 0 0,1-1-1 0 0,-1 1 1 0 0,1-1 0 0 0,-1 0-1 0 0,1 0 1 0 0,-1 0 0 0 0,1 0-1 0 0,0 0 1 0 0,0 0 0 0 0,-1 0 0 0 0,1-1-1 0 0,0 1 1 0 0,0-1 0 0 0,1 0-1 0 0,-1 0 1 0 0,0 0 0 0 0,-2-2 0 0 0,4 2-22 0 0,-1 0 1 0 0,0 0 0 0 0,0 0 0 0 0,1-1-1 0 0,-1 1 1 0 0,1 0 0 0 0,0 0 0 0 0,0-1-1 0 0,0 1 1 0 0,0 0 0 0 0,0 0 0 0 0,0-1-1 0 0,0 1 1 0 0,1 0 0 0 0,-1 0 0 0 0,1 0 0 0 0,0-1-1 0 0,-1 1 1 0 0,1 0 0 0 0,0 0 0 0 0,3-3-1 0 0,4-10-118 0 0,2 0 0 0 0,0 1 0 0 0,1 0 0 0 0,21-21 1 0 0,59-46-133 0 0,-55 50 141 0 0,137-112-1050 0 0,244-152 1 0 0,-240 170 362 0 0,-149 103 670 0 0,-1-2-1 0 0,-2 0 1 0 0,0-2-1 0 0,21-30 1 0 0,-44 54 235 0 0,0 0 1 0 0,-1 0-1 0 0,1-1 1 0 0,-1 1-1 0 0,1 0 1 0 0,-1-1-1 0 0,0 1 1 0 0,0-1-1 0 0,0 1 1 0 0,0-1-1 0 0,-1 0 0 0 0,1 1 1 0 0,-1-1-1 0 0,1 0 1 0 0,-1 0-1 0 0,0 1 1 0 0,-1-6-1 0 0,1 6 7 0 0,-1 0 1 0 0,0 0-1 0 0,0 0 0 0 0,-1 0 0 0 0,1 0 1 0 0,0 1-1 0 0,-1-1 0 0 0,1 0 0 0 0,-1 1 0 0 0,0-1 1 0 0,1 1-1 0 0,-1-1 0 0 0,0 1 0 0 0,0 0 1 0 0,0 0-1 0 0,0-1 0 0 0,0 1 0 0 0,0 1 0 0 0,0-1 1 0 0,0 0-1 0 0,-4 0 0 0 0,-18-5 87 0 0,1 2 0 0 0,-1 0 0 0 0,0 2 0 0 0,-39 0 0 0 0,-45-4-380 0 0,88 3 283 0 0,-10-1 60 0 0,-39-11 0 0 0,62 13-70 0 0,0 0 0 0 0,0 0 0 0 0,0-1 1 0 0,1 0-1 0 0,-1 0 0 0 0,1-1 1 0 0,0 0-1 0 0,0 0 0 0 0,0 0 1 0 0,0-1-1 0 0,-6-7 0 0 0,10 9-7 0 0,0 0 0 0 0,0 0-1 0 0,1 0 1 0 0,-1-1 0 0 0,1 1 0 0 0,0-1-1 0 0,0 1 1 0 0,0-1 0 0 0,0 0-1 0 0,1 1 1 0 0,-1-1 0 0 0,1 0 0 0 0,0 0-1 0 0,0 1 1 0 0,1-1 0 0 0,-1 0-1 0 0,1 1 1 0 0,-1-1 0 0 0,1 1 0 0 0,0-1-1 0 0,1 1 1 0 0,-1-1 0 0 0,1 1-1 0 0,1-4 1 0 0,7-11-48 0 0,0 1 0 0 0,0 0 0 0 0,16-18 1 0 0,-22 30-49 0 0,42-57-455 0 0,4 3 1 0 0,1 2 0 0 0,3 2-1 0 0,82-64 1 0 0,-252 223 3546 0 0,125-115-3011 0 0,0-1 0 0 0,-1 0-1 0 0,0 0 1 0 0,-1 0 0 0 0,6-16 0 0 0,16-25-41 0 0,-15 27 38 0 0,-9 17 106 0 0,0 0-1 0 0,0 1 1 0 0,0-1-1 0 0,9-8 1 0 0,-15 17-6 0 0,0 0 1 0 0,0-1 0 0 0,0 1 0 0 0,0 0-1 0 0,-1 0 1 0 0,1-1 0 0 0,0 1-1 0 0,0-1 1 0 0,0 1 0 0 0,0-1 0 0 0,0 0-1 0 0,0 1 1 0 0,0-1 0 0 0,0 0-1 0 0,0 1 1 0 0,0-1 0 0 0,-1-2-1 0 0,-18-17 300 0 0,18 12-398 0 0,0 1-1 0 0,1 0 1 0 0,0 0-1 0 0,0-1 1 0 0,0 1-1 0 0,1 0 1 0 0,0-1-1 0 0,1 1 1 0 0,0-1-1 0 0,0 1 1 0 0,2-10-1 0 0,2-23 41 0 0,-4 20 23 0 0,-2 0-1 0 0,0 0 0 0 0,-1 1 0 0 0,-1-1 0 0 0,-1 0 0 0 0,-10-29 0 0 0,10 39-4 0 0,0-1-1 0 0,0 1 0 0 0,-1 0 1 0 0,0 1-1 0 0,-1-1 0 0 0,0 1 0 0 0,-1 0 1 0 0,0 1-1 0 0,0 0 0 0 0,-1 0 1 0 0,1 0-1 0 0,-2 1 0 0 0,-12-9 0 0 0,16 13-170 0 0,0-1-1 0 0,0 0 0 0 0,0 0 0 0 0,0 0 0 0 0,1 0 1 0 0,-1-1-1 0 0,1 0 0 0 0,0 0 0 0 0,1 0 0 0 0,-1 0 1 0 0,-4-12-1 0 0,4 22 66 0 0,0 1 1 0 0,1-1-1 0 0,0 1 1 0 0,1-1-1 0 0,-3 9 0 0 0,5-14 17 0 0,-31 56 9 0 0,25-47-28 0 0,1 0 0 0 0,-1 1 1 0 0,2 0-1 0 0,-7 17 0 0 0,11-26 24 0 0,0-1-1 0 0,-1 1 0 0 0,1-1 0 0 0,0 1 1 0 0,0-1-1 0 0,0 1 0 0 0,0-1 0 0 0,0 1 1 0 0,0-1-1 0 0,0 1 0 0 0,0-1 0 0 0,0 1 1 0 0,0-1-1 0 0,1 1 0 0 0,-1-1 0 0 0,0 1 1 0 0,0-1-1 0 0,0 1 0 0 0,1-1 0 0 0,-1 0 0 0 0,0 1 1 0 0,0-1-1 0 0,1 1 0 0 0,-1-1 0 0 0,0 0 1 0 0,1 1-1 0 0,-1-1 0 0 0,0 0 0 0 0,1 1 1 0 0,-1-1-1 0 0,1 0 0 0 0,-1 0 0 0 0,1 1 1 0 0,-1-1-1 0 0,0 0 0 0 0,1 0 0 0 0,-1 0 0 0 0,1 1 1 0 0,-1-1-1 0 0,1 0 0 0 0,-1 0 0 0 0,1 0 1 0 0,-1 0-1 0 0,1 0 0 0 0,-1 0 0 0 0,1 0 1 0 0,-1 0-1 0 0,1 0 0 0 0,-1-1 0 0 0,1 1 1 0 0,-1 0-1 0 0,1 0 0 0 0,32-8-370 0 0,-29 7 256 0 0,45-17-546 0 0,-1-3-1 0 0,-1-1 1 0 0,-1-3 0 0 0,46-33 0 0 0,-24 16 194 0 0,-1 5 207 0 0,-40 23 141 0 0,0-1 1 0 0,-1-1-1 0 0,0-2 1 0 0,-2 0-1 0 0,30-28 1 0 0,-53 44 128 0 0,1 1 1 0 0,-1 0-1 0 0,0 0 0 0 0,1-1 1 0 0,-1 1-1 0 0,0-1 0 0 0,0 1 1 0 0,0-1-1 0 0,0 0 1 0 0,-1 1-1 0 0,1-1 0 0 0,0 0 1 0 0,-1 1-1 0 0,1-1 0 0 0,-1 0 1 0 0,1 0-1 0 0,-1 1 0 0 0,0-1 1 0 0,0 0-1 0 0,0 0 0 0 0,0 0 1 0 0,0 0-1 0 0,-1-3 0 0 0,0 4 61 0 0,0-1-1 0 0,0 0 1 0 0,0 0-1 0 0,-1 0 1 0 0,1 1-1 0 0,-1-1 0 0 0,1 1 1 0 0,-1-1-1 0 0,0 1 1 0 0,0 0-1 0 0,1-1 0 0 0,-1 1 1 0 0,0 0-1 0 0,0 0 1 0 0,0 1-1 0 0,-4-2 1 0 0,-10-3 500 0 0,-1 1 0 0 0,0 1 1 0 0,-31-2-1 0 0,44 4-528 0 0,-195-8 1749 0 0,-75-8-1535 0 0,216 8-178 0 0,0-1 1 0 0,-95-32-1 0 0,138 38 3 0 0,12 3-78 0 0,0 0 0 0 0,0 1 0 0 0,1-1 0 0 0,-1 0 0 0 0,0-1 1 0 0,0 1-1 0 0,1 0 0 0 0,-4-3 0 0 0,6 4-4 0 0,-1-1 1 0 0,1 0-1 0 0,-1 0 1 0 0,1 1-1 0 0,-1-1 1 0 0,1 0-1 0 0,0 0 1 0 0,0 1-1 0 0,-1-1 1 0 0,1 0-1 0 0,0 0 0 0 0,0 0 1 0 0,0 0-1 0 0,0 1 1 0 0,0-1-1 0 0,0 0 1 0 0,0 0-1 0 0,0 0 1 0 0,0 0-1 0 0,0 1 1 0 0,1-1-1 0 0,-1 0 0 0 0,0 0 1 0 0,0 0-1 0 0,1 1 1 0 0,-1-1-1 0 0,1 0 1 0 0,-1 0-1 0 0,1 1 1 0 0,-1-1-1 0 0,1 0 1 0 0,-1 1-1 0 0,1-1 0 0 0,0 0 1 0 0,24-31-624 0 0,1 2 1 0 0,55-49 0 0 0,-47 47-715 0 0,46-55 0 0 0,-77 83 1198 0 0,0 1 0 0 0,0-1 0 0 0,-1 0 0 0 0,1-1 0 0 0,-1 1 0 0 0,0 0 0 0 0,0-1 0 0 0,-1 1 0 0 0,1-1 0 0 0,-1 1 0 0 0,1-10 0 0 0,-2 13 112 0 0,0-1 0 0 0,0 1 0 0 0,0 0 0 0 0,0-1 1 0 0,-1 1-1 0 0,1 0 0 0 0,0 0 0 0 0,-1-1 0 0 0,1 1 0 0 0,-1 0 1 0 0,1 0-1 0 0,-1-1 0 0 0,0 1 0 0 0,1 0 0 0 0,-1 0 0 0 0,0 0 1 0 0,-2-2-1 0 0,1 2 55 0 0,1-1 0 0 0,-1 1 1 0 0,0 0-1 0 0,-1 0 0 0 0,1 0 1 0 0,0 0-1 0 0,0 1 0 0 0,0-1 0 0 0,0 0 1 0 0,-1 1-1 0 0,1 0 0 0 0,0-1 1 0 0,-5 1-1 0 0,-12 0 180 0 0,0 1 0 0 0,0 1 1 0 0,0 0-1 0 0,0 1 1 0 0,-25 8-1 0 0,-93 38-62 0 0,48-15-347 0 0,53-21-12 0 0,-1-3 1 0 0,1 0 0 0 0,-2-3-1 0 0,1 0 1 0 0,-1-3 0 0 0,0-1-1 0 0,1-2 1 0 0,-43-4 0 0 0,65 1 149 0 0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2:53.150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334 183 6913 0 0,'-8'-10'71'0'0,"4"5"294"0"0,0 0 0 0 0,0 0 1 0 0,1 0-1 0 0,0-1 0 0 0,0 1 0 0 0,-4-10 0 0 0,7 14-293 0 0,-1-1 0 0 0,1 0 0 0 0,0 1 0 0 0,0-1-1 0 0,0 1 1 0 0,0-1 0 0 0,0 0 0 0 0,0 1 0 0 0,0-1 0 0 0,0 1 0 0 0,1-1 0 0 0,-1 1-1 0 0,1-1 1 0 0,-1 0 0 0 0,1 1 0 0 0,0 0 0 0 0,-1-1 0 0 0,1 1 0 0 0,0-1-1 0 0,0 1 1 0 0,0 0 0 0 0,0 0 0 0 0,0-1 0 0 0,0 1 0 0 0,1 0 0 0 0,-1 0 0 0 0,0 0-1 0 0,0 0 1 0 0,1 1 0 0 0,-1-1 0 0 0,3-1 0 0 0,18-11 1514 0 0,-1-1 1 0 0,0-1-1 0 0,25-23 0 0 0,-44 35-1522 0 0,-29 36-981 0 0,12-1 1191 0 0,1 0 0 0 0,2 2 0 0 0,1-1 0 0 0,-11 55 0 0 0,12-41 173 0 0,-29 75 0 0 0,-70 96-451 0 0,75-156-938 0 0,2 1 0 0 0,-42 118 0 0 0,51-107-4447 0 0,13-38 469 0 0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2:53.576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482 79 8754 0 0,'1'-4'40'0'0,"-1"1"0"0"0,1-1 0 0 0,0 1 0 0 0,0-1 0 0 0,0 1 0 0 0,1-1 1 0 0,-1 1-1 0 0,1 0 0 0 0,0 0 0 0 0,0-1 0 0 0,0 1 0 0 0,0 1 0 0 0,0-1 0 0 0,1 0 0 0 0,-1 0 0 0 0,1 1 0 0 0,0 0 1 0 0,0-1-1 0 0,5-2 0 0 0,10-9-127 0 0,-38 33 361 0 0,0 1 1 0 0,1 1 0 0 0,1 0-1 0 0,-30 47 1 0 0,-51 111 793 0 0,74-132-807 0 0,-35 63 436 0 0,-101 140 1 0 0,111-181-998 0 0,29-39-3164 0 0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2:53.897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676 25 7834 0 0,'-1'-2'65'0'0,"0"0"0"0"0,0 1 0 0 0,0-1-1 0 0,0 1 1 0 0,0-1 0 0 0,0 1 0 0 0,0 0 0 0 0,0-1 0 0 0,-1 1 0 0 0,1 0 0 0 0,-1 0 0 0 0,1 0 0 0 0,-1 0 0 0 0,1 0 0 0 0,-1 0 0 0 0,1 0 0 0 0,-1 1 0 0 0,0-1 0 0 0,1 0 0 0 0,-1 1 0 0 0,-2-1-1 0 0,-1 2-45 0 0,0-1 0 0 0,1 1 0 0 0,-1 0 0 0 0,1 1-1 0 0,0-1 1 0 0,-1 1 0 0 0,-6 3 0 0 0,-39 21 175 0 0,-68 45-1 0 0,30-17-212 0 0,-205 124-3461 0 0,242-144 764 0 0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2:54.217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751 10 10594 0 0,'-4'-2'106'0'0,"-1"0"-1"0"0,1 1 1 0 0,-1-1-1 0 0,0 1 0 0 0,1 0 1 0 0,-1 1-1 0 0,0-1 1 0 0,0 1-1 0 0,-7 0 1 0 0,-44 15-1082 0 0,-118 51 603 0 0,-249 131 0 0 0,380-174-3241 0 0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2:54.492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755 9 7370 0 0,'-4'-1'61'0'0,"-1"-1"1"0"0,1 1 0 0 0,-1-1 0 0 0,0 1 0 0 0,1 0 0 0 0,-1 1 0 0 0,0-1 0 0 0,0 1 0 0 0,1 0 0 0 0,-1 0-1 0 0,0 1 1 0 0,-5 0 0 0 0,-61 19-324 0 0,33-9 489 0 0,-486 117-558 0 0,468-114-259 0 0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2:54.796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670 42 10594 0 0,'-3'-4'124'0'0,"-1"1"1"0"0,1 0-1 0 0,-1 0 0 0 0,1 0 0 0 0,-1 1 0 0 0,0-1 0 0 0,0 1 1 0 0,0 0-1 0 0,-1 0 0 0 0,1 0 0 0 0,0 1 0 0 0,-1-1 0 0 0,1 1 1 0 0,-8-1-1 0 0,-11-1 105 0 0,-39 0-1 0 0,41 2-211 0 0,-419 13-5364 0 0,384-8 4116 0 0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2:55.141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925 222 6449 0 0,'-4'-2'176'0'0,"1"0"0"0"0,-1 0-1 0 0,0 0 1 0 0,0 1-1 0 0,-1-1 1 0 0,1 1 0 0 0,0 0-1 0 0,0 1 1 0 0,-6-1-1 0 0,-12-3 182 0 0,-391-107 5017 0 0,174 55-5952 0 0,79 26-4227 0 0,116 23 1117 0 0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2:55.438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995 336 6449 0 0,'-5'-5'203'0'0,"-2"-2"195"0"0,-1-1 0 0 0,0 1 1 0 0,0 1-1 0 0,-10-7 0 0 0,-35-16 1782 0 0,-108-44 0 0 0,-66-3-797 0 0,-161-14-1568 0 0,387 90 176 0 0,-109-21-780 0 0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3:10.357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1928 0 456 0 0,'-3'2'75'0'0,"1"0"-1"0"0,0-1 1 0 0,0 1 0 0 0,0 0 0 0 0,0 0-1 0 0,1 0 1 0 0,-1 1 0 0 0,0-1-1 0 0,1 0 1 0 0,0 1 0 0 0,-3 3-1 0 0,1 0-42 0 0,-8 10 46 0 0,0 2-1 0 0,1 0 0 0 0,1 0 1 0 0,0 0-1 0 0,1 1 0 0 0,2 1 1 0 0,0-1-1 0 0,-5 31 0 0 0,8-30-7 0 0,-68 369-770 0 0,-80 246 858 0 0,-16 72-158 0 0,131-566 0 0 0,15-56 0 0 0,-3-1 0 0 0,-39 91 0 0 0,-28 31 0 0 0,-50 110 0 0 0,-25-12 0 0 0,101-204 94 0 0,4 4-1 0 0,-89 210 0 0 0,-100 450-1205 0 0,155-464 1844 0 0,59-200-677 0 0,4 1 0 0 0,-31 173-1 0 0,48-147-54 0 0,5-33 0 0 0,-4 0 0 0 0,-41 142 0 0 0,27-149 0 0 0,16-63 0 0 0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3:11.816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2057 33 2304 0 0,'1'-1'-9'0'0,"0"0"0"0"0,0 0 0 0 0,0 0 0 0 0,0-1 0 0 0,0 1 0 0 0,0 0 0 0 0,0 0 0 0 0,-1-1-1 0 0,1 1 1 0 0,0 0 0 0 0,-1-1 0 0 0,1 1 0 0 0,-1 0 0 0 0,1-1 0 0 0,-1 1 0 0 0,0-1-1 0 0,0 1 1 0 0,-7-9 1321 0 0,7 10-1275 0 0,-18 13 691 0 0,-10 19-325 0 0,0 1 0 0 0,-31 53 0 0 0,18-26-172 0 0,-36 46 281 0 0,-123 133 0 0 0,-67 91 154 0 0,49-53-926 0 0,-89 92-690 0 0,34-28 638 0 0,-61 80-87 0 0,283-343-1050 0 0,3 2 0 0 0,-40 94-1 0 0,81-161 1468 0 0,-10 20-18 0 0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3:12.713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1984 0 1376 0 0,'-19'21'-256'0'0,"-19"16"1749"0"0,-1-3 0 0 0,-75 53-1 0 0,70-56-1297 0 0,-130 111 400 0 0,114-89-1279 0 0,-3-3 1 0 0,-103 64-1 0 0,69-61 497 0 0,13-7 749 0 0,-134 94 0 0 0,-197 217 421 0 0,320-265-1879 0 0,5 5 0 0 0,-96 131 0 0 0,178-217 896 0 0,-1-1 0 0 0,-1 1 0 0 0,1-1 0 0 0,-21 15 0 0 0,15-14 0 0 0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3:13.183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2470 1 2304 0 0,'-11'4'190'0'0,"0"0"-1"0"0,1 1 0 0 0,0 0 0 0 0,0 1 0 0 0,1 0 0 0 0,-9 8 0 0 0,-21 11 160 0 0,-384 176 1454 0 0,299-147-1390 0 0,-199 66 403 0 0,136-54-643 0 0,-59 22-425 0 0,-141 55-1508 0 0,169-57 565 0 0,-107 45 579 0 0,264-104 678 0 0,3-2-50 0 0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3:13.653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2089 4 3225 0 0,'-4'-1'-29'0'0,"-1"0"1"0"0,1 0-1 0 0,0 1 1 0 0,-1 0-1 0 0,1-1 1 0 0,-1 2-1 0 0,1-1 1 0 0,-1 0-1 0 0,-5 2 1 0 0,-6 0-2 0 0,-308 46 1562 0 0,125-15-1093 0 0,-428 105-1206 0 0,352-51-1068 0 0,-15 4 964 0 0,16-17 967 0 0,241-63 56 0 0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3:14.049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1537 7 3225 0 0,'-61'-5'-15'0'0,"1"3"1"0"0,-1 3-1 0 0,-72 9 1 0 0,63-3 128 0 0,-110 7 258 0 0,-443 26-1336 0 0,337-28 836 0 0,223-11 128 0 0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3:14.571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1291 468 6913 0 0,'-327'-84'937'0'0,"137"32"-1197"0"0,122 35 62 0 0,-234-69-3601 0 0,255 69 3532 0 0,1-2 1 0 0,1-2-1 0 0,1-2 1 0 0,-54-36-1 0 0,13-2 481 0 0,46 32-95 0 0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3:15.125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931 535 5529 0 0,'-56'-21'1121'0'0,"-99"-52"-1"0"0,-46-44-270 0 0,172 100-777 0 0,-167-109-715 0 0,-35-21-2907 0 0,169 113 3176 0 0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09.3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1140 0 1376 0 0,'5'6'7642'0'0,"-42"1"-5170"0"0,-44 12 0 0 0,-27 5-1111 0 0,-455 43 2309 0 0,520-65-3200 0 0,0 3 0 0 0,-51 11 0 0 0,73-11-612 0 0,0 1 0 0 0,0 1 0 0 0,1 1 0 0 0,0 1 0 0 0,0 0 0 0 0,-23 16 0 0 0,43-24 51 0 0,-1-1 0 0 0,0 0 0 0 0,1 1 0 0 0,-1-1-1 0 0,0 1 1 0 0,1-1 0 0 0,-1 1 0 0 0,1-1-1 0 0,-1 1 1 0 0,1 0 0 0 0,-1-1 0 0 0,1 1-1 0 0,-1 0 1 0 0,1-1 0 0 0,-1 1 0 0 0,1 0 0 0 0,0-1-1 0 0,0 1 1 0 0,-1 1 0 0 0,1-2-83 0 0,1 1 0 0 0,-1-1-1 0 0,0 1 1 0 0,0-1 0 0 0,1 1 0 0 0,-1-1 0 0 0,0 1 0 0 0,1-1 0 0 0,0 2-523 0 0,0-2 523 0 0,-1 0 0 0 0,1 0 0 0 0,-1 1-1 0 0,1-1 1 0 0,-1 0 0 0 0,1 0 0 0 0,-1 1 0 0 0,1-1 0 0 0,-1 0 0 0 0,1 0-1 0 0,-1 0 1 0 0,1 0 0 0 0,-1 0 0 0 0,1 0 0 0 0,0 0 0 0 0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09.7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114 0 4145 0 0,'-23'1'1510'0'0,"0"1"1"0"0,-29 12 3026 0 0,92 0-3101 0 0,-34-12-1337 0 0,0 1 1 0 0,-1 0 0 0 0,1 0-1 0 0,0 0 1 0 0,-1 1 0 0 0,1-1-1 0 0,-1 2 1 0 0,0-1 0 0 0,-1 0-1 0 0,1 1 1 0 0,-1 0 0 0 0,0 0-1 0 0,0 0 1 0 0,0 1 0 0 0,-1-1-1 0 0,0 1 1 0 0,5 9 0 0 0,-7-11 4 0 0,1 0 0 0 0,-1 0-1 0 0,0 0 1 0 0,0 0 0 0 0,0 0 0 0 0,0 0 0 0 0,0 0 0 0 0,-1 0 0 0 0,0 1 0 0 0,0-1 0 0 0,0 0 0 0 0,-1 0 0 0 0,1 0 0 0 0,-1 0 0 0 0,0 0-1 0 0,0 0 1 0 0,0 0 0 0 0,-1 0 0 0 0,1 0 0 0 0,-1 0 0 0 0,0 0 0 0 0,0-1 0 0 0,0 1 0 0 0,-1-1 0 0 0,1 0 0 0 0,-1 0 0 0 0,0 1 0 0 0,-3 1 0 0 0,-11 8-347 0 0,-1-1 1 0 0,-35 18 0 0 0,47-27-196 0 0,-20 11-5590 0 0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10.8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5985 0 0,'5'13'7613'0'0,"7"11"-5157"0"0,15 34-1421 0 0,-13-3-389 0 0,-1 0 1 0 0,6 77-1 0 0,-10-66-1089 0 0,-8-27-1178 0 0,-1-37 1101 0 0,-1 0 0 0 0,1-1 0 0 0,-1 1-1 0 0,1 0 1 0 0,-1-1 0 0 0,0 1-1 0 0,1 0 1 0 0,-1-1 0 0 0,0 1 0 0 0,0-1-1 0 0,0 1 1 0 0,-1 0 0 0 0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11.0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0 136 3225 0 0,'2'-7'132'0'0,"1"1"0"0"0,-1 0 1 0 0,1 0-1 0 0,0 0 0 0 0,0 1 0 0 0,0-1 1 0 0,1 1-1 0 0,0-1 0 0 0,0 1 1 0 0,9-7-1 0 0,-4 2 687 0 0,1 2 0 0 0,0 0 0 0 0,1 0 0 0 0,16-9 0 0 0,-23 14-560 0 0,1 1 0 0 0,0 0 0 0 0,0 0 0 0 0,0 1 0 0 0,1 0 0 0 0,-1 0 0 0 0,0 0 0 0 0,0 0 0 0 0,1 1 0 0 0,-1 0 0 0 0,0 0 0 0 0,1 0 0 0 0,-1 1 0 0 0,8 1 0 0 0,-10-1-171 0 0,0-1 0 0 0,-1 1-1 0 0,1 0 1 0 0,0 0 0 0 0,0 1-1 0 0,-1-1 1 0 0,1 1 0 0 0,-1-1-1 0 0,0 1 1 0 0,1 0 0 0 0,-1 0-1 0 0,0 0 1 0 0,0 0 0 0 0,0 0-1 0 0,0 0 1 0 0,-1 0 0 0 0,1 1-1 0 0,0-1 1 0 0,-1 1 0 0 0,0-1-1 0 0,1 1 1 0 0,-1 0 0 0 0,0-1 0 0 0,-1 1-1 0 0,1 0 1 0 0,0 0 0 0 0,0 5-1 0 0,-1 0-2 0 0,0 0 1 0 0,0 0-1 0 0,-1 0 0 0 0,0 0 0 0 0,0 0 1 0 0,0 0-1 0 0,-1 0 0 0 0,-1-1 0 0 0,-3 11 0 0 0,-4 1-466 0 0,0 0 0 0 0,-15 22 0 0 0,15-25-392 0 0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11.27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9674 0 0,'4'2'183'0'0,"-1"0"0"0"0,0 0 0 0 0,0 1 0 0 0,0-1 0 0 0,0 1 0 0 0,0 0-1 0 0,-1 0 1 0 0,1 0 0 0 0,-1 0 0 0 0,0 0 0 0 0,0 1 0 0 0,0-1 0 0 0,0 1 0 0 0,-1-1 0 0 0,1 1 0 0 0,-1-1 0 0 0,0 1 0 0 0,0 0-1 0 0,1 6 1 0 0,0 9 128 0 0,0-1 0 0 0,-3 37-1 0 0,1-28-2613 0 0,-3-40 819 0 0,1 2 1473 0 0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11.4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1 6913 0 0,'-4'0'305'0'0,"1"0"63"0"0,2 0-296 0 0,1 1-72 0 0,0 1 0 0 0,1 0-288 0 0,1 2-81 0 0,1 3-15 0 0,-1 5 0 0 0,3 0-56 0 0,-1 2-8 0 0,3-1-8 0 0,-2 1 0 0 0,2 0 352 0 0,2-2 104 0 0,-1 1 0 0 0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11.6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6913 0 0,'4'0'203'0'0,"-1"0"0"0"0,0 1-1 0 0,1-1 1 0 0,-1 0-1 0 0,0 1 1 0 0,0 0-1 0 0,1 0 1 0 0,-1 0-1 0 0,0 0 1 0 0,0 0-1 0 0,0 0 1 0 0,0 1-1 0 0,0 0 1 0 0,-1-1-1 0 0,1 1 1 0 0,0 0 0 0 0,-1 1-1 0 0,1-1 1 0 0,3 4-1 0 0,7 9 1960 0 0,23 28 0 0 0,-36-42-2088 0 0,40 57 1434 0 0,-1 0-2932 0 0,-9-22-4415 0 0,-23-29 3810 0 0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11.8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169 4 4609 0 0,'-1'-1'187'0'0,"0"1"1"0"0,1 0-1 0 0,-1-1 1 0 0,0 1-1 0 0,0 0 1 0 0,0-1-1 0 0,0 1 1 0 0,1 0-1 0 0,-1 0 0 0 0,0 0 1 0 0,0 0-1 0 0,0 0 1 0 0,0 0-1 0 0,0 0 1 0 0,1 0-1 0 0,-1 0 1 0 0,0 0-1 0 0,0 0 1 0 0,0 1-1 0 0,0-1 0 0 0,0 0 1 0 0,1 1-1 0 0,-2 0 1 0 0,-20 17 2519 0 0,-12 30-95 0 0,31-44-2368 0 0,-13 24 346 0 0,0 0-1 0 0,-18 49 1 0 0,29-64-1172 0 0,1 0 0 0 0,0 1 0 0 0,1-1 0 0 0,0 1 0 0 0,1 0 0 0 0,1-1 0 0 0,0 1 0 0 0,2 23 0 0 0,2-23 137 0 0,2-5 314 0 0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12.3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48 241 10594 0 0,'2'0'77'0'0,"0"-1"-1"0"0,-1 1 0 0 0,1-1 0 0 0,-1 0 1 0 0,1 1-1 0 0,-1-1 0 0 0,1 0 1 0 0,-1 0-1 0 0,1 0 0 0 0,-1 0 1 0 0,0-1-1 0 0,0 1 0 0 0,0 0 0 0 0,1 0 1 0 0,-1-1-1 0 0,0 1 0 0 0,-1-1 1 0 0,1 1-1 0 0,0-1 0 0 0,0 1 0 0 0,0-3 1 0 0,13-36 1453 0 0,-12 26-1450 0 0,0 0 0 0 0,-1 0 0 0 0,-1 0-1 0 0,-1-17 1 0 0,1 25-86 0 0,-1 1 0 0 0,1-1 0 0 0,-2 1 0 0 0,1-1 0 0 0,-1 1 0 0 0,1 0 0 0 0,-1-1 0 0 0,-1 1 0 0 0,1 0 0 0 0,-1 0 0 0 0,0 1 0 0 0,0-1 0 0 0,-6-6 0 0 0,9 10 6 0 0,-1 0 1 0 0,0 1 0 0 0,0-1-1 0 0,0 0 1 0 0,1 1 0 0 0,-1-1 0 0 0,0 0-1 0 0,0 1 1 0 0,0 0 0 0 0,0-1-1 0 0,0 1 1 0 0,0-1 0 0 0,0 1-1 0 0,0 0 1 0 0,0 0 0 0 0,0 0 0 0 0,0 0-1 0 0,0-1 1 0 0,-1 1 0 0 0,1 1-1 0 0,0-1 1 0 0,0 0 0 0 0,0 0-1 0 0,0 0 1 0 0,0 0 0 0 0,0 1 0 0 0,0-1-1 0 0,0 1 1 0 0,0-1 0 0 0,0 0-1 0 0,0 1 1 0 0,0 0 0 0 0,0-1-1 0 0,1 1 1 0 0,-1 0 0 0 0,0-1 0 0 0,0 1-1 0 0,1 0 1 0 0,-1 0 0 0 0,0-1-1 0 0,1 1 1 0 0,-2 2 0 0 0,0 0-17 0 0,-1 1 1 0 0,1-1 0 0 0,0 1 0 0 0,0 0-1 0 0,0 0 1 0 0,0 0 0 0 0,1 0 0 0 0,0 0-1 0 0,-2 6 1 0 0,3-7-5 0 0,-1 1 0 0 0,1-1 1 0 0,0 1-1 0 0,0-1 0 0 0,0 1 0 0 0,0-1 0 0 0,0 1 0 0 0,1-1 1 0 0,0 0-1 0 0,0 1 0 0 0,0-1 0 0 0,0 1 0 0 0,0-1 0 0 0,0 0 1 0 0,1 0-1 0 0,0 0 0 0 0,0 0 0 0 0,0 0 0 0 0,0 0 1 0 0,0 0-1 0 0,0-1 0 0 0,1 1 0 0 0,4 3 0 0 0,-2-3-5 0 0,-1-1-1 0 0,0 0 0 0 0,0 0 1 0 0,1 0-1 0 0,-1-1 0 0 0,1 0 1 0 0,0 0-1 0 0,-1 0 0 0 0,1 0 1 0 0,0-1-1 0 0,0 0 0 0 0,-1 1 1 0 0,1-2-1 0 0,0 1 0 0 0,0-1 1 0 0,-1 1-1 0 0,7-3 0 0 0,30-11-1495 0 0,-19 6-2677 0 0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12.5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 1 10250 0 0,'-7'16'632'0'0,"0"1"0"0"0,2-1 0 0 0,0 1 0 0 0,1 0 1 0 0,0 1-1 0 0,2-1 0 0 0,0 1 0 0 0,1 27 0 0 0,3 17 470 0 0,12 67-1 0 0,-7-77-623 0 0,20 132-747 0 0,-19-143-6247 0 0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16.5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61 5369 0 0,'-1'1'575'0'0,"1"-1"-504"0"0,0 0 1 0 0,0 0 0 0 0,0 1 0 0 0,0-1 0 0 0,-1 0 0 0 0,1 0-1 0 0,0 0 1 0 0,0 1 0 0 0,0-1 0 0 0,0 0 0 0 0,2 4 1723 0 0,-1-4-1723 0 0,-1 0 0 0 0,0 0-1 0 0,0 0 1 0 0,0 0 0 0 0,0 1 0 0 0,1-1 0 0 0,-1 0 0 0 0,0 0-1 0 0,0 0 1 0 0,0 0 0 0 0,1 0 0 0 0,-1 0 0 0 0,0 0-1 0 0,0 0 1 0 0,0 0 0 0 0,1 0 0 0 0,-1 0 0 0 0,27 2 1838 0 0,45-6-967 0 0,-54 3-102 0 0,25 1 238 0 0,62 7-1 0 0,-75-3-1174 0 0,1-2 1 0 0,-1 0-1 0 0,1-3 1 0 0,51-6-1 0 0,36-20 518 0 0,-62 13-102 0 0,80-10 0 0 0,-44 17 233 0 0,112 7 1 0 0,232 2 2090 0 0,-418-1-2488 0 0,0 1 0 0 0,0 1-1 0 0,0 0 1 0 0,0 2 0 0 0,-1 0 0 0 0,1 0-1 0 0,-1 2 1 0 0,17 9 0 0 0,-30-15-170 0 0,0 1 0 0 0,1-1 0 0 0,0 0 0 0 0,-1 0 0 0 0,1-1 0 0 0,-1 1 0 0 0,1-1 0 0 0,0 0 0 0 0,-1 0 0 0 0,1 0 1 0 0,0-1-1 0 0,-1 0 0 0 0,1 0 0 0 0,-1 0 0 0 0,1 0 0 0 0,-1-1 0 0 0,8-3 0 0 0,21-16-3381 0 0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0:19.6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85 4 2705 0 0,'-6'-1'314'0'0,"0"0"1"0"0,-1 0-1 0 0,1 1 1 0 0,0 0 0 0 0,0 0-1 0 0,0 0 1 0 0,-1 1 0 0 0,1 0-1 0 0,0 0 1 0 0,0 1-1 0 0,-11 3 1 0 0,75 5 4833 0 0,117 21-559 0 0,-73-12-3998 0 0,-54-9-501 0 0,1-1 1 0 0,0-2-1 0 0,0-3 0 0 0,90-3 1 0 0,-19-17 374 0 0,70-4 686 0 0,298 24-57 0 0,-399-6-648 0 0,156-23 1 0 0,-63 3 479 0 0,23 18-6 0 0,-176-5-2496 0 0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00.7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220 280 2761 0 0,'-1'-14'813'0'0,"0"1"1"0"0,0-1 0 0 0,-1 0 0 0 0,-1 1 0 0 0,-9-26 0 0 0,11 35-484 0 0,0 0 0 0 0,-1-1-1 0 0,0 1 1 0 0,0 0 0 0 0,0 0 0 0 0,-1 0 0 0 0,1 0 0 0 0,-1 1-1 0 0,0-1 1 0 0,0 1 0 0 0,0-1 0 0 0,0 1 0 0 0,0 0 0 0 0,-1 1 0 0 0,0-1-1 0 0,1 0 1 0 0,-1 1 0 0 0,0 0 0 0 0,0 0 0 0 0,-1 0 0 0 0,-5-2 0 0 0,7 4-147 0 0,0-1 1 0 0,0 1 0 0 0,-1 0-1 0 0,1-1 1 0 0,0 1 0 0 0,0 1-1 0 0,0-1 1 0 0,0 0 0 0 0,-1 1-1 0 0,1 0 1 0 0,0 0 0 0 0,0 0-1 0 0,0 0 1 0 0,0 0 0 0 0,1 0-1 0 0,-1 1 1 0 0,-4 2 0 0 0,3 0-50 0 0,0-1-1 0 0,1 1 1 0 0,-1 0 0 0 0,1-1 0 0 0,0 2-1 0 0,0-1 1 0 0,0 0 0 0 0,0 1 0 0 0,-3 8 0 0 0,0 6-54 0 0,0-1 0 0 0,1 1 1 0 0,1 0-1 0 0,-3 30 1 0 0,4-23-48 0 0,2 0-1 0 0,0 0 1 0 0,1 0-1 0 0,2 0 1 0 0,0 0 0 0 0,12 46-1 0 0,-11-63-21 0 0,0 1 0 0 0,0-1 0 0 0,1-1 0 0 0,1 1 0 0 0,-1-1 0 0 0,1 1 0 0 0,1-1-1 0 0,-1-1 1 0 0,10 11 0 0 0,-9-13 13 0 0,-1-1-1 0 0,1 1 1 0 0,0-1-1 0 0,0 0 0 0 0,0 0 1 0 0,1-1-1 0 0,-1 1 1 0 0,1-1-1 0 0,0-1 1 0 0,0 0-1 0 0,0 0 1 0 0,0 0-1 0 0,13 1 0 0 0,-10-2 42 0 0,1-1-1 0 0,-1 1 0 0 0,1-2 0 0 0,0 0 1 0 0,-1 0-1 0 0,1-1 0 0 0,-1 0 0 0 0,0-1 1 0 0,0 0-1 0 0,0-1 0 0 0,0 0 0 0 0,0 0 1 0 0,-1-1-1 0 0,0 0 0 0 0,0-1 0 0 0,0 0 1 0 0,-1 0-1 0 0,1-1 0 0 0,-2 0 0 0 0,9-9 1 0 0,-8 6-15 0 0,1 0 1 0 0,-2-1 0 0 0,1 0-1 0 0,-2-1 1 0 0,1 1 0 0 0,-1-1 0 0 0,-1 0-1 0 0,0-1 1 0 0,-1 1 0 0 0,-1-1-1 0 0,1 0 1 0 0,-2 0 0 0 0,0 0-1 0 0,-1-1 1 0 0,0-21 0 0 0,-3 5 53 0 0,-1 0 0 0 0,-1 0 1 0 0,-2 0-1 0 0,-10-31 0 0 0,11 45-85 0 0,-1 1-1 0 0,0-1 0 0 0,-1 2 0 0 0,0-1 1 0 0,-1 1-1 0 0,-1 0 0 0 0,-1 0 0 0 0,1 1 1 0 0,-15-14-1 0 0,0 11-314 0 0,6 13-6007 0 0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01.3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2 126 11979 0 0,'0'-1'154'0'0,"-1"0"0"0"0,1 0 0 0 0,0 1 0 0 0,0-1 0 0 0,0 0 0 0 0,0 0 0 0 0,0 0 0 0 0,0 0 0 0 0,0 1 0 0 0,0-1 0 0 0,0 0 0 0 0,0 0 0 0 0,0 0 0 0 0,0 0 0 0 0,0 0 0 0 0,1 1 0 0 0,-1-1 0 0 0,0 0 0 0 0,1 0 0 0 0,-1 1 0 0 0,1-1 0 0 0,-1 0 0 0 0,2-1 0 0 0,13-20 1180 0 0,-13 19-891 0 0,4-5-44 0 0,1 1 1 0 0,-1 0 0 0 0,1 0 0 0 0,0 0 0 0 0,1 1-1 0 0,0 0 1 0 0,12-7 0 0 0,-15 10-327 0 0,0 1-1 0 0,-1 0 1 0 0,1-1-1 0 0,0 2 1 0 0,0-1-1 0 0,0 1 1 0 0,0-1 0 0 0,1 1-1 0 0,-1 1 1 0 0,0-1-1 0 0,0 1 1 0 0,1 0 0 0 0,-1 0-1 0 0,0 1 1 0 0,8 1-1 0 0,-11-2-62 0 0,0 1 0 0 0,0 0-1 0 0,-1 0 1 0 0,1 0 0 0 0,0 0 0 0 0,-1 0-1 0 0,1 1 1 0 0,-1-1 0 0 0,1 0 0 0 0,-1 1-1 0 0,0-1 1 0 0,1 1 0 0 0,-1-1-1 0 0,0 1 1 0 0,0 0 0 0 0,0-1 0 0 0,0 1-1 0 0,-1 0 1 0 0,1 0 0 0 0,0 0-1 0 0,-1-1 1 0 0,1 1 0 0 0,-1 0 0 0 0,0 0-1 0 0,1 0 1 0 0,-1 0 0 0 0,0 0 0 0 0,0 0-1 0 0,0 0 1 0 0,-1 0 0 0 0,1 2-1 0 0,-2 10 75 0 0,0-1-1 0 0,0 1 1 0 0,-6 16-1 0 0,5-21-70 0 0,-55 149 65 0 0,37-108-37 0 0,-17 62 0 0 0,38-111-26 0 0,-1 0 0 0 0,1 1 0 0 0,-1-1 1 0 0,1 0-1 0 0,0 0 0 0 0,-1 1 0 0 0,1-1 0 0 0,0 0 0 0 0,0 1 1 0 0,0-1-1 0 0,0 1 0 0 0,0-1 0 0 0,0 0 0 0 0,0 1 1 0 0,0-1-1 0 0,1 0 0 0 0,-1 1 0 0 0,1-1 0 0 0,-1 0 0 0 0,1 0 1 0 0,-1 1-1 0 0,1-1 0 0 0,-1 0 0 0 0,3 2 0 0 0,-1-2 18 0 0,-1-1 0 0 0,1 1 0 0 0,0-1 1 0 0,-1 0-1 0 0,1 0 0 0 0,0 0 0 0 0,0 0 0 0 0,0 0 0 0 0,-1 0 0 0 0,1 0 0 0 0,0 0 0 0 0,0-1 0 0 0,-1 1 0 0 0,1-1 0 0 0,0 1 0 0 0,-1-1 0 0 0,1 0 0 0 0,-1 0 0 0 0,3-1 0 0 0,29-15 239 0 0,-1-2-1 0 0,43-33 1 0 0,-49 32-680 0 0,0 2 0 0 0,1 1 0 0 0,0 2 1 0 0,35-15-1 0 0,-43 24-5096 0 0,-2 3-1787 0 0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02.0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0 113 9674 0 0,'23'-28'5423'0'0,"17"-2"-1411"0"0,-38 28-3869 0 0,0 1 0 0 0,0 0 1 0 0,0-1-1 0 0,1 1 0 0 0,-1 0 1 0 0,0 0-1 0 0,1 1 0 0 0,-1-1 1 0 0,1 0-1 0 0,-1 1 0 0 0,1-1 1 0 0,-1 1-1 0 0,1 0 0 0 0,-1 0 1 0 0,1 0-1 0 0,-1 0 0 0 0,4 1 1 0 0,-4 0-101 0 0,-1 0 1 0 0,1 0 0 0 0,-1 0 0 0 0,1 1-1 0 0,-1-1 1 0 0,1 0 0 0 0,-1 1 0 0 0,0-1-1 0 0,0 1 1 0 0,0-1 0 0 0,0 1-1 0 0,0 0 1 0 0,0-1 0 0 0,0 1 0 0 0,-1 0-1 0 0,1 0 1 0 0,0-1 0 0 0,-1 1 0 0 0,0 0-1 0 0,1 0 1 0 0,-1 3 0 0 0,2 48 141 0 0,-2-37-80 0 0,0 2-46 0 0,1 0 1 0 0,1 0-1 0 0,1-1 1 0 0,0 1-1 0 0,11 32 1 0 0,-12-46-55 0 0,-1 0 0 0 0,1 0 0 0 0,0 0-1 0 0,0 0 1 0 0,0 0 0 0 0,1-1 0 0 0,-1 1 0 0 0,1-1 0 0 0,0 1 0 0 0,0-1 0 0 0,0 0 0 0 0,1 0 0 0 0,-1-1 0 0 0,1 1-1 0 0,-1-1 1 0 0,1 0 0 0 0,0 0 0 0 0,0 0 0 0 0,0 0 0 0 0,0 0 0 0 0,0-1 0 0 0,0 0 0 0 0,1 0 0 0 0,-1 0-1 0 0,0 0 1 0 0,1-1 0 0 0,-1 0 0 0 0,0 0 0 0 0,8-1 0 0 0,-2 0-1 0 0,1-1 1 0 0,-1-1-1 0 0,0 0 0 0 0,0 0 1 0 0,-1-1-1 0 0,1 0 0 0 0,-1-1 1 0 0,1 0-1 0 0,-2 0 0 0 0,1-1 0 0 0,0-1 1 0 0,-1 1-1 0 0,0-1 0 0 0,6-8 1 0 0,15-16-891 0 0,-2-1 1 0 0,25-39-1 0 0,-44 60 312 0 0,1-3-950 0 0,0 1 1 0 0,14-29-1 0 0,-21 35 389 0 0,1 1-1 0 0,-1-1 1 0 0,0 0-1 0 0,-1 0 1 0 0,2-10-1 0 0,-3 1-2742 0 0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02.1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92 67 744 0 0,'-4'-12'9'0'0,"4"9"-4"0"0,-1 0 0 0 0,0 0 0 0 0,0 0 0 0 0,0 0 0 0 0,0 0 0 0 0,0 1 0 0 0,-1-1 0 0 0,-2-3 0 0 0,3 4 612 0 0,-1 0 1 0 0,1 0-1 0 0,-1 0 1 0 0,1 0 0 0 0,-1 0-1 0 0,0 1 1 0 0,0-1 0 0 0,0 1-1 0 0,0-1 1 0 0,0 1 0 0 0,0 0-1 0 0,0-1 1 0 0,0 1 0 0 0,0 0-1 0 0,-4 0 1 0 0,5 1-377 0 0,0-1 0 0 0,0 1 0 0 0,0 1 0 0 0,0-1 0 0 0,0 0 0 0 0,0 0 0 0 0,0 0 0 0 0,0 0 0 0 0,0 1 0 0 0,0-1 0 0 0,1 0 0 0 0,-1 1 0 0 0,0-1 0 0 0,0 1 0 0 0,0-1 0 0 0,1 1 0 0 0,-1-1 0 0 0,0 1 0 0 0,0 0 0 0 0,1-1 0 0 0,-1 1 0 0 0,0 0 0 0 0,1 0 0 0 0,-1-1 0 0 0,1 1 0 0 0,-1 0 0 0 0,1 0 0 0 0,-1 0 1 0 0,1 0-1 0 0,0-1 0 0 0,0 1 0 0 0,-1 0 0 0 0,1 0 0 0 0,0 0 0 0 0,0 0 0 0 0,0 0 0 0 0,0 0 0 0 0,0 0 0 0 0,0 0 0 0 0,0 1 0 0 0,-10 230 2846 0 0,6-64-2800 0 0,-1 71-395 0 0,16-138-6860 0 0,-4-62-282 0 0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03.1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1 226 1376 0 0,'39'-20'-176'0'0,"-1"-1"0"0"0,-1-2 0 0 0,-1-2 0 0 0,47-41 0 0 0,-54 32 1447 0 0,-30-1 8922 0 0,0 35-9912 0 0,0-1 1 0 0,-1 1-34 0 0,0 0 1 0 0,0-1 0 0 0,0 1 0 0 0,0 0-1 0 0,0 0 1 0 0,0 0 0 0 0,0 0-1 0 0,0 1 1 0 0,0-1 0 0 0,0 0 0 0 0,0 1-1 0 0,1 0 1 0 0,-1-1 0 0 0,0 1 0 0 0,0 0-1 0 0,0 0 1 0 0,1 0 0 0 0,-1 0-1 0 0,1 0 1 0 0,-1 0 0 0 0,1 0 0 0 0,-1 1-1 0 0,-1 1 1 0 0,-32 34 1151 0 0,15-10-1110 0 0,1 1 0 0 0,1 1 0 0 0,-27 60 0 0 0,39-75-297 0 0,0 0-1 0 0,2 1 1 0 0,0-1-1 0 0,1 1 1 0 0,0 0-1 0 0,1 0 1 0 0,1 0-1 0 0,0 0 0 0 0,1 0 1 0 0,0 0-1 0 0,4 20 1 0 0,1-15 2 0 0,0 0 1 0 0,1 0-1 0 0,0 0 1 0 0,2-1-1 0 0,14 26 1 0 0,-19-38 28 0 0,1 0 1 0 0,1-1-1 0 0,-1 0 0 0 0,1 1 0 0 0,0-1 1 0 0,0-1-1 0 0,0 1 0 0 0,1-1 1 0 0,0 0-1 0 0,0-1 0 0 0,0 1 1 0 0,1-1-1 0 0,0 0 0 0 0,0-1 1 0 0,0 1-1 0 0,0-1 0 0 0,14 3 1 0 0,-16-5 10 0 0,0-1 1 0 0,1 0-1 0 0,-1 0 1 0 0,0-1 0 0 0,1 1-1 0 0,-1-1 1 0 0,0 0 0 0 0,0-1-1 0 0,0 1 1 0 0,0-1-1 0 0,0 0 1 0 0,0 0 0 0 0,0-1-1 0 0,0 0 1 0 0,-1 1-1 0 0,1-1 1 0 0,-1-1 0 0 0,0 1-1 0 0,0-1 1 0 0,0 0 0 0 0,-1 1-1 0 0,1-2 1 0 0,-1 1-1 0 0,0 0 1 0 0,0-1 0 0 0,4-9-1 0 0,-3 8-2 0 0,-1 0 0 0 0,0 0-1 0 0,0 0 1 0 0,0-1 0 0 0,-1 1-1 0 0,0-1 1 0 0,0 0 0 0 0,-1 0 0 0 0,0 0-1 0 0,0 0 1 0 0,-1 0 0 0 0,0 0-1 0 0,0 0 1 0 0,0 0 0 0 0,-1 1-1 0 0,0-1 1 0 0,-1 0 0 0 0,1 0 0 0 0,-1 0-1 0 0,-4-7 1 0 0,4 10-16 0 0,0-1-1 0 0,0 1 1 0 0,-1 0 0 0 0,0 1-1 0 0,0-1 1 0 0,0 0 0 0 0,0 1 0 0 0,-1 0-1 0 0,1 0 1 0 0,-1 0 0 0 0,0 0-1 0 0,0 0 1 0 0,0 1 0 0 0,0 0-1 0 0,-1 0 1 0 0,1 0 0 0 0,0 0 0 0 0,-1 0-1 0 0,1 1 1 0 0,-1 0 0 0 0,0 0-1 0 0,1 0 1 0 0,-10 1 0 0 0,7 0-34 0 0,-1 1 0 0 0,1 0-1 0 0,0 1 1 0 0,0 0 0 0 0,0 0 0 0 0,0 0 0 0 0,0 1 0 0 0,0 0 0 0 0,1 1 0 0 0,-1-1-1 0 0,1 1 1 0 0,0 0 0 0 0,0 1 0 0 0,-9 9 0 0 0,0 1-610 0 0,2 1-1 0 0,0 0 1 0 0,1 1 0 0 0,0 1 0 0 0,-17 35-1 0 0,12-16-6474 0 0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04.4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197 470 9674 0 0,'-4'-3'315'0'0,"0"1"0"0"0,0-1 0 0 0,0-1 0 0 0,0 1 1 0 0,0-1-1 0 0,0 1 0 0 0,1-1 0 0 0,0 0 0 0 0,0 0 0 0 0,0-1 0 0 0,0 1 0 0 0,1-1 0 0 0,0 1 1 0 0,-3-9-1 0 0,2 5-112 0 0,0 1 1 0 0,1-1-1 0 0,0 0 1 0 0,1 0 0 0 0,0 0-1 0 0,0-1 1 0 0,1 1-1 0 0,0-13 1 0 0,3 7-79 0 0,1-1 0 0 0,0 0-1 0 0,0 1 1 0 0,2 0 0 0 0,0 0 0 0 0,0 0 0 0 0,1 1 0 0 0,1 0 0 0 0,0 0 0 0 0,1 1 0 0 0,19-21 0 0 0,-15 18-102 0 0,1 1 1 0 0,1 1-1 0 0,1 0 1 0 0,-1 1-1 0 0,2 0 1 0 0,0 1 0 0 0,0 1-1 0 0,28-11 1 0 0,-37 18-10 0 0,0 0 0 0 0,0 1 0 0 0,0 0 0 0 0,0 0 1 0 0,0 1-1 0 0,0 0 0 0 0,1 0 0 0 0,-1 1 0 0 0,12 1 0 0 0,-17 0-19 0 0,0-1 0 0 0,0 1 0 0 0,0-1-1 0 0,-1 1 1 0 0,1 0 0 0 0,0 1 0 0 0,0-1 0 0 0,-1 0-1 0 0,1 1 1 0 0,-1-1 0 0 0,1 1 0 0 0,-1 0 0 0 0,0 0-1 0 0,1 0 1 0 0,-1 0 0 0 0,0 0 0 0 0,0 0 0 0 0,0 1-1 0 0,-1-1 1 0 0,1 1 0 0 0,-1-1 0 0 0,1 1 0 0 0,-1 0-1 0 0,0-1 1 0 0,0 1 0 0 0,0 0 0 0 0,0 0 0 0 0,-1 0-1 0 0,1 3 1 0 0,1 8-124 0 0,-1 0-1 0 0,-1 0 1 0 0,0-1 0 0 0,-1 1-1 0 0,0 0 1 0 0,-1 0 0 0 0,-7 23-1 0 0,-37 95-1068 0 0,23-74 633 0 0,-27 103 618 0 0,44-138 91 0 0,1 1 0 0 0,2 0 0 0 0,0 0 0 0 0,2 46-1 0 0,1-66-142 0 0,1 0-1 0 0,-1 0 1 0 0,1 0-1 0 0,-1 0 0 0 0,1 0 1 0 0,0 0-1 0 0,1 0 0 0 0,-1-1 1 0 0,1 1-1 0 0,0-1 0 0 0,0 1 1 0 0,0-1-1 0 0,0 1 1 0 0,0-1-1 0 0,1 0 0 0 0,-1 0 1 0 0,1 0-1 0 0,0 0 0 0 0,0-1 1 0 0,0 1-1 0 0,0-1 0 0 0,4 2 1 0 0,-3-2 29 0 0,1 0-1 0 0,-1-1 1 0 0,0 1 0 0 0,1-1 0 0 0,-1 0 0 0 0,1-1-1 0 0,-1 1 1 0 0,1-1 0 0 0,-1 0 0 0 0,1 0-1 0 0,0 0 1 0 0,-1-1 0 0 0,1 1 0 0 0,-1-1 0 0 0,1 0-1 0 0,-1-1 1 0 0,0 1 0 0 0,1-1 0 0 0,3-2 0 0 0,2-1 170 0 0,-1 0 1 0 0,0-1-1 0 0,0 0 1 0 0,0-1-1 0 0,-1 0 1 0 0,0 0-1 0 0,-1-1 1 0 0,1 0-1 0 0,-1 0 1 0 0,-1 0-1 0 0,0-1 1 0 0,0 0-1 0 0,0-1 1 0 0,-1 1-1 0 0,-1-1 1 0 0,0 0-1 0 0,0 0 1 0 0,-1 0-1 0 0,0-1 1 0 0,1-11-1 0 0,-2 14-89 0 0,-1-1-1 0 0,0 0 1 0 0,-1 1 0 0 0,0-1-1 0 0,0 1 1 0 0,-1-1-1 0 0,0 0 1 0 0,-1 1 0 0 0,1-1-1 0 0,-2 1 1 0 0,1 0 0 0 0,-1 0-1 0 0,0 0 1 0 0,-1 0-1 0 0,0 0 1 0 0,0 1 0 0 0,-1-1-1 0 0,0 1 1 0 0,0 0 0 0 0,-1 1-1 0 0,0-1 1 0 0,0 1-1 0 0,0 0 1 0 0,-1 1 0 0 0,-9-7-1 0 0,-2 2-29 0 0,-1 0 0 0 0,0 1-1 0 0,-1 0 1 0 0,0 2 0 0 0,-25-6-1 0 0,-110-17 27 0 0,107 22-100 0 0,-140-24-2229 0 0,133 23-5681 0 0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07.3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143 302 9674 0 0,'-143'18'10690'0'0,"215"-17"-10457"0"0,0-4-1 0 0,127-19 0 0 0,-76 6-120 0 0,395-43 433 0 0,-59 20-21 0 0,-266 25-315 0 0,351-38 409 0 0,-474 44-545 0 0,128-18 269 0 0,-163 19-290 0 0,0-2 1 0 0,0-1-1 0 0,50-22 0 0 0,-84 32-52 0 0,1-1-26 0 0,-1 1 0 0 0,1-1 1 0 0,0 0-1 0 0,0 0 0 0 0,0 0 1 0 0,-1 0-1 0 0,1 0 0 0 0,0 0 0 0 0,-1 0 1 0 0,1-1-1 0 0,-1 1 0 0 0,0 0 1 0 0,1-1-1 0 0,-1 1 0 0 0,0-1 0 0 0,1-2 1 0 0,-3 3-466 0 0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07.8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1 145 456 0 0,'2'-47'1257'0'0,"2"-4"3719"0"0,-2 5 9406 0 0,14 124-13433 0 0,73 439 223 0 0,-85-480-1189 0 0,10 91-218 0 0,33 133 0 0 0,-46-259 77 0 0,-1 1 1 0 0,1-1-1 0 0,0 1 0 0 0,-1 0 1 0 0,1-1-1 0 0,-1 1 1 0 0,0 0-1 0 0,0 0 0 0 0,0-1 1 0 0,0 1-1 0 0,-1 0 0 0 0,1-1 1 0 0,-1 1-1 0 0,1 0 1 0 0,-2 2-1 0 0,-2-1-1045 0 0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08.2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156 142 5985 0 0,'-1'-1'103'0'0,"1"0"1"0"0,0 0-1 0 0,-1 0 0 0 0,1 0 0 0 0,-1 0 1 0 0,1 1-1 0 0,-1-1 0 0 0,1 0 0 0 0,-1 0 0 0 0,1 0 1 0 0,-1 1-1 0 0,0-1 0 0 0,1 1 0 0 0,-1-1 1 0 0,0 0-1 0 0,0 1 0 0 0,0-1 0 0 0,1 1 0 0 0,-1-1 1 0 0,0 1-1 0 0,0 0 0 0 0,0-1 0 0 0,-1 1 0 0 0,1 0 15 0 0,0 1 0 0 0,-1-1 0 0 0,1 1 0 0 0,0-1 0 0 0,0 1 0 0 0,0 0 0 0 0,-1-1 0 0 0,1 1 0 0 0,0 0 0 0 0,0 0 0 0 0,0 0-1 0 0,0 0 1 0 0,0 0 0 0 0,1 0 0 0 0,-1 0 0 0 0,0 0 0 0 0,-1 3 0 0 0,-13 23 245 0 0,0 2 0 0 0,2-1-1 0 0,1 2 1 0 0,-9 38 0 0 0,11-40-57 0 0,4-8-32 0 0,-17 58 500 0 0,22-72-570 0 0,0-1 1 0 0,0 1-1 0 0,0-1 0 0 0,1 1 1 0 0,0-1-1 0 0,0 1 0 0 0,1 0 0 0 0,0-1 1 0 0,-1 0-1 0 0,2 1 0 0 0,2 8 1 0 0,-4-13-164 0 0,0-1 0 0 0,0 1 0 0 0,1 0 0 0 0,-1-1 0 0 0,0 0 0 0 0,0 1 0 0 0,1-1 1 0 0,-1 1-1 0 0,0-1 0 0 0,1 1 0 0 0,-1-1 0 0 0,0 1 0 0 0,1-1 0 0 0,-1 0 0 0 0,1 1 0 0 0,-1-1 0 0 0,1 0 1 0 0,-1 0-1 0 0,0 1 0 0 0,1-1 0 0 0,-1 0 0 0 0,1 0 0 0 0,-1 1 0 0 0,1-1 0 0 0,0 0 0 0 0,-1 0 0 0 0,1 0 1 0 0,-1 0-1 0 0,1 0 0 0 0,-1 0 0 0 0,1 0 0 0 0,-1 0 0 0 0,2 0 0 0 0,15-13 603 0 0,10-26-143 0 0,-10 1-235 0 0,-2 0-1 0 0,19-68 1 0 0,-25 72-52 0 0,1 1 0 0 0,1 0 0 0 0,2 1 0 0 0,31-54 0 0 0,-39 79-93 0 0,0 0 0 0 0,1 0 0 0 0,-1 1 0 0 0,2 0 0 0 0,-1 0 1 0 0,0 0-1 0 0,1 1 0 0 0,0 0 0 0 0,1 0 0 0 0,-1 1 0 0 0,1 0 0 0 0,8-4 1 0 0,-12 7-68 0 0,0 0 0 0 0,0-1 0 0 0,0 1 1 0 0,0 0-1 0 0,0 1 0 0 0,0-1 0 0 0,0 1 1 0 0,0 0-1 0 0,0 0 0 0 0,0 0 0 0 0,0 0 1 0 0,-1 1-1 0 0,1 0 0 0 0,0-1 0 0 0,0 1 1 0 0,0 1-1 0 0,0-1 0 0 0,0 1 0 0 0,-1-1 1 0 0,1 1-1 0 0,-1 0 0 0 0,1 0 0 0 0,-1 1 1 0 0,0-1-1 0 0,0 1 0 0 0,0-1 0 0 0,3 5 1 0 0,73 94 463 0 0,-50-60-1515 0 0,54 56-1 0 0,-56-70-6974 0 0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08.9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92 17 5985 0 0,'-13'-6'78'0'0,"10"4"603"0"0,0 1 1 0 0,1-1 0 0 0,-1 1-1 0 0,0 0 1 0 0,0 0 0 0 0,0 0-1 0 0,0 1 1 0 0,-1-1 0 0 0,-2 0-1 0 0,4 2-514 0 0,1-1-1 0 0,0 1 1 0 0,-1-1-1 0 0,1 1 1 0 0,0-1-1 0 0,-1 1 1 0 0,1 0-1 0 0,0-1 1 0 0,0 1-1 0 0,0 0 1 0 0,-1 0 0 0 0,1 0-1 0 0,0 0 1 0 0,0 0-1 0 0,1 0 1 0 0,-1 0-1 0 0,0 1 1 0 0,0-1-1 0 0,0 0 1 0 0,1 0-1 0 0,-1 1 1 0 0,1-1-1 0 0,-1 0 1 0 0,0 3-1 0 0,-4 10 313 0 0,1 0-1 0 0,1 0 0 0 0,0 0 0 0 0,1 0 0 0 0,-1 22 1 0 0,4 76 39 0 0,0-95-385 0 0,0 7-66 0 0,1-1 0 0 0,1 1 0 0 0,1-1 0 0 0,8 27 0 0 0,-9-43-58 0 0,-1 0-1 0 0,1 1 1 0 0,1-1 0 0 0,-1-1 0 0 0,1 1-1 0 0,0 0 1 0 0,8 8 0 0 0,-9-12-5 0 0,-1-1 1 0 0,1 1-1 0 0,0 0 1 0 0,0-1-1 0 0,0 0 0 0 0,1 0 1 0 0,-1 0-1 0 0,1 0 1 0 0,-1 0-1 0 0,1-1 1 0 0,-1 1-1 0 0,1-1 1 0 0,0 0-1 0 0,0 0 1 0 0,6 0-1 0 0,-5-1 17 0 0,1 0 0 0 0,-1-1 0 0 0,0 0 0 0 0,1 0 0 0 0,-1 0 0 0 0,0-1 0 0 0,0 1 0 0 0,0-1 0 0 0,0 0 0 0 0,0-1 0 0 0,-1 1-1 0 0,1-1 1 0 0,-1 0 0 0 0,1 0 0 0 0,-1-1 0 0 0,0 1 0 0 0,0-1 0 0 0,-1 0 0 0 0,5-6 0 0 0,2-2 62 0 0,0-1 0 0 0,-1 0 0 0 0,-1 0 0 0 0,0-1 1 0 0,8-20-1 0 0,-10 16-20 0 0,-1 1 0 0 0,0-1 0 0 0,-1 0 0 0 0,-1 0-1 0 0,0-1 1 0 0,-1-32 0 0 0,-2 39-77 0 0,0-1 0 0 0,-1 1-1 0 0,-1 0 1 0 0,0 0 0 0 0,-1-1-1 0 0,0 1 1 0 0,-1 1 0 0 0,0-1-1 0 0,-1 0 1 0 0,-12-21-1 0 0,16 31-69 0 0,0 0-1 0 0,-1 0 1 0 0,1 0 0 0 0,-1 0-1 0 0,1 0 1 0 0,-1 0-1 0 0,0 1 1 0 0,0-1-1 0 0,0 0 1 0 0,0 1-1 0 0,0-1 1 0 0,0 1-1 0 0,0 0 1 0 0,0 0-1 0 0,-1 0 1 0 0,1 0 0 0 0,0 0-1 0 0,-1 0 1 0 0,1 1-1 0 0,-5-1 1 0 0,-5 3-1090 0 0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09.34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27 6449 0 0,'1'0'207'0'0,"0"0"1"0"0,0 0-1 0 0,0 0 0 0 0,0 0 0 0 0,0 0 0 0 0,0 1 0 0 0,0-1 0 0 0,1 1 0 0 0,-1-1 1 0 0,0 0-1 0 0,0 1 0 0 0,0 0 0 0 0,0-1 0 0 0,-1 1 0 0 0,1 0 0 0 0,0-1 0 0 0,0 1 0 0 0,0 0 1 0 0,0 0-1 0 0,-1 0 0 0 0,1 0 0 0 0,0-1 0 0 0,-1 1 0 0 0,1 0 0 0 0,-1 0 0 0 0,1 1 1 0 0,0 0-1 0 0,15 32 3309 0 0,-3 16-1961 0 0,-12-42-1300 0 0,1 0 0 0 0,0 1 0 0 0,0-1 0 0 0,0 0 0 0 0,1-1 0 0 0,0 1 0 0 0,0 0 0 0 0,1-1 0 0 0,0 0 0 0 0,1 1 0 0 0,7 8 0 0 0,-11-15-263 0 0,-1 0 0 0 0,1-1 0 0 0,0 1 0 0 0,-1-1 0 0 0,1 1 0 0 0,0-1 0 0 0,0 0 0 0 0,-1 1 0 0 0,1-1 0 0 0,0 0-1 0 0,0 1 1 0 0,0-1 0 0 0,-1 0 0 0 0,1 0 0 0 0,0 0 0 0 0,0 0 0 0 0,0 0 0 0 0,0 0 0 0 0,-1 0 0 0 0,1 0 0 0 0,0 0 0 0 0,0 0-1 0 0,0 0 1 0 0,-1-1 0 0 0,3 1 0 0 0,-1-1-40 0 0,0-1 0 0 0,-1 1 0 0 0,1 0 0 0 0,0-1 0 0 0,0 1 0 0 0,-1-1 0 0 0,1 1 0 0 0,-1-1 0 0 0,3-3 0 0 0,21-44-821 0 0,-25 49 861 0 0,15-41-653 0 0,-11 27 593 0 0,2-1-1 0 0,-1 1 1 0 0,2 0-1 0 0,0 0 1 0 0,0 0 0 0 0,14-17-1 0 0,-20 30 120 0 0,0 0-1 0 0,0 0 1 0 0,-1 0-1 0 0,1 1 1 0 0,0-1 0 0 0,0 0-1 0 0,0 0 1 0 0,0 1-1 0 0,0-1 1 0 0,0 0-1 0 0,0 1 1 0 0,0-1 0 0 0,0 1-1 0 0,0 0 1 0 0,0-1-1 0 0,0 1 1 0 0,1 0-1 0 0,-1 0 1 0 0,0-1 0 0 0,0 1-1 0 0,0 0 1 0 0,0 0-1 0 0,1 0 1 0 0,-1 1 0 0 0,0-1-1 0 0,0 0 1 0 0,0 0-1 0 0,0 1 1 0 0,0-1-1 0 0,1 0 1 0 0,-1 1 0 0 0,0-1-1 0 0,0 1 1 0 0,0-1-1 0 0,0 1 1 0 0,0 0-1 0 0,0 0 1 0 0,-1-1 0 0 0,1 1-1 0 0,0 0 1 0 0,0 0-1 0 0,0 0 1 0 0,-1 0-1 0 0,1 0 1 0 0,0 0 0 0 0,-1 0-1 0 0,1 0 1 0 0,0 2-1 0 0,4 6 350 0 0,0 1 0 0 0,0 0-1 0 0,6 20 1 0 0,-9-26-409 0 0,5 18-326 0 0,1 0 1 0 0,0-1 0 0 0,2 0 0 0 0,15 24 0 0 0,-9-25-6885 0 0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09.6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11 6913 0 0,'0'-10'4500'0'0,"16"31"-142"0"0,0 25-2291 0 0,-1 0-1 0 0,11 62 1 0 0,15 50-1148 0 0,-4-64-717 0 0,9 27-1701 0 0,-39-95 142 0 0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09.7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3 208 3681 0 0,'-1'-2'300'0'0,"1"0"1"0"0,-1-1-1 0 0,1 1 1 0 0,-1-1 0 0 0,1 1-1 0 0,0-1 1 0 0,0 0-1 0 0,1 1 1 0 0,-1-1-1 0 0,0 1 1 0 0,1-1-1 0 0,-1 1 1 0 0,1 0 0 0 0,0-1-1 0 0,0 1 1 0 0,0-1-1 0 0,0 1 1 0 0,0 0-1 0 0,3-4 1 0 0,2-4 767 0 0,0 1-1 0 0,1-1 1 0 0,9-9 0 0 0,-6 8-379 0 0,1 1-1 0 0,1 0 1 0 0,-1 0-1 0 0,2 1 1 0 0,24-13-1 0 0,-25 16-701 0 0,0 1 1 0 0,0 0-1 0 0,1 1 0 0 0,-1 0 0 0 0,1 1 0 0 0,26-4 0 0 0,-8 6-307 0 0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09.9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9218 0 0,'5'4'338'0'0,"0"0"0"0"0,0 1 0 0 0,-1-1-1 0 0,0 1 1 0 0,0 0 0 0 0,0 1 0 0 0,0-1 0 0 0,-1 1 0 0 0,0-1 0 0 0,0 1-1 0 0,0 0 1 0 0,2 9 0 0 0,2 10 900 0 0,8 43-1 0 0,-14-63-1087 0 0,6 45 470 0 0,-3 1 0 0 0,-1 0-1 0 0,-3-1 1 0 0,-6 52-1 0 0,4-88-956 0 0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10.1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2 253 5529 0 0,'-1'-15'518'0'0,"0"-1"-1"0"0,1 1 0 0 0,1 0 1 0 0,0 0-1 0 0,1 0 1 0 0,5-24-1 0 0,-5 32-71 0 0,1 0 0 0 0,-1 0 0 0 0,2 0 0 0 0,-1 0 0 0 0,0 0 0 0 0,1 1 0 0 0,0-1 0 0 0,1 1 0 0 0,0 0 0 0 0,0 0 0 0 0,0 1 0 0 0,0-1 0 0 0,1 1 0 0 0,0 0 0 0 0,7-4 0 0 0,-7 6-144 0 0,-1 0 0 0 0,1 1 0 0 0,0-1-1 0 0,0 1 1 0 0,0 1 0 0 0,0-1 0 0 0,0 1-1 0 0,0 0 1 0 0,1 0 0 0 0,-1 1-1 0 0,0 0 1 0 0,9 1 0 0 0,-12-1-245 0 0,-1 0 1 0 0,0 0 0 0 0,0 1-1 0 0,0-1 1 0 0,0 1-1 0 0,0-1 1 0 0,0 1 0 0 0,0 0-1 0 0,0 0 1 0 0,0 0 0 0 0,0 0-1 0 0,0 0 1 0 0,-1 0-1 0 0,1 0 1 0 0,0 1 0 0 0,-1-1-1 0 0,1 1 1 0 0,-1-1-1 0 0,0 1 1 0 0,1 0 0 0 0,-1-1-1 0 0,0 1 1 0 0,0 0-1 0 0,0 0 1 0 0,0 0 0 0 0,0 0-1 0 0,0 0 1 0 0,-1 0-1 0 0,1 0 1 0 0,-1 0 0 0 0,1 0-1 0 0,-1 0 1 0 0,0 0-1 0 0,0 0 1 0 0,0 1 0 0 0,0-1-1 0 0,0 0 1 0 0,0 0 0 0 0,-1 3-1 0 0,-2 5-16 0 0,1 0 0 0 0,-1-1 1 0 0,-1 0-1 0 0,0 1 0 0 0,0-2 0 0 0,0 1 0 0 0,-1 0 0 0 0,-1-1 0 0 0,-9 12 1 0 0,-2 0-203 0 0,-1-1 0 0 0,-26 24 0 0 0,28-30-357 0 0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10.5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14 1376 0 0,'-3'3'349'0'0,"2"0"0"0"0,-1 0-1 0 0,0 1 1 0 0,1-1 0 0 0,-1 0 0 0 0,1 1-1 0 0,0-1 1 0 0,0 1 0 0 0,0-1-1 0 0,1 1 1 0 0,-1-1 0 0 0,1 1-1 0 0,0 0 1 0 0,0-1 0 0 0,1 8 0 0 0,9 57 5286 0 0,-10-67-5522 0 0,4 15 1093 0 0,0-1 0 0 0,1 0 0 0 0,7 16 0 0 0,-10-27-1013 0 0,-1 0 1 0 0,1 0 0 0 0,0 0 0 0 0,1 0-1 0 0,-1-1 1 0 0,1 1 0 0 0,-1-1-1 0 0,1 1 1 0 0,0-1 0 0 0,1 0 0 0 0,-1 0-1 0 0,0 0 1 0 0,1-1 0 0 0,0 1-1 0 0,7 3 1 0 0,-10-6-207 0 0,1 0 1 0 0,0 0-1 0 0,0 1 0 0 0,0-2 0 0 0,0 1 1 0 0,0 0-1 0 0,0 0 0 0 0,0 0 0 0 0,-1-1 1 0 0,1 1-1 0 0,0-1 0 0 0,0 0 0 0 0,0 0 1 0 0,-1 1-1 0 0,1-1 0 0 0,0 0 0 0 0,-1 0 1 0 0,1 0-1 0 0,-1-1 0 0 0,1 1 0 0 0,-1 0 1 0 0,0-1-1 0 0,1 1 0 0 0,-1 0 1 0 0,0-1-1 0 0,0 0 0 0 0,0 1 0 0 0,0-1 1 0 0,0 0-1 0 0,-1 1 0 0 0,2-3 0 0 0,4-9-257 0 0,0 0-1 0 0,7-26 1 0 0,-12 34 237 0 0,5-15-110 0 0,22-62 167 0 0,-26 75 163 0 0,1 1 1 0 0,0-1 0 0 0,1 1 0 0 0,-1 0 0 0 0,1 1 0 0 0,1-1 0 0 0,-1 1 0 0 0,1-1 0 0 0,8-6 0 0 0,-12 11-148 0 0,0 0 0 0 0,1 0 0 0 0,-1 0 0 0 0,0 0 0 0 0,1 0 0 0 0,-1 0 0 0 0,1 1 0 0 0,-1-1 0 0 0,0 1 0 0 0,1-1 0 0 0,0 1 0 0 0,-1 0 0 0 0,1-1 0 0 0,-1 1 0 0 0,1 0 0 0 0,-1 0 0 0 0,1 0 0 0 0,0 0 0 0 0,-1 0 0 0 0,1 0 0 0 0,-1 1 0 0 0,1-1 0 0 0,-1 0 0 0 0,1 1 0 0 0,-1-1 0 0 0,1 1 0 0 0,-1 0 0 0 0,1 0 0 0 0,-1-1-1 0 0,0 1 1 0 0,1 0 0 0 0,-1 0 0 0 0,0 0 0 0 0,0 0 0 0 0,1 0 0 0 0,-1 1 0 0 0,0-1 0 0 0,0 0 0 0 0,1 3 0 0 0,4 6-35 0 0,0 0-1 0 0,0 1 0 0 0,-1 0 1 0 0,6 17-1 0 0,0-1-151 0 0,7 3-1884 0 0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10.7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 37 14283 0 0,'-6'-12'554'0'0,"-9"-12"2058"0"0,14 28-2185 0 0,1 1 1 0 0,0 0-1 0 0,0 0 1 0 0,0-1-1 0 0,1 1 0 0 0,-1 0 1 0 0,1-1-1 0 0,0 1 0 0 0,2 6 1 0 0,1 3 138 0 0,17 93 252 0 0,53 153 0 0 0,-50-197-2026 0 0,54 104 1 0 0,-64-141-6524 0 0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10.9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3 249 5529 0 0,'0'0'101'0'0,"0"0"0"0"0,0 0 0 0 0,-1-1 1 0 0,1 1-1 0 0,0 0 0 0 0,0-1 0 0 0,-1 1 0 0 0,1 0 0 0 0,0 0 0 0 0,0-1 0 0 0,0 1 0 0 0,0 0 0 0 0,0-1 0 0 0,-1 1 0 0 0,1-1 1 0 0,0 1-1 0 0,0 0 0 0 0,0-1 0 0 0,0 1 0 0 0,0 0 0 0 0,0-1 0 0 0,0 1 0 0 0,0 0 0 0 0,0-1 0 0 0,0 1 0 0 0,0-1 0 0 0,1 1 1 0 0,-1 0-1 0 0,0-1 0 0 0,0 1 0 0 0,0 0 0 0 0,0-1 0 0 0,0 1 0 0 0,1-1 0 0 0,13-14 3414 0 0,22-10 771 0 0,60-24 105 0 0,56-10-2597 0 0,11-4-1427 0 0,-109 38-286 0 0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13.67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54 4145 0 0,'-6'-24'2510'0'0,"6"21"-2096"0"0,-1 1 1 0 0,1-1-1 0 0,-1 0 0 0 0,1 1 1 0 0,-1-1-1 0 0,-10-10 5103 0 0,7 35-4292 0 0,1 53 52 0 0,9 122 0 0 0,0-71-915 0 0,19 369-1090 0 0,-25-481-1920 0 0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14.1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230 64 456 0 0,'-1'-6'190'0'0,"0"0"1"0"0,-1 1-1 0 0,0-1 0 0 0,0 1 1 0 0,0-1-1 0 0,-1 1 0 0 0,-4-7 1 0 0,6 11-59 0 0,1 0 0 0 0,-1 0 0 0 0,0 0-1 0 0,1 1 1 0 0,-1-1 0 0 0,0 0 0 0 0,0 0 0 0 0,0 1 0 0 0,0-1 0 0 0,0 1 0 0 0,0-1 0 0 0,0 1-1 0 0,0-1 1 0 0,0 1 0 0 0,0 0 0 0 0,0 0 0 0 0,0-1 0 0 0,-2 1 0 0 0,1 0 36 0 0,1 0-1 0 0,-1 1 1 0 0,0-1 0 0 0,0 1 0 0 0,1-1 0 0 0,-1 1-1 0 0,0 0 1 0 0,1-1 0 0 0,-1 1 0 0 0,1 0 0 0 0,-1 0-1 0 0,1 0 1 0 0,0 0 0 0 0,-1 1 0 0 0,-1 0 0 0 0,-10 13 794 0 0,0-1 1 0 0,0 1 0 0 0,1 1 0 0 0,1 1 0 0 0,-10 20 0 0 0,-40 91 941 0 0,58-122-1830 0 0,1-1-40 0 0,-1 1 1 0 0,1-1 0 0 0,0 1 0 0 0,0 0 0 0 0,0-1-1 0 0,1 1 1 0 0,0 0 0 0 0,0 0 0 0 0,0 0-1 0 0,1 8 1 0 0,0-14-28 0 0,0 0 0 0 0,0 1 0 0 0,0-1-1 0 0,0 0 1 0 0,0 0 0 0 0,0 0 0 0 0,0 0-1 0 0,0 0 1 0 0,0 0 0 0 0,0 1 0 0 0,1-1-1 0 0,-1 0 1 0 0,0 0 0 0 0,0 0 0 0 0,0 0-1 0 0,0 0 1 0 0,0 0 0 0 0,0 0 0 0 0,0 1 0 0 0,0-1-1 0 0,0 0 1 0 0,0 0 0 0 0,1 0 0 0 0,-1 0-1 0 0,0 0 1 0 0,0 0 0 0 0,0 0 0 0 0,0 0-1 0 0,0 0 1 0 0,0 0 0 0 0,1 0 0 0 0,-1 0-1 0 0,0 0 1 0 0,0 0 0 0 0,0 0 0 0 0,0 0-1 0 0,0 0 1 0 0,1 0 0 0 0,-1 0 0 0 0,0 0 0 0 0,0 0-1 0 0,0 0 1 0 0,0 0 0 0 0,0 0 0 0 0,0 0-1 0 0,1 0 1 0 0,-1 0 0 0 0,0 0 0 0 0,0 0-1 0 0,0 0 1 0 0,9-8 171 0 0,5-9-29 0 0,3-12 309 0 0,27-59-1 0 0,-35 66-274 0 0,1 1 0 0 0,0 0-1 0 0,2 1 1 0 0,0 1 0 0 0,1 0 0 0 0,19-21-1 0 0,-29 37-66 0 0,0 0-1 0 0,1 0 1 0 0,0 0-1 0 0,0 0 0 0 0,-1 1 1 0 0,2-1-1 0 0,-1 1 1 0 0,0 0-1 0 0,0 1 1 0 0,1-1-1 0 0,-1 0 1 0 0,1 1-1 0 0,-1 0 1 0 0,1 0-1 0 0,-1 1 0 0 0,1-1 1 0 0,0 1-1 0 0,-1 0 1 0 0,1 0-1 0 0,0 1 1 0 0,-1-1-1 0 0,1 1 1 0 0,0 0-1 0 0,-1 0 1 0 0,1 1-1 0 0,-1-1 0 0 0,7 5 1 0 0,-1-2 0 0 0,-1 2 1 0 0,0-1 0 0 0,-1 1-1 0 0,0 0 1 0 0,0 1-1 0 0,0 0 1 0 0,-1 0 0 0 0,1 1-1 0 0,-2 0 1 0 0,1 0-1 0 0,6 13 1 0 0,30 64 415 0 0,-11-17-1584 0 0,-6-25-4632 0 0,-13-25-1459 0 0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17.78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9218 0 0,'0'0'707'0'0,"4"32"5469"0"0,-1 0-5144 0 0,8 108 94 0 0,-10-46-8596 0 0,-2-75 2802 0 0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17.9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27 181 8290 0 0,'-5'-19'1575'0'0,"-1"-1"-62"0"0,2 0 0 0 0,0 1-1 0 0,0-1 1 0 0,2-1 0 0 0,0-32-1 0 0,5 44-971 0 0,2 10-316 0 0,6 13-2198 0 0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18.3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10594 0 0,'17'33'1678'0'0,"-6"-9"-1312"0"0,-1-1-1 0 0,-2 1 1 0 0,0 0-1 0 0,-2 1 1 0 0,5 30-1 0 0,16 58 684 0 0,-27-112-1046 0 0,0-1-1 0 0,0 0 1 0 0,0 1-1 0 0,0-1 1 0 0,0 1 0 0 0,0-1-1 0 0,1 0 1 0 0,-1 1-1 0 0,0-1 1 0 0,0 1 0 0 0,0-1-1 0 0,0 0 1 0 0,1 1-1 0 0,-1-1 1 0 0,0 0 0 0 0,0 1-1 0 0,1-1 1 0 0,-1 0 0 0 0,0 0-1 0 0,0 1 1 0 0,1-1-1 0 0,-1 0 1 0 0,0 0 0 0 0,1 1-1 0 0,-1-1 1 0 0,0 0-1 0 0,1 0 1 0 0,-1 0 0 0 0,1 0-1 0 0,-1 1 1 0 0,0-1-1 0 0,1 0 1 0 0,-1 0 0 0 0,1 0-1 0 0,0 0 1 0 0,9-12-322 0 0,8-29-614 0 0,-17 36 827 0 0,18-59-1200 0 0,-14 42 878 0 0,15-38-1 0 0,-17 54 749 0 0,0 0 0 0 0,0 0 0 0 0,0 0 0 0 0,1 0 0 0 0,-1 1 0 0 0,1 0-1 0 0,1 0 1 0 0,-1 0 0 0 0,1 0 0 0 0,8-6 0 0 0,-12 10-185 0 0,1 1 0 0 0,-1-1 0 0 0,1 0 0 0 0,0 1 1 0 0,-1-1-1 0 0,1 1 0 0 0,-1-1 0 0 0,1 1 0 0 0,0 0 0 0 0,-1 0 0 0 0,1 0 0 0 0,0 0 0 0 0,0 0 0 0 0,-1 0 1 0 0,1 0-1 0 0,0 0 0 0 0,-1 1 0 0 0,1-1 0 0 0,-1 1 0 0 0,1-1 0 0 0,0 1 0 0 0,-1 0 0 0 0,1 0 0 0 0,-1-1 1 0 0,0 1-1 0 0,1 0 0 0 0,-1 0 0 0 0,0 0 0 0 0,1 1 0 0 0,-1-1 0 0 0,0 0 0 0 0,0 0 0 0 0,0 1 1 0 0,1 1-1 0 0,3 3-90 0 0,0 1 1 0 0,-1-1-1 0 0,0 0 1 0 0,0 1 0 0 0,-1 0-1 0 0,4 10 1 0 0,4 30-2025 0 0,-7-29-4749 0 0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18.6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 1 8754 0 0,'-21'5'9315'0'0,"22"0"-8521"0"0,67 206 2746 0 0,-26-65-3932 0 0,-14-52-1701 0 0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18.8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1 312 5985 0 0,'0'-20'574'0'0,"2"-1"1"0"0,0 1-1 0 0,2-1 0 0 0,0 1 0 0 0,1 0 0 0 0,1 0 1 0 0,1 1-1 0 0,9-20 0 0 0,-10 27-20 0 0,0 0 0 0 0,1 0 1 0 0,1 1-1 0 0,0-1 0 0 0,14-15 0 0 0,-19 24-350 0 0,-1 1 0 0 0,1-1 0 0 0,0 1 0 0 0,0 0 0 0 0,0 0 0 0 0,0 0 0 0 0,0 0 0 0 0,1 1 0 0 0,-1-1 0 0 0,0 1 0 0 0,6-2 0 0 0,-7 3-81 0 0,0-1 0 0 0,1 1 0 0 0,-1 0 0 0 0,0 1 0 0 0,0-1 0 0 0,0 0 0 0 0,0 0 0 0 0,0 1 0 0 0,0-1 0 0 0,0 1 0 0 0,-1 0 0 0 0,1-1 0 0 0,0 1 0 0 0,0 0 0 0 0,0 0 0 0 0,0 0 0 0 0,-1 1 0 0 0,1-1 0 0 0,-1 0 0 0 0,1 1 0 0 0,-1-1 0 0 0,2 3 0 0 0,0-1-72 0 0,-1 1 1 0 0,1 0-1 0 0,-1 0 0 0 0,0 0 1 0 0,-1 0-1 0 0,1 0 1 0 0,-1 1-1 0 0,1-1 0 0 0,-1 0 1 0 0,-1 1-1 0 0,1-1 0 0 0,-1 1 1 0 0,1-1-1 0 0,-1 1 1 0 0,0-1-1 0 0,-1 1 0 0 0,1-1 1 0 0,-1 0-1 0 0,0 1 0 0 0,-2 5 1 0 0,-3 11-334 0 0,-1 1 0 0 0,-17 33 1 0 0,20-47 115 0 0,-17 34-4214 0 0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19.2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6449 0 0,'1'0'169'0'0,"0"0"-1"0"0,1 0 1 0 0,-1 0 0 0 0,0 0-1 0 0,0 0 1 0 0,1 1-1 0 0,-1-1 1 0 0,0 1-1 0 0,0-1 1 0 0,0 1-1 0 0,0-1 1 0 0,1 1-1 0 0,-1-1 1 0 0,0 1 0 0 0,0 0-1 0 0,0 0 1 0 0,0-1-1 0 0,0 1 1 0 0,-1 0-1 0 0,1 0 1 0 0,0 0-1 0 0,0 0 1 0 0,-1 0-1 0 0,1 0 1 0 0,0 0 0 0 0,-1 1-1 0 0,1-1 1 0 0,0 2-1 0 0,16 42 3656 0 0,-14-36-2860 0 0,22 114 1931 0 0,-25-123-2904 0 0,0 0-1 0 0,0 1 1 0 0,0-1-1 0 0,0 0 1 0 0,0 0 0 0 0,0 1-1 0 0,0-1 1 0 0,0 0-1 0 0,0 1 1 0 0,0-1 0 0 0,0 0-1 0 0,0 0 1 0 0,1 1-1 0 0,-1-1 1 0 0,0 0 0 0 0,0 0-1 0 0,0 1 1 0 0,0-1-1 0 0,1 0 1 0 0,-1 0 0 0 0,0 1-1 0 0,0-1 1 0 0,0 0-1 0 0,1 0 1 0 0,-1 0 0 0 0,0 1-1 0 0,0-1 1 0 0,1 0-1 0 0,-1 0 1 0 0,0 0 0 0 0,1 0-1 0 0,-1 0 1 0 0,0 0-1 0 0,0 0 1 0 0,1 0 0 0 0,-1 0-1 0 0,0 0 1 0 0,1 0-1 0 0,-1 0 1 0 0,0 0 0 0 0,0 0-1 0 0,1 0 1 0 0,0 0-1 0 0,10-12-924 0 0,4-21-656 0 0,-6-6 125 0 0,4-10 709 0 0,-12 47 795 0 0,0-1 1 0 0,0 1-1 0 0,1-1 1 0 0,-1 1-1 0 0,0-1 0 0 0,1 1 1 0 0,0 0-1 0 0,0 0 1 0 0,-1 0-1 0 0,1 0 1 0 0,0 0-1 0 0,0 0 1 0 0,1 1-1 0 0,3-4 0 0 0,-4 5 27 0 0,0 0 0 0 0,-1-1 0 0 0,1 1 0 0 0,0 0 0 0 0,-1 0 0 0 0,1 0 0 0 0,0 0 0 0 0,-1 0-1 0 0,1 0 1 0 0,-1 0 0 0 0,1 1 0 0 0,0-1 0 0 0,-1 0 0 0 0,1 1 0 0 0,-1 0 0 0 0,1-1 0 0 0,0 1-1 0 0,-1 0 1 0 0,0 0 0 0 0,1 0 0 0 0,-1 0 0 0 0,2 1 0 0 0,33 31 2018 0 0,-25-22-1772 0 0,-2-4-1539 0 0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19.4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57 13827 0 0,'-2'-11'617'0'0,"1"7"-103"0"0,0 1 1 0 0,1-1 0 0 0,-1 0 0 0 0,0 1 0 0 0,1-1 0 0 0,0 1 0 0 0,0-1-1 0 0,0 0 1 0 0,1 1 0 0 0,0-7 0 0 0,12 33 1935 0 0,-2 14-2222 0 0,0 0 0 0 0,4 42 0 0 0,3 8-128 0 0,56 170-2028 0 0,-65-233 383 0 0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1:19.6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39 193 10138 0 0,'-2'-1'176'0'0,"0"1"1"0"0,0-1-1 0 0,0 1 0 0 0,0-1 0 0 0,0 1 1 0 0,0-1-1 0 0,0 0 0 0 0,0 0 0 0 0,0 0 1 0 0,1 0-1 0 0,-1-1 0 0 0,0 1 0 0 0,1 0 1 0 0,-1-1-1 0 0,1 1 0 0 0,-1-1 0 0 0,1 1 1 0 0,0-1-1 0 0,0 0 0 0 0,-1 0 0 0 0,0-3 1 0 0,2 3 81 0 0,-1 0 1 0 0,1-1-1 0 0,1 1 1 0 0,-1-1-1 0 0,0 1 1 0 0,0 0-1 0 0,1-1 1 0 0,0 1-1 0 0,-1 0 1 0 0,1 0-1 0 0,0-1 1 0 0,0 1-1 0 0,0 0 1 0 0,0 0-1 0 0,1 0 0 0 0,-1 0 1 0 0,0 0-1 0 0,1 0 1 0 0,3-3-1 0 0,3-4 207 0 0,2 0 0 0 0,-1 1 0 0 0,1 0 0 0 0,0 1 0 0 0,1 0 0 0 0,-1 0 0 0 0,24-10 0 0 0,-10 8-994 0 0,0 0 0 0 0,49-11 0 0 0,-39 13-7106 0 0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29.4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286 201 2761 0 0,'-5'-31'503'0'0,"-9"-43"2657"0"0,12 68-2800 0 0,0 1-1 0 0,0-1 0 0 0,0 1 1 0 0,-1-1-1 0 0,0 1 1 0 0,0 0-1 0 0,0 0 1 0 0,-1 0-1 0 0,1 0 1 0 0,-5-4-1 0 0,7 8-243 0 0,0 0-1 0 0,-1 0 0 0 0,1 1 1 0 0,0-1-1 0 0,0 0 1 0 0,-1 0-1 0 0,1 0 1 0 0,0 1-1 0 0,-1-1 0 0 0,1 1 1 0 0,-1-1-1 0 0,1 1 1 0 0,-1 0-1 0 0,1-1 1 0 0,-1 1-1 0 0,1 0 0 0 0,-1 0 1 0 0,1 0-1 0 0,-1 0 1 0 0,1 0-1 0 0,-3 1 1 0 0,0 0 7 0 0,1 0 0 0 0,0 1 0 0 0,-1-1 0 0 0,1 1 0 0 0,0 0 1 0 0,0 0-1 0 0,0 0 0 0 0,0 0 0 0 0,-2 3 0 0 0,-5 4 89 0 0,1 1 1 0 0,0 1-1 0 0,-13 21 0 0 0,8-9-139 0 0,2 1 0 0 0,1 0 0 0 0,1 0 0 0 0,1 1 0 0 0,-7 33 0 0 0,-17 133 282 0 0,28-148-316 0 0,2 0 0 0 0,2 1 0 0 0,4 48-1 0 0,-1-70-34 0 0,1 0 0 0 0,1-1-1 0 0,1 0 1 0 0,1 0 0 0 0,1 0-1 0 0,1-1 1 0 0,0 0 0 0 0,14 23-1 0 0,-15-34-2 0 0,0 1 1 0 0,0-1-1 0 0,1 0 0 0 0,1-1 0 0 0,-1 1 0 0 0,2-2 0 0 0,-1 1 0 0 0,1-1 0 0 0,0-1 0 0 0,0 0 0 0 0,0 0 0 0 0,1-1 1 0 0,0-1-1 0 0,0 1 0 0 0,1-2 0 0 0,-1 0 0 0 0,1 0 0 0 0,-1-1 0 0 0,17 1 0 0 0,-12-1 35 0 0,-1-2 0 0 0,0 0 0 0 0,0 0 0 0 0,1-1 0 0 0,-1-1 1 0 0,0-1-1 0 0,0 0 0 0 0,-1-1 0 0 0,1-1 0 0 0,-1 0 0 0 0,0-1 0 0 0,0 0 0 0 0,0-1 0 0 0,21-15 0 0 0,-20 10 126 0 0,0-1-1 0 0,0-1 1 0 0,-2 0 0 0 0,1-1-1 0 0,-2 0 1 0 0,0-1-1 0 0,-1 0 1 0 0,-1-1 0 0 0,0 0-1 0 0,-1-1 1 0 0,-1 0-1 0 0,7-21 1 0 0,-9 15 68 0 0,0 0-1 0 0,-1 0 1 0 0,-2-1 0 0 0,0 0 0 0 0,-2 1-1 0 0,0-1 1 0 0,-2 0 0 0 0,-1 1 0 0 0,-6-32-1 0 0,-2 8 53 0 0,-1 1-1 0 0,-28-71 1 0 0,28 92-218 0 0,0 1 1 0 0,-2 0-1 0 0,-1 1 1 0 0,-1 0-1 0 0,-34-41 0 0 0,44 59-127 0 0,0 1-1 0 0,-1-1 1 0 0,0 1-1 0 0,0 0 1 0 0,0 0-1 0 0,0 0 1 0 0,-1 1-1 0 0,0 0 1 0 0,0 1-1 0 0,0-1 1 0 0,0 1-1 0 0,-1 1 1 0 0,1-1-1 0 0,-1 1 1 0 0,0 1-1 0 0,1-1 1 0 0,-1 1-1 0 0,-9 0 1 0 0,9 2-320 0 0,-1 0 0 0 0,1 0 0 0 0,0 1 0 0 0,-1 0 0 0 0,1 0 0 0 0,0 1 1 0 0,0 0-1 0 0,0 0 0 0 0,1 1 0 0 0,-13 8 0 0 0,-17 14-5864 0 0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29.9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453 117 7834 0 0,'-9'-11'559'0'0,"-1"1"1"0"0,1 0-1 0 0,-1 0 0 0 0,-1 1 1 0 0,0 1-1 0 0,0 0 1 0 0,-1 0-1 0 0,0 1 1 0 0,0 1-1 0 0,0 0 1 0 0,-1 0-1 0 0,0 1 1 0 0,-24-5-1 0 0,31 9-431 0 0,1 0 0 0 0,-1 1 0 0 0,0 0 0 0 0,0 0 1 0 0,0 0-1 0 0,1 1 0 0 0,-1-1 0 0 0,0 2 0 0 0,0-1 0 0 0,1 1 0 0 0,-1-1 0 0 0,1 1 0 0 0,-1 1 0 0 0,1-1 0 0 0,0 1 1 0 0,0 0-1 0 0,0 0 0 0 0,1 1 0 0 0,-1-1 0 0 0,1 1 0 0 0,-1 0 0 0 0,1 0 0 0 0,0 1 0 0 0,1-1 0 0 0,-1 1 1 0 0,-4 8-1 0 0,-6 11-86 0 0,1 0 0 0 0,1 1 1 0 0,2 1-1 0 0,-10 33 0 0 0,20-58-43 0 0,-18 53-153 0 0,-16 93 1 0 0,31-125 126 0 0,0 1 1 0 0,1-1-1 0 0,1 1 0 0 0,2-1 1 0 0,0 1-1 0 0,1-1 0 0 0,6 27 1 0 0,-5-40 6 0 0,-1-1 1 0 0,1 1 0 0 0,0-1 0 0 0,1 0-1 0 0,0 0 1 0 0,0 0 0 0 0,1 0 0 0 0,0-1-1 0 0,0 0 1 0 0,1 0 0 0 0,0 0 0 0 0,0-1-1 0 0,1 0 1 0 0,-1 0 0 0 0,1 0-1 0 0,0-1 1 0 0,1 0 0 0 0,0-1 0 0 0,10 6-1 0 0,-5-5-138 0 0,0-1 0 0 0,1 0 0 0 0,0 0 0 0 0,0-2 0 0 0,0 1-1 0 0,0-2 1 0 0,0 0 0 0 0,1-1 0 0 0,-1 0 0 0 0,0-1 0 0 0,19-3 0 0 0,-3-2 4 0 0,-1-1 0 0 0,-1-1 0 0 0,1-1 0 0 0,-1-1 0 0 0,-1-2 0 0 0,0-1 0 0 0,0-1 1 0 0,25-18-1 0 0,-38 21 212 0 0,0 0 1 0 0,0-1-1 0 0,-1 0 1 0 0,-1-1-1 0 0,0 0 1 0 0,14-21 0 0 0,-19 23 68 0 0,-1 1 1 0 0,0-1 0 0 0,-1-1 0 0 0,0 1 0 0 0,-1-1 0 0 0,0 0 0 0 0,-1 0 0 0 0,0 0 0 0 0,-1 0 0 0 0,1-13 0 0 0,-3 9 87 0 0,-1-1 1 0 0,0 1 0 0 0,-1 0-1 0 0,-1 0 1 0 0,0 0 0 0 0,-1 0 0 0 0,-1 0-1 0 0,-1 1 1 0 0,0-1 0 0 0,-9-15-1 0 0,3 10 8 0 0,0 1-1 0 0,-1 0 1 0 0,0 1-1 0 0,-2 1 1 0 0,-1 0-1 0 0,-25-23 1 0 0,31 33-214 0 0,-1-1 1 0 0,0 2-1 0 0,0 0 1 0 0,-1 0-1 0 0,0 1 1 0 0,0 0-1 0 0,-1 1 1 0 0,1 1-1 0 0,-1 0 1 0 0,0 0-1 0 0,0 1 1 0 0,-1 1-1 0 0,1 0 0 0 0,-1 1 1 0 0,1 1-1 0 0,0 0 1 0 0,-1 1-1 0 0,1 0 1 0 0,-22 5-1 0 0,22-3-287 0 0,1 1-1 0 0,0 0 1 0 0,0 1 0 0 0,0 0-1 0 0,0 1 1 0 0,1 0-1 0 0,0 1 1 0 0,0 0-1 0 0,1 1 1 0 0,0 0-1 0 0,0 1 1 0 0,1 0-1 0 0,-9 11 1 0 0,-13 21-6033 0 0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0.4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362 219 14283 0 0,'-10'-10'506'0'0,"0"0"0"0"0,0 0 0 0 0,-1 1 0 0 0,0 0 1 0 0,-1 1-1 0 0,0 1 0 0 0,0 0 0 0 0,-1 0 0 0 0,-23-8 0 0 0,31 13-421 0 0,-1 0-1 0 0,1 1 1 0 0,-1 0 0 0 0,1 0-1 0 0,-1 0 1 0 0,1 1 0 0 0,-1 0 0 0 0,0 0-1 0 0,1 0 1 0 0,-1 0 0 0 0,1 1-1 0 0,-1 0 1 0 0,1 1 0 0 0,-1-1-1 0 0,1 1 1 0 0,0 0 0 0 0,0 0-1 0 0,0 0 1 0 0,0 1 0 0 0,0 0-1 0 0,0 0 1 0 0,0 0 0 0 0,1 1 0 0 0,0-1-1 0 0,0 1 1 0 0,0 0 0 0 0,-4 6-1 0 0,-2 3-48 0 0,1 1 1 0 0,1 0-1 0 0,0 1 0 0 0,1 0 0 0 0,1 0 0 0 0,0 1 0 0 0,1 0 1 0 0,0 0-1 0 0,2 0 0 0 0,0 0 0 0 0,-1 19 0 0 0,1 11-76 0 0,2 1 0 0 0,8 77 0 0 0,-4-95 36 0 0,1 0-1 0 0,1-1 1 0 0,2 1 0 0 0,1-1 0 0 0,16 39-1 0 0,-21-58 14 0 0,1 0 0 0 0,1-1 0 0 0,0 1 0 0 0,0-1 0 0 0,1 0 0 0 0,0 0 0 0 0,0-1 0 0 0,0 0-1 0 0,1 0 1 0 0,1 0 0 0 0,-1-1 0 0 0,1 0 0 0 0,0-1 0 0 0,0 0 0 0 0,0 0 0 0 0,1 0 0 0 0,0-1-1 0 0,0-1 1 0 0,0 1 0 0 0,10 1 0 0 0,1-1-150 0 0,-1-2-1 0 0,0 0 1 0 0,1-2-1 0 0,-1 0 1 0 0,1-1-1 0 0,-1-1 1 0 0,0 0-1 0 0,0-2 1 0 0,0 0-1 0 0,27-11 1 0 0,-24 8 26 0 0,-1-2 1 0 0,-1-1-1 0 0,0-1 1 0 0,0 0 0 0 0,-1-2-1 0 0,0 0 1 0 0,-1-1 0 0 0,26-26-1 0 0,-30 24 136 0 0,-2 0 0 0 0,0 0-1 0 0,0-1 1 0 0,-2 0 0 0 0,0-1 0 0 0,-1 0-1 0 0,-1-1 1 0 0,0 0 0 0 0,-2 0 0 0 0,0-1-1 0 0,-1 1 1 0 0,-1-1 0 0 0,-1-1 0 0 0,-1 1-1 0 0,-1 0 1 0 0,0 0 0 0 0,-2-1 0 0 0,-3-22-1 0 0,1 18 12 0 0,-1 1 0 0 0,-1 0 0 0 0,-2 0 0 0 0,0 0 0 0 0,-1 1 0 0 0,-2 0-1 0 0,0 1 1 0 0,-2 0 0 0 0,0 0 0 0 0,-1 1 0 0 0,-1 1 0 0 0,-1 1 0 0 0,-1 0 0 0 0,-29-28-1 0 0,40 43-74 0 0,0-1-1 0 0,-1 1 0 0 0,1 0 0 0 0,-1 0 1 0 0,0 0-1 0 0,0 1 0 0 0,0 0 1 0 0,0 0-1 0 0,-1 1 0 0 0,1 0 0 0 0,-1 0 1 0 0,0 0-1 0 0,1 1 0 0 0,-1 0 1 0 0,0 0-1 0 0,0 1 0 0 0,0 0 0 0 0,1 0 1 0 0,-1 0-1 0 0,0 1 0 0 0,0 0 1 0 0,-7 2-1 0 0,-27 13-1079 0 0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0.9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173 0 6449 0 0,'-7'4'101'0'0,"1"1"-1"0"0,-1 0 0 0 0,1 0 1 0 0,1 0-1 0 0,-1 1 0 0 0,1 0 1 0 0,-1 0-1 0 0,2 0 0 0 0,-6 8 0 0 0,-1 5 428 0 0,-16 42-1 0 0,12-24 123 0 0,2 0 0 0 0,1 1 0 0 0,3 0 0 0 0,0 1 0 0 0,-4 64 0 0 0,12-80-287 0 0,1 1 0 0 0,1-1 1 0 0,1 1-1 0 0,1-1 0 0 0,1 0 1 0 0,1 0-1 0 0,1 0 0 0 0,1 0 1 0 0,1-1-1 0 0,21 40 1 0 0,-20-46-239 0 0,1 1 0 0 0,0-2 1 0 0,2 1-1 0 0,0-2 0 0 0,0 0 1 0 0,1 0-1 0 0,1-1 0 0 0,0 0 1 0 0,1-2-1 0 0,21 14 0 0 0,-28-21-107 0 0,-1 0 0 0 0,1 0 0 0 0,-1-1-1 0 0,1 1 1 0 0,0-2 0 0 0,1 1 0 0 0,-1-1 0 0 0,0-1-1 0 0,1 0 1 0 0,-1 0 0 0 0,1 0 0 0 0,-1-1 0 0 0,1 0 0 0 0,-1-1-1 0 0,1 0 1 0 0,-1 0 0 0 0,0-1 0 0 0,0 0 0 0 0,1 0-1 0 0,-1-1 1 0 0,0 0 0 0 0,-1-1 0 0 0,1 0 0 0 0,-1 0-1 0 0,9-6 1 0 0,-10 5 74 0 0,1 0 0 0 0,-1 0 0 0 0,0-1 0 0 0,0 0 0 0 0,0-1 0 0 0,-1 1 1 0 0,0-1-1 0 0,0 0 0 0 0,-1 0 0 0 0,0 0 0 0 0,5-13 0 0 0,-4 7 69 0 0,-1 0 0 0 0,-1 0 0 0 0,0-1 1 0 0,0 1-1 0 0,-1-1 0 0 0,-1-22 0 0 0,-1 12 17 0 0,-2 0 0 0 0,-1 0 0 0 0,-1 0 0 0 0,-1 0-1 0 0,-1 0 1 0 0,-1 1 0 0 0,-17-39 0 0 0,11 37-127 0 0,-1 0 0 0 0,-1 1 0 0 0,-1 0 1 0 0,-1 2-1 0 0,-1 0 0 0 0,-1 0 0 0 0,-2 2 0 0 0,1 1 1 0 0,-33-24-1 0 0,49 40-48 0 0,0 1 1 0 0,-1-1-1 0 0,1 0 1 0 0,-1 1 0 0 0,1 0-1 0 0,-1 0 1 0 0,0 1-1 0 0,1-1 1 0 0,-1 1-1 0 0,0 0 1 0 0,0 1-1 0 0,0-1 1 0 0,0 1 0 0 0,0 0-1 0 0,0 0 1 0 0,0 0-1 0 0,-9 2 1 0 0,8 0-57 0 0,-1 0 0 0 0,1 1 0 0 0,-1 0 0 0 0,1 0 0 0 0,0 0 0 0 0,0 1 0 0 0,0 0-1 0 0,1 0 1 0 0,-1 0 0 0 0,1 1 0 0 0,0 0 0 0 0,-5 6 0 0 0,-3 4-798 0 0,1 1-1 0 0,-13 21 0 0 0,1 6-6145 0 0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1.5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438 238 2304 0 0,'-38'-51'446'0'0,"23"29"548"0"0,0 1-1 0 0,-2 1 0 0 0,-1 0 1 0 0,0 1-1 0 0,-1 1 0 0 0,-37-28 0 0 0,52 44-829 0 0,-1-1 0 0 0,1 1-1 0 0,0-1 1 0 0,-1 1 0 0 0,0 1-1 0 0,1-1 1 0 0,-1 0 0 0 0,0 1-1 0 0,0 0 1 0 0,0 0 0 0 0,1 1-1 0 0,-1 0 1 0 0,0-1-1 0 0,0 2 1 0 0,0-1 0 0 0,0 0-1 0 0,0 1 1 0 0,0 0 0 0 0,0 0-1 0 0,0 0 1 0 0,1 1 0 0 0,-1 0-1 0 0,1 0 1 0 0,-1 0 0 0 0,1 0-1 0 0,0 1 1 0 0,-1 0 0 0 0,1-1-1 0 0,1 2 1 0 0,-1-1-1 0 0,0 0 1 0 0,1 1 0 0 0,-5 5-1 0 0,-1 3 159 0 0,0 1-1 0 0,0-1 1 0 0,1 2-1 0 0,1-1 1 0 0,1 1 0 0 0,-1 0-1 0 0,2 1 1 0 0,0-1-1 0 0,-4 25 1 0 0,4 3-127 0 0,1-1 1 0 0,3 0-1 0 0,1 1 0 0 0,2-1 1 0 0,2 0-1 0 0,2 1 1 0 0,1-2-1 0 0,17 51 1 0 0,-19-73-183 0 0,1 0 0 0 0,1 0 0 0 0,1 0 0 0 0,1-1 0 0 0,0 0 0 0 0,1 0 0 0 0,15 17 0 0 0,-19-26-29 0 0,0-1 1 0 0,0-1-1 0 0,1 1 0 0 0,0-1 0 0 0,1 0 0 0 0,0-1 0 0 0,-1 0 0 0 0,2 0 0 0 0,-1-1 0 0 0,0 0 1 0 0,1 0-1 0 0,0-1 0 0 0,0 0 0 0 0,0-1 0 0 0,0 1 0 0 0,17 0 0 0 0,-8-2-73 0 0,-1-1-1 0 0,0 0 1 0 0,0-2-1 0 0,0 0 0 0 0,0-1 1 0 0,-1-1-1 0 0,1 0 1 0 0,-1-1-1 0 0,1-1 1 0 0,-2 0-1 0 0,1-1 1 0 0,-1-1-1 0 0,0-1 0 0 0,0 0 1 0 0,-1-1-1 0 0,-1 0 1 0 0,16-15-1 0 0,-18 14 142 0 0,-1 0 0 0 0,0 0 0 0 0,-1 0 0 0 0,0-2 0 0 0,-1 1 0 0 0,-1-1 1 0 0,0 0-1 0 0,0 0 0 0 0,-1-1 0 0 0,-1 0 0 0 0,0 0 0 0 0,-1 0 0 0 0,-1-1 0 0 0,0 0 0 0 0,-1 1 0 0 0,0-1 0 0 0,-1 0 0 0 0,-1 0 0 0 0,-1 0 0 0 0,-2-15 1 0 0,1 12 35 0 0,-2 0 1 0 0,0 1 0 0 0,-1-1-1 0 0,-1 1 1 0 0,-1 0 0 0 0,0 0-1 0 0,-1 1 1 0 0,-1 0 0 0 0,0 0-1 0 0,-1 1 1 0 0,-1 0 0 0 0,0 1-1 0 0,-1 0 1 0 0,-1 1 0 0 0,0 1-1 0 0,-1-1 1 0 0,0 2 0 0 0,-1 0 0 0 0,0 1-1 0 0,0 1 1 0 0,-1 0 0 0 0,-1 1-1 0 0,-24-9 1 0 0,17 8-174 0 0,0 1 1 0 0,-38-6-1 0 0,52 12-162 0 0,1 1-1 0 0,-1 0 0 0 0,0 0 0 0 0,1 2 1 0 0,-1-1-1 0 0,0 1 0 0 0,1 0 0 0 0,-1 1 0 0 0,-16 5 1 0 0,-8 8-6601 0 0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1.9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240 114 12899 0 0,'-6'-2'211'0'0,"0"0"-1"0"0,1 1 1 0 0,-1 0 0 0 0,0 0 0 0 0,0 1 0 0 0,0-1 0 0 0,0 1 0 0 0,1 1-1 0 0,-1-1 1 0 0,0 1 0 0 0,0 0 0 0 0,0 0 0 0 0,0 0 0 0 0,1 1 0 0 0,-1 0-1 0 0,1 0 1 0 0,-1 1 0 0 0,1 0 0 0 0,0 0 0 0 0,0 0 0 0 0,0 0 0 0 0,0 1-1 0 0,1-1 1 0 0,0 1 0 0 0,-1 0 0 0 0,1 1 0 0 0,-6 8 0 0 0,0-1-90 0 0,1 1 0 0 0,0 1 0 0 0,1-1 0 0 0,0 1 0 0 0,2 0 0 0 0,-1 1-1 0 0,2 0 1 0 0,0 0 0 0 0,0 0 0 0 0,2 1 0 0 0,0-1 0 0 0,0 1 0 0 0,2 0 0 0 0,0 0 0 0 0,1 0 0 0 0,1 18 0 0 0,1-17-144 0 0,1 0 0 0 0,0 0 0 0 0,1-1-1 0 0,0 1 1 0 0,2-1 0 0 0,0 0 0 0 0,0 0 0 0 0,2-1-1 0 0,0 0 1 0 0,0 0 0 0 0,2-1 0 0 0,0 0-1 0 0,0 0 1 0 0,24 22 0 0 0,-27-31-22 0 0,-1 1-1 0 0,1-2 1 0 0,0 1-1 0 0,1-1 1 0 0,-1 0-1 0 0,1 0 1 0 0,0-1 0 0 0,-1 0-1 0 0,2 0 1 0 0,-1-1-1 0 0,0 0 1 0 0,0-1-1 0 0,1 0 1 0 0,-1 0 0 0 0,0-1-1 0 0,1 0 1 0 0,-1 0-1 0 0,1-1 1 0 0,-1 0-1 0 0,0 0 1 0 0,1-1 0 0 0,-1 0-1 0 0,14-6 1 0 0,-7 2-18 0 0,0-1 1 0 0,-1 0 0 0 0,1-1-1 0 0,-2 0 1 0 0,1-1-1 0 0,-1-1 1 0 0,0 0 0 0 0,-1-1-1 0 0,0-1 1 0 0,-1 1-1 0 0,14-20 1 0 0,-13 13 184 0 0,-2 0 0 0 0,0 0 0 0 0,0-1-1 0 0,-2 0 1 0 0,-1-1 0 0 0,0 0 0 0 0,-1 0 0 0 0,-1-1 0 0 0,-1 1-1 0 0,-1-1 1 0 0,-1 0 0 0 0,-1-29 0 0 0,-1 35-32 0 0,-1-1 1 0 0,0 1-1 0 0,-1 0 1 0 0,-1-1-1 0 0,-1 1 1 0 0,0 0-1 0 0,-1 0 1 0 0,-1 1-1 0 0,0 0 1 0 0,0 0-1 0 0,-2 0 1 0 0,0 1-1 0 0,0 0 1 0 0,-1 0-1 0 0,-1 1 1 0 0,0 0-1 0 0,-17-15 1 0 0,21 23-83 0 0,0-1 0 0 0,0 1 0 0 0,0 1 0 0 0,0-1 0 0 0,-1 1 1 0 0,1 0-1 0 0,-1 1 0 0 0,0-1 0 0 0,0 1 0 0 0,0 1 0 0 0,0-1 0 0 0,0 1 1 0 0,0 0-1 0 0,0 1 0 0 0,-1 0 0 0 0,-12 1 0 0 0,11 0-244 0 0,-1 1 0 0 0,1 0-1 0 0,0 1 1 0 0,-1 0 0 0 0,1 0 0 0 0,0 1-1 0 0,1 0 1 0 0,-1 0 0 0 0,1 1 0 0 0,-1 0 0 0 0,2 1-1 0 0,-9 6 1 0 0,-14 18-6665 0 0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2.4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331 35 14283 0 0,'-5'-4'274'0'0,"-1"0"0"0"0,1 0 0 0 0,-1 1 0 0 0,0 0 0 0 0,0 0 0 0 0,0 0 0 0 0,-1 1 0 0 0,1 0 0 0 0,-1 0 0 0 0,1 1 0 0 0,-1 0 0 0 0,1 0 0 0 0,-1 0 0 0 0,0 1 0 0 0,1 0 0 0 0,-11 1 0 0 0,9 1-97 0 0,1 0 1 0 0,0 0-1 0 0,0 0 0 0 0,-1 1 1 0 0,2 0-1 0 0,-1 0 0 0 0,0 1 0 0 0,1 0 1 0 0,-1 0-1 0 0,1 1 0 0 0,0-1 1 0 0,0 1-1 0 0,1 1 0 0 0,-8 8 1 0 0,0 3-140 0 0,1 1-1 0 0,1 0 1 0 0,0 1 0 0 0,1 0 0 0 0,1 1 0 0 0,1 0 0 0 0,0 0 0 0 0,2 1 0 0 0,1 0 0 0 0,0 0 0 0 0,1 1 0 0 0,-1 37 0 0 0,4-20 15 0 0,1-1 1 0 0,3 1-1 0 0,0-1 1 0 0,3 1 0 0 0,1-1-1 0 0,16 48 1 0 0,-19-74-54 0 0,0 1 0 0 0,1-1 0 0 0,1 0 0 0 0,0-1 0 0 0,1 1 0 0 0,0-1 0 0 0,0 0 0 0 0,14 14 0 0 0,-15-19 0 0 0,0-1 0 0 0,1 1 0 0 0,-1-1 0 0 0,1 0 0 0 0,0 0 0 0 0,1-1 0 0 0,-1 0 0 0 0,1-1 0 0 0,0 1 0 0 0,0-1 0 0 0,0-1 0 0 0,0 0 0 0 0,1 0 0 0 0,8 1 0 0 0,5-1-36 0 0,0-2 1 0 0,-1 0-1 0 0,1-1 1 0 0,0-2-1 0 0,-1 0 1 0 0,1-1-1 0 0,35-12 1 0 0,-39 10-7 0 0,0 0 0 0 0,-1-1 0 0 0,0-2 0 0 0,-1 1 0 0 0,0-2 0 0 0,0 0 0 0 0,-1-1 0 0 0,0 0 0 0 0,17-19 0 0 0,-25 23-57 0 0,-1-1 1 0 0,0 0 0 0 0,0-1-1 0 0,0 1 1 0 0,-1-1 0 0 0,-1 0-1 0 0,0 0 1 0 0,0-1 0 0 0,0 1 0 0 0,-1-1-1 0 0,-1 0 1 0 0,0 1 0 0 0,2-16-1 0 0,-4 10-24 0 0,0 1 1 0 0,-1-1-1 0 0,0 0 0 0 0,-1 0 0 0 0,-1 1 0 0 0,0-1 1 0 0,-1 1-1 0 0,-8-19 0 0 0,-2 1 49 0 0,-2 1 0 0 0,-1 0 0 0 0,-1 2 0 0 0,-2 0 1 0 0,-1 1-1 0 0,-1 1 0 0 0,-27-25 0 0 0,28 30 194 0 0,-1 2-1 0 0,-26-18 1 0 0,39 32-339 0 0,0 0 1 0 0,0 1 0 0 0,-17-7-1 0 0,20 10-387 0 0,0 0 0 0 0,0 0 0 0 0,0 1 0 0 0,-1 0 0 0 0,1 0 1 0 0,0 0-1 0 0,-9 1 0 0 0,-14 4-5122 0 0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2.8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250 2 12899 0 0,'-35'-1'943'0'0,"20"0"-265"0"0,-1 1 0 0 0,1 0 0 0 0,-1 2-1 0 0,-23 3 1 0 0,34-3-567 0 0,1-1 1 0 0,-1 1-1 0 0,0 0 0 0 0,1 0 0 0 0,-1 1 0 0 0,1-1 0 0 0,-1 1 0 0 0,1 0 0 0 0,0 0 0 0 0,0 0 0 0 0,0 1 0 0 0,1-1 0 0 0,-1 1 0 0 0,1 0 0 0 0,0 0 0 0 0,0 0 0 0 0,0 1 0 0 0,-2 4 0 0 0,-2 7 6 0 0,1 0 0 0 0,1 0 0 0 0,0 1 0 0 0,1 0 0 0 0,0-1 0 0 0,2 2 0 0 0,0-1-1 0 0,1 0 1 0 0,1 28 0 0 0,2-17-74 0 0,1-1-1 0 0,1 1 0 0 0,1-1 1 0 0,1 1-1 0 0,13 30 0 0 0,-15-47-18 0 0,0-1 0 0 0,1 0 0 0 0,0 0 0 0 0,1 0 0 0 0,0-1 0 0 0,0 0 0 0 0,1 0 0 0 0,1 0 0 0 0,-1-1-1 0 0,1 0 1 0 0,1-1 0 0 0,11 9 0 0 0,-14-12 2 0 0,1 0 0 0 0,0-1-1 0 0,0 1 1 0 0,0-1 0 0 0,0-1 0 0 0,1 1 0 0 0,-1-2-1 0 0,1 1 1 0 0,0-1 0 0 0,-1 0 0 0 0,1 0-1 0 0,0-1 1 0 0,-1 0 0 0 0,1 0 0 0 0,0-1-1 0 0,0 0 1 0 0,-1 0 0 0 0,11-4 0 0 0,-5 1-4 0 0,-1-1 1 0 0,0 0 0 0 0,-1-1 0 0 0,1 0-1 0 0,-1 0 1 0 0,0-2 0 0 0,-1 1 0 0 0,1-1-1 0 0,-2-1 1 0 0,1 0 0 0 0,-1 0 0 0 0,-1-1-1 0 0,1 0 1 0 0,-2 0 0 0 0,1-1 0 0 0,-2 0-1 0 0,1-1 1 0 0,-2 1 0 0 0,1-1 0 0 0,-2 0-1 0 0,1 0 1 0 0,-2-1 0 0 0,0 0 0 0 0,0 1-1 0 0,-1-1 1 0 0,0 0 0 0 0,-2 0 0 0 0,1 0-1 0 0,-1 0 1 0 0,-1 0 0 0 0,-1 0 0 0 0,-3-16-1 0 0,2 17-6 0 0,0 0 0 0 0,-1 0 0 0 0,-1 0-1 0 0,0 0 1 0 0,0 1 0 0 0,-1 0 0 0 0,-1 0-1 0 0,0 0 1 0 0,0 1 0 0 0,-1 0 0 0 0,-1 0-1 0 0,1 1 1 0 0,-2 0 0 0 0,1 1-1 0 0,-1 0 1 0 0,0 1 0 0 0,-1-1 0 0 0,1 2-1 0 0,-1 0 1 0 0,-1 0 0 0 0,1 1 0 0 0,-1 0-1 0 0,0 1 1 0 0,-23-5 0 0 0,-27-3-1473 0 0,-1 3-3326 0 0,26 5-2284 0 0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4.1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534 216 2304 0 0,'29'-76'1662'0'0,"-23"56"23"0"0,-1-1 1 0 0,0 1-1 0 0,3-39 1 0 0,-8 59-1573 0 0,1-1-1 0 0,-1 0 1 0 0,0 1 0 0 0,0-1 0 0 0,0 0 0 0 0,0 1 0 0 0,0-1 0 0 0,0 0 0 0 0,0 0 0 0 0,0 1-1 0 0,0-1 1 0 0,0 0 0 0 0,0 1 0 0 0,-1-1 0 0 0,1 0 0 0 0,0 1 0 0 0,0-1 0 0 0,-1 0 0 0 0,1 1-1 0 0,0-1 1 0 0,-1 0 0 0 0,1 1 0 0 0,-1-1 0 0 0,1 1 0 0 0,-1-1 0 0 0,1 1 0 0 0,-1-1 0 0 0,1 1-1 0 0,-2-1 1 0 0,1 1 2 0 0,0 0 0 0 0,0 0 1 0 0,0 0-1 0 0,0 1 0 0 0,0-1 0 0 0,0 0 0 0 0,0 1 0 0 0,0-1 0 0 0,0 1 0 0 0,0-1 0 0 0,0 1 0 0 0,0-1 1 0 0,0 1-1 0 0,0 0 0 0 0,0 0 0 0 0,0 0 0 0 0,-33 37 1502 0 0,-113 216-103 0 0,83-134-1172 0 0,-129 263-421 0 0,166-316 4 0 0,2 1-1 0 0,4 1 0 0 0,-25 138 1 0 0,40-135-3479 0 0,6-55-2209 0 0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4.4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 70 4145 0 0,'-2'-4'-217'0'0,"-15"-28"2078"0"0,16 30-1481 0 0,1 1 0 0 0,-1-1 0 0 0,1 1 0 0 0,-1-1 0 0 0,1 1 0 0 0,0-1 0 0 0,0 0 0 0 0,-1 1 0 0 0,1-1 0 0 0,0 1 0 0 0,1-1-1 0 0,-1 0 1 0 0,0 1 0 0 0,0-1 0 0 0,1 1 0 0 0,-1-1 0 0 0,1 1 0 0 0,-1-1 0 0 0,2-1 0 0 0,-2 3-276 0 0,1 0-1 0 0,-1 0 1 0 0,1 0-1 0 0,-1 0 1 0 0,1 0 0 0 0,-1 0-1 0 0,1 1 1 0 0,-1-1-1 0 0,0 0 1 0 0,1 0-1 0 0,-1 1 1 0 0,1-1-1 0 0,-1 0 1 0 0,0 0 0 0 0,1 1-1 0 0,-1-1 1 0 0,0 1-1 0 0,1-1 1 0 0,-1 0-1 0 0,0 1 1 0 0,0-1-1 0 0,1 1 1 0 0,-1-1 0 0 0,0 0-1 0 0,0 1 1 0 0,0-1-1 0 0,0 1 1 0 0,1-1-1 0 0,-1 1 1 0 0,0 0-1 0 0,8 17 809 0 0,15 56 1005 0 0,12 35-1002 0 0,-31-100-877 0 0,1 1 0 0 0,0 0 0 0 0,0-1 0 0 0,1 0 0 0 0,0 0 0 0 0,1 0 0 0 0,0-1 0 0 0,9 8 0 0 0,-14-14-37 0 0,-1 0 0 0 0,2-1 0 0 0,-1 1 0 0 0,0-1 0 0 0,0 0-1 0 0,0 1 1 0 0,1-1 0 0 0,-1 0 0 0 0,1 0 0 0 0,-1 0 0 0 0,1-1-1 0 0,-1 1 1 0 0,1-1 0 0 0,-1 1 0 0 0,1-1 0 0 0,-1 0 0 0 0,1 0-1 0 0,4-1 1 0 0,-2 0-210 0 0,0 0 1 0 0,0 0-1 0 0,0-1 0 0 0,0 0 0 0 0,0 0 1 0 0,-1-1-1 0 0,1 1 0 0 0,6-6 0 0 0,14-10-6553 0 0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4.9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106 111 7370 0 0,'-86'-91'7413'0'0,"66"72"-3881"0"0,42 29-1283 0 0,-18-5-2186 0 0,-1 0 0 0 0,0 0-1 0 0,0 0 1 0 0,0 0-1 0 0,-1 1 1 0 0,0-1 0 0 0,0 1-1 0 0,2 8 1 0 0,7 51 296 0 0,-10-56-289 0 0,8 75 305 0 0,-6-45-323 0 0,2-1-1 0 0,1-1 0 0 0,1 1 0 0 0,16 43 1 0 0,-12-62-35 0 0,-10-19-19 0 0,-1 1 1 0 0,0-1-1 0 0,0 0 1 0 0,1 0-1 0 0,-1 0 0 0 0,0 0 1 0 0,1 0-1 0 0,-1 0 0 0 0,0 1 1 0 0,0-1-1 0 0,1 0 0 0 0,-1 0 1 0 0,0 0-1 0 0,1 0 0 0 0,-1 0 1 0 0,0 0-1 0 0,1 0 0 0 0,-1 0 1 0 0,0 0-1 0 0,0 0 1 0 0,1-1-1 0 0,-1 1 0 0 0,0 0 1 0 0,1 0-1 0 0,-1 0 0 0 0,0 0 1 0 0,0 0-1 0 0,1 0 0 0 0,-1-1 1 0 0,0 1-1 0 0,0 0 0 0 0,1 0 1 0 0,-1 0-1 0 0,0-1 0 0 0,3-3-30 0 0,-1 0 0 0 0,1 0 0 0 0,-1 0 0 0 0,0 0 0 0 0,-1-1 0 0 0,3-4 0 0 0,-1 0-22 0 0,19-69-369 0 0,-18 60 424 0 0,1-1 0 0 0,0 2 0 0 0,1-1 0 0 0,1 0 0 0 0,10-17 0 0 0,-16 35 9 0 0,-1 0-1 0 0,0 0 1 0 0,0-1 0 0 0,0 1 0 0 0,0 0 0 0 0,1-1 0 0 0,-1 1 0 0 0,0 0 0 0 0,0 0 0 0 0,0 0 0 0 0,1-1 0 0 0,-1 1 0 0 0,0 0 0 0 0,0 0 0 0 0,1 0 0 0 0,-1-1 0 0 0,0 1 0 0 0,1 0 0 0 0,-1 0-1 0 0,0 0 1 0 0,1 0 0 0 0,-1 0 0 0 0,0 0 0 0 0,1 0 0 0 0,-1 0 0 0 0,0 0 0 0 0,1 0 0 0 0,-1 0 0 0 0,0 0 0 0 0,1 0 0 0 0,-1 0 0 0 0,0 0 0 0 0,0 0 0 0 0,1 0 0 0 0,-1 0 0 0 0,1 0-1 0 0,10 12 248 0 0,7 21 65 0 0,-17-30-272 0 0,9 19-10 0 0,-5-9-881 0 0,1 0-1 0 0,1-1 0 0 0,0 0 1 0 0,13 18-1 0 0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5.1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10594 0 0,'3'6'631'0'0,"0"-1"-1"0"0,-1 1 1 0 0,0 0-1 0 0,0 0 1 0 0,0 0-1 0 0,-1 0 1 0 0,1 0-1 0 0,-2 0 0 0 0,1 8 1 0 0,1-4 26 0 0,3 23 487 0 0,10 36 0 0 0,-11-54-2814 0 0,2 0 0 0 0,8 18 0 0 0,-7-18-185 0 0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5.2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13 11058 0 0,'-4'-6'488'0'0,"2"2"105"0"0,0 1-473 0 0,1 3-120 0 0,2 0 0 0 0,1 0 288 0 0,-1 2 32 0 0,2-1 0 0 0,2 2 8 0 0,4 1-1000 0 0,3 3-192 0 0,2 1-49 0 0,4 1-7 0 0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5.5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214 22 5065 0 0,'-1'-2'183'0'0,"-1"0"0"0"0,0 0 0 0 0,1 1 0 0 0,-1-1 0 0 0,0 0-1 0 0,0 1 1 0 0,0 0 0 0 0,-1-1 0 0 0,1 1 0 0 0,0 0 0 0 0,0 0 0 0 0,-1 0 0 0 0,1 1 0 0 0,0-1 0 0 0,-1 0 0 0 0,1 1-1 0 0,-1 0 1 0 0,1-1 0 0 0,-1 1 0 0 0,1 0 0 0 0,-1 0 0 0 0,1 0 0 0 0,-1 1 0 0 0,1-1 0 0 0,0 1 0 0 0,-1-1-1 0 0,1 1 1 0 0,0 0 0 0 0,-1 0 0 0 0,1 0 0 0 0,-3 1 0 0 0,-3 2 287 0 0,0 0 1 0 0,1 0-1 0 0,-1 1 1 0 0,1-1-1 0 0,0 2 1 0 0,0-1-1 0 0,-11 13 1 0 0,10-8-376 0 0,0-1 0 0 0,1 1 0 0 0,1 0 0 0 0,0 1 0 0 0,0-1 0 0 0,1 1 1 0 0,0 1-1 0 0,1-1 0 0 0,0 0 0 0 0,1 1 0 0 0,1 0 0 0 0,-1 0 0 0 0,2 0 0 0 0,0 0 0 0 0,0 18 0 0 0,1-28-187 0 0,0 0 0 0 0,1 0 0 0 0,-1-1 0 0 0,0 1 0 0 0,1 0 0 0 0,0 0 0 0 0,-1 0 0 0 0,1 0 0 0 0,0 0 0 0 0,0-1 0 0 0,0 1 0 0 0,0 0 0 0 0,0-1 0 0 0,0 1 0 0 0,0 0 0 0 0,1-1 0 0 0,-1 0 0 0 0,0 1 0 0 0,1-1 0 0 0,-1 0 0 0 0,1 0 0 0 0,0 0 0 0 0,-1 0 0 0 0,1 0 0 0 0,0 0 0 0 0,0 0 0 0 0,0 0 0 0 0,-1-1 0 0 0,1 1 0 0 0,0-1 0 0 0,0 1 0 0 0,0-1 0 0 0,0 0 0 0 0,0 0 0 0 0,0 0 0 0 0,0 0 0 0 0,0 0 0 0 0,0 0 0 0 0,0-1 0 0 0,0 1 0 0 0,0-1 0 0 0,0 1 0 0 0,-1-1 0 0 0,1 1 0 0 0,0-1 0 0 0,0 0 0 0 0,0 0 0 0 0,-1 0 0 0 0,1 0-1 0 0,-1-1 1 0 0,1 1 0 0 0,2-3 0 0 0,10-8-1272 0 0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5.6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93 269 456 0 0,'-61'-190'7316'0'0,"30"112"-1121"0"0,31 77-6104 0 0,30 92 6168 0 0,-15-34-7586 0 0,-3-2-3460 0 0,-6-18-1310 0 0</inkml:trace>
</inkml:ink>
</file>

<file path=ppt/ink/ink1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5.8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0 262 6913 0 0,'20'-13'1375'0'0,"-2"0"-1"0"0,0-2 0 0 0,22-21 1 0 0,-32 28-1036 0 0,0-1 0 0 0,-1 0 1 0 0,0 0-1 0 0,0 0 0 0 0,-1-1 1 0 0,0 0-1 0 0,-1 0 0 0 0,7-17 1 0 0,-11 24-340 0 0,0-1 1 0 0,-1 1 0 0 0,1-1-1 0 0,-1 1 1 0 0,1 0-1 0 0,-1-1 1 0 0,0 1 0 0 0,-1-1-1 0 0,1 1 1 0 0,0-1 0 0 0,-1 1-1 0 0,0 0 1 0 0,0-1 0 0 0,0 1-1 0 0,0 0 1 0 0,0 0-1 0 0,-3-5 1 0 0,2 6-397 0 0,1 0 0 0 0,0 0 0 0 0,-1 1 0 0 0,0-1 1 0 0,1 0-1 0 0,-1 1 0 0 0,0 0 0 0 0,0-1 0 0 0,0 1 0 0 0,-3-2 0 0 0</inkml:trace>
</inkml:ink>
</file>

<file path=ppt/ink/ink1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6.3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258 54 2761 0 0,'0'-2'342'0'0,"-1"-1"0"0"0,1 1 0 0 0,-1-1 0 0 0,0 1 0 0 0,1 0 0 0 0,-1 0 1 0 0,0-1-1 0 0,0 1 0 0 0,0 0 0 0 0,-1 0 0 0 0,1 0 0 0 0,0 0 0 0 0,-1 0 1 0 0,1 0-1 0 0,-1 0 0 0 0,0 1 0 0 0,0-1 0 0 0,0 1 0 0 0,0-1 1 0 0,0 1-1 0 0,0-1 0 0 0,0 1 0 0 0,0 0 0 0 0,0 0 0 0 0,0 0 0 0 0,-1 0 1 0 0,1 1-1 0 0,0-1 0 0 0,-1 1 0 0 0,1-1 0 0 0,-1 1 0 0 0,-2 0 0 0 0,-1-1-35 0 0,1 0-1 0 0,-1 1 0 0 0,1 0 1 0 0,-1 0-1 0 0,1 0 0 0 0,-1 1 1 0 0,1 0-1 0 0,-1 0 0 0 0,1 0 1 0 0,-1 1-1 0 0,1 0 0 0 0,0 0 1 0 0,-8 4-1 0 0,4 1-214 0 0,1 1 0 0 0,-1 0 0 0 0,1 0 0 0 0,1 1 1 0 0,-1 0-1 0 0,2 0 0 0 0,-1 1 0 0 0,-9 20 0 0 0,8-15-123 0 0,2 0 1 0 0,0 1-1 0 0,0 0 1 0 0,2 1-1 0 0,-4 24 0 0 0,7-37 31 0 0,1 0-1 0 0,-1 0 1 0 0,1-1-1 0 0,0 1 0 0 0,1 0 1 0 0,-1 0-1 0 0,1 0 1 0 0,-1-1-1 0 0,1 1 1 0 0,0 0-1 0 0,0-1 0 0 0,1 1 1 0 0,-1-1-1 0 0,1 1 1 0 0,0-1-1 0 0,0 1 0 0 0,0-1 1 0 0,0 0-1 0 0,4 3 1 0 0,-4-4-111 0 0,0 0 0 0 0,0-1 1 0 0,1 1-1 0 0,-1-1 0 0 0,1 1 1 0 0,-1-1-1 0 0,1 0 0 0 0,-1 0 0 0 0,1 0 1 0 0,0-1-1 0 0,-1 1 0 0 0,1 0 1 0 0,0-1-1 0 0,-1 0 0 0 0,1 0 1 0 0,0 0-1 0 0,0 0 0 0 0,0 0 0 0 0,-1 0 1 0 0,1-1-1 0 0,0 1 0 0 0,-1-1 1 0 0,1 0-1 0 0,0 0 0 0 0,-1 0 0 0 0,1 0 1 0 0,2-2-1 0 0,14-7-5689 0 0</inkml:trace>
</inkml:ink>
</file>

<file path=ppt/ink/ink1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6.5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120 105 10138 0 0,'-8'-17'163'0'0,"-20"-36"1563"0"0,26 50-1394 0 0,1 0 0 0 0,-1 1 0 0 0,0-1 0 0 0,0 1 0 0 0,0 0 0 0 0,0 0-1 0 0,-1-1 1 0 0,1 1 0 0 0,-1 1 0 0 0,1-1 0 0 0,-1 0 0 0 0,1 1 0 0 0,-1-1 0 0 0,0 1 0 0 0,-4-2 0 0 0,5 3-234 0 0,1 0 0 0 0,-1 0 0 0 0,1 0 0 0 0,-1 0-1 0 0,1 0 1 0 0,-1 0 0 0 0,1 1 0 0 0,-1-1 0 0 0,1 0 0 0 0,-1 1-1 0 0,1-1 1 0 0,0 1 0 0 0,-1 0 0 0 0,1-1 0 0 0,0 1-1 0 0,-1 0 1 0 0,1 0 0 0 0,0 0 0 0 0,0 0 0 0 0,0 0 0 0 0,0 0-1 0 0,0 0 1 0 0,0 0 0 0 0,0 0 0 0 0,0 1 0 0 0,0-1-1 0 0,1 0 1 0 0,-1 1 0 0 0,0-1 0 0 0,1 0 0 0 0,-1 1 0 0 0,1-1-1 0 0,-1 1 1 0 0,1-1 0 0 0,0 1 0 0 0,0-1 0 0 0,0 3 0 0 0,-2 3 5 0 0,2-1 1 0 0,-1 1 0 0 0,1 0 0 0 0,0 0 0 0 0,0-1-1 0 0,1 1 1 0 0,1 8 0 0 0,10 19 44 0 0,0 0 0 0 0,27 48 0 0 0,5 15-85 0 0,-31-64-1049 0 0,0 0-4147 0 0,-1 1-1851 0 0</inkml:trace>
</inkml:ink>
</file>

<file path=ppt/ink/ink1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7.0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98 3225 0 0,'3'0'154'0'0,"0"0"0"0"0,-1-1 0 0 0,1 1 0 0 0,-1-1 0 0 0,1 0 0 0 0,0 0 0 0 0,-1 0 0 0 0,1 0 0 0 0,-1 0 0 0 0,0 0 0 0 0,1-1 0 0 0,-1 1 0 0 0,0-1 0 0 0,0 1 0 0 0,0-1 0 0 0,0 0-1 0 0,0 0 1 0 0,0 0 0 0 0,-1 0 0 0 0,1 0 0 0 0,-1-1 0 0 0,1 1 0 0 0,-1 0 0 0 0,0-1 0 0 0,0 1 0 0 0,0-1 0 0 0,0 1 0 0 0,0-1 0 0 0,0 0 0 0 0,-1 1 0 0 0,1-1 0 0 0,-1 0 0 0 0,0 1 0 0 0,0-1 0 0 0,0 0 0 0 0,0 1 0 0 0,-1-1 0 0 0,1 0 0 0 0,-1 1 0 0 0,1-1 0 0 0,-1 0 0 0 0,0 1 0 0 0,0-1 0 0 0,-2-2 0 0 0,3 4-104 0 0,0 1-1 0 0,0-1 1 0 0,0 1-1 0 0,0 0 0 0 0,-1-1 1 0 0,1 1-1 0 0,0 0 1 0 0,0-1-1 0 0,-1 1 1 0 0,1 0-1 0 0,0 0 1 0 0,0-1-1 0 0,-1 1 1 0 0,1 0-1 0 0,0 0 0 0 0,-1-1 1 0 0,1 1-1 0 0,0 0 1 0 0,-1 0-1 0 0,1 0 1 0 0,-1 0-1 0 0,1 0 1 0 0,0-1-1 0 0,-1 1 1 0 0,1 0-1 0 0,0 0 0 0 0,-1 0 1 0 0,1 0-1 0 0,-1 0 1 0 0,1 0-1 0 0,0 0 1 0 0,-1 0-1 0 0,1 0 1 0 0,-1 0-1 0 0,1 1 0 0 0,0-1 1 0 0,-1 0-1 0 0,0 0 1 0 0,-9 16 1331 0 0,1 23 180 0 0,9-35-1542 0 0,0 0 0 0 0,1 0 1 0 0,-1 0-1 0 0,1 0 1 0 0,0-1-1 0 0,0 1 0 0 0,1 0 1 0 0,-1-1-1 0 0,1 1 1 0 0,0-1-1 0 0,0 0 0 0 0,0 1 1 0 0,0-1-1 0 0,1 0 1 0 0,-1 0-1 0 0,1 0 1 0 0,-1-1-1 0 0,5 4 0 0 0,-5-5-84 0 0,0 1-1 0 0,0-1 1 0 0,0-1-1 0 0,1 1 0 0 0,-1 0 1 0 0,0 0-1 0 0,0-1 1 0 0,0 1-1 0 0,0-1 1 0 0,1 0-1 0 0,-1 0 0 0 0,0 0 1 0 0,1 0-1 0 0,-1 0 1 0 0,0 0-1 0 0,0 0 1 0 0,1-1-1 0 0,-1 1 0 0 0,0-1 1 0 0,0 0-1 0 0,0 1 1 0 0,0-1-1 0 0,0 0 1 0 0,0 0-1 0 0,0-1 0 0 0,0 1 1 0 0,0 0-1 0 0,0-1 1 0 0,-1 1-1 0 0,1-1 1 0 0,0 1-1 0 0,1-3 0 0 0,22-33-917 0 0,-22 31 1208 0 0,0 1 1 0 0,0 0 0 0 0,0 0-1 0 0,1 1 1 0 0,0-1 0 0 0,0 1-1 0 0,7-7 1 0 0,0 37 3822 0 0,-5-11-3378 0 0,-5-11-656 0 0,1-1 0 0 0,0 0-1 0 0,0 0 1 0 0,0 0 0 0 0,0-1-1 0 0,0 1 1 0 0,1 0-1 0 0,-1-1 1 0 0,1 0 0 0 0,0 1-1 0 0,0-1 1 0 0,0 0 0 0 0,0-1-1 0 0,0 1 1 0 0,0 0 0 0 0,5 1-1 0 0,-6-3-40 0 0,1 1 1 0 0,0-1-1 0 0,-1 0 0 0 0,1 0 1 0 0,-1 0-1 0 0,1 0 0 0 0,-1 0 0 0 0,1-1 1 0 0,-1 1-1 0 0,1-1 0 0 0,-1 1 1 0 0,1-1-1 0 0,-1 0 0 0 0,0 0 0 0 0,1 0 1 0 0,-1-1-1 0 0,0 1 0 0 0,0 0 0 0 0,0-1 1 0 0,0 0-1 0 0,0 1 0 0 0,4-5 1 0 0,14-19-158 0 0,-16 20 286 0 0,0 0 0 0 0,0 0 1 0 0,1 0-1 0 0,0 1 0 0 0,-1-1 1 0 0,8-4-1 0 0,-11 9-49 0 0,1-1 0 0 0,0 0 1 0 0,-1 0-1 0 0,1 1 0 0 0,0-1 0 0 0,0 1 1 0 0,-1-1-1 0 0,1 1 0 0 0,0 0 0 0 0,0 0 1 0 0,0 0-1 0 0,0 0 0 0 0,0 0 0 0 0,-1 0 0 0 0,1 0 1 0 0,0 0-1 0 0,0 1 0 0 0,0-1 0 0 0,-1 1 1 0 0,1 0-1 0 0,0-1 0 0 0,0 1 0 0 0,-1 0 1 0 0,1 0-1 0 0,-1 0 0 0 0,3 1 0 0 0,36 29-1153 0 0</inkml:trace>
</inkml:ink>
</file>

<file path=ppt/ink/ink1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8.0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59 11522 0 0,'-5'-24'3342'0'0,"-1"-8"1238"0"0,5 30-3726 0 0,2 4-216 0 0,3 17-212 0 0,10 54 276 0 0,-6-24-572 0 0,3 0 1 0 0,23 64-1 0 0,5-22-969 0 0,-7-33-2573 0 0,-17-35-3302 0 0</inkml:trace>
</inkml:ink>
</file>

<file path=ppt/ink/ink1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8.3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168 59 6449 0 0,'-2'-7'579'0'0,"1"2"379"0"0,0 0 1 0 0,-1-1 0 0 0,1 1 0 0 0,-1 0-1 0 0,-1-1 1 0 0,-2-4 0 0 0,4 9-840 0 0,0 0 0 0 0,1 0 0 0 0,-1 1 0 0 0,0-1 0 0 0,1 0 0 0 0,-1 1 0 0 0,0-1 0 0 0,0 1 0 0 0,1-1 0 0 0,-1 1 0 0 0,0-1 0 0 0,0 1 0 0 0,0 0 0 0 0,0-1 0 0 0,0 1 0 0 0,0 0 0 0 0,0 0 0 0 0,0-1 0 0 0,0 1 0 0 0,0 0 0 0 0,0 0 0 0 0,0 0 0 0 0,0 0 0 0 0,0 0 0 0 0,1 1 0 0 0,-1-1 0 0 0,0 0 0 0 0,0 0 0 0 0,0 1 0 0 0,0-1 0 0 0,0 0 0 0 0,0 1 0 0 0,0-1 0 0 0,0 1 0 0 0,1-1 0 0 0,-1 1 0 0 0,0 0 0 0 0,0-1 0 0 0,1 1 0 0 0,-1 0 0 0 0,0-1 0 0 0,1 1 0 0 0,-2 1 0 0 0,-4 5 157 0 0,0-1 0 0 0,0 1-1 0 0,0 1 1 0 0,1-1 0 0 0,0 1 0 0 0,-7 15 0 0 0,-20 56-100 0 0,26-62-77 0 0,1-6-114 0 0,-1 4 10 0 0,1 0 0 0 0,-5 22 0 0 0,10-34-10 0 0,-1 0-1 0 0,1 0 0 0 0,-1 0 0 0 0,1 0 1 0 0,0 0-1 0 0,0 0 0 0 0,0 0 0 0 0,0 1 1 0 0,1-1-1 0 0,-1 0 0 0 0,1 0 1 0 0,0 0-1 0 0,0 0 0 0 0,0 0 0 0 0,0 0 1 0 0,0-1-1 0 0,1 1 0 0 0,2 4 0 0 0,-2-6-30 0 0,-1 0-1 0 0,0 0 0 0 0,1-1 0 0 0,-1 1 0 0 0,0 0 0 0 0,1-1 0 0 0,-1 1 1 0 0,1-1-1 0 0,-1 1 0 0 0,1-1 0 0 0,-1 0 0 0 0,1 0 0 0 0,-1 0 0 0 0,1 0 1 0 0,0 0-1 0 0,-1 0 0 0 0,1 0 0 0 0,-1 0 0 0 0,1 0 0 0 0,-1-1 0 0 0,1 1 1 0 0,-1-1-1 0 0,1 1 0 0 0,-1-1 0 0 0,0 0 0 0 0,1 1 0 0 0,-1-1 0 0 0,0 0 1 0 0,1 0-1 0 0,-1 0 0 0 0,2-2 0 0 0,37-32-1203 0 0,-27 19 1119 0 0,-1 0 0 0 0,0-1 0 0 0,-1-1 1 0 0,-1 0-1 0 0,-1 0 0 0 0,-1-1 0 0 0,7-20 1 0 0,4-10 847 0 0,-19 49-662 0 0,0 0 0 0 0,1-1 0 0 0,-1 1-1 0 0,0 0 1 0 0,0-1 0 0 0,0 1-1 0 0,0 0 1 0 0,0 0 0 0 0,1-1-1 0 0,-1 1 1 0 0,0 0 0 0 0,0 0 0 0 0,0-1-1 0 0,1 1 1 0 0,-1 0 0 0 0,0 0-1 0 0,0-1 1 0 0,1 1 0 0 0,-1 0-1 0 0,0 0 1 0 0,1 0 0 0 0,-1 0 0 0 0,0-1-1 0 0,1 1 1 0 0,-1 0 0 0 0,0 0-1 0 0,0 0 1 0 0,1 0 0 0 0,-1 0-1 0 0,0 0 1 0 0,1 0 0 0 0,-1 0 0 0 0,0 0-1 0 0,1 0 1 0 0,-1 0 0 0 0,0 0-1 0 0,1 0 1 0 0,0 1 0 0 0,12 10 915 0 0,6 22-662 0 0,-12-21-361 0 0,1 5-794 0 0,1 0-1 0 0,17 24 1 0 0,-11-23-5893 0 0</inkml:trace>
</inkml:ink>
</file>

<file path=ppt/ink/ink1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9.0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1 113 6913 0 0,'0'-3'462'0'0,"1"1"0"0"0,0-1 0 0 0,0 0 0 0 0,0 0-1 0 0,1 1 1 0 0,-1-1 0 0 0,1 1 0 0 0,-1-1-1 0 0,1 1 1 0 0,0 0 0 0 0,0-1 0 0 0,0 1-1 0 0,0 0 1 0 0,1 0 0 0 0,-1 0 0 0 0,4-2-1 0 0,-5 4-245 0 0,0 0-1 0 0,0-1 1 0 0,0 1-1 0 0,0 0 1 0 0,-1 0-1 0 0,1 0 1 0 0,0 0-1 0 0,0 0 1 0 0,0 0-1 0 0,0 0 1 0 0,0 0-1 0 0,0 0 1 0 0,0 0-1 0 0,0 0 0 0 0,0 1 1 0 0,0-1-1 0 0,0 0 1 0 0,0 1-1 0 0,1 0 1 0 0,0 0-73 0 0,0 1 0 0 0,0 0-1 0 0,-1-1 1 0 0,1 1 0 0 0,0 0 0 0 0,-1 0 0 0 0,1 0 0 0 0,-1 0 0 0 0,1 0 0 0 0,1 3-1 0 0,8 17 52 0 0,1 1 324 0 0,20 32 1 0 0,-28-50-461 0 0,1 1-1 0 0,-1-1 1 0 0,1 0-1 0 0,0 0 1 0 0,0 0 0 0 0,0 0-1 0 0,0-1 1 0 0,1 0 0 0 0,0 0-1 0 0,9 4 1 0 0,-14-7-55 0 0,1-1 0 0 0,-1 1 0 0 0,0-1 0 0 0,1 1 1 0 0,-1-1-1 0 0,1 1 0 0 0,0-1 0 0 0,-1 0 0 0 0,1 0 1 0 0,-1 0-1 0 0,1 0 0 0 0,-1 0 0 0 0,1 0 0 0 0,0 0 0 0 0,-1 0 1 0 0,1-1-1 0 0,-1 1 0 0 0,1-1 0 0 0,-1 1 0 0 0,1-1 0 0 0,2-1 1 0 0,-3 1 8 0 0,1-1 0 0 0,0 0 0 0 0,0 0 0 0 0,0 0 0 0 0,-1 1 1 0 0,1-2-1 0 0,-1 1 0 0 0,0 0 0 0 0,1 0 0 0 0,-1 0 0 0 0,0-1 1 0 0,1-2-1 0 0,1-9 57 0 0,1 1 0 0 0,-2-1 0 0 0,2-27 0 0 0,-4 32-61 0 0,1-36 15 0 0,-2 32-13 0 0,1-1 1 0 0,1 1-1 0 0,1-13 0 0 0,-1 25-10 0 0,-1 0 0 0 0,0 0 0 0 0,0 0 0 0 0,0 1 0 0 0,0-1 0 0 0,1 0 0 0 0,-1 0 0 0 0,0 1 0 0 0,0-1 0 0 0,1 0 0 0 0,-1 1 0 0 0,1-1 0 0 0,-1 0 0 0 0,1 1 0 0 0,-1-1 0 0 0,1 0 0 0 0,-1 1 0 0 0,1-1 0 0 0,0 1 0 0 0,-1-1 0 0 0,1 1 0 0 0,0-1 0 0 0,-1 1 0 0 0,1 0 0 0 0,0-1 0 0 0,-1 1 0 0 0,1 0 0 0 0,0-1 0 0 0,1 1 0 0 0,0 0 0 0 0,0 0 0 0 0,1 0 0 0 0,-1 1 0 0 0,0-1 0 0 0,0 1 0 0 0,0-1 0 0 0,0 1 0 0 0,0 0 0 0 0,-1 0 0 0 0,1 0 0 0 0,3 1 0 0 0,4 4 0 0 0,0 0 0 0 0,-1 1 0 0 0,11 11 0 0 0,18 17-8 0 0,-17-17-12 0 0,-2 0 0 0 0,0 2 1 0 0,18 24-1 0 0,-31-37 12 0 0,-1 1 0 0 0,1-1 0 0 0,-2 1 0 0 0,1 0-1 0 0,-1 0 1 0 0,0 0 0 0 0,-1 0 0 0 0,0 1 0 0 0,0-1 0 0 0,-1 1 0 0 0,0-1 0 0 0,0 1 0 0 0,-1 16 0 0 0,-2-13-131 0 0,0 0 0 0 0,0 0 0 0 0,-1-1 0 0 0,0 1 0 0 0,-1-1 0 0 0,-7 14 0 0 0,-9 13-5722 0 0,3-10-1044 0 0</inkml:trace>
</inkml:ink>
</file>

<file path=ppt/ink/ink1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9.3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43 167 5065 0 0,'16'7'2519'0'0,"-13"-6"-1576"0"0,0 1 0 0 0,1-1-1 0 0,-1 0 1 0 0,0 1 0 0 0,1-2-1 0 0,-1 1 1 0 0,7 1 0 0 0,-9-3-873 0 0,0 1 1 0 0,0 0 0 0 0,0 0 0 0 0,0-1 0 0 0,0 1 0 0 0,0-1 0 0 0,-1 1 0 0 0,1-1 0 0 0,0 1 0 0 0,0-1 0 0 0,0 1 0 0 0,-1-1 0 0 0,1 0-1 0 0,0 1 1 0 0,-1-1 0 0 0,1 0 0 0 0,0 1 0 0 0,-1-1 0 0 0,1 0 0 0 0,-1 0 0 0 0,1 0 0 0 0,-1 0 0 0 0,0 0 0 0 0,1 0 0 0 0,-1 0-1 0 0,0 1 1 0 0,1-1 0 0 0,-1 0 0 0 0,0 0 0 0 0,0 0 0 0 0,0 0 0 0 0,0 0 0 0 0,0 0 0 0 0,0-2 0 0 0,0-10 348 0 0,1 0-1 0 0,-2 0 1 0 0,-3-26 0 0 0,3 33-286 0 0,0 0 0 0 0,-1 0-1 0 0,1 0 1 0 0,-1 1 0 0 0,0-1 0 0 0,-1 1 0 0 0,1-1-1 0 0,-1 1 1 0 0,0 0 0 0 0,-1 0 0 0 0,-4-5-1 0 0,8 9-133 0 0,-1 0 0 0 0,1 1 0 0 0,-1-1 0 0 0,1 1 0 0 0,-1-1 0 0 0,0 1 0 0 0,1-1 0 0 0,-1 1 0 0 0,0-1 0 0 0,1 1-1 0 0,-1 0 1 0 0,0 0 0 0 0,0-1 0 0 0,1 1 0 0 0,-1 0 0 0 0,0 0 0 0 0,0 0 0 0 0,0 0 0 0 0,1 0 0 0 0,-1 0-1 0 0,0 0 1 0 0,0 0 0 0 0,0 0 0 0 0,1 0 0 0 0,-1 0 0 0 0,0 0 0 0 0,0 0 0 0 0,-1 1 0 0 0,0 1-7 0 0,0-1 1 0 0,0 0-1 0 0,0 1 1 0 0,0 0 0 0 0,1-1-1 0 0,-1 1 1 0 0,1 0-1 0 0,-1 0 1 0 0,-2 4-1 0 0,-2 4-42 0 0,1 1 0 0 0,-8 21 0 0 0,11-28 8 0 0,1 0-1 0 0,-1 0 0 0 0,1 0 1 0 0,0 0-1 0 0,0 0 0 0 0,1 0 1 0 0,-1 0-1 0 0,1 1 0 0 0,0-1 1 0 0,0 0-1 0 0,1 0 0 0 0,-1 1 1 0 0,1-1-1 0 0,0 0 0 0 0,0 0 1 0 0,0 0-1 0 0,0 0 0 0 0,1 0 1 0 0,0 0-1 0 0,0 0 0 0 0,3 4 1 0 0,-2-4 9 0 0,1 0 1 0 0,0 0 0 0 0,0-1-1 0 0,0 0 1 0 0,0 1 0 0 0,0-2-1 0 0,1 1 1 0 0,0 0 0 0 0,-1-1-1 0 0,1 0 1 0 0,0 0 0 0 0,0 0-1 0 0,0-1 1 0 0,0 0 0 0 0,0 0-1 0 0,11 1 1 0 0,30 0-386 0 0,0-2 0 0 0,0-3-1 0 0,62-10 1 0 0,-55 6-1410 0 0,-25 3-3873 0 0</inkml:trace>
</inkml:ink>
</file>

<file path=ppt/ink/ink1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39.6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1 172 3225 0 0,'9'-27'17821'0'0,"3"25"-16813"0"0,-7 1-2670 0 0,2 1 1833 0 0,-1 0 0 0 0,0 0 1 0 0,0 0-1 0 0,0 1 0 0 0,0 0 0 0 0,0 0 0 0 0,0 1 0 0 0,0-1 0 0 0,0 1 0 0 0,10 5 0 0 0,-15-6-156 0 0,1 0-1 0 0,-1-1 1 0 0,1 1 0 0 0,-1 0-1 0 0,1 0 1 0 0,-1 0-1 0 0,0 0 1 0 0,1 0 0 0 0,-1 0-1 0 0,0 0 1 0 0,0 0 0 0 0,0 1-1 0 0,0-1 1 0 0,0 0 0 0 0,0 1-1 0 0,0-1 1 0 0,0 1 0 0 0,-1-1-1 0 0,1 1 1 0 0,-1-1-1 0 0,1 1 1 0 0,-1-1 0 0 0,1 1-1 0 0,-1 0 1 0 0,0-1 0 0 0,0 1-1 0 0,0 0 1 0 0,0-1 0 0 0,0 1-1 0 0,0 0 1 0 0,0-1 0 0 0,0 1-1 0 0,-1-1 1 0 0,1 1-1 0 0,-1 0 1 0 0,1-1 0 0 0,-1 1-1 0 0,0-1 1 0 0,1 1 0 0 0,-1-1-1 0 0,0 0 1 0 0,0 1 0 0 0,0-1-1 0 0,-2 2 1 0 0,3-2 7 0 0,-1-1-1 0 0,1 1 1 0 0,0 0 0 0 0,-1-1 0 0 0,1 1-1 0 0,-1-1 1 0 0,1 1 0 0 0,-1-1 0 0 0,1 1-1 0 0,-1-1 1 0 0,1 1 0 0 0,-1-1 0 0 0,0 1-1 0 0,1-1 1 0 0,-1 0 0 0 0,0 1 0 0 0,1-1 0 0 0,-1 0-1 0 0,0 0 1 0 0,0 0 0 0 0,1 1 0 0 0,-1-1-1 0 0,0 0 1 0 0,1 0 0 0 0,-1 0 0 0 0,0 0-1 0 0,-1 0 1 0 0,1-1 1 0 0,0 0-1 0 0,0 1 1 0 0,0-1 0 0 0,0 0-1 0 0,0 0 1 0 0,0 1-1 0 0,0-1 1 0 0,0 0 0 0 0,0 0-1 0 0,0 0 1 0 0,1 0-1 0 0,-1 0 1 0 0,0 0 0 0 0,0-2-1 0 0,-2-3 14 0 0,1 0 0 0 0,0 1 0 0 0,0-1-1 0 0,1 0 1 0 0,-2-10 0 0 0,2 5-106 0 0,2 1 1 0 0,-1-1-1 0 0,2 1 1 0 0,-1-1-1 0 0,2 1 1 0 0,-1 0-1 0 0,1 0 1 0 0,6-13-1 0 0,11-18-6462 0 0,-4 18-756 0 0</inkml:trace>
</inkml:ink>
</file>

<file path=ppt/ink/ink1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41.7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2 138 8290 0 0,'-2'0'1388'0'0,"15"-3"2285"0"0,7-6-2424 0 0,-13 6-1118 0 0,92-39 1955 0 0,-69 27-1701 0 0,1 1 1 0 0,1 2-1 0 0,0 1 0 0 0,0 1 1 0 0,50-7-1 0 0,-72 16-739 0 0,10 2 1950 0 0,-19 0-1475 0 0,-1-1 0 0 0,1 1 0 0 0,0 0-1 0 0,0 1 1 0 0,-1-1 0 0 0,1 0 0 0 0,-1 0 0 0 0,1 0 0 0 0,-1 0 0 0 0,1 0 0 0 0,-1 1 0 0 0,0-1 0 0 0,1 0-1 0 0,-1 0 1 0 0,0 1 0 0 0,0 1 0 0 0,17 85 171 0 0,51 160 1 0 0,54 81-323 0 0,-47-136 138 0 0,13 3-31 0 0,-37-90-67 0 0,-50-105-3 0 0,9 24 39 0 0,-10-24-46 0 0,0-1-1 0 0,1 1 1 0 0,-1 0-1 0 0,0-1 0 0 0,1 1 1 0 0,-1 0-1 0 0,0 0 1 0 0,0-1-1 0 0,0 1 1 0 0,1 0-1 0 0,-1 0 1 0 0,0-1-1 0 0,0 1 0 0 0,0 0 1 0 0,0 0-1 0 0,0 0 1 0 0,-1-1-1 0 0,1 1 1 0 0,0 0-1 0 0,0 0 1 0 0,0-1-1 0 0,-1 1 1 0 0,1 0-1 0 0,0-1 0 0 0,-1 1 1 0 0,0 1-1 0 0,-12-8-1022 0 0,5 1-11 0 0</inkml:trace>
</inkml:ink>
</file>

<file path=ppt/ink/ink1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41.9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96 139 2304 0 0,'-26'-11'-239'0'0,"-15"-7"2767"0"0,38 17-2015 0 0,1 0 1 0 0,-1 0-1 0 0,1-1 1 0 0,0 1-1 0 0,-1-1 1 0 0,1 0-1 0 0,0 0 1 0 0,0 0-1 0 0,0 0 0 0 0,1 0 1 0 0,-3-3-1 0 0,4 4-350 0 0,-1 0 0 0 0,1 1 0 0 0,0-1-1 0 0,0 0 1 0 0,1 0 0 0 0,-1 0 0 0 0,0 1 0 0 0,0-1-1 0 0,0 0 1 0 0,0 0 0 0 0,1 1 0 0 0,-1-1-1 0 0,0 0 1 0 0,1 1 0 0 0,-1-1 0 0 0,1 0 0 0 0,-1 1-1 0 0,0-1 1 0 0,1 0 0 0 0,-1 1 0 0 0,1-1 0 0 0,0 1-1 0 0,-1-1 1 0 0,1 1 0 0 0,-1-1 0 0 0,1 1-1 0 0,0-1 1 0 0,0 1 0 0 0,-1 0 0 0 0,1 0 0 0 0,0-1-1 0 0,-1 1 1 0 0,1 0 0 0 0,0 0 0 0 0,0 0 0 0 0,1-1-1 0 0,29-7 2217 0 0,8 3-1036 0 0,0 1 1 0 0,46 3-1 0 0,-55 2-1212 0 0,-1-1 0 0 0,1-2 1 0 0,-1-1-1 0 0,0-1 0 0 0,40-11 0 0 0,-42 3-166 0 0,-12-1-2772 0 0</inkml:trace>
</inkml:ink>
</file>

<file path=ppt/ink/ink1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42.9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 3225 0 0,'16'-2'12180'0'0,"9"23"-10834"0"0,1-2 1 0 0,0 0-1 0 0,51 26 1 0 0,-19-17-2435 0 0,-1-8-3558 0 0,-34-13-1817 0 0</inkml:trace>
</inkml:ink>
</file>

<file path=ppt/ink/ink1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43.1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205 4 9218 0 0,'-1'-1'179'0'0,"0"1"-1"0"0,-1-1 1 0 0,1 1-1 0 0,0-1 1 0 0,-1 1 0 0 0,1 0-1 0 0,0 0 1 0 0,-1 0 0 0 0,1 0-1 0 0,0 0 1 0 0,-1 0-1 0 0,1 0 1 0 0,0 0 0 0 0,-1 0-1 0 0,1 1 1 0 0,0-1 0 0 0,-1 1-1 0 0,1-1 1 0 0,0 1-1 0 0,-2 0 1 0 0,-1 2 166 0 0,0-1-1 0 0,0 1 1 0 0,1 0-1 0 0,-1 0 1 0 0,1 0-1 0 0,-4 5 1 0 0,-5 7 506 0 0,1 1 0 0 0,-10 19 0 0 0,19-32-713 0 0,-18 31 631 0 0,2 1-1 0 0,-16 45 1 0 0,18-27-2864 0 0,6 0-4128 0 0,7-24 1869 0 0</inkml:trace>
</inkml:ink>
</file>

<file path=ppt/ink/ink1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43.7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 33 3681 0 0,'-6'-32'12030'0'0,"-1"44"-8917"0"0,5-1-3037 0 0,0-1 1 0 0,1 0-1 0 0,0 1 0 0 0,1-1 0 0 0,0 1 1 0 0,0-1-1 0 0,1 0 0 0 0,1 1 0 0 0,0-1 0 0 0,0 0 1 0 0,1 0-1 0 0,6 16 0 0 0,-5-15-15 0 0,1-1-1 0 0,0 1 1 0 0,0-1-1 0 0,1 0 0 0 0,1-1 1 0 0,-1 1-1 0 0,2-1 1 0 0,-1-1-1 0 0,1 1 1 0 0,0-1-1 0 0,13 9 0 0 0,-17-15-138 0 0,0 1-1 0 0,0-1 0 0 0,0 0 0 0 0,1 0 0 0 0,-1 0 0 0 0,1 0 1 0 0,0-1-1 0 0,-1 0 0 0 0,1 0 0 0 0,0 0 0 0 0,0-1 0 0 0,-1 1 1 0 0,1-1-1 0 0,0 0 0 0 0,0-1 0 0 0,0 1 0 0 0,-1-1 0 0 0,1 0 1 0 0,0 0-1 0 0,0-1 0 0 0,-1 1 0 0 0,1-1 0 0 0,-1 0 1 0 0,0 0-1 0 0,1 0 0 0 0,-1-1 0 0 0,0 0 0 0 0,0 1 0 0 0,4-5 1 0 0,-4 3-12 0 0,-1 1 0 0 0,1-1 0 0 0,0 0 0 0 0,-1 0 0 0 0,0 0 0 0 0,0-1 0 0 0,-1 1 0 0 0,1-1 1 0 0,-1 0-1 0 0,0 1 0 0 0,0-1 0 0 0,0 0 0 0 0,-1 0 0 0 0,1 0 0 0 0,-1-1 0 0 0,-1 1 1 0 0,1 0-1 0 0,-1 0 0 0 0,0 0 0 0 0,0-1 0 0 0,0 1 0 0 0,-1 0 0 0 0,1 0 0 0 0,-2 0 0 0 0,1 0 1 0 0,-4-10-1 0 0,-38-74 2305 0 0,92 112 641 0 0,-9-9-2451 0 0,-37-13-370 0 0,-1 0-1 0 0,1-1 1 0 0,0 1-1 0 0,0-1 0 0 0,-1 1 1 0 0,1-1-1 0 0,0 0 1 0 0,-1 0-1 0 0,1-1 1 0 0,0 1-1 0 0,0 0 0 0 0,-1-1 1 0 0,4 0-1 0 0,-6-1-24 0 0,0-1-1 0 0,-1 1 0 0 0,1 0 1 0 0,-1 1-1 0 0,1-1 1 0 0,-1 0-1 0 0,1 0 0 0 0,-1 0 1 0 0,0 0-1 0 0,0 0 1 0 0,0 1-1 0 0,0-1 0 0 0,0 0 1 0 0,-1 1-1 0 0,-1-3 1 0 0,-7-12-1429 0 0,9 9-604 0 0</inkml:trace>
</inkml:ink>
</file>

<file path=ppt/ink/ink1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43.9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43 456 0 0,'35'-42'18796'0'0,"-35"51"-15726"0"0,-6 32-2564 0 0,4-27-473 0 0,-3 6-307 0 0,2 0-1 0 0,1 0 0 0 0,-1 27 0 0 0,4-33-723 0 0</inkml:trace>
</inkml:ink>
</file>

<file path=ppt/ink/ink1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44.1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 4 7834 0 0,'-20'-3'8746'0'0,"26"26"-11427"0"0,1-14 1625 0 0,1-1 816 0 0</inkml:trace>
</inkml:ink>
</file>

<file path=ppt/ink/ink1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44.3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50 9218 0 0,'10'-45'992'0'0,"0"41"3175"0"0,-6 22 516 0 0,-3 1-4095 0 0,16 209 3026 0 0,-11-190-4390 0 0,1 1-1 0 0,2-1 1 0 0,26 69-1 0 0,-29-90-835 0 0,-43-1-12663 0 0,18-21 14079 0 0</inkml:trace>
</inkml:ink>
</file>

<file path=ppt/ink/ink1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44.7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11 364 3569 0 0,'-1'0'12'0'0,"0"-1"-1"0"0,0 0 1 0 0,0 0 0 0 0,0 0 0 0 0,1 0 0 0 0,-1 0 0 0 0,0 0-1 0 0,1 0 1 0 0,-1-1 0 0 0,1 1 0 0 0,-1 0 0 0 0,1 0 0 0 0,-1 0-1 0 0,1 0 1 0 0,0-1 0 0 0,0 1 0 0 0,-1 0 0 0 0,1 0 0 0 0,0-1-1 0 0,0 1 1 0 0,1 0 0 0 0,-1-3 0 0 0,1 1 138 0 0,1 0 0 0 0,0 0 0 0 0,-1 0 0 0 0,1 0 0 0 0,0 1 0 0 0,0-1 0 0 0,1 0-1 0 0,2-2 1 0 0,24-22 2946 0 0,59-42 0 0 0,18-15-793 0 0,-96 74-2182 0 0,0 0 0 0 0,0-1 0 0 0,-1 0 0 0 0,0-1-1 0 0,-1 0 1 0 0,13-26 0 0 0,-19 19 786 0 0,-4 14 657 0 0,-3 11 414 0 0,2 5-1588 0 0,-1-1-1 0 0,2 1 1 0 0,-1 0 0 0 0,2 0 0 0 0,-1 0-1 0 0,2 0 1 0 0,0 18 0 0 0,1-6-371 0 0,1 1 1 0 0,9 34 0 0 0,-6-36 11 0 0,14 37 0 0 0,-17-53-94 0 0,0-1-1 0 0,1 0 1 0 0,0 1 0 0 0,0-1-1 0 0,0 0 1 0 0,0-1-1 0 0,1 1 1 0 0,0-1 0 0 0,0 1-1 0 0,0-1 1 0 0,0 0 0 0 0,6 3-1 0 0,-8-6 55 0 0,-1-1 1 0 0,0 1-1 0 0,1-1 0 0 0,-1 0 0 0 0,0 1 0 0 0,1-1 1 0 0,-1 0-1 0 0,1 0 0 0 0,-1 0 0 0 0,0 0 0 0 0,1 0 1 0 0,-1 0-1 0 0,0-1 0 0 0,1 1 0 0 0,-1 0 0 0 0,1-1 1 0 0,-1 1-1 0 0,0-1 0 0 0,0 0 0 0 0,1 1 0 0 0,-1-1 1 0 0,0 0-1 0 0,0 0 0 0 0,0 1 0 0 0,0-1 0 0 0,0 0 1 0 0,2-2-1 0 0,29-35 341 0 0,-24 29-171 0 0,0-2 59 0 0,0 2 1 0 0,1 0-1 0 0,0 0 1 0 0,20-15-1 0 0,-27 22-210 0 0,0 1 0 0 0,-1 0 1 0 0,1 0-1 0 0,0-1 0 0 0,0 1 0 0 0,0 0 1 0 0,0 1-1 0 0,0-1 0 0 0,0 0 0 0 0,0 0 1 0 0,0 1-1 0 0,0 0 0 0 0,0-1 0 0 0,1 1 0 0 0,-1 0 1 0 0,0 0-1 0 0,0 0 0 0 0,0 0 0 0 0,0 0 1 0 0,1 1-1 0 0,-1-1 0 0 0,0 0 0 0 0,0 1 1 0 0,0 0-1 0 0,0 0 0 0 0,0-1 0 0 0,0 1 1 0 0,0 0-1 0 0,0 1 0 0 0,-1-1 0 0 0,1 0 1 0 0,0 0-1 0 0,0 1 0 0 0,-1-1 0 0 0,1 1 0 0 0,-1-1 1 0 0,3 5-1 0 0,11 18 58 0 0,19 40 0 0 0,2 4-1954 0 0,-19-41-5774 0 0</inkml:trace>
</inkml:ink>
</file>

<file path=ppt/ink/ink1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45.2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93 5 8290 0 0,'0'-1'124'0'0,"0"1"1"0"0,-1 0-1 0 0,1-1 0 0 0,-1 1 1 0 0,0 0-1 0 0,1-1 1 0 0,-1 1-1 0 0,1 0 0 0 0,-1 0 1 0 0,1-1-1 0 0,-1 1 1 0 0,0 0-1 0 0,1 0 0 0 0,-1 0 1 0 0,0 0-1 0 0,1 0 1 0 0,-1 0-1 0 0,1 0 0 0 0,-1 0 1 0 0,0 0-1 0 0,1 0 1 0 0,-1 0-1 0 0,0 0 1 0 0,1 1-1 0 0,-1-1 0 0 0,0 1 1 0 0,-19 13 2032 0 0,-8 22 401 0 0,23-25-2254 0 0,0 1 0 0 0,1 0 0 0 0,0 0 0 0 0,1 1 0 0 0,1-1 0 0 0,0 1 0 0 0,0-1 0 0 0,1 1 0 0 0,1 0 0 0 0,0-1 0 0 0,0 1 0 0 0,2 0 0 0 0,0-1 1 0 0,0 1-1 0 0,1-1 0 0 0,5 15 0 0 0,4 7 34 0 0,2 0 0 0 0,1 0-1 0 0,2-1 1 0 0,27 40 0 0 0,-6-18-509 0 0,23 38 257 0 0,-55-81-1804 0 0,0 1-1 0 0,0 0 0 0 0,4 16 0 0 0,-4-7-5277 0 0</inkml:trace>
</inkml:ink>
</file>

<file path=ppt/ink/ink1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45.43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21 218 920 0 0,'-15'-26'-215'0'0,"14"24"686"0"0,0-1 1 0 0,0 0-1 0 0,1 1 1 0 0,-1-1-1 0 0,0 0 1 0 0,1 1-1 0 0,0-1 1 0 0,0 0-1 0 0,0 1 1 0 0,0-1-1 0 0,0-3 1 0 0,2 2 239 0 0,-1 0 1 0 0,1 0-1 0 0,-1 0 1 0 0,1 0-1 0 0,0 0 1 0 0,0 0-1 0 0,1 1 1 0 0,-1-1-1 0 0,1 1 1 0 0,0-1-1 0 0,0 1 1 0 0,0 0-1 0 0,5-4 0 0 0,5-2-148 0 0,-1 0-1 0 0,1 0 1 0 0,0 2-1 0 0,1 0 1 0 0,0 0-1 0 0,0 1 0 0 0,1 1 1 0 0,15-4-1 0 0,123-21-1988 0 0,-125 26-5730 0 0</inkml:trace>
</inkml:ink>
</file>

<file path=ppt/ink/ink1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45.7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0 237 2761 0 0,'29'-4'9354'0'0,"-24"1"-8696"0"0,0 1 1 0 0,0-1 0 0 0,-1 0 0 0 0,1 0 0 0 0,-1 0-1 0 0,1-1 1 0 0,-1 0 0 0 0,0 1 0 0 0,4-6 0 0 0,-3 2-399 0 0,0 0 0 0 0,0 0 0 0 0,0 0 0 0 0,-1-1 0 0 0,7-15 0 0 0,-9 18-266 0 0,0 1 0 0 0,-1-1 0 0 0,1 0 0 0 0,-1 1 0 0 0,0-1 0 0 0,0 0-1 0 0,0 0 1 0 0,-1 0 0 0 0,0 0 0 0 0,0 0 0 0 0,0 0 0 0 0,0 0 0 0 0,-1 1 0 0 0,0-1 0 0 0,0 0 0 0 0,0 0 0 0 0,-1 0 0 0 0,1 1-1 0 0,-1-1 1 0 0,0 1 0 0 0,-1-1 0 0 0,1 1 0 0 0,-1 0 0 0 0,-4-5 0 0 0,6 7 29 0 0,-1 1 1 0 0,1 0-1 0 0,-1-1 0 0 0,0 1 1 0 0,0 0-1 0 0,1 0 0 0 0,-1 0 0 0 0,0 0 1 0 0,0 0-1 0 0,0 1 0 0 0,0-1 1 0 0,0 1-1 0 0,0-1 0 0 0,0 1 1 0 0,0 0-1 0 0,0-1 0 0 0,0 1 1 0 0,0 0-1 0 0,-1 1 0 0 0,1-1 1 0 0,0 0-1 0 0,0 0 0 0 0,0 1 0 0 0,0-1 1 0 0,0 1-1 0 0,0 0 0 0 0,0 0 1 0 0,1 0-1 0 0,-1 0 0 0 0,0 0 1 0 0,0 0-1 0 0,0 0 0 0 0,1 0 1 0 0,-1 1-1 0 0,1-1 0 0 0,-1 1 1 0 0,1-1-1 0 0,0 1 0 0 0,-2 2 0 0 0,0-2-21 0 0,1 1-1 0 0,0-1 0 0 0,0 1 0 0 0,1 0 1 0 0,-1 0-1 0 0,0 0 0 0 0,1 0 0 0 0,0 0 0 0 0,0 0 1 0 0,0 0-1 0 0,0 0 0 0 0,0 0 0 0 0,1 1 1 0 0,-1-1-1 0 0,1 0 0 0 0,0 1 0 0 0,0-1 0 0 0,0 0 1 0 0,0 0-1 0 0,1 1 0 0 0,-1-1 0 0 0,1 0 1 0 0,0 0-1 0 0,0 1 0 0 0,1 2 0 0 0,3 2-126 0 0,1-1 1 0 0,0 0-1 0 0,0 0 0 0 0,1-1 0 0 0,-1 1 0 0 0,1-1 0 0 0,0-1 1 0 0,1 0-1 0 0,0 0 0 0 0,0 0 0 0 0,10 4 0 0 0,1 0-1074 0 0,1-2-1 0 0,0 0 1 0 0,37 7-1 0 0,-21-8-4321 0 0</inkml:trace>
</inkml:ink>
</file>

<file path=ppt/ink/ink1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46.0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154 139 2304 0 0,'20'-10'41'0'0,"-14"8"-14"0"0,-1-1-1 0 0,1 0 0 0 0,0 0 0 0 0,-1-1 0 0 0,1 0 0 0 0,7-6 1 0 0,-10 6 563 0 0,0 1-1 0 0,0-1 1 0 0,0 0 0 0 0,-1 0 0 0 0,1 0 0 0 0,-1 0 0 0 0,0 0 0 0 0,0 0 0 0 0,0-1 0 0 0,0 1 0 0 0,-1-1 0 0 0,2-9 0 0 0,-3 13-303 0 0,0 0-1 0 0,0-1 1 0 0,0 1-1 0 0,0-1 1 0 0,0 1-1 0 0,-1 0 1 0 0,1-1-1 0 0,0 1 1 0 0,-1-1-1 0 0,1 1 1 0 0,-1 0-1 0 0,1 0 1 0 0,-1-1-1 0 0,1 1 1 0 0,-1 0 0 0 0,0 0-1 0 0,0 0 1 0 0,-1-2-1 0 0,0 1-119 0 0,0 1-1 0 0,0 0 1 0 0,0 0 0 0 0,0 0 0 0 0,0 0-1 0 0,0 0 1 0 0,0 1 0 0 0,0-1-1 0 0,0 1 1 0 0,0-1 0 0 0,0 1-1 0 0,-1 0 1 0 0,1-1 0 0 0,0 1 0 0 0,0 1-1 0 0,-3-1 1 0 0,-4 1 102 0 0,0 1 0 0 0,0 0 0 0 0,0 0 0 0 0,0 1 0 0 0,1 0 1 0 0,-1 1-1 0 0,1 0 0 0 0,0 0 0 0 0,0 1 0 0 0,0 0 0 0 0,1 0 0 0 0,-1 0 0 0 0,-11 13 0 0 0,11-11-281 0 0,1 1 0 0 0,0 0 0 0 0,0 1 0 0 0,0-1 0 0 0,1 1 0 0 0,1 1 0 0 0,-1-1-1 0 0,2 1 1 0 0,-1 0 0 0 0,1 0 0 0 0,-4 15 0 0 0,8-23-58 0 0,-1 0 0 0 0,1 0 0 0 0,-1 0 0 0 0,1 0 1 0 0,0 0-1 0 0,0 0 0 0 0,0 0 0 0 0,0 0 0 0 0,0 0 0 0 0,0 0 0 0 0,1 0 0 0 0,-1 0 0 0 0,1 0 1 0 0,-1 0-1 0 0,1 0 0 0 0,0 0 0 0 0,-1 0 0 0 0,1-1 0 0 0,0 1 0 0 0,0 0 0 0 0,0-1 0 0 0,1 1 1 0 0,-1 0-1 0 0,0-1 0 0 0,1 1 0 0 0,-1-1 0 0 0,2 2 0 0 0,-1-3-63 0 0,0 1 1 0 0,0 0-1 0 0,0-1 0 0 0,0 1 0 0 0,0-1 1 0 0,0 0-1 0 0,0 0 0 0 0,0 0 0 0 0,0 0 1 0 0,1 0-1 0 0,-1 0 0 0 0,0 0 0 0 0,0-1 1 0 0,0 1-1 0 0,0-1 0 0 0,0 1 0 0 0,-1-1 1 0 0,1 0-1 0 0,0 0 0 0 0,0 0 0 0 0,0 0 1 0 0,-1 0-1 0 0,1 0 0 0 0,0-1 0 0 0,-1 1 1 0 0,3-2-1 0 0,12-13-500 0 0,-1 0 0 0 0,18-24-1 0 0,-23 27 888 0 0,1-1 1 0 0,0 1-1 0 0,1 1 0 0 0,0 0 0 0 0,16-10 0 0 0,-27 21-109 0 0,0 0 1 0 0,1 0-1 0 0,-1 0 0 0 0,1 0 1 0 0,-1 1-1 0 0,1-1 0 0 0,-1 1 0 0 0,1-1 1 0 0,-1 1-1 0 0,1 0 0 0 0,-1-1 1 0 0,1 1-1 0 0,0 0 0 0 0,-1 0 1 0 0,1 0-1 0 0,-1 0 0 0 0,1 1 0 0 0,0-1 1 0 0,-1 0-1 0 0,1 1 0 0 0,-1-1 1 0 0,1 1-1 0 0,-1-1 0 0 0,1 1 0 0 0,-1-1 1 0 0,0 1-1 0 0,1 0 0 0 0,-1 0 1 0 0,0 0-1 0 0,3 2 0 0 0,2 4 130 0 0,1 0-1 0 0,-1 0 1 0 0,-1 0-1 0 0,8 13 1 0 0,6 8-456 0 0,-13-22-595 0 0,0 1 1 0 0,0-1-1 0 0,1-1 0 0 0,10 8 1 0 0,0-3-5863 0 0</inkml:trace>
</inkml:ink>
</file>

<file path=ppt/ink/ink1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46.3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98 1 6913 0 0,'-2'0'467'0'0,"0"-1"0"0"0,-1 1 0 0 0,1 0 0 0 0,0 0 0 0 0,-1 0 1 0 0,1 1-1 0 0,-1-1 0 0 0,1 1 0 0 0,0-1 0 0 0,-1 1 0 0 0,1 0 0 0 0,0 0 0 0 0,0 0 0 0 0,0 0 0 0 0,0 0 0 0 0,-1 0 0 0 0,2 1 0 0 0,-1-1 0 0 0,0 1 0 0 0,0-1 0 0 0,-3 4 0 0 0,1-1 87 0 0,0 1 0 0 0,0-1 0 0 0,0 1 1 0 0,0 0-1 0 0,1 0 0 0 0,0 0 1 0 0,-4 9-1 0 0,3-3-385 0 0,2 1 1 0 0,-1 0-1 0 0,1 0 0 0 0,1 0 1 0 0,0 0-1 0 0,1 0 1 0 0,0 0-1 0 0,1 0 0 0 0,3 19 1 0 0,4 10 18 0 0,18 54 0 0 0,-5-32-124 0 0,-8-27-844 0 0,-2 0-1 0 0,9 53 1 0 0</inkml:trace>
</inkml:ink>
</file>

<file path=ppt/ink/ink1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46.8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9 107 9674 0 0,'-8'1'4464'0'0,"37"-9"-1464"0"0,131-47 941 0 0,-118 44-5615 0 0,82-12 1 0 0,-98 19 613 0 0,-17 2 831 0 0,0 0 0 0 0,-1 1 0 0 0,1 0 0 0 0,0 1 0 0 0,14 1 0 0 0,-21 1 521 0 0,0 1-1 0 0,0 0 1 0 0,0 1 0 0 0,0-1-1 0 0,-1 0 1 0 0,1 0 0 0 0,-1 1-1 0 0,0-1 1 0 0,0 1 0 0 0,0-1-1 0 0,-1 1 1 0 0,1 5 0 0 0,2 5 169 0 0,14 45 599 0 0,11 33 206 0 0,-28-91-1261 0 0,1 1 1 0 0,0 0 0 0 0,-1-1 0 0 0,1 1-1 0 0,0-1 1 0 0,0 1 0 0 0,-1-1 0 0 0,1 1-1 0 0,1-1 1 0 0,-1 1 0 0 0,0-1 0 0 0,0 0-1 0 0,0 0 1 0 0,1 0 0 0 0,-1 0 0 0 0,0 0-1 0 0,1 0 1 0 0,-1 0 0 0 0,1 0 0 0 0,-1 0 0 0 0,1 0-1 0 0,0-1 1 0 0,-1 1 0 0 0,4 0 0 0 0,-2-1-5 0 0,0-1 0 0 0,0 1 1 0 0,-1 0-1 0 0,1-1 1 0 0,0 0-1 0 0,0 0 1 0 0,-1 0-1 0 0,1 0 1 0 0,-1 0-1 0 0,1 0 0 0 0,-1-1 1 0 0,1 1-1 0 0,3-4 1 0 0,6-5-17 0 0,-1-1-1 0 0,0 0 1 0 0,0-1 0 0 0,10-15 0 0 0,-14 18 38 0 0,-5 7-11 0 0,0-1 0 0 0,1 1 0 0 0,-1-1 0 0 0,0 1 0 0 0,0-1 0 0 0,-1 0 0 0 0,1 0 0 0 0,0 0 0 0 0,-1 0-1 0 0,0 0 1 0 0,0 0 0 0 0,0 0 0 0 0,0-1 0 0 0,0 1 0 0 0,-1 0 0 0 0,1-1 0 0 0,-1 1 0 0 0,0 0 0 0 0,-1-7 0 0 0,1 9-9 0 0,0 1-1 0 0,0 0 1 0 0,0 0-1 0 0,0 0 1 0 0,0-1-1 0 0,0 1 0 0 0,0 0 1 0 0,0 0-1 0 0,0-1 1 0 0,0 1-1 0 0,0 0 1 0 0,0 0-1 0 0,0 0 0 0 0,0-1 1 0 0,0 1-1 0 0,0 0 1 0 0,0 0-1 0 0,0-1 1 0 0,0 1-1 0 0,0 0 1 0 0,0 0-1 0 0,0 0 0 0 0,0-1 1 0 0,0 1-1 0 0,0 0 1 0 0,1 0-1 0 0,-1 0 1 0 0,0-1-1 0 0,0 1 0 0 0,0 0 1 0 0,0 0-1 0 0,1 0 1 0 0,-1 0-1 0 0,0 0 1 0 0,0-1-1 0 0,0 1 0 0 0,0 0 1 0 0,1 0-1 0 0,-1 0 1 0 0,0 0-1 0 0,0 0 1 0 0,1 0-1 0 0,-1 0 1 0 0,15 1 167 0 0,12 10 58 0 0,3 18-326 0 0,-24-22-25 0 0,1 0 0 0 0,0-1 0 0 0,14 11 0 0 0,-5-8-551 0 0</inkml:trace>
</inkml:ink>
</file>

<file path=ppt/ink/ink1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47.3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0 131 3681 0 0,'0'-4'9556'0'0,"5"5"-8475"0"0,3 0-644 0 0,0 1 1 0 0,0 0-1 0 0,0 0 1 0 0,0 1-1 0 0,0 0 1 0 0,0 0-1 0 0,-1 1 1 0 0,1 0-1 0 0,-1 0 1 0 0,0 1 0 0 0,8 7-1 0 0,7 8 742 0 0,37 44 1 0 0,-9-10-626 0 0,-48-100 695 0 0,0 16-1158 0 0,1 0-1 0 0,1 1 1 0 0,10-32-1 0 0,-8 40-999 0 0,1 0 0 0 0,15-30 0 0 0,-11 29-6805 0 0</inkml:trace>
</inkml:ink>
</file>

<file path=ppt/ink/ink1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47.5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0 297 2761 0 0,'1'1'20'0'0,"-1"-1"0"0"0,0 0 0 0 0,1 1 0 0 0,-1-1 0 0 0,0 0 0 0 0,1 1 0 0 0,-1-1 0 0 0,0 0 0 0 0,1 0 0 0 0,-1 1 0 0 0,1-1 0 0 0,-1 0 0 0 0,1 0 0 0 0,-1 0 0 0 0,1 0 0 0 0,-1 1 0 0 0,1-1 0 0 0,-1 0 0 0 0,1 0 0 0 0,-1 0 0 0 0,1 0 0 0 0,-1 0 0 0 0,1 0 0 0 0,-1 0 0 0 0,1 0 0 0 0,-1 0 0 0 0,1-1 0 0 0,-1 1 1 0 0,0 0-1 0 0,1 0 0 0 0,-1 0 0 0 0,1-1 0 0 0,20-13 1477 0 0,12-23 1096 0 0,-26 25-1828 0 0,1 0-1 0 0,-2-1 0 0 0,1 0 1 0 0,-2 0-1 0 0,0 0 0 0 0,5-22 1 0 0,11-86 3182 0 0,-20 121-3915 0 0,-1-1-1 0 0,0 1 0 0 0,0 0 1 0 0,0-1-1 0 0,1 1 1 0 0,-1-1-1 0 0,0 1 0 0 0,0-1 1 0 0,0 1-1 0 0,0-1 1 0 0,0 1-1 0 0,0-1 0 0 0,0 1 1 0 0,0-1-1 0 0,0 1 1 0 0,0-1-1 0 0,0 1 0 0 0,0-1 1 0 0,0 1-1 0 0,-1 0 1 0 0,1-1-1 0 0,0 1 0 0 0,0-1 1 0 0,0 1-1 0 0,-1-1 1 0 0,1 1-1 0 0,0 0 0 0 0,0-1 1 0 0,-1 1-1 0 0,1 0 1 0 0,0-1-1 0 0,-1 1 1 0 0,1 0-1 0 0,-1-1 0 0 0,1 1 1 0 0,0 0-1 0 0,-1 0 1 0 0,1-1-1 0 0,-1 1 0 0 0,-18 11 832 0 0,-17 29 30 0 0,32-34-915 0 0,0 1 1 0 0,0 0-1 0 0,1-1 1 0 0,-1 1 0 0 0,1 0-1 0 0,1 1 1 0 0,-1-1-1 0 0,1 0 1 0 0,1 1 0 0 0,-1-1-1 0 0,1 1 1 0 0,0 7-1 0 0,2-10-200 0 0,-1 0-1 0 0,0-1 0 0 0,1 1 1 0 0,0-1-1 0 0,0 0 0 0 0,0 1 0 0 0,1-1 1 0 0,-1 0-1 0 0,1 1 0 0 0,0-1 0 0 0,0 0 1 0 0,1 0-1 0 0,-1-1 0 0 0,1 1 0 0 0,0 0 1 0 0,0-1-1 0 0,0 0 0 0 0,0 1 0 0 0,1-1 1 0 0,-1-1-1 0 0,7 5 0 0 0,8 4-1057 0 0</inkml:trace>
</inkml:ink>
</file>

<file path=ppt/ink/ink1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2:47.8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187 2 7858 0 0,'-18'-1'664'0'0,"1"1"0"0"0,-1 0 0 0 0,0 2 0 0 0,0 0 0 0 0,1 0 1 0 0,-1 2-1 0 0,1 0 0 0 0,-18 7 0 0 0,34-11-604 0 0,1 0-1 0 0,-1 0 1 0 0,1 1 0 0 0,-1-1-1 0 0,1 0 1 0 0,-1 0 0 0 0,1 0 0 0 0,-1 1-1 0 0,1-1 1 0 0,0 0 0 0 0,-1 0-1 0 0,1 1 1 0 0,-1-1 0 0 0,1 0-1 0 0,0 1 1 0 0,-1-1 0 0 0,1 1 0 0 0,0-1-1 0 0,-1 0 1 0 0,1 1 0 0 0,0-1-1 0 0,0 1 1 0 0,-1-1 0 0 0,1 1-1 0 0,0-1 1 0 0,0 1 0 0 0,0-1 0 0 0,0 1-1 0 0,0-1 1 0 0,0 1 0 0 0,0-1-1 0 0,0 1 1 0 0,11 14 1231 0 0,33 10 164 0 0,-38-22-1177 0 0,37 21 598 0 0,-1 2-1 0 0,0 2 1 0 0,37 33-1 0 0,-75-58-835 0 0,-1 1-1 0 0,1-1 0 0 0,-1 0 0 0 0,0 1 1 0 0,0 0-1 0 0,0 0 0 0 0,0 0 0 0 0,-1 0 1 0 0,1 0-1 0 0,-1 0 0 0 0,2 8 0 0 0,-3-10-27 0 0,-1 0-1 0 0,0 0 0 0 0,0 0 1 0 0,1 0-1 0 0,-1 0 1 0 0,-1 1-1 0 0,1-1 0 0 0,0 0 1 0 0,0 0-1 0 0,-1 0 0 0 0,0 0 1 0 0,1 0-1 0 0,-1 0 1 0 0,0 0-1 0 0,0-1 0 0 0,0 1 1 0 0,0 0-1 0 0,0 0 0 0 0,0-1 1 0 0,0 1-1 0 0,-1 0 1 0 0,1-1-1 0 0,0 1 0 0 0,-1-1 1 0 0,0 0-1 0 0,1 1 0 0 0,-1-1 1 0 0,0 0-1 0 0,-2 1 1 0 0,-13 7-1515 0 0,-1-2-6215 0 0</inkml:trace>
</inkml:ink>
</file>

<file path=ppt/ink/ink1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3:10.559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1019 217 10594 0 0,'-3'-2'45'0'0,"-1"0"-1"0"0,1 0 0 0 0,0 1 1 0 0,-1-1-1 0 0,1 1 0 0 0,-1-1 0 0 0,0 1 1 0 0,1 0-1 0 0,-1 1 0 0 0,0-1 1 0 0,1 0-1 0 0,-1 1 0 0 0,0 0 1 0 0,0 0-1 0 0,0 0 0 0 0,1 1 1 0 0,-1-1-1 0 0,0 1 0 0 0,0 0 1 0 0,1 0-1 0 0,-1 0 0 0 0,-5 3 1 0 0,-10 3-182 0 0,2 0 0 0 0,-1 1 0 0 0,-20 14 0 0 0,-18 14 306 0 0,1 3 1 0 0,2 2-1 0 0,1 3 0 0 0,3 2 0 0 0,2 1 0 0 0,2 3 0 0 0,2 2 0 0 0,2 2 1 0 0,3 1-1 0 0,-62 120 0 0 0,57-83 418 0 0,5 2 0 0 0,4 1 1 0 0,-34 151-1 0 0,43-117-458 0 0,5 2-1 0 0,-2 164 1 0 0,16-140 27 0 0,3 396 278 0 0,8-484-379 0 0,3 0 0 0 0,3 0-1 0 0,3-1 1 0 0,2-1 0 0 0,4 0 0 0 0,29 67 0 0 0,-6-38 50 0 0,4-2 1 0 0,4-2-1 0 0,4-2 1 0 0,132 158 0 0 0,-118-175 103 0 0,3-4 1 0 0,124 91 0 0 0,-145-123-94 0 0,2-3 1 0 0,0-1-1 0 0,2-3 0 0 0,112 40 1 0 0,-66-36 22 0 0,2-5 1 0 0,109 14-1 0 0,-149-32-54 0 0,1-3-1 0 0,0-3 0 0 0,0-2 0 0 0,0-4 1 0 0,0-2-1 0 0,0-3 0 0 0,-1-2 1 0 0,0-4-1 0 0,68-23 0 0 0,-96 24 79 0 0,0-2-1 0 0,-1 0 1 0 0,0-3-1 0 0,50-34 0 0 0,-63 36-142 0 0,0 0 0 0 0,-2-1 0 0 0,0-2 0 0 0,-1 1 0 0 0,-1-2-1 0 0,-1-1 1 0 0,22-34 0 0 0,0-15 83 0 0,56-142-1 0 0,5-85 230 0 0,-26 73-215 0 0,-33 106-117 0 0,26-133 0 0 0,-53 182 0 0 0,-3 0 0 0 0,-3-1 0 0 0,-2-104 0 0 0,-73-545 637 0 0,53 598-592 0 0,5 46 34 0 0,-4 0-1 0 0,-4 1 1 0 0,-2 1-1 0 0,-4 0 1 0 0,-3 2-1 0 0,-60-115 1 0 0,66 148-72 0 0,-218-378 114 0 0,198 355-105 0 0,-3 2 0 0 0,-2 1 0 0 0,-2 3 0 0 0,-84-74 0 0 0,100 104-5 0 0,-2 0-1 0 0,0 2 1 0 0,-2 2 0 0 0,0 1-1 0 0,-1 2 1 0 0,-1 1 0 0 0,-1 2-1 0 0,0 2 1 0 0,-1 2 0 0 0,-1 1-1 0 0,1 2 1 0 0,-1 2 0 0 0,0 2-1 0 0,-1 1 1 0 0,1 2 0 0 0,-1 2-1 0 0,1 2 1 0 0,-65 13 0 0 0,89-13-337 0 0,0 2 1 0 0,1 0 0 0 0,0 0-1 0 0,0 2 1 0 0,0 0 0 0 0,1 1 0 0 0,0 0-1 0 0,0 1 1 0 0,-16 15 0 0 0,2 0-1290 0 0</inkml:trace>
</inkml:ink>
</file>

<file path=ppt/ink/ink1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3:19.601"/>
    </inkml:context>
    <inkml:brush xml:id="br0">
      <inkml:brushProperty name="width" value="0.35" units="cm"/>
      <inkml:brushProperty name="height" value="0.35" units="cm"/>
      <inkml:brushProperty name="color" value="#004F8B"/>
    </inkml:brush>
  </inkml:definitions>
  <inkml:trace contextRef="#ctx0" brushRef="#br0">1406 28 2761 0 0,'-2'-3'235'0'0,"-1"1"0"0"0,0-1 0 0 0,0 1 1 0 0,0 0-1 0 0,0 0 0 0 0,0 0 1 0 0,0 1-1 0 0,0-1 0 0 0,-1 0 0 0 0,1 1 1 0 0,-1 0-1 0 0,1 0 0 0 0,-1 0 0 0 0,1 1 1 0 0,-1-1-1 0 0,1 1 0 0 0,-7-1 1 0 0,0 1 82 0 0,0 0 1 0 0,0 0-1 0 0,1 1 1 0 0,-1 0 0 0 0,-15 4-1 0 0,-13 10 662 0 0,1 1-1 0 0,1 1 1 0 0,-52 35-1 0 0,58-34-620 0 0,-32 22-101 0 0,2 2 0 0 0,1 3 0 0 0,3 2-1 0 0,1 3 1 0 0,-64 77 0 0 0,-12 7-289 0 0,81-86 15 0 0,-80 101-1 0 0,92-96 23 0 0,2 2-1 0 0,-44 93 1 0 0,62-108 4 0 0,2 2-1 0 0,2 0 0 0 0,1 1 1 0 0,-11 75-1 0 0,17-44 471 0 0,3 0 1 0 0,7 77-1 0 0,0-23 304 0 0,-3-95-101 0 0,-8 60 1 0 0,5-79-472 0 0,0 0 1 0 0,0 0 0 0 0,-2 0 0 0 0,0-1 0 0 0,0 0-1 0 0,-13 23 1 0 0,13-29-97 0 0,3-5-78 0 0,0 1-1 0 0,0-1 1 0 0,0 1-1 0 0,0 0 1 0 0,1-1-1 0 0,-1 1 1 0 0,1 0-1 0 0,0 0 1 0 0,-2 5-1 0 0</inkml:trace>
</inkml:ink>
</file>

<file path=ppt/ink/ink1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3:20.689"/>
    </inkml:context>
    <inkml:brush xml:id="br0">
      <inkml:brushProperty name="width" value="0.35" units="cm"/>
      <inkml:brushProperty name="height" value="0.35" units="cm"/>
      <inkml:brushProperty name="color" value="#004F8B"/>
    </inkml:brush>
  </inkml:definitions>
  <inkml:trace contextRef="#ctx0" brushRef="#br0">0 4 3225 0 0,'4'-4'10458'0'0,"35"59"-8773"0"0,-19-28-946 0 0,-1 0 0 0 0,-1 2 0 0 0,15 34 0 0 0,-11-12-249 0 0,-4-5-279 0 0,2-2 1 0 0,1-1-1 0 0,3 0 0 0 0,45 63 1 0 0,322 339 303 0 0,-346-402-403 0 0,92 71 0 0 0,61 21 128 0 0,-122-87-130 0 0,1-3 1 0 0,143 60-1 0 0,-184-92-1 0 0,0-1 0 0 0,0-2 0 0 0,1-1 0 0 0,1-2 0 0 0,-1-1 0 0 0,1-2 0 0 0,0-2 0 0 0,0-2 0 0 0,39-4 0 0 0,-15-3-57 0 0,59-15 0 0 0,-45-2-6988 0 0</inkml:trace>
</inkml:ink>
</file>

<file path=ppt/ink/ink1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3:21.734"/>
    </inkml:context>
    <inkml:brush xml:id="br0">
      <inkml:brushProperty name="width" value="0.35" units="cm"/>
      <inkml:brushProperty name="height" value="0.35" units="cm"/>
      <inkml:brushProperty name="color" value="#004F8B"/>
    </inkml:brush>
  </inkml:definitions>
  <inkml:trace contextRef="#ctx0" brushRef="#br0">1 20 4145 0 0,'9'-3'371'0'0,"1"0"0"0"0,0 0 1 0 0,-1 2-1 0 0,1-1 0 0 0,0 1 1 0 0,14 0-1 0 0,2 0 192 0 0,18-3-255 0 0,1 3 0 0 0,0 2-1 0 0,-1 2 1 0 0,1 1 0 0 0,-1 3 0 0 0,0 1 0 0 0,-1 3-1 0 0,0 1 1 0 0,0 2 0 0 0,-2 2 0 0 0,0 2 0 0 0,0 1 0 0 0,-2 3-1 0 0,-1 1 1 0 0,41 32 0 0 0,62 55 713 0 0,-5 6 0 0 0,-5 6 0 0 0,224 274-1 0 0,-333-367-954 0 0,-2 0-1 0 0,-1 2 1 0 0,-1 0-1 0 0,-2 1 1 0 0,14 38-1 0 0,-13-20 55 0 0,-2 1 1 0 0,15 95-1 0 0,11 177 1414 0 0,-35-235-689 0 0,-7 149-1 0 0,-4-190-585 0 0,-2-1 0 0 0,-2 0-1 0 0,-2-1 1 0 0,-32 83 0 0 0,10-52-308 0 0,-80 135 1 0 0,104-196-710 0 0,3-1-233 0 0</inkml:trace>
</inkml:ink>
</file>

<file path=ppt/ink/ink1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3:22.720"/>
    </inkml:context>
    <inkml:brush xml:id="br0">
      <inkml:brushProperty name="width" value="0.35" units="cm"/>
      <inkml:brushProperty name="height" value="0.35" units="cm"/>
      <inkml:brushProperty name="color" value="#004F8B"/>
    </inkml:brush>
  </inkml:definitions>
  <inkml:trace contextRef="#ctx0" brushRef="#br0">1307 4 4145 0 0,'0'-4'8241'0'0,"0"21"-6424"0"0,-1 29-1200 0 0,-6-1 167 0 0,-2 0-1 0 0,-25 76 0 0 0,-46 80 427 0 0,23-66-854 0 0,-79 157 85 0 0,105-237-381 0 0,-38 68 780 0 0,-157 211-1 0 0,48-98-101 0 0,17-20-78 0 0,147-201-613 0 0,0 1 1 0 0,-1-2-1 0 0,0 1 0 0 0,-1-2 0 0 0,-31 20 0 0 0,16-15 41 0 0,-2-1 0 0 0,-47 18 0 0 0,27-12-2078 0 0</inkml:trace>
</inkml:ink>
</file>

<file path=ppt/ink/ink1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3:27.7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2314 493 17508 0 0,'-11'-97'-1594'0'0,"9"65"1313"0"0,-2 1 0 0 0,-1 0-1 0 0,-9-32 1 0 0,10 53 309 0 0,0-1-1 0 0,0 1 1 0 0,-1 0-1 0 0,0 1 1 0 0,0-1-1 0 0,-1 1 0 0 0,-1 0 1 0 0,1 1-1 0 0,-2-1 1 0 0,1 1-1 0 0,-1 1 0 0 0,-16-13 1 0 0,5 7 214 0 0,0 0-1 0 0,-2 1 1 0 0,1 2-1 0 0,-2 0 1 0 0,1 1 0 0 0,-1 1-1 0 0,-29-6 1 0 0,17 7-81 0 0,-1 1 0 0 0,-1 2 0 0 0,1 1 0 0 0,-40 3 0 0 0,-25 9-102 0 0,0 4-1 0 0,-130 34 0 0 0,229-47-57 0 0,-222 59 61 0 0,177-43 165 0 0,0 1 1 0 0,-74 42-1 0 0,68-30-152 0 0,2 2 0 0 0,1 3 0 0 0,2 1 0 0 0,1 3 0 0 0,2 1 0 0 0,1 3 0 0 0,-56 71 0 0 0,42-32 64 0 0,4 2 0 0 0,-62 132 1 0 0,-48 194 98 0 0,141-339-236 0 0,3 1-1 0 0,3 1 1 0 0,3 0-1 0 0,3 1 1 0 0,3 0-1 0 0,4 1 0 0 0,2-1 1 0 0,4 1-1 0 0,4-1 1 0 0,28 137-1 0 0,19-14 175 0 0,9-2 0 0 0,136 292 0 0 0,-174-433-130 0 0,2 0-1 0 0,3-2 0 0 0,62 82 1 0 0,-73-110-47 0 0,1-1 1 0 0,0-2-1 0 0,2 0 1 0 0,0-1-1 0 0,1-1 1 0 0,1-1-1 0 0,1-1 0 0 0,0-1 1 0 0,42 18-1 0 0,-29-20 118 0 0,0-1-1 0 0,1-2 1 0 0,0-1-1 0 0,0-2 1 0 0,1-2-1 0 0,0-2 1 0 0,0-2-1 0 0,0-1 1 0 0,56-7-1 0 0,-22-4 71 0 0,-1-3-1 0 0,-1-3 0 0 0,-1-3 1 0 0,81-35-1 0 0,-91 28-130 0 0,-2-2 0 0 0,0-2 0 0 0,-3-3 0 0 0,0-3 0 0 0,-3-1 0 0 0,-1-3 0 0 0,65-67 0 0 0,4-14 12 0 0,165-213 1 0 0,-249 285-69 0 0,-3-1 1 0 0,-2-2 0 0 0,-3-1 0 0 0,-2-1 0 0 0,-2-2 0 0 0,-3 0 0 0 0,29-118 0 0 0,-35 85 54 0 0,-4-1 1 0 0,-4 0-1 0 0,-4-1 1 0 0,-12-146-1 0 0,-1 157-26 0 0,-3 0-1 0 0,-4 1 1 0 0,-3 1-1 0 0,-4 1 1 0 0,-45-107-1 0 0,53 151-116 0 0,-2 0 1 0 0,-1 1-1 0 0,-1 1 0 0 0,-2 0 1 0 0,-1 2-1 0 0,-2 1 0 0 0,-1 0 1 0 0,0 2-1 0 0,-3 1 0 0 0,0 1 1 0 0,-42-28-1 0 0,16 18-181 0 0,-73-35 1 0 0,101 57-498 0 0,-2 2 1 0 0,1 1 0 0 0,-1 1-1 0 0,-1 2 1 0 0,-31-5 0 0 0,2 7-5817 0 0</inkml:trace>
</inkml:ink>
</file>

<file path=ppt/ink/ink1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3:28.0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 98 10594 0 0,'3'-5'35'0'0,"1"-1"0"0"0,0 1 0 0 0,0 0 0 0 0,0 1 0 0 0,6-6 0 0 0,-6 7-126 0 0,-1 0 0 0 0,1 0-1 0 0,-1-1 1 0 0,0 1 0 0 0,0-1 0 0 0,-1 1 0 0 0,1-1 0 0 0,-1 0 0 0 0,0 0 0 0 0,3-8 0 0 0,-4 11 110 0 0,-1 1 0 0 0,-1-1 0 0 0,1 0 0 0 0,0 1 0 0 0,0-1 0 0 0,0 1 0 0 0,0-1 0 0 0,0 0-1 0 0,0 1 1 0 0,-1-1 0 0 0,1 1 0 0 0,0-1 0 0 0,0 1 0 0 0,-1-1 0 0 0,1 1 0 0 0,0-1 0 0 0,-1 1 0 0 0,1-1 0 0 0,-1 1 0 0 0,1-1 0 0 0,-1 1 0 0 0,1 0 0 0 0,-1-1-1 0 0,1 1 1 0 0,-1 0 0 0 0,1-1 0 0 0,-1 1 0 0 0,1 0 0 0 0,-1 0 0 0 0,1-1 0 0 0,-1 1 0 0 0,0 0 0 0 0,1 0 0 0 0,-1 0 0 0 0,1 0 0 0 0,-1 0 0 0 0,0 0 0 0 0,1 0-1 0 0,-1 0 1 0 0,0 0 0 0 0,-32 1 366 0 0,24 0-483 0 0,-3-2 575 0 0</inkml:trace>
</inkml:ink>
</file>

<file path=ppt/ink/ink1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3:28.7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66 3 6449 0 0,'-3'0'577'0'0,"1"1"-465"0"0,1-1-112 0 0,0 0 0 0 0,-8 2-2977 0 0,2-2 2433 0 0,0 0 40 0 0,-1-2 16 0 0,1 2-1 0 0,1 0 393 0 0,-1-1 96 0 0,3 0 0 0 0,0-1 0 0 0</inkml:trace>
</inkml:ink>
</file>

<file path=ppt/ink/ink1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3:29.51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4614 1264 6913 0 0,'8'6'466'0'0,"-1"0"-1"0"0,0-1 0 0 0,1 0 1 0 0,0-1-1 0 0,11 5 0 0 0,-9-4 204 0 0,0 0-1 0 0,0 1 0 0 0,11 9 1 0 0,-19-14-592 0 0,-1 0 1 0 0,1 0 0 0 0,-1 0 0 0 0,1 1 0 0 0,-1-1 0 0 0,1 0 0 0 0,-1 1-1 0 0,0-1 1 0 0,0 1 0 0 0,1 0 0 0 0,-1-1 0 0 0,0 1 0 0 0,-1 0-1 0 0,1 0 1 0 0,0 0 0 0 0,0-1 0 0 0,-1 1 0 0 0,1 0 0 0 0,-1 0 0 0 0,0 0-1 0 0,1 0 1 0 0,-1 4 0 0 0,-1-4 10 0 0,0 1-1 0 0,0-1 1 0 0,-1 0 0 0 0,1 0-1 0 0,-1 0 1 0 0,1 1-1 0 0,-1-2 1 0 0,1 1 0 0 0,-1 0-1 0 0,0 0 1 0 0,0 0-1 0 0,0-1 1 0 0,0 1 0 0 0,0-1-1 0 0,-1 0 1 0 0,1 1-1 0 0,-3 0 1 0 0,-13 6 37 0 0,1 0 0 0 0,-1-1 1 0 0,0-2-1 0 0,-1 1 0 0 0,-21 2 0 0 0,-99 8 934 0 0,56-8-787 0 0,1-1-266 0 0,1-4 1 0 0,-1-3-1 0 0,0-3 0 0 0,-118-21 1 0 0,-314-100 57 0 0,345 75 174 0 0,39 14 222 0 0,1-6-1 0 0,-133-62 0 0 0,95 21 300 0 0,-253-115-315 0 0,-181-33-475 0 0,427 166 183 0 0,-200-103-1 0 0,280 119-221 0 0,-2 3 0 0 0,-105-31-1 0 0,87 34 254 0 0,-124-65 0 0 0,216 97 36 0 0,3 2-201 0 0,0 1 1 0 0,-1 1 0 0 0,-32-6-1 0 0,51 12-12 0 0,0 0-1 0 0,0 0 1 0 0,0 1-1 0 0,1-1 0 0 0,-1 1 1 0 0,0-1-1 0 0,0 1 1 0 0,0-1-1 0 0,0 1 0 0 0,1-1 1 0 0,-1 1-1 0 0,0 0 1 0 0,1-1-1 0 0,-1 1 1 0 0,0 0-1 0 0,1 0 0 0 0,-1-1 1 0 0,1 1-1 0 0,-1 0 1 0 0,1 0-1 0 0,0 0 1 0 0,-1 0-1 0 0,1 0 0 0 0,0 0 1 0 0,0-1-1 0 0,-1 1 1 0 0,1 0-1 0 0,0 0 0 0 0,0 0 1 0 0,0 0-1 0 0,0 0 1 0 0,0 0-1 0 0,1 2 1 0 0,-2 34-1750 0 0,3-19-4065 0 0</inkml:trace>
</inkml:ink>
</file>

<file path=ppt/ink/ink1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3:30.56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188 84 4145 0 0,'-15'-26'785'0'0,"13"23"-249"0"0,1-1 0 0 0,-1 0-1 0 0,0 1 1 0 0,0-1 0 0 0,-1 1-1 0 0,1 0 1 0 0,-1 0-1 0 0,-5-5 1 0 0,7 8-432 0 0,0-1-1 0 0,-1 1 1 0 0,1-1-1 0 0,0 1 1 0 0,-1-1-1 0 0,1 1 1 0 0,-1 0-1 0 0,1 0 1 0 0,0 0-1 0 0,-1 0 1 0 0,1 0-1 0 0,-1 0 1 0 0,1 0-1 0 0,-1 0 1 0 0,1 1-1 0 0,-1-1 1 0 0,1 1-1 0 0,0-1 1 0 0,-1 1-1 0 0,1-1 1 0 0,0 1-1 0 0,0 0 1 0 0,-1-1-1 0 0,1 1 1 0 0,0 0 0 0 0,0 0-1 0 0,0 0 1 0 0,0 0-1 0 0,0 0 1 0 0,-1 1-1 0 0,-11 11-73 0 0,1 1 1 0 0,0 0-1 0 0,1 0 0 0 0,1 1 0 0 0,0 0 1 0 0,1 1-1 0 0,1 0 0 0 0,1 1 1 0 0,-8 21-1 0 0,15-37 9 0 0,0-1 0 0 0,0 1 0 0 0,0-1 0 0 0,0 1-1 0 0,0-1 1 0 0,0 0 0 0 0,1 1 0 0 0,-1-1 0 0 0,0 1 0 0 0,0-1 0 0 0,0 1 0 0 0,1-1 0 0 0,-1 0 0 0 0,0 1 0 0 0,0-1 0 0 0,1 0 0 0 0,-1 1 0 0 0,0-1-1 0 0,1 0 1 0 0,-1 1 0 0 0,0-1 0 0 0,1 0 0 0 0,-1 0 0 0 0,0 1 0 0 0,1-1 0 0 0,-1 0 0 0 0,1 0 0 0 0,-1 0 0 0 0,0 0 0 0 0,1 1 0 0 0,-1-1 0 0 0,1 0-1 0 0,-1 0 1 0 0,1 0 0 0 0,-1 0 0 0 0,1 0 0 0 0,-1 0 0 0 0,0 0 0 0 0,1 0 0 0 0,32 2 902 0 0,-1 1-725 0 0,-29-2-101 0 0,-1 1 0 0 0,1-1 0 0 0,0 1 0 0 0,0 0 0 0 0,0-1 0 0 0,-1 1 0 0 0,1 1 0 0 0,-1-1 0 0 0,0 0 0 0 0,1 0 0 0 0,-1 1 1 0 0,0-1-1 0 0,0 1 0 0 0,2 5 0 0 0,-2-5 34 0 0,-1 0 0 0 0,1 0 1 0 0,0 0-1 0 0,0-1 0 0 0,1 1 1 0 0,-1-1-1 0 0,0 1 0 0 0,1-1 1 0 0,-1 0-1 0 0,1 0 1 0 0,0 0-1 0 0,0 0 0 0 0,0-1 1 0 0,0 1-1 0 0,4 1 0 0 0,51 8 631 0 0,-48-11-724 0 0,0 2-1 0 0,0 0 1 0 0,0 0-1 0 0,0 0 1 0 0,-1 2 0 0 0,1-1-1 0 0,12 7 1 0 0,-13-5-398 0 0,-1 1 1 0 0,0 0 0 0 0,-1 0 0 0 0,9 8 0 0 0,-28-33-4535 0 0,11 17 4770 0 0,0-1 0 0 0,0 1-1 0 0,-1-1 1 0 0,1 1 0 0 0,-1-1 0 0 0,1 1 0 0 0,-1 0 0 0 0,0 0-1 0 0,0 0 1 0 0,0 0 0 0 0,0 0 0 0 0,-4-3 0 0 0,-31-14-3840 0 0,15 7 3252 0 0,-1-1 0 0 0,-28-21 0 0 0,43 27 1020 0 0,1 0-1 0 0,-1 0 1 0 0,1 0 0 0 0,1-1-1 0 0,0 0 1 0 0,0 0 0 0 0,0-1-1 0 0,1 1 1 0 0,-6-17 0 0 0,6 15-223 0 0,2 4 164 0 0,0 0-1 0 0,1 0 1 0 0,-1 0-1 0 0,1-1 1 0 0,0 1-1 0 0,1-1 1 0 0,-1 0-1 0 0,2 1 1 0 0,-1-1-1 0 0,1-12 1 0 0,0 19-197 0 0,0 0 1 0 0,0-1-1 0 0,0 1 1 0 0,0 0-1 0 0,0 0 1 0 0,0-1-1 0 0,1 1 1 0 0,-1 0-1 0 0,0-1 1 0 0,0 1-1 0 0,0 0 1 0 0,0 0-1 0 0,1-1 0 0 0,-1 1 1 0 0,0 0-1 0 0,0 0 1 0 0,1 0-1 0 0,-1-1 1 0 0,0 1-1 0 0,0 0 1 0 0,1 0-1 0 0,-1 0 1 0 0,0 0-1 0 0,1 0 1 0 0,-1-1-1 0 0,0 1 1 0 0,1 0-1 0 0,-1 0 1 0 0,0 0-1 0 0,1 0 0 0 0,-1 0 1 0 0,0 0-1 0 0,1 0 1 0 0,-1 0-1 0 0,1 0 1 0 0,16 6 734 0 0,12 12-757 0 0,9 15 289 0 0,-1 0 0 0 0,59 71 1 0 0,-38-40-235 0 0,-56-61-109 0 0,20 22 20 0 0,-21-24-18 0 0,0 0-1 0 0,0 0 0 0 0,-1 0 0 0 0,1 0 0 0 0,0 0 0 0 0,0 0 1 0 0,-1 1-1 0 0,1-1 0 0 0,-1 0 0 0 0,1 0 0 0 0,-1 0 0 0 0,0 1 1 0 0,1-1-1 0 0,-1 0 0 0 0,0 0 0 0 0,0 1 0 0 0,0-1 1 0 0,0 0-1 0 0,0 3 0 0 0,-1-4 1 0 0,0 1 0 0 0,0-1 0 0 0,1 1 0 0 0,-1-1 0 0 0,0 0 0 0 0,0 1 0 0 0,0-1 0 0 0,0 0 0 0 0,0 0 0 0 0,0 0 0 0 0,0 0 0 0 0,0 1 0 0 0,0-1 0 0 0,1 0 0 0 0,-1 0 0 0 0,0-1 0 0 0,0 1 0 0 0,0 0 0 0 0,0 0 0 0 0,0 0 0 0 0,0-1 1 0 0,0 1-1 0 0,0 0 0 0 0,1-1 0 0 0,-1 1 0 0 0,0-1 0 0 0,0 1 0 0 0,0-1 0 0 0,-26-14-472 0 0,15 6 388 0 0,2-1 0 0 0,-1 0 0 0 0,1-1 0 0 0,1 0 0 0 0,0 0 0 0 0,0-1 0 0 0,1-1 0 0 0,-10-20 0 0 0,10 19 10 0 0,0 0-1 0 0,0 0 1 0 0,-2 1 0 0 0,0 0 0 0 0,0 1 0 0 0,-1 0 0 0 0,-12-11-1 0 0,14 16 71 0 0,-5-6-84 0 0,14 12 86 0 0,1 0 0 0 0,-1 0 1 0 0,1 0-1 0 0,-1 0 1 0 0,1 1-1 0 0,-1-1 0 0 0,1 0 1 0 0,0 0-1 0 0,-1 1 1 0 0,1-1-1 0 0,0 1 0 0 0,0-1 1 0 0,-1 0-1 0 0,1 1 1 0 0,0-1-1 0 0,0 1 0 0 0,0 0 1 0 0,0-1-1 0 0,0 1 1 0 0,0 0-1 0 0,1-1 0 0 0,26-13 15 0 0,0 2 1 0 0,0 1-1 0 0,1 1 0 0 0,1 1 0 0 0,46-7 0 0 0,-75 16 91 0 0,1 0-1 0 0,0 0 1 0 0,-1 0-1 0 0,1 0 1 0 0,0 0-1 0 0,-1 0 1 0 0,1 1-1 0 0,0-1 1 0 0,-1 1-1 0 0,1-1 1 0 0,-1 1-1 0 0,1 0 1 0 0,-1-1 0 0 0,1 1-1 0 0,-1 0 1 0 0,1 0-1 0 0,-1 0 1 0 0,0 0-1 0 0,1 0 1 0 0,-1 0-1 0 0,0 1 1 0 0,0-1-1 0 0,0 0 1 0 0,0 1-1 0 0,0-1 1 0 0,0 1 0 0 0,-1-1-1 0 0,1 1 1 0 0,0-1-1 0 0,-1 1 1 0 0,1-1-1 0 0,-1 1 1 0 0,1 0-1 0 0,-1 2 1 0 0,2 9-293 0 0,0 0 1 0 0,-1 0-1 0 0,-1 22 0 0 0,0-11-1008 0 0,0-11 643 0 0</inkml:trace>
</inkml:ink>
</file>

<file path=ppt/ink/ink1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3:31.8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340 1 9218 0 0,'-6'0'14'0'0,"0"-1"0"0"0,0 1 0 0 0,0 0 1 0 0,0 1-1 0 0,0 0 0 0 0,0 0 0 0 0,0 0 0 0 0,0 0 0 0 0,1 1 0 0 0,-1 0 1 0 0,0 0-1 0 0,1 1 0 0 0,-11 6 0 0 0,-5 0 208 0 0,4-1 3 0 0,0 0 0 0 0,0 1 1 0 0,1 1-1 0 0,0 1 0 0 0,0 0 0 0 0,-22 21 0 0 0,30-24-45 0 0,0 1 0 0 0,1 0 0 0 0,0 0 0 0 0,1 0 0 0 0,0 1 0 0 0,0 0 1 0 0,1 0-1 0 0,0 1 0 0 0,1-1 0 0 0,0 1 0 0 0,1 0 0 0 0,-3 16 0 0 0,-3 57 127 0 0,3 0 1 0 0,11 151-1 0 0,0-73-133 0 0,20 334-472 0 0,-15-408 205 0 0,5 0-1 0 0,4-2 1 0 0,47 137-1 0 0,33 12-561 0 0,179 313-1 0 0,-208-424 427 0 0,6-3-1 0 0,170 208 1 0 0,-215-296 115 0 0,2-2 1 0 0,0-1-1 0 0,2-1 1 0 0,2-2-1 0 0,0-1 1 0 0,1-3-1 0 0,2 0 0 0 0,0-3 1 0 0,75 27-1 0 0,-62-31 570 0 0,-1-1-1 0 0,2-3 1 0 0,0-2-1 0 0,0-3 1 0 0,1-2-1 0 0,0-2 1 0 0,93-8-1 0 0,-117 1-279 0 0,-1 0 0 0 0,1-3 0 0 0,-1 0 0 0 0,-1-2-1 0 0,1-1 1 0 0,-2-1 0 0 0,1-2 0 0 0,-2 0 0 0 0,1-2-1 0 0,-2-1 1 0 0,0-2 0 0 0,-1 0 0 0 0,-1-1 0 0 0,-1-2 0 0 0,-1 0-1 0 0,0-2 1 0 0,-2 0 0 0 0,-1-1 0 0 0,-1-1 0 0 0,0-1-1 0 0,-2-1 1 0 0,18-40 0 0 0,-11 11-109 0 0,-2 0 1 0 0,-2-1-1 0 0,-3-1 1 0 0,11-72-1 0 0,-17 51 6 0 0,-3-1 0 0 0,-5-136 0 0 0,-13 88 26 0 0,-5 1 0 0 0,-6 0 0 0 0,-70-226 0 0 0,58 251 69 0 0,-4 1-1 0 0,-5 3 0 0 0,-3 1 1 0 0,-104-156-1 0 0,102 185 6 0 0,-3 2 0 0 0,-3 2 0 0 0,-2 3 0 0 0,-3 3 0 0 0,-3 1 1 0 0,-115-80-1 0 0,167 131-174 0 0,-296-186-231 0 0,262 168-235 0 0,-1 2 0 0 0,-1 2 0 0 0,-1 2 0 0 0,-1 2 1 0 0,-55-10-1 0 0,92 23 100 0 0,0 1 1 0 0,0 0 0 0 0,-1 1 0 0 0,1 0-1 0 0,0 0 1 0 0,-1 2 0 0 0,1-1 0 0 0,-1 1 0 0 0,1 1-1 0 0,0 0 1 0 0,0 1 0 0 0,-19 7 0 0 0,0 9-1025 0 0</inkml:trace>
</inkml:ink>
</file>

<file path=ppt/ink/ink1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3:33.07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7827 360 9218 0 0,'2'0'97'0'0,"1"1"1"0"0,-1 0-1 0 0,0-1 1 0 0,0 1-1 0 0,0 0 1 0 0,0 1-1 0 0,1-1 1 0 0,-1 0-1 0 0,-1 1 1 0 0,1-1-1 0 0,0 1 1 0 0,0-1-1 0 0,2 4 1 0 0,21 24-251 0 0,-19-20 83 0 0,0 0 0 0 0,-1 1 0 0 0,0 0-1 0 0,0 0 1 0 0,-1 0 0 0 0,-1 1 0 0 0,0-1-1 0 0,0 1 1 0 0,-1 0 0 0 0,0 0 0 0 0,-1 0-1 0 0,0 0 1 0 0,-1 0 0 0 0,0 0 0 0 0,-2 14-1 0 0,-4 18-233 0 0,-2 0-1 0 0,-19 62 1 0 0,25-97 297 0 0,-34 109 668 0 0,-4-2 1 0 0,-91 180-1 0 0,112-262-666 0 0,-2-1 0 0 0,-1-1 0 0 0,-2 0 0 0 0,0-2 0 0 0,-3-1 0 0 0,0-1-1 0 0,-1-1 1 0 0,-2-2 0 0 0,0 0 0 0 0,-36 19 0 0 0,-6-1 47 0 0,-2-3 1 0 0,-2-4-1 0 0,-123 41 1 0 0,60-34 636 0 0,0-6 0 0 0,-3-6 1 0 0,-229 18-1 0 0,182-39-456 0 0,1-7-1 0 0,-243-29 0 0 0,-186-85-373 0 0,9-50 2226 0 0,540 143-1856 0 0,-403-141 464 0 0,9-28-678 0 0,311 124-2 0 0,-642-328 815 0 0,494 233-784 0 0,-432-227-848 0 0,619 328 289 0 0,-260-120-369 0 0,359 173 626 0 0,-24-11-5 0 0,-1 2 1 0 0,-1 1-1 0 0,0 2 0 0 0,-63-9 1 0 0,48 13-2137 0 0,34 3 2579 0 0,1 1-1 0 0,-1 1 1 0 0,1 1-1 0 0,-1 1 1 0 0,0 0-1 0 0,0 2 1 0 0,-30 6-1 0 0,19 0 238 0 0,-39 11-556 0 0,27-1 3227 0 0,50-16-1971 0 0,3 1-4448 0 0</inkml:trace>
</inkml:ink>
</file>

<file path=ppt/ink/ink1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3:33.4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107 222 3425 0 0,'-14'-13'428'0'0,"6"5"172"0"0,-1 0 0 0 0,1-1 0 0 0,1 0 0 0 0,-1 0 0 0 0,2 0 1 0 0,-1-1-1 0 0,1 0 0 0 0,-9-18 2629 0 0,15 28-3144 0 0,0 0 0 0 0,-1 0 0 0 0,1 0-1 0 0,0 0 1 0 0,0 0 0 0 0,0 0 0 0 0,-1 0 0 0 0,1 0 0 0 0,0 0-1 0 0,-1 0 340 0 0,1 0-339 0 0,-8 11 1188 0 0,0 20-371 0 0,9-26-715 0 0,1 0-1 0 0,-1-1 1 0 0,0 1-1 0 0,1-1 1 0 0,0 1-1 0 0,0-1 1 0 0,1 0-1 0 0,-1 0 1 0 0,1 0-1 0 0,0 0 1 0 0,0 0-1 0 0,0-1 1 0 0,0 1 0 0 0,0-1-1 0 0,1 0 1 0 0,0 0-1 0 0,0 0 1 0 0,0 0-1 0 0,0-1 1 0 0,5 3-1 0 0,-9-11-102 0 0,0 0 0 0 0,0 0 0 0 0,0 0 0 0 0,1 1 1 0 0,0-1-1 0 0,3-9 0 0 0,-3 12-107 0 0,19-125 1192 0 0,-17 103-875 0 0,-3 24-288 0 0,0-1 0 0 0,0 1 1 0 0,0 0-1 0 0,0-1 0 0 0,1 1 1 0 0,-1 0-1 0 0,0 0 0 0 0,1-1 1 0 0,-1 1-1 0 0,1 0 0 0 0,-1 0 1 0 0,1-1-1 0 0,0 1 0 0 0,0 0 1 0 0,0 0-1 0 0,-1 0 1 0 0,3-2-1 0 0,-2 3 0 0 0,0 0 0 0 0,-1-1 1 0 0,1 1-1 0 0,0 0 0 0 0,0 0 1 0 0,-1 0-1 0 0,1 0 0 0 0,0 0 0 0 0,0 0 1 0 0,-1 0-1 0 0,1 0 0 0 0,0 0 1 0 0,0 0-1 0 0,-1 0 0 0 0,1 0 1 0 0,0 0-1 0 0,-1 1 0 0 0,1-1 0 0 0,0 0 1 0 0,-1 0-1 0 0,1 1 0 0 0,1 0 1 0 0,1 1 7 0 0,0 0 1 0 0,0 1 0 0 0,-1-1 0 0 0,1 1-1 0 0,0 0 1 0 0,-1-1 0 0 0,0 1 0 0 0,0 0-1 0 0,0 0 1 0 0,0 1 0 0 0,2 4 0 0 0,20 77-427 0 0,-11-34-1640 0 0,-2-16-4934 0 0</inkml:trace>
</inkml:ink>
</file>

<file path=ppt/ink/ink1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3:34.7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1763 197 9218 0 0,'-9'-14'544'0'0,"-12"-19"-29"0"0,-31-40-1 0 0,46 66-444 0 0,-1-1 0 0 0,1 1 0 0 0,-1 1 1 0 0,-1-1-1 0 0,1 1 0 0 0,-1 0 0 0 0,0 1 0 0 0,0 0 0 0 0,-1 0 0 0 0,-16-6 0 0 0,19 10-36 0 0,-1-1-1 0 0,0 2 0 0 0,0-1 1 0 0,1 1-1 0 0,-1 0 0 0 0,0 1 0 0 0,0 0 1 0 0,0 0-1 0 0,1 0 0 0 0,-1 1 0 0 0,1-1 1 0 0,-1 2-1 0 0,1-1 0 0 0,-7 4 1 0 0,-15 8-615 0 0,-44 30 1 0 0,60-37 336 0 0,-79 57-1253 0 0,-148 131 0 0 0,-58 102 1837 0 0,195-191-69 0 0,-108 120-151 0 0,172-179-225 0 0,1 2-1 0 0,2 1 0 0 0,-29 58 0 0 0,29-34 524 0 0,3 0 1 0 0,-36 126-1 0 0,-13 165 1170 0 0,66-273-1104 0 0,4 1-1 0 0,2 182 1 0 0,12-217-500 0 0,2 0 0 0 0,3 0-1 0 0,3 0 1 0 0,2-2 0 0 0,38 105 0 0 0,-43-141-89 0 0,1 0 0 0 0,1 0 0 0 0,1-1 0 0 0,1-1-1 0 0,1 0 1 0 0,0 0 0 0 0,1-1 0 0 0,1-1 0 0 0,1-1 0 0 0,0 0 0 0 0,35 25 0 0 0,-34-30 397 0 0,0 0 1 0 0,1-1 0 0 0,0-1-1 0 0,0-1 1 0 0,0 0-1 0 0,1-2 1 0 0,1 0 0 0 0,26 3-1 0 0,-19-5 241 0 0,1-1 0 0 0,0-2 0 0 0,0-1-1 0 0,0-1 1 0 0,-1-1 0 0 0,37-9 0 0 0,-26 2-13 0 0,0-2 0 0 0,-2-2 0 0 0,1-1 0 0 0,33-20-1 0 0,-12 1-107 0 0,-2-3 0 0 0,-1-2 0 0 0,-2-3 0 0 0,94-96 0 0 0,-68 50-761 0 0,-3-3 1 0 0,-4-4-1 0 0,-5-3 0 0 0,-4-2 1 0 0,77-168-1 0 0,-85 143 294 0 0,-7-2 1 0 0,-4-2-1 0 0,-7-2 0 0 0,33-212 0 0 0,-60 269 130 0 0,-3 0 0 0 0,-3 0 1 0 0,-4 0-1 0 0,-10-84 0 0 0,5 117 75 0 0,-2 1-1 0 0,-2 0 0 0 0,-1 0 0 0 0,-2 1 0 0 0,-2 1 1 0 0,-2 0-1 0 0,-1 0 0 0 0,-2 2 0 0 0,-26-38 0 0 0,35 60-126 0 0,0 0-1 0 0,-21-20 1 0 0,26 29-256 0 0,0 0 0 0 0,-1 1 0 0 0,0 0 0 0 0,1 0 0 0 0,-1 0 0 0 0,-1 0 0 0 0,1 1 0 0 0,-1 0 0 0 0,-8-2 0 0 0,-11 0-6685 0 0</inkml:trace>
</inkml:ink>
</file>

<file path=ppt/ink/ink1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3:35.7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7917 3640 15203 0 0,'4'2'126'0'0,"-1"0"0"0"0,0 1 1 0 0,0 0-1 0 0,0 0 0 0 0,-1 0 0 0 0,1 0 0 0 0,-1 0 0 0 0,1 0 0 0 0,-1 1 0 0 0,0-1 0 0 0,0 1 0 0 0,0 0 1 0 0,-1 0-1 0 0,3 6 0 0 0,11 57-508 0 0,-12-38 179 0 0,-1-1-1 0 0,-1 1 1 0 0,-1-1-1 0 0,-9 57 1 0 0,-36 110-1235 0 0,25-133 773 0 0,-3 0 1 0 0,-2-2 0 0 0,-3 0 0 0 0,-3-2-1 0 0,-2-2 1 0 0,-3-1 0 0 0,-2-1 0 0 0,-2-2-1 0 0,-3-2 1 0 0,-80 73 0 0 0,46-53 1736 0 0,-2-4 1 0 0,-4-3-1 0 0,-2-4 0 0 0,-3-3 1 0 0,-2-5-1 0 0,-123 51 1 0 0,103-61-1136 0 0,-1-6 0 0 0,-2-4 0 0 0,-2-5 0 0 0,0-6 0 0 0,-1-4 0 0 0,-159 0 0 0 0,135-16 193 0 0,1-7 0 0 0,0-6-1 0 0,1-6 1 0 0,0-6 0 0 0,-135-44-1 0 0,147 27 144 0 0,3-6-1 0 0,2-4 1 0 0,-142-85-1 0 0,-315-245 2724 0 0,63-56-1829 0 0,451 374-1162 0 0,2-4 0 0 0,3-2 1 0 0,3-2-1 0 0,-71-123 0 0 0,-147-338 358 0 0,235 452-108 0 0,-229-434 1156 0 0,135 268-765 0 0,-243-547-252 0 0,57 112-764 0 0,118 310 730 0 0,175 333-460 0 0,-2 1 0 0 0,-1 1 0 0 0,-2 1 0 0 0,-55-50 0 0 0,29 39-260 0 0,-1 2-1 0 0,-78-46 0 0 0,96 68 344 0 0,-1 2-1 0 0,-1 1 1 0 0,-1 2 0 0 0,0 2-1 0 0,-1 2 1 0 0,-1 2-1 0 0,0 2 1 0 0,-1 2-1 0 0,0 2 1 0 0,0 2-1 0 0,0 2 1 0 0,-62 4 0 0 0,77 3-221 0 0,30-4 255 0 0,-1-1-1 0 0,1 0 0 0 0,0 0 0 0 0,0 0 0 0 0,-1 1 1 0 0,1-1-1 0 0,0 0 0 0 0,0 1 0 0 0,0-1 0 0 0,0 1 0 0 0,-1-1 1 0 0,1 1-1 0 0,0 0 0 0 0,0 0 0 0 0,0-1 0 0 0,0 1 1 0 0,0 0-1 0 0,1 0 0 0 0,-1 0 0 0 0,-1 1 0 0 0,7 6-727 0 0</inkml:trace>
</inkml:ink>
</file>

<file path=ppt/ink/ink1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3:36.32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304 37 6161 0 0,'8'-13'395'0'0,"-7"11"-246"0"0,0 0-1 0 0,0 0 1 0 0,0 0 0 0 0,0 0-1 0 0,0 0 1 0 0,0 0 0 0 0,0 0 0 0 0,-1 0-1 0 0,2-4 1 0 0,-24 24 1970 0 0,-229 289 322 0 0,244-298-2066 0 0,1 0 1 0 0,0 0-1 0 0,0 1 1 0 0,1 0-1 0 0,1 0 1 0 0,0 0-1 0 0,-3 12 0 0 0,6-18-291 0 0,0-1 0 0 0,0 1 0 0 0,1-1 0 0 0,0 1 0 0 0,0 0 0 0 0,0-1 0 0 0,0 1 0 0 0,0 0 0 0 0,1-1 0 0 0,-1 1 0 0 0,1-1 0 0 0,0 1 0 0 0,0-1 0 0 0,0 1 0 0 0,1-1 0 0 0,-1 0 0 0 0,1 1 0 0 0,0-1 0 0 0,0 0 0 0 0,0 0 0 0 0,0 0 0 0 0,0-1 0 0 0,1 1 0 0 0,-1 0 0 0 0,5 2 0 0 0,5 4 180 0 0,0-1 0 0 0,1-1-1 0 0,-1 0 1 0 0,2 0-1 0 0,-1-1 1 0 0,23 6 0 0 0,90 18 597 0 0,-82-21-1064 0 0,-34-7 184 0 0,13 2-1979 0 0,1 1 0 0 0,-1 1 1 0 0,-1 1-1 0 0,1 1 1 0 0,-1 1-1 0 0,0 1 1 0 0,25 15-1 0 0,-19-5 1785 0 0</inkml:trace>
</inkml:ink>
</file>

<file path=ppt/ink/ink1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3:37.4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1931 548 11058 0 0,'-56'-84'1721'0'0,"37"54"-1740"0"0,0 0 0 0 0,-27-28 1 0 0,16 25-112 0 0,-1 2 1 0 0,-2 1 0 0 0,0 2 0 0 0,-2 1-1 0 0,-2 1 1 0 0,0 2 0 0 0,-1 2 0 0 0,-1 2-1 0 0,-1 1 1 0 0,-1 2 0 0 0,-1 2 0 0 0,-45-11-1 0 0,48 17 401 0 0,-2 2-1 0 0,1 2 1 0 0,-1 1-1 0 0,0 2 1 0 0,1 2-1 0 0,-1 1 1 0 0,0 3-1 0 0,1 1 1 0 0,-1 2-1 0 0,-72 23 1 0 0,62-14-207 0 0,1 2 1 0 0,1 3 0 0 0,0 1 0 0 0,2 3 0 0 0,1 2 0 0 0,1 1-1 0 0,1 3 1 0 0,2 1 0 0 0,-51 52 0 0 0,69-57-212 0 0,1 0 1 0 0,2 2-1 0 0,1 1 0 0 0,1 0 1 0 0,2 1-1 0 0,-27 67 0 0 0,29-58 411 0 0,3 1 0 0 0,1 0-1 0 0,2 1 1 0 0,1 0-1 0 0,-2 65 1 0 0,10-56 43 0 0,3-1 0 0 0,2 0 0 0 0,2 0 0 0 0,2-1 1 0 0,2 0-1 0 0,2 0 0 0 0,25 57 0 0 0,-3-24-49 0 0,3-1-1 0 0,4-3 1 0 0,64 90-1 0 0,-39-76 35 0 0,5-4-1 0 0,3-3 1 0 0,4-4-1 0 0,3-3 1 0 0,164 119 0 0 0,-199-164-231 0 0,1-2 0 0 0,1-2 1 0 0,2-3-1 0 0,1-1 0 0 0,1-3 1 0 0,59 16-1 0 0,-70-27-7 0 0,0-1-1 0 0,0-3 1 0 0,1-1-1 0 0,0-3 1 0 0,0-1-1 0 0,0-2 1 0 0,0-2-1 0 0,73-12 1 0 0,-22-8 233 0 0,-2-4 0 0 0,-1-3 1 0 0,-1-5-1 0 0,-2-4 1 0 0,144-83-1 0 0,-188 93-215 0 0,-1-3 0 0 0,-1-1 0 0 0,-1-1 0 0 0,-3-3 0 0 0,65-75 0 0 0,-64 63 24 0 0,-3-2 0 0 0,-2-2-1 0 0,-2 0 1 0 0,42-98 0 0 0,-61 116-60 0 0,-1 0 0 0 0,-1 0 0 0 0,-3-1 0 0 0,0-1 0 0 0,-2 1 1 0 0,-2-1-1 0 0,-2 0 0 0 0,-2-53 0 0 0,-2 61-58 0 0,-1 0 0 0 0,-2 0 0 0 0,-1 0 0 0 0,-1 0 1 0 0,-1 1-1 0 0,-1 0 0 0 0,-2 1 0 0 0,0 0 0 0 0,-2 1 0 0 0,-1 0 0 0 0,-21-29 0 0 0,-7 4-444 0 0,-2 1 0 0 0,-2 3 0 0 0,-1 2 0 0 0,-3 1 0 0 0,-2 3-1 0 0,-83-49 1 0 0,90 63-1553 0 0,-2 3-4850 0 0</inkml:trace>
</inkml:ink>
</file>

<file path=ppt/ink/ink1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3:38.78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5232 2354 17972 0 0,'0'0'1878'0'0,"9"16"-3440"0"0,-9-15 1639 0 0,-1 1-51 0 0,0-1-1 0 0,-1 1 0 0 0,1-1 1 0 0,0 0-1 0 0,-1 1 0 0 0,1-1 1 0 0,0 0-1 0 0,-1 0 1 0 0,0 0-1 0 0,-2 2 0 0 0,4-3 0 0 0,-18 12-496 0 0,-1-1-1 0 0,0 0 0 0 0,-39 14 0 0 0,0 1-951 0 0,8-3 1491 0 0,-1-2 0 0 0,-1-2 0 0 0,-1-2 0 0 0,0-3 0 0 0,-1-2 0 0 0,0-2 0 0 0,-1-3 0 0 0,-81 1 0 0 0,73-9-387 0 0,-1-3 0 0 0,1-3 0 0 0,0-2 0 0 0,1-3 0 0 0,0-3 0 0 0,1-3 0 0 0,-64-27 0 0 0,-100-55-280 0 0,-48-20 459 0 0,-148-54 935 0 0,352 141-915 0 0,1-4 0 0 0,2-3 0 0 0,1-3 0 0 0,3-2 0 0 0,-86-81 0 0 0,-127-119 766 0 0,-93-86 383 0 0,287 252-514 0 0,4-4-1 0 0,-72-99 1 0 0,8 8 212 0 0,111 142-509 0 0,-2 2 1 0 0,-1 1-1 0 0,-40-27 0 0 0,-179-98 818 0 0,193 124-1363 0 0,-1 2-1 0 0,-92-28 1 0 0,130 50 215 0 0,0 1 0 0 0,0 2 0 0 0,-1 0 1 0 0,1 1-1 0 0,-39 1 0 0 0,-110 22-54 0 0,165-20 152 0 0,-9 0 12 0 0,0 0 1 0 0,1-1-1 0 0,-1 0 0 0 0,-19-4 0 0 0,21 2 138 0 0,0 1 0 0 0,1 0 0 0 0,-1 0-1 0 0,0 2 1 0 0,0 0 0 0 0,-17 3-1 0 0,-108 24-1459 0 0,114-10 2763 0 0,13-8-1977 0 0,54-111-14922 0 0,-15 42 16172 0 0,-23 44 610 0 0,-1 0 1 0 0,0 0-1 0 0,-1 0 0 0 0,-1-1 0 0 0,0 1 0 0 0,-1-19 1 0 0,0 33-1255 0 0,-1 0 0 0 0,0-1 0 0 0,0 1 0 0 0,0 0 1 0 0,0-1-1 0 0,0 1 0 0 0,0 0 0 0 0,-1-1 1 0 0,1 1-1 0 0,0 0 0 0 0,-1-1 0 0 0,1 1 0 0 0,-1 0 1 0 0,1 0-1 0 0,-1-1 0 0 0,0 1 0 0 0,1 0 1 0 0,-1 0-1 0 0,0 0 0 0 0,0 0 0 0 0,0 0 0 0 0,0 0 1 0 0,0 0-1 0 0,0 0 0 0 0,0 0 0 0 0,0 0 1 0 0,0 1-1 0 0,0-1 0 0 0,0 0 0 0 0,-1 1 0 0 0,1-1 1 0 0,0 1-1 0 0,0 0 0 0 0,-2-1 0 0 0,1 1 29 0 0,0 0 0 0 0,0 0 0 0 0,1 1 0 0 0,-1-1 0 0 0,0 1-1 0 0,0-1 1 0 0,0 1 0 0 0,1-1 0 0 0,-1 1 0 0 0,0 0 0 0 0,1 0 0 0 0,-1 0-1 0 0,1 0 1 0 0,-1 0 0 0 0,1 0 0 0 0,0 0 0 0 0,-1 1 0 0 0,1-1-1 0 0,0 1 1 0 0,0-1 0 0 0,0 0 0 0 0,0 1 0 0 0,0 0 0 0 0,-2 2 0 0 0,-5 18 268 0 0,1-1 1 0 0,0 1 0 0 0,2 0 0 0 0,0 1-1 0 0,-1 22 1 0 0,-4 17-320 0 0,7-49-26 0 0,1-1-1 0 0,0 0 1 0 0,1 0-1 0 0,0 1 1 0 0,1-1 0 0 0,0 1-1 0 0,4 16 1 0 0,-3-25 50 0 0,0 0 0 0 0,0 0 0 0 0,1 0-1 0 0,-1 0 1 0 0,1 0 0 0 0,0 0 0 0 0,0-1 0 0 0,0 1 0 0 0,1-1 0 0 0,-1 1 0 0 0,1-1 0 0 0,0 0 0 0 0,0 0-1 0 0,0 0 1 0 0,0 0 0 0 0,1-1 0 0 0,-1 1 0 0 0,1-1 0 0 0,0 0 0 0 0,-1 0 0 0 0,1 0 0 0 0,0-1 0 0 0,0 1 0 0 0,8 1-1 0 0,3 0 202 0 0,-1-1-1 0 0,1 0 0 0 0,0-1 0 0 0,0 0 0 0 0,23-2 1 0 0,74-16-2357 0 0,-76 11-2024 0 0,-16 3-2838 0 0</inkml:trace>
</inkml:ink>
</file>

<file path=ppt/ink/ink1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4:18.605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403 211 3881 0 0,'47'-84'396'0'0,"-47"84"-297"0"0,0 0-1 0 0,0-1 1 0 0,1 1 0 0 0,-1 0 0 0 0,0 0-1 0 0,0-1 1 0 0,0 1 0 0 0,0 0 0 0 0,1-1-1 0 0,-1 1 1 0 0,0 0 0 0 0,0-1 0 0 0,0 1-1 0 0,0 0 1 0 0,0-1 0 0 0,0 1 0 0 0,0-1-1 0 0,0 1 1 0 0,0 0 0 0 0,0-1 0 0 0,0 1-1 0 0,0 0 1 0 0,0-1 0 0 0,-1 1 0 0 0,1 0-1 0 0,0-1 1 0 0,0 1 0 0 0,0 0 0 0 0,0 0-1 0 0,0-1 1 0 0,-1 1 0 0 0,1 0 0 0 0,0-1-1 0 0,0 1 1 0 0,-1 0 0 0 0,1 0 0 0 0,0-1-1 0 0,0 1 1 0 0,-1 0 0 0 0,-18-5 2228 0 0,-22 8-1061 0 0,25 2-1061 0 0,1 1 0 0 0,-1 0 0 0 0,1 1 0 0 0,0 0 0 0 0,1 1 0 0 0,0 1 0 0 0,-15 12 0 0 0,-87 81 661 0 0,77-65-397 0 0,34-33-391 0 0,2-2-45 0 0,0 1 0 0 0,0 0 0 0 0,0 0 1 0 0,0-1-1 0 0,0 2 0 0 0,1-1 0 0 0,-1 0 0 0 0,1 1 1 0 0,0-1-1 0 0,-3 6 0 0 0,8-10-40 0 0,-1 0-1 0 0,1 0 1 0 0,0 0-1 0 0,-1 0 1 0 0,0 0-1 0 0,1-1 1 0 0,-1 1 0 0 0,2-3-1 0 0,31-26-117 0 0,61-70 0 0 0,-3 2-33 0 0,37-24 1366 0 0,-218 191 742 0 0,-120 162-1879 0 0,153-166-56 0 0,36-45 30 0 0,14-15-35 0 0,0-1 0 0 0,1 1 1 0 0,-1 0-1 0 0,1 0 0 0 0,0 1 1 0 0,-6 10-1 0 0,14-17-12 0 0,-1 1 0 0 0,0-1 0 0 0,0 0 0 0 0,0 0 1 0 0,0 0-1 0 0,0 0 0 0 0,0 0 0 0 0,-1-1 0 0 0,5-2 0 0 0,31-21-99 0 0,-2-3-1 0 0,55-52 1 0 0,-18 14 16 0 0,197-141 85 0 0,-381 331 904 0 0,-233 216-216 0 0,331-328-699 0 0,-21 21 35 0 0,26-24-59 0 0,16-13-78 0 0,187-156-2488 0 0,-140 113 2455 0 0,168-163 252 0 0,-585 582 2222 0 0,187-183-2328 0 0,174-188-5 0 0,0-1 0 0 0,1 0 0 0 0,-1 1 1 0 0,1-1-1 0 0,-1 0 0 0 0,1 1 0 0 0,0-1 0 0 0,-1 1 0 0 0,1-1 1 0 0,-1 1-1 0 0,1-1 0 0 0,0 1 0 0 0,-1-1 0 0 0,1 1 0 0 0,0-1 1 0 0,-1 1-1 0 0,1-1 0 0 0,0 1 0 0 0,0 0 0 0 0,0-1 0 0 0,0 1 0 0 0,-1-1 1 0 0,1 1-1 0 0,0 0 0 0 0,0-1 0 0 0,0 1 0 0 0,0-1 0 0 0,1 2 0 0 0,16-10-318 0 0,24-21-285 0 0,82-72-62 0 0,69-51-389 0 0,-84 60 1052 0 0,-49 39 17 0 0,-44 44 84 0 0,-15 18 325 0 0,-16 22 306 0 0,-10 9-170 0 0,-1 0 1 0 0,-42 46 0 0 0,-73 64-389 0 0,89-96-92 0 0,53-54-75 0 0,-18 17 18 0 0,1 1-1 0 0,1 1 0 0 0,1 0 0 0 0,-23 39 0 0 0,38-58-16 0 0,0-1 0 0 0,0 1 0 0 0,0 0-1 0 0,0 0 1 0 0,0 0 0 0 0,0 0 0 0 0,0 0 0 0 0,0 0 0 0 0,0 0 0 0 0,0 0 0 0 0,1 0 0 0 0,-1 0 0 0 0,0 0 0 0 0,0 0 0 0 0,0 0-1 0 0,0 0 1 0 0,0 0 0 0 0,0 0 0 0 0,0 0 0 0 0,0 0 0 0 0,0 0 0 0 0,0 1 0 0 0,1-1 0 0 0,-1 0 0 0 0,0 0 0 0 0,0 0 0 0 0,0 0-1 0 0,0 0 1 0 0,0 0 0 0 0,0 0 0 0 0,0 0 0 0 0,0 0 0 0 0,0 0 0 0 0,0 0 0 0 0,0 0 0 0 0,0 0 0 0 0,0 0 0 0 0,0 1 0 0 0,0-1 0 0 0,0 0-1 0 0,0 0 1 0 0,1 0 0 0 0,-1 0 0 0 0,0 0 0 0 0,0 0 0 0 0,0 0 0 0 0,0 0 0 0 0,0 0 0 0 0,0 0 0 0 0,0 1 0 0 0,0-1 0 0 0,-1 0-1 0 0,1 0 1 0 0,0 0 0 0 0,0 0 0 0 0,0 0 0 0 0,0 0 0 0 0,0 0 0 0 0,0 0 0 0 0,0 0 0 0 0,0 0 0 0 0,0 1 0 0 0,0-1 0 0 0,0 0-1 0 0,0 0 1 0 0,0 0 0 0 0,11-6-86 0 0,13-10-239 0 0,25-24-81 0 0,312-277-507 0 0,-345 301 1002 0 0,1 0 0 0 0,26-18 0 0 0,-59 47 433 0 0,1 1 0 0 0,0 0 0 0 0,1 1 0 0 0,-19 27 0 0 0,1-2-355 0 0,-97 95-63 0 0,76-83-65 0 0,-68 88 0 0 0,111-121-77 0 0,23-25-55 0 0,25-24-124 0 0,102-114-92 0 0,-85 83 147 0 0,69-58-1 0 0,-114 113 179 0 0,-7 7 29 0 0,-12 20 95 0 0,-21 29 111 0 0,-124 141 61 0 0,101-131-189 0 0,-70 105-1 0 0,114-145-109 0 0,11-10-8 0 0,0-9-8 0 0,-1-1 1 0 0,1 1 0 0 0,0-1-1 0 0,0 0 1 0 0,-1 0 0 0 0,1 0 0 0 0,0 0-1 0 0,0 0 1 0 0,-1 0 0 0 0,1 0-1 0 0,0 0 1 0 0,-1-1 0 0 0,1 1 0 0 0,0-1-1 0 0,-1 1 1 0 0,1-1 0 0 0,3-2-1 0 0,24-10-129 0 0,0-1-1 0 0,-1-1 1 0 0,-1-2-1 0 0,0-1 0 0 0,27-24 1 0 0,-2-4-71 0 0,61-69 0 0 0,-96 97 205 0 0,-8 9 61 0 0,0 0 0 0 0,-1-1-1 0 0,0 0 1 0 0,0 0 0 0 0,-1-1 0 0 0,-1 0 0 0 0,6-12-1 0 0,-37 47 2123 0 0,-2 12-2168 0 0,1 1 0 0 0,2 1-1 0 0,1 2 1 0 0,3 0 0 0 0,-31 82 0 0 0,51-121-24 0 0,-1 0 1 0 0,1 0-1 0 0,-1 0 1 0 0,1 0 0 0 0,0 0-1 0 0,0 0 1 0 0,0 0-1 0 0,-1 0 1 0 0,1 0-1 0 0,0 0 1 0 0,0 0-1 0 0,0 0 1 0 0,0 0-1 0 0,0 0 1 0 0,1 0 0 0 0,-1 0-1 0 0,0 0 1 0 0,0 0-1 0 0,1 0 1 0 0,-1 0-1 0 0,1 0 1 0 0,-1 0-1 0 0,1 0 1 0 0,-1 0-1 0 0,1-1 1 0 0,-1 1-1 0 0,2 1 1 0 0,-1-1-16 0 0,1-1-1 0 0,-1 1 1 0 0,1-1 0 0 0,-1 1-1 0 0,1-1 1 0 0,-1 1 0 0 0,1-1-1 0 0,-1 0 1 0 0,1 0 0 0 0,0 1-1 0 0,-1-1 1 0 0,1-1 0 0 0,-1 1-1 0 0,1 0 1 0 0,2-1 0 0 0,2 0-48 0 0,1-1 1 0 0,0 1 0 0 0,-1-2 0 0 0,1 1-1 0 0,-1-1 1 0 0,0 0 0 0 0,7-4 0 0 0,23-25 16 0 0,41-49 0 0 0,-93 107 236 0 0,0-2 1 0 0,-2 0 0 0 0,-22 22 0 0 0,-21 29-2445 0 0,48-55-4893 0 0</inkml:trace>
</inkml:ink>
</file>

<file path=ppt/ink/ink1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4:19.939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218 210 2304 0 0,'9'-25'1172'0'0,"22"-46"0"0"0,-21 51 22 0 0,-1 0 0 0 0,0-1 1 0 0,6-27-1 0 0,-15 48-1163 0 0,0-1 0 0 0,0 1 0 0 0,0 0 0 0 0,1 0 0 0 0,-1 0 0 0 0,0 0 1 0 0,0 0-1 0 0,0 0 0 0 0,0 0 0 0 0,0-1 0 0 0,0 1 0 0 0,0 0 0 0 0,0 0 0 0 0,0 0 1 0 0,0 0-1 0 0,0 0 0 0 0,0 0 0 0 0,0-1 0 0 0,0 1 0 0 0,0 0 0 0 0,0 0 0 0 0,0 0 1 0 0,0 0-1 0 0,0 0 0 0 0,0 0 0 0 0,-1 0 0 0 0,1-1 0 0 0,0 1 0 0 0,0 0 0 0 0,0 0 1 0 0,0 0-1 0 0,0 0 0 0 0,0 0 0 0 0,0 0 0 0 0,0 0 0 0 0,0 0 0 0 0,0 0 0 0 0,-1 0 1 0 0,1-1-1 0 0,0 1 0 0 0,0 0 0 0 0,0 0 0 0 0,0 0 0 0 0,0 0 0 0 0,0 0 0 0 0,0 0 1 0 0,-1 0-1 0 0,1 0 0 0 0,0 0 0 0 0,0 0 0 0 0,0 0 0 0 0,0 0 0 0 0,0 0 0 0 0,0 0 1 0 0,-1 0-1 0 0,-9 5 906 0 0,-9 10 81 0 0,-9 18-207 0 0,0 0 1 0 0,-34 59-1 0 0,-38 82-255 0 0,79-135-454 0 0,14-27-85 0 0,3-6-10 0 0,1-1 1 0 0,0 1-1 0 0,0 0 1 0 0,1 0-1 0 0,0 0 1 0 0,0 0-1 0 0,-1 7 0 0 0,3-13-7 0 0,0 0-1 0 0,-1 0 0 0 0,1 0 0 0 0,0 0 0 0 0,0 1 1 0 0,0-1-1 0 0,0 0 0 0 0,0 0 0 0 0,0 0 0 0 0,0 0 1 0 0,0 0-1 0 0,0 1 0 0 0,0-1 0 0 0,0 0 0 0 0,1 0 0 0 0,-1 0 1 0 0,0 0-1 0 0,0 0 0 0 0,0 0 0 0 0,0 0 0 0 0,0 1 1 0 0,0-1-1 0 0,0 0 0 0 0,0 0 0 0 0,0 0 0 0 0,0 0 1 0 0,0 0-1 0 0,0 0 0 0 0,1 0 0 0 0,-1 0 0 0 0,0 1 1 0 0,0-1-1 0 0,0 0 0 0 0,0 0 0 0 0,0 0 0 0 0,0 0 0 0 0,0 0 1 0 0,1 0-1 0 0,-1 0 0 0 0,0 0 0 0 0,0 0 0 0 0,0 0 1 0 0,0 0-1 0 0,0 0 0 0 0,0 0 0 0 0,1 0 0 0 0,-1 0 1 0 0,0 0-1 0 0,0 0 0 0 0,0 0 0 0 0,0 0 0 0 0,0 0 0 0 0,0 0 1 0 0,1 0-1 0 0,-1 0 0 0 0,0-1 0 0 0,12-5-111 0 0,8-11-146 0 0,27-32 128 0 0,-3-2 0 0 0,38-56-1 0 0,-39 48 136 0 0,73-77 0 0 0,-233 270 3177 0 0,-43 87-2670 0 0,125-170-105 0 0,32-47-383 0 0,1-2-11 0 0,0 1 0 0 0,0-1 0 0 0,0 0 0 0 0,0 1 0 0 0,1-1 0 0 0,-1 1 0 0 0,1 0 0 0 0,0-1 0 0 0,0 1 0 0 0,0 0 0 0 0,0 0 0 0 0,-1 4 0 0 0,5-7-68 0 0,-1-1 1 0 0,1 0-1 0 0,-1-1 0 0 0,0 1 0 0 0,1 0 1 0 0,-1-1-1 0 0,0 1 0 0 0,0-1 0 0 0,0 0 0 0 0,0 1 1 0 0,3-5-1 0 0,-4 5 7 0 0,139-154-1225 0 0,-98 105 756 0 0,2 1 0 0 0,51-43 0 0 0,-116 114 821 0 0,1 1-1 0 0,-27 39 1 0 0,-61 94 1023 0 0,72-103-1151 0 0,-12 14-59 0 0,20-30 174 0 0,-42 76 0 0 0,69-112-278 0 0,1 0 0 0 0,-1 0 0 0 0,1 0-1 0 0,-1 0 1 0 0,1 0 0 0 0,-1 0 0 0 0,1 0-1 0 0,0 0 1 0 0,0 0 0 0 0,-1 0 0 0 0,1 0 0 0 0,0 0-1 0 0,0 0 1 0 0,0 0 0 0 0,0 0 0 0 0,0 0-1 0 0,0 2 1 0 0,1-3-11 0 0,-1 0 0 0 0,0 1 0 0 0,1-1 0 0 0,-1 0 0 0 0,1 0 0 0 0,-1 0 1 0 0,0 1-1 0 0,1-1 0 0 0,-1 0 0 0 0,1 0 0 0 0,-1 0 0 0 0,0 0 0 0 0,1 0 0 0 0,-1 0 0 0 0,1 0 0 0 0,-1 0 0 0 0,1 0 0 0 0,-1 0 0 0 0,0 0 0 0 0,1 0 0 0 0,-1 0 0 0 0,1 0 0 0 0,-1 0 0 0 0,0 0 0 0 0,1-1 0 0 0,-1 1 0 0 0,1 0 0 0 0,34-21-380 0 0,120-127-1299 0 0,7-4 1109 0 0,-109 108 557 0 0,91-81 264 0 0,-160 143 319 0 0,0 1 0 0 0,-17 29 0 0 0,-10 12 172 0 0,-48 45-579 0 0,-22 26-128 0 0,94-106 84 0 0,1 1 1 0 0,1 0 0 0 0,-18 41 0 0 0,34-66-112 0 0,0 0 0 0 0,1 0 0 0 0,-1 0 0 0 0,1 0 0 0 0,-1 0 0 0 0,1 0 0 0 0,-1 1 0 0 0,1-1 0 0 0,-1 0 0 0 0,1 0 0 0 0,0 0 0 0 0,0 1 0 0 0,0-1 0 0 0,0 0 1 0 0,0 0-1 0 0,0 1 0 0 0,0-1 0 0 0,0 0 0 0 0,1 3 0 0 0,0-4-16 0 0,-1 0-1 0 0,1 0 1 0 0,0 0 0 0 0,0 0 0 0 0,-1 0 0 0 0,1 0 0 0 0,0 0 0 0 0,0 0 0 0 0,0 0 0 0 0,-1 0 0 0 0,1 0-1 0 0,0 0 1 0 0,0-1 0 0 0,-1 1 0 0 0,1 0 0 0 0,0-1 0 0 0,-1 1 0 0 0,1 0 0 0 0,0-1 0 0 0,-1 1-1 0 0,2-2 1 0 0,42-33-722 0 0,-44 35 726 0 0,30-27-383 0 0,151-142-998 0 0,-131 118 1152 0 0,63-83-1 0 0,-93 99 523 0 0,-19 29 502 0 0,-12 24 78 0 0,-59 87 96 0 0,-127 148 0 0 0,189-245-953 0 0,5-4 42 0 0,-1 0 0 0 0,1 0-1 0 0,0 0 1 0 0,0 0 0 0 0,0 1 0 0 0,0-1-1 0 0,1 1 1 0 0,-4 9 0 0 0,6-14-53 0 0,0 1 0 0 0,0-1 0 0 0,1 0 0 0 0,-1 0 0 0 0,0 0 0 0 0,0 1 0 0 0,0-1 0 0 0,1 0 0 0 0,-1 0 1 0 0,0 0-1 0 0,0 0 0 0 0,1 0 0 0 0,-1 1 0 0 0,0-1 0 0 0,1 0 0 0 0,-1 0 0 0 0,0 0 0 0 0,0 0 0 0 0,1 0 0 0 0,-1 0 1 0 0,0 0-1 0 0,1 0 0 0 0,-1 0 0 0 0,0 0 0 0 0,1 0 0 0 0,-1 0 0 0 0,0 0 0 0 0,0 0 0 0 0,1-1 0 0 0,-1 1 0 0 0,0 0 1 0 0,0 0-1 0 0,1 0 0 0 0,-1 0 0 0 0,0 0 0 0 0,0-1 0 0 0,1 1 0 0 0,-1 0 0 0 0,0 0 0 0 0,1-1 0 0 0,13-6 31 0 0,25-17-292 0 0,-1-2 1 0 0,52-46 0 0 0,60-71-512 0 0,-112 101 575 0 0,-168 191-3844 0 0,87-102 1869 0 0,17-18-3056 0 0</inkml:trace>
</inkml:ink>
</file>

<file path=ppt/ink/ink1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4:21.306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391 112 1840 0 0,'-3'-1'1462'0'0,"-8"4"-426"0"0,-11 8 519 0 0,-8 12 3 0 0,1 1 0 0 0,1 1 0 0 0,-33 38 1 0 0,-67 94 760 0 0,57-66-1225 0 0,63-81-581 0 0,19-21-525 0 0,19-25-453 0 0,64-86-1053 0 0,170-174 0 0 0,-249 281 1360 0 0,10-8 1516 0 0,-25 23-1313 0 0,-15 17 1045 0 0,-131 136 1484 0 0,-36 40-2541 0 0,261-261-1117 0 0,220-213-2974 0 0,-292 274 3874 0 0,-5 4 170 0 0,0 1 1 0 0,0 0-1 0 0,0 0 1 0 0,0 0-1 0 0,0 0 0 0 0,0 0 1 0 0,1 1-1 0 0,-1-1 0 0 0,4-1 1 0 0,-22 33 1235 0 0,-225 328 2893 0 0,226-339-3888 0 0,0 1 0 0 0,1 0 1 0 0,1 0-1 0 0,1 2 0 0 0,1-1 0 0 0,-13 40 1 0 0,23-61-233 0 0,1 0 1 0 0,0 0 0 0 0,0 1 0 0 0,0-1-1 0 0,-1 0 1 0 0,1 1 0 0 0,0-1-1 0 0,0 0 1 0 0,0 1 0 0 0,0-1 0 0 0,0 0-1 0 0,0 1 1 0 0,-1-1 0 0 0,1 0 0 0 0,0 1-1 0 0,0-1 1 0 0,0 0 0 0 0,0 1-1 0 0,0-1 1 0 0,0 0 0 0 0,0 1 0 0 0,1-1-1 0 0,-1 0 1 0 0,0 1 0 0 0,0-1-1 0 0,0 0 1 0 0,0 1 0 0 0,0-1 0 0 0,0 0-1 0 0,1 0 1 0 0,-1 1 0 0 0,0-1 0 0 0,0 0-1 0 0,0 1 1 0 0,1-1 0 0 0,-1 0-1 0 0,0 0 1 0 0,0 0 0 0 0,1 1 0 0 0,-1-1-1 0 0,0 0 1 0 0,1 0 0 0 0,-1 0-1 0 0,0 0 1 0 0,1 1 0 0 0,17-11-482 0 0,16-22-598 0 0,69-74-164 0 0,-43 46 1659 0 0,96-125 0 0 0,-152 180-347 0 0,-3 2-31 0 0,1 1 0 0 0,-1-1 1 0 0,1 1-1 0 0,0-1 0 0 0,0 1 0 0 0,0 0 1 0 0,0-1-1 0 0,0 1 0 0 0,0 0 1 0 0,0 1-1 0 0,1-1 0 0 0,-1 0 0 0 0,5-2 1 0 0,-13 23 451 0 0,-11 21 18 0 0,-2-1-1 0 0,-48 71 1 0 0,-64 64 76 0 0,-29 46 185 0 0,153-202-542 0 0,7-18-218 0 0,0 1-1 0 0,1-1 1 0 0,-1 0-1 0 0,0 0 1 0 0,1 0-1 0 0,-1 0 1 0 0,0 0 0 0 0,1 0-1 0 0,-1 1 1 0 0,0-1-1 0 0,1 0 1 0 0,-1 0-1 0 0,0 0 1 0 0,1 0 0 0 0,-1 0-1 0 0,1 0 1 0 0,-1 0-1 0 0,0-1 1 0 0,1 1-1 0 0,-1 0 1 0 0,0 0-1 0 0,1 0 1 0 0,-1 0 0 0 0,0 0-1 0 0,1-1 1 0 0,-1 1-1 0 0,0 0 1 0 0,1 0-1 0 0,-1-1 1 0 0,33-20-335 0 0,22-30-764 0 0,-2-2 0 0 0,75-99 0 0 0,-79 91 1109 0 0,-4-2 0 0 0,69-122-1 0 0,-110 175 180 0 0,-6 8-26 0 0,-12 12 108 0 0,-16 21 181 0 0,-320 467 1581 0 0,338-480-1962 0 0,5-8-4 0 0,-1 1 0 0 0,2 0 1 0 0,-1 1-1 0 0,2 0 0 0 0,-1 0 1 0 0,2 0-1 0 0,-4 13 0 0 0,8-25-67 0 0,-1 1 1 0 0,1-1-1 0 0,0 1 0 0 0,0-1 0 0 0,0 1 1 0 0,0-1-1 0 0,-1 1 0 0 0,1-1 0 0 0,0 1 1 0 0,0-1-1 0 0,0 1 0 0 0,0-1 0 0 0,0 1 1 0 0,0-1-1 0 0,1 1 0 0 0,-1-1 0 0 0,0 0 1 0 0,0 1-1 0 0,0-1 0 0 0,0 1 0 0 0,0-1 1 0 0,1 1-1 0 0,-1-1 0 0 0,0 1 0 0 0,0-1 1 0 0,1 0-1 0 0,-1 1 0 0 0,0-1 0 0 0,1 0 1 0 0,-1 1-1 0 0,0-1 0 0 0,1 0 0 0 0,-1 1 0 0 0,1-1 1 0 0,-1 0-1 0 0,1 0 0 0 0,-1 1 0 0 0,1-1 1 0 0,1 0-3 0 0,0 0 1 0 0,0 0 0 0 0,0 0-1 0 0,-1-1 1 0 0,1 1 0 0 0,0-1-1 0 0,0 1 1 0 0,-1-1 0 0 0,1 0-1 0 0,3-1 1 0 0,37-27-234 0 0,-5-3 68 0 0,-2-2 0 0 0,41-51 1 0 0,52-84-653 0 0,41-47 203 0 0,-164 212 652 0 0,-4 6 66 0 0,-8 14 232 0 0,-13 23 308 0 0,-183 273 1051 0 0,145-227-1523 0 0,47-66-106 0 0,11-19-92 0 0,0 0 0 0 0,-1 0 0 0 0,1 1 0 0 0,0-1 0 0 0,0 0 0 0 0,-1 0 0 0 0,1 0 0 0 0,0 1 0 0 0,0-1 0 0 0,0 0-1 0 0,-1 1 1 0 0,1-1 0 0 0,0 0 0 0 0,0 0 0 0 0,0 1 0 0 0,0-1 0 0 0,0 0 0 0 0,0 1 0 0 0,0-1 0 0 0,0 0 0 0 0,-1 1-1 0 0,1-1 1 0 0,0 0 0 0 0,0 0 0 0 0,0 1 0 0 0,1-1 0 0 0,-1 0 0 0 0,0 1 0 0 0,0-1 0 0 0,0 0 0 0 0,0 1 0 0 0,0-1-1 0 0,0 0 1 0 0,0 1 0 0 0,0-1 0 0 0,1 0 0 0 0,-1 0 0 0 0,0 1 0 0 0,0-1 0 0 0,0 0 0 0 0,1 0 0 0 0,-1 1 0 0 0,0-1-1 0 0,0 0 1 0 0,1 0 0 0 0,-1 0 0 0 0,0 1 0 0 0,0-1 0 0 0,1 0 0 0 0,-1 0 0 0 0,0 0 0 0 0,1 0 0 0 0,-1 0 0 0 0,1 0-1 0 0,6-2-1167 0 0</inkml:trace>
</inkml:ink>
</file>

<file path=ppt/ink/ink1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4:22.421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241 71 4145 0 0,'2'-16'644'0'0,"-2"13"-333"0"0,1 0 0 0 0,-1 0 0 0 0,1 0 0 0 0,-1 0-1 0 0,0 0 1 0 0,0 0 0 0 0,-1 0 0 0 0,1 0 0 0 0,-1 0-1 0 0,1 0 1 0 0,-1 0 0 0 0,0 0 0 0 0,0 0 0 0 0,0 0-1 0 0,-2-4 1 0 0,2 7-215 0 0,0 0 0 0 0,1-1 0 0 0,-1 1 0 0 0,0 0-1 0 0,0 0 1 0 0,1-1 0 0 0,-1 1 0 0 0,0 0 0 0 0,0 0 0 0 0,1 0 0 0 0,-1 0 0 0 0,0 0-1 0 0,0 0 1 0 0,1 0 0 0 0,-1 0 0 0 0,0 0 0 0 0,0 1 0 0 0,1-1 0 0 0,-1 0 0 0 0,0 0-1 0 0,1 1 1 0 0,-1-1 0 0 0,0 0 0 0 0,1 1 0 0 0,-1-1 0 0 0,0 1 0 0 0,1-1 0 0 0,-1 1-1 0 0,1-1 1 0 0,-1 1 0 0 0,1-1 0 0 0,-1 1 0 0 0,1 0 0 0 0,-1 0 0 0 0,-19 23 1125 0 0,19-22-1093 0 0,-21 35 367 0 0,1 1 1 0 0,2 1-1 0 0,2 0 0 0 0,-14 51 0 0 0,8-25-246 0 0,15-46-203 0 0,-3 10 37 0 0,1 0-1 0 0,1 0 1 0 0,-9 57 0 0 0,18-86-80 0 0,-1 1 0 0 0,1 0 1 0 0,0 0-1 0 0,0 0 0 0 0,0-1 0 0 0,0 1 0 0 0,0 0 0 0 0,0 0 0 0 0,0 0 1 0 0,0-1-1 0 0,0 1 0 0 0,0 0 0 0 0,0 0 0 0 0,0-1 0 0 0,0 1 0 0 0,1 0 1 0 0,-1 0-1 0 0,0-1 0 0 0,1 1 0 0 0,-1 0 0 0 0,0 0 0 0 0,1-1 0 0 0,-1 1 1 0 0,1 0-1 0 0,-1-1 0 0 0,1 1 0 0 0,0-1 0 0 0,-1 1 0 0 0,1 0 1 0 0,1-1-11 0 0,-1 0 1 0 0,0 0 0 0 0,0 0 0 0 0,0-1-1 0 0,1 1 1 0 0,-1 0 0 0 0,0-1 0 0 0,0 1-1 0 0,0 0 1 0 0,0-1 0 0 0,0 1 0 0 0,0-1-1 0 0,0 0 1 0 0,0 1 0 0 0,0-1 0 0 0,2-1-1 0 0,34-36-548 0 0,114-188-514 0 0,-57 78 791 0 0,-69 108 642 0 0,-21 34 394 0 0,-18 26 129 0 0,-11 22-369 0 0,2 1 0 0 0,-19 49 0 0 0,-28 94-359 0 0,69-185-151 0 0,-1 6 9 0 0,0-4-5 0 0,1 1 0 0 0,0-1-1 0 0,-1 1 1 0 0,1-1 0 0 0,1 1 0 0 0,-1 0 0 0 0,0 0 0 0 0,1-1-1 0 0,0 1 1 0 0,0 5 0 0 0,0-9-12 0 0,0 0 0 0 0,0 0-1 0 0,0 0 1 0 0,0 0 0 0 0,0 1-1 0 0,1-1 1 0 0,-1 0 0 0 0,0 0 0 0 0,0 0-1 0 0,0 0 1 0 0,0 0 0 0 0,0 1-1 0 0,0-1 1 0 0,1 0 0 0 0,-1 0-1 0 0,0 0 1 0 0,0 0 0 0 0,0 0 0 0 0,0 0-1 0 0,1 0 1 0 0,-1 0 0 0 0,0 0-1 0 0,0 1 1 0 0,0-1 0 0 0,0 0-1 0 0,1 0 1 0 0,-1 0 0 0 0,0 0 0 0 0,0 0-1 0 0,0 0 1 0 0,1 0 0 0 0,-1 0-1 0 0,0 0 1 0 0,0 0 0 0 0,0 0-1 0 0,0-1 1 0 0,1 1 0 0 0,-1 0 0 0 0,0 0-1 0 0,0 0 1 0 0,0 0 0 0 0,1 0-1 0 0,9-8-33 0 0,8-11-82 0 0,-18 19 110 0 0,47-65-940 0 0,76-136 0 0 0,-60 90 176 0 0,-54 98 700 0 0,-6 9 53 0 0,0 0 0 0 0,0 0-1 0 0,-1 0 1 0 0,1 0 0 0 0,-1-1-1 0 0,0 1 1 0 0,0-1 0 0 0,1-7 0 0 0,-3 12 25 0 0,0 0 0 0 0,0 0 1 0 0,-1 0-1 0 0,1 0 0 0 0,0 0 1 0 0,-1 0-1 0 0,1 0 0 0 0,0 0 1 0 0,-1 0-1 0 0,1 0 0 0 0,0 0 1 0 0,0 0-1 0 0,-1 0 0 0 0,1 0 1 0 0,0 0-1 0 0,-1 1 0 0 0,1-1 1 0 0,0 0-1 0 0,0 0 0 0 0,-1 0 1 0 0,1 0-1 0 0,0 1 0 0 0,0-1 1 0 0,0 0-1 0 0,-1 0 0 0 0,1 1 1 0 0,0-1-1 0 0,0 0 0 0 0,0 0 1 0 0,-1 1-1 0 0,1-1 0 0 0,0 0 1 0 0,0 0-1 0 0,0 1 0 0 0,0-1 1 0 0,0 1-1 0 0,-11 13 450 0 0,-21 43-10 0 0,2 2-1 0 0,2 1 1 0 0,4 2-1 0 0,2 0 0 0 0,-20 90 1 0 0,41-148-423 0 0,0 1-1 0 0,1 0 1 0 0,-1-1 0 0 0,1 1-1 0 0,0 0 1 0 0,0-1-1 0 0,1 8 1 0 0,-1-11-20 0 0,0-1 0 0 0,0 1 0 0 0,1-1 0 0 0,-1 0 0 0 0,0 1 1 0 0,0-1-1 0 0,0 1 0 0 0,1-1 0 0 0,-1 1 0 0 0,0-1 0 0 0,1 1 0 0 0,-1-1 0 0 0,0 0 0 0 0,1 1 0 0 0,-1-1 0 0 0,0 0 0 0 0,1 1 0 0 0,-1-1 0 0 0,1 0 0 0 0,-1 0 1 0 0,1 1-1 0 0,-1-1 0 0 0,1 0 0 0 0,-1 0 0 0 0,0 0 0 0 0,1 0 0 0 0,0 1 0 0 0,1-1-4 0 0,-1-1 0 0 0,1 1 0 0 0,0 0 0 0 0,-1-1 0 0 0,1 1 0 0 0,-1-1-1 0 0,1 1 1 0 0,-1-1 0 0 0,1 0 0 0 0,-1 0 0 0 0,1 0 0 0 0,-1 1 0 0 0,2-3 0 0 0,11-7-144 0 0,-1-2 0 0 0,0 0 0 0 0,-1 0 0 0 0,0-1 0 0 0,19-28 0 0 0,42-80-1223 0 0,-60 97 1041 0 0,1-1 79 0 0,-4 8 64 0 0,0 0 0 0 0,11-31 0 0 0,-30 57 2536 0 0,-5 10-1538 0 0,-14 39-242 0 0,2 1 1 0 0,3 1-1 0 0,-17 71 0 0 0,38-123-566 0 0,1 0 0 0 0,-1 0 0 0 0,1 1 0 0 0,1 13 0 0 0,0-21-6 0 0,0 0-1 0 0,0 0 0 0 0,0 0 0 0 0,0 0 0 0 0,0 0 0 0 0,1 0 0 0 0,-1 0 0 0 0,0 0 0 0 0,1 0 0 0 0,-1 0 0 0 0,0 0 0 0 0,1 0 0 0 0,0 0 0 0 0,-1 0 0 0 0,1 0 0 0 0,-1-1 0 0 0,1 1 0 0 0,1 1 1 0 0,-1-1-3 0 0,0-1 1 0 0,1 0 0 0 0,-1 0-1 0 0,0 1 1 0 0,0-1 0 0 0,0 0-1 0 0,0 0 1 0 0,0 0 0 0 0,0 0-1 0 0,0-1 1 0 0,0 1 0 0 0,1 0 0 0 0,-1 0-1 0 0,0-1 1 0 0,0 1 0 0 0,0 0-1 0 0,0-1 1 0 0,0 1 0 0 0,0-1-1 0 0,0 0 1 0 0,0 1 0 0 0,-1-1-1 0 0,2 0 1 0 0,5-5-109 0 0,0 0-1 0 0,-1 0 1 0 0,0-1 0 0 0,0 0-1 0 0,-1 0 1 0 0,0 0-1 0 0,0-1 1 0 0,4-8 0 0 0,-3 5-295 0 0,8-14-510 0 0</inkml:trace>
</inkml:ink>
</file>

<file path=ppt/ink/ink1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4:23.339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121 234 456 0 0,'-13'3'393'0'0,"-1"0"-1"0"0,1-2 0 0 0,-17 2 1 0 0,6-2 492 0 0,23-1-700 0 0,-1 0 0 0 0,1 0 0 0 0,-1 1 0 0 0,0-1 0 0 0,1 0-1 0 0,-1 1 1 0 0,1-1 0 0 0,-1 1 0 0 0,1-1 0 0 0,-1 1 0 0 0,1 0 0 0 0,-1-1-1 0 0,1 1 1 0 0,-1 0 0 0 0,1 0 0 0 0,-1 1 0 0 0,3 7 2759 0 0,15 1-1604 0 0,-13-9-1188 0 0,0 0 0 0 0,0 0 0 0 0,0-1 0 0 0,1 1-1 0 0,-1-1 1 0 0,0 0 0 0 0,1 0 0 0 0,-1 0 0 0 0,0 0 0 0 0,0-1-1 0 0,1 0 1 0 0,4-1 0 0 0,44-17 869 0 0,-27 9-627 0 0,107-31 863 0 0,-63 21-776 0 0,0-4 0 0 0,86-41 1 0 0,-46 0 1508 0 0,-64 35-3831 0 0</inkml:trace>
</inkml:ink>
</file>

<file path=ppt/ink/ink1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4:24.750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0 1594 2761 0 0,'1'1'-12'0'0,"-1"0"0"0"0,1 0 1 0 0,-1 0-1 0 0,1-1 1 0 0,0 1-1 0 0,0 0 1 0 0,-1 0-1 0 0,1-1 0 0 0,0 1 1 0 0,0-1-1 0 0,0 1 1 0 0,-1-1-1 0 0,1 1 0 0 0,0-1 1 0 0,0 1-1 0 0,0-1 1 0 0,0 0-1 0 0,0 0 1 0 0,0 1-1 0 0,0-1 0 0 0,0 0 1 0 0,0 0-1 0 0,0 0 1 0 0,0 0-1 0 0,0 0 0 0 0,0 0 1 0 0,2-1-1 0 0,30 0 689 0 0,14-8 751 0 0,-2-2 0 0 0,1-2 0 0 0,-2-2 0 0 0,0-2 0 0 0,67-37 0 0 0,-91 44-1150 0 0,-1-2 1 0 0,-1 0-1 0 0,0-2 0 0 0,-1 0 0 0 0,0 0 0 0 0,-1-2 1 0 0,-1 0-1 0 0,0-1 0 0 0,-1 0 0 0 0,-1-1 1 0 0,-1-1-1 0 0,0 0 0 0 0,-1 0 0 0 0,-2-1 0 0 0,0-1 1 0 0,-1 1-1 0 0,-1-1 0 0 0,0-1 0 0 0,-2 1 1 0 0,3-26-1 0 0,-2-19-12 0 0,-2-1-1 0 0,-4 1 1 0 0,-14-122 0 0 0,13 183-265 0 0,0-143-1 0 0,1 36 0 0 0,1 90-13 0 0,0-1 1 0 0,1 1-1 0 0,8-31 1 0 0,1-16-10 0 0,-10 45-672 0 0,-1 20 468 0 0,0 1 0 0 0,0-1 0 0 0,1 0 0 0 0,-1 0 0 0 0,1 1 0 0 0,0-1 0 0 0,0 1-1 0 0,0-1 1 0 0,0 0 0 0 0,1 1 0 0 0,-1 0 0 0 0,4-7 0 0 0,-1 5 236 0 0,0-1-1 0 0,-1 0 1 0 0,1 0-1 0 0,-1 0 1 0 0,-1 0-1 0 0,1 0 1 0 0,-1-1 0 0 0,-1 1-1 0 0,1-1 1 0 0,-1 1-1 0 0,0-1 1 0 0,0-12-1 0 0,-1 18 21 0 0,0 1 0 0 0,-1 0 0 0 0,1 0 0 0 0,-1-1 0 0 0,1 1 0 0 0,0 0 0 0 0,-1 0 0 0 0,1-1 0 0 0,-1 1 0 0 0,1 0 0 0 0,0 0 0 0 0,-1 0 0 0 0,1 0 0 0 0,-1 0 0 0 0,1 0 0 0 0,-1 0 0 0 0,1 0 0 0 0,-1 0 0 0 0,1 0 0 0 0,0 0 0 0 0,-1 0 0 0 0,1 0 0 0 0,-1 0 0 0 0,1 0 0 0 0,-1 0 0 0 0,1 0 0 0 0,-1 0 0 0 0,1 1 0 0 0,0-1 0 0 0,-1 0 0 0 0,1 0 0 0 0,0 1 0 0 0,-1-1 0 0 0,1 0-1 0 0,-1 0 1 0 0,1 1 0 0 0,0-1 0 0 0,0 0 0 0 0,-1 1 0 0 0,-24 14 761 0 0,20-12-755 0 0,-15 10 440 0 0,-27 23 0 0 0,15-11-393 0 0,49-40 79 0 0,23-29 1 0 0,-10 11-153 0 0,-18 20 131 0 0,-6 5-1 0 0,0 1 0 0 0,1 0 0 0 0,0 0 0 0 0,0 0 0 0 0,1 1-1 0 0,-1 0 1 0 0,1 1 0 0 0,1 0 0 0 0,-1 0 0 0 0,13-5 0 0 0,-21 11-103 0 0,1-1 1 0 0,-1 0-1 0 0,1 1 1 0 0,0-1-1 0 0,-1 1 0 0 0,1-1 1 0 0,-1 1-1 0 0,1 0 1 0 0,-1-1-1 0 0,0 1 0 0 0,1-1 1 0 0,-1 1-1 0 0,1 0 0 0 0,-1 0 1 0 0,0-1-1 0 0,0 1 1 0 0,1 0-1 0 0,-1-1 0 0 0,0 1 1 0 0,0 0-1 0 0,0 0 1 0 0,0-1-1 0 0,0 1 0 0 0,0 0 1 0 0,0 1-1 0 0,2 28-23 0 0,-1-25 44 0 0,7 58-1937 0 0,-2-35-5038 0 0</inkml:trace>
</inkml:ink>
</file>

<file path=ppt/ink/ink1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4:25.984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0 2641 3393 0 0,'1'0'264'0'0,"4"0"184"0"0,1-1 1 0 0,-1 0-1 0 0,1 0 1 0 0,-1-1-1 0 0,0 1 0 0 0,1-1 1 0 0,-1-1-1 0 0,0 1 1 0 0,0-1-1 0 0,-1 1 1 0 0,1-1-1 0 0,0-1 1 0 0,7-6-1 0 0,6-7 340 0 0,28-34 1 0 0,-32 35-433 0 0,15-20-113 0 0,-1-1-1 0 0,-2-2 1 0 0,-2-1 0 0 0,30-67 0 0 0,58-179 824 0 0,-109 277-1036 0 0,20-64 442 0 0,-3-1 0 0 0,15-105 0 0 0,1-156-40 0 0,-33 298-403 0 0,8-172 350 0 0,2-18 63 0 0,-8 175-172 0 0,3 1 0 0 0,20-69-1 0 0,-18 88-279 0 0,2 2-1 0 0,1-1 1 0 0,1 2 0 0 0,18-29-1 0 0,83-101-52 0 0,-111 154 74 0 0,0 0 1 0 0,-1 0-1 0 0,0-1 1 0 0,0 1-1 0 0,0-1 1 0 0,-1 1-1 0 0,1-1 1 0 0,-1 0-1 0 0,-1 0 1 0 0,1 0-1 0 0,0-8 0 0 0,-1-1 13 0 0,-1 0 0 0 0,0 0 0 0 0,-5-22 0 0 0,5 11-419 0 0,1 23 367 0 0,-1 1-1 0 0,0 0 1 0 0,0 0 0 0 0,0-1-1 0 0,0 1 1 0 0,0 0 0 0 0,0 0-1 0 0,-1-1 1 0 0,1 1 0 0 0,-1 0-1 0 0,0-3 1 0 0,0 5 15 0 0,0-1 0 0 0,0 0-1 0 0,0 1 1 0 0,0-1 0 0 0,0 1-1 0 0,0-1 1 0 0,0 1 0 0 0,0-1 0 0 0,-1 1-1 0 0,1 0 1 0 0,0 0 0 0 0,0-1 0 0 0,0 1-1 0 0,0 0 1 0 0,0 0 0 0 0,-1 0 0 0 0,1 0-1 0 0,0 0 1 0 0,0 1 0 0 0,0-1-1 0 0,0 0 1 0 0,0 0 0 0 0,-1 1 0 0 0,1-1-1 0 0,0 1 1 0 0,0-1 0 0 0,-2 2 0 0 0,-10 3-97 0 0,0 1 0 0 0,1 1 0 0 0,-20 13 0 0 0,22-13 29 0 0,0-1 1 0 0,-1 0 0 0 0,0 0-1 0 0,0-1 1 0 0,-16 5-1 0 0,51-43 1065 0 0,-17 25-920 0 0,5-6-3 0 0,0 1 0 0 0,1 0 0 0 0,0 1 0 0 0,1 1 1 0 0,1 0-1 0 0,16-9 0 0 0,-31 20-58 0 0,1 0 0 0 0,-1 0 0 0 0,1 0 0 0 0,-1 0 0 0 0,1 0 0 0 0,0 0 0 0 0,-1 0 0 0 0,1 0 0 0 0,-1 0 0 0 0,1 1 0 0 0,-1-1 0 0 0,1 0 0 0 0,-1 0 0 0 0,1 1 0 0 0,-1-1 0 0 0,1 0 0 0 0,-1 0 0 0 0,1 1 0 0 0,-1-1 0 0 0,1 1 0 0 0,-1-1 0 0 0,0 1 0 0 0,1-1 0 0 0,-1 0 0 0 0,0 1 0 0 0,1-1 0 0 0,-1 1 0 0 0,0-1 0 0 0,0 1 0 0 0,0-1 0 0 0,1 1 1 0 0,-1 0-1 0 0,0-1 0 0 0,0 1 0 0 0,0-1 0 0 0,0 1 0 0 0,0-1 0 0 0,0 2 0 0 0,7 30-948 0 0,-6-25-80 0 0,2 8-4595 0 0</inkml:trace>
</inkml:ink>
</file>

<file path=ppt/ink/ink1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4:27.517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2 3672 6913 0 0,'0'0'18'0'0,"0"0"0"0"0,0 1-1 0 0,-1-1 1 0 0,1 0 0 0 0,0 0-1 0 0,0 1 1 0 0,0-1 0 0 0,0 0-1 0 0,0 1 1 0 0,0-1 0 0 0,0 0-1 0 0,0 1 1 0 0,0-1 0 0 0,0 0-1 0 0,0 1 1 0 0,0-1 0 0 0,0 0-1 0 0,0 1 1 0 0,0-1-1 0 0,0 0 1 0 0,0 1 0 0 0,0-1-1 0 0,0 0 1 0 0,0 1 0 0 0,0-1-1 0 0,1 0 1 0 0,-1 1 0 0 0,0-1-1 0 0,0 0 1 0 0,0 0 0 0 0,1 1-1 0 0,-1-1 1 0 0,0 0 0 0 0,0 0-1 0 0,1 1 1 0 0,-1-1 0 0 0,0 0-1 0 0,0 0 1 0 0,1 0-1 0 0,-1 0 1 0 0,0 1 0 0 0,1-1-1 0 0,-1 0 1 0 0,0 0 0 0 0,1 0-1 0 0,-1 0 1 0 0,0 0 0 0 0,1 0-1 0 0,18-9 1220 0 0,-9 3-297 0 0,110-55 605 0 0,128-76-322 0 0,-196 103-1061 0 0,-3-3 1 0 0,-1-2-1 0 0,-2-2 0 0 0,-1-1 1 0 0,-3-3-1 0 0,-1-1 1 0 0,-3-3-1 0 0,-1 0 1 0 0,56-106-1 0 0,-82 130-165 0 0,-1 0 1 0 0,-1 0-1 0 0,-1-1 0 0 0,-2 1 0 0 0,0-2 1 0 0,1-27-1 0 0,2-164-30 0 0,-5 55 21 0 0,12-68 636 0 0,18-286 1679 0 0,-2 29-213 0 0,-23 138-989 0 0,-8 154-1296 0 0,1 160 225 0 0,0 0 1 0 0,3 0-1 0 0,12-53 1 0 0,-11 69-200 0 0,1 0 1 0 0,0 1-1 0 0,1-1 1 0 0,1 1 0 0 0,1 1-1 0 0,1 0 1 0 0,18-24-1 0 0,-28 42 160 0 0,-1 0 0 0 0,1-1 1 0 0,-1 1-1 0 0,0 0 0 0 0,1-1 0 0 0,-1 1 0 0 0,0-1 0 0 0,1 1 1 0 0,-1 0-1 0 0,0-1 0 0 0,1 1 0 0 0,-1-1 0 0 0,0 1 1 0 0,0-1-1 0 0,1 1 0 0 0,-1-1 0 0 0,0 1 0 0 0,0-1 0 0 0,0 1 1 0 0,0-1-1 0 0,0 1 0 0 0,0-1 0 0 0,0 0 0 0 0,0 1 1 0 0,0-1-1 0 0,0 1 0 0 0,0-1 0 0 0,0 1 0 0 0,0-1 0 0 0,0 1 1 0 0,0-1-1 0 0,-1 1 0 0 0,1-1 0 0 0,-18-1-31 0 0,-23 15-112 0 0,-20 20 652 0 0,75-64-436 0 0,36-38 38 0 0,-36 51-60 0 0,0-1 0 0 0,-2 1 0 0 0,0-2 0 0 0,11-23 0 0 0,-24 47-23 0 0,1 1 0 0 0,-1-1 0 0 0,1 1 0 0 0,0-1 0 0 0,0 1-1 0 0,0-1 1 0 0,1 1 0 0 0,0-1 0 0 0,0 0 0 0 0,0 1 0 0 0,0-1 0 0 0,1 0 0 0 0,3 8 0 0 0,-1-4-20 0 0,0 1 1 0 0,0-2 0 0 0,1 1 0 0 0,0 0-1 0 0,0-1 1 0 0,1 0 0 0 0,6 7 0 0 0,-4-8-567 0 0</inkml:trace>
</inkml:ink>
</file>

<file path=ppt/ink/ink1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4:30.631"/>
    </inkml:context>
    <inkml:brush xml:id="br0">
      <inkml:brushProperty name="width" value="0.1" units="cm"/>
      <inkml:brushProperty name="height" value="0.1" units="cm"/>
      <inkml:brushProperty name="color" value="#849398"/>
    </inkml:brush>
  </inkml:definitions>
  <inkml:trace contextRef="#ctx0" brushRef="#br0">575 36 3225 0 0,'2'-2'202'0'0,"-1"0"0"0"0,1 0 0 0 0,0-1 1 0 0,-1 1-1 0 0,1 0 0 0 0,-1-1 0 0 0,1 1 0 0 0,-1-1 1 0 0,1-4-1 0 0,-2 7-137 0 0,0 0 0 0 0,1 0 0 0 0,-1-1-1 0 0,0 1 1 0 0,0 0 0 0 0,0 0 0 0 0,0 0 0 0 0,0-1 0 0 0,0 1-1 0 0,0 0 1 0 0,0-1 0 0 0,0 1 0 0 0,0 0 0 0 0,0 0 0 0 0,-1 0 0 0 0,1-1-1 0 0,0 1 1 0 0,0 0 0 0 0,0 0 0 0 0,0-1 0 0 0,0 1 0 0 0,0 0 0 0 0,0 0-1 0 0,-1 0 1 0 0,1-1 0 0 0,0 1 0 0 0,0 0 0 0 0,0 0 0 0 0,-1 0 0 0 0,1 0-1 0 0,0-1 1 0 0,0 1 0 0 0,0 0 0 0 0,-1 0 0 0 0,1 0 0 0 0,-18 4 1204 0 0,1 5-868 0 0,0 1-1 0 0,1 1 1 0 0,0 0-1 0 0,-26 25 1 0 0,-54 64 122 0 0,57-57-219 0 0,-119 132 558 0 0,208-226-403 0 0,3 2 0 0 0,1 3 0 0 0,110-71 0 0 0,-107 89-459 0 0,-79 40 188 0 0,1 1 0 0 0,0 1 0 0 0,2 1 0 0 0,-26 24 0 0 0,-69 79 925 0 0,94-97-1093 0 0,-38 37-309 0 0,31-32 241 0 0,-38 47 0 0 0,64-72 49 0 0,1-1 0 0 0,-1 1 0 0 0,1-1 0 0 0,-1 1 0 0 0,1-1-1 0 0,-1 0 1 0 0,1 1 0 0 0,0 0 0 0 0,-1-1 0 0 0,1 1 0 0 0,0-1-1 0 0,0 1 1 0 0,-1-1 0 0 0,1 1 0 0 0,0 0 0 0 0,0-1 0 0 0,0 1 0 0 0,0-1-1 0 0,0 1 1 0 0,0 0 0 0 0,0-1 0 0 0,0 1 0 0 0,0-1 0 0 0,0 1-1 0 0,0 0 1 0 0,0 0 0 0 0,14 0-75 0 0,21-13-485 0 0,-5-8 148 0 0,-1 0 1 0 0,50-46 0 0 0,47-59-943 0 0,-101 98 1291 0 0,0 3 62 0 0,-15 16 0 0 0,-1-1 0 0 0,0-1 0 0 0,0 1 0 0 0,7-13 0 0 0,-21 23 174 0 0,0 0 1 0 0,0 0-1 0 0,1 0 1 0 0,-1 1-1 0 0,0 0 1 0 0,1 0 0 0 0,-6 4-1 0 0,-66 50 575 0 0,-124 121-1 0 0,132-114-641 0 0,50-47-107 0 0,11-10 0 0 0,0-1 0 0 0,0 2 0 0 0,0-1 0 0 0,1 1 0 0 0,0 0 0 0 0,1 0 0 0 0,-6 9 0 0 0,11-16 0 0 0,0 0-1 0 0,0 0 1 0 0,0 0-1 0 0,0 0 1 0 0,0 0-1 0 0,-1 1 1 0 0,1-1-1 0 0,0 0 1 0 0,0 0-1 0 0,0 0 1 0 0,0 0 0 0 0,0 0-1 0 0,0 1 1 0 0,0-1-1 0 0,0 0 1 0 0,0 0-1 0 0,0 0 1 0 0,0 0-1 0 0,0 1 1 0 0,0-1-1 0 0,0 0 1 0 0,0 0-1 0 0,0 0 1 0 0,0 0-1 0 0,0 0 1 0 0,0 1-1 0 0,0-1 1 0 0,1 0-1 0 0,-1 0 1 0 0,0 0-1 0 0,0 0 1 0 0,0 0-1 0 0,0 1 1 0 0,0-1-1 0 0,0 0 1 0 0,0 0-1 0 0,0 0 1 0 0,1 0-1 0 0,-1 0 1 0 0,0 0-1 0 0,0 0 1 0 0,0 0-1 0 0,0 0 1 0 0,0 1-1 0 0,1-1 1 0 0,-1 0-1 0 0,0 0 1 0 0,0 0-1 0 0,12-2-99 0 0,12-7-72 0 0,37-29 86 0 0,-1-3 0 0 0,88-78 0 0 0,6-4 96 0 0,-142 114-10 0 0,-4 2 0 0 0,1 1 0 0 0,0 0 0 0 0,17-8 0 0 0,-43 23 278 0 0,1 1 0 0 0,0 1-1 0 0,0 0 1 0 0,1 1-1 0 0,-13 14 1 0 0,5-6-39 0 0,-232 225 15 0 0,62-57-207 0 0,188-184-35 0 0,3-2-9 0 0,0-1-1 0 0,0 1 1 0 0,0-1 0 0 0,0 1 0 0 0,0 0 0 0 0,1-1-1 0 0,-1 1 1 0 0,1 0 0 0 0,-1 0 0 0 0,1 1-1 0 0,0-1 1 0 0,-1 0 0 0 0,1 0 0 0 0,0 3-1 0 0,3-5-29 0 0,1 0-1 0 0,-1-1 1 0 0,0 1-1 0 0,1-1 1 0 0,-1 1-1 0 0,0-1 1 0 0,1 0-1 0 0,-1 0 1 0 0,0 0-1 0 0,1 0 1 0 0,-1 0-1 0 0,3-3 1 0 0,-3 3-14 0 0,47-28-704 0 0,0-1 1 0 0,58-51-1 0 0,81-85 204 0 0,-36 30 35 0 0,-141 127 578 0 0,-7 6 44 0 0,0 0 0 0 0,0 0 0 0 0,0-1 0 0 0,-1 1 0 0 0,6-8 0 0 0,-49 24 3033 0 0,12 5-3008 0 0,1 0 1 0 0,2 2-1 0 0,-45 44 0 0 0,-61 81 455 0 0,30-29-389 0 0,78-94-207 0 0,13-12 0 0 0,0 1 0 0 0,-14 18 0 0 0,24-26 6 0 0,8-4 0 0 0,6-4-66 0 0,12-10-299 0 0,0-2 0 0 0,-1-1 0 0 0,0-1 0 0 0,-2-1 0 0 0,39-42 0 0 0,2-1-29 0 0,-8 10 128 0 0,-25 22 181 0 0,2 1 0 0 0,1 1 0 0 0,50-32 0 0 0,-79 59 484 0 0,-5 5 59 0 0,-14 14 538 0 0,-35 33 578 0 0,33-34-1398 0 0,-331 382 1544 0 0,340-383-1591 0 0,17-15-182 0 0,19-14-232 0 0,25-27-334 0 0,95-94 0 0 0,-48 39 335 0 0,-29 36 126 0 0,35-32 86 0 0,-99 80 130 0 0,-18 13 288 0 0,-19 14 270 0 0,-19 21-66 0 0,-81 77 1 0 0,-31 57-903 0 0,1-3 123 0 0,137-147 210 0 0,10-9 13 0 0,0 0 0 0 0,-17 24-1 0 0,28-35 2 0 0,1 0-1 0 0,0 0 0 0 0,0 0 1 0 0,0 0-1 0 0,-1 1 0 0 0,1-1 0 0 0,0 0 1 0 0,0 0-1 0 0,0 0 0 0 0,0 1 0 0 0,-1-1 1 0 0,1 0-1 0 0,0 0 0 0 0,0 0 0 0 0,0 1 1 0 0,0-1-1 0 0,0 0 0 0 0,0 0 0 0 0,0 1 1 0 0,0-1-1 0 0,0 0 0 0 0,0 0 0 0 0,0 1 1 0 0,0-1-1 0 0,0 0 0 0 0,0 0 0 0 0,0 1 1 0 0,0-1-1 0 0,0 0 0 0 0,0 0 0 0 0,0 1 1 0 0,0-1-1 0 0,0 0 0 0 0,0 0 1 0 0,0 1-1 0 0,0-1 0 0 0,1 0 0 0 0,-1 0 1 0 0,0 1-1 0 0,12-2-39 0 0,15-9-394 0 0,6-8-329 0 0,-1-1 0 0 0,57-47 0 0 0,52-59-168 0 0,-93 81 624 0 0,60-65-140 0 0,-92 91 572 0 0,-1-2 1 0 0,0 0-1 0 0,-2 0 0 0 0,14-27 0 0 0,-27 46-73 0 0,1 0 0 0 0,0 0 0 0 0,-1 0 0 0 0,1 0 0 0 0,-1 0 0 0 0,0 0-1 0 0,1 0 1 0 0,-1 0 0 0 0,0 0 0 0 0,0 0 0 0 0,0 0 0 0 0,1 0 0 0 0,-1 0 0 0 0,0 0-1 0 0,0-1 1 0 0,-1 1 0 0 0,1 0 0 0 0,0-1 0 0 0,-1 2-2 0 0,1-1 0 0 0,0 1 0 0 0,-1 0 0 0 0,1-1 1 0 0,-1 1-1 0 0,1 0 0 0 0,-1 0 0 0 0,1 0 0 0 0,0-1 0 0 0,-1 1 0 0 0,1 0 0 0 0,-1 0 0 0 0,1 0 1 0 0,-1 0-1 0 0,1 0 0 0 0,-1 0 0 0 0,1 0 0 0 0,-1 0 0 0 0,1 0 0 0 0,-1 0 0 0 0,1 0 0 0 0,-1 0 0 0 0,1 0 1 0 0,-1 1-1 0 0,1-1 0 0 0,-1 0 0 0 0,-36 20 1442 0 0,13 1-1425 0 0,2 0 0 0 0,0 2 0 0 0,1 1 0 0 0,1 0-1 0 0,-19 32 1 0 0,21-30-96 0 0,-44 58-185 0 0,5-7-10 0 0,-70 124 0 0 0,126-201 222 0 0,1 1 0 0 0,-1 0 0 0 0,1 0 0 0 0,-1-1-1 0 0,1 1 1 0 0,-1 0 0 0 0,1 0 0 0 0,-1 0 0 0 0,1 0-1 0 0,0 0 1 0 0,0 0 0 0 0,-1 0 0 0 0,1 0 0 0 0,0-1-1 0 0,0 1 1 0 0,0 0 0 0 0,0 0 0 0 0,0 0 0 0 0,0 0-1 0 0,0 0 1 0 0,0 0 0 0 0,1 2 0 0 0,0-3-13 0 0,0 0 1 0 0,-1 0 0 0 0,1 0-1 0 0,0 0 1 0 0,0 1-1 0 0,0-1 1 0 0,-1 0-1 0 0,1-1 1 0 0,0 1 0 0 0,0 0-1 0 0,0 0 1 0 0,-1 0-1 0 0,1 0 1 0 0,0-1 0 0 0,0 1-1 0 0,-1 0 1 0 0,1-1-1 0 0,0 1 1 0 0,-1 0 0 0 0,2-1-1 0 0,39-27-489 0 0,118-122-913 0 0,-41 35 1085 0 0,-82 83 385 0 0,-2-1-1 0 0,-1-1 0 0 0,-1-2 1 0 0,47-73-1 0 0,-78 108-17 0 0,-1 0 0 0 0,1 1 0 0 0,0-1 1 0 0,-1 0-1 0 0,1 0 0 0 0,-1 0 0 0 0,1 0 0 0 0,-1 0 0 0 0,0 0 1 0 0,1 0-1 0 0,-1 0 0 0 0,0 0 0 0 0,0 0 0 0 0,0 0 0 0 0,0 0 1 0 0,0-2-1 0 0,0 3-2 0 0,0-1 1 0 0,-1 1-1 0 0,1 0 1 0 0,-1 0-1 0 0,1 0 1 0 0,0 0 0 0 0,-1 0-1 0 0,1-1 1 0 0,0 1-1 0 0,-1 0 1 0 0,1 0-1 0 0,-1 0 1 0 0,1 0-1 0 0,0 0 1 0 0,-1 0-1 0 0,1 0 1 0 0,-1 0-1 0 0,1 0 1 0 0,0 0 0 0 0,-1 1-1 0 0,1-1 1 0 0,0 0-1 0 0,-1 0 1 0 0,1 0-1 0 0,0 0 1 0 0,-1 1-1 0 0,1-1 1 0 0,-1 0-1 0 0,-31 21 1043 0 0,-29 35-849 0 0,3 3 1 0 0,-74 98 0 0 0,78-91-179 0 0,35-44-50 0 0,7-9 0 0 0,1 0 0 0 0,0 1 0 0 0,1 0 0 0 0,1 1 0 0 0,-15 29 0 0 0,24-44-3 0 0,0 0 1 0 0,0 1 0 0 0,-1-1-1 0 0,1 0 1 0 0,0 1-1 0 0,0-1 1 0 0,0 0 0 0 0,0 1-1 0 0,0-1 1 0 0,0 1-1 0 0,-1-1 1 0 0,1 1 0 0 0,0-1-1 0 0,0 0 1 0 0,0 1-1 0 0,0-1 1 0 0,1 1 0 0 0,-1-1-1 0 0,0 0 1 0 0,0 1-1 0 0,0-1 1 0 0,0 1 0 0 0,0-1-1 0 0,0 0 1 0 0,1 1-1 0 0,-1-1 1 0 0,0 0 0 0 0,0 1-1 0 0,0-1 1 0 0,1 0-1 0 0,-1 1 1 0 0,0-1 0 0 0,1 0-1 0 0,-1 1 1 0 0,1-1-1 0 0,15-1-205 0 0,18-13-272 0 0,14-16-387 0 0,80-67 0 0 0,-59 43 543 0 0,-55 43 313 0 0,18-13-69 0 0,39-39 1 0 0,-63 55 109 0 0,0 0 0 0 0,0-1 0 0 0,-1 0 0 0 0,-1-1 0 0 0,0 1 0 0 0,0-1 0 0 0,0 0 0 0 0,-2-1-1 0 0,7-16 1 0 0,-11 26-15 0 0,1 0 0 0 0,-1 1 0 0 0,0-1-1 0 0,0 0 1 0 0,1 1 0 0 0,-1-1 0 0 0,0 0-1 0 0,0 1 1 0 0,0-1 0 0 0,0 0 0 0 0,0 0-1 0 0,0 1 1 0 0,0-1 0 0 0,0 0 0 0 0,0 0-1 0 0,0 1 1 0 0,0-1 0 0 0,0 0-1 0 0,-1 1 1 0 0,1-1 0 0 0,0 0 0 0 0,0 1-1 0 0,-1-1 1 0 0,0-1 0 0 0,0 2 5 0 0,1 0 1 0 0,-1 0-1 0 0,0 0 0 0 0,1 0 1 0 0,-1 0-1 0 0,0 0 0 0 0,0 0 1 0 0,1 0-1 0 0,-1 0 0 0 0,0 0 1 0 0,1 1-1 0 0,-1-1 1 0 0,0 0-1 0 0,1 0 0 0 0,-1 1 1 0 0,0-1-1 0 0,1 0 0 0 0,-1 1 1 0 0,0 0-1 0 0,-30 25 453 0 0,-196 242-111 0 0,164-185-236 0 0,-70 124 0 0 0,131-204-107 0 0,0 0 0 0 0,0 0 0 0 0,1 0 0 0 0,0 1 0 0 0,0-1 0 0 0,-1 0 0 0 0,2 1 0 0 0,-2 5 0 0 0,2-9-16 0 0,0 0 0 0 0,0 1 1 0 0,0-1-1 0 0,0 0 0 0 0,0 0 0 0 0,0 1 0 0 0,0-1 0 0 0,0 0 0 0 0,0 0 0 0 0,0 1 1 0 0,0-1-1 0 0,1 0 0 0 0,-1 0 0 0 0,0 0 0 0 0,0 1 0 0 0,0-1 0 0 0,0 0 0 0 0,0 0 1 0 0,1 0-1 0 0,-1 1 0 0 0,0-1 0 0 0,0 0 0 0 0,0 0 0 0 0,1 0 0 0 0,-1 0 0 0 0,0 1 1 0 0,0-1-1 0 0,0 0 0 0 0,1 0 0 0 0,-1 0 0 0 0,0 0 0 0 0,0 0 0 0 0,1 0 0 0 0,-1 0 1 0 0,0 0-1 0 0,0 0 0 0 0,1 0 0 0 0,-1 0 0 0 0,20-9 62 0 0,11-14-63 0 0,54-55 1 0 0,-19 16-99 0 0,55-35 3 0 0,-69 58 25 0 0,-1-3-1 0 0,65-69 1 0 0,-114 108 86 0 0,-4 3 30 0 0,-9 8 104 0 0,-15 12 123 0 0,-179 212 133 0 0,195-220-432 0 0,-34 46-7 0 0,40-53 31 0 0,1 0 0 0 0,0 0 1 0 0,0 1-1 0 0,1-1 0 0 0,0 1 0 0 0,0-1 0 0 0,0 1 0 0 0,0 0 1 0 0,0 8-1 0 0,2-14-2 0 0,0 1 0 0 0,0 0 0 0 0,0-1 0 0 0,0 1 0 0 0,0 0 0 0 0,0-1 0 0 0,0 1 0 0 0,0 0 0 0 0,0 0 0 0 0,0-1 0 0 0,0 1 0 0 0,1 0 0 0 0,-1-1 0 0 0,0 1 0 0 0,0 0 0 0 0,1-1 0 0 0,-1 1 0 0 0,0-1 0 0 0,1 1 0 0 0,-1-1 0 0 0,1 1 0 0 0,-1 0 0 0 0,1-1 0 0 0,-1 0 0 0 0,1 1 0 0 0,-1-1 0 0 0,1 1 0 0 0,0-1 0 0 0,-1 0 0 0 0,2 1 0 0 0,-1 0-11 0 0,1-1 0 0 0,0 0 0 0 0,0 0 0 0 0,0 0 0 0 0,0 0 0 0 0,0 0 0 0 0,0 0 0 0 0,0 0 0 0 0,0 0 0 0 0,0-1 0 0 0,1 0 0 0 0,46-19-489 0 0,-10-3 357 0 0,0-2 1 0 0,-1-2 0 0 0,-1-1-1 0 0,-2-1 1 0 0,-1-3 0 0 0,-1 0-1 0 0,-2-2 1 0 0,46-65 0 0 0,-68 77 152 0 0,-9 22-4 0 0,0 0 1 0 0,0-1-1 0 0,0 1 0 0 0,0 0 1 0 0,0 0-1 0 0,0 0 1 0 0,0-1-1 0 0,0 1 0 0 0,-1 0 1 0 0,1 0-1 0 0,0 0 1 0 0,0-1-1 0 0,0 1 0 0 0,0 0 1 0 0,-1 0-1 0 0,1 0 1 0 0,0 0-1 0 0,0-1 0 0 0,0 1 1 0 0,-1 0-1 0 0,1 0 1 0 0,0 0-1 0 0,0 0 0 0 0,0 0 1 0 0,-1 0-1 0 0,1 0 1 0 0,0 0-1 0 0,0 0 0 0 0,-1 0 1 0 0,1 0-1 0 0,0-1 1 0 0,0 1-1 0 0,-1 0 0 0 0,1 1 1 0 0,0-1-1 0 0,0 0 1 0 0,0 0-1 0 0,-1 0 1 0 0,1 0-1 0 0,0 0 0 0 0,0 0 1 0 0,-1 0-1 0 0,-3 2 60 0 0,0-1 1 0 0,0 1-1 0 0,0 0 0 0 0,0 0 1 0 0,0 1-1 0 0,0-1 0 0 0,-4 5 1 0 0,-20 22 120 0 0,1 1 0 0 0,1 0-1 0 0,2 2 1 0 0,-30 54 0 0 0,37-59-162 0 0,7-13-23 0 0,2-2 0 0 0,-1 0 0 0 0,2 1 0 0 0,0 0 0 0 0,0 0 0 0 0,1 1 0 0 0,1 0 0 0 0,-5 18 0 0 0,10-31-2 0 0,0 0 0 0 0,0-1 1 0 0,-1 1-1 0 0,1 0 1 0 0,0-1-1 0 0,0 1 0 0 0,0 0 1 0 0,0 0-1 0 0,0-1 0 0 0,0 1 1 0 0,0 0-1 0 0,0 0 1 0 0,0-1-1 0 0,1 1 0 0 0,-1 0 1 0 0,0 0-1 0 0,0-1 1 0 0,1 1-1 0 0,-1 0 0 0 0,0-1 1 0 0,1 1-1 0 0,-1 0 0 0 0,1-1 1 0 0,-1 1-1 0 0,1-1 1 0 0,-1 1-1 0 0,1-1 0 0 0,-1 1 1 0 0,1-1-1 0 0,-1 1 1 0 0,2 0-1 0 0,-1-1-24 0 0,1 0 0 0 0,-1 0 1 0 0,1 0-1 0 0,-1 0 0 0 0,1 0 0 0 0,0-1 0 0 0,-1 1 1 0 0,1 0-1 0 0,-1-1 0 0 0,1 1 0 0 0,-1-1 1 0 0,0 1-1 0 0,1-1 0 0 0,1 0 0 0 0,44-32-1070 0 0,-46 32 1069 0 0,32-26-173 0 0,-1-1 1 0 0,-1-2-1 0 0,-2-1 0 0 0,-1-1 0 0 0,-1-1 1 0 0,-2-2-1 0 0,27-49 0 0 0,-42 56 859 0 0,-10 28-640 0 0,0 0 1 0 0,0 0-1 0 0,0-1 0 0 0,0 1 0 0 0,0 0 1 0 0,0 0-1 0 0,0 0 0 0 0,0-1 0 0 0,0 1 1 0 0,0 0-1 0 0,0 0 0 0 0,0 0 0 0 0,0 0 0 0 0,0-1 1 0 0,0 1-1 0 0,0 0 0 0 0,0 0 0 0 0,0 0 1 0 0,0-1-1 0 0,0 1 0 0 0,0 0 0 0 0,-1 0 1 0 0,1 0-1 0 0,0 0 0 0 0,0-1 0 0 0,0 1 1 0 0,0 0-1 0 0,0 0 0 0 0,0 0 0 0 0,-1 0 0 0 0,1 0 1 0 0,0 0-1 0 0,0 0 0 0 0,0-1 0 0 0,0 1 1 0 0,-1 0-1 0 0,1 0 0 0 0,0 0 0 0 0,-1 0 1 0 0,-13 8 646 0 0,-23 25 86 0 0,-58 66 0 0 0,21-19-1005 0 0,81-91 113 0 0,0-1-1 0 0,0 0 1 0 0,-1 0-1 0 0,-1 0 0 0 0,7-24 1 0 0,-6 20 116 0 0,5-17 62 0 0,-2 0 0 0 0,-1 0 0 0 0,-1-1 0 0 0,-2 0-1 0 0,1-42 1 0 0,-5 54 15 0 0,-2 1 0 0 0,0 0 0 0 0,-1-1 0 0 0,-1 1 0 0 0,-1 0 1 0 0,-1 1-1 0 0,-1-1 0 0 0,-1 1 0 0 0,-14-31 0 0 0,17 44-37 0 0,1 0 0 0 0,-1 0 0 0 0,-1 0 1 0 0,1 0-1 0 0,-1 1 0 0 0,-1 0 0 0 0,1 0 0 0 0,-1 0 0 0 0,0 1 0 0 0,0 0 1 0 0,-1 0-1 0 0,1 0 0 0 0,-1 1 0 0 0,0 0 0 0 0,0 0 0 0 0,-1 1 1 0 0,1 0-1 0 0,-1 0 0 0 0,1 1 0 0 0,-1 0 0 0 0,0 0 0 0 0,0 0 0 0 0,0 1 1 0 0,0 1-1 0 0,0 0 0 0 0,0 0 0 0 0,0 0 0 0 0,0 1 0 0 0,0 0 1 0 0,0 0-1 0 0,0 1 0 0 0,0 0 0 0 0,0 1 0 0 0,1 0 0 0 0,-9 4 0 0 0,0 1-87 0 0,0 1 0 0 0,0 0 0 0 0,1 2 0 0 0,0 0 0 0 0,-18 17 0 0 0,27-22-11 0 0,-1 0-1 0 0,1 1 1 0 0,0 0-1 0 0,0 0 1 0 0,1 1-1 0 0,0-1 0 0 0,1 1 1 0 0,-1 0-1 0 0,2 0 1 0 0,-1 1-1 0 0,1-1 1 0 0,-4 17-1 0 0,7-23 2 0 0,-1 0 0 0 0,1 1-1 0 0,0-1 1 0 0,0 1-1 0 0,0-1 1 0 0,0 1 0 0 0,0-1-1 0 0,0 0 1 0 0,1 1-1 0 0,-1-1 1 0 0,1 1 0 0 0,-1-1-1 0 0,1 0 1 0 0,0 0-1 0 0,0 1 1 0 0,0-1 0 0 0,0 0-1 0 0,1 0 1 0 0,-1 0-1 0 0,3 3 1 0 0,-1-3-36 0 0,0 0 1 0 0,-1 0-1 0 0,1-1 0 0 0,0 1 1 0 0,0-1-1 0 0,0 0 0 0 0,0 1 1 0 0,0-1-1 0 0,0-1 0 0 0,0 1 1 0 0,0 0-1 0 0,0-1 0 0 0,6 1 1 0 0,4-1-45 0 0,0-1 1 0 0,0 0 0 0 0,-1-1-1 0 0,1-1 1 0 0,0 0 0 0 0,19-7-1 0 0,-3-1 287 0 0,0-2-1 0 0,0-1 1 0 0,-2-1-1 0 0,39-28 1 0 0,-56 37 54 0 0,-1-1 0 0 0,0-1 0 0 0,-1 0 1 0 0,0 0-1 0 0,0 0 0 0 0,-1-1 0 0 0,0 0 1 0 0,0-1-1 0 0,-1 0 0 0 0,0 0 1 0 0,-1 0-1 0 0,0 0 0 0 0,-1-1 0 0 0,0 0 1 0 0,4-18-1 0 0,-8 27-154 0 0,1-1 0 0 0,0 1-1 0 0,-1 0 1 0 0,0-1 0 0 0,0 1 0 0 0,1 0 0 0 0,-1-1 0 0 0,-1 1 0 0 0,1 0-1 0 0,0-1 1 0 0,0 1 0 0 0,-1 0 0 0 0,0-1 0 0 0,1 1 0 0 0,-1 0 0 0 0,0 0 0 0 0,0-1-1 0 0,0 1 1 0 0,0 0 0 0 0,-1 0 0 0 0,1 0 0 0 0,0 0 0 0 0,-1 1 0 0 0,0-1-1 0 0,1 0 1 0 0,-1 1 0 0 0,0-1 0 0 0,0 1 0 0 0,0-1 0 0 0,0 1 0 0 0,0 0-1 0 0,0 0 1 0 0,0 0 0 0 0,0 0 0 0 0,0 0 0 0 0,-1 0 0 0 0,1 1 0 0 0,0-1-1 0 0,-1 1 1 0 0,1 0 0 0 0,-4-1 0 0 0,-11 1 234 0 0,0 0-1 0 0,0 2 1 0 0,0-1-1 0 0,-31 9 1 0 0,19-4-146 0 0,-57 3-182 0 0,62-8 35 0 0,-1 2 0 0 0,1 0 0 0 0,-1 1 1 0 0,-30 11-1 0 0,48-12 18 0 0,1 1-1 0 0,-1-1 1 0 0,1 1 0 0 0,0 1 0 0 0,0-1 0 0 0,1 1 0 0 0,-1 0-1 0 0,1 0 1 0 0,0 1 0 0 0,0-1 0 0 0,1 1 0 0 0,-4 7 0 0 0,-7 12-599 0 0,-19 43 1 0 0,33-67 600 0 0,-1 2-101 0 0,1 1 0 0 0,-1 0 0 0 0,1 1 0 0 0,-1-1 0 0 0,1 0 0 0 0,1 0 0 0 0,-1 0 0 0 0,0 1 0 0 0,1-1 0 0 0,0 0 0 0 0,0 1 0 0 0,0-1 0 0 0,2 6 0 0 0,3 5-486 0 0</inkml:trace>
</inkml:ink>
</file>

<file path=ppt/ink/ink1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5:38.643"/>
    </inkml:context>
    <inkml:brush xml:id="br0">
      <inkml:brushProperty name="width" value="0.35" units="cm"/>
      <inkml:brushProperty name="height" value="0.35" units="cm"/>
      <inkml:brushProperty name="color" value="#004F8B"/>
    </inkml:brush>
  </inkml:definitions>
  <inkml:trace contextRef="#ctx0" brushRef="#br0">1835 0 7834 0 0,'-7'4'6'0'0,"1"-1"0"0"0,-1 1 0 0 0,1-1 0 0 0,-1 2 0 0 0,1-1 0 0 0,0 1 1 0 0,1 0-1 0 0,-1 0 0 0 0,1 0 0 0 0,-5 7 0 0 0,-15 14-459 0 0,-311 310-673 0 0,30 34 1637 0 0,25 34-659 0 0,-97 258 76 0 0,369-646 52 0 0,-61 127 114 0 0,6 2 0 0 0,6 3 0 0 0,-76 307 0 0 0,98-278 421 0 0,8 0 0 0 0,-10 360-1 0 0,40-409-346 0 0,5-1 1 0 0,6 0-1 0 0,6-1 0 0 0,5 0 0 0 0,42 126 0 0 0,-36-160-211 0 0,4-2 1 0 0,4-1-1 0 0,5-2 0 0 0,2-2 1 0 0,5-2-1 0 0,61 78 0 0 0,82 69 207 0 0,-153-189-88 0 0,2-2 0 0 0,1-2-1 0 0,61 39 1 0 0,5-9 281 0 0,2-5-1 0 0,3-5 1 0 0,2-5 0 0 0,2-6-1 0 0,2-4 1 0 0,238 49 0 0 0,-288-81-358 0 0,1-2 1 0 0,-1-3-1 0 0,1-4 1 0 0,0-3-1 0 0,0-2 1 0 0,-1-4-1 0 0,1-3 1 0 0,-2-3-1 0 0,0-3 0 0 0,-1-3 1 0 0,-1-2-1 0 0,89-44 1 0 0,85-57 454 0 0,242-163 0 0 0,-170 51 26 0 0,-18-23-312 0 0,-294 257-168 0 0,80-77-150 0 0,99-121-1 0 0,52-104-515 0 0,-156 194 408 0 0,-6-4 0 0 0,67-143 0 0 0,71-259 314 0 0,-178 419 219 0 0,-4-1 0 0 0,-5-1 0 0 0,-4 0 0 0 0,-4-2 1 0 0,-4 1-1 0 0,-5-2 0 0 0,-4 1 0 0 0,-5 0 1 0 0,-4 0-1 0 0,-4 1 0 0 0,-5 0 0 0 0,-4 2 1 0 0,-4 0-1 0 0,-4 1 0 0 0,-51-108 0 0 0,37 110-263 0 0,-3 2-1 0 0,-5 1 1 0 0,-3 4-1 0 0,-4 1 1 0 0,-133-145 0 0 0,83 119 164 0 0,-6 5 1 0 0,-238-171-1 0 0,277 228-76 0 0,-2 4-1 0 0,-1 2 1 0 0,-3 5 0 0 0,-1 3-1 0 0,-2 3 1 0 0,-123-29-1 0 0,104 40-179 0 0,0 4-1 0 0,-187-7 1 0 0,222 25 65 0 0,0 2 1 0 0,0 4 0 0 0,0 2-1 0 0,1 4 1 0 0,-85 25-1 0 0,130-30-217 0 0,1 2-1 0 0,-31 15 1 0 0,-6 14-4142 0 0,15-3-943 0 0</inkml:trace>
</inkml:ink>
</file>

<file path=ppt/ink/ink1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5:39.900"/>
    </inkml:context>
    <inkml:brush xml:id="br0">
      <inkml:brushProperty name="width" value="0.35" units="cm"/>
      <inkml:brushProperty name="height" value="0.35" units="cm"/>
      <inkml:brushProperty name="color" value="#004F8B"/>
    </inkml:brush>
  </inkml:definitions>
  <inkml:trace contextRef="#ctx0" brushRef="#br0">2180 131 17972 0 0,'-17'-17'512'0'0,"-2"-1"1"0"0,-23-15-1 0 0,32 26-1104 0 0,0 1 0 0 0,-1 0 0 0 0,0 0 1 0 0,0 1-1 0 0,-1 1 0 0 0,-21-6 0 0 0,6 4 449 0 0,1 1 0 0 0,-1 2 0 0 0,0 0 0 0 0,0 1 0 0 0,0 2 0 0 0,0 1 0 0 0,0 1 0 0 0,0 1 0 0 0,1 2 0 0 0,-1 0 0 0 0,1 2 0 0 0,0 1 0 0 0,0 1 0 0 0,1 1-1 0 0,-45 26 1 0 0,16-4 133 0 0,2 3 0 0 0,1 3-1 0 0,3 1 1 0 0,-58 60 0 0 0,35-23 94 0 0,-110 155 1 0 0,62-58-118 0 0,8 6 0 0 0,-118 256 0 0 0,-84 360-984 0 0,263-635 1143 0 0,6 2 0 0 0,8 2 0 0 0,-23 260 0 0 0,50-290 379 0 0,6-1-1 0 0,6 1 1 0 0,6-1 0 0 0,50 258 0 0 0,-35-296-391 0 0,5-2 0 0 0,3-1 0 0 0,4-1 0 0 0,4-2 0 0 0,4-1 0 0 0,4-3-1 0 0,4-2 1 0 0,3-2 0 0 0,76 85 0 0 0,-82-113-272 0 0,3-2 0 0 0,99 75 0 0 0,136 61-452 0 0,-218-149 428 0 0,2-3-1 0 0,1-3 1 0 0,2-4 0 0 0,109 28-1 0 0,-79-33 446 0 0,0-5-1 0 0,188 9 1 0 0,-129-25 589 0 0,186-22 1 0 0,151-52 991 0 0,-258 24-708 0 0,335-114 0 0 0,-404 100-736 0 0,-3-8 1 0 0,255-145 0 0 0,-275 121-288 0 0,-4-6 1 0 0,-5-6 0 0 0,136-133-1 0 0,-129 92-10 0 0,169-215-1 0 0,-220 233-175 0 0,-6-4 0 0 0,-5-4 0 0 0,89-196 1 0 0,-140 255-11 0 0,-4-2 0 0 0,28-107 0 0 0,-45 130 91 0 0,-3 0-1 0 0,-3-1 1 0 0,-2 0 0 0 0,-2-75-1 0 0,-8 51-6 0 0,-3 0 0 0 0,-4 0-1 0 0,-4 1 1 0 0,-3 1 0 0 0,-3 0-1 0 0,-4 2 1 0 0,-3 0 0 0 0,-4 2 0 0 0,-3 2-1 0 0,-3 1 1 0 0,-3 2 0 0 0,-77-100-1 0 0,81 127-106 0 0,-2 1 0 0 0,-2 2-1 0 0,-2 2 1 0 0,-2 1-1 0 0,-1 3 1 0 0,-61-36-1 0 0,18 20-190 0 0,-3 4 0 0 0,-159-58 0 0 0,-123-2-141 0 0,-9 30 268 0 0,326 66 165 0 0,-120-21-1316 0 0,-286-15 0 0 0,436 47 429 0 0,0 0-1 0 0,-46 8 1 0 0,21 3-4525 0 0</inkml:trace>
</inkml:ink>
</file>

<file path=ppt/ink/ink1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5:40.855"/>
    </inkml:context>
    <inkml:brush xml:id="br0">
      <inkml:brushProperty name="width" value="0.35" units="cm"/>
      <inkml:brushProperty name="height" value="0.35" units="cm"/>
      <inkml:brushProperty name="color" value="#004F8B"/>
    </inkml:brush>
  </inkml:definitions>
  <inkml:trace contextRef="#ctx0" brushRef="#br0">1221 441 8754 0 0,'-85'-63'561'0'0,"-120"-78"-429"0"0,182 127-76 0 0,-1 2 0 0 0,0 0 0 0 0,-1 2 0 0 0,0 1 0 0 0,-1 1 0 0 0,0 1 0 0 0,-27-4 0 0 0,38 9-25 0 0,0 1 0 0 0,0 1 0 0 0,0 0 0 0 0,0 1-1 0 0,0 1 1 0 0,0 0 0 0 0,0 1 0 0 0,1 0 0 0 0,-23 10-1 0 0,17-5 57 0 0,0 2 0 0 0,1 0 0 0 0,0 1 0 0 0,1 1 0 0 0,-33 27 0 0 0,12 0 55 0 0,1 1 0 0 0,1 2 0 0 0,3 1 0 0 0,-38 64-1 0 0,48-66-113 0 0,1 2 0 0 0,3 1-1 0 0,1 0 1 0 0,2 1-1 0 0,3 1 1 0 0,1 1 0 0 0,2 0-1 0 0,3 1 1 0 0,-4 64 0 0 0,7 23 98 0 0,5 0 1 0 0,20 143 0 0 0,6-55-204 0 0,10-3 1 0 0,90 308 0 0 0,-68-345-256 0 0,8-2 1 0 0,8-4-1 0 0,111 194 1 0 0,-106-238 454 0 0,104 135 1 0 0,-116-184 87 0 0,2-3 1 0 0,119 107 0 0 0,-134-143 13 0 0,1-2 0 0 0,2-3 0 0 0,2-2 1 0 0,2-3-1 0 0,111 47 0 0 0,-93-52-81 0 0,1-4 1 0 0,0-3-1 0 0,2-4 1 0 0,112 12 0 0 0,-84-21 145 0 0,1-6 1 0 0,206-17 0 0 0,-180-4 609 0 0,254-66-1 0 0,-217 30 338 0 0,-1-7 0 0 0,281-141 0 0 0,-301 119-926 0 0,-4-6 0 0 0,-3-7 0 0 0,-6-7 0 0 0,201-185 0 0 0,-110 55-39 0 0,-180 175-176 0 0,-3-2 0 0 0,52-84 0 0 0,-43 49-62 0 0,-5-2 0 0 0,-3-2 1 0 0,-5-3-1 0 0,-4-1 0 0 0,-5-2 0 0 0,23-116 1 0 0,-47 154-26 0 0,-4-1 0 0 0,-2 0-1 0 0,-4 0 1 0 0,-2 0 0 0 0,-3 0 0 0 0,-3 0 0 0 0,-3 1 0 0 0,-27-96 0 0 0,6 59-25 0 0,-5 1 1 0 0,-4 2-1 0 0,-4 2 1 0 0,-88-143-1 0 0,90 178 79 0 0,-2 2-1 0 0,-2 1 1 0 0,-4 3-1 0 0,-105-95 1 0 0,84 92-19 0 0,-4 3 0 0 0,-1 4 0 0 0,-132-68 0 0 0,113 76-39 0 0,-2 5 1 0 0,-1 4-1 0 0,-3 4 1 0 0,0 5-1 0 0,-2 4 1 0 0,0 4-1 0 0,-170-7 1 0 0,111 21-127 0 0,0 8-1 0 0,0 8 1 0 0,1 6-1 0 0,-195 46 1 0 0,213-29-453 0 0,2 6 0 0 0,-167 72 0 0 0,69 4-5450 0 0,106-40-185 0 0</inkml:trace>
</inkml:ink>
</file>

<file path=ppt/ink/ink1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5:42.118"/>
    </inkml:context>
    <inkml:brush xml:id="br0">
      <inkml:brushProperty name="width" value="0.35" units="cm"/>
      <inkml:brushProperty name="height" value="0.35" units="cm"/>
      <inkml:brushProperty name="color" value="#004F8B"/>
    </inkml:brush>
  </inkml:definitions>
  <inkml:trace contextRef="#ctx0" brushRef="#br0">2261 1 6449 0 0,'-48'21'264'0'0,"2"2"-1"0"0,0 2 1 0 0,-56 42 0 0 0,78-51-204 0 0,-107 77 285 0 0,4 5 0 0 0,-164 163 0 0 0,215-180 115 0 0,-115 160 0 0 0,-40 108 152 0 0,227-343-606 0 0,-123 209 243 0 0,-159 369-1 0 0,238-474-252 0 0,-164 428-72 0 0,149-307-53 0 0,-33 242 0 0 0,10 244-34 0 0,60-131-186 0 0,29-444 8 0 0,7-1 0 0 0,31 162 0 0 0,-30-248 191 0 0,3 0 0 0 0,2-1 0 0 0,2 0 1 0 0,33 65-1 0 0,-31-82 177 0 0,1 0 0 0 0,1-2 0 0 0,3 0 0 0 0,0-2 0 0 0,2-1 1 0 0,46 42-1 0 0,-8-18 318 0 0,2-4 1 0 0,3-3 0 0 0,1-2 0 0 0,3-4-1 0 0,1-4 1 0 0,3-2 0 0 0,0-4 0 0 0,93 26-1 0 0,-49-26-49 0 0,1-5-1 0 0,1-5 0 0 0,0-6 0 0 0,239 3 0 0 0,-135-28-103 0 0,-1-10-1 0 0,-1-10 1 0 0,283-72-1 0 0,-346 59 584 0 0,-1-7 0 0 0,-3-7-1 0 0,301-149 1 0 0,292-236 1319 0 0,-498 275-1359 0 0,295-248 0 0 0,-432 311-716 0 0,-4-6 0 0 0,136-166 0 0 0,-173 176 42 0 0,-5-3-1 0 0,-3-3 0 0 0,79-167 0 0 0,-122 216 63 0 0,-2-2-1 0 0,-3 0 0 0 0,-3-1 0 0 0,-2-1 0 0 0,-2 0 0 0 0,8-117 0 0 0,-19 123-4 0 0,-3 0-1 0 0,-2 1 0 0 0,-2-1 1 0 0,-3 1-1 0 0,-1 0 0 0 0,-3 1 1 0 0,-3 0-1 0 0,-25-60 0 0 0,-6 10-104 0 0,-4 2 0 0 0,-4 3-1 0 0,-5 2 1 0 0,-4 3 0 0 0,-3 3-1 0 0,-5 2 1 0 0,-3 4 0 0 0,-3 3-1 0 0,-108-84 1 0 0,-500-328-370 0 0,474 364 522 0 0,-321-142 0 0 0,400 216-151 0 0,-2 5 0 0 0,-1 7 0 0 0,-3 5 0 0 0,-1 6-1 0 0,-1 7 1 0 0,-1 5 0 0 0,-1 7 0 0 0,-284 14 0 0 0,348 5-561 0 0,-1 2 0 0 0,-88 25 0 0 0,60-5-84 0 0</inkml:trace>
</inkml:ink>
</file>

<file path=ppt/ink/ink1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5:50.61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1646 857 6913 0 0,'-32'17'-1035'0'0,"29"-14"841"0"0,0-1 1 0 0,-1 0-1 0 0,1 0 1 0 0,-1 0-1 0 0,0 0 1 0 0,0 0-1 0 0,0-1 1 0 0,0 0-1 0 0,0 0 0 0 0,-7 1 1 0 0,11-2 193 0 0,0 0 1 0 0,-1 0-1 0 0,1 0 1 0 0,0 0-1 0 0,-1 0 1 0 0,1 0-1 0 0,0 0 1 0 0,-1 0 0 0 0,1 0-1 0 0,0 0 1 0 0,-1 0-1 0 0,1 0 1 0 0,0-1-1 0 0,-1 1 1 0 0,1 0-1 0 0,0 0 1 0 0,0 0-1 0 0,-1 0 1 0 0,1-1-1 0 0,0 1 1 0 0,0 0-1 0 0,-1 0 1 0 0,1-1-1 0 0,0 1 1 0 0,0 0-1 0 0,0-1 1 0 0,-1 1-1 0 0,1 0 1 0 0,0 0-1 0 0,0-1 1 0 0,0 1 0 0 0,0 0-1 0 0,0-1 1 0 0,0 1-1 0 0,0-1 1 0 0,2-15 2 0 0,13-13-5 0 0,2 8-18 0 0,1 1 1 0 0,38-33-1 0 0,8-9 15 0 0,25-37-109 0 0,-16 15 474 0 0,164-145-1 0 0,-190 195-20 0 0,-29 21-214 0 0,0 0 1 0 0,-1-1-1 0 0,-1-1 0 0 0,0 0 1 0 0,19-25-1 0 0,-34 39-118 0 0,-1 1-1 0 0,0 0 1 0 0,1 0-1 0 0,-1-1 1 0 0,0 1-1 0 0,0 0 1 0 0,1-1-1 0 0,-1 1 1 0 0,0 0-1 0 0,0-1 1 0 0,1 1-1 0 0,-1 0 1 0 0,0-1-1 0 0,0 1 1 0 0,0 0-1 0 0,0-1 1 0 0,0 1-1 0 0,1-1 1 0 0,-1 1 0 0 0,0 0-1 0 0,0-1 1 0 0,0 1-1 0 0,0-1 1 0 0,0 1-1 0 0,0 0 1 0 0,0-1-1 0 0,-1 1 1 0 0,1-1-1 0 0,0 1 1 0 0,0 0-1 0 0,0-1 1 0 0,0 0-1 0 0,-13 3 189 0 0,-18 13 426 0 0,-11 12-197 0 0,1 1 1 0 0,1 2-1 0 0,2 2 0 0 0,1 2 0 0 0,2 1 0 0 0,1 2 1 0 0,2 1-1 0 0,-30 47 0 0 0,-13 26 150 0 0,-122 172 619 0 0,-83 147-82 0 0,42 23 161 0 0,195-366-879 0 0,-126 278 727 0 0,122-245-1038 0 0,-177 410-868 0 0,166-433 912 0 0,15-26-110 0 0,42-70-19 0 0,1-1-1 0 0,-1 0 0 0 0,1 1 0 0 0,0-1 0 0 0,-1 1 1 0 0,1-1-1 0 0,0 1 0 0 0,-1-1 0 0 0,1 1 1 0 0,0-1-1 0 0,0 1 0 0 0,-1 0 0 0 0,1-1 0 0 0,0 1 1 0 0,0-1-1 0 0,0 1 0 0 0,0 0 0 0 0,0-1 1 0 0,0 1-1 0 0,0-1 0 0 0,0 1 0 0 0,0 0 1 0 0,0-1-1 0 0,0 1 0 0 0,0 0 0 0 0,0-1 0 0 0,0 1 1 0 0,1 0-1 0 0,14-7 6 0 0,21-22-331 0 0,-5-5-248 0 0,-2-1-1 0 0,45-67 1 0 0,37-87-126 0 0,-48 76 323 0 0,188-292-363 0 0,-21 33 666 0 0,72-94 545 0 0,6-50-30 0 0,-223 362-389 0 0,-80 144-49 0 0,79-147 0 0 0,-68 123 0 0 0,-2 0 0 0 0,18-64 0 0 0,-32 95 6 0 0,1-1 1 0 0,-1 1 0 0 0,1 0 0 0 0,-1 0 0 0 0,0-1 0 0 0,1 1 0 0 0,-1 0 0 0 0,-1-1-1 0 0,1 1 1 0 0,0 0 0 0 0,0 0 0 0 0,-1-1 0 0 0,1 1 0 0 0,-3-4 0 0 0,3 5 4 0 0,-1 0 0 0 0,0 0 1 0 0,1 0-1 0 0,-1 0 0 0 0,0 0 0 0 0,0 1 1 0 0,0-1-1 0 0,0 0 0 0 0,0 0 1 0 0,0 1-1 0 0,0-1 0 0 0,0 1 0 0 0,0-1 1 0 0,0 1-1 0 0,0-1 0 0 0,0 1 1 0 0,0 0-1 0 0,0-1 0 0 0,-1 1 0 0 0,-1 0 1 0 0,-2 0 22 0 0,0 0 0 0 0,0 1 0 0 0,1 0 0 0 0,-1 0 0 0 0,0 0 1 0 0,0 0-1 0 0,1 1 0 0 0,-1 0 0 0 0,1 0 0 0 0,0 0 0 0 0,-1 0 1 0 0,-4 4-1 0 0,-15 12-114 0 0,0 1 1 0 0,2 1 0 0 0,1 2-1 0 0,-28 32 1 0 0,-67 105-695 0 0,59-77 503 0 0,-105 132 117 0 0,-52 73 251 0 0,-222 382 157 0 0,342-522-196 0 0,-64 111 24 0 0,-86 128 68 0 0,142-230 722 0 0,8 3 0 0 0,6 4-1 0 0,-114 301 1 0 0,201-460-891 0 0,0-1 0 0 0,-1 1 0 0 0,1-1 0 0 0,1 1 0 0 0,-1 0 0 0 0,1-1 0 0 0,-1 5 0 0 0,1-8 12 0 0,0 0 0 0 0,0 1 1 0 0,0-1-1 0 0,0 0 1 0 0,0 0-1 0 0,0 0 0 0 0,0 1 1 0 0,0-1-1 0 0,0 0 0 0 0,0 0 1 0 0,1 0-1 0 0,-1 1 0 0 0,0-1 1 0 0,0 0-1 0 0,0 0 0 0 0,0 0 1 0 0,0 1-1 0 0,0-1 0 0 0,0 0 1 0 0,1 0-1 0 0,-1 0 1 0 0,0 0-1 0 0,0 0 0 0 0,0 0 1 0 0,1 1-1 0 0,-1-1 0 0 0,0 0 1 0 0,0 0-1 0 0,0 0 0 0 0,0 0 1 0 0,1 0-1 0 0,-1 0 0 0 0,0 0 1 0 0,0 0-1 0 0,0 0 0 0 0,1 0 1 0 0,-1 0-1 0 0,0 0 1 0 0,0 0-1 0 0,1 0 0 0 0,16-11-308 0 0,2-8 195 0 0,0-1 0 0 0,-1 0 0 0 0,28-44 0 0 0,38-80 583 0 0,-48 80-134 0 0,172-274 478 0 0,17-30-520 0 0,-64 66-198 0 0,32-57-85 0 0,11-6-76 0 0,218-355 141 0 0,-294 513-69 0 0,115-255 0 0 0,-237 450-12 0 0,-2 5-2 0 0,1-1 0 0 0,-2 0 0 0 0,1 0-1 0 0,-1 0 1 0 0,-1 0 0 0 0,1 0 0 0 0,-1-1-1 0 0,-1 1 1 0 0,2-18 0 0 0,-3 26 1 0 0,0-1 1 0 0,0 0-1 0 0,-1 0 0 0 0,1 1 1 0 0,0-1-1 0 0,0 0 0 0 0,0 0 1 0 0,0 1-1 0 0,-1-1 1 0 0,1 0-1 0 0,0 1 0 0 0,-1-1 1 0 0,1 0-1 0 0,0 1 0 0 0,-1-1 1 0 0,1 0-1 0 0,-1 1 1 0 0,1-1-1 0 0,-1 1 0 0 0,1-1 1 0 0,-1 1-1 0 0,0-1 0 0 0,1 1 1 0 0,-1-1-1 0 0,1 1 1 0 0,-1 0-1 0 0,0-1 0 0 0,1 1 1 0 0,-1 0-1 0 0,0 0 0 0 0,0 0 1 0 0,1-1-1 0 0,-1 1 1 0 0,0 0-1 0 0,0 0 0 0 0,1 0 1 0 0,-1 0-1 0 0,0 0 0 0 0,0 0 1 0 0,1 0-1 0 0,-1 0 1 0 0,0 1-1 0 0,0-1 0 0 0,1 0 1 0 0,-1 0-1 0 0,0 1 0 0 0,1-1 1 0 0,-1 0-1 0 0,0 1 1 0 0,1-1-1 0 0,-2 1 0 0 0,-4 2-28 0 0,1 0 0 0 0,0 1 0 0 0,-1-1 0 0 0,-7 9 0 0 0,-22 24-147 0 0,2 2-1 0 0,1 1 0 0 0,3 2 0 0 0,-25 44 1 0 0,28-45 51 0 0,-59 95-219 0 0,-106 158 40 0 0,-19 30 114 0 0,-48 69 607 0 0,-21 40 1839 0 0,23 13-279 0 0,229-397-1835 0 0,-71 137-204 0 0,43-58-4554 0 0,20-30-1109 0 0</inkml:trace>
</inkml:ink>
</file>

<file path=ppt/ink/ink1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5:51.53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2144 4 10138 0 0,'-3'-1'28'0'0,"0"0"0"0"0,0 1 0 0 0,0-1 0 0 0,1 1 0 0 0,-1-1 0 0 0,0 1-1 0 0,0 0 1 0 0,0 1 0 0 0,0-1 0 0 0,1 0 0 0 0,-1 1 0 0 0,0-1 0 0 0,0 1 0 0 0,1 0 0 0 0,-1 0 0 0 0,0 0 0 0 0,1 0-1 0 0,-1 1 1 0 0,1-1 0 0 0,-1 1 0 0 0,1-1 0 0 0,-3 4 0 0 0,-7 5-201 0 0,1 1 0 0 0,0 0-1 0 0,-10 13 1 0 0,2-2 546 0 0,-112 121-217 0 0,6 5 1 0 0,-203 318 0 0 0,-10 88-317 0 0,214-333 140 0 0,-86 133-24 0 0,-17-25-208 0 0,355-553-1749 0 0,-54 88 2086 0 0,44-76 648 0 0,-19 31-88 0 0,131-180 0 0 0,-175 287-530 0 0,390-493 611 0 0,-403 521-672 0 0,211-256 126 0 0,-247 293-139 0 0,23-33 174 0 0,-27 38-117 0 0,0 1 1 0 0,-1 0-1 0 0,1-1 0 0 0,-1 1 0 0 0,0 0 0 0 0,0-1 0 0 0,0 0 0 0 0,0 1 0 0 0,0-1 0 0 0,0-6 0 0 0,-1 9-70 0 0,-1 0 1 0 0,1 1 0 0 0,0-1-1 0 0,0 1 1 0 0,0-1 0 0 0,0 0-1 0 0,0 1 1 0 0,-1-1-1 0 0,1 1 1 0 0,0-1 0 0 0,-1 1-1 0 0,1-1 1 0 0,0 1 0 0 0,-1-1-1 0 0,1 1 1 0 0,0-1-1 0 0,-1 1 1 0 0,1 0 0 0 0,-1-1-1 0 0,1 1 1 0 0,-1 0 0 0 0,1-1-1 0 0,-1 1 1 0 0,1 0-1 0 0,-1-1 1 0 0,1 1 0 0 0,-1 0-1 0 0,1 0 1 0 0,-1 0 0 0 0,0 0-1 0 0,1-1 1 0 0,-1 1 0 0 0,1 0-1 0 0,-1 0 1 0 0,0 0-1 0 0,1 0 1 0 0,-1 0 0 0 0,1 0-1 0 0,-1 1 1 0 0,0-1 0 0 0,1 0-1 0 0,-1 0 1 0 0,1 0-1 0 0,-1 1 1 0 0,1-1 0 0 0,-1 0-1 0 0,1 0 1 0 0,-1 1 0 0 0,0 0-1 0 0,-29 16 448 0 0,-47 45-826 0 0,2 4 1 0 0,-87 98 0 0 0,-115 167-1112 0 0,155-181 1399 0 0,-316 441 802 0 0,351-468-392 0 0,-46 59 203 0 0,-100 149 713 0 0,-5 26-244 0 0,195-294-798 0 0,28-42-130 0 0,1 1 0 0 0,1 0 0 0 0,-19 44 0 0 0,32-66-92 0 0,0 1 0 0 0,-1-1 0 0 0,1 1 0 0 0,0 0 0 0 0,0-1 0 0 0,-1 1 0 0 0,1 0 0 0 0,0-1 0 0 0,0 1 0 0 0,0-1 0 0 0,0 1 0 0 0,0 0 0 0 0,0-1 0 0 0,0 1 0 0 0,0 0 0 0 0,0-1 0 0 0,0 1 0 0 0,0 0 0 0 0,0-1 0 0 0,1 1 0 0 0,-1 0 0 0 0,0-1 0 0 0,1 2 0 0 0,11-4 0 0 0,19-18 0 0 0,35-38-129 0 0,-2-2-1 0 0,59-72 1 0 0,103-149-506 0 0,-131 160 483 0 0,-58 74 55 0 0,285-374-753 0 0,28-36-242 0 0,-183 245 465 0 0,-42 63-543 0 0,-70 96 227 0 0</inkml:trace>
</inkml:ink>
</file>

<file path=ppt/ink/ink1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5:52.99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1289 141 7370 0 0,'3'-2'50'0'0,"0"0"0"0"0,0 0 0 0 0,-1 0 0 0 0,1 0 0 0 0,-1-1 0 0 0,1 1 0 0 0,-1-1 0 0 0,0 0-1 0 0,0 0 1 0 0,0 0 0 0 0,0 0 0 0 0,0 0 0 0 0,-1 0 0 0 0,1 0 0 0 0,-1 0 0 0 0,0-1 0 0 0,1-6 0 0 0,-2 8 31 0 0,0 0 0 0 0,0-1 0 0 0,0 1-1 0 0,0-1 1 0 0,-1 1 0 0 0,1 0-1 0 0,-1-1 1 0 0,0 1 0 0 0,0 0 0 0 0,1 0-1 0 0,-2 0 1 0 0,1-1 0 0 0,0 1 0 0 0,0 0-1 0 0,-1 0 1 0 0,1 1 0 0 0,-1-1-1 0 0,1 0 1 0 0,-1 0 0 0 0,0 1 0 0 0,0-1-1 0 0,1 1 1 0 0,-1-1 0 0 0,0 1-1 0 0,-1 0 1 0 0,-3-2 0 0 0,-7-3-1 0 0,0 1 0 0 0,0 1-1 0 0,-1 0 1 0 0,0 1 0 0 0,0 0 0 0 0,0 1 0 0 0,0 0 0 0 0,0 1 0 0 0,0 1-1 0 0,0 0 1 0 0,-15 3 0 0 0,-5 1-294 0 0,1 2-1 0 0,0 2 0 0 0,-47 16 1 0 0,58-16 222 0 0,1 1 0 0 0,0 1 0 0 0,1 1 0 0 0,0 1 0 0 0,0 0 0 0 0,1 2 1 0 0,1 0-1 0 0,-27 27 0 0 0,22-15 403 0 0,0 1-1 0 0,2 1 1 0 0,1 1 0 0 0,-32 62 0 0 0,-31 67 39 0 0,-123 265-1295 0 0,39 56 287 0 0,126-329 974 0 0,-29 194 0 0 0,64-303-317 0 0,1 0 0 0 0,2 0 0 0 0,2 0 0 0 0,6 62-1 0 0,4-76-373 0 0,-9-26 252 0 0,1 0-1 0 0,-1 0 0 0 0,1-1 0 0 0,-1 1 0 0 0,1-1 1 0 0,-1 1-1 0 0,1 0 0 0 0,0-1 0 0 0,-1 1 0 0 0,1-1 1 0 0,0 1-1 0 0,-1-1 0 0 0,1 0 0 0 0,0 1 0 0 0,0-1 1 0 0,-1 0-1 0 0,1 1 0 0 0,0-1 0 0 0,1 0 0 0 0,1 0-17 0 0,-1-1 1 0 0,1 1-1 0 0,-1-1 0 0 0,0 0 0 0 0,1 0 0 0 0,-1 0 0 0 0,0 0 0 0 0,0 0 0 0 0,0 0 0 0 0,0-1 0 0 0,0 1 0 0 0,0-1 0 0 0,0 1 0 0 0,0-1 0 0 0,0 0 0 0 0,-1 0 0 0 0,3-3 0 0 0,16-19-102 0 0,-1-2 0 0 0,-1 0 1 0 0,17-33-1 0 0,39-91 689 0 0,-51 100-470 0 0,47-108-555 0 0,-7-4 0 0 0,-8-2 1 0 0,-6-2-1 0 0,35-227 0 0 0,-52 214 433 0 0,-4 31 261 0 0,13-217 0 0 0,-40 359-117 0 0,-3-60 628 0 0,2 63-562 0 0,0-1 1 0 0,-1 0-1 0 0,1 1 1 0 0,-1-1-1 0 0,0 1 1 0 0,-1-1-1 0 0,1 1 1 0 0,0-1-1 0 0,-1 1 1 0 0,0 0-1 0 0,0 0 1 0 0,0 0-1 0 0,0 0 1 0 0,-5-5-1 0 0,6 7-66 0 0,0 1-1 0 0,0-1 0 0 0,-1 0 1 0 0,1 1-1 0 0,-1-1 0 0 0,1 1 1 0 0,-1 0-1 0 0,1 0 0 0 0,0-1 1 0 0,-1 1-1 0 0,1 0 0 0 0,-1 0 0 0 0,1 0 1 0 0,-1 1-1 0 0,1-1 0 0 0,-1 0 1 0 0,1 0-1 0 0,-1 1 0 0 0,1-1 1 0 0,0 1-1 0 0,-1-1 0 0 0,1 1 1 0 0,0 0-1 0 0,-1-1 0 0 0,1 1 0 0 0,0 0 1 0 0,0 0-1 0 0,0 0 0 0 0,0 0 1 0 0,-2 2-1 0 0,-34 36 1175 0 0,33-34-1121 0 0,-34 45-276 0 0,2 2 0 0 0,3 2 0 0 0,1 1 0 0 0,4 1-1 0 0,-34 92 1 0 0,13-2-173 0 0,-34 168 0 0 0,-62 458 389 0 0,77 13 1137 0 0,73-329-772 0 0,3-339-499 0 0,44 217-1 0 0,-52-331 9 0 0,1 3-105 0 0,0-1-1 0 0,0 0 1 0 0,1 0-1 0 0,-1 0 1 0 0,1 0-1 0 0,0-1 1 0 0,1 1-1 0 0,-1 0 1 0 0,1-1 0 0 0,5 8-1 0 0,-8-12 91 0 0,1 0-1 0 0,-1 0 1 0 0,1 0-1 0 0,-1 0 1 0 0,1 0-1 0 0,-1 0 1 0 0,1 0-1 0 0,-1 0 1 0 0,1 0-1 0 0,-1 0 1 0 0,1 0-1 0 0,-1 0 1 0 0,0-1 0 0 0,1 1-1 0 0,-1 0 1 0 0,1 0-1 0 0,-1 0 1 0 0,1-1-1 0 0,-1 1 1 0 0,0 0-1 0 0,1 0 1 0 0,-1-1-1 0 0,1 0-151 0 0,0 0 152 0 0,-1 1-1 0 0,0 0 1 0 0,0-1-1 0 0,1 1 1 0 0,-1-1 0 0 0,0 1-1 0 0,0 0 1 0 0,0-1-1 0 0,0 1 1 0 0,0-1-1 0 0,1 1 1 0 0,-1-1-1 0 0,0 0 1 0 0,8-24-581 0 0,-7 24 577 0 0,32-142-82 0 0,18-176-1 0 0,-34 194-251 0 0,77-442-1249 0 0,46 10 69 0 0,-24 109 1231 0 0,-101 359 412 0 0,-3 0-1 0 0,-4-1 1 0 0,-4-100-1 0 0,-6 162 119 0 0,-7-44 0 0 0,7 62-49 0 0,0 1 1 0 0,0-1-1 0 0,-1 1 1 0 0,-1 0 0 0 0,0 0-1 0 0,0 0 1 0 0,0 1 0 0 0,-8-10-1 0 0,11 16-116 0 0,-1 0-1 0 0,0 0 0 0 0,0 0 1 0 0,1 0-1 0 0,-2 0 0 0 0,1 0 1 0 0,0 1-1 0 0,0-1 1 0 0,0 1-1 0 0,-1-1 0 0 0,1 1 1 0 0,-1 0-1 0 0,1 0 0 0 0,-1 0 1 0 0,1 0-1 0 0,-1 1 0 0 0,0-1 1 0 0,-4 0-1 0 0,2 1-8 0 0,0 0-1 0 0,1 1 1 0 0,-1 0-1 0 0,1-1 1 0 0,-1 2-1 0 0,1-1 1 0 0,-1 0-1 0 0,1 1 1 0 0,0 0 0 0 0,-6 3-1 0 0,-1 2 86 0 0,0 0-1 0 0,0 1 1 0 0,0 1-1 0 0,1 0 1 0 0,0 0-1 0 0,-14 19 1 0 0,8-5-12 0 0,2 0 0 0 0,0 0 0 0 0,2 2 0 0 0,0-1 0 0 0,2 2 0 0 0,1-1 0 0 0,-7 30 0 0 0,-28 190 172 0 0,32-138-167 0 0,5 0 1 0 0,4 1-1 0 0,5 0 1 0 0,5 0-1 0 0,5-1 1 0 0,4-1-1 0 0,5 0 1 0 0,5-1-1 0 0,4-2 1 0 0,55 126-1 0 0,87 204 429 0 0,-83-204-478 0 0,-85-219-5 0 0,-2-3 30 0 0,0 0-1 0 0,1 1 0 0 0,0-1 1 0 0,1-1-1 0 0,-1 1 1 0 0,1 0-1 0 0,0-1 0 0 0,1 0 1 0 0,0 0-1 0 0,0 0 0 0 0,10 9 1 0 0,-14-15-42 0 0,0 0 0 0 0,0 1 1 0 0,-1-1-1 0 0,1 0 0 0 0,0 0 1 0 0,0 0-1 0 0,0 0 0 0 0,0 0 1 0 0,0 0-1 0 0,0 0 0 0 0,0 0 1 0 0,0 0-1 0 0,0 0 0 0 0,-1 0 1 0 0,1 0-1 0 0,0-1 0 0 0,0 1 1 0 0,0 0-1 0 0,0-1 0 0 0,0 1 1 0 0,-1 0-1 0 0,1-1 0 0 0,0 1 1 0 0,0-1-1 0 0,-1 0 0 0 0,1 1 1 0 0,0-1-1 0 0,-1 0 0 0 0,1 1 1 0 0,0-1-1 0 0,-1 0 0 0 0,1 0 1 0 0,-1 1-1 0 0,1-1 0 0 0,-1 0 1 0 0,0 0-1 0 0,1-1 0 0 0,13-34 646 0 0,-5-3-202 0 0,-2 0 0 0 0,5-81 0 0 0,-13-84-75 0 0,0 155-382 0 0,-32-574-1414 0 0,-18 212-2312 0 0,48 393 3360 0 0,0-5-617 0 0,-1 0 1 0 0,-2 0-1 0 0,-14-42 1 0 0,19 64 849 0 0,1 0 0 0 0,0 0-1 0 0,0 0 1 0 0,-1 0 0 0 0,1 0 0 0 0,-1 0 0 0 0,1 0 0 0 0,-1 0-1 0 0,1 0 1 0 0,-1 1 0 0 0,1-1 0 0 0,-9-6-1152 0 0,8 7 1152 0 0,-1-1 0 0 0</inkml:trace>
</inkml:ink>
</file>

<file path=ppt/ink/ink1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5:54.27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2009 444 9674 0 0,'0'0'32'0'0,"0"0"0"0"0,0-1-1 0 0,0 1 1 0 0,0 0 0 0 0,0-1 0 0 0,0 1-1 0 0,0 0 1 0 0,0 0 0 0 0,0-1 0 0 0,0 1-1 0 0,0 0 1 0 0,0-1 0 0 0,0 1 0 0 0,0 0 0 0 0,0 0-1 0 0,-1-1 1 0 0,1 1 0 0 0,-1-2 222 0 0,1 2-222 0 0,-1 0-1 0 0,1 0 1 0 0,0 0 0 0 0,0 0 0 0 0,-1-1-1 0 0,1 1 1 0 0,0 0 0 0 0,0 0 0 0 0,-1 0 0 0 0,1 0-1 0 0,0 0 1 0 0,-1 0 0 0 0,1 0 0 0 0,-15 5 484 0 0,-15 18 99 0 0,-48 54-16 0 0,-104 134 0 0 0,124-140-555 0 0,-372 518-1583 0 0,269-358 1370 0 0,-186 321-232 0 0,320-507 576 0 0,-23 41 819 0 0,-48 112 1 0 0,84-164-918 0 0,1 1 1 0 0,2 1-1 0 0,1 0 1 0 0,2 0-1 0 0,1 1 0 0 0,-3 56 1 0 0,10-88-116 0 0,0 0 0 0 0,0-1 0 0 0,1 1 0 0 0,-1 0 0 0 0,1 0 0 0 0,0 0 0 0 0,0-1 0 0 0,1 1 0 0 0,2 7 0 0 0,-3-11 15 0 0,0 0 0 0 0,0 0 0 0 0,0 0 0 0 0,-1 0 0 0 0,1 0 0 0 0,0 0-1 0 0,1 0 1 0 0,-1 0 0 0 0,0-1 0 0 0,0 1 0 0 0,0 0 0 0 0,0 0 0 0 0,1-1-1 0 0,-1 1 1 0 0,0-1 0 0 0,1 1 0 0 0,-1-1 0 0 0,0 0 0 0 0,1 0 0 0 0,-1 1-1 0 0,0-1 1 0 0,1 0 0 0 0,-1 0 0 0 0,0 0 0 0 0,1 0 0 0 0,-1-1 0 0 0,1 1-1 0 0,-1 0 1 0 0,0 0 0 0 0,1-1 0 0 0,-1 1 0 0 0,0-1 0 0 0,0 1 0 0 0,1-1-1 0 0,-1 0 1 0 0,0 0 0 0 0,2-1 0 0 0,10-5-24 0 0,-1-1 1 0 0,0 0-1 0 0,0-1 0 0 0,-1-1 1 0 0,16-16-1 0 0,46-58 467 0 0,-22 16 120 0 0,79-140 1 0 0,21-88-150 0 0,-70 132-408 0 0,62-127 17 0 0,108-204-19 0 0,40 32-331 0 0,-118 201 279 0 0,-94 139 100 0 0,103-176 1137 0 0,-179 294-1056 0 0,-1 0 0 0 0,1 0 0 0 0,-1 0 0 0 0,0-1 0 0 0,0 1-1 0 0,-1-1 1 0 0,2-8 0 0 0,-3 13-90 0 0,0 1-1 0 0,0-1 0 0 0,0 0 0 0 0,0 0 1 0 0,0 0-1 0 0,0 1 0 0 0,0-1 0 0 0,0 0 1 0 0,-1 0-1 0 0,1 1 0 0 0,0-1 0 0 0,-1 0 1 0 0,1 0-1 0 0,0 1 0 0 0,-1-1 0 0 0,1 0 1 0 0,-1 1-1 0 0,1-1 0 0 0,-1 1 0 0 0,1-1 1 0 0,-1 1-1 0 0,1-1 0 0 0,-2 0 1 0 0,0 0-6 0 0,0 0 1 0 0,0 1 0 0 0,0-1 0 0 0,0 1 0 0 0,1 0 0 0 0,-1 0 0 0 0,0-1 0 0 0,0 1 0 0 0,0 1 0 0 0,0-1 0 0 0,0 0 0 0 0,0 0 0 0 0,0 1 0 0 0,-2 0 0 0 0,-7 2 17 0 0,1 0 0 0 0,0 1 0 0 0,0 1 0 0 0,0 0 0 0 0,0 0 0 0 0,1 1 0 0 0,0 0 0 0 0,0 0 0 0 0,-10 11-1 0 0,-10 11 34 0 0,-29 35 0 0 0,49-53-50 0 0,-300 354-25 0 0,-183 280-297 0 0,402-519 208 0 0,-250 384 11 0 0,168-240 152 0 0,-115 195 224 0 0,247-392-252 0 0,-96 184 246 0 0,107-193-101 0 0,2 1 0 0 0,-20 77 0 0 0,44-131-191 0 0,1 0-1 0 0,0 0 1 0 0,0 0-1 0 0,1 0 1 0 0,0 1-1 0 0,1-1 1 0 0,0 0-1 0 0,3 13 1 0 0,-3-20-32 0 0,0-1 0 0 0,1 0 1 0 0,0 0-1 0 0,0 1 1 0 0,0-1-1 0 0,0 0 0 0 0,0 0 1 0 0,0 0-1 0 0,0 0 1 0 0,1 0-1 0 0,-1 0 1 0 0,1 0-1 0 0,-1-1 0 0 0,1 1 1 0 0,0-1-1 0 0,3 3 1 0 0,-2-2-43 0 0,0-1 1 0 0,-1 0 0 0 0,1 0 0 0 0,0 0-1 0 0,0-1 1 0 0,0 1 0 0 0,0-1 0 0 0,0 0 0 0 0,1 1-1 0 0,-1-1 1 0 0,0-1 0 0 0,0 1 0 0 0,0 0-1 0 0,0-1 1 0 0,0 0 0 0 0,4-1 0 0 0,9-3-379 0 0,0-1 0 0 0,0-1 0 0 0,-1 0 1 0 0,0-1-1 0 0,0-1 0 0 0,-1 0 0 0 0,23-20 1 0 0,84-89-1812 0 0,273-368 703 0 0,-192 180 2826 0 0,-69 98-164 0 0,167-277 1139 0 0,-111 171-1246 0 0,58-41-532 0 0,-77 117-527 0 0,-140 192-9 0 0,59-80-102 0 0,-73 106 41 0 0,1 0 0 0 0,1 1 0 0 0,34-29 0 0 0,-33 37-13 0 0,-18 11 159 0 0,-1 1 0 0 0,0-1 1 0 0,0 0-1 0 0,0 1 0 0 0,0-1 1 0 0,1 0-1 0 0,-1 0 0 0 0,0 1 1 0 0,0-1-1 0 0,0 0 0 0 0,0 1 0 0 0,0-1 1 0 0,0 0-1 0 0,0 0 0 0 0,0 1 1 0 0,0-1-1 0 0,0 0 0 0 0,0 1 1 0 0,0-1-1 0 0,0 0 0 0 0,0 1 1 0 0,0-1-1 0 0,0 0 0 0 0,0 1 1 0 0,0-1-1 0 0,-1 0 0 0 0,1 0 0 0 0,0 1 1 0 0,0-1-1 0 0,0 0 0 0 0,0 0 1 0 0,-1 1-1 0 0,1-1 0 0 0,0 0 1 0 0,-26 43 425 0 0,19-33-324 0 0,-265 475 1969 0 0,68-114-1546 0 0,-117 165-206 0 0,5-12-1055 0 0,213-344-3093 0 0,15-25-1295 0 0</inkml:trace>
</inkml:ink>
</file>

<file path=ppt/ink/ink1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5:57.180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48 12 10594 0 0,'-1'0'71'0'0,"-1"0"-1"0"0,0 0 1 0 0,0 0-1 0 0,0 0 1 0 0,0 1-1 0 0,0-1 1 0 0,0 0-1 0 0,0 1 1 0 0,1 0-1 0 0,-1-1 1 0 0,0 1-1 0 0,0 0 1 0 0,1 0-1 0 0,-1 0 1 0 0,0 0-1 0 0,1 0 1 0 0,-1 0-1 0 0,1 0 1 0 0,0 1-1 0 0,-1-1 1 0 0,1 1-1 0 0,0-1 1 0 0,0 1-1 0 0,0-1 1 0 0,0 1-1 0 0,0-1 1 0 0,0 1-1 0 0,0 0 1 0 0,0 0-1 0 0,1-1 1 0 0,-1 1-1 0 0,1 0 1 0 0,-1 0-1 0 0,1 0 1 0 0,0 0-1 0 0,0 0 1 0 0,0 3-1 0 0,0 8-77 0 0,1-1 1 0 0,0 0-1 0 0,1 1 0 0 0,6 19 0 0 0,-4-17 224 0 0,29 110 212 0 0,5-1 0 0 0,6-2 0 0 0,6-3 0 0 0,4-1 0 0 0,6-3 0 0 0,113 166 1 0 0,-109-187-483 0 0,160 216 192 0 0,-194-274-251 0 0,2-2 0 0 0,1-1 0 0 0,2-2-1 0 0,1-1 1 0 0,1-2 0 0 0,48 27 0 0 0,-79-52 7 0 0,0 1 0 0 0,1-1 1 0 0,-1-1-1 0 0,1 1 0 0 0,-1-1 0 0 0,1 0 1 0 0,11 1-1 0 0,-16-2 50 0 0,0-1 1 0 0,-1 0 0 0 0,1 0-1 0 0,0 0 1 0 0,0-1 0 0 0,-1 1-1 0 0,1 0 1 0 0,0-1-1 0 0,-1 1 1 0 0,1-1 0 0 0,0 1-1 0 0,-1-1 1 0 0,1 0 0 0 0,-1 0-1 0 0,1 0 1 0 0,-1 1-1 0 0,0-2 1 0 0,1 1 0 0 0,-1 0-1 0 0,0 0 1 0 0,1 0 0 0 0,-1-1-1 0 0,0 1 1 0 0,0 0 0 0 0,0-1-1 0 0,0 1 1 0 0,-1-1-1 0 0,1 1 1 0 0,0-1 0 0 0,0 1-1 0 0,-1-1 1 0 0,1 0 0 0 0,-1 1-1 0 0,0-1 1 0 0,1-2-1 0 0,1-9-276 0 0,-1 0-1 0 0,0 0 0 0 0,-1 0 0 0 0,0 0 0 0 0,-1 0 0 0 0,-4-20 0 0 0,-22-79-926 0 0,22 96 1100 0 0,-25-81-792 0 0,-83-177 0 0 0,-72-81 756 0 0,140 272 192 0 0,-158-263-120 0 0,146 261 277 0 0,-130-147 0 0 0,173 217 43 0 0,-28-29 578 0 0,39 41-571 0 0,-1 0-1 0 0,1 1 0 0 0,-1-1 0 0 0,1 1 0 0 0,-1-1 0 0 0,0 1 1 0 0,0 0-1 0 0,0 1 0 0 0,0-1 0 0 0,-7-1 0 0 0,10 3-104 0 0,0-1 0 0 0,-1 1 0 0 0,1 0 0 0 0,-1 0-1 0 0,1 1 1 0 0,0-1 0 0 0,-1 0 0 0 0,1 0 0 0 0,-1 1 0 0 0,1-1 0 0 0,0 0-1 0 0,-1 1 1 0 0,1-1 0 0 0,0 1 0 0 0,0 0 0 0 0,-1 0 0 0 0,1-1-1 0 0,0 1 1 0 0,0 0 0 0 0,-2 2 0 0 0,1 0 32 0 0,0-1 1 0 0,0 1-1 0 0,0 0 0 0 0,0 0 1 0 0,0 1-1 0 0,1-1 0 0 0,-1 0 1 0 0,0 4-1 0 0,-2 7 47 0 0,1 0 0 0 0,1 1 0 0 0,-1 14 0 0 0,3-27-175 0 0,-4 67 11 0 0,4 0 0 0 0,3 1 1 0 0,3-1-1 0 0,17 82 0 0 0,8-12-111 0 0,51 139 0 0 0,221 440 174 0 0,-178-445-76 0 0,-65-141 325 0 0,6-2 0 0 0,146 216 0 0 0,154 132 296 0 0,-358-468-683 0 0,88 99-577 0 0,-84-98 381 0 0,0 0 0 0 0,0 0 0 0 0,1-1 0 0 0,1-1 0 0 0,0 0 0 0 0,24 11 1 0 0,-35-19 94 0 0,0 1 0 0 0,0-1 1 0 0,0-1-1 0 0,0 1 0 0 0,0 0 1 0 0,0-1-1 0 0,0 1 0 0 0,4-1 1 0 0,-6 0 36 0 0,0 0 0 0 0,0 0 0 0 0,0-1 0 0 0,0 1-1 0 0,0 0 1 0 0,0 0 0 0 0,0-1 0 0 0,0 1 0 0 0,0-1 0 0 0</inkml:trace>
</inkml:ink>
</file>

<file path=ppt/ink/ink1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5:57.796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632 743 920 0 0,'-144'-172'1008'0'0,"-168"-195"4139"0"0,297 350-4732 0 0,-47-48 1362 0 0,57 61-1511 0 0,1 0-1 0 0,-1 0 0 0 0,0 0 0 0 0,-1 0 0 0 0,1 1 0 0 0,-1 0 1 0 0,1 0-1 0 0,-1 1 0 0 0,0 0 0 0 0,0 0 0 0 0,-7-2 0 0 0,12 4-234 0 0,0 0 0 0 0,0 0-1 0 0,0 0 1 0 0,1 0 0 0 0,-1 0 0 0 0,0 0-1 0 0,0 0 1 0 0,0 0 0 0 0,0 0-1 0 0,0 0 1 0 0,1 0 0 0 0,-1 0-1 0 0,0 1 1 0 0,0-1 0 0 0,0 0-1 0 0,0 1 1 0 0,1-1 0 0 0,-1 0 0 0 0,0 1-1 0 0,0-1 1 0 0,1 1 0 0 0,-1-1-1 0 0,0 1 1 0 0,1 0 0 0 0,-1-1-1 0 0,1 1 1 0 0,-1 0 0 0 0,1-1-1 0 0,-1 2 1 0 0,0 0-5 0 0,0 0-1 0 0,1 1 0 0 0,-1-1 1 0 0,1 0-1 0 0,0 0 0 0 0,0 0 1 0 0,0 1-1 0 0,0-1 0 0 0,0 0 1 0 0,0 0-1 0 0,1 4 0 0 0,2 4-13 0 0,0 0-1 0 0,0 0 1 0 0,9 17-1 0 0,16 23-311 0 0,1-2 1 0 0,3-1-1 0 0,57 64 0 0 0,129 112 214 0 0,-81-93 54 0 0,338 288 1288 0 0,-265-254-429 0 0,135 94 66 0 0,-230-172-703 0 0,-79-57-326 0 0,2-1 0 0 0,67 37 0 0 0,-107-77-1039 0 0,-10-9 664 0 0,-437-556-5500 0 0,303 406 4437 0 0,-179-184 526 0 0,-47-42 2679 0 0,341 359-923 0 0,-2 2 0 0 0,-2 1-1 0 0,-1 1 1 0 0,-1 2-1 0 0,-2 2 1 0 0,-80-48-1 0 0,112 75-704 0 0,0-1 0 0 0,-1 1 0 0 0,0 1 0 0 0,0-1 0 0 0,1 1 0 0 0,-1 1 0 0 0,-13-2 0 0 0,20 3-12 0 0,-1 0 0 0 0,1 0 0 0 0,-1 0 0 0 0,1 0 0 0 0,0 0 0 0 0,-1 1-1 0 0,1-1 1 0 0,-1 0 0 0 0,1 1 0 0 0,0-1 0 0 0,-1 1 0 0 0,1-1-1 0 0,0 1 1 0 0,0 0 0 0 0,-1 0 0 0 0,1-1 0 0 0,0 1 0 0 0,0 0 0 0 0,-2 2-1 0 0,2-1 6 0 0,1-1-1 0 0,-1 1 1 0 0,0 0-1 0 0,1 0 0 0 0,0-1 1 0 0,-1 1-1 0 0,1 0 0 0 0,0 0 1 0 0,0 0-1 0 0,0 0 1 0 0,0-1-1 0 0,0 1 0 0 0,0 0 1 0 0,1 0-1 0 0,-1 0 0 0 0,0-1 1 0 0,1 1-1 0 0,0 0 1 0 0,-1 0-1 0 0,2 1 0 0 0,5 14-4 0 0,1-1 0 0 0,1 0 0 0 0,0-1 0 0 0,1 0 0 0 0,1 0 0 0 0,12 13 0 0 0,81 77-145 0 0,-100-101 147 0 0,625 526 1785 0 0,-361-312-349 0 0,50 37-441 0 0,-301-242-987 0 0,269 185 70 0 0,-220-157 104 0 0,1-4-1 0 0,107 43 1 0 0,-107-54 521 0 0,100 25 0 0 0,-139-45-867 0 0,-1-2 0 0 0,38 2 0 0 0,-43-6-967 0 0,0-1 1 0 0,-1 0-1 0 0,38-9 0 0 0,-17 1-4054 0 0</inkml:trace>
</inkml:ink>
</file>

<file path=ppt/ink/ink1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6:00.913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174 858 12899 0 0,'-1'2'80'0'0,"0"1"1"0"0,0 0-1 0 0,0 0 1 0 0,0 0-1 0 0,0-1 1 0 0,0 1-1 0 0,1 0 1 0 0,-1 0-1 0 0,1 0 1 0 0,0 0-1 0 0,0 0 1 0 0,0 0-1 0 0,0 0 0 0 0,1 0 1 0 0,-1 0-1 0 0,1 0 1 0 0,0 0-1 0 0,0 0 1 0 0,0 0-1 0 0,0 0 1 0 0,0-1-1 0 0,1 1 1 0 0,-1 0-1 0 0,3 3 1 0 0,7 16 331 0 0,11 26-244 0 0,2-1 0 0 0,3-2-1 0 0,1 0 1 0 0,51 60 0 0 0,154 151 704 0 0,-74-104-360 0 0,-124-122-439 0 0,1-2 1 0 0,71 41-1 0 0,-100-65-152 0 0,1 0-1 0 0,-1 0 1 0 0,1-1-1 0 0,-1 0 1 0 0,13 2-1 0 0,-19-5 42 0 0,0 1-1 0 0,0-1 0 0 0,0 0 1 0 0,1 0-1 0 0,-1 0 0 0 0,0 0 1 0 0,1 0-1 0 0,-1 0 0 0 0,0 0 0 0 0,0 0 1 0 0,1-1-1 0 0,-1 1 0 0 0,0 0 1 0 0,0-1-1 0 0,0 1 0 0 0,0-1 1 0 0,1 1-1 0 0,-1-1 0 0 0,0 0 1 0 0,0 1-1 0 0,0-1 0 0 0,0 0 1 0 0,0 0-1 0 0,0 0 0 0 0,-1 0 1 0 0,1 0-1 0 0,0 0 0 0 0,0 0 1 0 0,-1 0-1 0 0,1 0 0 0 0,0 0 0 0 0,-1 0 1 0 0,1 0-1 0 0,-1 0 0 0 0,1-1 1 0 0,-1 1-1 0 0,0 0 0 0 0,0 0 1 0 0,1-1-1 0 0,-1 1 0 0 0,0 0 1 0 0,0 0-1 0 0,0-1 0 0 0,-1-1 1 0 0,0-23-117 0 0,-2 1-1 0 0,0-1 1 0 0,-2 0 0 0 0,-1 1 0 0 0,-9-26 0 0 0,4 12-3 0 0,-25-72-1767 0 0,-4 1 0 0 0,-5 2 0 0 0,-93-161 0 0 0,58 124 278 0 0,-218-368 405 0 0,273 475 1888 0 0,-1 2-1 0 0,-51-54 1 0 0,59 71 33 0 0,-1 2-1 0 0,-1 0 1 0 0,0 1 0 0 0,-1 1 0 0 0,-46-24 0 0 0,65 38-490 0 0,0-1 1 0 0,-1 1-1 0 0,1 0 1 0 0,-1 0-1 0 0,1 1 1 0 0,-1-1 0 0 0,0 0-1 0 0,1 1 1 0 0,-1 0-1 0 0,1 0 1 0 0,-1-1-1 0 0,0 1 1 0 0,1 1-1 0 0,-5 0 1 0 0,6-1-101 0 0,-1 1 0 0 0,1 0 0 0 0,0-1 0 0 0,0 1 0 0 0,0 0 1 0 0,0 0-1 0 0,0 0 0 0 0,0 0 0 0 0,0 0 0 0 0,1 0 0 0 0,-1 0 0 0 0,0 0 0 0 0,0 0 0 0 0,1 0 0 0 0,-1 0 1 0 0,1 1-1 0 0,-1-1 0 0 0,1 0 0 0 0,-1 0 0 0 0,1 1 0 0 0,0-1 0 0 0,0 0 0 0 0,0 1 0 0 0,-1-1 1 0 0,1 0-1 0 0,1 0 0 0 0,-1 1 0 0 0,0-1 0 0 0,0 0 0 0 0,0 1 0 0 0,1 1 0 0 0,2 19 23 0 0,2 1 0 0 0,0 0 0 0 0,2-1 0 0 0,15 38 0 0 0,50 83 289 0 0,-56-111-381 0 0,385 622 1437 0 0,-306-523-946 0 0,6-3 1 0 0,191 185-1 0 0,-186-214-114 0 0,145 103-1 0 0,134 61 429 0 0,204 81 556 0 0,-284-200-1925 0 0,-301-142 463 0 0,52 21-940 0 0,-51-21 592 0 0,-1-1 0 0 0,1 0 1 0 0,-1 0-1 0 0,0 0 1 0 0,1-1-1 0 0,0 1 0 0 0,-1-1 1 0 0,1 0-1 0 0,-1 0 0 0 0,9-2 1 0 0,1-33-4527 0 0,-14 33 4725 0 0,-3-5 1 0 0,-22-45-1450 0 0,24 50 1621 0 0,-23-35-255 0 0,-1 1 0 0 0,-2 2-1 0 0,-2 1 1 0 0,-60-56 0 0 0,-149-101 76 0 0,126 105 320 0 0,-49-40 488 0 0,-373-314 4472 0 0,449 363-4393 0 0,-102-70 0 0 0,112 94-1536 0 0,-3 4-1 0 0,-1 3 1 0 0,-150-60-1 0 0,224 104 868 0 0,0-2 35 0 0,0 1-1 0 0,0 0 0 0 0,0 1 0 0 0,-1-1 1 0 0,1 1-1 0 0,-1 0 0 0 0,1 0 1 0 0,-7 1-1 0 0,12 3 231 0 0,8 4-123 0 0,11 5 13 0 0,127 55 484 0 0,63 31 1140 0 0,76 53 208 0 0,193 99 98 0 0,15-28-534 0 0,-401-187-1377 0 0,203 85 322 0 0,-215-83-675 0 0,119 75 0 0 0,-156-84-270 0 0</inkml:trace>
</inkml:ink>
</file>

<file path=ppt/ink/ink1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6:02.906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590 1 12899 0 0,'0'0'10'0'0,"0"0"-1"0"0,-1 0 1 0 0,1 0 0 0 0,0 0 0 0 0,-1 0 0 0 0,1 0 0 0 0,0 0 0 0 0,-1 0-1 0 0,1 0 1 0 0,0 0 0 0 0,-1 0 0 0 0,1 0 0 0 0,0 0 0 0 0,-1 1 0 0 0,1-1-1 0 0,0 0 1 0 0,0 0 0 0 0,-1 0 0 0 0,1 0 0 0 0,0 1 0 0 0,0-1 0 0 0,-1 0-1 0 0,1 0 1 0 0,0 0 0 0 0,0 1 0 0 0,0-1 0 0 0,-1 0 0 0 0,1 0-1 0 0,0 1 1 0 0,0-1 0 0 0,0 0 0 0 0,0 1 0 0 0,0-1 0 0 0,-1 0 0 0 0,1 0-1 0 0,0 1 1 0 0,0-1 0 0 0,0 0 0 0 0,0 1 0 0 0,0-1 0 0 0,0 0 0 0 0,0 1-1 0 0,0-1 1 0 0,0 0 0 0 0,0 1 0 0 0,10 19-255 0 0,21 19-114 0 0,-2-13 824 0 0,1-2 1 0 0,1 0-1 0 0,48 27 0 0 0,109 47 1947 0 0,-82-45-1072 0 0,42 23-583 0 0,256 147-460 0 0,-98-37-2051 0 0,-290-178 1646 0 0,-11-6 102 0 0,0 0 0 0 0,0 1 0 0 0,0-1 0 0 0,-1 1 0 0 0,1 0 0 0 0,-1 1 0 0 0,5 3 0 0 0,-46-22-1317 0 0,-238-102-3149 0 0,-203-98 677 0 0,340 141 4194 0 0,-1-2-343 0 0,-190-73 1 0 0,284 132 48 0 0,-1 3 1 0 0,-1 1 0 0 0,0 2 0 0 0,0 2 0 0 0,-1 2 0 0 0,0 3 0 0 0,0 1-1 0 0,-79 7 1 0 0,126-4-91 0 0,-12 1 233 0 0,0 0 0 0 0,1 1 0 0 0,-1 1 0 0 0,1 0 0 0 0,-18 7 0 0 0,30-10-224 0 0,-1 0 0 0 0,1 1-1 0 0,-1-1 1 0 0,1 0 0 0 0,0 0-1 0 0,-1 0 1 0 0,1 1 0 0 0,0-1 0 0 0,-1 0-1 0 0,1 0 1 0 0,0 1 0 0 0,-1-1-1 0 0,1 0 1 0 0,0 1 0 0 0,0-1-1 0 0,-1 0 1 0 0,1 1 0 0 0,0-1-1 0 0,0 0 1 0 0,0 1 0 0 0,-1-1 0 0 0,1 1-1 0 0,0-1 1 0 0,0 0 0 0 0,0 1-1 0 0,0-1 1 0 0,0 1 0 0 0,0-1-1 0 0,0 1 1 0 0,0-1 0 0 0,0 0-1 0 0,0 1 1 0 0,0-1 0 0 0,0 1 0 0 0,0-1-1 0 0,0 0 1 0 0,0 1 0 0 0,1-1-1 0 0,-1 1 1 0 0,0-1 0 0 0,0 0-1 0 0,0 1 1 0 0,1-1 0 0 0,-1 0-1 0 0,0 1 1 0 0,0-1 0 0 0,1 0-1 0 0,-1 1 1 0 0,0-1 0 0 0,1 0 0 0 0,-1 0-1 0 0,1 1 1 0 0,23 16 615 0 0,-19-15-525 0 0,62 37 309 0 0,130 53 0 0 0,83 9 359 0 0,-194-71-387 0 0,437 140 1719 0 0,225 82-218 0 0,94 126-824 0 0,-482-218-139 0 0,-83-39-309 0 0,-256-112-672 0 0,-9-4-16 0 0,-1 0 1 0 0,0 0-1 0 0,0 1 1 0 0,0 1-1 0 0,-1 0 1 0 0,11 8-1 0 0,-20-9-284 0 0,-10-4-68 0 0,-12-4-317 0 0,-24-9 418 0 0,-1-2-1 0 0,2-2 1 0 0,0-2 0 0 0,-56-31 0 0 0,39 19 65 0 0,-1054-464-143 0 0,476 197 499 0 0,363 167 74 0 0,36 18-86 0 0,237 110-149 0 0,0-1 0 0 0,1 1 0 0 0,-1-1 0 0 0,1 1 0 0 0,-1-1 0 0 0,1 0 0 0 0,0 0 0 0 0,0 0 0 0 0,-4-4 0 0 0,6 6 47 0 0,0 0-1 0 0,0 0 0 0 0,0-1 1 0 0,0 1-1 0 0,0 0 0 0 0,0 0 1 0 0,0 0-1 0 0,0 0 0 0 0,0-1 1 0 0,0 1-1 0 0,0 0 0 0 0,0 0 1 0 0,0 0-1 0 0,0 0 0 0 0,0-1 1 0 0,0 1-1 0 0,0 0 0 0 0,0 0 1 0 0,0 0-1 0 0,0 0 0 0 0,0-1 1 0 0,0 1-1 0 0,0 0 0 0 0,0 0 1 0 0,0 0-1 0 0,0 0 0 0 0,0 0 1 0 0,1-1-1 0 0,-1 1 0 0 0,0 0 1 0 0,0 0-1 0 0,0 0 0 0 0,0 0 1 0 0,0 0-1 0 0,0 0 0 0 0,1 0 1 0 0,-1-1-1 0 0,0 1 0 0 0,0 0 1 0 0,0 0-1 0 0,0 0 0 0 0,1 0 1 0 0,-1 0-1 0 0,0 0 0 0 0,0 0 1 0 0,0 0-1 0 0,1 0 0 0 0,20 1-260 0 0,30 12-211 0 0,-1 1 1 0 0,-1 3-1 0 0,51 25 1 0 0,-20-9 142 0 0,-2-1 243 0 0,342 132 542 0 0,10-24 1174 0 0,403 51 1871 0 0,-560-134-2576 0 0,-55-8-1647 0 0</inkml:trace>
</inkml:ink>
</file>

<file path=ppt/ink/ink1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6:04.094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0 0 12899 0 0,'8'17'163'0'0,"1"-1"0"0"0,1 0 1 0 0,0-1-1 0 0,13 17 0 0 0,7 8-444 0 0,-22-28 267 0 0,407 579-1011 0 0,-266-395 1128 0 0,237 240 0 0 0,-312-364 338 0 0,129 96-1 0 0,97 40 1009 0 0,-201-148-771 0 0,2-4 0 0 0,3-4 1 0 0,181 63-1 0 0,-279-113-668 0 0,42 12 326 0 0,-45-13-360 0 0,1 0 1 0 0,-1 0-1 0 0,1-1 0 0 0,-1 0 0 0 0,1 0 1 0 0,-1 0-1 0 0,1 0 0 0 0,0 0 0 0 0,-1-1 1 0 0,1 1-1 0 0,3-2 0 0 0,-6 1-2 0 0,-1 1-1 0 0,1-1 1 0 0,0 1-1 0 0,-1-1 1 0 0,1 1-1 0 0,-1-1 1 0 0,1 1 0 0 0,-1-1-1 0 0,1 1 1 0 0,-1-1-1 0 0,0 0 1 0 0,1 1-1 0 0,-1-1 1 0 0,0 0-1 0 0,1 1 1 0 0,-1-1 0 0 0,0 0-1 0 0,0 0 1 0 0,1 1-1 0 0,-1-1 1 0 0,0 0-1 0 0,0 0 1 0 0,0 1-1 0 0,0-1 1 0 0,0 0 0 0 0,0 0-1 0 0,0 1 1 0 0,-1-1-1 0 0,1 0 1 0 0,0 1-1 0 0,0-1 1 0 0,0 0-1 0 0,-1 0 1 0 0,1 1 0 0 0,0-1-1 0 0,-1 0 1 0 0,1 1-1 0 0,-1-1 1 0 0,-18-29-728 0 0,18 29 732 0 0,-83-105-487 0 0,-5 3 0 0 0,-186-165-1 0 0,129 147-385 0 0,-236-148-1 0 0,-139-3 421 0 0,80 49 5647 0 0,406 198-2962 0 0,49 34-1932 0 0,177 140-1064 0 0,-29-22 380 0 0,216 129 254 0 0,-280-199 123 0 0,2-3-1 0 0,108 39 1 0 0,2-15 932 0 0,385 89 1 0 0,-247-109 204 0 0,-331-56-1146 0 0,-11-1-14 0 0,-1 0-1 0 0,1 0 0 0 0,0 0 1 0 0,0-1-1 0 0,0 0 0 0 0,0 0 1 0 0,-1-1-1 0 0,1 1 0 0 0,0-1 0 0 0,10-4 1 0 0,-15 5 1 0 0,-1 0 1 0 0,0-1 0 0 0,0 1-1 0 0,1-1 1 0 0,-1 1 0 0 0,0-1 0 0 0,0 1-1 0 0,0 0 1 0 0,0-1 0 0 0,0 1-1 0 0,1-1 1 0 0,-1 1 0 0 0,0-1-1 0 0,0 1 1 0 0,0-1 0 0 0,0 1-1 0 0,0-1 1 0 0,-1 1 0 0 0,1-1-1 0 0,0 1 1 0 0,0-1 0 0 0,0 1 0 0 0,0-1-1 0 0,0 1 1 0 0,-1-1 0 0 0,1 1-1 0 0,0 0 1 0 0,0-1 0 0 0,-1 1-1 0 0,1-1 1 0 0,0 1 0 0 0,-1 0-1 0 0,1-1 1 0 0,0 1 0 0 0,-1 0-1 0 0,1-1 1 0 0,0 1 0 0 0,-1 0 0 0 0,1 0-1 0 0,-1-1 1 0 0,-20-16-974 0 0,20 16 897 0 0,-40-29-1748 0 0,-52-28 0 0 0,-126-51 644 0 0,71 37 1003 0 0,-165-98 417 0 0,-117-58 2075 0 0,225 142-748 0 0,167 74-1254 0 0,0 1 0 0 0,-1 1 1 0 0,-61-6-1 0 0,91 15-245 0 0,-1 1 0 0 0,1-1-1 0 0,0 2 1 0 0,0-1 0 0 0,-1 1 0 0 0,-15 5-1 0 0,23-6-8 0 0,1 1-1 0 0,-1-1 0 0 0,0 1 0 0 0,1-1 0 0 0,-1 1 0 0 0,1 0 0 0 0,-1 0 0 0 0,1 0 0 0 0,-1 0 0 0 0,1 0 0 0 0,0 0 0 0 0,0 0 0 0 0,-1 1 0 0 0,1-1 0 0 0,0 0 0 0 0,0 1 0 0 0,0-1 0 0 0,0 0 0 0 0,1 1 0 0 0,-1 0 0 0 0,0-1 0 0 0,0 1 0 0 0,1-1 0 0 0,-1 1 0 0 0,1 0 0 0 0,0-1 0 0 0,-1 1 0 0 0,1 0 0 0 0,0-1 0 0 0,0 1 0 0 0,0 0 0 0 0,0 0 0 0 0,1-1 0 0 0,-1 1 0 0 0,0 0 1 0 0,1-1-1 0 0,-1 1 0 0 0,1 0 0 0 0,-1-1 0 0 0,1 1 0 0 0,0-1 0 0 0,-1 1 0 0 0,3 1 0 0 0,9 22 128 0 0,2-1-1 0 0,0-1 1 0 0,2 0 0 0 0,35 40 0 0 0,86 73-305 0 0,-48-58 144 0 0,4-4-1 0 0,143 87 1 0 0,-139-102-183 0 0</inkml:trace>
</inkml:ink>
</file>

<file path=ppt/ink/ink1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6:07.490"/>
    </inkml:context>
    <inkml:brush xml:id="br0">
      <inkml:brushProperty name="width" value="0.3" units="cm"/>
      <inkml:brushProperty name="height" value="0.6" units="cm"/>
      <inkml:brushProperty name="color" value="#FF40FF"/>
      <inkml:brushProperty name="tip" value="rectangle"/>
      <inkml:brushProperty name="rasterOp" value="maskPen"/>
    </inkml:brush>
  </inkml:definitions>
  <inkml:trace contextRef="#ctx0" brushRef="#br0">1 200 13827 0 0,'33'2'402'0'0,"0"1"0"0"0,51 13 0 0 0,-39-7-348 0 0,498 122-408 0 0,-443-99 364 0 0,-3 5-1 0 0,-1 4 1 0 0,127 74-1 0 0,-80-29 135 0 0,214 126 707 0 0,-43-21 54 0 0,65 36-3 0 0,-346-210-795 0 0,0-1 0 0 0,1-2 0 0 0,1-2 0 0 0,42 11 0 0 0,-77-23-108 0 0,0 0 0 0 0,0 0 1 0 0,0 0-1 0 0,0 0 0 0 0,0 0 1 0 0,0 0-1 0 0,-1 0 0 0 0,1 0 0 0 0,0 0 1 0 0,0 0-1 0 0,0 0 0 0 0,0 0 0 0 0,0-1 1 0 0,0 1-1 0 0,0 0 0 0 0,0 0 0 0 0,-1 0 1 0 0,1 0-1 0 0,0 0 0 0 0,0 0 1 0 0,0 0-1 0 0,0 0 0 0 0,0 0 0 0 0,0 0 1 0 0,0 0-1 0 0,0 0 0 0 0,0-1 0 0 0,0 1 1 0 0,0 0-1 0 0,-1 0 0 0 0,1 0 1 0 0,0 0-1 0 0,0 0 0 0 0,0 0 0 0 0,0 0 1 0 0,0-1-1 0 0,0 1 0 0 0,0 0 0 0 0,0 0 1 0 0,0 0-1 0 0,0 0 0 0 0,0 0 1 0 0,0 0-1 0 0,0 0 0 0 0,0-1 0 0 0,0 1 1 0 0,0 0-1 0 0,0 0 0 0 0,0 0 0 0 0,1 0 1 0 0,-1 0-1 0 0,0 0 0 0 0,0 0 1 0 0,0-1-1 0 0,0 1 0 0 0,0 0 0 0 0,0 0 1 0 0,0 0-1 0 0,0 0 0 0 0,0 0 0 0 0,0 0 1 0 0,0 0-1 0 0,1 0 0 0 0,-1 0 1 0 0,0 0-1 0 0,0 0 0 0 0,0 0 0 0 0,0 0 1 0 0,0-1-1 0 0,-13-13-240 0 0,-21-17-245 0 0,-30-21-495 0 0,-127-78 0 0 0,-83-23-698 0 0,-25-15 262 0 0,46 0 1359 0 0,-72-43 1335 0 0,235 162-829 0 0,-130-51 0 0 0,-104-18-689 0 0,-93-39 1666 0 0,399 148-1219 0 0,14 6-71 0 0,0 1 0 0 0,-1 0 1 0 0,1 0-1 0 0,-1 0 1 0 0,0 0-1 0 0,0 1 1 0 0,0 0-1 0 0,-6-1 1 0 0,15 7 65 0 0,-1-1 0 0 0,1 1 1 0 0,1 0-1 0 0,-1-1 1 0 0,6 5-1 0 0,23 14-206 0 0,1-1 0 0 0,1-2 1 0 0,1-2-1 0 0,58 22 0 0 0,161 41 69 0 0,-116-41 113 0 0,57 26-117 0 0,365 181 1 0 0,-344-128-26 0 0,264 191 0 0 0,-122-25 97 0 0,-156-117-12 0 0,-191-159-51 0 0,59 51 590 0 0,-64-53-532 0 0,0 1-1 0 0,0 0 0 0 0,0 1 0 0 0,-1-1 1 0 0,0 1-1 0 0,7 15 0 0 0,-13-23-119 0 0,1 0-1 0 0,0 0 0 0 0,-1 0 1 0 0,1 0-1 0 0,-1 0 0 0 0,0 0 1 0 0,1 0-1 0 0,-1 0 0 0 0,0 0 1 0 0,0 1-1 0 0,0-1 0 0 0,0 0 1 0 0,0 0-1 0 0,0 0 0 0 0,0 0 0 0 0,0 0 1 0 0,0 1-1 0 0,0-1 0 0 0,-1 0 1 0 0,1 0-1 0 0,0 0 0 0 0,-1 2 1 0 0,0-3-1 0 0,0 1 1 0 0,0 0 0 0 0,0-1-1 0 0,0 1 1 0 0,0 0-1 0 0,0-1 1 0 0,0 1 0 0 0,0-1-1 0 0,0 1 1 0 0,0-1-1 0 0,0 0 1 0 0,0 0 0 0 0,0 1-1 0 0,0-1 1 0 0,-1 0-1 0 0,1 0 1 0 0,0 0 0 0 0,-2 0-1 0 0,-7-1 62 0 0,0-1 0 0 0,0 0 0 0 0,-19-6-1 0 0,22 6-8 0 0,-192-65 260 0 0,-269-131 0 0 0,-9-63-784 0 0,98 28-149 0 0,349 214-751 0 0,-57-26-1 0 0</inkml:trace>
</inkml:ink>
</file>

<file path=ppt/ink/ink1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6:08.456"/>
    </inkml:context>
    <inkml:brush xml:id="br0">
      <inkml:brushProperty name="width" value="0.3" units="cm"/>
      <inkml:brushProperty name="height" value="0.6" units="cm"/>
      <inkml:brushProperty name="color" value="#FF40FF"/>
      <inkml:brushProperty name="tip" value="rectangle"/>
      <inkml:brushProperty name="rasterOp" value="maskPen"/>
    </inkml:brush>
  </inkml:definitions>
  <inkml:trace contextRef="#ctx0" brushRef="#br0">4 58 8754 0 0,'0'-1'-23'0'0,"-1"1"1"0"0,1-1-1 0 0,-1 0 0 0 0,1 1 1 0 0,0-1-1 0 0,0 0 0 0 0,-1 0 1 0 0,1 1-1 0 0,0-1 0 0 0,0 0 1 0 0,0 0-1 0 0,0 0 0 0 0,0 1 1 0 0,0-1-1 0 0,0 0 0 0 0,0 0 1 0 0,0 0-1 0 0,0 1 0 0 0,0-1 1 0 0,1 0-1 0 0,-1 0 0 0 0,0 1 1 0 0,1-1-1 0 0,-1 0 0 0 0,0 0 1 0 0,1 1-1 0 0,-1-1 0 0 0,1 0 1 0 0,-1 1-1 0 0,1-1 0 0 0,-1 1 1 0 0,1-1-1 0 0,-1 1 0 0 0,1-1 1 0 0,0 1-1 0 0,-1-1 0 0 0,1 1 1 0 0,0-1-1 0 0,-1 1 0 0 0,1 0 1 0 0,0 0-1 0 0,0-1 0 0 0,-1 1 1 0 0,1 0-1 0 0,0 0 0 0 0,0 0 1 0 0,0-1-1 0 0,10-4-425 0 0,-1 1 232 0 0,1 0 0 0 0,0 0 1 0 0,-1 1-1 0 0,1 0 0 0 0,1 1 1 0 0,-1 0-1 0 0,0 1 0 0 0,13 0 1 0 0,99 7 1061 0 0,-80-2-230 0 0,328 41 2151 0 0,-209-22-1729 0 0,803 175 3775 0 0,-314 4-3574 0 0,-285-82-1074 0 0,-266-93-162 0 0,116 14 1 0 0,-40-9 53 0 0,-159-29-47 0 0,-9-2 15 0 0,-1 1 0 0 0,0-1 0 0 0,0 1 0 0 0,0 0 0 0 0,0 1 0 0 0,0-1 1 0 0,10 7-1 0 0,-16-3-191 0 0,-9-3-58 0 0,-14 1-163 0 0,-403 9-1521 0 0,-3-33 558 0 0,155-2-199 0 0,-327-69-1 0 0,-295-114-1106 0 0,606 135 2821 0 0,223 58 938 0 0,0 3 0 0 0,-96-2 0 0 0,192 13-136 0 0,37 7 0 0 0,-5 0-826 0 0,1481 170 899 0 0,-1396-162-1026 0 0,940 118 5557 0 0,-1061-132-5227 0 0,-12-3-118 0 0,0 2-1 0 0,1 0 0 0 0,-1 1 1 0 0,0 0-1 0 0,0 1 1 0 0,26 12-1 0 0,-47-19-291 0 0,0 1 1 0 0,0 0 0 0 0,0 0-1 0 0,0 1 1 0 0,-11-1-1 0 0,-12-2-260 0 0,-93-15-5755 0 0,38 11-187 0 0</inkml:trace>
</inkml:ink>
</file>

<file path=ppt/ink/ink1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6:09.332"/>
    </inkml:context>
    <inkml:brush xml:id="br0">
      <inkml:brushProperty name="width" value="0.3" units="cm"/>
      <inkml:brushProperty name="height" value="0.6" units="cm"/>
      <inkml:brushProperty name="color" value="#FF40FF"/>
      <inkml:brushProperty name="tip" value="rectangle"/>
      <inkml:brushProperty name="rasterOp" value="maskPen"/>
    </inkml:brush>
  </inkml:definitions>
  <inkml:trace contextRef="#ctx0" brushRef="#br0">198 0 9218 0 0,'810'415'1951'0'0,"-282"-153"-653"0"0,-183-88 192 0 0,367 204 2363 0 0,-552-288-3688 0 0,91 60-230 0 0,-232-135-356 0 0,-34-14-1195 0 0,-201-63-3864 0 0,-404-178 0 0 0,-27-71 5499 0 0,350 150 1721 0 0,-39-20-235 0 0,-14 30-949 0 0,236 112-341 0 0,-273-107 2197 0 0,382 144-2337 0 0,1 0 21 0 0,0 1 0 0 0,0-1 0 0 0,1 0 0 0 0,-1-1 0 0 0,0 1 0 0 0,1 0 0 0 0,-6-7 0 0 0,9 9-75 0 0,0 0 1 0 0,0 0-1 0 0,0 0 0 0 0,0-1 1 0 0,0 1-1 0 0,0 0 1 0 0,0 0-1 0 0,0-1 1 0 0,0 1-1 0 0,1 0 1 0 0,-1 0-1 0 0,0 0 1 0 0,0-1-1 0 0,0 1 1 0 0,1 0-1 0 0,-1 0 1 0 0,0 0-1 0 0,0 0 1 0 0,0-1-1 0 0,1 1 1 0 0,-1 0-1 0 0,0 0 0 0 0,0 0 1 0 0,1 0-1 0 0,-1 0 1 0 0,0 0-1 0 0,0 0 1 0 0,1 0-1 0 0,-1 0 1 0 0,0 0-1 0 0,0 0 1 0 0,1 0-1 0 0,-1 0 1 0 0,0 0-1 0 0,0 0 1 0 0,1 0-1 0 0,-1 0 1 0 0,0 0-1 0 0,0 0 0 0 0,1 0 1 0 0,-1 0-1 0 0,0 0 1 0 0,0 1-1 0 0,1-1 1 0 0,16 1 357 0 0,277 52-683 0 0,-4 25-455 0 0,-168-44 611 0 0,1181 400 630 0 0,-1047-331 207 0 0,654 289 3604 0 0,-777-331-3934 0 0,-50-24-631 0 0,-2 3 1 0 0,79 54-1 0 0</inkml:trace>
</inkml:ink>
</file>

<file path=ppt/ink/ink1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6:10.206"/>
    </inkml:context>
    <inkml:brush xml:id="br0">
      <inkml:brushProperty name="width" value="0.3" units="cm"/>
      <inkml:brushProperty name="height" value="0.6" units="cm"/>
      <inkml:brushProperty name="color" value="#FF40FF"/>
      <inkml:brushProperty name="tip" value="rectangle"/>
      <inkml:brushProperty name="rasterOp" value="maskPen"/>
    </inkml:brush>
  </inkml:definitions>
  <inkml:trace contextRef="#ctx0" brushRef="#br0">343 22 14283 0 0,'-14'-5'135'0'0,"0"1"0"0"0,-1 0 0 0 0,1 1 1 0 0,-1 1-1 0 0,0 0 0 0 0,0 1 0 0 0,0 0 0 0 0,-21 3 0 0 0,35-2-130 0 0,0 0 1 0 0,1 0-1 0 0,-1 0 0 0 0,0 0 0 0 0,0 0 0 0 0,1 0 0 0 0,-1 0 0 0 0,0 0 0 0 0,1 0 0 0 0,-1 0 0 0 0,0 1 1 0 0,0-1-1 0 0,1 0 0 0 0,-1 1 0 0 0,1-1 0 0 0,-1 0 0 0 0,0 1 0 0 0,1-1 0 0 0,-1 1 0 0 0,1-1 0 0 0,-1 1 0 0 0,1-1 1 0 0,-1 1-1 0 0,1-1 0 0 0,-1 1 0 0 0,1-1 0 0 0,-1 2 0 0 0,1-1 1 0 0,0 0 1 0 0,0-1-1 0 0,1 1 0 0 0,-1 0 0 0 0,0 0 1 0 0,0 0-1 0 0,1 0 0 0 0,-1 0 0 0 0,1-1 1 0 0,-1 1-1 0 0,1 0 0 0 0,-1 0 0 0 0,1 0 1 0 0,-1-1-1 0 0,1 1 0 0 0,0 0 0 0 0,0 0 1 0 0,35 25-300 0 0,324 138-2488 0 0,-176-86 2797 0 0,1128 465 3530 0 0,-1130-469-3258 0 0,253 143-1 0 0,-360-176-270 0 0,-11-7-10 0 0,-1 3 0 0 0,-2 2 0 0 0,57 49 1 0 0,-114-85 71 0 0,0 1 1 0 0,0 0-1 0 0,0 0 0 0 0,0 0 1 0 0,3 7-1 0 0,-6-11-52 0 0,-1 1-1 0 0,0-1 0 0 0,0 1 1 0 0,1 0-1 0 0,-1-1 0 0 0,0 1 1 0 0,0-1-1 0 0,0 1 0 0 0,1 0 1 0 0,-1-1-1 0 0,0 1 0 0 0,0 0 0 0 0,0-1 1 0 0,0 1-1 0 0,0 0 0 0 0,0-1 1 0 0,0 1-1 0 0,-1 0 0 0 0,1-1 1 0 0,0 1-1 0 0,-1 1 0 0 0,1-2 14 0 0,-1 1 0 0 0,0 0 0 0 0,0 0-1 0 0,0 0 1 0 0,0-1 0 0 0,0 1 0 0 0,0 0 0 0 0,0-1 0 0 0,0 1-1 0 0,0-1 1 0 0,0 0 0 0 0,0 1 0 0 0,0-1 0 0 0,0 0 0 0 0,0 1-1 0 0,-1-1 1 0 0,0 0 0 0 0,-13 2 46 0 0,1-1 0 0 0,-1-1 0 0 0,1 0 0 0 0,-1-1-1 0 0,-18-4 1 0 0,-76-19-309 0 0,66 13 22 0 0,-614-177-2488 0 0,644 184 2662 0 0,-373-125 534 0 0,-550-266 0 0 0,541 167 1064 0 0,194 104-1155 0 0,126 84-558 0 0,46 25 134 0 0,1 0-1 0 0,0-1 1 0 0,-29-24-1 0 0,56 39 17 0 0,0 0 1 0 0,0 1-1 0 0,0-1 0 0 0,0 0 0 0 0,0 0 0 0 0,0 0 1 0 0,0 0-1 0 0,0 0 0 0 0,0 0 0 0 0,1 0 1 0 0,-1 0-1 0 0,0 0 0 0 0,1 0 0 0 0,-1 0 1 0 0,1-1-1 0 0,-1 1 0 0 0,1 0 0 0 0,-1 0 1 0 0,1-1-1 0 0,0 1 0 0 0,-1-3 0 0 0,2 3-2 0 0,-1 1-1 0 0,1-1 0 0 0,0 0 0 0 0,-1 0 1 0 0,1 1-1 0 0,0-1 0 0 0,-1 0 1 0 0,1 1-1 0 0,0-1 0 0 0,0 1 1 0 0,0-1-1 0 0,-1 1 0 0 0,1-1 0 0 0,0 1 1 0 0,0 0-1 0 0,0-1 0 0 0,0 1 1 0 0,0 0-1 0 0,0 0 0 0 0,0 0 0 0 0,2-1 1 0 0,10 0 27 0 0,1 1 0 0 0,26 1 0 0 0,-35 0-29 0 0,64 6-302 0 0,116 27-1 0 0,66 35 222 0 0,-190-51 97 0 0,1211 378 1141 0 0,-667-134-920 0 0,-372-151-1439 0 0,-164-80 735 0 0</inkml:trace>
</inkml:ink>
</file>

<file path=ppt/ink/ink1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6:15.043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2867 0 8290 0 0,'-43'34'733'0'0,"1"1"-1"0"0,-45 49 1 0 0,25-22-363 0 0,-537 525 2335 0 0,-332 297-1391 0 0,399-388-1948 0 0,256-222 1086 0 0,194-185-51 0 0,-84 120 1 0 0,161-201-594 0 0,-1 0-215 0 0,0 0 0 0 0,1 0 0 0 0,0 1 0 0 0,0 0-1 0 0,1 0 1 0 0,-6 15 0 0 0,10-22 98 0 0,0-2 248 0 0,0 1-1 0 0,0-1 0 0 0,0 1 1 0 0,0-1-1 0 0,0 1 0 0 0,0-1 1 0 0,0 0-1 0 0,0 1 0 0 0,0-1 0 0 0,0 1 1 0 0,44-7-4218 0 0,-43 5 4171 0 0,40-22-964 0 0,-2-2 0 0 0,52-43 1 0 0,-57 42 765 0 0,321-279-59 0 0,-140 111 763 0 0,185-174 808 0 0,-173 154-166 0 0,-22 20 326 0 0,114-102 778 0 0,-41 38-490 0 0,0 0-31 0 0,-155 146-1161 0 0,-5-5 1 0 0,127-163 0 0 0,-242 275-478 0 0,1 0 1 0 0,0 0-1 0 0,-1 0 1 0 0,0 0-1 0 0,4-10 1 0 0,-7 14 15 0 0,0 1 0 0 0,0-1 0 0 0,1 1 0 0 0,-1-1 0 0 0,0 0 0 0 0,0 1 0 0 0,0-1-1 0 0,0 1 1 0 0,0-1 0 0 0,0 0 0 0 0,0 1 0 0 0,0-1 0 0 0,0 0 0 0 0,0 1 0 0 0,-1-1 0 0 0,1 0 0 0 0,0 1 0 0 0,0-1 0 0 0,0 1 0 0 0,-1-1 0 0 0,1 1 0 0 0,0-1 0 0 0,-1 1 0 0 0,0-2 0 0 0,0 2 7 0 0,0-1 1 0 0,0 1 0 0 0,0-1-1 0 0,-1 1 1 0 0,1-1 0 0 0,0 1 0 0 0,0 0-1 0 0,-1-1 1 0 0,1 1 0 0 0,0 0-1 0 0,-1 0 1 0 0,1 0 0 0 0,0 0 0 0 0,0 0-1 0 0,-1 0 1 0 0,1 1 0 0 0,-2-1-1 0 0,-16 4 183 0 0,-1 1 0 0 0,1 1 0 0 0,0 0 0 0 0,0 2 0 0 0,1 0 0 0 0,-21 12 0 0 0,-101 72 451 0 0,118-77-591 0 0,-495 386 1237 0 0,24 31 20 0 0,190-162-711 0 0,-226 202-302 0 0,400-356-397 0 0,-320 307-3048 0 0,353-332-996 0 0,7-5-1137 0 0</inkml:trace>
</inkml:ink>
</file>

<file path=ppt/ink/ink1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6:15.694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2194 4 14283 0 0,'-1'0'38'0'0,"1"-1"0"0"0,-1 1 1 0 0,1-1-1 0 0,-1 1 0 0 0,1 0 0 0 0,-1 0 0 0 0,0-1 1 0 0,1 1-1 0 0,-1 0 0 0 0,1 0 0 0 0,-1 0 1 0 0,1-1-1 0 0,-1 1 0 0 0,0 0 0 0 0,1 0 0 0 0,-1 0 1 0 0,1 0-1 0 0,-1 0 0 0 0,0 0 0 0 0,1 0 0 0 0,-1 1 1 0 0,1-1-1 0 0,-1 0 0 0 0,0 0 0 0 0,1 0 0 0 0,-1 0 1 0 0,1 1-1 0 0,-1-1 0 0 0,1 0 0 0 0,-1 1 0 0 0,1-1 1 0 0,-1 0-1 0 0,1 1 0 0 0,-1-1 0 0 0,1 1 0 0 0,0-1 1 0 0,-1 1-1 0 0,1-1 0 0 0,-1 1 0 0 0,1 0 1 0 0,-25 31-606 0 0,13-16 558 0 0,-374 543-3292 0 0,85-112 2986 0 0,-3-25-311 0 0,-30 20-240 0 0,159-218 165 0 0,78-98-16 0 0,-173 233 665 0 0,26 17-2621 0 0,221-335 75 0 0</inkml:trace>
</inkml:ink>
</file>

<file path=ppt/ink/ink1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6:15.981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733 2689 3225 0 0,'578'-751'-1096'0'0,"-365"469"1549"0"0,479-681 906 0 0,-453 617 501 0 0,-128 188-65 0 0,2-30 6009 0 0,-130 199-6530 0 0,-23 25-523 0 0,-493 566 620 0 0,-911 1052-1051 0 0,1048-1214-1508 0 0,232-252-4047 0 0,79-89-240 0 0</inkml:trace>
</inkml:ink>
</file>

<file path=ppt/ink/ink1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6:16.836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1736 192 8754 0 0,'2'-10'536'0'0,"4"-34"-332"0"0,-6 42-30 0 0,0-1 0 0 0,0 0 0 0 0,0 1 0 0 0,0-1-1 0 0,0 0 1 0 0,-1 1 0 0 0,1-1 0 0 0,-1 0 0 0 0,0 1 0 0 0,0-1 0 0 0,0 1 0 0 0,-2-5 0 0 0,2 6-132 0 0,0 0 1 0 0,0 1-1 0 0,0-1 1 0 0,0 0 0 0 0,0 1-1 0 0,0-1 1 0 0,0 1-1 0 0,0-1 1 0 0,0 1 0 0 0,0 0-1 0 0,-1-1 1 0 0,1 1 0 0 0,0 0-1 0 0,0 0 1 0 0,0 0-1 0 0,0 0 1 0 0,-1 0 0 0 0,1 0-1 0 0,0 0 1 0 0,0 0-1 0 0,0 0 1 0 0,-1 1 0 0 0,1-1-1 0 0,0 0 1 0 0,0 1-1 0 0,0-1 1 0 0,0 1 0 0 0,0-1-1 0 0,0 1 1 0 0,0 0 0 0 0,0-1-1 0 0,-1 2 1 0 0,-35 27 233 0 0,33-26-225 0 0,-89 84 399 0 0,-164 200 1 0 0,-51 128-94 0 0,187-247-288 0 0,-271 406 7 0 0,-16-8-168 0 0,396-551 67 0 0,5-6 4 0 0,0 0-1 0 0,0 0 1 0 0,-1-1 0 0 0,0 0-1 0 0,-15 11 1 0 0,23-19 18 0 0,0 1 0 0 0,0-1 0 0 0,0 0 0 0 0,0 0 0 0 0,0 0 0 0 0,0 0 0 0 0,0 0 0 0 0,-1 0 0 0 0,1 0 0 0 0,0 1 0 0 0,0-1 0 0 0,0 0 0 0 0,0 0 1 0 0,0 0-1 0 0,0 0 0 0 0,-1 0 0 0 0,1 0 0 0 0,0 0 0 0 0,0 0 0 0 0,0 0 0 0 0,0 0 0 0 0,0 0 0 0 0,-1 0 0 0 0,1 0 0 0 0,0 0 0 0 0,0 0 0 0 0,0 0 0 0 0,0 0 0 0 0,0 0 0 0 0,-1 0 0 0 0,1 0 0 0 0,0 0 1 0 0,0 0-1 0 0,0 0 0 0 0,0 0 0 0 0,0 0 0 0 0,-1 0 0 0 0,1 0 0 0 0,0 0 0 0 0,0 0 0 0 0,0-1 0 0 0,0 1 0 0 0,0 0 0 0 0,0 0 0 0 0,0 0 0 0 0,-1 0 0 0 0,1 0 0 0 0,0 0 0 0 0,0 0 0 0 0,0-1 0 0 0,0 1 1 0 0,0 0-1 0 0,0 0 0 0 0,0 0 0 0 0,0 0 0 0 0,0 0 0 0 0,0-1 0 0 0,0 1 0 0 0,0 0 0 0 0,0 0 0 0 0,0 0 0 0 0,3-15-83 0 0,12-18-15 0 0,33-48-363 0 0,68-90 0 0 0,71-66-629 0 0,-28 37 667 0 0,457-485 137 0 0,-93 211 558 0 0,-172 211-531 0 0,-186 146 1408 0 0,-154 109-886 0 0,-7 4-64 0 0,1 1 1 0 0,-1 0 0 0 0,1 0 0 0 0,0 0-1 0 0,-1 0 1 0 0,11 1 1195 0 0,-17 12-814 0 0,-6 8 3 0 0,-25 30-96 0 0,-1-1 0 0 0,-3-2 1 0 0,-48 46-1 0 0,33-35-202 0 0,-668 766 645 0 0,394-405-1122 0 0,41 32-1886 0 0,206-295 1242 0 0</inkml:trace>
</inkml:ink>
</file>

<file path=ppt/ink/ink1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6:17.340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2673 1 14283 0 0,'-14'6'55'0'0,"1"1"1"0"0,0 0-1 0 0,0 1 0 0 0,1 1 1 0 0,0 0-1 0 0,1 1 0 0 0,-16 15 0 0 0,-1 1-298 0 0,-775 771-2845 0 0,493-475 2624 0 0,-832 903-2168 0 0,949-995 90 0 0,111-123 59 0 0</inkml:trace>
</inkml:ink>
</file>

<file path=ppt/ink/ink1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46:17.593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1 2499 456 0 0,'456'-506'1206'0'0,"-434"482"-1148"0"0,1345-1489 4118 0 0,-1265 1399-2776 0 0,210-183 1 0 0,-300 287-1269 0 0,-7 6-40 0 0,-1 0 0 0 0,1 0 0 0 0,-1 1 0 0 0,1-1 0 0 0,0 1 0 0 0,1 0 0 0 0,-1 0 0 0 0,0 1 0 0 0,8-3 0 0 0,-13 5-76 0 0,1 0 0 0 0,-1 0 1 0 0,0 1-1 0 0,1-1 0 0 0,-1 0 0 0 0,0 0 1 0 0,0 0-1 0 0,1 0 0 0 0,-1 0 0 0 0,0 0 1 0 0,0 1-1 0 0,1-1 0 0 0,-1 0 1 0 0,0 0-1 0 0,0 0 0 0 0,1 1 0 0 0,-1-1 1 0 0,0 0-1 0 0,0 0 0 0 0,0 1 0 0 0,1-1 1 0 0,-1 0-1 0 0,0 1 0 0 0,0-1 1 0 0,0 0-1 0 0,0 0 0 0 0,0 1 0 0 0,0-1 1 0 0,0 0-1 0 0,0 1 0 0 0,0-1 0 0 0,0 0 1 0 0,0 1-1 0 0,0-1 0 0 0,0 0 1 0 0,0 1-1 0 0,0-1 0 0 0,0 0 0 0 0,0 0 1 0 0,0 1-1 0 0,0-1 0 0 0,0 0 0 0 0,0 1 1 0 0,0-1-1 0 0,-1 0 0 0 0,1 0 0 0 0,0 1 1 0 0,0-1-1 0 0,0 0 0 0 0,-1 0 1 0 0,1 1-1 0 0,-9 19 378 0 0,9-19-346 0 0,-27 45 1373 0 0,-52 68 0 0 0,40-59-833 0 0,-1018 1261 4198 0 0,688-917-4443 0 0,135-146-674 0 0,81-90-154 0 0</inkml:trace>
</inkml:ink>
</file>

<file path=ppt/ink/ink1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6:33.733"/>
    </inkml:context>
    <inkml:brush xml:id="br0">
      <inkml:brushProperty name="width" value="0.35" units="cm"/>
      <inkml:brushProperty name="height" value="0.35" units="cm"/>
      <inkml:brushProperty name="color" value="#F6630D"/>
    </inkml:brush>
  </inkml:definitions>
  <inkml:trace contextRef="#ctx0" brushRef="#br0">175 30 3225 0 0,'10'-5'432'0'0,"0"1"-1"0"0,0 0 1 0 0,0 0 0 0 0,0 1 0 0 0,1 0 0 0 0,-1 1-1 0 0,1 0 1 0 0,0 1 0 0 0,-1 0 0 0 0,1 0 0 0 0,21 3-1 0 0,-26-2-255 0 0,0 1-1 0 0,0 0 0 0 0,0 0 0 0 0,0 1 0 0 0,0-1 0 0 0,-1 1 0 0 0,1 1 1 0 0,0-1-1 0 0,-1 1 0 0 0,0 0 0 0 0,1 0 0 0 0,-1 1 0 0 0,0-1 0 0 0,-1 1 1 0 0,1 0-1 0 0,-1 1 0 0 0,0-1 0 0 0,0 1 0 0 0,0-1 0 0 0,0 1 0 0 0,-1 1 1 0 0,4 6-1 0 0,-1 4-64 0 0,-1-1 0 0 0,-1 1 1 0 0,0 0-1 0 0,-1 1 0 0 0,-1-1 1 0 0,-1 0-1 0 0,0 1 1 0 0,-1-1-1 0 0,-1 1 0 0 0,0-1 1 0 0,-5 23-1 0 0,-1-5 89 0 0,-2 1 0 0 0,-1-2 0 0 0,-1 1 0 0 0,-21 40 0 0 0,20-50-179 0 0,-1 0 1 0 0,-1-2-1 0 0,-1 1 0 0 0,-31 34 0 0 0,35-45-3 0 0,0-2-1 0 0,0 1 0 0 0,-1-1 1 0 0,0-1-1 0 0,-1 0 1 0 0,0-1-1 0 0,0-1 0 0 0,-1 0 1 0 0,-25 9-1 0 0,36-14 28 0 0,-1-1-1 0 0,1 0 1 0 0,-1 0-1 0 0,1 0 1 0 0,-1-1-1 0 0,1 1 1 0 0,-1-1-1 0 0,1 0 1 0 0,-1 0-1 0 0,1 0 1 0 0,-1 0-1 0 0,0-1 1 0 0,1 1-1 0 0,-1-1 1 0 0,1 0-1 0 0,0 0 1 0 0,-1 0-1 0 0,1-1 1 0 0,0 1-1 0 0,-1-1 1 0 0,1 0-1 0 0,0 0 1 0 0,0 0-1 0 0,1 0 1 0 0,-1 0-1 0 0,-4-5 1 0 0,3 1-47 0 0,0 1 0 0 0,1-1 0 0 0,-1 0 1 0 0,1-1-1 0 0,1 1 0 0 0,-1 0 0 0 0,1-1 0 0 0,0 0 1 0 0,1 1-1 0 0,-1-1 0 0 0,1 0 0 0 0,1 0 0 0 0,-1-8 0 0 0,2 0-105 0 0,0 0 0 0 0,1 0-1 0 0,0 1 1 0 0,1-1 0 0 0,1 1-1 0 0,0-1 1 0 0,1 1 0 0 0,1 0-1 0 0,0 1 1 0 0,1 0 0 0 0,0 0-1 0 0,1 0 1 0 0,15-18 0 0 0,3 0 214 0 0,1 1 1 0 0,1 2 0 0 0,60-47-1 0 0,-77 66-12 0 0,1 1 0 0 0,-1 0 0 0 0,2 1-1 0 0,-1 0 1 0 0,1 1 0 0 0,0 0 0 0 0,0 1 0 0 0,1 1-1 0 0,17-4 1 0 0,-23 7 27 0 0,-1 0-1 0 0,1 0 0 0 0,-1 1 0 0 0,1 0 1 0 0,-1 1-1 0 0,1-1 0 0 0,-1 2 1 0 0,1-1-1 0 0,-1 1 0 0 0,1 0 1 0 0,-1 0-1 0 0,0 1 0 0 0,0 0 0 0 0,0 0 1 0 0,-1 1-1 0 0,1 0 0 0 0,-1 0 1 0 0,0 1-1 0 0,6 5 0 0 0,-6-6-62 0 0,-1 1-1 0 0,0 0 0 0 0,-1 1 1 0 0,1-1-1 0 0,-1 1 0 0 0,0 0 1 0 0,-1 0-1 0 0,1 0 1 0 0,-1 0-1 0 0,0 1 0 0 0,-1-1 1 0 0,1 1-1 0 0,-1 0 0 0 0,-1 0 1 0 0,2 9-1 0 0,-2-7-31 0 0,-1 0 0 0 0,0 1 0 0 0,-1-1 0 0 0,0 0 1 0 0,-1 1-1 0 0,1-1 0 0 0,-2 0 0 0 0,1 0 0 0 0,-1 0 0 0 0,-1-1 0 0 0,-5 11 0 0 0,-2 2-33 0 0,-1 0 0 0 0,-1-1-1 0 0,-1-1 1 0 0,-1 0 0 0 0,-1-1 0 0 0,-22 21-1 0 0,24-27 0 0 0,0 0-1 0 0,0-1 0 0 0,-1-1 1 0 0,0-1-1 0 0,-1 0 1 0 0,0 0-1 0 0,0-2 0 0 0,-1 0 1 0 0,-17 4-1 0 0,30-9 20 0 0,0-1-1 0 0,-1 0 1 0 0,1-1 0 0 0,0 1-1 0 0,0-1 1 0 0,-1 1-1 0 0,1-1 1 0 0,0-1 0 0 0,-1 1-1 0 0,1-1 1 0 0,0 1-1 0 0,0-1 1 0 0,0 0 0 0 0,-1-1-1 0 0,1 1 1 0 0,0-1-1 0 0,1 0 1 0 0,-1 0 0 0 0,-4-2-1 0 0,4 0 13 0 0,0 0 0 0 0,0 0 0 0 0,0 0 0 0 0,1-1 0 0 0,-1 1 0 0 0,1-1 0 0 0,0 0 0 0 0,0 0 0 0 0,1 0 0 0 0,0 0 0 0 0,-1-1 0 0 0,2 1 0 0 0,-3-11 0 0 0,-1-6 24 0 0,2 1 0 0 0,0-1-1 0 0,2 0 1 0 0,0 0 0 0 0,1 0-1 0 0,2 0 1 0 0,0 0 0 0 0,1 0-1 0 0,1 1 1 0 0,12-35-1 0 0,-11 40-19 0 0,1 1 0 0 0,0-1 0 0 0,2 1 0 0 0,-1 0 0 0 0,2 1 0 0 0,0 0 0 0 0,1 0 0 0 0,0 1 0 0 0,1 0 1 0 0,1 1-1 0 0,0 0 0 0 0,0 1 0 0 0,1 1 0 0 0,23-15 0 0 0,-31 22-17 0 0,0 0 0 0 0,1 0 0 0 0,-1 0 0 0 0,1 1 0 0 0,0 0 0 0 0,0 0 0 0 0,0 0 0 0 0,0 1 1 0 0,0 0-1 0 0,0 0 0 0 0,0 0 0 0 0,0 1 0 0 0,0 0 0 0 0,1 0 0 0 0,-1 1 0 0 0,0 0 0 0 0,0 0 1 0 0,0 0-1 0 0,0 1 0 0 0,0 0 0 0 0,0 0 0 0 0,-1 0 0 0 0,1 1 0 0 0,0 0 0 0 0,-1 0 0 0 0,0 0 1 0 0,0 1-1 0 0,0-1 0 0 0,0 1 0 0 0,-1 0 0 0 0,1 1 0 0 0,-1-1 0 0 0,0 1 0 0 0,0 0 0 0 0,3 6 1 0 0,3 5-44 0 0,0 2 1 0 0,-1-1 0 0 0,-1 1 0 0 0,0 0 0 0 0,-1 1-1 0 0,-2-1 1 0 0,1 1 0 0 0,-2 1 0 0 0,-1-1 0 0 0,0 1-1 0 0,-2-1 1 0 0,0 1 0 0 0,-1 0 0 0 0,-4 27 0 0 0,0-15-35 0 0,-1 1 0 0 0,-1-1 1 0 0,-2 0-1 0 0,-2 0 1 0 0,-1-1-1 0 0,-1-1 1 0 0,-30 55-1 0 0,22-51 114 0 0,-2-1 0 0 0,-47 55 0 0 0,61-79-32 0 0,-1 1-1 0 0,-1-1 1 0 0,0 0-1 0 0,0-1 0 0 0,0-1 1 0 0,-1 1-1 0 0,0-1 1 0 0,-1-1-1 0 0,0 0 0 0 0,0-1 1 0 0,0 0-1 0 0,-18 4 0 0 0,24-8-12 0 0,1 0 0 0 0,0-1 0 0 0,-1 0-1 0 0,1 0 1 0 0,0 0 0 0 0,-1-1 0 0 0,1 1-1 0 0,0-1 1 0 0,0-1 0 0 0,-1 1 0 0 0,1-1-1 0 0,0 1 1 0 0,0-2 0 0 0,-5-2 0 0 0,3 1 8 0 0,-1-1 0 0 0,1-1 1 0 0,-1 0-1 0 0,2 0 0 0 0,-1 0 1 0 0,1-1-1 0 0,-10-12 0 0 0,4 2 8 0 0,1-1 0 0 0,1 0 0 0 0,1-1 0 0 0,0 0 0 0 0,1-1 0 0 0,-8-31 0 0 0,9 18 2 0 0,1-2 1 0 0,1 1 0 0 0,2-1-1 0 0,1 1 1 0 0,4-48 0 0 0,0 56-2 0 0,1 0 1 0 0,2 1 0 0 0,0 0 0 0 0,2-1-1 0 0,0 2 1 0 0,2-1 0 0 0,21-41 0 0 0,-20 51 8 0 0,0 0 0 0 0,1 0 0 0 0,0 1 0 0 0,1 1 0 0 0,1 0 0 0 0,0 0 0 0 0,1 1 0 0 0,0 1 0 0 0,0 1 0 0 0,2 0 0 0 0,-1 0 1 0 0,1 2-1 0 0,0 0 0 0 0,1 1 0 0 0,0 0 0 0 0,0 2 0 0 0,32-7 0 0 0,-37 9-2 0 0,1 1 0 0 0,0 1 0 0 0,-1 0 0 0 0,1 1 1 0 0,0 0-1 0 0,0 1 0 0 0,-1 1 0 0 0,1-1 0 0 0,0 2 0 0 0,-1 0 0 0 0,0 1 0 0 0,0 0 0 0 0,0 0 1 0 0,0 2-1 0 0,-1-1 0 0 0,0 1 0 0 0,0 1 0 0 0,0 0 0 0 0,-1 1 0 0 0,0 0 0 0 0,0 0 0 0 0,-1 1 1 0 0,0 0-1 0 0,-1 1 0 0 0,13 17 0 0 0,-14-14-49 0 0,-1 0-1 0 0,0 0 1 0 0,0 0 0 0 0,-2 1 0 0 0,1 0 0 0 0,-2 0-1 0 0,0 0 1 0 0,0 1 0 0 0,-2-1 0 0 0,0 1 0 0 0,0-1-1 0 0,-1 1 1 0 0,-1-1 0 0 0,0 1 0 0 0,-2-1 0 0 0,-6 28-1 0 0,1-13-2 0 0,-2 0 0 0 0,0-1 0 0 0,-2-1 0 0 0,-1 0 0 0 0,-2 0 0 0 0,0-2 0 0 0,-24 32 0 0 0,27-42 61 0 0,0-1 0 0 0,-1 0 0 0 0,0 0 0 0 0,-2-2 0 0 0,1 1 0 0 0,-1-2 0 0 0,-1 0 0 0 0,0-1 0 0 0,-28 13 0 0 0,36-19-17 0 0,-1-1 0 0 0,1 0 0 0 0,-1-1 0 0 0,0 0 0 0 0,1 0 0 0 0,-1-1 0 0 0,0 0 0 0 0,0 0 0 0 0,0-1 0 0 0,-1 0 0 0 0,1-1 1 0 0,0 0-1 0 0,1 0 0 0 0,-1-1 0 0 0,0-1 0 0 0,0 1 0 0 0,1-1 0 0 0,-1 0 0 0 0,1-1 0 0 0,0 0 0 0 0,0-1 0 0 0,-9-6 0 0 0,7 3-10 0 0,0-1-1 0 0,0-1 1 0 0,1 1 0 0 0,0-1 0 0 0,0-1-1 0 0,1 0 1 0 0,1 0 0 0 0,0-1-1 0 0,1 1 1 0 0,0-2 0 0 0,0 1 0 0 0,2-1-1 0 0,-1 1 1 0 0,2-1 0 0 0,-1 0-1 0 0,2-1 1 0 0,0 1 0 0 0,0-17 0 0 0,0 11-30 0 0,2-1-1 0 0,1 1 1 0 0,0 0 0 0 0,1 0 0 0 0,1 0 0 0 0,1 0 0 0 0,1 1 0 0 0,1-1 0 0 0,0 1 0 0 0,1 0 0 0 0,1 1 0 0 0,13-22 0 0 0,-12 26 15 0 0,0 1 1 0 0,1 0-1 0 0,1 1 1 0 0,0 0-1 0 0,0 0 1 0 0,1 1-1 0 0,1 1 1 0 0,0 0-1 0 0,0 1 1 0 0,27-13-1 0 0,-30 16 3 0 0,0 1 0 0 0,0 1 0 0 0,1-1 0 0 0,-1 2 0 0 0,0-1 0 0 0,1 1 0 0 0,0 1-1 0 0,-1 0 1 0 0,1 0 0 0 0,0 1 0 0 0,0 1 0 0 0,-1 0 0 0 0,1 0 0 0 0,0 1 0 0 0,-1 0 0 0 0,18 7 0 0 0,-25-8 2 0 0,0 0 0 0 0,0 0 0 0 0,0 1 0 0 0,0 0 0 0 0,0-1 0 0 0,0 1 0 0 0,0 0 0 0 0,-1 0 0 0 0,1 0 0 0 0,-1 1 0 0 0,1-1 0 0 0,-1 1 0 0 0,0-1 0 0 0,0 1 0 0 0,0 0 0 0 0,0 0 0 0 0,0 0 0 0 0,-1 0 0 0 0,1 0 1 0 0,-1 0-1 0 0,0 0 0 0 0,0 1 0 0 0,0-1 0 0 0,-1 0 0 0 0,1 1 0 0 0,-1-1 0 0 0,1 0 0 0 0,-1 1 0 0 0,0-1 0 0 0,0 1 0 0 0,-1 3 0 0 0,-3 8-276 0 0,0 0 0 0 0,-1 0 0 0 0,0 0 0 0 0,-1-1 0 0 0,-12 22 0 0 0,7-15-684 0 0</inkml:trace>
</inkml:ink>
</file>

<file path=ppt/ink/ink1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6:34.699"/>
    </inkml:context>
    <inkml:brush xml:id="br0">
      <inkml:brushProperty name="width" value="0.35" units="cm"/>
      <inkml:brushProperty name="height" value="0.35" units="cm"/>
      <inkml:brushProperty name="color" value="#F6630D"/>
    </inkml:brush>
  </inkml:definitions>
  <inkml:trace contextRef="#ctx0" brushRef="#br0">44 377 5985 0 0,'-7'-14'574'0'0,"0"1"1"0"0,2-1-1 0 0,-1 0 0 0 0,2 0 0 0 0,0-1 0 0 0,1 1 0 0 0,0-1 0 0 0,1 0 1 0 0,1 0-1 0 0,0 1 0 0 0,1-1 0 0 0,3-28 0 0 0,-1 35-355 0 0,-1 0 0 0 0,1 0 0 0 0,0 1 0 0 0,0-1 0 0 0,1 1 0 0 0,0-1 0 0 0,1 1 0 0 0,-1 0 0 0 0,2 0 0 0 0,-1 1-1 0 0,0-1 1 0 0,1 1 0 0 0,1 0 0 0 0,-1 0 0 0 0,1 0 0 0 0,0 1 0 0 0,0 0 0 0 0,0 0 0 0 0,1 1 0 0 0,-1 0 0 0 0,1 0 0 0 0,0 0 0 0 0,1 1 0 0 0,-1 0-1 0 0,12-3 1 0 0,-12 4-136 0 0,0 0-1 0 0,0 1 1 0 0,0 0-1 0 0,1 1 1 0 0,-1-1 0 0 0,0 1-1 0 0,1 1 1 0 0,-1-1-1 0 0,0 1 1 0 0,0 0-1 0 0,0 1 1 0 0,1 0-1 0 0,10 4 1 0 0,-8-1-43 0 0,-1 0 1 0 0,0 1-1 0 0,0-1 1 0 0,0 2 0 0 0,-1-1-1 0 0,0 1 1 0 0,0 1 0 0 0,10 12-1 0 0,-1 2-70 0 0,0 2-1 0 0,-2 0 1 0 0,-1 1-1 0 0,-1 0 0 0 0,-1 1 1 0 0,9 31-1 0 0,-13-34-15 0 0,-1 1-1 0 0,-1 0 0 0 0,-1 0 1 0 0,-2 0-1 0 0,0 0 1 0 0,-1 1-1 0 0,-2-1 0 0 0,-4 41 1 0 0,3-54 20 0 0,-1 0 0 0 0,0-1 0 0 0,-1 1 0 0 0,0-1 1 0 0,0 1-1 0 0,-1-1 0 0 0,-1 0 0 0 0,0 0 0 0 0,0-1 0 0 0,-1 1 0 0 0,0-1 1 0 0,-1 0-1 0 0,1-1 0 0 0,-2 0 0 0 0,1 0 0 0 0,-1 0 0 0 0,-1-1 1 0 0,1 0-1 0 0,-1-1 0 0 0,0 0 0 0 0,-16 8 0 0 0,20-12-9 0 0,1 0 0 0 0,-1 0 0 0 0,1-1 0 0 0,-1 1 0 0 0,0-1 0 0 0,1 0 0 0 0,-1-1 0 0 0,0 1 0 0 0,0-1 0 0 0,0 0 0 0 0,0 0-1 0 0,1 0 1 0 0,-1-1 0 0 0,0 0 0 0 0,0 0 0 0 0,1 0 0 0 0,-7-2 0 0 0,5 0-14 0 0,-1-1-1 0 0,1 1 1 0 0,-1-1-1 0 0,1-1 1 0 0,0 1 0 0 0,1-1-1 0 0,-1 0 1 0 0,1 0-1 0 0,0-1 1 0 0,-6-7-1 0 0,2-1 27 0 0,0 0 0 0 0,1 0 0 0 0,0 0 0 0 0,1-1-1 0 0,1 0 1 0 0,0-1 0 0 0,1 0 0 0 0,1 1-1 0 0,-4-27 1 0 0,7 24 216 0 0,1 0 0 0 0,1-1-1 0 0,0 1 1 0 0,1 0 0 0 0,1 0-1 0 0,1 0 1 0 0,1 0 0 0 0,0 1-1 0 0,1-1 1 0 0,13-25 0 0 0,-12 28-60 0 0,1 1-1 0 0,0 0 1 0 0,1 1 0 0 0,1 0 0 0 0,0 0 0 0 0,1 1-1 0 0,0 0 1 0 0,0 1 0 0 0,2 0 0 0 0,-1 1 0 0 0,1 1 0 0 0,19-11-1 0 0,-24 16-93 0 0,-1 0 1 0 0,2 1-1 0 0,-1 0 0 0 0,0 1 0 0 0,0 0 0 0 0,1 0 0 0 0,-1 1 0 0 0,1 0 1 0 0,0 0-1 0 0,-1 1 0 0 0,1 0 0 0 0,0 1 0 0 0,14 2 0 0 0,-12-1-43 0 0,0 2 0 0 0,-1-1 1 0 0,1 1-1 0 0,-1 1 0 0 0,1 0 0 0 0,-1 0 0 0 0,-1 1 0 0 0,1 0 1 0 0,14 13-1 0 0,-13-9-42 0 0,-1-1 0 0 0,-1 1 0 0 0,1 1 0 0 0,-2 0 0 0 0,1 0 1 0 0,-1 1-1 0 0,-1 0 0 0 0,-1 0 0 0 0,1 0 0 0 0,-2 1 0 0 0,0 0 0 0 0,0 0 1 0 0,-1 1-1 0 0,-1-1 0 0 0,0 1 0 0 0,-1 0 0 0 0,1 18 0 0 0,-5-14 38 0 0,0 0-1 0 0,-1-1 1 0 0,-1 0 0 0 0,0 0-1 0 0,-1 0 1 0 0,-1 0 0 0 0,-1-1-1 0 0,0 0 1 0 0,-1 0-1 0 0,-1 0 1 0 0,0-2 0 0 0,-14 18-1 0 0,5-9 33 0 0,-1-1 1 0 0,-1-1-1 0 0,-1-1 1 0 0,-1-1-1 0 0,-1-1 0 0 0,-41 27 1 0 0,55-40-18 0 0,1 0 1 0 0,-1-1-1 0 0,0 0 1 0 0,-1 0-1 0 0,1-1 1 0 0,-1 0 0 0 0,1 0-1 0 0,-1-1 1 0 0,0-1-1 0 0,0 0 1 0 0,0 0-1 0 0,-12-1 1 0 0,15-1-17 0 0,0 0 1 0 0,0 0-1 0 0,0-1 1 0 0,0 0-1 0 0,1 0 0 0 0,-1-1 1 0 0,1 0-1 0 0,0 0 0 0 0,0-1 1 0 0,0 1-1 0 0,0-1 1 0 0,0-1-1 0 0,1 1 0 0 0,0-1 1 0 0,0 0-1 0 0,0 0 1 0 0,1 0-1 0 0,-6-9 0 0 0,1 1-4 0 0,0-1 0 0 0,1 0 0 0 0,1 0 0 0 0,0-1 0 0 0,1 0 0 0 0,1 0 0 0 0,1-1-1 0 0,0 1 1 0 0,0-1 0 0 0,2 0 0 0 0,0 0 0 0 0,1 0 0 0 0,0 0 0 0 0,2 0 0 0 0,-1 0 0 0 0,2 0 0 0 0,0 0-1 0 0,1 0 1 0 0,1 0 0 0 0,1 1 0 0 0,0-1 0 0 0,0 1 0 0 0,14-25 0 0 0,-8 21 62 0 0,0-1 1 0 0,2 2 0 0 0,0-1-1 0 0,1 2 1 0 0,0 0 0 0 0,1 0-1 0 0,1 2 1 0 0,1 0 0 0 0,0 1-1 0 0,1 0 1 0 0,1 2 0 0 0,0 0-1 0 0,0 1 1 0 0,1 1-1 0 0,1 0 1 0 0,34-9 0 0 0,-36 14-47 0 0,0 1 1 0 0,0 0 0 0 0,1 2 0 0 0,0 1-1 0 0,-1 0 1 0 0,1 1 0 0 0,0 1-1 0 0,-1 1 1 0 0,1 1 0 0 0,33 9 0 0 0,-45-10-32 0 0,-1 1 0 0 0,1-1 0 0 0,0 2-1 0 0,-1-1 1 0 0,0 1 0 0 0,0 0 0 0 0,0 1 0 0 0,0-1 0 0 0,-1 1 0 0 0,1 1 0 0 0,-1-1 0 0 0,0 1 0 0 0,-1 0 0 0 0,0 0 0 0 0,0 1 0 0 0,0 0 0 0 0,-1 0 0 0 0,0 0 0 0 0,0 0 0 0 0,0 1 0 0 0,-1-1 0 0 0,-1 1 0 0 0,1 0 0 0 0,-1 0 0 0 0,0 0 0 0 0,-1 0 0 0 0,1 16 0 0 0,-2-3 51 0 0,-1 0 0 0 0,-1 0 0 0 0,-1 0 0 0 0,-1-1 0 0 0,-1 1 0 0 0,0-1 0 0 0,-2 0 0 0 0,0 0 0 0 0,-1-1 0 0 0,-2 0 0 0 0,-19 31 0 0 0,15-27 97 0 0,-2-2 0 0 0,-1 0 0 0 0,0-1 0 0 0,-2-1 0 0 0,0 0 0 0 0,-1-2 0 0 0,0 0 0 0 0,-46 27 0 0 0,60-40-112 0 0,0-1 1 0 0,0 0-1 0 0,0 0 1 0 0,0 0-1 0 0,-1-1 1 0 0,0 0-1 0 0,1 0 1 0 0,-1-1-1 0 0,0 0 1 0 0,0 0-1 0 0,0 0 0 0 0,1-1 1 0 0,-1 0-1 0 0,0-1 1 0 0,0 1-1 0 0,0-1 1 0 0,0-1-1 0 0,0 1 1 0 0,1-1-1 0 0,-1 0 1 0 0,1-1-1 0 0,-1 1 1 0 0,1-1-1 0 0,0-1 1 0 0,0 1-1 0 0,0-1 0 0 0,1 0 1 0 0,-1 0-1 0 0,1-1 1 0 0,0 1-1 0 0,0-1 1 0 0,1 0-1 0 0,-1-1 1 0 0,1 1-1 0 0,0-1 1 0 0,1 0-1 0 0,-1 0 1 0 0,1 0-1 0 0,0 0 1 0 0,1-1-1 0 0,-1 1 0 0 0,-1-10 1 0 0,2 4-158 0 0,0 0 0 0 0,1 0-1 0 0,0 0 1 0 0,1-1 0 0 0,0 1 0 0 0,1 0 0 0 0,1 0-1 0 0,0 0 1 0 0,0 0 0 0 0,1 0 0 0 0,1 0 0 0 0,0 0-1 0 0,8-17 1 0 0,-5 17-291 0 0,0-1-1 0 0,0 1 0 0 0,1 1 1 0 0,1-1-1 0 0,0 1 0 0 0,0 1 1 0 0,1 0-1 0 0,0 0 1 0 0,1 1-1 0 0,0 0 0 0 0,19-11 1 0 0</inkml:trace>
</inkml:ink>
</file>

<file path=ppt/ink/ink1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6:35.793"/>
    </inkml:context>
    <inkml:brush xml:id="br0">
      <inkml:brushProperty name="width" value="0.35" units="cm"/>
      <inkml:brushProperty name="height" value="0.35" units="cm"/>
      <inkml:brushProperty name="color" value="#F6630D"/>
    </inkml:brush>
  </inkml:definitions>
  <inkml:trace contextRef="#ctx0" brushRef="#br0">84 405 9674 0 0,'-6'-3'161'0'0,"1"0"0"0"0,-1 0 0 0 0,1 0 0 0 0,0-1 0 0 0,0 0 0 0 0,1 0 0 0 0,-1 0 0 0 0,1 0 0 0 0,0-1 0 0 0,0 0 0 0 0,0 0 0 0 0,1 0 0 0 0,-1 0 0 0 0,1 0 0 0 0,0-1 0 0 0,1 1 0 0 0,0-1 0 0 0,-1 0 0 0 0,2 0 0 0 0,-1 0 0 0 0,1 0 0 0 0,0 0 0 0 0,0 0 0 0 0,0-11 0 0 0,1 12-7 0 0,0-1 0 0 0,1 0 1 0 0,-1 1-1 0 0,1-1 0 0 0,0 1 1 0 0,0-1-1 0 0,1 1 0 0 0,0-1 0 0 0,0 1 1 0 0,0 0-1 0 0,1 0 0 0 0,-1 0 1 0 0,1 0-1 0 0,0 0 0 0 0,7-7 0 0 0,-4 6 33 0 0,0 0-1 0 0,0 1 1 0 0,1 0-1 0 0,-1 0 0 0 0,1 0 1 0 0,1 1-1 0 0,-1 0 1 0 0,0 1-1 0 0,17-6 1 0 0,-11 5-57 0 0,0 1 0 0 0,0 0 0 0 0,1 1 0 0 0,-1 0 1 0 0,1 1-1 0 0,-1 0 0 0 0,1 2 0 0 0,0-1 0 0 0,-1 2 1 0 0,1 0-1 0 0,-1 0 0 0 0,25 9 0 0 0,-24-5-236 0 0,-1 1-1 0 0,-1 0 1 0 0,0 1-1 0 0,0 0 1 0 0,0 1-1 0 0,-1 1 1 0 0,0 0-1 0 0,-1 0 1 0 0,0 1-1 0 0,-1 0 1 0 0,0 1-1 0 0,0-1 1 0 0,-2 2 0 0 0,1-1-1 0 0,10 28 1 0 0,-15-32 8 0 0,0 1 1 0 0,0 0 0 0 0,-1 0 0 0 0,-1 0 0 0 0,1 0-1 0 0,-1 0 1 0 0,-1 0 0 0 0,0 0 0 0 0,0 0 0 0 0,-1 0-1 0 0,-2 15 1 0 0,1-17 122 0 0,-1 1 0 0 0,1-1 0 0 0,-1 0 0 0 0,-1 0-1 0 0,1 0 1 0 0,-1-1 0 0 0,0 1 0 0 0,-1-1 0 0 0,1 0 0 0 0,-1 0-1 0 0,-1-1 1 0 0,1 1 0 0 0,-1-1 0 0 0,0 0 0 0 0,-9 5 0 0 0,8-5-16 0 0,-1 0-1 0 0,0-1 1 0 0,0 0 0 0 0,0 0 0 0 0,0-1 0 0 0,-1 0 0 0 0,1 0 0 0 0,-1-1-1 0 0,0-1 1 0 0,0 1 0 0 0,1-1 0 0 0,-1 0 0 0 0,0-1 0 0 0,0 0 0 0 0,0-1-1 0 0,0 0 1 0 0,0 0 0 0 0,0-1 0 0 0,0 0 0 0 0,-11-5 0 0 0,10 3-66 0 0,0-1 0 0 0,0 0 0 0 0,0-1 0 0 0,1 0 1 0 0,-1 0-1 0 0,2-1 0 0 0,-1 0 0 0 0,1-1 0 0 0,0 0 0 0 0,0 0 1 0 0,1 0-1 0 0,0-1 0 0 0,1-1 0 0 0,0 1 0 0 0,1-1 0 0 0,-5-10 1 0 0,4 8 65 0 0,2-1 0 0 0,-1 1 0 0 0,2-1 0 0 0,0 0 1 0 0,0 0-1 0 0,1 0 0 0 0,1-1 0 0 0,0 1 0 0 0,1 0 1 0 0,2-21-1 0 0,-1 24 99 0 0,1 0-1 0 0,0 0 1 0 0,1 0 0 0 0,0 0 0 0 0,1 0 0 0 0,0 1 0 0 0,0 0 0 0 0,1 0-1 0 0,0 0 1 0 0,1 1 0 0 0,0-1 0 0 0,0 1 0 0 0,1 0 0 0 0,9-8 0 0 0,0 2 134 0 0,1 1-1 0 0,0 1 1 0 0,1 0 0 0 0,0 2 0 0 0,0 0 0 0 0,1 1 0 0 0,1 0 0 0 0,-1 2 0 0 0,26-6 0 0 0,-30 9-188 0 0,1 1 0 0 0,0 0 0 0 0,0 1 0 0 0,0 1 0 0 0,0 1 0 0 0,0 0 0 0 0,0 1 0 0 0,0 1 0 0 0,-1 0-1 0 0,1 1 1 0 0,0 1 0 0 0,25 9 0 0 0,-34-10-71 0 0,1 1 1 0 0,-1 0-1 0 0,0 0 0 0 0,0 1 0 0 0,-1-1 1 0 0,1 2-1 0 0,-1-1 0 0 0,0 1 0 0 0,-1-1 1 0 0,1 1-1 0 0,-1 1 0 0 0,0-1 0 0 0,4 9 1 0 0,-4-5-45 0 0,0 0 1 0 0,0 1-1 0 0,-1 0 1 0 0,-1 0-1 0 0,0 0 1 0 0,-1 0 0 0 0,1 1-1 0 0,-1 16 1 0 0,-1-5-40 0 0,-2 0 1 0 0,0 0-1 0 0,-2-1 0 0 0,-1 1 1 0 0,0-1-1 0 0,-2 0 0 0 0,0 0 1 0 0,-18 39-1 0 0,6-23 55 0 0,-27 42 0 0 0,37-67 41 0 0,-1-1 0 0 0,0 1-1 0 0,-1-1 1 0 0,-1-1 0 0 0,0 0-1 0 0,-19 15 1 0 0,28-24 2 0 0,0-1 1 0 0,0 0-1 0 0,0 1 0 0 0,0-1 0 0 0,0 0 1 0 0,0 0-1 0 0,0 0 0 0 0,0-1 0 0 0,0 1 1 0 0,-1 0-1 0 0,1-1 0 0 0,0 0 0 0 0,0 1 1 0 0,-1-1-1 0 0,1 0 0 0 0,0 0 0 0 0,-1 0 1 0 0,1 0-1 0 0,0-1 0 0 0,-4 0 0 0 0,3-1-5 0 0,0 1 0 0 0,0-1 0 0 0,0 1 0 0 0,1-1 0 0 0,-1 0 0 0 0,1 0 0 0 0,0 0 0 0 0,-1-1 0 0 0,1 1 0 0 0,0 0-1 0 0,0-1 1 0 0,0 1 0 0 0,-1-5 0 0 0,-4-5-46 0 0,2 0-1 0 0,-1-1 1 0 0,2 0 0 0 0,0 0-1 0 0,-4-24 1 0 0,2 4-312 0 0,3-1 1 0 0,1 1-1 0 0,1-1 1 0 0,7-63-1 0 0,-3 76 402 0 0,1 0-1 0 0,0 0 0 0 0,2 0 0 0 0,0 0 1 0 0,1 1-1 0 0,2 0 0 0 0,0 1 0 0 0,20-32 1 0 0,-23 42 35 0 0,1 0 1 0 0,1 1 0 0 0,-1 0-1 0 0,1 0 1 0 0,1 1 0 0 0,0 0 0 0 0,0 0-1 0 0,0 1 1 0 0,0 0 0 0 0,1 1-1 0 0,0 0 1 0 0,1 0 0 0 0,-1 1-1 0 0,0 1 1 0 0,1 0 0 0 0,0 0-1 0 0,0 1 1 0 0,0 0 0 0 0,21 0-1 0 0,-23 2-62 0 0,0 0 0 0 0,0 1-1 0 0,0 0 1 0 0,0 1 0 0 0,0 0-1 0 0,0 0 1 0 0,-1 1 0 0 0,1 0-1 0 0,-1 0 1 0 0,1 1 0 0 0,-1 0-1 0 0,0 1 1 0 0,-1 0 0 0 0,1 0-1 0 0,-1 1 1 0 0,0-1 0 0 0,-1 1-1 0 0,1 1 1 0 0,-1 0 0 0 0,0 0-1 0 0,-1 0 1 0 0,1 0-1 0 0,-2 1 1 0 0,8 14 0 0 0,-5-4-24 0 0,0 1 1 0 0,-1-1-1 0 0,-2 1 1 0 0,0 0-1 0 0,0 0 1 0 0,-2 1-1 0 0,-1-1 1 0 0,0 1-1 0 0,-1-1 1 0 0,-1 1-1 0 0,-1-1 1 0 0,-5 21-1 0 0,4-24 108 0 0,0 0 0 0 0,-2 0 0 0 0,0-1 0 0 0,0 0 0 0 0,-2 0 0 0 0,0 0 0 0 0,0-1 0 0 0,-2 0 0 0 0,1 0 0 0 0,-2-1 0 0 0,0 0 0 0 0,0 0-1 0 0,-2-2 1 0 0,-22 21 0 0 0,28-27-41 0 0,-1-1 0 0 0,0 0-1 0 0,-1 1 1 0 0,1-2 0 0 0,0 1-1 0 0,-1-1 1 0 0,0-1 0 0 0,0 1-1 0 0,0-1 1 0 0,0-1-1 0 0,0 1 1 0 0,0-1 0 0 0,0-1-1 0 0,-1 1 1 0 0,1-2 0 0 0,0 1-1 0 0,0-1 1 0 0,-1 0 0 0 0,1-1-1 0 0,0 0 1 0 0,0 0 0 0 0,1 0-1 0 0,-1-1 1 0 0,-8-5 0 0 0,3 1-26 0 0,1 0 0 0 0,0-1 1 0 0,1-1-1 0 0,0 0 0 0 0,0 0 1 0 0,1-2-1 0 0,0 1 0 0 0,0-1 1 0 0,1 0-1 0 0,1-1 0 0 0,0 0 1 0 0,1 0-1 0 0,-7-16 0 0 0,7 15-21 0 0,2-1-1 0 0,0 0 1 0 0,0-1-1 0 0,1 1 1 0 0,1-1-1 0 0,0 0 1 0 0,1 0-1 0 0,1 0 0 0 0,1 0 1 0 0,0 0-1 0 0,0-1 1 0 0,5-22-1 0 0,-3 29-13 0 0,1-1 1 0 0,-1 1-1 0 0,2 0 0 0 0,0 0 0 0 0,0 0 0 0 0,0 0 1 0 0,1 1-1 0 0,0 0 0 0 0,1 0 0 0 0,0 0 0 0 0,0 0 0 0 0,0 1 1 0 0,1 0-1 0 0,1 1 0 0 0,-1-1 0 0 0,1 1 0 0 0,0 1 1 0 0,0-1-1 0 0,0 2 0 0 0,14-7 0 0 0,-11 7-58 0 0,0 0 0 0 0,0 0 1 0 0,0 1-1 0 0,0 1 0 0 0,17-2 0 0 0,-24 3 34 0 0,-1 1 0 0 0,1 0-1 0 0,-1-1 1 0 0,1 2 0 0 0,-1-1 0 0 0,1 0 0 0 0,-1 0 0 0 0,1 1-1 0 0,-1 0 1 0 0,0 0 0 0 0,1 0 0 0 0,-1 0 0 0 0,0 0 0 0 0,0 1-1 0 0,0 0 1 0 0,0-1 0 0 0,0 1 0 0 0,0 0 0 0 0,0 0 0 0 0,-1 1-1 0 0,1-1 1 0 0,3 5 0 0 0,-5-5 10 0 0,0 1-1 0 0,0 0 1 0 0,0-1-1 0 0,0 1 1 0 0,-1 0-1 0 0,1 0 1 0 0,-1 0-1 0 0,0 0 1 0 0,0 0-1 0 0,0 0 1 0 0,0-1-1 0 0,0 1 1 0 0,-1 0-1 0 0,1 0 1 0 0,-1 0-1 0 0,0 0 1 0 0,0-1-1 0 0,0 1 1 0 0,0 0 0 0 0,0-1-1 0 0,-1 1 1 0 0,-2 3-1 0 0,-5 8 62 0 0,0 0 0 0 0,-18 20 1 0 0,23-30-41 0 0,-18 22 370 0 0,-27 24 1 0 0,41-43-284 0 0,-1 0 0 0 0,1 0 0 0 0,-1-1 1 0 0,-1 0-1 0 0,1 0 0 0 0,-1-1 0 0 0,-13 5 0 0 0,21-9-98 0 0,-1 0 0 0 0,1-1 1 0 0,0 1-1 0 0,-1-1 0 0 0,1 0 0 0 0,0 0 0 0 0,-1 0 0 0 0,1 0 0 0 0,0 0 0 0 0,-1 0 0 0 0,1 0 0 0 0,0-1 0 0 0,-1 1 0 0 0,1-1 0 0 0,0 0 0 0 0,0 0 0 0 0,-1 0 0 0 0,1 0 0 0 0,-4-2 1 0 0,-8-19-2648 0 0,14 20 2482 0 0,-1 1 0 0 0,1-1-1 0 0,0-2 1 0 0</inkml:trace>
</inkml:ink>
</file>

<file path=ppt/ink/ink1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6:36.800"/>
    </inkml:context>
    <inkml:brush xml:id="br0">
      <inkml:brushProperty name="width" value="0.35" units="cm"/>
      <inkml:brushProperty name="height" value="0.35" units="cm"/>
      <inkml:brushProperty name="color" value="#F6630D"/>
    </inkml:brush>
  </inkml:definitions>
  <inkml:trace contextRef="#ctx0" brushRef="#br0">48 252 10594 0 0,'1'-3'145'0'0,"-1"1"-1"0"0,1-1 1 0 0,0 0-1 0 0,0 1 1 0 0,0-1-1 0 0,0 1 0 0 0,1 0 1 0 0,-1-1-1 0 0,1 1 1 0 0,0 0-1 0 0,-1 0 1 0 0,1 0-1 0 0,0 0 1 0 0,4-3-1 0 0,31-23 2140 0 0,-35 26-2142 0 0,1 1 0 0 0,0-1 1 0 0,0 1-1 0 0,1 0 1 0 0,-1 0-1 0 0,0 0 1 0 0,0 0-1 0 0,0 0 0 0 0,1 1 1 0 0,-1-1-1 0 0,0 1 1 0 0,1 0-1 0 0,-1 0 1 0 0,0 0-1 0 0,1 1 1 0 0,-1-1-1 0 0,0 1 0 0 0,1 0 1 0 0,3 1-1 0 0,-3 0-72 0 0,1 1-1 0 0,-1-1 0 0 0,0 1 0 0 0,0 0 1 0 0,-1 0-1 0 0,1 0 0 0 0,-1 1 0 0 0,1-1 1 0 0,-1 1-1 0 0,0 0 0 0 0,0 0 0 0 0,2 4 1 0 0,1 4-89 0 0,0 0 0 0 0,-1 0 0 0 0,0 0 0 0 0,-1 0 0 0 0,0 1 0 0 0,-1 0 0 0 0,0 0 0 0 0,1 24 0 0 0,-4-20-24 0 0,-1-1 1 0 0,-1 1 0 0 0,-1-1-1 0 0,0 0 1 0 0,-1 0 0 0 0,0 0-1 0 0,-13 29 1 0 0,13-36 32 0 0,0-1 0 0 0,0 0-1 0 0,-1 0 1 0 0,0 0 0 0 0,0 0 0 0 0,-1-1 0 0 0,0 0 0 0 0,0 0-1 0 0,0-1 1 0 0,-1 1 0 0 0,0-1 0 0 0,-1-1 0 0 0,1 1 0 0 0,-1-1-1 0 0,-12 6 1 0 0,18-11-1 0 0,0 1-1 0 0,0 0 0 0 0,-1-1 1 0 0,1 1-1 0 0,0-1 0 0 0,0 0 1 0 0,0 1-1 0 0,0-1 0 0 0,0 0 1 0 0,-1 0-1 0 0,1-1 0 0 0,0 1 1 0 0,0 0-1 0 0,0-1 0 0 0,0 1 1 0 0,0-1-1 0 0,0 0 0 0 0,0 0 1 0 0,-3-1-1 0 0,2 0-60 0 0,0-1 0 0 0,0 1 0 0 0,0-1 0 0 0,0 0 0 0 0,0 0 0 0 0,0 0 0 0 0,1 0 0 0 0,0 0 0 0 0,-4-7 0 0 0,-1-3-219 0 0,1-1-1 0 0,1 1 1 0 0,0-1 0 0 0,-4-25-1 0 0,3 14 162 0 0,2 0-1 0 0,1-1 0 0 0,1 1 0 0 0,1-1 1 0 0,4-37-1 0 0,-1 49 282 0 0,0 0 0 0 0,1 1 0 0 0,1-1 1 0 0,0 1-1 0 0,1 0 0 0 0,0 0 0 0 0,1 0 0 0 0,0 1 0 0 0,1 0 1 0 0,1 0-1 0 0,15-19 0 0 0,-11 18 72 0 0,0-1 0 0 0,1 2 0 0 0,1 0 1 0 0,0 0-1 0 0,1 1 0 0 0,0 1 0 0 0,1 1 0 0 0,0 0 1 0 0,0 1-1 0 0,34-12 0 0 0,-41 17-174 0 0,0 1 0 0 0,0 0 0 0 0,0 1 1 0 0,0-1-1 0 0,0 2 0 0 0,1-1 0 0 0,-1 1 0 0 0,0 1 0 0 0,0 0 0 0 0,1 0 0 0 0,-1 1 1 0 0,0 0-1 0 0,0 0 0 0 0,-1 1 0 0 0,1 0 0 0 0,0 1 0 0 0,-1 0 0 0 0,0 0 0 0 0,0 1 1 0 0,0 0-1 0 0,0 0 0 0 0,-1 1 0 0 0,8 8 0 0 0,-9-9-53 0 0,-1 0 1 0 0,-1 1-1 0 0,1-1 1 0 0,-1 1-1 0 0,1 0 0 0 0,-2 0 1 0 0,1 1-1 0 0,-1-1 0 0 0,0 1 1 0 0,0 0-1 0 0,-1 0 1 0 0,0 0-1 0 0,0 0 0 0 0,1 13 1 0 0,-2-11 13 0 0,-1 1 0 0 0,-1 0 0 0 0,0 0 0 0 0,0 0 0 0 0,-1-1 0 0 0,0 1 0 0 0,0-1 0 0 0,-1 1 0 0 0,-8 16 0 0 0,-1-4 36 0 0,0-1-1 0 0,-1-1 0 0 0,-1 0 0 0 0,-1-1 1 0 0,-1 0-1 0 0,-1-1 0 0 0,0-1 0 0 0,-21 15 0 0 0,27-24-72 0 0,0 0-1 0 0,-1-1 1 0 0,0 0-1 0 0,0-1 1 0 0,-1-1-1 0 0,0 0 0 0 0,0 0 1 0 0,0-2-1 0 0,0 1 1 0 0,-1-2-1 0 0,1 0 0 0 0,-1 0 1 0 0,0-1-1 0 0,-21-2 1 0 0,29 1 0 0 0,0-1-1 0 0,0 1 1 0 0,-1-2 0 0 0,1 1 0 0 0,0 0 0 0 0,0-1 0 0 0,0-1 0 0 0,0 1-1 0 0,0-1 1 0 0,1 1 0 0 0,-1-2 0 0 0,1 1 0 0 0,0-1 0 0 0,0 1 0 0 0,0-1 0 0 0,0-1-1 0 0,1 1 1 0 0,-1-1 0 0 0,1 0 0 0 0,0 0 0 0 0,1 0 0 0 0,-1 0 0 0 0,1-1-1 0 0,0 1 1 0 0,0-1 0 0 0,1 0 0 0 0,0 0 0 0 0,0 0 0 0 0,0 0 0 0 0,1 0 0 0 0,0 0-1 0 0,0 0 1 0 0,0-8 0 0 0,0-1 132 0 0,0 1 0 0 0,2 0 0 0 0,0-1 0 0 0,0 1-1 0 0,1 0 1 0 0,1 0 0 0 0,0 0 0 0 0,1 0 0 0 0,1 0 0 0 0,0 1 0 0 0,0 0-1 0 0,2 0 1 0 0,8-13 0 0 0,-9 16-70 0 0,1 1 0 0 0,0 1 0 0 0,1-1 0 0 0,0 1 0 0 0,0 0 1 0 0,1 1-1 0 0,0 0 0 0 0,0 1 0 0 0,1-1 0 0 0,-1 2 0 0 0,2-1 0 0 0,-1 2 0 0 0,0-1 0 0 0,1 1 0 0 0,0 1 0 0 0,0 0 0 0 0,12-2 0 0 0,-5 3-14 0 0,-1 0 0 0 0,0 2 1 0 0,0 0-1 0 0,0 1 0 0 0,1 1 0 0 0,-1 0 0 0 0,0 1 0 0 0,31 11 0 0 0,-34-10-13 0 0,0 1 0 0 0,-1 1 0 0 0,0 0 0 0 0,0 1 0 0 0,-1 1 0 0 0,1 0 0 0 0,-2 0 0 0 0,1 1 0 0 0,-1 1 0 0 0,19 21 0 0 0,-24-24-20 0 0,-1 0 1 0 0,0 1 0 0 0,-1 0-1 0 0,1 0 1 0 0,-2 0 0 0 0,1 0-1 0 0,-1 1 1 0 0,0-1-1 0 0,-1 1 1 0 0,0 0 0 0 0,0 0-1 0 0,0 14 1 0 0,-2-10 24 0 0,0-1 0 0 0,-1 1 0 0 0,-1-1 0 0 0,0 0 0 0 0,0 0 0 0 0,-2 0 0 0 0,1 0 0 0 0,-8 16 0 0 0,1-7 40 0 0,-1-1-1 0 0,-1-1 1 0 0,0 0 0 0 0,-1-1-1 0 0,-1 0 1 0 0,-1-1 0 0 0,-1-1-1 0 0,0 0 1 0 0,-32 23 0 0 0,29-25-22 0 0,0-1 0 0 0,-1-1 0 0 0,0-1-1 0 0,-1-1 1 0 0,-1-1 0 0 0,-43 13 0 0 0,57-20-28 0 0,1-1 0 0 0,-1 0 0 0 0,1 0 0 0 0,-1-1 0 0 0,1 0 0 0 0,-1 0 0 0 0,1-1-1 0 0,-1 0 1 0 0,1 0 0 0 0,-15-5 0 0 0,17 4-3 0 0,-1-1-1 0 0,1 0 1 0 0,-1 0-1 0 0,1 0 1 0 0,0-1-1 0 0,0 0 1 0 0,1 0-1 0 0,-1 0 0 0 0,1 0 1 0 0,0-1-1 0 0,0 0 1 0 0,0 0-1 0 0,0 0 1 0 0,1 0-1 0 0,-3-7 1 0 0,0 1-11 0 0,1-1-1 0 0,1 0 1 0 0,0 0 0 0 0,0-1 0 0 0,1 1-1 0 0,1-1 1 0 0,0 0 0 0 0,1 1 0 0 0,0-1-1 0 0,1-14 1 0 0,1 19-80 0 0,-1 1 0 0 0,1-1 0 0 0,0 1 0 0 0,1 0 0 0 0,0-1 0 0 0,0 1 0 0 0,0 0 0 0 0,1 0 0 0 0,0 0 0 0 0,1 1 0 0 0,-1-1 0 0 0,1 1 0 0 0,0 0 0 0 0,1 0 0 0 0,0 0 0 0 0,0 0 0 0 0,0 1 0 0 0,11-9 0 0 0,7 0-1065 0 0</inkml:trace>
</inkml:ink>
</file>

<file path=ppt/ink/ink1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6:37.735"/>
    </inkml:context>
    <inkml:brush xml:id="br0">
      <inkml:brushProperty name="width" value="0.35" units="cm"/>
      <inkml:brushProperty name="height" value="0.35" units="cm"/>
      <inkml:brushProperty name="color" value="#F6630D"/>
    </inkml:brush>
  </inkml:definitions>
  <inkml:trace contextRef="#ctx0" brushRef="#br0">52 716 8290 0 0,'-3'-1'152'0'0,"0"0"0"0"0,0 0 1 0 0,0-1-1 0 0,0 1 0 0 0,1-1 1 0 0,-1 0-1 0 0,0 1 0 0 0,1-1 1 0 0,-1 0-1 0 0,1-1 0 0 0,0 1 1 0 0,0 0-1 0 0,0-1 0 0 0,0 1 1 0 0,0-1-1 0 0,1 1 0 0 0,-1-1 0 0 0,1 0 1 0 0,-1 0-1 0 0,1 0 0 0 0,0 0 1 0 0,0 0-1 0 0,0 0 0 0 0,1 0 1 0 0,-1 0-1 0 0,1 0 0 0 0,0 0 1 0 0,-1 0-1 0 0,2 0 0 0 0,-1-1 1 0 0,0 1-1 0 0,1-5 0 0 0,1 1 92 0 0,0 1-1 0 0,0-1 0 0 0,1 1 1 0 0,0-1-1 0 0,0 1 0 0 0,0 0 1 0 0,1 0-1 0 0,-1 0 0 0 0,2 0 1 0 0,-1 1-1 0 0,0 0 0 0 0,1 0 1 0 0,0 0-1 0 0,1 0 0 0 0,-1 1 1 0 0,1 0-1 0 0,9-6 0 0 0,-2 2-13 0 0,1 1-1 0 0,-1 0 1 0 0,1 1-1 0 0,0 1 1 0 0,1 0-1 0 0,-1 1 1 0 0,18-3-1 0 0,-18 6-148 0 0,-1-1-1 0 0,0 2 0 0 0,1 0 1 0 0,-1 0-1 0 0,0 2 0 0 0,1-1 1 0 0,-1 2-1 0 0,0-1 1 0 0,0 2-1 0 0,0 0 0 0 0,-1 1 1 0 0,1 0-1 0 0,19 11 1 0 0,-25-11-109 0 0,0-1 0 0 0,0 1 0 0 0,0 1 1 0 0,-1-1-1 0 0,0 1 0 0 0,0 1 1 0 0,0-1-1 0 0,-1 1 0 0 0,0 0 0 0 0,0 0 1 0 0,-1 0-1 0 0,1 1 0 0 0,-2-1 1 0 0,1 1-1 0 0,-1 0 0 0 0,0 0 1 0 0,-1 0-1 0 0,0 1 0 0 0,0-1 0 0 0,-1 1 1 0 0,0-1-1 0 0,0 11 0 0 0,-2-9-55 0 0,0 1-1 0 0,-1-1 1 0 0,0 1-1 0 0,0-1 1 0 0,-1 0-1 0 0,0 1 1 0 0,-1-2-1 0 0,0 1 1 0 0,-1 0-1 0 0,0-1 1 0 0,0 0-1 0 0,-1 0 1 0 0,-9 11-1 0 0,11-15 34 0 0,-1 0 0 0 0,1 1 0 0 0,-1-2 0 0 0,0 1-1 0 0,-1-1 1 0 0,1 1 0 0 0,-1-1 0 0 0,0-1 0 0 0,0 1 0 0 0,0-1 0 0 0,0 0-1 0 0,-1-1 1 0 0,1 1 0 0 0,-1-1 0 0 0,1-1 0 0 0,-1 1 0 0 0,0-1-1 0 0,0 0 1 0 0,0-1 0 0 0,0 1 0 0 0,-9-2 0 0 0,10 0-19 0 0,0-1 0 0 0,0 0 0 0 0,0 0 0 0 0,0-1 0 0 0,0 0 0 0 0,1 0 0 0 0,-1 0 0 0 0,1 0 0 0 0,0-1 0 0 0,0 0 1 0 0,0 0-1 0 0,0 0 0 0 0,1-1 0 0 0,-1 0 0 0 0,1 1 0 0 0,1-2 0 0 0,-1 1 0 0 0,1 0 0 0 0,0-1 0 0 0,-5-10 0 0 0,1-1 10 0 0,0 0-1 0 0,1 0 1 0 0,1 0-1 0 0,1-1 0 0 0,0 0 1 0 0,-1-19-1 0 0,3 13 234 0 0,1 1 0 0 0,2-1 0 0 0,0 1 0 0 0,1-1-1 0 0,1 1 1 0 0,2 0 0 0 0,0 0 0 0 0,1 0 0 0 0,2 1-1 0 0,0 0 1 0 0,1 0 0 0 0,16-27 0 0 0,-16 35-61 0 0,0 1 1 0 0,1-1-1 0 0,0 2 1 0 0,1-1-1 0 0,0 1 1 0 0,1 1-1 0 0,0 0 1 0 0,1 1-1 0 0,1 1 1 0 0,-1-1-1 0 0,1 2 1 0 0,1 0-1 0 0,-1 1 1 0 0,2 0-1 0 0,-1 2 1 0 0,0-1-1 0 0,1 2 1 0 0,24-4-1 0 0,-30 6-58 0 0,1 1 0 0 0,0 0-1 0 0,0 1 1 0 0,-1 0 0 0 0,1 1 0 0 0,0 0-1 0 0,-1 1 1 0 0,1 0 0 0 0,-1 1 0 0 0,1 0 0 0 0,-1 0-1 0 0,0 1 1 0 0,12 7 0 0 0,-17-8-56 0 0,0 0 0 0 0,0 1 0 0 0,0-1 1 0 0,-1 1-1 0 0,1 0 0 0 0,-1 1 0 0 0,0-1 0 0 0,0 1 1 0 0,0 0-1 0 0,-1 0 0 0 0,1 0 0 0 0,-1 0 0 0 0,-1 0 1 0 0,1 1-1 0 0,-1 0 0 0 0,0-1 0 0 0,0 1 0 0 0,0 0 1 0 0,-1 0-1 0 0,0 0 0 0 0,0 0 0 0 0,-1 0 0 0 0,0 0 1 0 0,0 11-1 0 0,-2-1-42 0 0,-1 0 1 0 0,-1-1-1 0 0,0 1 0 0 0,-1-1 1 0 0,0 0-1 0 0,-1 0 0 0 0,-1-1 1 0 0,0 1-1 0 0,-1-2 0 0 0,-1 1 1 0 0,-10 12-1 0 0,4-7-21 0 0,-1 0 0 0 0,-1-1-1 0 0,-1-1 1 0 0,0-1 0 0 0,-1 0 0 0 0,-32 19-1 0 0,42-29 43 0 0,-1-1 0 0 0,0 0 0 0 0,0-1 0 0 0,0 0-1 0 0,-1 0 1 0 0,0-1 0 0 0,1 0 0 0 0,-1-1 0 0 0,0-1 0 0 0,0 0 0 0 0,0 0-1 0 0,-14-1 1 0 0,17-1 2 0 0,0 0 0 0 0,0-1 0 0 0,1 1-1 0 0,-1-1 1 0 0,1-1 0 0 0,-1 0 0 0 0,1 0 0 0 0,0 0-1 0 0,0-1 1 0 0,1 0 0 0 0,-1 0 0 0 0,1-1-1 0 0,0 0 1 0 0,0 0 0 0 0,0 0 0 0 0,1-1 0 0 0,-1 0-1 0 0,-4-8 1 0 0,-1-3-56 0 0,0 0-1 0 0,2-1 1 0 0,0-1 0 0 0,1 0-1 0 0,1 0 1 0 0,1 0 0 0 0,-6-34-1 0 0,7 26 84 0 0,2 1 0 0 0,0-1 0 0 0,2 0 0 0 0,1 0 0 0 0,4-35 0 0 0,-2 48 70 0 0,1 1 0 0 0,0 0-1 0 0,0-1 1 0 0,2 2 0 0 0,-1-1 0 0 0,2 0 0 0 0,0 1 0 0 0,0 0 0 0 0,1 0 0 0 0,0 1 0 0 0,18-21 0 0 0,-19 26-35 0 0,1 0 0 0 0,-1 0 0 0 0,1 0 1 0 0,0 1-1 0 0,0 0 0 0 0,1 1 1 0 0,-1-1-1 0 0,1 2 0 0 0,0-1 0 0 0,0 1 1 0 0,0 0-1 0 0,1 0 0 0 0,-1 1 0 0 0,1 1 1 0 0,-1-1-1 0 0,1 1 0 0 0,0 1 1 0 0,0-1-1 0 0,12 2 0 0 0,-11 1-21 0 0,1-1 0 0 0,-1 1-1 0 0,0 1 1 0 0,0 0 0 0 0,0 0 0 0 0,-1 1 0 0 0,1 0-1 0 0,-1 1 1 0 0,0 0 0 0 0,0 1 0 0 0,0-1 0 0 0,-1 2-1 0 0,0-1 1 0 0,0 1 0 0 0,-1 0 0 0 0,0 1 0 0 0,0 0-1 0 0,7 10 1 0 0,-9-11-30 0 0,-1 0 0 0 0,0 0 0 0 0,-1 0 0 0 0,0 1-1 0 0,0-1 1 0 0,0 1 0 0 0,-1 0 0 0 0,0 0 0 0 0,-1 0 0 0 0,1-1 0 0 0,-2 2-1 0 0,1-1 1 0 0,-1 0 0 0 0,0 0 0 0 0,-1 0 0 0 0,0 0 0 0 0,0 0 0 0 0,-1 0 0 0 0,0-1-1 0 0,0 1 1 0 0,-1 0 0 0 0,0-1 0 0 0,0 0 0 0 0,-5 8 0 0 0,-1-1 83 0 0,-1 0 1 0 0,-1-1-1 0 0,-1 0 1 0 0,0-1-1 0 0,0 0 1 0 0,-1-1-1 0 0,0-1 1 0 0,-1 0-1 0 0,-1-1 1 0 0,1 0-1 0 0,-1-1 1 0 0,-1 0-1 0 0,1-2 1 0 0,-1 0-1 0 0,0 0 0 0 0,-1-2 1 0 0,1 0-1 0 0,-1-1 1 0 0,-22 2-1 0 0,28-6-42 0 0,1 0-1 0 0,0-1 1 0 0,0 0-1 0 0,0 0 0 0 0,1-1 1 0 0,-1 0-1 0 0,1-1 1 0 0,-1 0-1 0 0,1 0 0 0 0,0-1 1 0 0,1 0-1 0 0,-1-1 1 0 0,1 0-1 0 0,0 0 0 0 0,-8-10 1 0 0,11 12-88 0 0,1-1 1 0 0,-1 0 0 0 0,1 0-1 0 0,1-1 1 0 0,-1 1 0 0 0,1-1-1 0 0,0 0 1 0 0,0 1 0 0 0,1-1-1 0 0,-1-1 1 0 0,0-5 0 0 0,2 7-79 0 0,0 1 0 0 0,1-1 0 0 0,0 1 0 0 0,0-1 0 0 0,0 1 0 0 0,0-1 0 0 0,1 1 0 0 0,-1-1 0 0 0,1 1 0 0 0,0-1 0 0 0,1 1 0 0 0,-1 0 1 0 0,1 0-1 0 0,0-1 0 0 0,0 1 0 0 0,0 0 0 0 0,3-3 0 0 0,0 1-360 0 0,-1 0 0 0 0,1 0 1 0 0,1 1-1 0 0,-1 0 0 0 0,1 0 0 0 0,-1 0 0 0 0,1 1 1 0 0,1-1-1 0 0,-1 2 0 0 0,1-1 0 0 0,-1 1 1 0 0,1 0-1 0 0,0 0 0 0 0,0 1 0 0 0,0-1 0 0 0,1 2 1 0 0,14-3-1 0 0,-11 3-214 0 0,1 1 1 0 0,-1 0-1 0 0,1 0 0 0 0,0 1 1 0 0,19 4-1 0 0,25 14 703 0 0,-16 1-14 0 0</inkml:trace>
</inkml:ink>
</file>

<file path=ppt/ink/ink1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6:38.623"/>
    </inkml:context>
    <inkml:brush xml:id="br0">
      <inkml:brushProperty name="width" value="0.35" units="cm"/>
      <inkml:brushProperty name="height" value="0.35" units="cm"/>
      <inkml:brushProperty name="color" value="#F6630D"/>
    </inkml:brush>
  </inkml:definitions>
  <inkml:trace contextRef="#ctx0" brushRef="#br0">46 286 8754 0 0,'-1'-5'189'0'0,"1"-1"0"0"0,-1 1-1 0 0,1-1 1 0 0,1 1 0 0 0,-1-1 0 0 0,1 1 0 0 0,0-1 0 0 0,0 1-1 0 0,0 0 1 0 0,1-1 0 0 0,0 1 0 0 0,0 0 0 0 0,0 0-1 0 0,1 0 1 0 0,-1 0 0 0 0,1 1 0 0 0,0-1 0 0 0,1 1 0 0 0,-1 0-1 0 0,7-7 1 0 0,-6 7 16 0 0,0 0 0 0 0,0 0 0 0 0,0 1 0 0 0,1-1 0 0 0,-1 1 0 0 0,1 0 0 0 0,0 0 0 0 0,0 0 0 0 0,0 1 0 0 0,0 0 0 0 0,0 0 0 0 0,1 0 0 0 0,-1 1 0 0 0,1-1 0 0 0,-1 1 0 0 0,1 1 0 0 0,-1-1 0 0 0,1 1 0 0 0,0 0 0 0 0,7 1 0 0 0,-4 1-69 0 0,-1 1 0 0 0,0 1 0 0 0,0-1 0 0 0,0 2 0 0 0,0-1 0 0 0,0 1 0 0 0,-1 0 0 0 0,0 0 0 0 0,0 1 0 0 0,0 0 0 0 0,-1 0 0 0 0,0 1 0 0 0,0 0 0 0 0,-1 0 0 0 0,7 10 0 0 0,1 4-22 0 0,0 1 0 0 0,-2 0 0 0 0,-1 0 0 0 0,11 32 0 0 0,-16-36-93 0 0,-1-1 1 0 0,0 0 0 0 0,-1 1-1 0 0,-1-1 1 0 0,-1 1 0 0 0,0 0-1 0 0,-1 0 1 0 0,-6 35 0 0 0,5-45-76 0 0,-1 1 0 0 0,0 0 1 0 0,0 0-1 0 0,-1-1 0 0 0,0 0 1 0 0,-1 1-1 0 0,0-1 1 0 0,0-1-1 0 0,-1 1 0 0 0,0 0 1 0 0,0-1-1 0 0,-1 0 0 0 0,1 0 1 0 0,-2-1-1 0 0,1 0 1 0 0,-1 0-1 0 0,0 0 0 0 0,0-1 1 0 0,-14 8-1 0 0,17-11 9 0 0,-1 0 0 0 0,1 0 1 0 0,-1 0-1 0 0,1-1 0 0 0,-1 0 0 0 0,1 0 0 0 0,-1 0 0 0 0,0 0 1 0 0,0-1-1 0 0,1 0 0 0 0,-1 0 0 0 0,0 0 0 0 0,0 0 1 0 0,1-1-1 0 0,-9-2 0 0 0,6 1-5 0 0,1-1-1 0 0,-1 0 1 0 0,1 0 0 0 0,0 0 0 0 0,1-1 0 0 0,-1 0-1 0 0,0 0 1 0 0,1-1 0 0 0,-9-9 0 0 0,2 1-46 0 0,2-1 0 0 0,-1 0 1 0 0,2-1-1 0 0,0 0 1 0 0,1-1-1 0 0,1 0 0 0 0,-10-28 1 0 0,10 20 84 0 0,1-1 1 0 0,0 0-1 0 0,2-1 1 0 0,1 1-1 0 0,2-1 1 0 0,0 1 0 0 0,1-1-1 0 0,2 0 1 0 0,0 1-1 0 0,10-37 1 0 0,-9 49 92 0 0,1 0 0 0 0,1 1 0 0 0,0-1 0 0 0,1 1 0 0 0,0 0 0 0 0,1 1 0 0 0,0 0 0 0 0,0 0 0 0 0,14-15 1 0 0,-13 19 7 0 0,0-1 0 0 0,1 1 1 0 0,0 0-1 0 0,0 1 0 0 0,0 0 1 0 0,1 1-1 0 0,0 0 0 0 0,0 0 1 0 0,0 1-1 0 0,1 0 0 0 0,-1 1 1 0 0,19-4-1 0 0,-19 5-13 0 0,0 1 0 0 0,1 0 1 0 0,-1 1-1 0 0,0-1 0 0 0,1 2 0 0 0,-1 0 0 0 0,0 0 1 0 0,0 1-1 0 0,0 0 0 0 0,0 0 0 0 0,0 2 0 0 0,0-1 1 0 0,0 1-1 0 0,-1 0 0 0 0,0 1 0 0 0,0 0 0 0 0,0 1 0 0 0,0-1 1 0 0,11 12-1 0 0,-9-6-53 0 0,-1 0 0 0 0,0 0 1 0 0,-1 1-1 0 0,0 0 0 0 0,-1 0 0 0 0,-1 1 0 0 0,0 0 1 0 0,0 1-1 0 0,-1-1 0 0 0,-1 1 0 0 0,-1 0 1 0 0,0 1-1 0 0,3 15 0 0 0,-4-9-12 0 0,-1-1-1 0 0,-1 1 1 0 0,-1 0 0 0 0,0 0-1 0 0,-2 0 1 0 0,0 0 0 0 0,-2 0-1 0 0,0-1 1 0 0,-14 40 0 0 0,14-49-7 0 0,0 1 0 0 0,-1-2 0 0 0,0 1 0 0 0,-1-1 0 0 0,-1 1 0 0 0,1-2 0 0 0,-1 1 0 0 0,-1-1 1 0 0,0 0-1 0 0,0 0 0 0 0,-1-1 0 0 0,0 0 0 0 0,0-1 0 0 0,-1 0 0 0 0,0-1 0 0 0,0 0 0 0 0,-1 0 0 0 0,-21 8 0 0 0,25-12-15 0 0,-1 0 0 0 0,1-1-1 0 0,0 0 1 0 0,-1 0 0 0 0,1-1-1 0 0,-1 1 1 0 0,1-2 0 0 0,-1 1-1 0 0,1-1 1 0 0,0 0 0 0 0,-11-4-1 0 0,5 1-29 0 0,2 0 1 0 0,-1-1-1 0 0,0-1 0 0 0,1 0 1 0 0,0 0-1 0 0,-13-11 0 0 0,6 2-23 0 0,0-1-1 0 0,1 0 0 0 0,0-1 0 0 0,1-1 1 0 0,1-1-1 0 0,-21-35 0 0 0,28 41 44 0 0,1 0 0 0 0,1-1-1 0 0,0 1 1 0 0,1-1 0 0 0,0-1-1 0 0,1 1 1 0 0,1-1 0 0 0,0 1 0 0 0,-1-19-1 0 0,4 25 33 0 0,0 0 0 0 0,1-1 0 0 0,-1 1 0 0 0,2 0 0 0 0,-1 0 0 0 0,1-1 0 0 0,0 1 0 0 0,1 0 0 0 0,0 1 0 0 0,0-1 0 0 0,1 0 1 0 0,0 1-1 0 0,0 0 0 0 0,0 0 0 0 0,1 0 0 0 0,0 0 0 0 0,12-10 0 0 0,-6 6 32 0 0,1 1 1 0 0,1 0 0 0 0,-1 1 0 0 0,1 1 0 0 0,1 0 0 0 0,0 1 0 0 0,0 0 0 0 0,0 1-1 0 0,1 1 1 0 0,-1 0 0 0 0,1 1 0 0 0,23-4 0 0 0,-27 7-22 0 0,1 0 0 0 0,0 0 0 0 0,-1 2 1 0 0,1-1-1 0 0,-1 1 0 0 0,1 1 0 0 0,-1 0 0 0 0,1 0 0 0 0,-1 1 1 0 0,0 1-1 0 0,0 0 0 0 0,0 1 0 0 0,-1 0 0 0 0,1 0 0 0 0,-1 1 1 0 0,0 0-1 0 0,10 10 0 0 0,-6-4-19 0 0,0 2 1 0 0,-2-1-1 0 0,0 2 1 0 0,0 0-1 0 0,-1 0 1 0 0,-1 1-1 0 0,-1 0 0 0 0,0 1 1 0 0,-1 0-1 0 0,-1 0 1 0 0,0 1-1 0 0,-1 0 1 0 0,-2 0-1 0 0,1 0 1 0 0,-2 1-1 0 0,-1 0 1 0 0,0-1-1 0 0,-1 1 0 0 0,-2 22 1 0 0,0-22 92 0 0,-1-1 1 0 0,0 0-1 0 0,-2 0 0 0 0,0 0 0 0 0,-1 0 1 0 0,0-1-1 0 0,-2 1 0 0 0,0-1 1 0 0,-1-1-1 0 0,-1 0 0 0 0,0 0 1 0 0,-1 0-1 0 0,-1-1 0 0 0,0-1 0 0 0,-1 0 1 0 0,-1 0-1 0 0,0-2 0 0 0,-1 1 1 0 0,-26 17-1 0 0,28-22-44 0 0,-1-2 0 0 0,0 0 0 0 0,0 0 0 0 0,0-1 0 0 0,-1-1 0 0 0,1 0 0 0 0,-1-1 0 0 0,0-1 0 0 0,0 0 0 0 0,-1 0 0 0 0,1-2 0 0 0,0 0 0 0 0,0 0 0 0 0,0-1 0 0 0,-1-1 0 0 0,1-1 0 0 0,0 0 0 0 0,1 0 0 0 0,-1-1 0 0 0,1-1 0 0 0,-16-8 0 0 0,24 10-34 0 0,1 1 0 0 0,0-1 1 0 0,0 0-1 0 0,0-1 1 0 0,1 1-1 0 0,-1-1 1 0 0,1 1-1 0 0,0-1 0 0 0,0 0 1 0 0,0 0-1 0 0,0 0 1 0 0,1-1-1 0 0,-3-5 1 0 0,4 7-110 0 0,0 1 1 0 0,0-1 0 0 0,1 0 0 0 0,-1 0-1 0 0,1 0 1 0 0,-1 0 0 0 0,1 0 0 0 0,0 0-1 0 0,0 0 1 0 0,0 0 0 0 0,1 0 0 0 0,-1 0-1 0 0,1 0 1 0 0,0 0 0 0 0,-1 0 0 0 0,1 0-1 0 0,1 0 1 0 0,-1 1 0 0 0,0-1 0 0 0,1 0-1 0 0,-1 1 1 0 0,1-1 0 0 0,2-2 0 0 0</inkml:trace>
</inkml:ink>
</file>

<file path=ppt/ink/ink1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6:50.802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4132 371 3225 0 0,'0'-9'250'0'0,"-1"-1"0"0"0,-1 1 0 0 0,1-1 0 0 0,-2 1 0 0 0,1 0 0 0 0,-1 0 1 0 0,-1 0-1 0 0,0 0 0 0 0,0 1 0 0 0,0-1 0 0 0,-1 1 0 0 0,-1 0 0 0 0,1 1 1 0 0,-1-1-1 0 0,-1 1 0 0 0,-8-8 0 0 0,-2 0 224 0 0,0 0 0 0 0,-1 1 0 0 0,-1 1 0 0 0,-1 0 0 0 0,-33-15 0 0 0,17 12-382 0 0,0 3 1 0 0,-1 0-1 0 0,-1 3 1 0 0,-53-9-1 0 0,-161-8-284 0 0,147 18 123 0 0,-97-4 283 0 0,-268 18 0 0 0,291 13 332 0 0,-194 43 1 0 0,214-27-555 0 0,2 7 0 0 0,1 7 0 0 0,-261 120 0 0 0,247-88-88 0 0,-174 110 0 0 0,291-155 72 0 0,1 2 0 0 0,2 2 0 0 0,1 3 0 0 0,3 1 0 0 0,1 2-1 0 0,2 3 1 0 0,-39 57 0 0 0,47-52 142 0 0,3 2-1 0 0,1 2 1 0 0,4 0-1 0 0,-22 66 1 0 0,22-41 150 0 0,4 2 0 0 0,-18 125-1 0 0,37-170-268 0 0,1 0 0 0 0,2-1 0 0 0,1 1 0 0 0,2 0 0 0 0,2 0 0 0 0,2-1 0 0 0,1 1 0 0 0,2-2 0 0 0,1 1 0 0 0,2-1 0 0 0,2-1-1 0 0,2 0 1 0 0,0-1 0 0 0,3-1 0 0 0,38 55 0 0 0,-7-19 180 0 0,3-2 1 0 0,3-2-1 0 0,2-3 1 0 0,3-3-1 0 0,3-2 0 0 0,3-3 1 0 0,87 56-1 0 0,75 31-118 0 0,5-10-1 0 0,394 160 0 0 0,356 83 207 0 0,-574-229 617 0 0,1 1-360 0 0,-95-15-480 0 0,553 319 0 0 0,-275-39-44 0 0,-573-396 0 0 0,370 312 145 0 0,-22 27-1 0 0,-253-236-208 0 0,138 181 0 0 0,-192-215-32 0 0,-4 3 1 0 0,-3 2-1 0 0,55 128 1 0 0,-67-118 45 0 0,-5 2 0 0 0,-4 1-1 0 0,24 127 1 0 0,-49-179-154 0 0,-1 1-1 0 0,-3 0 0 0 0,-2 0 0 0 0,-3 0 1 0 0,-2 1-1 0 0,-2-1 0 0 0,-2 0 1 0 0,-23 89-1 0 0,17-105 52 0 0,-2-1 1 0 0,-2 0-1 0 0,-1-1 0 0 0,-1-1 0 0 0,-2-1 1 0 0,-1 0-1 0 0,-2-1 0 0 0,-42 44 0 0 0,0-11-146 0 0,-2-2 0 0 0,-109 75 0 0 0,87-76 65 0 0,-3-5 1 0 0,-3-3-1 0 0,-110 43 1 0 0,-313 93-474 0 0,314-128 1221 0 0,-2-9 0 0 0,-2-10 0 0 0,-2-8-1 0 0,-1-10 1 0 0,-1-9 0 0 0,-1-9 0 0 0,-328-33-1 0 0,393 7 194 0 0,2-6-1 0 0,-217-67 1 0 0,-264-150 429 0 0,506 185-966 0 0,3-5 0 0 0,-168-118 0 0 0,217 129 120 0 0,3-2 0 0 0,2-3 1 0 0,2-3-1 0 0,3-3 0 0 0,-54-74 0 0 0,66 67-292 0 0,2-2 1 0 0,4-2-1 0 0,3-1 0 0 0,3-2 1 0 0,4-2-1 0 0,3-1 0 0 0,3-1 1 0 0,-14-89-1 0 0,27 96 31 0 0,3 0 0 0 0,3 0-1 0 0,3-1 1 0 0,3 0 0 0 0,4 1-1 0 0,3-1 1 0 0,4 1 0 0 0,2 1-1 0 0,4 0 1 0 0,3 1 0 0 0,31-75-1 0 0,11 5-224 0 0,6 2 0 0 0,6 4 0 0 0,5 3 0 0 0,7 3 0 0 0,128-149 0 0 0,205-145-332 0 0,-402 409 515 0 0,450-367 462 0 0,-273 233 11 0 0,364-256 284 0 0,-189 143-642 0 0,-105 78-24 0 0,184-146 518 0 0,-383 275-553 0 0,195-176 399 0 0,-214 184-363 0 0,-1-1 0 0 0,-3-3 0 0 0,45-69 0 0 0,185-361-79 0 0,-248 430 54 0 0,-1 0 0 0 0,-3-2 1 0 0,-3 0-1 0 0,17-83 1 0 0,-29 109-33 0 0,-2 1 1 0 0,-1-1 0 0 0,-1 0-1 0 0,-1 0 1 0 0,-1 0 0 0 0,-2 1-1 0 0,0-1 1 0 0,-2 1 0 0 0,-1 0-1 0 0,-1 0 1 0 0,-16-39 0 0 0,4 26-54 0 0,-2 1 1 0 0,-1 1-1 0 0,-2 2 0 0 0,-1 0 1 0 0,-36-37-1 0 0,-5 3-1026 0 0,-95-76 0 0 0</inkml:trace>
</inkml:ink>
</file>

<file path=ppt/ink/ink1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6:59.1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4365 1671 3681 0 0,'12'-1'6249'0'0,"41"-4"-5363"0"0,-42 1-871 0 0,0 0 0 0 0,0 0 0 0 0,0-1 0 0 0,0 0 0 0 0,-1-1 1 0 0,1 0-1 0 0,12-11 0 0 0,-8 6-20 0 0,0 2 0 0 0,20-10 0 0 0,22-2 69 0 0,1 3-1 0 0,1 2 1 0 0,73-10-1 0 0,36-8 259 0 0,-51 7 412 0 0,43-11 552 0 0,-129 29-1067 0 0,-1-1 0 0 0,0-2 0 0 0,28-15 0 0 0,-45 19-88 0 0,-1-1 1 0 0,0 0-1 0 0,-1 0 1 0 0,0-1-1 0 0,-1 0 1 0 0,0-1-1 0 0,0-1 1 0 0,-1 1 0 0 0,-1-1-1 0 0,0-1 1 0 0,0 0-1 0 0,-2 0 1 0 0,7-16-1 0 0,2-10 730 0 0,-2 0-1 0 0,-2-1 1 0 0,10-62 0 0 0,-18 85-827 0 0,0-1 1 0 0,-2 0 0 0 0,0 0 0 0 0,-1 0 0 0 0,-1 0 0 0 0,0 1 0 0 0,-2-1-1 0 0,0 0 1 0 0,-1 1 0 0 0,-1-1 0 0 0,0 1 0 0 0,-1 0 0 0 0,-1 1 0 0 0,-1 0-1 0 0,0 0 1 0 0,-1 0 0 0 0,-1 1 0 0 0,0 0 0 0 0,-1 1 0 0 0,-1 1 0 0 0,-14-15-1 0 0,-38-29-149 0 0,-2 2 0 0 0,-3 4 0 0 0,-1 2 1 0 0,-117-59-1 0 0,107 70 146 0 0,-2 4 1 0 0,-2 3 0 0 0,0 3 0 0 0,-134-24-1 0 0,54 25-110 0 0,-185-6 0 0 0,-167 26-416 0 0,86 28-414 0 0,336-10 851 0 0,1 3 0 0 0,-143 42 0 0 0,115-19 65 0 0,-396 134-78 0 0,486-158 105 0 0,-203 85-221 0 0,193-77 217 0 0,1 1 0 0 0,1 2 0 0 0,-56 45 0 0 0,-20 31 23 0 0,-98 76-17 0 0,76-74 98 0 0,5 5 0 0 0,-183 192 1 0 0,282-260-100 0 0,1 2 1 0 0,2 1-1 0 0,-34 63 1 0 0,-59 144 48 0 0,-3 6-54 0 0,70-155 188 0 0,-57 145 0 0 0,95-199-79 0 0,3 1 0 0 0,2 1 0 0 0,2 0 0 0 0,1 1-1 0 0,-4 87 1 0 0,14-54-5 0 0,4 1 0 0 0,20 114 0 0 0,53 160 224 0 0,-53-276-377 0 0,3-1-1 0 0,4-1 0 0 0,54 99 1 0 0,151 207-76 0 0,-178-309-23 0 0,3-3-1 0 0,92 84 1 0 0,-33-35 164 0 0,-56-57-11 0 0,3-4 1 0 0,3-2-1 0 0,2-3 1 0 0,3-4 0 0 0,136 73-1 0 0,-54-46-106 0 0,4-7 0 0 0,266 80 0 0 0,-267-106 429 0 0,181 25 1 0 0,-181-39-404 0 0,232 79 0 0 0,-18-3 370 0 0,-189-59-272 0 0,-2 9 1 0 0,229 105-1 0 0,-288-100 84 0 0,126 86 1 0 0,-139-80-98 0 0,174 113-110 0 0,-222-137 32 0 0,-1 3 0 0 0,72 73 0 0 0,-87-67-133 0 0,-2 3 0 0 0,53 85 1 0 0,36 47 80 0 0,-68-110 85 0 0,-17-22 27 0 0,-2 2-1 0 0,-3 2 1 0 0,40 74 0 0 0,81 220 301 0 0,58 106 130 0 0,38 0-264 0 0,-234-419-179 0 0,3-1-1 0 0,1-1 0 0 0,60 59 1 0 0,123 93 89 0 0,-62-59-84 0 0,-129-112-41 0 0,2 0-1 0 0,0-2 1 0 0,1 0-1 0 0,1-2 1 0 0,0-1 0 0 0,1-1-1 0 0,1-2 1 0 0,1 0-1 0 0,-1-2 1 0 0,2-2 0 0 0,0 0-1 0 0,0-2 1 0 0,0-1-1 0 0,41 1 1 0 0,-25-5 44 0 0,0-2 0 0 0,-1-2 0 0 0,1-2 0 0 0,-1-2-1 0 0,0-3 1 0 0,-1-1 0 0 0,0-2 0 0 0,0-2 0 0 0,-1-2 0 0 0,-1-2 0 0 0,75-43 0 0 0,-93 43 16 0 0,0-1 0 0 0,-1-1 0 0 0,0 0 0 0 0,-2-2 0 0 0,-1-1 0 0 0,-1-1 0 0 0,22-32 0 0 0,106-197 259 0 0,-113 188-274 0 0,-19 34-4 0 0,0-1 0 0 0,-2-1 0 0 0,-1 0 0 0 0,-2-1 0 0 0,-2 0 1 0 0,0-1-1 0 0,-3 1 0 0 0,-1-2 0 0 0,-1 1 0 0 0,-2 0 0 0 0,-3-45 0 0 0,-28-471 369 0 0,24 484-310 0 0,-3 1-1 0 0,-3 0 1 0 0,-2 0-1 0 0,-4 1 1 0 0,-2 1-1 0 0,-3 1 1 0 0,-3 0-1 0 0,-35-64 1 0 0,-149-290-237 0 0,170 347 114 0 0,-4 2 0 0 0,-3 2 0 0 0,-68-76 0 0 0,35 57 246 0 0,-147-124-1 0 0,-11 38-83 0 0,132 100-220 0 0,-306-193-23 0 0,291 198 74 0 0,-199-79-1 0 0,233 112 103 0 0,1-4-1 0 0,2-3 1 0 0,2-4 0 0 0,-124-90-1 0 0,-362-248 143 0 0,482 323-161 0 0,-108-96 0 0 0,101 78-6 0 0,-8-3 38 0 0,-146-89-1 0 0,-179-134-58 0 0,155 117 0 0 0,-14 23 0 0 0,176 102 0 0 0,-195-121-161 0 0,239 139 99 0 0,2-4 1 0 0,-87-84 0 0 0,91 72 12 0 0,-60-78 1 0 0,96 107 37 0 0,1-1 0 0 0,2-1 1 0 0,0-1-1 0 0,3 0 0 0 0,-13-37 0 0 0,18 36-30 0 0,2-1 0 0 0,1 0-1 0 0,2-1 1 0 0,1 1-1 0 0,2-1 1 0 0,1 0-1 0 0,2 0 1 0 0,2 0 0 0 0,1 0-1 0 0,2 1 1 0 0,1-1-1 0 0,2 1 1 0 0,2 0-1 0 0,17-43 1 0 0,-19 61 29 0 0,0 0 1 0 0,1 0-1 0 0,1 2 0 0 0,1-1 1 0 0,0 1-1 0 0,1 0 0 0 0,0 1 0 0 0,1 1 1 0 0,1 0-1 0 0,0 1 0 0 0,18-12 1 0 0,20-11-33 0 0,2 4 1 0 0,57-26-1 0 0,-93 48 43 0 0,76-33-29 0 0,160-49-1 0 0,107-6-57 0 0,-220 61 77 0 0,290-65-1667 0 0,-413 97-5886 0 0</inkml:trace>
</inkml:ink>
</file>

<file path=ppt/ink/ink1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5:35.3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409 89 8290 0 0,'-3'-3'174'0'0,"0"0"1"0"0,1 0 0 0 0,-1 1 0 0 0,-1-1-1 0 0,1 0 1 0 0,0 1 0 0 0,-1 0-1 0 0,1 0 1 0 0,-1 0 0 0 0,0 0 0 0 0,1 1-1 0 0,-1 0 1 0 0,0-1 0 0 0,0 1-1 0 0,0 1 1 0 0,0-1 0 0 0,0 0-1 0 0,0 1 1 0 0,0 0 0 0 0,0 0 0 0 0,-7 1-1 0 0,0-1-59 0 0,0 1 0 0 0,-1 1 0 0 0,1 0 0 0 0,0 0 0 0 0,0 1 0 0 0,0 1 0 0 0,0 0 0 0 0,1 0-1 0 0,0 1 1 0 0,-1 0 0 0 0,2 1 0 0 0,-1 0 0 0 0,1 1 0 0 0,0 0 0 0 0,0 0 0 0 0,1 1 0 0 0,-11 12 0 0 0,4-3 21 0 0,0 1 0 0 0,2 1 0 0 0,0 0 0 0 0,1 1 1 0 0,1 0-1 0 0,0 1 0 0 0,-12 37 0 0 0,18-41-92 0 0,2 1 0 0 0,-1-1 0 0 0,2 1 0 0 0,0-1 0 0 0,2 1 0 0 0,0-1 0 0 0,0 1 0 0 0,2 0-1 0 0,0-1 1 0 0,1 0 0 0 0,8 25 0 0 0,-1-8-78 0 0,3 0 0 0 0,1 0 0 0 0,1-1 0 0 0,31 47-1 0 0,-38-67 14 0 0,1 0 0 0 0,0-1-1 0 0,1 0 1 0 0,1-1 0 0 0,0 0 0 0 0,0-1-1 0 0,1 0 1 0 0,0-1 0 0 0,1 0-1 0 0,0-1 1 0 0,0-1 0 0 0,1 0-1 0 0,21 8 1 0 0,-16-9 111 0 0,2 0 1 0 0,-1-2-1 0 0,1 0 0 0 0,-1-1 0 0 0,1-1 1 0 0,0-1-1 0 0,0-1 0 0 0,0-1 0 0 0,29-4 0 0 0,-32 2 32 0 0,0-1 0 0 0,-1-1 0 0 0,1 0 0 0 0,-1-1 0 0 0,0-1-1 0 0,0 0 1 0 0,-1-2 0 0 0,0 1 0 0 0,-1-2 0 0 0,0 0-1 0 0,0-1 1 0 0,14-15 0 0 0,-14 11 14 0 0,-1 0 0 0 0,0-1 0 0 0,-2-1 0 0 0,0-1 1 0 0,0 1-1 0 0,-2-2 0 0 0,0 1 0 0 0,-2-2 0 0 0,0 1 0 0 0,7-27 0 0 0,-5 11 28 0 0,-3 0 0 0 0,-1 0 0 0 0,-1-1 0 0 0,-2 0 0 0 0,-2 1 0 0 0,-3-40 0 0 0,0 48-140 0 0,-2 0 1 0 0,0 1-1 0 0,-2 0 1 0 0,-1 0-1 0 0,-1 0 1 0 0,-1 1-1 0 0,-2 0 1 0 0,-22-40-1 0 0,31 60-60 0 0,-1 0 0 0 0,0 1 0 0 0,0-1 0 0 0,-1 1-1 0 0,1 0 1 0 0,-1 0 0 0 0,0 0 0 0 0,0 0 0 0 0,0 1 0 0 0,0 0-1 0 0,-1 0 1 0 0,1 0 0 0 0,-1 0 0 0 0,0 1 0 0 0,0-1-1 0 0,-9-2 1 0 0,8 4-92 0 0,0 1-1 0 0,1 0 0 0 0,-1 0 0 0 0,1 0 1 0 0,-1 1-1 0 0,0-1 0 0 0,1 1 1 0 0,-1 1-1 0 0,1-1 0 0 0,0 1 0 0 0,-1 0 1 0 0,1 0-1 0 0,0 0 0 0 0,0 1 1 0 0,0 0-1 0 0,-5 4 0 0 0,-25 18-1274 0 0,-2 5-264 0 0</inkml:trace>
</inkml:ink>
</file>

<file path=ppt/ink/ink1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5:35.9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247 0 10138 0 0,'-6'3'313'0'0,"0"0"1"0"0,0 1-1 0 0,0-1 0 0 0,0 1 0 0 0,0 0 1 0 0,1 0-1 0 0,-1 1 0 0 0,1 0 0 0 0,-4 5 1 0 0,-5 3-57 0 0,-9 8 129 0 0,2 0 0 0 0,0 2-1 0 0,2 0 1 0 0,-28 42 0 0 0,41-55-316 0 0,0 0-1 0 0,1 0 1 0 0,1 0 0 0 0,0 1-1 0 0,0 0 1 0 0,1-1 0 0 0,0 1-1 0 0,1 1 1 0 0,0-1 0 0 0,1 0-1 0 0,0 0 1 0 0,1 1 0 0 0,0-1-1 0 0,1 1 1 0 0,4 20 0 0 0,1-8-27 0 0,2 0 0 0 0,1 0-1 0 0,0-1 1 0 0,2 0 0 0 0,1-1 0 0 0,0 0 0 0 0,18 21 0 0 0,-6-11 63 0 0,2-1 1 0 0,2-1-1 0 0,50 44 0 0 0,-67-66-48 0 0,0 1 0 0 0,0-1 1 0 0,1-1-1 0 0,-1 0 0 0 0,2-1 1 0 0,-1 0-1 0 0,1-1 1 0 0,0 0-1 0 0,0-1 0 0 0,0-1 1 0 0,1 0-1 0 0,-1-1 0 0 0,1 0 1 0 0,0-1-1 0 0,-1 0 0 0 0,1-1 1 0 0,0-1-1 0 0,-1 0 0 0 0,1-1 1 0 0,0 0-1 0 0,-1-1 1 0 0,0-1-1 0 0,0 0 0 0 0,0-1 1 0 0,0 0-1 0 0,-1-1 0 0 0,1-1 1 0 0,-2 1-1 0 0,1-2 0 0 0,-1 0 1 0 0,0 0-1 0 0,0-1 0 0 0,-1 0 1 0 0,-1-1-1 0 0,1 0 1 0 0,12-19-1 0 0,-16 18 56 0 0,0 0 1 0 0,0 0-1 0 0,-2 0 1 0 0,1 0-1 0 0,-1-1 0 0 0,-1 0 1 0 0,0 0-1 0 0,-1 0 1 0 0,0 0-1 0 0,0-1 1 0 0,-2 1-1 0 0,1 0 0 0 0,-2 0 1 0 0,0-1-1 0 0,0 1 1 0 0,-1 0-1 0 0,0 0 1 0 0,-1 0-1 0 0,-1 0 0 0 0,0 0 1 0 0,-9-18-1 0 0,3 9-101 0 0,-1 1-1 0 0,-1 0 0 0 0,-1 0 1 0 0,-1 1-1 0 0,0 1 1 0 0,-1 0-1 0 0,-1 1 1 0 0,-1 1-1 0 0,-1 0 0 0 0,-29-20 1 0 0,17 16-351 0 0,-51-25 0 0 0,70 40 62 0 0,0 0 0 0 0,0 1 0 0 0,0 1 0 0 0,-1-1 1 0 0,1 2-1 0 0,-1 0 0 0 0,1 0 0 0 0,-23 1 1 0 0,3 5-1044 0 0</inkml:trace>
</inkml:ink>
</file>

<file path=ppt/ink/ink1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5:36.4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346 10 10594 0 0,'-8'-2'275'0'0,"0"0"-1"0"0,0 0 1 0 0,0 1-1 0 0,0 0 1 0 0,0 0-1 0 0,0 1 0 0 0,-1 0 1 0 0,1 0-1 0 0,-9 2 1 0 0,3 1 28 0 0,0-1-1 0 0,0 2 1 0 0,0 0 0 0 0,0 0 0 0 0,1 1-1 0 0,0 1 1 0 0,0 0 0 0 0,-18 12 0 0 0,23-12-117 0 0,0 0 0 0 0,0 1 0 0 0,1 0 0 0 0,-1 0 0 0 0,2 1 1 0 0,-1-1-1 0 0,1 2 0 0 0,0-1 0 0 0,1 1 0 0 0,0 0 1 0 0,0 0-1 0 0,-6 17 0 0 0,5-6-81 0 0,0 1-1 0 0,2 0 1 0 0,0 0 0 0 0,1 0 0 0 0,1 0 0 0 0,1 0-1 0 0,1 1 1 0 0,1-1 0 0 0,1 0 0 0 0,7 33 0 0 0,-7-42-125 0 0,1 0 1 0 0,1 0 0 0 0,0 0 0 0 0,1 0-1 0 0,0-1 1 0 0,0 1 0 0 0,1-1 0 0 0,1-1 0 0 0,0 1-1 0 0,0-1 1 0 0,1-1 0 0 0,0 1 0 0 0,1-1-1 0 0,0-1 1 0 0,1 1 0 0 0,-1-2 0 0 0,2 1 0 0 0,-1-1-1 0 0,13 6 1 0 0,-4-5 3 0 0,0-1 1 0 0,0-1-1 0 0,1 0 1 0 0,0-2-1 0 0,0 0 0 0 0,0-1 1 0 0,0-1-1 0 0,0-1 1 0 0,26-2-1 0 0,-35 0 59 0 0,0-1 0 0 0,0 0 0 0 0,0 0 0 0 0,-1-1 0 0 0,1 0 0 0 0,-1-1 0 0 0,0 0 0 0 0,13-8 0 0 0,-17 9-11 0 0,0-1 0 0 0,0-1 0 0 0,0 1-1 0 0,-1-1 1 0 0,0 0 0 0 0,0 0 0 0 0,-1-1 0 0 0,1 1-1 0 0,-1-1 1 0 0,0 0 0 0 0,0 0 0 0 0,-1-1-1 0 0,5-11 1 0 0,-6 9 47 0 0,0 1-1 0 0,0-1 1 0 0,-1 0-1 0 0,0 1 1 0 0,-1-1-1 0 0,0 0 0 0 0,0 0 1 0 0,-1 0-1 0 0,0 1 1 0 0,-1-1-1 0 0,1 0 1 0 0,-2 1-1 0 0,-5-16 1 0 0,2 8 40 0 0,-1 1 1 0 0,-1 0 0 0 0,0 0 0 0 0,-1 1 0 0 0,0 0 0 0 0,-16-17 0 0 0,18 23-228 0 0,-1 0 1 0 0,0 1-1 0 0,0 1 1 0 0,-1-1-1 0 0,1 1 1 0 0,-1 1-1 0 0,-14-7 1 0 0,17 9-166 0 0,0 1 1 0 0,-1-1 0 0 0,1 1 0 0 0,-1 1 0 0 0,1-1 0 0 0,-1 1 0 0 0,0 0-1 0 0,1 1 1 0 0,-1-1 0 0 0,0 1 0 0 0,0 1 0 0 0,-11 1 0 0 0,-11 8-1337 0 0</inkml:trace>
</inkml:ink>
</file>

<file path=ppt/ink/ink1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5:36.9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379 154 7834 0 0,'-9'-9'572'0'0,"0"0"0"0"0,-1 0 1 0 0,0 1-1 0 0,-1 0 0 0 0,1 1 1 0 0,-2 0-1 0 0,1 1 0 0 0,-1 0 1 0 0,0 1-1 0 0,0 0 0 0 0,0 1 1 0 0,-1 0-1 0 0,1 1 0 0 0,-21-3 0 0 0,26 6-483 0 0,0-1 0 0 0,1 1 0 0 0,-1 0 0 0 0,0 0 0 0 0,0 1 0 0 0,0 0-1 0 0,1 0 1 0 0,-1 1 0 0 0,1-1 0 0 0,-1 2 0 0 0,1-1 0 0 0,-1 1 0 0 0,1 0-1 0 0,0 0 1 0 0,0 0 0 0 0,1 1 0 0 0,-1 0 0 0 0,1 0 0 0 0,0 0 0 0 0,0 1-1 0 0,0 0 1 0 0,0 0 0 0 0,1 0 0 0 0,0 1 0 0 0,0-1 0 0 0,1 1-1 0 0,-1 0 1 0 0,1 0 0 0 0,-3 8 0 0 0,1 1-76 0 0,1 0 0 0 0,0 1 0 0 0,1-1-1 0 0,0 1 1 0 0,2 0 0 0 0,0 0 0 0 0,0 0 0 0 0,2 0 0 0 0,0-1-1 0 0,0 1 1 0 0,2 0 0 0 0,0-1 0 0 0,1 1 0 0 0,0-1 0 0 0,10 23-1 0 0,-9-25-54 0 0,1-1-1 0 0,0 0 0 0 0,1 0 0 0 0,0-1 0 0 0,0 0 1 0 0,1 0-1 0 0,1-1 0 0 0,0 0 0 0 0,0 0 0 0 0,1-1 0 0 0,0-1 1 0 0,1 1-1 0 0,0-1 0 0 0,0-1 0 0 0,1 0 0 0 0,-1-1 1 0 0,1 0-1 0 0,22 7 0 0 0,-12-9 36 0 0,1 0 0 0 0,-1-1-1 0 0,0-1 1 0 0,1-1 0 0 0,0-1 0 0 0,-1-1 0 0 0,1-1-1 0 0,-1-1 1 0 0,0-1 0 0 0,0-1 0 0 0,0-1 0 0 0,0 0-1 0 0,-1-2 1 0 0,27-14 0 0 0,-38 16 37 0 0,-1-1 0 0 0,0 0 1 0 0,-1 0-1 0 0,0-1 0 0 0,0 0 1 0 0,0 0-1 0 0,-1-1 0 0 0,0 0 0 0 0,-1 0 1 0 0,0-1-1 0 0,-1 1 0 0 0,0-1 0 0 0,0-1 1 0 0,-1 1-1 0 0,0-1 0 0 0,-1 1 0 0 0,0-1 1 0 0,-1 0-1 0 0,2-18 0 0 0,-3 14 116 0 0,0 0 0 0 0,0-1 0 0 0,-2 1 0 0 0,0 0 0 0 0,0 0 0 0 0,-2 0 0 0 0,0 0 0 0 0,0 1 0 0 0,-2-1 0 0 0,1 1 0 0 0,-2 0 0 0 0,0 0 0 0 0,-1 0 0 0 0,-8-12 0 0 0,6 14-107 0 0,0 0 1 0 0,-1 0-1 0 0,-1 1 0 0 0,1 1 0 0 0,-2 0 1 0 0,1 1-1 0 0,-2 0 0 0 0,1 0 0 0 0,-1 1 1 0 0,0 1-1 0 0,-23-9 0 0 0,27 12-221 0 0,0 1 1 0 0,1 1-1 0 0,-1 0 0 0 0,0 0 1 0 0,0 1-1 0 0,0 0 0 0 0,0 0 1 0 0,0 1-1 0 0,-1 0 0 0 0,1 1 0 0 0,0 0 1 0 0,0 0-1 0 0,0 1 0 0 0,1 0 1 0 0,-1 1-1 0 0,0 0 0 0 0,1 0 1 0 0,-1 1-1 0 0,1 0 0 0 0,-12 8 0 0 0,-12 14-6354 0 0</inkml:trace>
</inkml:ink>
</file>

<file path=ppt/ink/ink1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5:37.4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269 2 14747 0 0,'-25'-1'1382'0'0,"14"1"-1029"0"0,1-1 0 0 0,-1 2 0 0 0,1-1 0 0 0,-1 2 0 0 0,-20 4 0 0 0,23-3-208 0 0,-1 0 1 0 0,1 0 0 0 0,-1 1-1 0 0,1 1 1 0 0,0-1-1 0 0,1 1 1 0 0,-1 1 0 0 0,1-1-1 0 0,0 1 1 0 0,0 1 0 0 0,1-1-1 0 0,0 1 1 0 0,0 0 0 0 0,-8 14-1 0 0,7-9-65 0 0,1-1 0 0 0,1 2-1 0 0,0-1 1 0 0,1 0 0 0 0,0 1 0 0 0,1 0-1 0 0,0 0 1 0 0,1 0 0 0 0,0 22-1 0 0,1-17-102 0 0,1 0-1 0 0,2 0 0 0 0,-1 1 1 0 0,2-1-1 0 0,1 0 0 0 0,0 0 1 0 0,1-1-1 0 0,1 0 0 0 0,0 1 1 0 0,2-2-1 0 0,0 1 0 0 0,1-1 1 0 0,0-1-1 0 0,1 1 0 0 0,14 15 1 0 0,-12-20-53 0 0,1 0 0 0 0,0 0 0 0 0,1-1 1 0 0,0-1-1 0 0,0 0 0 0 0,1-1 0 0 0,1-1 0 0 0,-1 0 0 0 0,1-1 1 0 0,0-1-1 0 0,0 0 0 0 0,30 4 0 0 0,-33-7 54 0 0,0-1-1 0 0,1 0 1 0 0,-1-1-1 0 0,0-1 1 0 0,0 0-1 0 0,1-1 1 0 0,17-4 0 0 0,-22 3 46 0 0,0 0 0 0 0,-1 0 0 0 0,0-1 1 0 0,0 0-1 0 0,0 0 0 0 0,0-1 1 0 0,0 0-1 0 0,-1 0 0 0 0,0-1 1 0 0,0 0-1 0 0,9-10 0 0 0,-11 9 72 0 0,0 0 0 0 0,0 0-1 0 0,0 0 1 0 0,-1-1 0 0 0,0 0-1 0 0,0 1 1 0 0,-1-2 0 0 0,0 1 0 0 0,-1 0-1 0 0,0-1 1 0 0,0 1 0 0 0,0-1-1 0 0,-1 1 1 0 0,-1-1 0 0 0,1 0 0 0 0,-2 1-1 0 0,1-1 1 0 0,-1 0 0 0 0,0 1-1 0 0,-1-1 1 0 0,0 1 0 0 0,0-1-1 0 0,-6-11 1 0 0,5 11-84 0 0,-1 1 1 0 0,0-1-1 0 0,-1 1 0 0 0,0 0 0 0 0,0 1 0 0 0,-1-1 0 0 0,0 1 1 0 0,0 0-1 0 0,-1 0 0 0 0,0 1 0 0 0,0 0 0 0 0,0 0 0 0 0,-1 1 1 0 0,0 0-1 0 0,0 0 0 0 0,0 0 0 0 0,-1 1 0 0 0,0 1 0 0 0,1-1 0 0 0,-1 2 1 0 0,-15-4-1 0 0,11 4-257 0 0,0 1 1 0 0,-1 0 0 0 0,1 1-1 0 0,0 0 1 0 0,0 1 0 0 0,0 0-1 0 0,0 1 1 0 0,0 1-1 0 0,0 0 1 0 0,0 1 0 0 0,1 0-1 0 0,-1 1 1 0 0,1 0-1 0 0,1 1 1 0 0,-20 13 0 0 0,-4 8-6560 0 0</inkml:trace>
</inkml:ink>
</file>

<file path=ppt/ink/ink1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5:37.7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155 269 3225 0 0,'-13'20'1019'0'0,"0"14"8279"0"0,13-32-8862 0 0,-1-1 0 0 0,1 1 0 0 0,0 0 0 0 0,0-1 0 0 0,0 1 0 0 0,0 0 0 0 0,0 0 0 0 0,1-1 0 0 0,-1 1 0 0 0,0 0 0 0 0,1-1 0 0 0,-1 1 0 0 0,1-1 0 0 0,0 1 0 0 0,-1 0 0 0 0,1-1 0 0 0,1 2 0 0 0,0-1-593 0 0,-1 0 1 0 0,1-1 0 0 0,0 1 0 0 0,-1 0 0 0 0,1-1 0 0 0,0 0 0 0 0,0 1 0 0 0,0-1-1 0 0,4 2 1 0 0,0-2 205 0 0,-1 1-1 0 0,1-1 1 0 0,0 0-1 0 0,-1 0 1 0 0,1-1 0 0 0,0 1-1 0 0,0-1 1 0 0,-1-1-1 0 0,1 1 1 0 0,0-1-1 0 0,-1 0 1 0 0,1 0-1 0 0,0 0 1 0 0,-1-1 0 0 0,1 0-1 0 0,-1 0 1 0 0,0-1-1 0 0,0 1 1 0 0,0-1-1 0 0,0 0 1 0 0,5-5 0 0 0,10-6 46 0 0,0-2 0 0 0,-1-1 0 0 0,23-25 0 0 0,-35 34-53 0 0,0-1 0 0 0,0 1 0 0 0,-1-1 0 0 0,0 0 0 0 0,0 0 0 0 0,-1-1 0 0 0,-1 0 0 0 0,1 0 0 0 0,-2 0 0 0 0,6-20 1 0 0,-8 26-14 0 0,-1 0 0 0 0,1 0 0 0 0,-1-1 0 0 0,0 1 1 0 0,0 0-1 0 0,-1 0 0 0 0,1 0 0 0 0,-1 0 0 0 0,0 0 1 0 0,0-1-1 0 0,0 1 0 0 0,0 1 0 0 0,-1-1 0 0 0,1 0 1 0 0,-1 0-1 0 0,0 0 0 0 0,-1 1 0 0 0,1-1 0 0 0,0 1 1 0 0,-1 0-1 0 0,0 0 0 0 0,0 0 0 0 0,0 0 0 0 0,0 0 1 0 0,0 0-1 0 0,-1 1 0 0 0,1 0 0 0 0,-1 0 0 0 0,0 0 1 0 0,-6-3-1 0 0,-4 0-11 0 0,-1 0 1 0 0,1 0 0 0 0,-1 2-1 0 0,0 0 1 0 0,0 0-1 0 0,0 2 1 0 0,-1 0 0 0 0,1 0-1 0 0,-18 3 1 0 0,12 0-286 0 0,-1 1-1 0 0,1 0 1 0 0,0 2 0 0 0,0 1-1 0 0,-39 15 1 0 0,31-5-1605 0 0,3 4-5160 0 0</inkml:trace>
</inkml:ink>
</file>

<file path=ppt/ink/ink1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5:38.1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48 1 13363 0 0,'-3'3'1184'0'0,"1"-1"-944"0"0,1 0-240 0 0,2-2 320 0 0,-2 0 24 0 0,-2 0 0 0 0,-3 1 0 0 0,0-1-1472 0 0,-3 0-296 0 0,2-1-56 0 0,-3-2-17 0 0</inkml:trace>
</inkml:ink>
</file>

<file path=ppt/ink/ink1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5:38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0 11522 0 0,'-2'21'1025'0'0,"1"-9"-825"0"0,-1-2-200 0 0,1-1 0 0 0,-1-3 0 0 0,2-2 0 0 0,-1 3 0 0 0,-2 5 0 0 0,-3 7 0 0 0</inkml:trace>
</inkml:ink>
</file>

<file path=ppt/ink/ink1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5:38.4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76 0 13363 0 0,'-6'24'592'0'0,"3"-15"120"0"0,0 1-568 0 0,2-2-144 0 0,-1-3 0 0 0,1 0 0 0 0,-2 2 0 0 0,-1 4-88 0 0,-4 3 16 0 0,1 6 0 0 0,-2-3-1624 0 0,3-2-329 0 0,2-5-63 0 0,-4 1-17 0 0,-2-1 1657 0 0</inkml:trace>
</inkml:ink>
</file>

<file path=ppt/ink/ink1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5:39.6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64 4 16131 0 0,'-1'0'103'0'0,"-1"-1"0"0"0,1 1-1 0 0,0-1 1 0 0,0 1-1 0 0,0 0 1 0 0,-1-1-1 0 0,1 1 1 0 0,0 0-1 0 0,0 0 1 0 0,-1 0-1 0 0,1 0 1 0 0,0 0-1 0 0,0 0 1 0 0,-1 0-1 0 0,1 1 1 0 0,0-1 0 0 0,0 0-1 0 0,0 1 1 0 0,-1-1-1 0 0,1 1 1 0 0,0-1-1 0 0,-2 2 1 0 0,1 0-35 0 0,1 1 1 0 0,0-1 0 0 0,-1 0 0 0 0,1 1-1 0 0,0-1 1 0 0,0 1 0 0 0,1 0 0 0 0,-1-1-1 0 0,0 5 1 0 0,-1 1 87 0 0,-5 25 235 0 0,1 1 0 0 0,2-1-1 0 0,1 1 1 0 0,3 36-1 0 0,16 138 303 0 0,41 84-1666 0 0,-40-216-558 0 0,5 21-5517 0 0</inkml:trace>
</inkml:ink>
</file>

<file path=ppt/ink/ink1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5:39.0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341 1 8290 0 0,'-13'1'397'0'0,"1"2"1"0"0,0 0 0 0 0,-1 0-1 0 0,1 1 1 0 0,0 1-1 0 0,0 0 1 0 0,-19 12 0 0 0,15-9-152 0 0,0 0 42 0 0,1 0 1 0 0,0 1-1 0 0,0 1 0 0 0,1 1 0 0 0,1 0 0 0 0,0 0 1 0 0,0 1-1 0 0,1 1 0 0 0,-19 26 0 0 0,24-28-159 0 0,0 1 0 0 0,1-1 0 0 0,1 1 0 0 0,0 0 0 0 0,0 1 0 0 0,1-1 0 0 0,1 1 0 0 0,0-1 0 0 0,1 1 0 0 0,0 0 0 0 0,1 0 0 0 0,0 0 0 0 0,3 26 0 0 0,2-10-5 0 0,0-1 0 0 0,2 1 1 0 0,1-1-1 0 0,2 0 0 0 0,0 0 1 0 0,2-1-1 0 0,1-1 0 0 0,1 0 1 0 0,29 42-1 0 0,-31-52-128 0 0,1 0 0 0 0,1-1 0 0 0,0 0 0 0 0,1-2 0 0 0,0 1 0 0 0,1-2 1 0 0,0 0-1 0 0,1 0 0 0 0,1-2 0 0 0,0 0 0 0 0,0-1 0 0 0,1 0 0 0 0,0-2 0 0 0,0 0 0 0 0,27 6 0 0 0,-19-9-116 0 0,0 0 0 0 0,1-2 1 0 0,0 0-1 0 0,-1-2 0 0 0,1-1 0 0 0,-1-1 0 0 0,1-2 0 0 0,50-13 0 0 0,-60 13 188 0 0,0-2 0 0 0,-1 0 0 0 0,0-1 0 0 0,0-1 0 0 0,-1 0 0 0 0,0-1 0 0 0,-1 0 0 0 0,0-2 0 0 0,0 1 0 0 0,-1-2-1 0 0,0 0 1 0 0,-1 0 0 0 0,0-1 0 0 0,16-25 0 0 0,-24 31 81 0 0,0 0 0 0 0,-1 0 1 0 0,1 0-1 0 0,-2 0 0 0 0,1-1 0 0 0,-1 1 0 0 0,0-1 0 0 0,0 1 1 0 0,-1-1-1 0 0,0 0 0 0 0,-1 0 0 0 0,1 0 0 0 0,-2-11 0 0 0,-1 8 38 0 0,0-1 0 0 0,-1 1 0 0 0,0 0-1 0 0,-1 0 1 0 0,0 0 0 0 0,0 1-1 0 0,-1-1 1 0 0,-9-12 0 0 0,-2 0 45 0 0,0 1 0 0 0,-2 1 0 0 0,0 1 0 0 0,-2 0 0 0 0,0 2 0 0 0,-42-31 0 0 0,30 28-175 0 0,0 2 0 0 0,-1 1 0 0 0,-1 1 0 0 0,-1 2 0 0 0,-41-12 0 0 0,-37-2-6660 0 0,64 20-556 0 0</inkml:trace>
</inkml:ink>
</file>

<file path=ppt/ink/ink1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5:40.6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198 101 8290 0 0,'-23'13'1550'0'0,"-3"2"-55"0"0,0 0-1 0 0,-1-1 1 0 0,-1-2-1 0 0,-37 11 1 0 0,65-23-1456 0 0,0 0 0 0 0,0 0 0 0 0,0 0 0 0 0,0 0 0 0 0,1 0 1 0 0,-1 0-1 0 0,0-1 0 0 0,0 1 0 0 0,0 0 0 0 0,0 0 0 0 0,0 0 0 0 0,0 0 0 0 0,0 0 0 0 0,0 0 0 0 0,0-1 0 0 0,0 1 0 0 0,0 0 0 0 0,0 0 1 0 0,0 0-1 0 0,0 0 0 0 0,0 0 0 0 0,0-1 0 0 0,0 1 0 0 0,0 0 0 0 0,0 0 0 0 0,0 0 0 0 0,0 0 0 0 0,-1 0 0 0 0,1 0 0 0 0,0 0 1 0 0,0-1-1 0 0,0 1 0 0 0,0 0 0 0 0,0 0 0 0 0,0 0 0 0 0,0 0 0 0 0,0 0 0 0 0,0 0 0 0 0,-1 0 0 0 0,1 0 0 0 0,0 0 0 0 0,0 0 1 0 0,0-1-1 0 0,0 1 0 0 0,0 0 0 0 0,0 0 0 0 0,0 0 0 0 0,-1 0 0 0 0,1 0 0 0 0,0 0 0 0 0,0 0 0 0 0,0 0 0 0 0,0 0 0 0 0,0 0 0 0 0,-1 0 1 0 0,1 0-1 0 0,17-17 452 0 0,27-20-516 0 0,-16 14 51 0 0,2 1 1 0 0,0 1-1 0 0,38-18 0 0 0,-60 34-26 0 0,1 1 0 0 0,-1 0 0 0 0,1 1 0 0 0,0 0 0 0 0,0 0 0 0 0,0 1 0 0 0,0 0 0 0 0,0 1 0 0 0,1 0 0 0 0,-1 0-1 0 0,0 1 1 0 0,1 0 0 0 0,-1 1 0 0 0,0 0 0 0 0,1 1 0 0 0,-1-1 0 0 0,0 2 0 0 0,9 2 0 0 0,-14-2 10 0 0,0-1 0 0 0,1 1 0 0 0,-1 0 0 0 0,0 0 0 0 0,-1 0 0 0 0,1 1 0 0 0,-1-1 0 0 0,1 1 0 0 0,-1 0 0 0 0,0 0 0 0 0,0 0 0 0 0,-1 0 0 0 0,1 1 0 0 0,-1-1 0 0 0,0 1 0 0 0,0 0 0 0 0,-1-1 0 0 0,2 7 0 0 0,3 11 160 0 0,-2 0 0 0 0,2 40 1 0 0,-4-44-115 0 0,0 1 20 0 0,34 286 728 0 0,-26-251-752 0 0,2-1 0 0 0,3 0 1 0 0,34 83-1 0 0,-36-108-332 0 0,1 0 0 0 0,1 0 0 0 0,30 41-1 0 0,-30-50-663 0 0</inkml:trace>
</inkml:ink>
</file>

<file path=ppt/ink/ink1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5:40.8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1 357 9674 0 0,'6'-4'759'0'0,"-1"0"-1"0"0,1 0 1 0 0,-1 0-1 0 0,0-1 1 0 0,4-5-1 0 0,13-11 760 0 0,55-44 1760 0 0,86-93-1 0 0,-108 105-3982 0 0,-28 34-5158 0 0,-10 10-897 0 0</inkml:trace>
</inkml:ink>
</file>

<file path=ppt/ink/ink1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5:41.3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181 391 6913 0 0,'-5'0'198'0'0,"0"-1"0"0"0,0 1-1 0 0,0-1 1 0 0,0 0-1 0 0,0-1 1 0 0,0 1 0 0 0,0-1-1 0 0,0 0 1 0 0,0 0-1 0 0,0 0 1 0 0,1-1-1 0 0,-1 0 1 0 0,1 0 0 0 0,0 0-1 0 0,-7-6 1 0 0,-5-6 1081 0 0,0-1 1 0 0,-17-22 0 0 0,29 33-1125 0 0,0 0 0 0 0,1 0 0 0 0,0-1 0 0 0,0 0 0 0 0,0 0 0 0 0,0 0 0 0 0,1 0 0 0 0,0 0 0 0 0,0 0 0 0 0,1-1 0 0 0,0 1 0 0 0,0-1 0 0 0,0 1 0 0 0,1-1 0 0 0,0 1 0 0 0,0-1 0 0 0,1 1 0 0 0,0-1 0 0 0,0 1 0 0 0,0 0 0 0 0,1-1 0 0 0,0 1 0 0 0,0 0 0 0 0,5-9 0 0 0,-3 6-125 0 0,1 1 0 0 0,0-1 0 0 0,0 1 0 0 0,1 0 0 0 0,0 0 0 0 0,1 1 0 0 0,-1 0 0 0 0,2 0-1 0 0,-1 1 1 0 0,1 0 0 0 0,-1 0 0 0 0,2 0 0 0 0,-1 1 0 0 0,1 0 0 0 0,17-6 0 0 0,-22 9-89 0 0,1 1 0 0 0,-1-1 0 0 0,1 1 0 0 0,-1 0 0 0 0,1 0 0 0 0,0 1 0 0 0,-1 0 0 0 0,1-1 0 0 0,0 2 0 0 0,-1-1 0 0 0,1 0 0 0 0,0 1 0 0 0,-1 0 0 0 0,1 0 0 0 0,-1 0 0 0 0,1 1 0 0 0,-1-1 0 0 0,5 4 0 0 0,-4-2-132 0 0,0 1 1 0 0,0-1 0 0 0,-1 1-1 0 0,1 1 1 0 0,-1-1-1 0 0,0 1 1 0 0,-1-1 0 0 0,1 1-1 0 0,-1 0 1 0 0,0 0 0 0 0,0 1-1 0 0,0-1 1 0 0,3 9 0 0 0,0 5-319 0 0,0-1 0 0 0,-1 1 0 0 0,-1 0-1 0 0,2 32 1 0 0,-3 79-885 0 0,-4-99 1079 0 0,1-1 0 0 0,1 0 1 0 0,2 0-1 0 0,0 1 0 0 0,3-2 1 0 0,10 38-1 0 0,-13-58 267 0 0,1 0 0 0 0,0 0 0 0 0,1 0 0 0 0,0-1 0 0 0,0 1 0 0 0,1-1 1 0 0,0 0-1 0 0,13 13 0 0 0,-16-18 149 0 0,-1-1-1 0 0,1 0 1 0 0,0 0 0 0 0,0 0 0 0 0,0 0 0 0 0,0-1 0 0 0,0 1 0 0 0,0-1 0 0 0,0 1 0 0 0,0-1 0 0 0,0 0 0 0 0,1-1 0 0 0,-1 1 0 0 0,0 0-1 0 0,1-1 1 0 0,-1 0 0 0 0,1 0 0 0 0,-1 0 0 0 0,1 0 0 0 0,-1 0 0 0 0,0-1 0 0 0,1 0 0 0 0,-1 1 0 0 0,0-1 0 0 0,1 0 0 0 0,-1-1-1 0 0,0 1 1 0 0,5-4 0 0 0,-1 1 244 0 0,0-1 0 0 0,0 0 0 0 0,0-1 0 0 0,-1 0 0 0 0,0 0 0 0 0,0 0 0 0 0,-1-1 0 0 0,0 0 0 0 0,0 0 0 0 0,0 0 0 0 0,-1 0 0 0 0,0-1 0 0 0,0 0 0 0 0,-1 0 0 0 0,3-12 0 0 0,-4 13-110 0 0,0 0 0 0 0,0 0 0 0 0,-1-1 1 0 0,0 1-1 0 0,-1 0 0 0 0,1-1 0 0 0,-2 1 0 0 0,1 0 0 0 0,-1-1 0 0 0,0 1 0 0 0,0 0 0 0 0,-1-1 0 0 0,0 1 0 0 0,0 0 0 0 0,-1 0 0 0 0,0 1 0 0 0,0-1 0 0 0,-5-6 0 0 0,3 5-119 0 0,-2 0-1 0 0,1 0 1 0 0,-1 1-1 0 0,0 0 0 0 0,-1 1 1 0 0,1 0-1 0 0,-1 0 1 0 0,-12-7-1 0 0,-4 1-424 0 0,-43-16-1 0 0,-4-1-6926 0 0,56 22 1194 0 0</inkml:trace>
</inkml:ink>
</file>

<file path=ppt/ink/ink1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5:41.8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80 10138 0 0,'2'3'655'0'0,"0"0"-1"0"0,0 0 1 0 0,0-1 0 0 0,0 1-1 0 0,1 0 1 0 0,-1-1 0 0 0,1 1-1 0 0,5 3 1 0 0,22 18 2091 0 0,49 36 512 0 0,-71-55-3232 0 0,0 0 0 0 0,1-1 0 0 0,-1 0 0 0 0,1 0 0 0 0,0-1 0 0 0,0 0 1 0 0,0 0-1 0 0,12 1 0 0 0,-18-4-194 0 0,0 0 1 0 0,0 1 0 0 0,0-2 0 0 0,0 1-1 0 0,1 0 1 0 0,-1 0 0 0 0,0-1-1 0 0,0 0 1 0 0,0 0 0 0 0,0 0 0 0 0,0 0-1 0 0,-1 0 1 0 0,1 0 0 0 0,0-1-1 0 0,0 1 1 0 0,-1-1 0 0 0,1 0-1 0 0,2-2 1 0 0,-1 0-296 0 0,0 0 0 0 0,-1-1 0 0 0,1 1 0 0 0,-1-1 0 0 0,0 0 0 0 0,-1 1 0 0 0,1-1 0 0 0,-1-1-1 0 0,3-7 1 0 0,-1-1-232 0 0,-1 1 0 0 0,-1-1-1 0 0,0 1 1 0 0,-1-1 0 0 0,0 0-1 0 0,-1 0 1 0 0,-2-20 0 0 0,-8 11 5767 0 0,8 36-2532 0 0,3 13-128 0 0,6 42 0 0 0,23 73-902 0 0,-9-50-1069 0 0,4 42-150 0 0,-9-43-641 0 0,49 162 1 0 0,-51-215 46 0 0</inkml:trace>
</inkml:ink>
</file>

<file path=ppt/ink/ink1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5:43.2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226 26 5065 0 0,'-23'-8'1264'0'0,"14"4"-500"0"0,0 1 0 0 0,0 0 0 0 0,0 1 0 0 0,0 0 0 0 0,0 0 0 0 0,-11 0 0 0 0,17 2-578 0 0,0 0 0 0 0,-1 1 0 0 0,1 0 0 0 0,0-1 0 0 0,0 1 0 0 0,0 0 0 0 0,-1 0 0 0 0,1 1 0 0 0,0-1 0 0 0,0 1 0 0 0,0-1 0 0 0,1 1 0 0 0,-1 0 0 0 0,0 0 0 0 0,1 0 0 0 0,-1 0 0 0 0,1 1 0 0 0,0-1 0 0 0,0 1 0 0 0,0-1 0 0 0,-3 6 0 0 0,-5 8 117 0 0,2 0 1 0 0,0 1-1 0 0,0 0 1 0 0,2 1-1 0 0,0 0 0 0 0,1 0 1 0 0,1 0-1 0 0,0 0 1 0 0,2 1-1 0 0,-1 29 1 0 0,3-24-275 0 0,0 0 1 0 0,2 0-1 0 0,0 0 1 0 0,2 0-1 0 0,1 0 1 0 0,1-1-1 0 0,16 42 1 0 0,-18-54 18 0 0,1-1 0 0 0,0 0 1 0 0,1 0-1 0 0,0-1 0 0 0,1 1 0 0 0,0-1 1 0 0,0-1-1 0 0,1 1 0 0 0,0-1 0 0 0,11 8 1 0 0,-14-13-28 0 0,-1 0 1 0 0,1 0-1 0 0,1 0 1 0 0,-1-1-1 0 0,0 0 1 0 0,1 0 0 0 0,-1 0-1 0 0,1-1 1 0 0,-1 1-1 0 0,1-1 1 0 0,0-1 0 0 0,0 1-1 0 0,-1-1 1 0 0,1 0-1 0 0,0 0 1 0 0,0-1-1 0 0,-1 0 1 0 0,1 0 0 0 0,0 0-1 0 0,-1 0 1 0 0,11-5-1 0 0,-2 0 0 0 0,0-2 0 0 0,0 1-1 0 0,-1-1 1 0 0,0-1 0 0 0,0-1 0 0 0,-1 0-1 0 0,0 0 1 0 0,-1-1 0 0 0,0 0-1 0 0,-1-1 1 0 0,0-1 0 0 0,-1 1-1 0 0,0-2 1 0 0,13-26 0 0 0,-17 30-6 0 0,-1 1 0 0 0,0-1 0 0 0,0 0 0 0 0,-1-1 0 0 0,-1 1 0 0 0,1 0 0 0 0,-2-1 0 0 0,1 0 0 0 0,-2 1-1 0 0,1-1 1 0 0,-2 0 0 0 0,1 1 0 0 0,-1-1 0 0 0,-1 1 0 0 0,0-1 0 0 0,0 1 0 0 0,-1 0 0 0 0,-1-1 0 0 0,1 1 0 0 0,-2 1 0 0 0,1-1 0 0 0,-11-15 0 0 0,3 9 33 0 0,-1 0 0 0 0,-1 0 1 0 0,0 1-1 0 0,-24-18 0 0 0,32 28-63 0 0,-1 0 0 0 0,1 0 0 0 0,-1 1 1 0 0,0 0-1 0 0,0 0 0 0 0,0 0 0 0 0,-1 1 0 0 0,0 0 1 0 0,1 1-1 0 0,-1 0 0 0 0,0 0 0 0 0,0 1 0 0 0,0 0 1 0 0,-9-1-1 0 0,12 3-205 0 0,1 0 0 0 0,-1 0 0 0 0,0 0 0 0 0,1 0 0 0 0,-1 1 0 0 0,1 0-1 0 0,0 0 1 0 0,0 0 0 0 0,-1 0 0 0 0,1 1 0 0 0,1-1 0 0 0,-1 1 0 0 0,0 0 0 0 0,1 0 0 0 0,-1 1 0 0 0,-3 4 0 0 0,-17 23-6147 0 0</inkml:trace>
</inkml:ink>
</file>

<file path=ppt/ink/ink1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5:43.6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119 303 12899 0 0,'4'5'304'0'0,"1"0"0"0"0,-1 0 0 0 0,1-1 0 0 0,0 0 0 0 0,1 1 0 0 0,-1-2 0 0 0,1 1 0 0 0,0-1-1 0 0,0 1 1 0 0,0-1 0 0 0,0-1 0 0 0,0 0 0 0 0,9 3 0 0 0,-13-5-258 0 0,1-1 0 0 0,-1 1-1 0 0,1-1 1 0 0,-1 1-1 0 0,0-1 1 0 0,1 0 0 0 0,-1 1-1 0 0,0-1 1 0 0,0 0 0 0 0,1-1-1 0 0,-1 1 1 0 0,0 0 0 0 0,0-1-1 0 0,0 1 1 0 0,-1-1-1 0 0,1 1 1 0 0,0-1 0 0 0,0 0-1 0 0,-1 0 1 0 0,1 0 0 0 0,-1 0-1 0 0,0 0 1 0 0,0 0-1 0 0,1 0 1 0 0,-1-1 0 0 0,-1 1-1 0 0,2-5 1 0 0,3-5 81 0 0,-2 0-1 0 0,1 0 1 0 0,2-24 0 0 0,-5 19-39 0 0,0-1 1 0 0,-1 1-1 0 0,0 0 1 0 0,-6-30-1 0 0,5 38-10 0 0,-1 0-1 0 0,-1 0 0 0 0,0-1 0 0 0,0 1 1 0 0,0 1-1 0 0,-1-1 0 0 0,-1 0 0 0 0,1 1 1 0 0,-1 0-1 0 0,-7-8 0 0 0,10 14-68 0 0,1 0 1 0 0,-1 1-1 0 0,1-1 0 0 0,-1 1 0 0 0,0-1 1 0 0,1 1-1 0 0,-1 0 0 0 0,0-1 0 0 0,0 1 1 0 0,0 0-1 0 0,0 0 0 0 0,0 1 0 0 0,0-1 1 0 0,-1 0-1 0 0,1 1 0 0 0,0-1 0 0 0,0 1 1 0 0,0 0-1 0 0,-1-1 0 0 0,-2 1 0 0 0,2 1-3 0 0,-1 0 0 0 0,1 0 0 0 0,-1 0 0 0 0,1 0 0 0 0,0 0 0 0 0,-1 1 0 0 0,1-1 0 0 0,0 1-1 0 0,0 0 1 0 0,0 0 0 0 0,-4 4 0 0 0,-2 2-34 0 0,0 1 1 0 0,1 0-1 0 0,0 1 0 0 0,0 0 0 0 0,1 0 0 0 0,-7 15 1 0 0,1 1-200 0 0,2 1 0 0 0,0 1 0 0 0,2 0 1 0 0,1 0-1 0 0,1 0 0 0 0,2 1 0 0 0,-3 36 0 0 0,6-40-178 0 0,2 0-1 0 0,0-1 1 0 0,2 1-1 0 0,0 0 1 0 0,2-1-1 0 0,1 0 1 0 0,1 0-1 0 0,16 44 1 0 0,-18-59 244 0 0,1 0 0 0 0,-1 0-1 0 0,2 0 1 0 0,-1-1 0 0 0,1 1 0 0 0,1-1 0 0 0,-1-1 0 0 0,1 0 0 0 0,0 1 0 0 0,1-2 0 0 0,0 1-1 0 0,0-1 1 0 0,0-1 0 0 0,1 1 0 0 0,0-2 0 0 0,0 1 0 0 0,0-1 0 0 0,1 0 0 0 0,-1-1 0 0 0,14 3-1 0 0,3-2-658 0 0</inkml:trace>
</inkml:ink>
</file>

<file path=ppt/ink/ink1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5:43.9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12 140 6913 0 0,'3'3'273'0'0,"0"1"0"0"0,1-1 0 0 0,-1 1-1 0 0,1-1 1 0 0,-1-1 0 0 0,1 1 0 0 0,0 0-1 0 0,0-1 1 0 0,0 0 0 0 0,1 0-1 0 0,-1 0 1 0 0,0 0 0 0 0,1-1 0 0 0,-1 0-1 0 0,1 0 1 0 0,0 0 0 0 0,-1 0 0 0 0,1-1-1 0 0,4 1 1 0 0,2-1 359 0 0,-1 0 0 0 0,1-1 0 0 0,-1 0 0 0 0,1-1 0 0 0,-1 0 0 0 0,0-1 0 0 0,17-6 0 0 0,-24 8-526 0 0,0 0 1 0 0,0 0-1 0 0,0 0 1 0 0,-1-1-1 0 0,1 0 1 0 0,0 1-1 0 0,-1-1 1 0 0,1 0 0 0 0,-1 0-1 0 0,1 0 1 0 0,-1 0-1 0 0,0-1 1 0 0,0 1-1 0 0,0-1 1 0 0,0 1-1 0 0,-1-1 1 0 0,1 0-1 0 0,-1 0 1 0 0,0 0-1 0 0,1 1 1 0 0,-1-1-1 0 0,0 0 1 0 0,-1 0-1 0 0,1-1 1 0 0,0 1 0 0 0,-1 0-1 0 0,0 0 1 0 0,0 0-1 0 0,0 0 1 0 0,0 0-1 0 0,0-1 1 0 0,-1 1-1 0 0,1 0 1 0 0,-2-4-1 0 0,0 2-122 0 0,1 1 0 0 0,-1 0 1 0 0,0 0-1 0 0,0 0 0 0 0,-1 0 0 0 0,1 0 0 0 0,-1 1 0 0 0,0-1 0 0 0,0 1 0 0 0,0 0 0 0 0,0-1 0 0 0,0 1 0 0 0,-1 1 0 0 0,0-1 0 0 0,1 0 0 0 0,-1 1 0 0 0,0 0 0 0 0,0 0 0 0 0,0 0 1 0 0,0 1-1 0 0,-1-1 0 0 0,1 1 0 0 0,-8-2 0 0 0,8 4-56 0 0,1-1 1 0 0,0 1-1 0 0,0-1 1 0 0,0 1-1 0 0,0 0 1 0 0,0 0-1 0 0,0 1 1 0 0,0-1-1 0 0,0 1 1 0 0,0-1-1 0 0,0 1 1 0 0,1 0-1 0 0,-1 0 1 0 0,1 0-1 0 0,-1 0 1 0 0,1 1 0 0 0,0-1-1 0 0,0 0 1 0 0,0 1-1 0 0,-2 4 1 0 0,-20 17-914 0 0,-20 19-1248 0 0,25-22 178 0 0,3-6-3139 0 0</inkml:trace>
</inkml:ink>
</file>

<file path=ppt/ink/ink1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5:44.6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121 145 10594 0 0,'-2'3'139'0'0,"0"1"-1"0"0,0-1 0 0 0,0 0 1 0 0,-1 0-1 0 0,0 0 0 0 0,-5 5 1 0 0,-12 15-276 0 0,9-4 597 0 0,0 1-1 0 0,1 0 0 0 0,2 1 1 0 0,0 0-1 0 0,1 1 1 0 0,0-1-1 0 0,2 1 0 0 0,1 1 1 0 0,-2 36-1 0 0,5-39-265 0 0,1 0 0 0 0,0 0-1 0 0,2-1 1 0 0,0 1 0 0 0,2 0 0 0 0,0-1-1 0 0,1 0 1 0 0,0 0 0 0 0,2 0 0 0 0,1-1-1 0 0,12 24 1 0 0,-15-34-125 0 0,1-1 0 0 0,-1 1 0 0 0,1-1 0 0 0,1 0 0 0 0,0 0 0 0 0,0-1 0 0 0,0 0 0 0 0,0 0 0 0 0,1-1 0 0 0,0 0 0 0 0,0 0 0 0 0,1-1 0 0 0,-1 0 0 0 0,1 0 0 0 0,0-1 0 0 0,0-1 0 0 0,0 1 0 0 0,0-1 0 0 0,0-1 0 0 0,1 1 0 0 0,-1-2 0 0 0,1 1 0 0 0,-1-1 0 0 0,0-1 0 0 0,1 0 0 0 0,-1 0 0 0 0,0-1 0 0 0,1 0 0 0 0,-1 0 0 0 0,0-1 0 0 0,0 0 0 0 0,-1-1 0 0 0,1 0 0 0 0,-1 0 0 0 0,0-1 0 0 0,0 0 0 0 0,13-11 0 0 0,-3-2 85 0 0,-2-1 0 0 0,0 0 0 0 0,-1-1 1 0 0,0-1-1 0 0,21-42 0 0 0,41-120 671 0 0,-71 168-785 0 0,-2 1 0 0 0,0-1 0 0 0,0 0-1 0 0,-1 0 1 0 0,-1 0 0 0 0,-1 0 0 0 0,0-1 0 0 0,-1 1 0 0 0,-3-25 0 0 0,1 29-33 0 0,0 1-1 0 0,-1 0 1 0 0,0 0 0 0 0,-1 0 0 0 0,0 1-1 0 0,0-1 1 0 0,-1 1 0 0 0,-1 0 0 0 0,1 0-1 0 0,-1 1 1 0 0,-1 0 0 0 0,0 0-1 0 0,0 0 1 0 0,0 1 0 0 0,-9-7 0 0 0,3 3-92 0 0,-1 0-1 0 0,0 1 1 0 0,-1 1 0 0 0,0 0 0 0 0,-28-11 0 0 0,39 18 1 0 0,-1 1 1 0 0,1-1-1 0 0,-1 1 0 0 0,1 0 0 0 0,-1 0 0 0 0,1 0 0 0 0,-1 1 1 0 0,1 0-1 0 0,-1 0 0 0 0,0 0 0 0 0,1 0 0 0 0,-1 1 0 0 0,1 0 1 0 0,-1 0-1 0 0,1 0 0 0 0,-1 0 0 0 0,1 1 0 0 0,0-1 0 0 0,-1 1 1 0 0,1 0-1 0 0,0 1 0 0 0,0-1 0 0 0,0 1 0 0 0,1-1 0 0 0,-1 1 1 0 0,-4 5-1 0 0,-15 22-779 0 0,2 8-8 0 0</inkml:trace>
</inkml:ink>
</file>

<file path=ppt/ink/ink1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5:45.2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135 0 9674 0 0,'-6'5'491'0'0,"1"0"0"0"0,-1 1 0 0 0,1 0-1 0 0,1-1 1 0 0,-1 1 0 0 0,1 1 0 0 0,0-1 0 0 0,0 1 0 0 0,1-1 0 0 0,-4 13-1 0 0,-1-4-112 0 0,-5 13 238 0 0,1 1-1 0 0,1-1 0 0 0,2 2 1 0 0,0-1-1 0 0,-5 46 0 0 0,11-58-530 0 0,2-1 0 0 0,0 0-1 0 0,1 0 1 0 0,0 1-1 0 0,1-1 1 0 0,1 0-1 0 0,1 0 1 0 0,0 0 0 0 0,1 0-1 0 0,1-1 1 0 0,0 1-1 0 0,9 16 1 0 0,-8-23-84 0 0,-1 0 0 0 0,2 0 0 0 0,-1-1 0 0 0,1 0 0 0 0,0-1 0 0 0,1 1 0 0 0,0-1-1 0 0,0-1 1 0 0,0 0 0 0 0,1 0 0 0 0,0 0 0 0 0,0-1 0 0 0,1 0 0 0 0,-1-1 0 0 0,1 0 0 0 0,0-1 0 0 0,19 5 0 0 0,-13-6 1 0 0,-1 1 0 0 0,0-2 0 0 0,1 0 0 0 0,-1 0 0 0 0,1-2-1 0 0,-1 0 1 0 0,1 0 0 0 0,-1-2 0 0 0,0 0 0 0 0,0-1 0 0 0,24-9 0 0 0,-26 7 56 0 0,-1-1 0 0 0,0 0 0 0 0,0-1 0 0 0,-1 0 0 0 0,1-1 0 0 0,-2 0 0 0 0,0-1 0 0 0,0 0 0 0 0,0-1 0 0 0,9-15 0 0 0,-7 10 33 0 0,-1-1 0 0 0,-1-1-1 0 0,0 0 1 0 0,-2 0 0 0 0,0-1 0 0 0,9-31 0 0 0,-16 39-64 0 0,1 0 0 0 0,-1 0 0 0 0,-1 0 0 0 0,0 0 0 0 0,-1 0 0 0 0,0 0 0 0 0,0 1 0 0 0,-1-1 0 0 0,-1 0 0 0 0,1 1 0 0 0,-2-1 0 0 0,0 1 0 0 0,0 0-1 0 0,-1 0 1 0 0,0 0 0 0 0,0 1 0 0 0,-1 0 0 0 0,-1 0 0 0 0,-12-14 0 0 0,10 13-154 0 0,0 0-1 0 0,-1 1 0 0 0,-1 0 0 0 0,1 1 0 0 0,-2 0 0 0 0,-22-13 0 0 0,25 17-294 0 0,0 0 0 0 0,0 0 0 0 0,-1 1 1 0 0,0 0-1 0 0,1 1 0 0 0,-1 0 0 0 0,0 0 0 0 0,0 1 0 0 0,-16 1 0 0 0,-8 2-5862 0 0</inkml:trace>
</inkml:ink>
</file>

<file path=ppt/ink/ink1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5:45.7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318 1 10138 0 0,'-25'4'1689'0'0,"-40"0"-1"0"0,46-4-1089 0 0,1 1 0 0 0,-1 1 0 0 0,0 1 0 0 0,-32 8 0 0 0,45-9-478 0 0,1 0 0 0 0,0 1 0 0 0,-1 0 0 0 0,1 0 0 0 0,0 0 0 0 0,0 0 1 0 0,1 1-1 0 0,-1-1 0 0 0,1 1 0 0 0,0 1 0 0 0,0-1 0 0 0,0 0 0 0 0,0 1 0 0 0,1 0 0 0 0,0 0 1 0 0,0 0-1 0 0,0 0 0 0 0,1 0 0 0 0,-4 11 0 0 0,2-1 38 0 0,0 0 0 0 0,1 1 1 0 0,1-1-1 0 0,0 1 0 0 0,1-1 0 0 0,1 1 0 0 0,1-1 1 0 0,0 1-1 0 0,3 16 0 0 0,1-8-92 0 0,0 0 1 0 0,2-1-1 0 0,0 1 1 0 0,2-1-1 0 0,12 23 0 0 0,-16-37-66 0 0,1 0 0 0 0,0 0 0 0 0,0 0-1 0 0,1-1 1 0 0,0 1 0 0 0,0-2 0 0 0,1 1-1 0 0,0-1 1 0 0,1 0 0 0 0,0-1 0 0 0,17 10-1 0 0,-12-9 13 0 0,0 0 0 0 0,1-2-1 0 0,0 1 1 0 0,0-2 0 0 0,0 0 0 0 0,0-1-1 0 0,29 2 1 0 0,-26-4 5 0 0,0-1-1 0 0,0 0 1 0 0,0-1-1 0 0,0-2 1 0 0,0 1 0 0 0,0-2-1 0 0,0 0 1 0 0,-1-2 0 0 0,0 0-1 0 0,0 0 1 0 0,-1-2-1 0 0,1 0 1 0 0,-2-1 0 0 0,29-20-1 0 0,-37 23-2 0 0,0 0 0 0 0,-1 0-1 0 0,0-1 1 0 0,0 0 0 0 0,-1 0 0 0 0,0 0 0 0 0,0-1-1 0 0,0 0 1 0 0,-1 0 0 0 0,0 0 0 0 0,-1 0-1 0 0,0 0 1 0 0,0-1 0 0 0,2-13 0 0 0,-4 15 1 0 0,-1 0 0 0 0,1-1 1 0 0,-2 1-1 0 0,1-1 1 0 0,-1 1-1 0 0,0 0 1 0 0,0 0-1 0 0,-1-1 1 0 0,0 1-1 0 0,0 0 1 0 0,-1 0-1 0 0,0 1 0 0 0,0-1 1 0 0,0 0-1 0 0,-1 1 1 0 0,0 0-1 0 0,-9-11 1 0 0,4 7-60 0 0,-1 0 1 0 0,0 1 0 0 0,0 0-1 0 0,-1 0 1 0 0,0 1 0 0 0,0 0-1 0 0,-1 1 1 0 0,-19-8 0 0 0,21 11-406 0 0,1 0 1 0 0,-1 1-1 0 0,0 0 1 0 0,-1 1-1 0 0,1 0 1 0 0,0 1-1 0 0,-13 0 1 0 0,-12 3-6123 0 0</inkml:trace>
</inkml:ink>
</file>

<file path=ppt/ink/ink1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5:46.9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8 447 6913 0 0,'-1'5'116'0'0,"-1"0"0"0"0,1 1 0 0 0,0-1 0 0 0,0 1 0 0 0,0-1 0 0 0,1 0 0 0 0,0 1-1 0 0,0-1 1 0 0,0 1 0 0 0,1-1 0 0 0,-1 1 0 0 0,1-1 0 0 0,1 0 0 0 0,-1 1 0 0 0,1-1 0 0 0,0 0-1 0 0,0 0 1 0 0,0 0 0 0 0,1 0 0 0 0,0-1 0 0 0,0 1 0 0 0,0-1 0 0 0,0 1 0 0 0,1-1-1 0 0,0 0 1 0 0,7 6 0 0 0,-2-6 159 0 0,0 1-1 0 0,0-1 0 0 0,1 0 1 0 0,-1-1-1 0 0,1 0 1 0 0,0-1-1 0 0,0 0 0 0 0,0-1 1 0 0,0 0-1 0 0,1 0 1 0 0,15-1-1 0 0,-3-2 329 0 0,-1 0-1 0 0,0-2 1 0 0,0 0-1 0 0,26-8 0 0 0,-40 9-419 0 0,1-1-1 0 0,-1 1 1 0 0,0-1-1 0 0,0 0 0 0 0,-1-1 1 0 0,1 0-1 0 0,-1 0 1 0 0,0-1-1 0 0,-1 0 0 0 0,1 0 1 0 0,-1 0-1 0 0,0-1 1 0 0,-1 0-1 0 0,1 0 0 0 0,7-15 1 0 0,-1-2 201 0 0,-1-1 1 0 0,-2-1 0 0 0,13-51-1 0 0,-18 60-237 0 0,-1-1 0 0 0,-1 0-1 0 0,-1-1 1 0 0,0 1-1 0 0,-1 0 1 0 0,-1 0 0 0 0,-1-1-1 0 0,0 1 1 0 0,-2 0-1 0 0,0 1 1 0 0,-1-1 0 0 0,-12-29-1 0 0,15 42-145 0 0,-1 0-1 0 0,0 0 1 0 0,0 1-1 0 0,-1-1 1 0 0,1 1-1 0 0,-1 0 1 0 0,0-1-1 0 0,0 2 0 0 0,0-1 1 0 0,-1 0-1 0 0,1 1 1 0 0,-1 0-1 0 0,-8-4 1 0 0,5 3 106 0 0,0 1 0 0 0,0 1 1 0 0,-1-1-1 0 0,1 1 0 0 0,-1 1 0 0 0,1-1 0 0 0,-1 1 1 0 0,-10 1-1 0 0,3 0-378 0 0,0 1-1 0 0,1 1 1 0 0,-31 7 0 0 0,29-4-1777 0 0,0 1 1 0 0,-29 14-1 0 0,8 2-5020 0 0</inkml:trace>
</inkml:ink>
</file>

<file path=ppt/ink/ink1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5:48.0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219 14 9674 0 0,'-3'-1'253'0'0,"-1"0"-1"0"0,1 0 1 0 0,-1 0 0 0 0,0 0-1 0 0,1 1 1 0 0,-1-1 0 0 0,0 1-1 0 0,0 0 1 0 0,1 0 0 0 0,-1 0-1 0 0,0 1 1 0 0,1-1 0 0 0,-1 1-1 0 0,0 0 1 0 0,1 0 0 0 0,-1 0-1 0 0,1 0 1 0 0,-1 1 0 0 0,-4 2-1 0 0,2 0-2 0 0,0-1-1 0 0,0 1 1 0 0,0 1-1 0 0,0-1 1 0 0,1 1-1 0 0,-1 0 1 0 0,1 0-1 0 0,1 0 1 0 0,-6 8-1 0 0,-1 6 46 0 0,1 0 0 0 0,1 1-1 0 0,0 1 1 0 0,2-1 0 0 0,0 1 0 0 0,1 0-1 0 0,-3 29 1 0 0,2-3-113 0 0,3-1 0 0 0,2 66 0 0 0,2-88-158 0 0,2 0 0 0 0,0 0 0 0 0,2 0 0 0 0,1 0 0 0 0,13 42 0 0 0,-14-57-19 0 0,0 0 0 0 0,0 0 1 0 0,0-1-1 0 0,1 1 0 0 0,1-1 0 0 0,0 0 1 0 0,0-1-1 0 0,0 1 0 0 0,1-1 0 0 0,0 0 1 0 0,0-1-1 0 0,1 1 0 0 0,0-2 0 0 0,0 1 1 0 0,0-1-1 0 0,1 0 0 0 0,9 4 0 0 0,-4-5 41 0 0,-1 1-1 0 0,1-2 0 0 0,0 0 0 0 0,0 0 0 0 0,0-2 1 0 0,0 0-1 0 0,0 0 0 0 0,0-1 0 0 0,1-1 0 0 0,-1 0 1 0 0,0-1-1 0 0,0-1 0 0 0,0 0 0 0 0,-1-1 0 0 0,1 0 1 0 0,-1-1-1 0 0,0 0 0 0 0,14-9 0 0 0,5-4 116 0 0,0-2-1 0 0,-1-1 1 0 0,-2-1-1 0 0,0-2 1 0 0,45-48-1 0 0,-61 59-103 0 0,-1-1 0 0 0,-1 0-1 0 0,0-1 1 0 0,-1 0 0 0 0,-1-1-1 0 0,-1 0 1 0 0,0 0 0 0 0,-1-1 0 0 0,0 0-1 0 0,4-21 1 0 0,-8 24-21 0 0,-1 0 0 0 0,0 0 1 0 0,-1 0-1 0 0,0 0 0 0 0,-1 0 0 0 0,-1 0 1 0 0,0 0-1 0 0,-1 0 0 0 0,-1 0 0 0 0,0 0 0 0 0,0 1 1 0 0,-2-1-1 0 0,-9-21 0 0 0,7 22-14 0 0,-1 0 0 0 0,-1 0 0 0 0,0 1 1 0 0,0 0-1 0 0,-1 1 0 0 0,-1 0 0 0 0,0 0 0 0 0,0 1 0 0 0,-1 1 1 0 0,-1 0-1 0 0,1 0 0 0 0,-1 1 0 0 0,-18-7 0 0 0,23 11-189 0 0,-1 0 1 0 0,1 0-1 0 0,-1 1 0 0 0,0 0 0 0 0,0 1 0 0 0,-1 0 0 0 0,1 0 0 0 0,0 1 1 0 0,-1 0-1 0 0,1 1 0 0 0,-1 0 0 0 0,1 1 0 0 0,-1 0 0 0 0,1 0 0 0 0,0 1 1 0 0,0 0-1 0 0,-1 0 0 0 0,2 1 0 0 0,-1 0 0 0 0,0 1 0 0 0,0 0 0 0 0,-9 7 1 0 0,-17 17-7045 0 0</inkml:trace>
</inkml:ink>
</file>

<file path=ppt/ink/ink1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5:48.5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449 104 7834 0 0,'-11'-10'553'0'0,"-2"1"0"0"0,1 0 1 0 0,-1 1-1 0 0,-1 1 1 0 0,1 0-1 0 0,-1 1 0 0 0,0 0 1 0 0,-1 1-1 0 0,0 1 0 0 0,-15-3 1 0 0,22 5-349 0 0,1 1 1 0 0,-1 1 0 0 0,0-1-1 0 0,0 1 1 0 0,0 1-1 0 0,0-1 1 0 0,0 2 0 0 0,1-1-1 0 0,-1 1 1 0 0,0 0-1 0 0,1 0 1 0 0,0 1 0 0 0,-1 0-1 0 0,1 0 1 0 0,0 1-1 0 0,0 0 1 0 0,1 0 0 0 0,-1 1-1 0 0,1-1 1 0 0,0 2-1 0 0,-6 5 1 0 0,-2 5-125 0 0,2 0-1 0 0,0 1 1 0 0,1 0 0 0 0,1 1 0 0 0,0 0-1 0 0,1 1 1 0 0,1-1 0 0 0,1 2-1 0 0,1-1 1 0 0,0 1 0 0 0,2 0 0 0 0,0 0-1 0 0,1 0 1 0 0,1 1 0 0 0,1-1 0 0 0,3 30-1 0 0,-1-32-25 0 0,1 0-1 0 0,0 0 1 0 0,1 0 0 0 0,2-1-1 0 0,-1 0 1 0 0,2 0 0 0 0,0 0-1 0 0,1 0 1 0 0,1-1-1 0 0,1-1 1 0 0,0 1 0 0 0,1-1-1 0 0,0-1 1 0 0,1 1-1 0 0,1-2 1 0 0,0 0 0 0 0,1 0-1 0 0,1-1 1 0 0,15 11-1 0 0,-20-18-54 0 0,0 1-1 0 0,0-1 1 0 0,0-1-1 0 0,0 0 1 0 0,1 0-1 0 0,0-1 1 0 0,0 0-1 0 0,0-1 1 0 0,0 0-1 0 0,0-1 1 0 0,0 0-1 0 0,1 0 1 0 0,-1-1-1 0 0,0 0 1 0 0,1-1-1 0 0,-1 0 1 0 0,0-1-1 0 0,0 0 1 0 0,0-1-1 0 0,0 0 1 0 0,9-4-1 0 0,-3 0 4 0 0,-1-1 0 0 0,0 0-1 0 0,-1-1 1 0 0,0-1 0 0 0,0 0-1 0 0,-1-1 1 0 0,0 0 0 0 0,-1-1 0 0 0,0-1-1 0 0,-1 0 1 0 0,18-26 0 0 0,-19 22 104 0 0,0 0 1 0 0,-1 0-1 0 0,-1-1 0 0 0,0 0 1 0 0,-1 0-1 0 0,-1-1 0 0 0,5-32 1 0 0,-9 35-25 0 0,0 0 0 0 0,-1 0 0 0 0,-2 0 0 0 0,1-1 0 0 0,-2 1 0 0 0,0 0 0 0 0,-1 0 0 0 0,0 0 0 0 0,-10-25 1 0 0,5 20-3 0 0,-1 0 1 0 0,-1 1 0 0 0,-1 0 0 0 0,-1 0 0 0 0,0 1-1 0 0,-2 1 1 0 0,-25-28 0 0 0,31 38-104 0 0,-1 0 0 0 0,0 0 0 0 0,0 1 0 0 0,-1 0 0 0 0,0 1 0 0 0,0 0 0 0 0,-14-5 0 0 0,17 8-124 0 0,-1 0 1 0 0,0 1-1 0 0,1 0 0 0 0,-1 1 1 0 0,0 0-1 0 0,0 0 0 0 0,1 0 1 0 0,-1 1-1 0 0,0 0 0 0 0,0 1 1 0 0,-14 2-1 0 0,-4 6-5078 0 0,0 6-1708 0 0</inkml:trace>
</inkml:ink>
</file>

<file path=ppt/ink/ink1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5:49.1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141 285 9674 0 0,'-5'-2'441'0'0,"0"0"-1"0"0,0 1 1 0 0,-1 0-1 0 0,1 0 1 0 0,0 1-1 0 0,0-1 1 0 0,0 1-1 0 0,-1 0 1 0 0,1 1-1 0 0,0-1 1 0 0,0 1 0 0 0,0 0-1 0 0,0 0 1 0 0,0 1-1 0 0,0-1 1 0 0,-10 6-1 0 0,12-5-324 0 0,0 0 1 0 0,0 0-1 0 0,0 0 0 0 0,0 1 0 0 0,0 0 1 0 0,1-1-1 0 0,-1 1 0 0 0,1 0 0 0 0,-1 0 0 0 0,1 0 1 0 0,0 1-1 0 0,1-1 0 0 0,-1 0 0 0 0,0 1 0 0 0,1-1 1 0 0,0 1-1 0 0,0 0 0 0 0,0-1 0 0 0,0 1 0 0 0,0 0 1 0 0,1-1-1 0 0,0 1 0 0 0,0 7 0 0 0,1 0-87 0 0,0 0 0 0 0,1 0 0 0 0,0 0 0 0 0,1 0 0 0 0,0-1 0 0 0,0 1 0 0 0,1-1 0 0 0,1 0 0 0 0,0 0 0 0 0,0 0 0 0 0,1-1 0 0 0,0 0 1 0 0,0 0-1 0 0,1 0 0 0 0,1-1 0 0 0,-1 0 0 0 0,1 0 0 0 0,1-1 0 0 0,-1 0 0 0 0,15 8 0 0 0,-12-8-53 0 0,1 0 1 0 0,0-1 0 0 0,1 0 0 0 0,-1-1 0 0 0,1-1-1 0 0,0 0 1 0 0,0-1 0 0 0,0 0 0 0 0,1-1-1 0 0,-1 0 1 0 0,1-1 0 0 0,-1-1 0 0 0,1 0 0 0 0,0-1-1 0 0,-1 0 1 0 0,17-4 0 0 0,-14 1 89 0 0,-1-1-1 0 0,0 0 1 0 0,0-1 0 0 0,0-1-1 0 0,-1 0 1 0 0,0-1 0 0 0,-1-1-1 0 0,0 0 1 0 0,0 0 0 0 0,-1-1 0 0 0,0-1-1 0 0,0 0 1 0 0,17-23 0 0 0,-23 25-20 0 0,0 0 0 0 0,0-1 0 0 0,-1 0 0 0 0,0 0 1 0 0,0 0-1 0 0,-1-1 0 0 0,-1 1 0 0 0,1-1 0 0 0,-2 0 1 0 0,0 0-1 0 0,0 0 0 0 0,-1 0 0 0 0,0 0 0 0 0,-1-1 1 0 0,0 1-1 0 0,-1 0 0 0 0,0 0 0 0 0,-1 0 0 0 0,0 0 1 0 0,-5-14-1 0 0,0 6 40 0 0,-1 0 1 0 0,0 1-1 0 0,-1 0 0 0 0,-1 0 1 0 0,0 1-1 0 0,-2 0 0 0 0,0 1 1 0 0,0 1-1 0 0,-20-19 1 0 0,24 28-152 0 0,1-1 0 0 0,-1 2 0 0 0,0-1 0 0 0,0 1 0 0 0,0 0 0 0 0,-1 1 0 0 0,0 0 0 0 0,0 0 0 0 0,-13-3 0 0 0,15 5-117 0 0,0 1 0 0 0,0 0 0 0 0,0 1 0 0 0,-1 0 0 0 0,1 0 0 0 0,0 0-1 0 0,0 1 1 0 0,-1 0 0 0 0,1 0 0 0 0,0 1 0 0 0,0 0 0 0 0,0 0 0 0 0,-12 6 0 0 0,-8 9-4725 0 0,1 5-1482 0 0</inkml:trace>
</inkml:ink>
</file>

<file path=ppt/ink/ink1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5:49.5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128 85 11522 0 0,'-9'5'298'0'0,"1"0"0"0"0,-1 1 0 0 0,1 0 0 0 0,-1 0 0 0 0,2 1 0 0 0,-1 0-1 0 0,1 0 1 0 0,0 1 0 0 0,0 0 0 0 0,1 0 0 0 0,0 0 0 0 0,1 1 0 0 0,0 0-1 0 0,0 0 1 0 0,1 0 0 0 0,-4 13 0 0 0,6-15-203 0 0,0 1 1 0 0,0-1-1 0 0,1 1 1 0 0,0 0-1 0 0,0 0 0 0 0,1-1 1 0 0,0 1-1 0 0,0 0 1 0 0,1 0-1 0 0,0-1 1 0 0,0 1-1 0 0,1 0 0 0 0,0-1 1 0 0,0 1-1 0 0,1-1 1 0 0,0 0-1 0 0,0 0 1 0 0,1 0-1 0 0,0 0 0 0 0,0-1 1 0 0,10 12-1 0 0,-4-8-87 0 0,1 0 0 0 0,0 0 0 0 0,1-1 0 0 0,-1-1 1 0 0,2 0-1 0 0,-1 0 0 0 0,1-1 0 0 0,1-1 0 0 0,-1 0 0 0 0,1-1 0 0 0,0 0 0 0 0,0-1 0 0 0,0-1 0 0 0,1 0 0 0 0,23 1 0 0 0,-26-3 54 0 0,1-1 0 0 0,-1 0 0 0 0,1 0 0 0 0,-1-1 0 0 0,1-1 0 0 0,-1 0 1 0 0,0-1-1 0 0,0 0 0 0 0,0-1 0 0 0,0 0 0 0 0,0-1 0 0 0,-1 0 0 0 0,0-1 0 0 0,0 0 0 0 0,-1-1 0 0 0,1 0 0 0 0,-1-1 1 0 0,14-14-1 0 0,-21 19 39 0 0,0-1 1 0 0,0 0-1 0 0,0 0 0 0 0,-1 0 1 0 0,0 0-1 0 0,0-1 1 0 0,0 1-1 0 0,0-1 1 0 0,0 1-1 0 0,-1-1 1 0 0,0 1-1 0 0,0-1 1 0 0,1-9-1 0 0,-2 6 27 0 0,0 0 0 0 0,-1 0 0 0 0,0 0 1 0 0,0 1-1 0 0,-1-1 0 0 0,0 0 0 0 0,-5-12 0 0 0,-2 0 12 0 0,-1 0 1 0 0,-1 1-1 0 0,0 0 0 0 0,-2 1 1 0 0,-16-19-1 0 0,16 21-115 0 0,-1 1 0 0 0,0 0 0 0 0,-1 1 0 0 0,-1 1 0 0 0,0 1-1 0 0,0 0 1 0 0,-23-12 0 0 0,32 20-67 0 0,1 1-1 0 0,-1 0 0 0 0,0 1 0 0 0,1 0 1 0 0,-1 0-1 0 0,0 0 0 0 0,0 1 0 0 0,0-1 0 0 0,-1 2 1 0 0,1-1-1 0 0,0 1 0 0 0,0 0 0 0 0,0 1 1 0 0,-1 0-1 0 0,1 0 0 0 0,0 0 0 0 0,0 1 1 0 0,0 0-1 0 0,1 1 0 0 0,-1-1 0 0 0,0 1 1 0 0,1 0-1 0 0,-12 8 0 0 0,6-1-574 0 0,1 0 0 0 0,0 0-1 0 0,1 1 1 0 0,0 0 0 0 0,-17 25 0 0 0,0 3-6259 0 0</inkml:trace>
</inkml:ink>
</file>

<file path=ppt/ink/ink1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5:50.0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73 55 3225 0 0,'-2'0'634'0'0,"-1"0"0"0"0,0 0 0 0 0,1 0 0 0 0,-1 1 0 0 0,0-1 1 0 0,1 1-1 0 0,-1-1 0 0 0,1 1 0 0 0,-1 0 0 0 0,1 0 0 0 0,-1 0 1 0 0,1 1-1 0 0,0-1 0 0 0,-1 1 0 0 0,1-1 0 0 0,0 1 0 0 0,0 0 0 0 0,0-1 1 0 0,0 1-1 0 0,-2 3 0 0 0,1 0-232 0 0,1-1-1 0 0,-1 1 1 0 0,1-1 0 0 0,0 1-1 0 0,0 0 1 0 0,1 0 0 0 0,0 0-1 0 0,-1 0 1 0 0,0 10 0 0 0,1 4-233 0 0,1 1 0 0 0,1-1 0 0 0,1 0 0 0 0,6 32 1 0 0,-5-37-144 0 0,1 0 1 0 0,0 0 0 0 0,1 0 0 0 0,0-1-1 0 0,1 1 1 0 0,1-1 0 0 0,0 0 0 0 0,1-1 0 0 0,0 0-1 0 0,1 0 1 0 0,0-1 0 0 0,22 20 0 0 0,-24-25-50 0 0,0 0 1 0 0,1-1 0 0 0,0 0-1 0 0,0 0 1 0 0,0-1-1 0 0,0 0 1 0 0,1-1 0 0 0,-1 0-1 0 0,1 0 1 0 0,0 0 0 0 0,0-1-1 0 0,0-1 1 0 0,0 0-1 0 0,0 0 1 0 0,1 0 0 0 0,-1-1-1 0 0,0-1 1 0 0,0 0 0 0 0,0 0-1 0 0,0 0 1 0 0,16-6 0 0 0,-13 3 45 0 0,0-1 1 0 0,0 0 0 0 0,0-1-1 0 0,0-1 1 0 0,-1 1 0 0 0,0-2 0 0 0,0 0-1 0 0,-1 0 1 0 0,0-1 0 0 0,-1 0-1 0 0,0 0 1 0 0,0-1 0 0 0,-1-1 0 0 0,0 1-1 0 0,10-20 1 0 0,-13 21 21 0 0,0-1 0 0 0,-1 1-1 0 0,0-1 1 0 0,-1 0 0 0 0,0 0 0 0 0,-1 0 0 0 0,0 0-1 0 0,0 0 1 0 0,-1 0 0 0 0,0-1 0 0 0,-1 1 0 0 0,-1 0-1 0 0,1-1 1 0 0,-1 1 0 0 0,-1 0 0 0 0,0 0 0 0 0,-1 0-1 0 0,1 0 1 0 0,-2 0 0 0 0,-6-15 0 0 0,4 16-51 0 0,0 1 1 0 0,-1-1-1 0 0,0 1 1 0 0,0 0 0 0 0,0 0-1 0 0,-1 1 1 0 0,0 0-1 0 0,-1 1 1 0 0,0-1-1 0 0,0 2 1 0 0,0-1-1 0 0,0 1 1 0 0,-1 1 0 0 0,0 0-1 0 0,0 0 1 0 0,0 1-1 0 0,0 0 1 0 0,-15-2-1 0 0,11 2-298 0 0,0 1 0 0 0,0 1 0 0 0,0 0 0 0 0,0 1 0 0 0,0 0 0 0 0,0 1 0 0 0,0 0 0 0 0,0 2-1 0 0,1-1 1 0 0,-1 2 0 0 0,0 0 0 0 0,1 0 0 0 0,-21 11 0 0 0,8 2-960 0 0</inkml:trace>
</inkml:ink>
</file>

<file path=ppt/ink/ink1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5:50.4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2 291 14283 0 0,'-1'7'187'0'0,"1"0"1"0"0,-1 0-1 0 0,2 0 0 0 0,-1 0 0 0 0,1 0 0 0 0,0 0 1 0 0,0 0-1 0 0,1-1 0 0 0,0 1 0 0 0,0 0 1 0 0,0-1-1 0 0,1 1 0 0 0,0-1 0 0 0,0 0 0 0 0,1 0 1 0 0,0 0-1 0 0,0-1 0 0 0,0 1 0 0 0,1-1 1 0 0,0 0-1 0 0,0 0 0 0 0,10 8 0 0 0,-7-8-36 0 0,-1-1 0 0 0,1 0 0 0 0,0 0 0 0 0,0-1 0 0 0,0 0 0 0 0,1 0 0 0 0,-1-1 0 0 0,1 0 0 0 0,-1 0 0 0 0,1-1-1 0 0,0 0 1 0 0,-1-1 0 0 0,1 0 0 0 0,0 0 0 0 0,0-1 0 0 0,-1 0 0 0 0,1-1 0 0 0,0 0 0 0 0,12-4 0 0 0,-9 2-68 0 0,0 0 1 0 0,0-1-1 0 0,-1 0 0 0 0,0-1 1 0 0,0 0-1 0 0,0 0 1 0 0,-1-1-1 0 0,0-1 0 0 0,0 0 1 0 0,-1 0-1 0 0,0-1 1 0 0,0 0-1 0 0,8-12 1 0 0,-10 8-62 0 0,0 1 1 0 0,0-1-1 0 0,-1-1 1 0 0,-1 1-1 0 0,0-1 1 0 0,-1 0-1 0 0,-1 0 1 0 0,0 0-1 0 0,0-1 1 0 0,-2 1-1 0 0,0-1 1 0 0,-1-18-1 0 0,0 26-15 0 0,0 1-1 0 0,-1-1 1 0 0,0 0 0 0 0,0 0-1 0 0,-1 1 1 0 0,0-1 0 0 0,0 1-1 0 0,-1 0 1 0 0,1-1 0 0 0,-1 1-1 0 0,-1 0 1 0 0,1 0-1 0 0,-1 1 1 0 0,0-1 0 0 0,0 1-1 0 0,-1 0 1 0 0,1 0 0 0 0,-1 0-1 0 0,0 1 1 0 0,0-1 0 0 0,-1 1-1 0 0,0 0 1 0 0,1 1 0 0 0,-1 0-1 0 0,0 0 1 0 0,-1 0 0 0 0,1 0-1 0 0,-9-1 1 0 0,5 1-73 0 0,-1 1 1 0 0,0 0-1 0 0,0 1 1 0 0,0 0-1 0 0,-1 1 0 0 0,1 0 1 0 0,0 1-1 0 0,0 0 1 0 0,-21 5-1 0 0,-22 15-6083 0 0,21-4-929 0 0</inkml:trace>
</inkml:ink>
</file>

<file path=ppt/ink/ink1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5:51.0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266 28 11522 0 0,'-9'-5'597'0'0,"0"1"-1"0"0,0 0 0 0 0,0 1 0 0 0,0 0 0 0 0,-1 1 0 0 0,1-1 0 0 0,-1 2 0 0 0,1-1 0 0 0,-1 1 0 0 0,-14 1 0 0 0,18 1-474 0 0,1 0-1 0 0,0 0 1 0 0,-1 0-1 0 0,1 1 0 0 0,0-1 1 0 0,0 1-1 0 0,0 1 0 0 0,0-1 1 0 0,0 1-1 0 0,0 0 1 0 0,1 0-1 0 0,-1 0 0 0 0,1 1 1 0 0,0-1-1 0 0,0 1 0 0 0,0 0 1 0 0,1 0-1 0 0,-1 0 1 0 0,1 1-1 0 0,-4 6 0 0 0,-1 3-47 0 0,1 2 0 0 0,0-1-1 0 0,1 1 1 0 0,1 0 0 0 0,0 0-1 0 0,2 1 1 0 0,-1-1-1 0 0,2 1 1 0 0,0 0 0 0 0,1 0-1 0 0,2 28 1 0 0,1-23-119 0 0,0 1 0 0 0,2-1 1 0 0,0 1-1 0 0,2-1 0 0 0,0 0 0 0 0,2-1 0 0 0,0 0 0 0 0,13 25 1 0 0,-16-38-32 0 0,0 0 0 0 0,0 0 1 0 0,0 0-1 0 0,1-1 1 0 0,0 0-1 0 0,1 0 1 0 0,-1 0-1 0 0,1-1 0 0 0,1 0 1 0 0,-1 0-1 0 0,1-1 1 0 0,0 0-1 0 0,0 0 0 0 0,1-1 1 0 0,-1 0-1 0 0,1 0 1 0 0,0-1-1 0 0,0-1 1 0 0,0 1-1 0 0,1-1 0 0 0,-1-1 1 0 0,0 0-1 0 0,1 0 1 0 0,-1 0-1 0 0,1-2 1 0 0,-1 1-1 0 0,0-1 0 0 0,1 0 1 0 0,-1-1-1 0 0,0 0 1 0 0,0-1-1 0 0,14-5 1 0 0,-12 4 81 0 0,-1-1 1 0 0,1 0-1 0 0,-1-1 1 0 0,0 0 0 0 0,-1-1-1 0 0,1 0 1 0 0,-1 0-1 0 0,0-1 1 0 0,-1 0-1 0 0,0-1 1 0 0,-1 1 0 0 0,1-2-1 0 0,-1 1 1 0 0,10-21-1 0 0,-13 22 131 0 0,0 1 0 0 0,-1-2 1 0 0,0 1-1 0 0,-1 0 0 0 0,1 0 0 0 0,-2-1 0 0 0,1 0 0 0 0,-1 1 0 0 0,0-1 0 0 0,-1 1 0 0 0,0-1 1 0 0,-1 0-1 0 0,1 0 0 0 0,-2 1 0 0 0,1-1 0 0 0,-1 1 0 0 0,-1-1 0 0 0,1 1 0 0 0,-1 0 1 0 0,-7-13-1 0 0,0 5 17 0 0,-1 0 1 0 0,0 1 0 0 0,-2 0 0 0 0,1 0-1 0 0,-2 2 1 0 0,0 0 0 0 0,-29-21 0 0 0,25 21-144 0 0,-1 0 0 0 0,-1 2 0 0 0,0 1 0 0 0,0 0 1 0 0,-1 1-1 0 0,-30-8 0 0 0,14 11-1599 0 0,0 5-6050 0 0</inkml:trace>
</inkml:ink>
</file>

<file path=ppt/ink/ink1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5:52.6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175 0 920 0 0,'-6'341'4386'0'0,"0"-9"-3228"0"0,10 56 221 0 0,-8 389 1386 0 0,-63 212-1537 0 0,4-100-743 0 0,30 556-613 0 0,54 1-121 0 0,-9-349 1445 0 0,14 388-128 0 0,46-453 231 0 0,35-3-1000 0 0,-83-814-112 0 0,63 695 1590 0 0,-71-179-765 0 0,-27-3-576 0 0,2-133 1274 0 0,-6-105-2999 0 0,15-445-5771 0 0</inkml:trace>
</inkml:ink>
</file>

<file path=ppt/ink/ink1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5:53.3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1063 6913 0 0,'147'-43'815'0'0,"165"-74"0"0"0,-63 21 871 0 0,78-13 233 0 0,526-104 0 0 0,-234 94-1412 0 0,-137 22 108 0 0,281-51 948 0 0,8 49 374 0 0,-32 78-820 0 0,1 39-53 0 0,-177-1-393 0 0,-104-3-3100 0 0,-416-12-4480 0 0</inkml:trace>
</inkml:ink>
</file>

<file path=ppt/ink/ink1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5:54.8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6294 0 6913 0 0,'9'18'534'0'0,"0"1"-1"0"0,-2-1 1 0 0,0 1-1 0 0,-1 1 1 0 0,-1-1-1 0 0,-1 1 1 0 0,3 27-1 0 0,-5-33-221 0 0,68 742 4502 0 0,-48-417-4597 0 0,15 104-292 0 0,25 336 364 0 0,-37 3 921 0 0,-50 766-1066 0 0,-36-359-666 0 0,23-526 316 0 0,-26 1155-2370 0 0,68-679 2991 0 0,0-282-512 0 0,27 514-869 0 0,-23-1218 1231 0 0,34 433-538 0 0,8 53 616 0 0,-25-367-2599 0 0,-13-173 2188 0 0,-10-76 467 0 0,0 0 1 0 0,-2-1 0 0 0,-1 1-1 0 0,0 0 1 0 0,-2 0-1 0 0,-1-1 1 0 0,0 1 0 0 0,-14 35-1 0 0,15-44-249 0 0,0-1-1 0 0,0 1 0 0 0,1 0 1 0 0,1 0-1 0 0,0-1 1 0 0,2 24-1 0 0,15 84-270 0 0,-13-105 386 0 0,10 45 845 0 0,-7-40-704 0 0,-2 1 0 0 0,4 34 0 0 0,-6-16 263 0 0,-1 0-1 0 0,-2 1 1 0 0,-9 60-1 0 0,9-100-636 0 0,1 0 0 0 0,-1 0 0 0 0,1 0 0 0 0,-1-1 0 0 0,1 1 0 0 0,-1 0-1 0 0,0-1 1 0 0,1 1 0 0 0,-1 0 0 0 0,0-1 0 0 0,0 1 0 0 0,1-1 0 0 0,-1 1-1 0 0,0-1 1 0 0,0 0 0 0 0,0 1 0 0 0,0-1 0 0 0,0 0 0 0 0,0 1 0 0 0,1-1-1 0 0,-1 0 1 0 0,0 0 0 0 0,0 0 0 0 0,0 0 0 0 0,0 0 0 0 0,0 0 0 0 0,-1 0-1 0 0,-34-3-263 0 0,27 2 297 0 0,-177-8-862 0 0,103 10 386 0 0,-112 16-1 0 0,173-14 339 0 0,-1021 163-1902 0 0,746-113 715 0 0,-415 19 0 0 0,135-8 390 0 0,-124 4 921 0 0,-76-55 1464 0 0,172 7-243 0 0,549-17-1092 0 0,-577 9 2409 0 0,531-16-1926 0 0,-112-1-87 0 0,170 6-456 0 0,1 2 0 0 0,-80 17 1 0 0,118-19-127 0 0,-1 0-18 0 0,0 0 0 0 0,1 0 1 0 0,-1 1-1 0 0,1 0 0 0 0,-1 0 0 0 0,1 0 0 0 0,0 0 0 0 0,0 1 0 0 0,0 0 1 0 0,0 0-1 0 0,-5 4 0 0 0,9-5-380 0 0</inkml:trace>
</inkml:ink>
</file>

<file path=ppt/ink/ink1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5:56.5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 80 4145 0 0,'-4'-22'378'0'0,"4"18"-123"0"0,-1 0 0 0 0,1 0 1 0 0,-1-1-1 0 0,0 1 0 0 0,0 0 1 0 0,0 0-1 0 0,0 1 1 0 0,-1-1-1 0 0,1 0 0 0 0,-1 0 1 0 0,0 1-1 0 0,0-1 0 0 0,-9-2 3012 0 0,11 6-3209 0 0,-1 11 1276 0 0,5 16-404 0 0,-4-25-702 0 0,62 323 4301 0 0,-60-311-4502 0 0,3 28-238 0 0,2 0 1 0 0,2-1 0 0 0,1 0 0 0 0,20 49 0 0 0,-27-83-1071 0 0</inkml:trace>
</inkml:ink>
</file>

<file path=ppt/ink/ink1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5:56.7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 68 6913 0 0,'-2'-3'319'0'0,"0"-1"0"0"0,0 0 0 0 0,1 1-1 0 0,-1-1 1 0 0,1 0 0 0 0,-2-8-1 0 0,3 10-93 0 0,-1 1-1 0 0,1-1 1 0 0,0 0 0 0 0,0 1-1 0 0,0-1 1 0 0,0 0-1 0 0,0 1 1 0 0,0-1-1 0 0,0 0 1 0 0,1 1-1 0 0,-1-1 1 0 0,1 0 0 0 0,-1 1-1 0 0,1-1 1 0 0,-1 1-1 0 0,1-1 1 0 0,0 1-1 0 0,2-4 1 0 0,-3 5-252 0 0,1 0 1 0 0,-1 0-1 0 0,0 0 0 0 0,1 0 1 0 0,-1 0-1 0 0,1 0 1 0 0,-1 0-1 0 0,1 1 0 0 0,-1-1 1 0 0,0 0-1 0 0,1 0 1 0 0,-1 0-1 0 0,1 0 0 0 0,-1 0 1 0 0,0 1-1 0 0,1-1 0 0 0,-1 0 1 0 0,0 0-1 0 0,1 1 1 0 0,-1-1-1 0 0,0 0 0 0 0,1 1 1 0 0,-1-1-1 0 0,0 0 1 0 0,1 1-1 0 0,-1-1 0 0 0,0 0 1 0 0,0 1-1 0 0,0-1 1 0 0,1 0-1 0 0,-1 1 0 0 0,0-1 1 0 0,0 1-1 0 0,0-1 0 0 0,0 1 1 0 0,0-1-1 0 0,0 0 1 0 0,0 1-1 0 0,0-1 0 0 0,0 1 1 0 0,0-1-1 0 0,0 1 1 0 0,-1 2 26 0 0</inkml:trace>
</inkml:ink>
</file>

<file path=ppt/ink/ink1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5:57.1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0 100 8754 0 0,'26'10'1720'0'0,"-19"-5"-1448"0"0,0 1 0 0 0,0 0 0 0 0,-1 0 0 0 0,1 1 0 0 0,-2 0 0 0 0,1 0 0 0 0,-1 0 0 0 0,0 0 0 0 0,0 1 0 0 0,0 0 0 0 0,2 9 0 0 0,-4-10-346 0 0,0 0 1 0 0,0 1-1 0 0,-1 0 0 0 0,0 0 0 0 0,0-1 0 0 0,-1 1 1 0 0,0 0-1 0 0,0 0 0 0 0,-1 0 0 0 0,0 0 0 0 0,-1 1 1 0 0,-1 11-1 0 0,12-107-638 0 0,22-21 1581 0 0,-27 96-706 0 0,0-1 0 0 0,1 0 0 0 0,1 1 0 0 0,0 0 0 0 0,0 0 0 0 0,11-11-1 0 0,-17 21-49 0 0,1 0-1 0 0,0 0 0 0 0,-1 1 0 0 0,1-1 0 0 0,0 1 0 0 0,0-1 0 0 0,0 1 1 0 0,0-1-1 0 0,0 1 0 0 0,0 0 0 0 0,0 0 0 0 0,0 0 0 0 0,0 1 0 0 0,0-1 1 0 0,1 0-1 0 0,-1 1 0 0 0,0-1 0 0 0,1 1 0 0 0,-1 0 0 0 0,0 0 1 0 0,5 0-1 0 0,-4 1 14 0 0,1 0 0 0 0,0 0 0 0 0,-1 0 0 0 0,1 1 0 0 0,-1-1 1 0 0,1 1-1 0 0,-1 0 0 0 0,0 0 0 0 0,0 0 0 0 0,0 1 0 0 0,0-1 0 0 0,3 4 0 0 0,5 6 224 0 0,0 1 0 0 0,-1 1 0 0 0,0 0 0 0 0,15 29-1 0 0,-10-9-18 0 0,-1 0-1 0 0,15 65 1 0 0,12 30-5009 0 0</inkml:trace>
</inkml:ink>
</file>

<file path=ppt/ink/ink1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5:57.3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22 4145 0 0,'1'-1'185'0'0,"0"-1"1"0"0,-1 1-1 0 0,1-1 0 0 0,0 1 1 0 0,0 0-1 0 0,0 0 0 0 0,0-1 1 0 0,1 1-1 0 0,-1 0 0 0 0,0 0 1 0 0,0 0-1 0 0,1 0 1 0 0,-1 1-1 0 0,1-1 0 0 0,-1 0 1 0 0,0 0-1 0 0,1 1 0 0 0,0-1 1 0 0,-1 1-1 0 0,1-1 0 0 0,-1 1 1 0 0,1 0-1 0 0,-1 0 1 0 0,1 0-1 0 0,0 0 0 0 0,-1 0 1 0 0,1 0-1 0 0,0 0 0 0 0,-1 0 1 0 0,1 1-1 0 0,-1-1 0 0 0,1 0 1 0 0,-1 1-1 0 0,1-1 0 0 0,-1 1 1 0 0,1 0-1 0 0,-1 0 1 0 0,1-1-1 0 0,-1 1 0 0 0,0 0 1 0 0,0 0-1 0 0,1 0 0 0 0,-1 1 1 0 0,0-1-1 0 0,0 0 0 0 0,0 0 1 0 0,0 1-1 0 0,1 0 1 0 0,3 6 349 0 0,0-1 0 0 0,0 1 0 0 0,0 0 0 0 0,-1 0 0 0 0,-1 1 0 0 0,1-1 0 0 0,2 13 0 0 0,25 132 2392 0 0,9 36-3490 0 0,-34-169-8 0 0,4 11-1065 0 0,-7-11-2219 0 0</inkml:trace>
</inkml:ink>
</file>

<file path=ppt/ink/ink1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5:57.6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0 208 5985 0 0,'0'-19'401'0'0,"1"0"-1"0"0,1 0 1 0 0,7-27 0 0 0,-7 37-6 0 0,0 0 1 0 0,2 0 0 0 0,-1 0-1 0 0,1 0 1 0 0,0 1 0 0 0,0-1 0 0 0,1 1-1 0 0,11-14 1 0 0,-15 21-293 0 0,0 0 0 0 0,-1 0 0 0 0,1 0-1 0 0,0 1 1 0 0,0-1 0 0 0,0 0 0 0 0,-1 0 0 0 0,1 1 0 0 0,0-1-1 0 0,0 0 1 0 0,0 1 0 0 0,0-1 0 0 0,0 1 0 0 0,0-1 0 0 0,1 1-1 0 0,-1 0 1 0 0,0-1 0 0 0,0 1 0 0 0,0 0 0 0 0,0 0 0 0 0,0 0-1 0 0,1 0 1 0 0,-1 0 0 0 0,0 0 0 0 0,1 0 0 0 0,0 1 30 0 0,0 0 1 0 0,-1-1 0 0 0,1 1 0 0 0,-1 0-1 0 0,1 0 1 0 0,-1 1 0 0 0,1-1 0 0 0,-1 0-1 0 0,0 0 1 0 0,0 1 0 0 0,0-1-1 0 0,0 0 1 0 0,0 1 0 0 0,2 2 0 0 0,1 3 234 0 0,-1 1-1 0 0,1 0 1 0 0,-1 0 0 0 0,-1 0 0 0 0,4 15 0 0 0,-5-12-286 0 0,0 0 0 0 0,-1-1 0 0 0,0 1 0 0 0,0 0 0 0 0,-1-1 0 0 0,0 1 0 0 0,-1-1 0 0 0,0 1 0 0 0,-1-1 0 0 0,0 0 0 0 0,-6 11 0 0 0,6-13-496 0 0,-1 0 0 0 0,-1-1 1 0 0,0 1-1 0 0,0-1 0 0 0,0 0 1 0 0,0-1-1 0 0,-1 1 0 0 0,-12 9 1 0 0</inkml:trace>
</inkml:ink>
</file>

<file path=ppt/ink/ink1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5:57.9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7370 0 0,'0'53'1695'0'0,"8"61"0"0"0,-5-97-1331 0 0,0 1 0 0 0,1 0 0 0 0,1-1 0 0 0,0 0 0 0 0,1 0 0 0 0,1-1 0 0 0,11 20 0 0 0,-17-35-378 0 0,-1 1 0 0 0,1-1 0 0 0,0 1-1 0 0,0-1 1 0 0,0 0 0 0 0,0 1 0 0 0,0-1 0 0 0,0 0-1 0 0,0 1 1 0 0,1-1 0 0 0,-1 0 0 0 0,0 0 0 0 0,1 0-1 0 0,-1 0 1 0 0,1 0 0 0 0,-1-1 0 0 0,1 1-1 0 0,-1 0 1 0 0,1-1 0 0 0,-1 1 0 0 0,4 0 0 0 0,-4-1-26 0 0,1-1-1 0 0,-1 1 1 0 0,1-1 0 0 0,-1 1 0 0 0,1-1 0 0 0,-1 1 0 0 0,1-1 0 0 0,-1 0 0 0 0,0 0 0 0 0,1 1 0 0 0,-1-1 0 0 0,0 0 0 0 0,0 0 0 0 0,0 0 0 0 0,0-1 0 0 0,0 1 0 0 0,0 0-1 0 0,2-2 1 0 0,2-6-87 0 0,0 0-1 0 0,0-1 1 0 0,-1 1-1 0 0,0-1 1 0 0,4-14-1 0 0,11-55 23 0 0,-12 46 1168 0 0,1-1 0 0 0,20-49 0 0 0,-28 83-1007 0 0,0 0 1 0 0,0-1-1 0 0,1 1 0 0 0,-1-1 1 0 0,0 1-1 0 0,0 0 1 0 0,0-1-1 0 0,0 1 1 0 0,1 0-1 0 0,-1-1 1 0 0,0 1-1 0 0,0 0 1 0 0,0 0-1 0 0,1-1 1 0 0,-1 1-1 0 0,0 0 1 0 0,1 0-1 0 0,-1-1 1 0 0,0 1-1 0 0,1 0 1 0 0,-1 0-1 0 0,0 0 1 0 0,1-1-1 0 0,-1 1 1 0 0,0 0-1 0 0,1 0 1 0 0,-1 0-1 0 0,1 0 1 0 0,-1 0-1 0 0,0 0 1 0 0,1 0-1 0 0,-1 0 1 0 0,0 0-1 0 0,1 0 1 0 0,-1 0-1 0 0,1 0 1 0 0,-1 0-1 0 0,0 0 1 0 0,1 0-1 0 0,13 15 1309 0 0,6 21-303 0 0,-3 4-798 0 0,-7-13-87 0 0,1-1-1 0 0,23 37 1 0 0,-29-56-579 0 0,0-1 0 0 0,0 1 1 0 0,0-1-1 0 0,0 0 1 0 0,1 0-1 0 0,0 0 0 0 0,1-1 1 0 0,-1 0-1 0 0,1 0 0 0 0,0-1 1 0 0,0 0-1 0 0,0 0 0 0 0,11 3 1 0 0,-3-2-5123 0 0</inkml:trace>
</inkml:ink>
</file>

<file path=ppt/ink/ink1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5:58.1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 4609 0 0,'4'-8'4197'0'0,"-4"8"-4084"0"0,1 0 1 0 0,-1 0-1 0 0,0 0 0 0 0,0 0 1 0 0,1 0-1 0 0,-1 0 1 0 0,0 0-1 0 0,0 0 1 0 0,1 0-1 0 0,-1 0 0 0 0,0 0 1 0 0,1 0-1 0 0,-1 1 1 0 0,8 17 3346 0 0,3 37-80 0 0,-10-49-2868 0 0,27 130 3173 0 0,-10-70-3045 0 0,28 67 1 0 0,-21-68-1210 0 0,-2 1 0 0 0,-3 1 0 0 0,14 93 0 0 0,-29-120-1279 0 0</inkml:trace>
</inkml:ink>
</file>

<file path=ppt/ink/ink1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5:58.3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1 257 4145 0 0,'0'-6'423'0'0,"0"0"0"0"0,1 0 0 0 0,0 0 0 0 0,0 0 0 0 0,0 0 0 0 0,1 0 0 0 0,0 0 0 0 0,0 1 0 0 0,1-1 0 0 0,0 1 0 0 0,0-1 0 0 0,3-4 0 0 0,1 2 172 0 0,-1-1 0 0 0,1 2-1 0 0,1-1 1 0 0,-1 1 0 0 0,2 0 0 0 0,11-8 0 0 0,4 0-141 0 0,1 2-1 0 0,0 0 1 0 0,1 2-1 0 0,37-11 0 0 0,39-5-2232 0 0,-41 12 838 0 0</inkml:trace>
</inkml:ink>
</file>

<file path=ppt/ink/ink1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5:59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78 5065 0 0,'-3'-12'-720'0'0,"-4"-25"5456"0"0,6 36-4455 0 0,1 0 0 0 0,0-1 0 0 0,0 1 0 0 0,0-1 0 0 0,0 1 0 0 0,0 0 0 0 0,0-1 0 0 0,1 1 0 0 0,-1 0 0 0 0,0-1 0 0 0,1 1 0 0 0,-1-1 0 0 0,1 1 0 0 0,-1 0 0 0 0,1 0 0 0 0,-1-1 0 0 0,1 1 0 0 0,0 0 0 0 0,0 0 0 0 0,1-2 0 0 0,-1 3-209 0 0,0 0 0 0 0,-1 0 0 0 0,1 0-1 0 0,0 0 1 0 0,0 0 0 0 0,0 1 0 0 0,-1-1 0 0 0,1 0 0 0 0,0 0 0 0 0,0 0 0 0 0,-1 1 0 0 0,1-1-1 0 0,0 0 1 0 0,-1 1 0 0 0,1-1 0 0 0,0 0 0 0 0,-1 1 0 0 0,1-1 0 0 0,0 1 0 0 0,-1-1 0 0 0,1 1-1 0 0,-1 0 1 0 0,1-1 0 0 0,-1 1 0 0 0,1 0 0 0 0,-1-1 0 0 0,0 1 0 0 0,1 0 0 0 0,0 1 0 0 0,13 21 655 0 0,4 18 170 0 0,-3 0-1 0 0,19 74 0 0 0,6 88-297 0 0,-36-178-604 0 0,-2-11-3 0 0,-2-9-1 0 0,0 0-1 0 0,1 0 0 0 0,0 0 1 0 0,0 0-1 0 0,0 0 0 0 0,1 0 1 0 0,-1 0-1 0 0,1 0 0 0 0,3 5 0 0 0,-4-10-6 0 0,-1 0-1 0 0,0 0 0 0 0,1 0 0 0 0,-1 0 1 0 0,0 0-1 0 0,1 0 0 0 0,-1 0 0 0 0,0 0 1 0 0,0-1-1 0 0,1 1 0 0 0,-1 0 0 0 0,0 0 1 0 0,0 0-1 0 0,1-1 0 0 0,-1 1 0 0 0,0 0 0 0 0,0 0 1 0 0,1 0-1 0 0,-1-1 0 0 0,0 1 0 0 0,0 0 1 0 0,0-1-1 0 0,0 1 0 0 0,1 0 0 0 0,-1 0 1 0 0,0-1-1 0 0,0 1 0 0 0,0 0 0 0 0,0-1 0 0 0,0 1 1 0 0,0 0-1 0 0,0-1 0 0 0,0 1 0 0 0,0 0 1 0 0,0-1-1 0 0,6-18-393 0 0,-5 15 254 0 0,19-70-1123 0 0,-9 30 665 0 0,22-57 1 0 0,-29 89 765 0 0,2 0 1 0 0,0 0-1 0 0,0 1 0 0 0,1 0 1 0 0,0 0-1 0 0,1 1 0 0 0,1 0 0 0 0,-1 0 1 0 0,14-11-1 0 0,-20 19-59 0 0,1 0 0 0 0,-1 0-1 0 0,1 0 1 0 0,0 0 0 0 0,-1 0 0 0 0,1 1-1 0 0,0-1 1 0 0,0 1 0 0 0,0 0 0 0 0,1 0 0 0 0,-1 0-1 0 0,0 0 1 0 0,0 1 0 0 0,0-1 0 0 0,1 1-1 0 0,-1 0 1 0 0,4 0 0 0 0,-4 0-29 0 0,0 1 0 0 0,0 0 0 0 0,0 0 1 0 0,0 0-1 0 0,0 0 0 0 0,-1 1 0 0 0,1-1 0 0 0,0 1 0 0 0,-1 0 1 0 0,0 0-1 0 0,1-1 0 0 0,-1 2 0 0 0,0-1 0 0 0,0 0 0 0 0,3 3 1 0 0,2 6 16 0 0,-1 0 0 0 0,0 0 0 0 0,0 0 0 0 0,-1 1 0 0 0,0 0 0 0 0,-1 0 0 0 0,4 17 0 0 0,-6-20-39 0 0,25 83 9 0 0,-25-84-201 0 0,2 0 0 0 0,-1 0 0 0 0,1-1 0 0 0,0 1 0 0 0,1-1 0 0 0,0 0 0 0 0,0 0 0 0 0,12 11 0 0 0,-17-17 76 0 0,1-1-1 0 0,-1 1 0 0 0,1-1 0 0 0,-1 0 0 0 0,1 1 1 0 0,-1-1-1 0 0,0 0 0 0 0,1 0 0 0 0,-1 1 0 0 0,1-1 1 0 0,0 0-1 0 0,-1 0 0 0 0,1 0 0 0 0,-1 1 0 0 0,1-1 0 0 0,-1 0 1 0 0,1 0-1 0 0,-1 0 0 0 0,1 0 0 0 0,-1 0 0 0 0,1 0 1 0 0,0 0-1 0 0,-1 0 0 0 0,1-1 0 0 0,-1 1 0 0 0,1 0 1 0 0,-1 0-1 0 0,1 0 0 0 0,-1 0 0 0 0,1-1 0 0 0,-1 1 0 0 0,1 0 1 0 0,-1-1-1 0 0,1 1 0 0 0,-1 0 0 0 0,0-1 0 0 0,1 1 1 0 0,-1 0-1 0 0,1-1 0 0 0,-1 1 0 0 0,0-1 0 0 0,1 1 1 0 0,-1-1-1 0 0,0 1 0 0 0,0-1 0 0 0,1 1 0 0 0,-1-1 0 0 0,0 1 1 0 0,0-1-1 0 0,0 1 0 0 0,0-1 0 0 0,0 1 0 0 0,0-2 1 0 0,9-39-2149 0 0,-7 29 1660 0 0,10-41-1367 0 0,26-66-1 0 0,-38 118 2016 0 0,0-1-1 0 0,1 1 0 0 0,-1 0 1 0 0,1-1-1 0 0,-1 1 1 0 0,1 0-1 0 0,-1-1 0 0 0,1 1 1 0 0,0 0-1 0 0,-1 0 1 0 0,1 0-1 0 0,0 0 0 0 0,0 0 1 0 0,0 0-1 0 0,0 0 1 0 0,0 0-1 0 0,0 0 0 0 0,0 0 1 0 0,0 0-1 0 0,0 0 1 0 0,0 1-1 0 0,1-1 0 0 0,-1 1 1 0 0,0-1-1 0 0,1 1 1 0 0,-1-1-1 0 0,0 1 0 0 0,3-1 1 0 0,-2 2 116 0 0,0-1-1 0 0,0 1 1 0 0,-1 0 0 0 0,1 0-1 0 0,0 0 1 0 0,-1 0 0 0 0,1 0-1 0 0,0 0 1 0 0,-1 1 0 0 0,1-1-1 0 0,-1 0 1 0 0,0 1 0 0 0,1-1-1 0 0,-1 1 1 0 0,0 0 0 0 0,0-1 0 0 0,0 1-1 0 0,0 0 1 0 0,0 2 0 0 0,14 23 742 0 0,29 43 1 0 0,-36-60-1836 0 0,0-1 0 0 0,0 0 0 0 0,1 0 0 0 0,11 8 0 0 0</inkml:trace>
</inkml:ink>
</file>

<file path=ppt/ink/ink1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5:59.9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 3 13363 0 0,'-1'-1'1184'0'0,"-1"-1"-944"0"0,0 2 1032 0 0,-1 0-591 0 0,-2 0 7 0 0,-1 2-192 0 0,0 1-40 0 0,2-1-8 0 0,1 1 0 0 0,0 2-1064 0 0,4-1-216 0 0,1 4-48 0 0,7 8-2265 0 0,3-1-456 0 0,5-1-88 0 0</inkml:trace>
</inkml:ink>
</file>

<file path=ppt/ink/ink1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6:00.4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261 443 5065 0 0,'-1'-7'462'0'0,"-1"0"0"0"0,0 1 0 0 0,-1 0 0 0 0,0-1 0 0 0,1 1 0 0 0,-2 0 0 0 0,1 1 0 0 0,-1-1 0 0 0,0 0 0 0 0,0 1 0 0 0,-1 0 0 0 0,1 0 0 0 0,-11-9 0 0 0,12 12-265 0 0,-1 1 0 0 0,1-1 0 0 0,0 0 0 0 0,0 1 0 0 0,-1 0 0 0 0,1 0 0 0 0,-1 0 0 0 0,1 0 0 0 0,-1 0 0 0 0,1 1 0 0 0,-1-1 0 0 0,1 1 0 0 0,-1 0 0 0 0,0 0-1 0 0,1 0 1 0 0,-1 1 0 0 0,1-1 0 0 0,-1 1 0 0 0,1 0 0 0 0,-1 0 0 0 0,1 0 0 0 0,-1 1 0 0 0,1-1 0 0 0,0 1 0 0 0,0 0 0 0 0,0-1 0 0 0,-5 5 0 0 0,-1 1-93 0 0,0 1 0 0 0,1 0 0 0 0,0 0 0 0 0,0 0 1 0 0,1 1-1 0 0,0 0 0 0 0,0 1 0 0 0,1-1 0 0 0,1 1 1 0 0,-9 21-1 0 0,11-24-244 0 0,0 0 0 0 0,0 0 1 0 0,1 1-1 0 0,1-1 1 0 0,-1 1-1 0 0,1-1 0 0 0,0 1 1 0 0,1 0-1 0 0,0 0 1 0 0,0-1-1 0 0,0 1 0 0 0,1 0 1 0 0,1-1-1 0 0,-1 1 1 0 0,1-1-1 0 0,0 1 0 0 0,4 6 1 0 0,-6-12 39 0 0,1 0 0 0 0,0 0 0 0 0,0 0 0 0 0,0-1 0 0 0,0 1 0 0 0,0 0 0 0 0,0-1 0 0 0,0 1 0 0 0,0-1 1 0 0,1 1-1 0 0,-1-1 0 0 0,0 1 0 0 0,1-1 0 0 0,0 0 0 0 0,-1 0 0 0 0,1 0 0 0 0,0 0 0 0 0,-1 0 0 0 0,1 0 0 0 0,0-1 0 0 0,0 1 1 0 0,0 0-1 0 0,0-1 0 0 0,-1 1 0 0 0,1-1 0 0 0,0 0 0 0 0,0 0 0 0 0,0 0 0 0 0,0 0 0 0 0,0 0 0 0 0,0 0 0 0 0,0 0 1 0 0,0-1-1 0 0,0 1 0 0 0,0-1 0 0 0,0 1 0 0 0,0-1 0 0 0,-1 0 0 0 0,1 1 0 0 0,0-1 0 0 0,0 0 0 0 0,-1 0 0 0 0,1-1 0 0 0,2-1 1 0 0,4-4-309 0 0,0 0 0 0 0,0 0 0 0 0,-1 0 0 0 0,0-1 0 0 0,-1 0 0 0 0,0-1 1 0 0,7-10-1 0 0,-3-1-229 0 0,0-1 0 0 0,-1 0 0 0 0,-1-1 0 0 0,-1 0 0 0 0,0 0 0 0 0,-2-1 0 0 0,-1 1 0 0 0,-1-1 0 0 0,1-34 0 0 0,-10-75 610 0 0,-11-1 3906 0 0,13 88 8107 0 0,11 68-9642 0 0,1 7-1412 0 0,56 235 1764 0 0,-50-222-3265 0 0,1 0 1 0 0,3-1 0 0 0,2-1 0 0 0,24 39-1 0 0,-26-52-6884 0 0</inkml:trace>
</inkml:ink>
</file>

<file path=ppt/ink/ink1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6:00.9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260 519 6449 0 0,'-9'-2'412'0'0,"-1"2"0"0"0,1-1 0 0 0,-1 1 0 0 0,1 1 0 0 0,-1-1 0 0 0,1 2 0 0 0,-1-1 0 0 0,1 1 0 0 0,0 1 0 0 0,0 0 0 0 0,0 0 0 0 0,0 1-1 0 0,0 0 1 0 0,1 0 0 0 0,0 1 0 0 0,-11 7 0 0 0,12-7-164 0 0,0 0 0 0 0,0 1 0 0 0,0 0 0 0 0,1 0 0 0 0,-1 0 0 0 0,1 1 0 0 0,1 0 0 0 0,-1 0 0 0 0,2 1 0 0 0,-1-1 0 0 0,1 1 0 0 0,0 0 0 0 0,0 0 0 0 0,1 1 0 0 0,0-1 0 0 0,0 1 0 0 0,-2 14 0 0 0,5-21-256 0 0,-1 0-1 0 0,1 0 1 0 0,0 1 0 0 0,0-1-1 0 0,0 0 1 0 0,0 1 0 0 0,0-1-1 0 0,1 0 1 0 0,-1 0 0 0 0,1 0 0 0 0,-1 1-1 0 0,1-1 1 0 0,0 0 0 0 0,0 0-1 0 0,0 0 1 0 0,0 0 0 0 0,0 0-1 0 0,0 0 1 0 0,0 0 0 0 0,1 0 0 0 0,-1-1-1 0 0,1 1 1 0 0,-1-1 0 0 0,1 1-1 0 0,0-1 1 0 0,0 1 0 0 0,0-1-1 0 0,0 0 1 0 0,0 0 0 0 0,0 0 0 0 0,0 0-1 0 0,0 0 1 0 0,0 0 0 0 0,4 1-1 0 0,-2-2-161 0 0,0 0 1 0 0,0 0-1 0 0,0 0 0 0 0,-1 0 0 0 0,1 0 0 0 0,0-1 0 0 0,0 0 0 0 0,0 0 0 0 0,-1 0 0 0 0,1 0 1 0 0,0 0-1 0 0,-1-1 0 0 0,1 1 0 0 0,-1-1 0 0 0,0 0 0 0 0,0 0 0 0 0,1-1 0 0 0,-1 1 0 0 0,-1-1 1 0 0,4-2-1 0 0,4-8-468 0 0,0 1 1 0 0,0-2-1 0 0,-2 0 1 0 0,1 0 0 0 0,-2 0-1 0 0,0-1 1 0 0,-1 0-1 0 0,5-18 1 0 0,3-16-916 0 0,9-64 1 0 0,-19 79 1478 0 0,-1 0 1 0 0,-1-38-1 0 0,-10-69 3345 0 0,1 30 1899 0 0,7 104-4571 0 0,0 5-276 0 0,0 0-1 0 0,0 0 1 0 0,0 0 0 0 0,0-1 0 0 0,0 1-1 0 0,0 0 1 0 0,-1 0 0 0 0,1 0 0 0 0,-1 0-1 0 0,0 0 1 0 0,1 0 0 0 0,-1 0 0 0 0,-2-3-1 0 0,1 36 3503 0 0,5 52-3523 0 0,4-1-1 0 0,3 0 0 0 0,3-1 1 0 0,34 112-1 0 0,-35-157-818 0 0,2 1 0 0 0,1-2 0 0 0,1 0-1 0 0,26 39 1 0 0,-27-49-7195 0 0</inkml:trace>
</inkml:ink>
</file>

<file path=ppt/ink/ink1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6:01.5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1 340 6913 0 0,'1'-3'167'0'0,"0"1"0"0"0,0-1-1 0 0,0 1 1 0 0,0 0-1 0 0,1-1 1 0 0,-1 1-1 0 0,1 0 1 0 0,0 0-1 0 0,-1 0 1 0 0,1 0-1 0 0,4-3 1 0 0,-2 0 94 0 0,8-9 745 0 0,0-1 1 0 0,-2 0-1 0 0,1-1 1 0 0,9-21-1 0 0,-16 29-843 0 0,-1 1-1 0 0,0-1 0 0 0,0 0 0 0 0,-1 0 0 0 0,0 0 1 0 0,-1 0-1 0 0,1 0 0 0 0,-2 0 0 0 0,1 0 1 0 0,-1 0-1 0 0,0-1 0 0 0,-2-10 0 0 0,2 17-108 0 0,-1 0 0 0 0,1 1 0 0 0,-1-1 0 0 0,1 0 0 0 0,-1 0 0 0 0,0 0 0 0 0,1 1 0 0 0,-1-1-1 0 0,0 0 1 0 0,0 1 0 0 0,0-1 0 0 0,-1 1 0 0 0,1-1 0 0 0,-2-1 0 0 0,2 2 1 0 0,0 0-1 0 0,0 1 1 0 0,0 0 0 0 0,0-1-1 0 0,0 1 1 0 0,1-1 0 0 0,-1 1-1 0 0,0 0 1 0 0,0 0-1 0 0,0-1 1 0 0,0 1 0 0 0,0 0-1 0 0,-1 0 1 0 0,1 0 0 0 0,0 0-1 0 0,0 0 1 0 0,0 0 0 0 0,0 1-1 0 0,0-1 1 0 0,-1 1 0 0 0,-1 0-29 0 0,0 0 0 0 0,0 1 1 0 0,0 0-1 0 0,0-1 1 0 0,1 1-1 0 0,-1 1 0 0 0,0-1 1 0 0,1 0-1 0 0,-1 1 1 0 0,1-1-1 0 0,0 1 0 0 0,0-1 1 0 0,0 1-1 0 0,-2 4 1 0 0,-1 4-235 0 0,0-1 1 0 0,1 1-1 0 0,0 0 1 0 0,1 0-1 0 0,0 0 1 0 0,1 1 0 0 0,1-1-1 0 0,-1 0 1 0 0,2 21-1 0 0,0-27 99 0 0,0 0-1 0 0,1 0 0 0 0,0 0 1 0 0,0 0-1 0 0,0 0 1 0 0,1 0-1 0 0,0 0 0 0 0,0 0 1 0 0,0-1-1 0 0,5 9 1 0 0,-5-11 53 0 0,0 1 1 0 0,0-1-1 0 0,1 1 1 0 0,-1-1-1 0 0,1 0 1 0 0,0 0-1 0 0,-1 0 1 0 0,1 0 0 0 0,0 0-1 0 0,0-1 1 0 0,0 1-1 0 0,0-1 1 0 0,0 0-1 0 0,1 0 1 0 0,-1 0-1 0 0,0 0 1 0 0,6 0-1 0 0,-5-1 45 0 0,0 0-1 0 0,0 0 0 0 0,0-1 0 0 0,0 1 1 0 0,-1-1-1 0 0,1 0 0 0 0,0 0 0 0 0,-1 0 1 0 0,1 0-1 0 0,0-1 0 0 0,-1 1 0 0 0,0-1 1 0 0,1 0-1 0 0,-1 0 0 0 0,0 0 0 0 0,0-1 1 0 0,0 1-1 0 0,0-1 0 0 0,-1 0 0 0 0,1 0 1 0 0,-1 1-1 0 0,1-2 0 0 0,2-3 0 0 0,5-10 350 0 0,0 0 0 0 0,-1 0-1 0 0,9-25 1 0 0,-9 20-104 0 0,-7 19-177 0 0,6-15 217 0 0,0 0 0 0 0,17-24 0 0 0,-23 38-182 0 0,0 1 1 0 0,0 0 0 0 0,1 0 0 0 0,-1 0-1 0 0,1 0 1 0 0,-1 0 0 0 0,1 0-1 0 0,0 1 1 0 0,0 0 0 0 0,1-1-1 0 0,-1 1 1 0 0,0 0 0 0 0,1 0 0 0 0,-1 1-1 0 0,1-1 1 0 0,0 1 0 0 0,-1 0-1 0 0,1 0 1 0 0,7-1 0 0 0,-9 2 33 0 0,0 1 0 0 0,0-1 1 0 0,0 1-1 0 0,0-1 0 0 0,0 1 0 0 0,0 0 0 0 0,0 0 1 0 0,0 0-1 0 0,0 0 0 0 0,0 0 0 0 0,-1 0 1 0 0,1 0-1 0 0,0 1 0 0 0,-1-1 0 0 0,1 1 0 0 0,-1-1 1 0 0,0 1-1 0 0,1-1 0 0 0,-1 1 0 0 0,0 0 1 0 0,0 0-1 0 0,2 3 0 0 0,19 51 578 0 0,-16-38-442 0 0,0-4-222 0 0,0 1 1 0 0,1-1-1 0 0,10 16 0 0 0,-13-24-86 0 0,0 0-1 0 0,1-1 1 0 0,-1 0-1 0 0,1 0 0 0 0,0 0 1 0 0,0 0-1 0 0,1-1 1 0 0,-1 0-1 0 0,12 7 1 0 0,-16-11 32 0 0,0 0 0 0 0,0 1 1 0 0,0-1-1 0 0,1 0 1 0 0,-1 0-1 0 0,0 0 0 0 0,0 0 1 0 0,0 0-1 0 0,1 0 0 0 0,-1-1 1 0 0,0 1-1 0 0,0 0 0 0 0,0 0 1 0 0,0-1-1 0 0,0 1 0 0 0,0-1 1 0 0,1 1-1 0 0,-1-1 1 0 0,0 0-1 0 0,0 1 0 0 0,0-1 1 0 0,-1 0-1 0 0,1 0 0 0 0,0 1 1 0 0,0-1-1 0 0,0 0 0 0 0,0 0 1 0 0,-1 0-1 0 0,1 0 1 0 0,-1 0-1 0 0,1 0 0 0 0,0 0 1 0 0,-1 0-1 0 0,1-2 0 0 0,18-41-193 0 0,-18 40 184 0 0,9-25 198 0 0,23-60 425 0 0,-29 80-514 0 0,0 0-1 0 0,1 1 1 0 0,0-1 0 0 0,0 1-1 0 0,1 0 1 0 0,0 0-1 0 0,8-7 1 0 0,-13 14-70 0 0,1 0 1 0 0,-1 0 0 0 0,0 0-1 0 0,1 0 1 0 0,-1 0-1 0 0,1 0 1 0 0,-1 1 0 0 0,1-1-1 0 0,0 0 1 0 0,-1 1-1 0 0,1-1 1 0 0,0 1-1 0 0,-1 0 1 0 0,1 0 0 0 0,0-1-1 0 0,-1 1 1 0 0,1 0-1 0 0,0 0 1 0 0,-1 1 0 0 0,1-1-1 0 0,0 0 1 0 0,0 1-1 0 0,-1-1 1 0 0,1 1-1 0 0,-1-1 1 0 0,1 1 0 0 0,0 0-1 0 0,-1-1 1 0 0,1 1-1 0 0,-1 0 1 0 0,0 0 0 0 0,1 0-1 0 0,-1 0 1 0 0,0 1-1 0 0,0-1 1 0 0,2 2-1 0 0,6 7 14 0 0,0 0-1 0 0,-1 1 1 0 0,13 21-1 0 0,-8-12-84 0 0,-4-8-366 0 0,0-1 1 0 0,1 0-1 0 0,0 0 0 0 0,1-1 1 0 0,0 0-1 0 0,22 15 0 0 0,-8-10-6992 0 0</inkml:trace>
</inkml:ink>
</file>

<file path=ppt/ink/ink1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6:02.2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32 11522 0 0,'0'-1'172'0'0,"-1"0"-1"0"0,1 0 0 0 0,-1 0 0 0 0,1 0 0 0 0,0 0 0 0 0,-1 0 1 0 0,1-1-1 0 0,0 1 0 0 0,0 0 0 0 0,-1 0 0 0 0,1 0 0 0 0,0 0 0 0 0,0 0 1 0 0,0 0-1 0 0,1-1 0 0 0,-1 1 0 0 0,0 0 0 0 0,0 0 0 0 0,1 0 1 0 0,-1 0-1 0 0,0 0 0 0 0,1 0 0 0 0,-1 0 0 0 0,1 0 0 0 0,-1 0 0 0 0,1 0 1 0 0,1-2-1 0 0,-1 3-27 0 0,0 1 0 0 0,0-1 0 0 0,0 0-1 0 0,0 0 1 0 0,0 0 0 0 0,0 1 0 0 0,0-1 0 0 0,0 0 0 0 0,0 1 0 0 0,0-1 0 0 0,0 1 0 0 0,0-1 0 0 0,0 1 0 0 0,0 0 0 0 0,0-1 0 0 0,0 1-1 0 0,-1 0 1 0 0,1 0 0 0 0,0-1 0 0 0,0 1 0 0 0,-1 0 0 0 0,1 0 0 0 0,-1 0 0 0 0,1 0 0 0 0,-1 0 0 0 0,1 0 0 0 0,-1 0 0 0 0,0 0-1 0 0,1 2 1 0 0,12 29 224 0 0,-1 1-1 0 0,-2 0 0 0 0,-2 0 0 0 0,-1 1 0 0 0,3 34 0 0 0,7 30-241 0 0,34 99-417 0 0,-19-117-6208 0 0,-15-44-454 0 0</inkml:trace>
</inkml:ink>
</file>

<file path=ppt/ink/ink1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6:02.6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236 5 9674 0 0,'0'0'39'0'0,"0"-1"-1"0"0,-1 1 1 0 0,1 0 0 0 0,0-1-1 0 0,-1 1 1 0 0,1 0 0 0 0,0-1-1 0 0,-1 1 1 0 0,1 0-1 0 0,-1 0 1 0 0,1 0 0 0 0,0-1-1 0 0,-1 1 1 0 0,1 0 0 0 0,-1 0-1 0 0,1 0 1 0 0,-1 0 0 0 0,1 0-1 0 0,0 0 1 0 0,-1-1 0 0 0,1 1-1 0 0,-1 0 1 0 0,1 0-1 0 0,-1 1 1 0 0,1-1 0 0 0,-1 0-1 0 0,1 0 1 0 0,-1 0 0 0 0,1 0-1 0 0,0 0 1 0 0,-1 0 0 0 0,1 1-1 0 0,-1-1 1 0 0,1 0 0 0 0,0 0-1 0 0,-1 1 1 0 0,1-1-1 0 0,-1 0 1 0 0,1 0 0 0 0,0 1-1 0 0,0-1 1 0 0,-1 1 0 0 0,-19 17 1531 0 0,15-13-1104 0 0,-18 17 32 0 0,1 1 0 0 0,1 1-1 0 0,2 1 1 0 0,0 1 0 0 0,1 1 0 0 0,2 0-1 0 0,1 1 1 0 0,-17 42 0 0 0,30-62-648 0 0,0 0 1 0 0,1 0 0 0 0,-1 0-1 0 0,1 0 1 0 0,1 0 0 0 0,0 11-1 0 0,0-17 100 0 0,0 0 1 0 0,1 0-1 0 0,-1 0 0 0 0,0 0 0 0 0,1-1 0 0 0,-1 1 0 0 0,1 0 0 0 0,0 0 0 0 0,0-1 1 0 0,0 1-1 0 0,-1 0 0 0 0,1-1 0 0 0,1 1 0 0 0,1 1 0 0 0,-2-2 34 0 0,0 0 0 0 0,0-1 0 0 0,0 1 0 0 0,0 0 0 0 0,0-1 0 0 0,1 1 0 0 0,-1-1 0 0 0,0 0 0 0 0,0 1 0 0 0,1-1 0 0 0,-1 0-1 0 0,0 0 1 0 0,0 0 0 0 0,1 0 0 0 0,-1 0 0 0 0,0 0 0 0 0,1 0 0 0 0,-1-1 0 0 0,0 1 0 0 0,0 0 0 0 0,1-1 0 0 0,-1 1 0 0 0,0-1 0 0 0,1 0 0 0 0,5-2-37 0 0,-1 0 0 0 0,0-1 1 0 0,0 0-1 0 0,-1 0 0 0 0,1-1 0 0 0,-1 0 1 0 0,0 1-1 0 0,0-2 0 0 0,0 1 1 0 0,-1 0-1 0 0,0-1 0 0 0,6-10 0 0 0,2-7 12 0 0,-1 0 0 0 0,10-27 1 0 0,-9 9 13 0 0,-10 32 180 0 0,0 1-1 0 0,0-1 1 0 0,1 1 0 0 0,0 0-1 0 0,0 0 1 0 0,1 0 0 0 0,8-12-1 0 0,-12 20-92 0 0,1-1 0 0 0,0 1 0 0 0,-1 0-1 0 0,1-1 1 0 0,-1 1 0 0 0,1 0 0 0 0,0 0-1 0 0,-1-1 1 0 0,1 1 0 0 0,-1 0 0 0 0,1 0-1 0 0,0 0 1 0 0,-1 0 0 0 0,1 0 0 0 0,0 0-1 0 0,-1 0 1 0 0,1 0 0 0 0,0 0 0 0 0,-1 0-1 0 0,1 1 1 0 0,0-1 0 0 0,-1 0 0 0 0,1 0-1 0 0,-1 0 1 0 0,1 1 0 0 0,0-1 0 0 0,-1 0-1 0 0,1 1 1 0 0,-1-1 0 0 0,1 1-1 0 0,-1-1 1 0 0,1 1 0 0 0,-1-1 0 0 0,1 1-1 0 0,-1-1 1 0 0,1 1 0 0 0,20 23 1120 0 0,-16-18-882 0 0,3 4-327 0 0,81 86 1947 0 0,-74-83-4216 0 0,0 0 1 0 0,24 14-1 0 0,-21-15-4044 0 0</inkml:trace>
</inkml:ink>
</file>

<file path=ppt/ink/ink1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6:03.0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44 6913 0 0,'-1'0'81'0'0,"1"0"0"0"0,0 0 0 0 0,-1 0-1 0 0,1 1 1 0 0,-1-1 0 0 0,1 0-1 0 0,-1 0 1 0 0,1 1 0 0 0,0-1-1 0 0,-1 0 1 0 0,1 1 0 0 0,-1-1-1 0 0,1 0 1 0 0,0 1 0 0 0,0-1-1 0 0,-1 1 1 0 0,1-1 0 0 0,0 0-1 0 0,0 1 1 0 0,-1-1 0 0 0,1 1 0 0 0,0-1-1 0 0,0 1 1 0 0,0-1 0 0 0,0 1-1 0 0,0-1 1 0 0,0 1 0 0 0,-1-1-1 0 0,1 1 1 0 0,0-1 0 0 0,1 1-1 0 0,-1-1 1 0 0,0 1 0 0 0,0-1-1 0 0,0 1 1 0 0,3 21 2067 0 0,-2-19-1531 0 0,0 4-212 0 0,0 0 0 0 0,1 0 0 0 0,1-1 0 0 0,-1 1 0 0 0,1-1 1 0 0,0 0-1 0 0,0 0 0 0 0,1 0 0 0 0,-1 0 0 0 0,2 0 0 0 0,-1-1 0 0 0,0 0 1 0 0,7 6-1 0 0,-9-9-384 0 0,-1-1-1 0 0,1 1 1 0 0,0 0 0 0 0,0-1 0 0 0,0 0 0 0 0,0 1-1 0 0,0-1 1 0 0,0 0 0 0 0,1 0 0 0 0,-1 0 0 0 0,0 0-1 0 0,0-1 1 0 0,1 1 0 0 0,-1 0 0 0 0,1-1 0 0 0,-1 0-1 0 0,0 0 1 0 0,1 0 0 0 0,-1 0 0 0 0,1 0 0 0 0,-1 0-1 0 0,1 0 1 0 0,-1-1 0 0 0,0 1 0 0 0,1-1 0 0 0,-1 0-1 0 0,0 0 1 0 0,1 0 0 0 0,-1 0 0 0 0,0 0 0 0 0,0 0-1 0 0,0 0 1 0 0,0-1 0 0 0,0 1 0 0 0,0-1 0 0 0,0 1-1 0 0,-1-1 1 0 0,1 0 0 0 0,2-3 0 0 0,4-7 44 0 0,-1 1 0 0 0,0-1 0 0 0,5-14 0 0 0,-5 13 72 0 0,-1-1-1 0 0,1 2 1 0 0,1-1-1 0 0,11-13 1 0 0,-17 24-74 0 0,0-1 0 0 0,0 1-1 0 0,1 0 1 0 0,-1 0 0 0 0,1 0 0 0 0,-1 0 0 0 0,1 0 0 0 0,0 0 0 0 0,0 1 0 0 0,0-1 0 0 0,0 1-1 0 0,0 0 1 0 0,0 0 0 0 0,0 0 0 0 0,0 0 0 0 0,0 1 0 0 0,0-1 0 0 0,1 1 0 0 0,-1 0 0 0 0,0 0 0 0 0,0 0-1 0 0,1 0 1 0 0,4 1 0 0 0,-5 1-17 0 0,1-1-1 0 0,-1 1 1 0 0,0-1-1 0 0,0 1 1 0 0,0 0-1 0 0,0 0 1 0 0,0 0 0 0 0,0 0-1 0 0,0 1 1 0 0,0-1-1 0 0,-1 1 1 0 0,0 0-1 0 0,1 0 1 0 0,-1 0-1 0 0,0 0 1 0 0,0 0-1 0 0,-1 0 1 0 0,1 0-1 0 0,-1 1 1 0 0,1-1 0 0 0,-1 1-1 0 0,0-1 1 0 0,0 1-1 0 0,0 5 1 0 0,2 6 42 0 0,-1 1-1 0 0,0 0 1 0 0,-1-1 0 0 0,-2 21 0 0 0,1-19-95 0 0,-1 1 1 0 0,-1-1-1 0 0,-1 0 0 0 0,0 0 1 0 0,-2 0-1 0 0,0 0 0 0 0,0 0 1 0 0,-2-1-1 0 0,0 0 0 0 0,-1-1 1 0 0,0 1-1 0 0,-1-1 0 0 0,-1-1 1 0 0,0 0-1 0 0,-1 0 0 0 0,-1-1 1 0 0,-24 21-1 0 0,26-25-1789 0 0</inkml:trace>
</inkml:ink>
</file>

<file path=ppt/ink/ink1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6:03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0 326 6913 0 0,'8'-5'536'0'0,"0"0"0"0"0,-1-1 0 0 0,1 1 0 0 0,-2-1 0 0 0,1-1-1 0 0,0 1 1 0 0,-1-1 0 0 0,-1 0 0 0 0,8-12 0 0 0,-6 8 197 0 0,0-1 0 0 0,-1 1 0 0 0,0-1 0 0 0,-1 0 0 0 0,-1 0 1 0 0,4-15-1 0 0,-5 13-224 0 0,-1 0 0 0 0,-1 0 0 0 0,0-16 0 0 0,-1 23-341 0 0,0 1 0 0 0,-1-1-1 0 0,0 1 1 0 0,0 0 0 0 0,0-1 0 0 0,-1 1-1 0 0,0 0 1 0 0,0 0 0 0 0,-4-6 0 0 0,6 11-149 0 0,0 0 0 0 0,-1 0 0 0 0,1 0 1 0 0,-1 0-1 0 0,1 1 0 0 0,-1-1 0 0 0,1 0 0 0 0,-1 0 1 0 0,1 1-1 0 0,-1-1 0 0 0,0 0 0 0 0,0 1 0 0 0,1-1 1 0 0,-1 1-1 0 0,0-1 0 0 0,0 1 0 0 0,0-1 0 0 0,1 1 1 0 0,-1-1-1 0 0,0 1 0 0 0,0 0 0 0 0,0 0 0 0 0,0-1 1 0 0,0 1-1 0 0,0 0 0 0 0,0 0 0 0 0,0 0 0 0 0,0 0 1 0 0,1 0-1 0 0,-2 0 0 0 0,0 1 5 0 0,0 0-1 0 0,0 0 1 0 0,0 0-1 0 0,0 0 1 0 0,0 1-1 0 0,1-1 1 0 0,-1 0 0 0 0,0 1-1 0 0,1-1 1 0 0,-1 1-1 0 0,1-1 1 0 0,-2 4 0 0 0,-3 3 43 0 0,1 1 0 0 0,0 0 1 0 0,1 0-1 0 0,-6 15 1 0 0,7-15-37 0 0,1 0 0 0 0,1 0 0 0 0,0 1 0 0 0,0-1 0 0 0,1 0 0 0 0,0 1 0 0 0,1-1 0 0 0,0 0 1 0 0,0 0-1 0 0,1 1 0 0 0,0-1 0 0 0,1 0 0 0 0,-1-1 0 0 0,2 1 0 0 0,0 0 0 0 0,0-1 0 0 0,0 0 0 0 0,1 0 0 0 0,0 0 0 0 0,6 7 1 0 0,0-2-277 0 0,-1-1 0 0 0,1 0 0 0 0,1-1 0 0 0,20 15 1 0 0,-18-16-1416 0 0,1 0 1 0 0,0-1 0 0 0,30 12 0 0 0,-23-13-4856 0 0</inkml:trace>
</inkml:ink>
</file>

<file path=ppt/ink/ink1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6:03.6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4 181 6913 0 0,'0'-1'72'0'0,"-1"0"0"0"0,1 1 0 0 0,0-1 0 0 0,-1 1 0 0 0,1-1 0 0 0,0 0-1 0 0,-1 1 1 0 0,1-1 0 0 0,0 0 0 0 0,0 0 0 0 0,0 1 0 0 0,0-1 0 0 0,0 0-1 0 0,-1 1 1 0 0,1-1 0 0 0,1 0 0 0 0,-1 0 0 0 0,0 1 0 0 0,0-1 0 0 0,0 0-1 0 0,0 1 1 0 0,0-1 0 0 0,1 0 0 0 0,-1 1 0 0 0,0-1 0 0 0,0 0 0 0 0,1 0-1 0 0,0 0 118 0 0,0 1 0 0 0,0-1 0 0 0,0 1 0 0 0,0-1 0 0 0,0 1 0 0 0,0-1 0 0 0,0 1 0 0 0,0 0 0 0 0,0-1 0 0 0,1 1 0 0 0,-1 0 0 0 0,0 0 0 0 0,0 0 0 0 0,0 0 0 0 0,2 0 0 0 0,3 1 536 0 0,0 0 0 0 0,0 0-1 0 0,0 0 1 0 0,0 1-1 0 0,9 4 1 0 0,-7-3-444 0 0,-1 1 0 0 0,0 1 0 0 0,0-1 0 0 0,0 1 0 0 0,0 1 0 0 0,-1-1 0 0 0,0 1 0 0 0,0 0 0 0 0,-1 1 0 0 0,7 8 0 0 0,-9-10-145 0 0,0 0 0 0 0,0 0 0 0 0,-1 0 0 0 0,1 1 1 0 0,-1-1-1 0 0,-1 0 0 0 0,1 1 0 0 0,-1 0 0 0 0,0-1 0 0 0,0 1 0 0 0,0 0 0 0 0,-1-1 1 0 0,0 1-1 0 0,0 0 0 0 0,-2 11 0 0 0,-4-4 833 0 0,-2-16 54 0 0,-4-23 48 0 0,10 12-984 0 0,1 0 1 0 0,1 0-1 0 0,0 0 0 0 0,1 0 0 0 0,0 0 0 0 0,1 0 1 0 0,0 0-1 0 0,6-14 0 0 0,1-5-948 0 0,2 2 0 0 0,20-39 1 0 0,-9 27-7361 0 0</inkml:trace>
</inkml:ink>
</file>

<file path=ppt/ink/ink1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6:05.3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71 74 5529 0 0,'-11'20'514'0'0,"1"0"0"0"0,1 0 0 0 0,0 1 0 0 0,2 0 0 0 0,1 0 0 0 0,0 0 0 0 0,1 1 0 0 0,-1 30 1 0 0,4-30-205 0 0,2 0 1 0 0,1 1 0 0 0,1-1-1 0 0,0 0 1 0 0,2 1 0 0 0,1-2-1 0 0,0 1 1 0 0,2 0 0 0 0,0-1-1 0 0,2 0 1 0 0,0-1 0 0 0,1 0-1 0 0,18 26 1 0 0,-20-34-66 0 0,1-1-1 0 0,0 1 1 0 0,1-2-1 0 0,0 1 1 0 0,1-1 0 0 0,0-1-1 0 0,1 0 1 0 0,0 0-1 0 0,20 10 1 0 0,-23-15-9 0 0,1 0 0 0 0,0 0-1 0 0,1-1 1 0 0,-1 0 0 0 0,1 0 0 0 0,-1-1 0 0 0,1-1-1 0 0,0 0 1 0 0,0 0 0 0 0,-1-1 0 0 0,1-1 0 0 0,0 0 0 0 0,20-4-1 0 0,-22 3-70 0 0,-1 0 1 0 0,0-1-1 0 0,0 0 0 0 0,0-1 0 0 0,0 1 0 0 0,-1-2 0 0 0,1 1 0 0 0,-1-1 0 0 0,0 0 1 0 0,-1 0-1 0 0,1-1 0 0 0,10-11 0 0 0,-9 7-39 0 0,0-1 0 0 0,-1 0 1 0 0,-1 0-1 0 0,1 0 0 0 0,-2 0 1 0 0,0-1-1 0 0,8-25 0 0 0,-8 15-19 0 0,0 0-1 0 0,-2-1 0 0 0,0 1 1 0 0,-2-1-1 0 0,0 0 1 0 0,-2 0-1 0 0,0 1 0 0 0,-2-1 1 0 0,-6-30-1 0 0,4 33-122 0 0,-1 1 0 0 0,0 1 0 0 0,-2-1-1 0 0,0 1 1 0 0,-1 0 0 0 0,0 1 0 0 0,-15-20-1 0 0,14 25-84 0 0,-1 0-1 0 0,0 0 0 0 0,0 1 0 0 0,-1 0 0 0 0,0 1 0 0 0,-1 1 1 0 0,0 0-1 0 0,-1 1 0 0 0,-20-10 0 0 0,20 11-323 0 0,0 1 0 0 0,0 1 0 0 0,0 0 0 0 0,0 1 0 0 0,-1 0-1 0 0,0 1 1 0 0,-17-1 0 0 0,-2 6-6816 0 0</inkml:trace>
</inkml:ink>
</file>

<file path=ppt/ink/ink1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6:05.8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235 98 6913 0 0,'-3'-2'173'0'0,"-1"1"-1"0"0,1 0 0 0 0,0 0 0 0 0,0 0 0 0 0,-1 0 0 0 0,1 1 0 0 0,0-1 0 0 0,-1 1 0 0 0,1 0 0 0 0,0 0 0 0 0,-1 0 0 0 0,1 1 0 0 0,0-1 0 0 0,-1 1 0 0 0,1 0 0 0 0,0 0 0 0 0,0 0 0 0 0,-1 0 0 0 0,1 0 0 0 0,-5 4 0 0 0,-3 2 386 0 0,0 1-1 0 0,0 0 0 0 0,1 1 0 0 0,0 0 1 0 0,1 0-1 0 0,0 1 0 0 0,0 1 0 0 0,1-1 1 0 0,-13 24-1 0 0,13-18-283 0 0,0 1-1 0 0,1 0 1 0 0,1 0 0 0 0,1 1-1 0 0,0 0 1 0 0,-4 35 0 0 0,7-32-187 0 0,1-1 1 0 0,1 1-1 0 0,0 0 1 0 0,2-1-1 0 0,0 1 0 0 0,2-1 1 0 0,0 0-1 0 0,1 0 1 0 0,1 0-1 0 0,1 0 1 0 0,1-1-1 0 0,0 0 0 0 0,22 34 1 0 0,-22-43-9 0 0,0 0 0 0 0,1 0-1 0 0,1-1 1 0 0,-1 0 0 0 0,1 0 0 0 0,1-1 0 0 0,0 0 0 0 0,0-1 0 0 0,0-1-1 0 0,1 1 1 0 0,0-2 0 0 0,0 0 0 0 0,0 0 0 0 0,1-1 0 0 0,0-1 0 0 0,0 0 0 0 0,0-1-1 0 0,0 0 1 0 0,25 0 0 0 0,-23-2-9 0 0,1 0 0 0 0,-1-2 0 0 0,1 0 0 0 0,-1 0 0 0 0,0-1 0 0 0,0-1 0 0 0,-1-1-1 0 0,1 0 1 0 0,-1-1 0 0 0,0 0 0 0 0,0-1 0 0 0,-1-1 0 0 0,0 0 0 0 0,0-1 0 0 0,-1 0 0 0 0,20-20 0 0 0,-23 19 7 0 0,0 0 1 0 0,-1-1-1 0 0,0 0 1 0 0,-1 0 0 0 0,0-1-1 0 0,-1 1 1 0 0,0-1-1 0 0,-1-1 1 0 0,0 1 0 0 0,3-15-1 0 0,-5 10-35 0 0,-1 1 1 0 0,0-1-1 0 0,-1 0 1 0 0,0 0-1 0 0,-2 0 0 0 0,0 0 1 0 0,-5-26-1 0 0,-38-139-35 0 0,35 154-180 0 0,-1 1 0 0 0,-1 0 0 0 0,-1 1 0 0 0,-23-35 0 0 0,31 55 90 0 0,1 1 0 0 0,-1 1 0 0 0,0-1 0 0 0,-1 0-1 0 0,1 1 1 0 0,-1 0 0 0 0,1 0 0 0 0,-7-4 0 0 0,8 7-94 0 0,0-1 0 0 0,1 1 0 0 0,-1 0 0 0 0,0 0 0 0 0,0 0 0 0 0,0 0 0 0 0,0 1 0 0 0,0-1 0 0 0,0 1 1 0 0,0-1-1 0 0,0 1 0 0 0,0 0 0 0 0,-1 1 0 0 0,1-1 0 0 0,0 0 0 0 0,0 1 0 0 0,0-1 0 0 0,-4 3 0 0 0,-21 8-6498 0 0</inkml:trace>
</inkml:ink>
</file>

<file path=ppt/ink/ink1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6:06.3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159 119 10594 0 0,'-7'0'240'0'0,"1"0"-1"0"0,0 1 0 0 0,-1 0 1 0 0,1 0-1 0 0,0 0 0 0 0,0 1 1 0 0,0 0-1 0 0,0 0 0 0 0,0 0 0 0 0,0 1 1 0 0,0 0-1 0 0,1 0 0 0 0,0 1 1 0 0,-1 0-1 0 0,1-1 0 0 0,1 2 1 0 0,-1-1-1 0 0,1 0 0 0 0,-1 1 1 0 0,1 0-1 0 0,0 0 0 0 0,1 0 1 0 0,-1 1-1 0 0,1-1 0 0 0,0 1 1 0 0,1 0-1 0 0,-1 0 0 0 0,1 0 1 0 0,-1 6-1 0 0,-1 3-85 0 0,1-1 0 0 0,0 1-1 0 0,1 0 1 0 0,1 0 0 0 0,0 0 0 0 0,1 0 0 0 0,1 0 0 0 0,0 0 0 0 0,1 0-1 0 0,0-1 1 0 0,7 21 0 0 0,-4-20-90 0 0,1-1 0 0 0,0 1-1 0 0,1-1 1 0 0,0 0 0 0 0,1 0 0 0 0,1-1-1 0 0,0 0 1 0 0,1-1 0 0 0,19 19-1 0 0,-21-23-18 0 0,0-2-1 0 0,0 1 1 0 0,1-1 0 0 0,0-1-1 0 0,0 1 1 0 0,0-1-1 0 0,1-1 1 0 0,-1 0-1 0 0,1 0 1 0 0,0-1-1 0 0,1 0 1 0 0,-1-1-1 0 0,0 0 1 0 0,1-1-1 0 0,14 0 1 0 0,-16-1-79 0 0,0 0 1 0 0,-1-1 0 0 0,1 0-1 0 0,0 0 1 0 0,-1-1 0 0 0,1 0-1 0 0,-1-1 1 0 0,0 0-1 0 0,0 0 1 0 0,0-1 0 0 0,0 0-1 0 0,-1 0 1 0 0,1-1-1 0 0,-1 0 1 0 0,0 0 0 0 0,-1 0-1 0 0,1-1 1 0 0,-1 0 0 0 0,0-1-1 0 0,0 1 1 0 0,-1-1-1 0 0,0 0 1 0 0,0-1 0 0 0,-1 1-1 0 0,0-1 1 0 0,0 0 0 0 0,-1 0-1 0 0,0 0 1 0 0,0 0-1 0 0,-1 0 1 0 0,2-16 0 0 0,-1 6 58 0 0,-2 0 0 0 0,0-1 0 0 0,-1 1 0 0 0,-1-1 0 0 0,-1 1 1 0 0,-1 0-1 0 0,0 0 0 0 0,-1 0 0 0 0,-1 0 0 0 0,-8-20 1 0 0,1 10 15 0 0,0 1 1 0 0,-2 1 0 0 0,-1 0 0 0 0,0 0 0 0 0,-30-34 0 0 0,39 53 23 0 0,1 1 1 0 0,-1 0-1 0 0,0 1 1 0 0,0 0-1 0 0,-1 0 1 0 0,1 0-1 0 0,-1 0 1 0 0,0 1-1 0 0,-12-5 1 0 0,15 8-163 0 0,0 0-1 0 0,0 0 1 0 0,0 0-1 0 0,0 0 1 0 0,0 0-1 0 0,0 1 1 0 0,0 0 0 0 0,0 0-1 0 0,-4 1 1 0 0,4-1-368 0 0,1 1 0 0 0,-1 0 1 0 0,1 0-1 0 0,-1 0 1 0 0,1 1-1 0 0,0-1 0 0 0,0 1 1 0 0,0-1-1 0 0,0 1 0 0 0,0 0 1 0 0,-5 4-1 0 0,-10 12-5788 0 0</inkml:trace>
</inkml:ink>
</file>

<file path=ppt/ink/ink1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6:06.8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163 1 7370 0 0,'-18'23'1509'0'0,"0"1"1"0"0,1 1 0 0 0,1 0 0 0 0,-15 34 0 0 0,20-32-854 0 0,0 1 0 0 0,1 0 0 0 0,2 0 0 0 0,-7 45 1 0 0,12-55-494 0 0,0 1 1 0 0,2 0-1 0 0,0-1 1 0 0,1 1 0 0 0,1 0-1 0 0,1 0 1 0 0,1-1 0 0 0,0 1-1 0 0,1-1 1 0 0,1 0 0 0 0,1 0-1 0 0,1 0 1 0 0,0-1-1 0 0,1 0 1 0 0,1-1 0 0 0,0 1-1 0 0,1-2 1 0 0,13 16 0 0 0,-14-22-123 0 0,1 0 1 0 0,0-1 0 0 0,0 0 0 0 0,1 0 0 0 0,0-1 0 0 0,0-1 0 0 0,1 0-1 0 0,0 0 1 0 0,0-1 0 0 0,0-1 0 0 0,1 0 0 0 0,-1 0 0 0 0,1-1-1 0 0,19 1 1 0 0,-14-1 12 0 0,1-2 0 0 0,-1-1 0 0 0,1 0-1 0 0,-1-1 1 0 0,1-1 0 0 0,-1-1 0 0 0,0 0 0 0 0,0-1-1 0 0,28-11 1 0 0,-37 11-26 0 0,0 0 0 0 0,-1-1 0 0 0,1 0 0 0 0,-1 0 0 0 0,0-1-1 0 0,0 0 1 0 0,0 0 0 0 0,-1-1 0 0 0,0 0 0 0 0,0 0 0 0 0,-1-1 0 0 0,0 0 0 0 0,0 0-1 0 0,-1 0 1 0 0,0-1 0 0 0,-1 0 0 0 0,0 0 0 0 0,0 0 0 0 0,-1 0 0 0 0,4-13 0 0 0,-4 5 38 0 0,-1 1 0 0 0,0-1 0 0 0,-1 1 0 0 0,-1-1 0 0 0,0 0 0 0 0,-2 1 0 0 0,1-1 1 0 0,-2 1-1 0 0,-1 0 0 0 0,0-1 0 0 0,-8-20 0 0 0,3 14 78 0 0,-1 0 1 0 0,0 0-1 0 0,-2 1 0 0 0,-23-33 1 0 0,25 43-426 0 0,0-1 1 0 0,-1 2 0 0 0,-13-12-1 0 0,13 14-1328 0 0,-1 0 0 0 0,0 0 0 0 0,-23-11 0 0 0,3 5-5710 0 0</inkml:trace>
</inkml:ink>
</file>

<file path=ppt/ink/ink1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6:07.8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117 1 10594 0 0,'-2'0'76'0'0,"0"0"-1"0"0,-1 0 1 0 0,1 0-1 0 0,0 0 1 0 0,-1 1-1 0 0,1-1 1 0 0,0 1-1 0 0,-1 0 1 0 0,1-1-1 0 0,0 1 1 0 0,0 0-1 0 0,0 0 1 0 0,0 1-1 0 0,0-1 1 0 0,0 0-1 0 0,0 1 1 0 0,0-1-1 0 0,0 1 1 0 0,1-1-1 0 0,-1 1 1 0 0,0 0-1 0 0,1 0 1 0 0,0 0-1 0 0,-2 2 1 0 0,-5 7 692 0 0,1 0 0 0 0,-10 22 0 0 0,10-16-588 0 0,1 0 0 0 0,1 0-1 0 0,0 0 1 0 0,2 1 0 0 0,0-1 0 0 0,1 1 0 0 0,0 0 0 0 0,2 0-1 0 0,0 0 1 0 0,1-1 0 0 0,6 34 0 0 0,-1-21 66 0 0,1-1 1 0 0,2 0-1 0 0,0-1 0 0 0,2 1 0 0 0,1-2 1 0 0,20 33-1 0 0,-24-47-316 0 0,0 0 0 0 0,1 0 0 0 0,1-1 0 0 0,0 0-1 0 0,0 0 1 0 0,14 10 0 0 0,-22-20 56 0 0,1 0-1 0 0,-1 0 1 0 0,1 0-1 0 0,0 0 1 0 0,0 0-1 0 0,0 0 1 0 0,0-1-1 0 0,0 0 1 0 0,0 1-1 0 0,0-1 1 0 0,0 0-1 0 0,0-1 1 0 0,0 1-1 0 0,1-1 1 0 0,-1 1 0 0 0,0-1-1 0 0,1 0 1 0 0,-1 0-1 0 0,0 0 1 0 0,1 0-1 0 0,-1-1 1 0 0,0 0-1 0 0,0 1 1 0 0,0-1-1 0 0,1 0 1 0 0,-1-1-1 0 0,0 1 1 0 0,0 0-1 0 0,0-1 1 0 0,-1 0-1 0 0,1 0 1 0 0,0 1-1 0 0,-1-2 1 0 0,4-2-1 0 0,0-2 110 0 0,0 0 0 0 0,-1 0 0 0 0,0-1-1 0 0,0 1 1 0 0,-1-1 0 0 0,0 0-1 0 0,0 0 1 0 0,-1-1 0 0 0,0 1 0 0 0,0-1-1 0 0,-1 1 1 0 0,0-1 0 0 0,-1 0 0 0 0,0 0-1 0 0,0 0 1 0 0,-1 0 0 0 0,-1-9-1 0 0,0-1 90 0 0,0 1 0 0 0,-2-1-1 0 0,0 1 1 0 0,-1 0 0 0 0,-1 0-1 0 0,-1 0 1 0 0,-10-21-1 0 0,8 23-162 0 0,-1 1 1 0 0,-1 0-1 0 0,0 0 0 0 0,-1 1 0 0 0,-1 0 0 0 0,0 1 0 0 0,-14-12 0 0 0,-28-18-2355 0 0,35 29-4430 0 0</inkml:trace>
</inkml:ink>
</file>

<file path=ppt/ink/ink1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6:08.3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0 10138 0 0,'-1'6'272'0'0,"1"0"-1"0"0,-1 0 1 0 0,2 0-1 0 0,-1 0 1 0 0,1 0-1 0 0,0-1 1 0 0,2 9 0 0 0,0 5 244 0 0,-2-10-362 0 0,4 24 688 0 0,15 60 0 0 0,-18-86-859 0 0,0 1 1 0 0,1-1-1 0 0,-1 0 1 0 0,1 0-1 0 0,1-1 0 0 0,-1 1 1 0 0,1-1-1 0 0,1 1 1 0 0,-1-1-1 0 0,1-1 1 0 0,0 1-1 0 0,0-1 1 0 0,1 1-1 0 0,9 6 0 0 0,-13-11-89 0 0,0 1-1 0 0,0-1 0 0 0,0 0 0 0 0,0 0 0 0 0,1-1 0 0 0,-1 1 0 0 0,0 0 0 0 0,0-1 0 0 0,0 1 1 0 0,1-1-1 0 0,-1 0 0 0 0,0 1 0 0 0,1-1 0 0 0,-1 0 0 0 0,0-1 0 0 0,1 1 0 0 0,-1 0 0 0 0,0-1 1 0 0,0 1-1 0 0,1-1 0 0 0,1-1 0 0 0,0 0-124 0 0,-1 0 0 0 0,0 0-1 0 0,0 0 1 0 0,0-1 0 0 0,0 0 0 0 0,0 1 0 0 0,-1-1-1 0 0,1 0 1 0 0,-1 0 0 0 0,0 0 0 0 0,3-6 0 0 0,3-8-127 0 0,0 0 0 0 0,-2 0 0 0 0,0 0 0 0 0,3-21 0 0 0,-8 38 368 0 0,2-16 106 0 0,2-4 927 0 0,13-38 1 0 0,-16 54-697 0 0,0-1 1 0 0,0 0 0 0 0,1 1 0 0 0,-1-1 0 0 0,1 1-1 0 0,0 0 1 0 0,0 0 0 0 0,1 0 0 0 0,-1 0 0 0 0,1 0-1 0 0,0 1 1 0 0,8-6 0 0 0,-10 8-236 0 0,-1 1 0 0 0,0-1 0 0 0,0 0-1 0 0,0 1 1 0 0,1 0 0 0 0,-1-1 0 0 0,0 1 0 0 0,0 0 0 0 0,1-1 0 0 0,-1 1 0 0 0,0 0-1 0 0,1 0 1 0 0,-1 0 0 0 0,0 0 0 0 0,1 0 0 0 0,-1 1 0 0 0,0-1 0 0 0,0 0-1 0 0,1 1 1 0 0,-1-1 0 0 0,0 1 0 0 0,0-1 0 0 0,1 1 0 0 0,-1-1 0 0 0,0 1-1 0 0,0 0 1 0 0,0 0 0 0 0,0-1 0 0 0,0 1 0 0 0,0 0 0 0 0,0 0 0 0 0,0 0-1 0 0,0 0 1 0 0,-1 0 0 0 0,1 0 0 0 0,0 0 0 0 0,-1 1 0 0 0,1-1 0 0 0,0 0 0 0 0,-1 0-1 0 0,1 2 1 0 0,3 7 369 0 0,0 1 0 0 0,-1 0 0 0 0,4 20 0 0 0,-4-21-412 0 0,16 88-816 0 0,-12-75-220 0 0</inkml:trace>
</inkml:ink>
</file>

<file path=ppt/ink/ink1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6:08.5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0 15667 0 0,'-1'1'86'0'0,"1"-1"0"0"0,-1 0 0 0 0,0 0-1 0 0,1 1 1 0 0,-1-1 0 0 0,0 1-1 0 0,1-1 1 0 0,-1 1 0 0 0,1-1 0 0 0,-1 1-1 0 0,1-1 1 0 0,-1 1 0 0 0,1-1 0 0 0,-1 1-1 0 0,1 0 1 0 0,0-1 0 0 0,-1 1-1 0 0,1 0 1 0 0,0-1 0 0 0,-1 1 0 0 0,1 0-1 0 0,0-1 1 0 0,0 1 0 0 0,0 0 0 0 0,0 0-1 0 0,-1-1 1 0 0,1 1 0 0 0,0 0-1 0 0,0 0 1 0 0,1-1 0 0 0,-1 1 0 0 0,0 1-1 0 0,3 34 1861 0 0,-2-25-1596 0 0,1 15 0 0 0,2 1 0 0 0,0-1-1 0 0,2 0 1 0 0,1 0 0 0 0,1-1-1 0 0,12 26 1 0 0,79 139-4907 0 0,-90-175 3546 0 0,1 5-5555 0 0</inkml:trace>
</inkml:ink>
</file>

<file path=ppt/ink/ink1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6:08.6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32 212 6913 0 0,'-2'-1'63'0'0,"0"-1"32"0"0,0 1 0 0 0,0 0 0 0 0,0-1 0 0 0,0 1 0 0 0,0-1 0 0 0,0 0 0 0 0,0 0 0 0 0,1 1 0 0 0,-1-1 0 0 0,1 0 0 0 0,0-1 0 0 0,-1 1 0 0 0,1 0 0 0 0,0 0 0 0 0,0 0 0 0 0,0-1 0 0 0,0 1 0 0 0,1 0 0 0 0,-1-1-1 0 0,1 1 1 0 0,-1-1 0 0 0,1 1 0 0 0,0-1 0 0 0,0 1 0 0 0,0-1 0 0 0,0 1 0 0 0,2-5 0 0 0,0-1 314 0 0,0 1-1 0 0,0 0 1 0 0,1-1-1 0 0,1 1 1 0 0,-1 0-1 0 0,1 0 1 0 0,0 1-1 0 0,1-1 1 0 0,0 1-1 0 0,0 0 1 0 0,0 0-1 0 0,0 1 1 0 0,1 0-1 0 0,0-1 1 0 0,0 2-1 0 0,9-6 0 0 0,-7 5-406 0 0,1 0-1 0 0,-1 1 0 0 0,1 0 0 0 0,-1 0 0 0 0,1 1 0 0 0,0 0 1 0 0,0 1-1 0 0,1 0 0 0 0,-1 1 0 0 0,0 0 0 0 0,1 0 0 0 0,-1 0 0 0 0,15 2 1 0 0,11 10-29 0 0,-20-3-26 0 0</inkml:trace>
</inkml:ink>
</file>

<file path=ppt/ink/ink1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6:08.8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8754 0 0,'3'3'6512'0'0,"16"15"-3342"0"0,-6-3-2668 0 0,0 0-1 0 0,-2 1 1 0 0,0 0-1 0 0,0 1 1 0 0,-2 0-1 0 0,0 0 1 0 0,-1 1 0 0 0,6 21-1 0 0,-4-11-652 0 0,-2 1 0 0 0,-2 1 0 0 0,0-1 0 0 0,2 49 0 0 0,-8-46-1290 0 0,-1-21 187 0 0</inkml:trace>
</inkml:ink>
</file>

<file path=ppt/ink/ink1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6:09.1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76 9674 0 0,'3'-6'315'0'0,"1"1"0"0"0,-1 0 1 0 0,1 0-1 0 0,1 0 0 0 0,-1 0 0 0 0,1 1 1 0 0,0-1-1 0 0,0 1 0 0 0,0 0 0 0 0,1 1 0 0 0,-1-1 1 0 0,1 1-1 0 0,0 0 0 0 0,0 0 0 0 0,0 1 0 0 0,0 0 1 0 0,0 0-1 0 0,0 1 0 0 0,1-1 0 0 0,-1 1 0 0 0,1 1 1 0 0,-1-1-1 0 0,1 1 0 0 0,-1 0 0 0 0,1 0 1 0 0,-1 1-1 0 0,7 1 0 0 0,-10-1-201 0 0,-1 0 1 0 0,0 0-1 0 0,1 0 0 0 0,-1 0 0 0 0,0 0 1 0 0,0 0-1 0 0,0 1 0 0 0,0-1 0 0 0,0 1 1 0 0,0-1-1 0 0,0 1 0 0 0,-1 0 1 0 0,1-1-1 0 0,0 1 0 0 0,-1 0 0 0 0,0 0 1 0 0,1 0-1 0 0,-1 1 0 0 0,0-1 1 0 0,1 3-1 0 0,0 0-3 0 0,-1 0 0 0 0,0 0 1 0 0,-1 0-1 0 0,1-1 0 0 0,-1 1 1 0 0,0 0-1 0 0,0 0 0 0 0,0 0 1 0 0,-2 8-1 0 0,-2 2-45 0 0,0 0-1 0 0,-1-1 1 0 0,0 0 0 0 0,-1 0 0 0 0,-13 23-1 0 0,-37 40-1068 0 0,40-57-527 0 0,12-15 180 0 0</inkml:trace>
</inkml:ink>
</file>

<file path=ppt/ink/ink1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6:09.4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6913 0 0,'2'0'212'0'0,"0"0"0"0"0,0 1 0 0 0,0-1 0 0 0,0 1 0 0 0,0-1 0 0 0,0 1 0 0 0,0 0 0 0 0,0 0 0 0 0,-1 0 0 0 0,1 0-1 0 0,0 0 1 0 0,0 0 0 0 0,-1 0 0 0 0,1 1 0 0 0,-1-1 0 0 0,1 0 0 0 0,-1 1 0 0 0,1 0 0 0 0,-1-1 0 0 0,0 1 0 0 0,0 0 0 0 0,0-1-1 0 0,0 1 1 0 0,0 0 0 0 0,0 0 0 0 0,-1 0 0 0 0,1 0 0 0 0,0 0 0 0 0,-1 0 0 0 0,0 0 0 0 0,1 4 0 0 0,1 9 957 0 0,-1 1 0 0 0,0-1 0 0 0,-2 21 0 0 0,1-16-576 0 0,0-1-270 0 0,1 1-1 0 0,1-1 1 0 0,4 20-1 0 0,-5-33-262 0 0,1-1 1 0 0,-1 1-1 0 0,1 0 0 0 0,0-1 0 0 0,0 1 0 0 0,1-1 0 0 0,-1 0 1 0 0,1 0-1 0 0,1 0 0 0 0,-1 0 0 0 0,0 0 0 0 0,1-1 0 0 0,0 1 0 0 0,7 5 1 0 0,-10-10-74 0 0,0 1 1 0 0,0-1 0 0 0,1 1 0 0 0,-1-1 0 0 0,0 1 0 0 0,0-1 0 0 0,1 0-1 0 0,-1 1 1 0 0,0-1 0 0 0,1 0 0 0 0,-1 0 0 0 0,0 0 0 0 0,0 0 0 0 0,1 0-1 0 0,-1 0 1 0 0,0 0 0 0 0,1-1 0 0 0,-1 1 0 0 0,0 0 0 0 0,0-1 0 0 0,1 1 0 0 0,-1-1-1 0 0,0 1 1 0 0,0-1 0 0 0,0 0 0 0 0,0 1 0 0 0,0-1 0 0 0,0 0 0 0 0,0 0-1 0 0,0 0 1 0 0,0 0 0 0 0,0 0 0 0 0,0 0 0 0 0,0 0 0 0 0,-1 0 0 0 0,1 0-1 0 0,0 0 1 0 0,0-2 0 0 0,5-7-160 0 0,-1 0 0 0 0,0 1 1 0 0,5-16-1 0 0,-8 18 112 0 0,22-61-786 0 0,-18 47 887 0 0,1-1 1 0 0,1 1 0 0 0,1 1-1 0 0,1 0 1 0 0,1 0 0 0 0,20-29-1 0 0,-30 48 14 0 0,-1 1-1 0 0,0-1 0 0 0,1 0 1 0 0,-1 1-1 0 0,1-1 0 0 0,-1 1 0 0 0,1-1 1 0 0,-1 1-1 0 0,1-1 0 0 0,-1 1 1 0 0,1-1-1 0 0,0 1 0 0 0,-1-1 0 0 0,1 1 1 0 0,-1 0-1 0 0,1-1 0 0 0,0 1 1 0 0,-1 0-1 0 0,1 0 0 0 0,0-1 0 0 0,0 1 1 0 0,-1 0-1 0 0,1 0 0 0 0,0 0 0 0 0,-1 0 1 0 0,1 0-1 0 0,0 0 0 0 0,0 0 1 0 0,-1 0-1 0 0,1 0 0 0 0,0 0 0 0 0,0 1 1 0 0,-1-1-1 0 0,1 0 0 0 0,0 0 1 0 0,-1 1-1 0 0,1-1 0 0 0,0 0 0 0 0,-1 1 1 0 0,1-1-1 0 0,-1 1 0 0 0,1-1 1 0 0,0 1-1 0 0,-1-1 0 0 0,1 1 0 0 0,-1-1 1 0 0,0 1-1 0 0,1-1 0 0 0,-1 1 0 0 0,1 0 1 0 0,3 6 118 0 0,0 0 0 0 0,-1 0 1 0 0,0 1-1 0 0,3 9 0 0 0,3 7-184 0 0,-5-18-35 0 0,0 1 0 0 0,1-1 1 0 0,-1 0-1 0 0,1-1 0 0 0,0 1 0 0 0,1-1 0 0 0,0 0 1 0 0,-1 0-1 0 0,1-1 0 0 0,10 6 0 0 0,-6-5-1845 0 0,0 0 0 0 0,0-1 0 0 0,19 5 0 0 0,-7-3-4548 0 0</inkml:trace>
</inkml:ink>
</file>

<file path=ppt/ink/ink1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6:09.6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9218 0 0,'1'42'8627'0'0,"1"2"-4190"0"0,3 2-4132 0 0,1-1 0 0 0,23 87 0 0 0,33 42-456 0 0,-32-101-2403 0 0,-20-48-4863 0 0</inkml:trace>
</inkml:ink>
</file>

<file path=ppt/ink/ink1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6:09.8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1 313 8754 0 0,'0'-2'202'0'0,"0"0"0"0"0,0-1 1 0 0,0 1-1 0 0,0 0 0 0 0,0 0 1 0 0,1-1-1 0 0,-1 1 0 0 0,1 0 1 0 0,0 0-1 0 0,0 0 0 0 0,-1-1 1 0 0,1 1-1 0 0,1 0 0 0 0,-1 0 1 0 0,0 0-1 0 0,0 1 0 0 0,1-1 0 0 0,-1 0 1 0 0,1 0-1 0 0,2-1 0 0 0,42-36 4063 0 0,-33 30-4087 0 0,30-23 1961 0 0,84-46 0 0 0,58-11-2963 0 0,-140 68 337 0 0</inkml:trace>
</inkml:ink>
</file>

<file path=ppt/ink/ink1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6:11.9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46 473 9674 0 0,'-2'-3'193'0'0,"0"0"-1"0"0,0-1 1 0 0,0 1-1 0 0,1-1 1 0 0,-1 1 0 0 0,1-1-1 0 0,0 0 1 0 0,0 1 0 0 0,0-1-1 0 0,1 0 1 0 0,-1 0-1 0 0,1 0 1 0 0,0-3 0 0 0,-2-8 109 0 0,0 1 92 0 0,0 0 0 0 0,1 0 0 0 0,1 0 0 0 0,0 0 0 0 0,1-1 0 0 0,0 1 0 0 0,1 0 0 0 0,1 0 0 0 0,7-25 0 0 0,-5 29-195 0 0,-1 0 1 0 0,1 0 0 0 0,1 0 0 0 0,0 0 0 0 0,0 1 0 0 0,1 0 0 0 0,0 0-1 0 0,1 1 1 0 0,0 0 0 0 0,0 0 0 0 0,0 1 0 0 0,20-13 0 0 0,8-3-45 0 0,55-26 1 0 0,-76 42-164 0 0,0 1 1 0 0,0 1 0 0 0,0 0-1 0 0,1 1 1 0 0,-1 0 0 0 0,1 2-1 0 0,17-2 1 0 0,-29 4-19 0 0,0 0 0 0 0,0 0 1 0 0,1 0-1 0 0,-1 1 0 0 0,0-1 0 0 0,0 1 1 0 0,0 0-1 0 0,0 0 0 0 0,0 0 0 0 0,0 1 0 0 0,-1 0 1 0 0,1-1-1 0 0,0 1 0 0 0,-1 0 0 0 0,1 1 1 0 0,-1-1-1 0 0,5 5 0 0 0,-5-3-41 0 0,0 0-1 0 0,0 0 0 0 0,0 0 1 0 0,0 1-1 0 0,-1-1 1 0 0,0 1-1 0 0,0 0 1 0 0,0-1-1 0 0,0 1 0 0 0,-1 0 1 0 0,0 0-1 0 0,1 7 1 0 0,-1 6-132 0 0,0 1 1 0 0,-1 0-1 0 0,-1 0 1 0 0,-1-1-1 0 0,-1 1 1 0 0,-7 26 0 0 0,-79 211-2799 0 0,14-49 384 0 0,63-165 2251 0 0,-4 8-38 0 0,2 0-1 0 0,-14 99 0 0 0,27-143 474 0 0,1 0 1 0 0,0 0-1 0 0,0 0 0 0 0,1 0 0 0 0,-1 0 1 0 0,1 0-1 0 0,0-1 0 0 0,1 1 1 0 0,0 0-1 0 0,0 0 0 0 0,0-1 1 0 0,0 1-1 0 0,4 5 0 0 0,-4-9-38 0 0,0 0 0 0 0,0 1 1 0 0,0-1-1 0 0,0 0 0 0 0,0 0 0 0 0,0-1 0 0 0,1 1 1 0 0,-1 0-1 0 0,1-1 0 0 0,-1 1 0 0 0,1-1 0 0 0,0 0 0 0 0,-1 0 1 0 0,1 0-1 0 0,0 0 0 0 0,0 0 0 0 0,0-1 0 0 0,0 1 1 0 0,0-1-1 0 0,0 0 0 0 0,0 0 0 0 0,0 0 0 0 0,-1 0 0 0 0,1 0 1 0 0,0-1-1 0 0,0 0 0 0 0,5-1 0 0 0,7-2 149 0 0,1-2 0 0 0,-1 1 0 0 0,-1-2 0 0 0,0 0 1 0 0,1-1-1 0 0,-2 0 0 0 0,17-13 0 0 0,-20 13 35 0 0,-1 0 0 0 0,0 0 0 0 0,0-1 0 0 0,-1 0 0 0 0,0 0 0 0 0,0-1 0 0 0,-1 0 0 0 0,-1 0 0 0 0,1 0 0 0 0,4-14 0 0 0,-8 17-6 0 0,-1 0 0 0 0,0-1 0 0 0,0 1 0 0 0,-1 0 0 0 0,0-1 0 0 0,0 1 0 0 0,-1-1-1 0 0,0 1 1 0 0,0-1 0 0 0,0 1 0 0 0,-1-1 0 0 0,-1 1 0 0 0,-3-14 0 0 0,1 10 30 0 0,-1 1 1 0 0,0 0-1 0 0,0 0 1 0 0,-1 0 0 0 0,0 0-1 0 0,-1 1 1 0 0,0 0-1 0 0,-11-11 1 0 0,-6-1 18 0 0,0 1 0 0 0,-1 1 0 0 0,-1 1-1 0 0,-1 1 1 0 0,-47-22 0 0 0,62 33-326 0 0,-67-33-1208 0 0,-121-40 0 0 0,162 68-5800 0 0</inkml:trace>
</inkml:ink>
</file>

<file path=ppt/ink/ink1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6:12.8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416 8 9218 0 0,'0'0'707'0'0,"-4"28"4262"0"0,-2-13-4738 0 0,-1-1 0 0 0,0 0 0 0 0,-1-1 0 0 0,0 1 0 0 0,-1-2 0 0 0,-1 1 0 0 0,1-1 0 0 0,-16 13 0 0 0,-11 9 600 0 0,-50 36 1 0 0,80-66-735 0 0,0 1 1 0 0,0-1-1 0 0,0-1 1 0 0,0 1-1 0 0,-1-1 1 0 0,1 0-1 0 0,-1-1 1 0 0,0 0-1 0 0,0 0 0 0 0,0 0 1 0 0,0-1-1 0 0,0 0 1 0 0,-9 0-1 0 0,12-1-42 0 0,0 0-1 0 0,0-1 1 0 0,0 0 0 0 0,0 1-1 0 0,0-2 1 0 0,0 1-1 0 0,0 0 1 0 0,1-1-1 0 0,-1 0 1 0 0,0 0 0 0 0,1 0-1 0 0,0 0 1 0 0,-1 0-1 0 0,1-1 1 0 0,0 1-1 0 0,0-1 1 0 0,0 0 0 0 0,0 0-1 0 0,1 0 1 0 0,-1-1-1 0 0,1 1 1 0 0,0 0-1 0 0,0-1 1 0 0,-3-6 0 0 0,3 5-59 0 0,-1-1 0 0 0,1 0 0 0 0,0 0 0 0 0,0 0 0 0 0,1 0 0 0 0,0 0 0 0 0,0 0 0 0 0,0 0 0 0 0,1-1 0 0 0,0 1 0 0 0,0 0 0 0 0,0 0 1 0 0,1 0-1 0 0,0 0 0 0 0,0-1 0 0 0,3-6 0 0 0,-1 5-8 0 0,1 1 1 0 0,-1 0-1 0 0,1-1 0 0 0,1 2 1 0 0,-1-1-1 0 0,1 0 1 0 0,0 1-1 0 0,1 0 0 0 0,-1 0 1 0 0,1 1-1 0 0,10-8 1 0 0,-7 7 4 0 0,0-1 0 0 0,0 1 0 0 0,1 1 0 0 0,0 0 0 0 0,0 1 0 0 0,0-1 1 0 0,1 2-1 0 0,-1 0 0 0 0,1 0 0 0 0,0 1 0 0 0,0 0 0 0 0,0 1 1 0 0,0 0-1 0 0,0 1 0 0 0,0 0 0 0 0,0 0 0 0 0,0 1 0 0 0,15 4 0 0 0,-16-2 48 0 0,-1 0 0 0 0,0 1 0 0 0,0 0 0 0 0,-1 0-1 0 0,1 0 1 0 0,-1 2 0 0 0,0-1 0 0 0,0 1-1 0 0,-1 0 1 0 0,0 0 0 0 0,0 1 0 0 0,0 0-1 0 0,-1 0 1 0 0,0 1 0 0 0,0-1 0 0 0,5 12 0 0 0,-5-7-12 0 0,0 1 0 0 0,-1 0 1 0 0,-1 0-1 0 0,0 1 0 0 0,-1-1 1 0 0,-1 1-1 0 0,0 0 1 0 0,0 0-1 0 0,-1 0 0 0 0,-2 22 1 0 0,-1-12 6 0 0,-1-1 1 0 0,0 0-1 0 0,-2 0 1 0 0,-1 0 0 0 0,0-1-1 0 0,-2 1 1 0 0,-1-2-1 0 0,-13 26 1 0 0,4-16-4 0 0,-1-2 1 0 0,-1 0-1 0 0,-2-1 0 0 0,-44 45 1 0 0,-36 22-2547 0 0,93-86 1617 0 0</inkml:trace>
</inkml:ink>
</file>

<file path=ppt/ink/ink1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6:13.3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15203 0 0,'1'23'1585'0'0,"7"40"-1"0"0,0-9-739 0 0,4 54 389 0 0,15 154 810 0 0,-16-87-4280 0 0,-11-141 1437 0 0</inkml:trace>
</inkml:ink>
</file>

<file path=ppt/ink/ink1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6:15.5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195 246 14283 0 0,'-5'0'152'0'0,"1"0"1"0"0,0 0-1 0 0,0 1 0 0 0,-1-1 1 0 0,1 1-1 0 0,0 0 0 0 0,0 0 0 0 0,0 0 1 0 0,0 1-1 0 0,0-1 0 0 0,0 1 1 0 0,0 0-1 0 0,0 1 0 0 0,-4 2 0 0 0,-2 2 276 0 0,0 1-1 0 0,1-1 1 0 0,-17 18-1 0 0,17-14-310 0 0,1 0 1 0 0,0 0-1 0 0,1 1 0 0 0,1 0 0 0 0,0 1 0 0 0,0-1 1 0 0,1 1-1 0 0,1 0 0 0 0,0 0 0 0 0,1 0 0 0 0,0 1 1 0 0,1 0-1 0 0,0-1 0 0 0,1 1 0 0 0,2 17 0 0 0,-1-20-127 0 0,1 0-1 0 0,0-1 1 0 0,1 1 0 0 0,0-1-1 0 0,1 0 1 0 0,0 1-1 0 0,1-1 1 0 0,0 0-1 0 0,0-1 1 0 0,1 1-1 0 0,0-1 1 0 0,1 0-1 0 0,0 0 1 0 0,0-1-1 0 0,1 0 1 0 0,0 0-1 0 0,1 0 1 0 0,0-1-1 0 0,0 0 1 0 0,11 7-1 0 0,-7-6 42 0 0,2 0 0 0 0,-1-2-1 0 0,1 1 1 0 0,0-2 0 0 0,0 1-1 0 0,1-2 1 0 0,-1 0 0 0 0,1-1 0 0 0,0 0-1 0 0,0-1 1 0 0,0-1 0 0 0,25-1-1 0 0,-30-1 50 0 0,0-1-1 0 0,0 1 0 0 0,0-2 0 0 0,0 1 0 0 0,0-2 1 0 0,-1 1-1 0 0,1-1 0 0 0,-1 0 0 0 0,0-1 0 0 0,0 0 1 0 0,-1-1-1 0 0,0 0 0 0 0,1 0 0 0 0,-2-1 0 0 0,1 0 1 0 0,-1 0-1 0 0,0 0 0 0 0,-1-1 0 0 0,9-14 0 0 0,-8 10-14 0 0,0-1-1 0 0,-1 1 1 0 0,-1-1-1 0 0,0-1 0 0 0,-1 1 1 0 0,0-1-1 0 0,-1 1 1 0 0,-1-1-1 0 0,0 0 0 0 0,-1 0 1 0 0,0 0-1 0 0,-1 0 1 0 0,-1 0-1 0 0,0 0 0 0 0,-1 0 1 0 0,0 0-1 0 0,-1 0 1 0 0,-5-13-1 0 0,-5-12 12 0 0,-2 1 1 0 0,-1 1-1 0 0,-3 1 0 0 0,0 0 1 0 0,-26-34-1 0 0,32 51 17 0 0,0 0 1 0 0,-2 1-1 0 0,-18-19 0 0 0,25 30-406 0 0,0 0 0 0 0,0 1 0 0 0,-16-9 0 0 0,18 11-724 0 0,-1 1 0 0 0,0 0-1 0 0,0 0 1 0 0,0 1 0 0 0,-14-3-1 0 0,-10 1-6062 0 0</inkml:trace>
</inkml:ink>
</file>

<file path=ppt/ink/ink1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6:17.0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174 122 9674 0 0,'-10'8'819'0'0,"0"0"-1"0"0,1 1 1 0 0,0 0 0 0 0,0 0 0 0 0,1 1-1 0 0,-12 18 1 0 0,6-6 56 0 0,0 2-1 0 0,-11 27 1 0 0,17-30-610 0 0,0-1-1 0 0,1 2 1 0 0,1-1-1 0 0,0 1 1 0 0,2 0-1 0 0,1 0 0 0 0,1 0 1 0 0,1 1-1 0 0,2 39 1 0 0,1-49-172 0 0,0 0 1 0 0,0 0-1 0 0,2 0 1 0 0,-1 0-1 0 0,2-1 1 0 0,0 0-1 0 0,0 1 1 0 0,1-2-1 0 0,0 1 1 0 0,1-1-1 0 0,1 0 1 0 0,0 0-1 0 0,0-1 1 0 0,1 0-1 0 0,0 0 1 0 0,1-1-1 0 0,18 14 1 0 0,-21-18-73 0 0,0-1 0 0 0,0 1 0 0 0,1-1 0 0 0,0 0 0 0 0,0-1 0 0 0,0 0 1 0 0,0 0-1 0 0,0 0 0 0 0,0-1 0 0 0,1-1 0 0 0,-1 1 0 0 0,1-2 0 0 0,-1 1 0 0 0,1-1 0 0 0,10-1 1 0 0,-9 0 9 0 0,0-1 0 0 0,-1-1 0 0 0,1 0 0 0 0,-1 0 1 0 0,0-1-1 0 0,0 0 0 0 0,0 0 0 0 0,-1-1 0 0 0,1 0 1 0 0,-1-1-1 0 0,0 0 0 0 0,-1 0 0 0 0,9-8 1 0 0,-5 3-3 0 0,-1 0 1 0 0,1-1 0 0 0,-2 0 0 0 0,0-1-1 0 0,0 1 1 0 0,-1-2 0 0 0,-1 1 0 0 0,0-1-1 0 0,-1 0 1 0 0,0-1 0 0 0,-1 0 0 0 0,-1 1-1 0 0,0-2 1 0 0,-1 1 0 0 0,-1 0 0 0 0,0 0-1 0 0,-1-1 1 0 0,-1 1 0 0 0,0-1 0 0 0,-1 1-1 0 0,-1-1 1 0 0,0 1 0 0 0,-1 0 0 0 0,-1 0-1 0 0,-7-19 1 0 0,-2-3-2 0 0,-2 0-1 0 0,-1 2 1 0 0,-33-53 0 0 0,39 73-120 0 0,0-1-1 0 0,-1 2 1 0 0,-1-1 0 0 0,-1 2-1 0 0,0 0 1 0 0,0 0 0 0 0,-1 1 0 0 0,-1 1-1 0 0,-27-17 1 0 0,37 26-119 0 0,1 0 0 0 0,-1 0 0 0 0,0 0-1 0 0,1 0 1 0 0,-1 1 0 0 0,0 0 0 0 0,0 0 0 0 0,0 0 0 0 0,0 0 0 0 0,0 1 0 0 0,0 0-1 0 0,0 0 1 0 0,0 1 0 0 0,-1-1 0 0 0,-7 3 0 0 0,-5 5-892 0 0</inkml:trace>
</inkml:ink>
</file>

<file path=ppt/ink/ink1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6:17.6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59 146 3225 0 0,'-36'-41'1935'0'0,"33"36"-1281"0"0,0 1 0 0 0,1-1-1 0 0,-1 1 1 0 0,1-1 0 0 0,0 0 0 0 0,0 0-1 0 0,0 0 1 0 0,-1-8 0 0 0,3 12-443 0 0,0 0 0 0 0,1-1 0 0 0,-1 1 1 0 0,1 0-1 0 0,-1 0 0 0 0,1-1 0 0 0,0 1 1 0 0,-1 0-1 0 0,1 0 0 0 0,0 0 1 0 0,0 0-1 0 0,0 0 0 0 0,0 0 0 0 0,0 0 1 0 0,0 0-1 0 0,0 0 0 0 0,0 0 0 0 0,0 1 1 0 0,1-1-1 0 0,-1 0 0 0 0,0 1 0 0 0,0-1 1 0 0,3 0-1 0 0,32-13 1806 0 0,-23 10-1731 0 0,0 1 1 0 0,0 0 0 0 0,0 1 0 0 0,1 0 0 0 0,-1 1 0 0 0,1 1 0 0 0,-1 0 0 0 0,0 0 0 0 0,21 5-1 0 0,-28-4-266 0 0,0 1-1 0 0,1 0 1 0 0,-2 0-1 0 0,1 0 1 0 0,0 1-1 0 0,0 0 1 0 0,-1 0-1 0 0,1 1 1 0 0,-1-1-1 0 0,0 1 1 0 0,0 0-1 0 0,0 1 1 0 0,-1-1-1 0 0,0 1 0 0 0,0 0 1 0 0,0 0-1 0 0,0 0 1 0 0,-1 0-1 0 0,1 1 1 0 0,-2 0-1 0 0,1-1 1 0 0,2 9-1 0 0,-1-1-63 0 0,-1 1 0 0 0,0-1 0 0 0,-1 1 0 0 0,-1 0 1 0 0,0-1-1 0 0,-1 1 0 0 0,-1 0 0 0 0,0 0 0 0 0,0-1 0 0 0,-2 1 0 0 0,-6 22 0 0 0,-3 4 65 0 0,-2-2-1 0 0,-30 60 1 0 0,28-70 214 0 0,11-20-88 0 0,1-1 0 0 0,0 0-1 0 0,0 1 1 0 0,0 0-1 0 0,1 0 1 0 0,0 0 0 0 0,1 0-1 0 0,0 1 1 0 0,-1 9 0 0 0,3-17-126 0 0,0 0 1 0 0,1 0 0 0 0,-1 0-1 0 0,0 0 1 0 0,1 0 0 0 0,-1 0 0 0 0,1 0-1 0 0,-1 0 1 0 0,1 0 0 0 0,0 0-1 0 0,0 0 1 0 0,-1-1 0 0 0,1 1 0 0 0,0 0-1 0 0,0 0 1 0 0,0-1 0 0 0,-1 1-1 0 0,1-1 1 0 0,0 1 0 0 0,0-1 0 0 0,0 1-1 0 0,0-1 1 0 0,0 1 0 0 0,0-1-1 0 0,0 0 1 0 0,0 0 0 0 0,0 1 0 0 0,1-1-1 0 0,-1 0 1 0 0,0 0 0 0 0,0 0-1 0 0,0 0 1 0 0,0 0 0 0 0,0-1 0 0 0,1 1-1 0 0,45-5 209 0 0,-43 4-176 0 0,250-55 539 0 0,-146 27-3197 0 0,-78 20-5235 0 0</inkml:trace>
</inkml:ink>
</file>

<file path=ppt/ink/ink1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6:44.2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843 316 4145 0 0,'-132'-54'1958'0'0,"-1"6"-1"0"0,-231-51 1 0 0,309 86 14 0 0,-103-40 0 0 0,158 53-1958 0 0,0 0 1 0 0,0 0 0 0 0,0 0 0 0 0,0-1 0 0 0,0 1-1 0 0,1 0 1 0 0,-1 0 0 0 0,0 0 0 0 0,0 0 0 0 0,0 0-1 0 0,0 0 1 0 0,0 0 0 0 0,0 0 0 0 0,0 0 0 0 0,0 0-1 0 0,0 0 1 0 0,0 0 0 0 0,0 0 0 0 0,0 0 0 0 0,0-1-1 0 0,0 1 1 0 0,1 0 0 0 0,-1 0 0 0 0,0 0 0 0 0,0 0-1 0 0,0 0 1 0 0,0 0 0 0 0,0 0 0 0 0,0 0 0 0 0,0-1-1 0 0,0 1 1 0 0,0 0 0 0 0,0 0 0 0 0,0 0 0 0 0,0 0-1 0 0,0 0 1 0 0,0 0 0 0 0,0 0 0 0 0,0 0 0 0 0,-1 0-1 0 0,1-1 1 0 0,0 1 0 0 0,0 0 0 0 0,0 0 0 0 0,0 0-1 0 0,0 0 1 0 0,0 0 0 0 0,0 0 0 0 0,0 0 0 0 0,0 0-1 0 0,0 0 1 0 0,0 0 0 0 0,0 0 0 0 0,0 0 0 0 0,0-1-1 0 0,-1 1 1 0 0,1 0 0 0 0,0 0 0 0 0,0 0 0 0 0,0 0-1 0 0,0 0 1 0 0,0 0 0 0 0,0 0 0 0 0,14-3 437 0 0,20-1-156 0 0,492-21 498 0 0,-303 16-657 0 0,932 6 58 0 0,1 56 455 0 0,227 6-247 0 0,-1140-54-408 0 0,1221 39 191 0 0,-772 36-1175 0 0,33-10-2609 0 0,-471-53 2260 0 0,-141-6 985 0 0,-52-4-3114 0 0,-31-4-92 0 0</inkml:trace>
</inkml:ink>
</file>

<file path=ppt/ink/ink1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6:45.0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1 456 0 0,'-1'8'12938'0'0,"7"11"-9639"0"0,11 22-3699 0 0,-15-38 1539 0 0,19 41 220 0 0,40 60 0 0 0,-37-65-1127 0 0,-1 1-1 0 0,17 43 0 0 0,94 325 54 0 0,-117-351-293 0 0,7 38-124 0 0,-4 0 1 0 0,14 158 0 0 0,-16 197-458 0 0,-12-217 471 0 0,20 323 154 0 0,10 416 68 0 0,-47-143-33 0 0,2 148-2 0 0,17-578-68 0 0,6 916 6 0 0,15 638 1146 0 0,54-367-481 0 0,52-203-72 0 0,-111-1157-4293 0 0,-6 292 0 0 0,-19-461-2916 0 0</inkml:trace>
</inkml:ink>
</file>

<file path=ppt/ink/ink1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6:45.6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10505 0 17972 0 0,'-15'5'93'0'0,"-1"0"-1"0"0,0-1 1 0 0,0-1 0 0 0,0 0 0 0 0,0-2 0 0 0,-1 0 0 0 0,-23-1-1 0 0,19 0 110 0 0,-267-4-1154 0 0,-91 3-456 0 0,-600 65 1263 0 0,-146 7-464 0 0,759-53-124 0 0,-886 31 124 0 0,-126 2 1088 0 0,0 28-1677 0 0,1078-61 1376 0 0,-1022 31 2224 0 0,1234-46-2265 0 0,-730 54 1997 0 0,556-34-1826 0 0,21-14-563 0 0,139-15-4956 0 0,49 2-565 0 0</inkml:trace>
</inkml:ink>
</file>

<file path=ppt/ink/ink1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6:46.5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57 0 10594 0 0,'6'51'334'0'0,"11"100"267"0"0,-2 218 1 0 0,-39 60-278 0 0,-1 36-56 0 0,4 34 236 0 0,-4 142 883 0 0,41 0-486 0 0,119 783 466 0 0,-127-1341-1389 0 0,172 1137 22 0 0,112 466 1604 0 0,7-72 1050 0 0,-48-412-2792 0 0,-152-666-158 0 0,53 962 0 0 0,-122-409 2145 0 0,-27-1011-1335 0 0,19 123-1 0 0,-17-173-737 0 0,2 0-1 0 0,1 0 0 0 0,1-1 0 0 0,1 0 0 0 0,1-1 1 0 0,2 0-1 0 0,26 42 0 0 0,-23-47-7478 0 0</inkml:trace>
</inkml:ink>
</file>

<file path=ppt/ink/ink1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7:04.9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406 28 920 0 0,'1'-1'110'0'0,"-1"0"-1"0"0,0 0 1 0 0,1 0 0 0 0,-1 1-1 0 0,0-1 1 0 0,1 0-1 0 0,-1 0 1 0 0,0 0 0 0 0,0 0-1 0 0,0 0 1 0 0,0 0-1 0 0,0 0 1 0 0,0 0 0 0 0,0 0-1 0 0,0 0 1 0 0,-1 0-1 0 0,1 0 1 0 0,0 0 0 0 0,0 0-1 0 0,-1 0 1 0 0,1 0-1 0 0,-1 0 1 0 0,0-1 0 0 0,0 2 11 0 0,1-1 1 0 0,-1 1 0 0 0,0-1 0 0 0,0 1 0 0 0,0 0 0 0 0,0-1 0 0 0,0 1-1 0 0,0 0 1 0 0,0-1 0 0 0,1 1 0 0 0,-1 0 0 0 0,0 0 0 0 0,0 0 0 0 0,0 0-1 0 0,0 0 1 0 0,0 0 0 0 0,0 0 0 0 0,-2 1 0 0 0,-2 0 220 0 0,0 0 1 0 0,0 1-1 0 0,0-1 1 0 0,0 1-1 0 0,0 1 1 0 0,-7 3-1 0 0,-54 44 1944 0 0,-105 105 1 0 0,152-136-2107 0 0,16-17-146 0 0,-6 6 115 0 0,1 0 0 0 0,0 0-1 0 0,1 0 1 0 0,0 1 0 0 0,0 0-1 0 0,-8 15 1 0 0,15-24-131 0 0,0 1-1 0 0,0-1 1 0 0,0 0 0 0 0,0 0-1 0 0,-1 0 1 0 0,1 0 0 0 0,0 1-1 0 0,0-1 1 0 0,0 0 0 0 0,0 0 0 0 0,0 0-1 0 0,0 0 1 0 0,0 1 0 0 0,0-1-1 0 0,0 0 1 0 0,0 0 0 0 0,0 0-1 0 0,0 1 1 0 0,-1-1 0 0 0,1 0-1 0 0,0 0 1 0 0,0 0 0 0 0,1 1-1 0 0,-1-1 1 0 0,0 0 0 0 0,0 0-1 0 0,0 0 1 0 0,0 1 0 0 0,0-1-1 0 0,0 0 1 0 0,0 0 0 0 0,0 0 0 0 0,0 1-1 0 0,0-1 1 0 0,0 0 0 0 0,1 0-1 0 0,-1 0 1 0 0,0 0 0 0 0,0 0-1 0 0,0 1 1 0 0,0-1 0 0 0,0 0-1 0 0,1 0 1 0 0,-1 0 0 0 0,0 0-1 0 0,0 0 1 0 0,0 0 0 0 0,1 0-1 0 0,-1 1 1 0 0,0-1 0 0 0,0 0-1 0 0,15-5 257 0 0,13-11-291 0 0,-5 1 74 0 0,25-18 316 0 0,85-76 0 0 0,-188 163 886 0 0,-115 117-796 0 0,158-159-527 0 0,8-9 40 0 0,0 1 0 0 0,0 0 0 0 0,1 0-1 0 0,-1 0 1 0 0,1 0 0 0 0,0 1 0 0 0,0-1 0 0 0,0 1 0 0 0,-2 5-1 0 0,10-11-103 0 0,0-1-1 0 0,0 1 1 0 0,0-1 0 0 0,-1 0-1 0 0,8-5 1 0 0,174-129-1392 0 0,-109 77 1957 0 0,96-57 0 0 0,-200 135 212 0 0,2 1 1 0 0,0 1-1 0 0,-23 26 0 0 0,-10 8-580 0 0,-94 76 63 0 0,144-121-149 0 0,13-9-32 0 0,18-10-133 0 0,47-39-1266 0 0,102-92 0 0 0,-27 19 1302 0 0,-135 115 135 0 0,-1-1 1011 0 0,-19 11 109 0 0,-30 24-433 0 0,1 1 1 0 0,-68 67 0 0 0,95-85-643 0 0,-115 112-34 0 0,122-117-123 0 0,6-5-104 0 0,15-9-400 0 0,24-16-376 0 0,46-41-17 0 0,-63 45 1084 0 0,1 1 0 0 0,1 1-1 0 0,1 1 1 0 0,0 2 0 0 0,33-15-1 0 0,-59 30-46 0 0,0 0 0 0 0,0 0 0 0 0,0 0-1 0 0,0 0 1 0 0,0 0 0 0 0,1 0-1 0 0,-1 0 1 0 0,0-1 0 0 0,0 1 0 0 0,0 0-1 0 0,0 0 1 0 0,0 0 0 0 0,0 0 0 0 0,0 0-1 0 0,1 0 1 0 0,-1 0 0 0 0,0 0 0 0 0,0 0-1 0 0,0 0 1 0 0,0 0 0 0 0,0 0 0 0 0,1 0-1 0 0,-1 0 1 0 0,0 0 0 0 0,0 0-1 0 0,0 0 1 0 0,0 0 0 0 0,0 0 0 0 0,0 0-1 0 0,1 0 1 0 0,-1 0 0 0 0,0 0 0 0 0,0 0-1 0 0,0 1 1 0 0,0-1 0 0 0,0 0 0 0 0,0 0-1 0 0,0 0 1 0 0,0 0 0 0 0,1 0-1 0 0,-1 0 1 0 0,0 0 0 0 0,0 0 0 0 0,0 0-1 0 0,0 1 1 0 0,0-1 0 0 0,0 0 0 0 0,0 0-1 0 0,0 0 1 0 0,0 0 0 0 0,0 0 0 0 0,0 0-1 0 0,0 1 1 0 0,0-1 0 0 0,0 0 0 0 0,0 0-1 0 0,0 0 1 0 0,0 0 0 0 0,0 0-1 0 0,0 0 1 0 0,0 1 0 0 0,0-1 0 0 0,0 0-1 0 0,-6 13 413 0 0,-12 13-110 0 0,-269 286-392 0 0,235-264 73 0 0,52-46-66 0 0,5-3-94 0 0,8-3-207 0 0,28-22-928 0 0,70-58 1 0 0,-72 52 1901 0 0,72-45 1 0 0,-108 75-662 0 0,12-6 1461 0 0,-22 17-105 0 0,-59 51-486 0 0,-237 204-1042 0 0,297-259 205 0 0,4-4 15 0 0,0 0 0 0 0,-1 1 0 0 0,1-1 0 0 0,0 1 0 0 0,0 0 0 0 0,1 0-1 0 0,-1-1 1 0 0,0 1 0 0 0,1 0 0 0 0,-1 1 0 0 0,-1 1 0 0 0,8-4-145 0 0,-1-1 1 0 0,1 0-1 0 0,-1 0 0 0 0,1-1 0 0 0,-1 1 0 0 0,8-5 0 0 0,16-9-212 0 0,-1-1-1 0 0,-1-1 1 0 0,0-1 0 0 0,30-28-1 0 0,87-95 10 0 0,-122 119 406 0 0,3-2 279 0 0,-12 13 102 0 0,-1 0 1 0 0,0-1 0 0 0,0 0-1 0 0,-2-1 1 0 0,1 0-1 0 0,11-22 1 0 0,-21 34-421 0 0,0 1-1 0 0,0 0 1 0 0,0 0-1 0 0,1 0 1 0 0,-1 0-1 0 0,0-1 1 0 0,0 1 0 0 0,0 0-1 0 0,0 0 1 0 0,0 0-1 0 0,0 0 1 0 0,0-1 0 0 0,0 1-1 0 0,0 0 1 0 0,0 0-1 0 0,0 0 1 0 0,0-1-1 0 0,0 1 1 0 0,0 0 0 0 0,0 0-1 0 0,0 0 1 0 0,0-1-1 0 0,0 1 1 0 0,0 0-1 0 0,0 0 1 0 0,0 0 0 0 0,0-1-1 0 0,0 1 1 0 0,0 0-1 0 0,0 0 1 0 0,0 0 0 0 0,-1 0-1 0 0,1-1 1 0 0,0 1-1 0 0,0 0 1 0 0,0 0-1 0 0,0 0 1 0 0,0 0 0 0 0,0 0-1 0 0,-1 0 1 0 0,1-1-1 0 0,0 1 1 0 0,0 0 0 0 0,0 0-1 0 0,0 0 1 0 0,-1 0-1 0 0,1 0 1 0 0,0 0-1 0 0,0 0 1 0 0,0 0 0 0 0,-1 0-1 0 0,-14 3 372 0 0,-15 11-8 0 0,-25 24-257 0 0,-78 70 0 0 0,88-68-225 0 0,-2-2 1 0 0,-73 45-1 0 0,102-76-163 0 0,36-22-391 0 0,-1-1 339 0 0,56-61-403 0 0,85-119 0 0 0,-146 179 900 0 0,-4 4 81 0 0,0 2 1 0 0,1-1-1 0 0,1 1 1 0 0,0 1-1 0 0,0 0 0 0 0,17-13 1 0 0,-33 38 398 0 0,-7 10-549 0 0,-238 322-688 0 0,182-259 404 0 0,65-83 178 0 0,1 0 0 0 0,0 0-1 0 0,0 0 1 0 0,0 0 0 0 0,-4 10-1 0 0,7-15-5 0 0,0 1 0 0 0,0-1-1 0 0,-1 1 1 0 0,1 0 0 0 0,0-1-1 0 0,0 1 1 0 0,0-1 0 0 0,0 1-1 0 0,0 0 1 0 0,0-1 0 0 0,0 1-1 0 0,0-1 1 0 0,0 1 0 0 0,0-1 0 0 0,1 1-1 0 0,-1 0 1 0 0,0-1 0 0 0,0 1-1 0 0,0-1 1 0 0,1 1 0 0 0,-1-1-1 0 0,0 1 1 0 0,1-1 0 0 0,-1 1-1 0 0,1 0 1 0 0,0-1-19 0 0,0 1 1 0 0,1-1-1 0 0,-1 1 0 0 0,0-1 1 0 0,1 0-1 0 0,-1 1 1 0 0,0-1-1 0 0,1 0 0 0 0,-1 0 1 0 0,0 0-1 0 0,1 0 0 0 0,-1 0 1 0 0,1 0-1 0 0,-1 0 0 0 0,0-1 1 0 0,3 0-1 0 0,7-2-191 0 0,1 0 0 0 0,0-2 0 0 0,-1 1 1 0 0,1-1-1 0 0,-1-1 0 0 0,17-12 0 0 0,62-50-428 0 0,-57 41 448 0 0,52-44 163 0 0,-40 32 401 0 0,90-60 1 0 0,-135 99-340 0 0,0 0 0 0 0,0 0 1 0 0,0 0-1 0 0,0 0 0 0 0,0 0 0 0 0,0 0 0 0 0,0 1 1 0 0,0-1-1 0 0,0 0 0 0 0,0 0 0 0 0,0 0 0 0 0,0 0 1 0 0,0 0-1 0 0,0 1 0 0 0,0-1 0 0 0,0 0 0 0 0,0 0 0 0 0,0 0 1 0 0,0 0-1 0 0,0 0 0 0 0,0 0 0 0 0,0 1 0 0 0,0-1 1 0 0,0 0-1 0 0,0 0 0 0 0,1 0 0 0 0,-1 0 0 0 0,0 0 1 0 0,0 0-1 0 0,0 0 0 0 0,0 0 0 0 0,0 1 0 0 0,0-1 1 0 0,0 0-1 0 0,1 0 0 0 0,-1 0 0 0 0,0 0 0 0 0,0 0 1 0 0,0 0-1 0 0,0 0 0 0 0,0 0 0 0 0,0 0 0 0 0,1 0 1 0 0,-1 0-1 0 0,0 0 0 0 0,0 0 0 0 0,-16 25 557 0 0,-28 28-253 0 0,31-40-334 0 0,-254 242-596 0 0,576-524-1315 0 0,-307 267 1924 0 0,5-5 106 0 0,0 1 0 0 0,-1-1 0 0 0,0 0 1 0 0,-1 0-1 0 0,1-1 0 0 0,4-9 0 0 0,-11 12 584 0 0,-8 8-345 0 0,-8 8 128 0 0,-235 242 313 0 0,168-162-926 0 0,67-67 43 0 0,19-19-143 0 0,11-13-346 0 0,6-6 72 0 0,366-288-2328 0 0,-376 294 2940 0 0,-2 2 71 0 0,0 0-1 0 0,-1 0 0 0 0,1 0 0 0 0,-1-1 1 0 0,0 0-1 0 0,8-13 0 0 0,-51 40 1934 0 0,-159 129-1094 0 0,247-195-1899 0 0,-3-2 1 0 0,55-68-1 0 0,-101 113 870 0 0,30-40-84 0 0,-30 39 110 0 0,0 0 0 0 0,1 1 0 0 0,-2-1 0 0 0,1 0 0 0 0,0 0 0 0 0,-1 0 0 0 0,0 0 0 0 0,0 0 0 0 0,0-1 0 0 0,0-4-1 0 0,-1 9 1 0 0,0-1-1 0 0,0 0 1 0 0,-1 0-1 0 0,1 0 1 0 0,0 1-1 0 0,0-1 1 0 0,-1 0-1 0 0,1 0 1 0 0,-1 1-1 0 0,1-1 1 0 0,-1 0-1 0 0,1 1 1 0 0,-1-1-1 0 0,1 0 1 0 0,-1 1-1 0 0,0-1 1 0 0,1 1-1 0 0,-1-1 1 0 0,0 1-1 0 0,1-1 1 0 0,-1 1-1 0 0,0-1 1 0 0,0 1-1 0 0,0 0 1 0 0,1 0-1 0 0,-1-1 1 0 0,0 1-1 0 0,0 0 1 0 0,0 0-1 0 0,1 0 1 0 0,-1 0-1 0 0,0 0 1 0 0,0 0-1 0 0,0 0 1 0 0,0 0-1 0 0,0 0 1 0 0,1 0-1 0 0,-1 0 1 0 0,-1 1-1 0 0,-35 9 264 0 0,4 6-331 0 0,0 1 0 0 0,-35 27 0 0 0,149-119-4863 0 0,-59 63 1202 0 0</inkml:trace>
</inkml:ink>
</file>

<file path=ppt/ink/ink1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7:06.5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2678 5529 0 0,'-5'-5'129'0'0,"0"0"1"0"0,0 0-1 0 0,1-1 0 0 0,-1 1 0 0 0,1-1 1 0 0,0 0-1 0 0,1 0 0 0 0,-1-1 1 0 0,-4-12-1 0 0,-19-66 516 0 0,25 76-538 0 0,-2-11 57 0 0,0 0 0 0 0,2 0 1 0 0,1 0-1 0 0,0 0 1 0 0,1-1-1 0 0,2 1 1 0 0,0 0-1 0 0,1 0 1 0 0,0 0-1 0 0,2 0 0 0 0,1 1 1 0 0,0 0-1 0 0,17-36 1 0 0,8-4 125 0 0,2 1 0 0 0,76-102 0 0 0,-61 99 325 0 0,3 2 0 0 0,3 2-1 0 0,83-69 1 0 0,202-123 383 0 0,-220 167-1036 0 0,261-157-273 0 0,-331 213 278 0 0,874-420-673 0 0,-380 261-553 0 0,-508 174 1183 0 0,374-100-602 0 0,-200 58 592 0 0,57-14 516 0 0,3 12 1 0 0,2 12 0 0 0,312-9 0 0 0,1889 128 780 0 0,-1152 100-434 0 0,-1108-132-793 0 0,683 151 78 0 0,-16 60 16 0 0,-462-97 115 0 0,-1 0 22 0 0,74 32-30 0 0,-360-129-294 0 0,201 126 1 0 0,-198-94-233 0 0,-4 5-1 0 0,155 156 1 0 0,-276-246 393 0 0,0 1 0 0 0,0 0 0 0 0,0 1 0 0 0,-1-1 1 0 0,7 15-1 0 0,-12-21 22 0 0,-1 0 1 0 0,1 0 0 0 0,-1 0-1 0 0,1 0 1 0 0,-1 1 0 0 0,0-1-1 0 0,0 0 1 0 0,-1 0 0 0 0,1 1-1 0 0,-1-1 1 0 0,1 0 0 0 0,-1 1-1 0 0,0-1 1 0 0,-1 1 0 0 0,1-1-1 0 0,0 0 1 0 0,-1 1 0 0 0,0-1-1 0 0,0 0 1 0 0,0 0 0 0 0,0 1-1 0 0,0-1 1 0 0,-3 4-1 0 0,2-5-104 0 0,0 0 0 0 0,0-1-1 0 0,0 0 1 0 0,0 1 0 0 0,0-1-1 0 0,0 0 1 0 0,-1 0-1 0 0,1 0 1 0 0,0-1 0 0 0,-1 1-1 0 0,1-1 1 0 0,0 1-1 0 0,-1-1 1 0 0,1 0 0 0 0,-1 1-1 0 0,1-1 1 0 0,-1 0 0 0 0,1-1-1 0 0,0 1 1 0 0,-1 0-1 0 0,1-1 1 0 0,0 1 0 0 0,-1-1-1 0 0,1 0 1 0 0,-5-2-1 0 0,5 2-159 0 0,-1 1 0 0 0,0-1 0 0 0,0-1 0 0 0,1 1 0 0 0,-1 0 0 0 0,1-1-1 0 0,-1 1 1 0 0,1-1 0 0 0,-1 1 0 0 0,1-1 0 0 0,0 0 0 0 0,0 0 0 0 0,0-1 0 0 0,0 1-1 0 0,0 0 1 0 0,0 0 0 0 0,1-1 0 0 0,-1 1 0 0 0,1-1 0 0 0,0 0 0 0 0,-2-3-1 0 0,3-3-1464 0 0,0 0-2031 0 0</inkml:trace>
</inkml:ink>
</file>

<file path=ppt/ink/ink1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7:09.1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801 904 1264 0 0,'10'-13'460'0'0,"1"1"0"0"0,0 0 0 0 0,1 0 0 0 0,0 1 0 0 0,16-10 0 0 0,-11 8-196 0 0,-1 0 1 0 0,17-19-1 0 0,-28 26-717 0 0,0 0 0 0 0,-1 0 1 0 0,1 0-1 0 0,-1-1 0 0 0,4-11 0 0 0,-7 17 452 0 0,-1 0-1 0 0,1 0 0 0 0,-1 0 0 0 0,1 0 0 0 0,-1 0 0 0 0,0 0 0 0 0,0 0 1 0 0,0 0-1 0 0,0-1 0 0 0,0 1 0 0 0,0 0 0 0 0,0 0 0 0 0,0 0 0 0 0,0 0 0 0 0,0 0 1 0 0,0 0-1 0 0,-1 0 0 0 0,1-1 0 0 0,0 1 0 0 0,-1 0 0 0 0,1 0 0 0 0,-1 0 1 0 0,1 0-1 0 0,-1 0 0 0 0,0 1 0 0 0,1-1 0 0 0,-1 0 0 0 0,0 0 0 0 0,0 0 1 0 0,1 0-1 0 0,-1 1 0 0 0,0-1 0 0 0,0 0 0 0 0,0 1 0 0 0,0-1 0 0 0,0 1 0 0 0,0-1 1 0 0,0 1-1 0 0,0 0 0 0 0,0-1 0 0 0,0 1 0 0 0,0 0 0 0 0,-2-1 0 0 0,-16-10-8 0 0,17 8 573 0 0,1 0 0 0 0,-1 0 0 0 0,1 0-1 0 0,0 0 1 0 0,-1 0 0 0 0,1-1-1 0 0,1 1 1 0 0,-2-7 0 0 0,-5-17 2777 0 0,6 24-2913 0 0,0 0 1 0 0,1 0 0 0 0,-1 0-1 0 0,1 0 1 0 0,-1 0-1 0 0,1 0 1 0 0,0 0 0 0 0,1-5-1 0 0,0 6-163 0 0,-1 0-1 0 0,0 0 0 0 0,0-1 1 0 0,0 1-1 0 0,0 0 1 0 0,0 0-1 0 0,0 0 0 0 0,-1 0 1 0 0,1 0-1 0 0,0 0 0 0 0,-1-1 1 0 0,0 1-1 0 0,0 0 1 0 0,-1-2-1 0 0,-17-3 3784 0 0,-2 5-3562 0 0,19 3-480 0 0,0-1 0 0 0,0 1 0 0 0,-1 0 0 0 0,1 0 0 0 0,0 0 0 0 0,0 0 0 0 0,0 0 1 0 0,0 1-1 0 0,0-1 0 0 0,0 1 0 0 0,0-1 0 0 0,1 1 0 0 0,-1-1 0 0 0,0 1 1 0 0,1 0-1 0 0,0 0 0 0 0,-1 0 0 0 0,1 0 0 0 0,-2 4 0 0 0,2-2 4 0 0,0 1 0 0 0,1-1-1 0 0,-1 0 1 0 0,1 1 0 0 0,0-1-1 0 0,0 1 1 0 0,0-1 0 0 0,1 1-1 0 0,1 7 1 0 0,43 153-9 0 0,-30-114-11 0 0,-13-41-13 0 0,0 1 1 0 0,-1-1-1 0 0,0 1 0 0 0,-1 13 0 0 0,0-22 26 0 0,0-2-2 0 0,0 1 0 0 0,0 0 0 0 0,-1 0 0 0 0,1 0-1 0 0,0-1 1 0 0,-1 1 0 0 0,1 0 0 0 0,-1-1 0 0 0,1 1 0 0 0,-1 0 0 0 0,1-1 0 0 0,-1 1 0 0 0,0 0 0 0 0,1-1 0 0 0,-1 1-1 0 0,0-1 1 0 0,1 1 0 0 0,-1-1 0 0 0,0 0 0 0 0,0 1 0 0 0,1-1 0 0 0,-1 0 0 0 0,0 1 0 0 0,0-1 0 0 0,0 0 0 0 0,0 0 0 0 0,-29 6 13 0 0,19-4 48 0 0,-4 1 79 0 0,0 2 0 0 0,0-1 0 0 0,-17 10 0 0 0,16-5-140 0 0,12-7 0 0 0,1 0 0 0 0,0 0 0 0 0,0 0 0 0 0,0-1 0 0 0,-1 1 0 0 0,1-1 0 0 0,-1 0 0 0 0,1 0 0 0 0,-1 0 0 0 0,0 0 0 0 0,1-1 0 0 0,-1 1 0 0 0,0-1 0 0 0,-5 0 0 0 0,-27-2 7 0 0,-1 1 0 0 0,-61 6 0 0 0,-10 2 180 0 0,65-10-274 0 0,-70-11-1 0 0,77 7 26 0 0,0 3-1 0 0,0 0 1 0 0,-38 3 0 0 0,62 1-15 0 0,0 1 0 0 0,0 1 1 0 0,0 0-1 0 0,-15 5 0 0 0,27-7 71 0 0,-1 0 0 0 0,1 0 0 0 0,0 0 1 0 0,0 0-1 0 0,0 0 0 0 0,0 0 0 0 0,0 0 0 0 0,-1 0 0 0 0,1 0 1 0 0,0 0-1 0 0,0 0 0 0 0,0 0 0 0 0,0 0 0 0 0,0 1 0 0 0,0-1 1 0 0,-1 0-1 0 0,1 0 0 0 0,0 0 0 0 0,0 0 0 0 0,0 0 0 0 0,0 0 1 0 0,0 1-1 0 0,0-1 0 0 0,0 0 0 0 0,0 0 0 0 0,0 0 1 0 0,0 0-1 0 0,0 0 0 0 0,0 1 0 0 0,0-1 0 0 0,0 0 0 0 0,0 0 1 0 0,0 0-1 0 0,0 0 0 0 0,0 0 0 0 0,0 1 0 0 0,0-1 0 0 0,0 0 1 0 0,0 0-1 0 0,0 0 0 0 0,0 0 0 0 0,0 1 0 0 0,0-1 0 0 0,0 0 1 0 0,0 0-1 0 0,0 0 0 0 0,1 0 0 0 0,13 8-460 0 0,164 22 77 0 0,-135-21 401 0 0,1-2 0 0 0,0-1-1 0 0,1-3 1 0 0,-1-1 0 0 0,68-7 0 0 0,-47 3 27 0 0,-44 3-13 0 0,0-1-1 0 0,0-2 1 0 0,0 0 0 0 0,40-9 0 0 0,-54 8 86 0 0,-1-1 0 0 0,1 1 1 0 0,-1-1-1 0 0,0 0 0 0 0,0-1 1 0 0,6-6-1 0 0,15-9-186 0 0,-23 17 76 0 0,-1 0 1 0 0,0 0 0 0 0,1 0-1 0 0,-1-1 1 0 0,0 1-1 0 0,0-1 1 0 0,-1 0-1 0 0,1 0 1 0 0,-1 0 0 0 0,0 0-1 0 0,0-1 1 0 0,0 1-1 0 0,-1 0 1 0 0,3-9-1 0 0,1-10 110 0 0,3-40 0 0 0,-5 33-35 0 0,2-21 79 0 0,-1 0 0 0 0,-4 0 0 0 0,-1 0 1 0 0,-12-76-1 0 0,10 93-120 0 0,2 1-1 0 0,2-1 1 0 0,1 0 0 0 0,11-59-1 0 0,3-33 27 0 0,-16 116-72 0 0,0 4-9 0 0,0-1-1 0 0,0 1 0 0 0,1 0 1 0 0,0 0-1 0 0,0-1 0 0 0,0 1 0 0 0,1 0 1 0 0,0 0-1 0 0,0 0 0 0 0,5-10 0 0 0,-7 16 15 0 0,1 0 0 0 0,-1 0-1 0 0,0 0 1 0 0,0 0 0 0 0,0 0-1 0 0,0 0 1 0 0,1 0 0 0 0,-1 0-1 0 0,0 0 1 0 0,0 0-1 0 0,0 0 1 0 0,0 0 0 0 0,1 0-1 0 0,-1 0 1 0 0,0 0 0 0 0,0 0-1 0 0,0 0 1 0 0,0 0 0 0 0,1 0-1 0 0,-1 0 1 0 0,0 0 0 0 0,0 0-1 0 0,0 0 1 0 0,0 0-1 0 0,1 0 1 0 0,-1 0 0 0 0,0 0-1 0 0,0 0 1 0 0,0 0 0 0 0,0 1-1 0 0,0-1 1 0 0,1 0 0 0 0,-1 0-1 0 0,0 0 1 0 0,0 0-1 0 0,0 0 1 0 0,0 0 0 0 0,0 1-1 0 0,0-1 1 0 0,0 0 0 0 0,0 0-1 0 0,0 0 1 0 0,1 0 0 0 0,-1 1-1 0 0,0-1 1 0 0,5 14-73 0 0,0 4 34 0 0,-1 4 10 0 0,-1 0 0 0 0,-1-1 0 0 0,-1 1 0 0 0,-1 0 0 0 0,-1 0 0 0 0,0 0 0 0 0,-2-1 0 0 0,-1 1 0 0 0,0-1 0 0 0,-15 40 0 0 0,-7 3-75 0 0,-2-1 0 0 0,-42 64 0 0 0,12-20-283 0 0,47-86 322 0 0,-24 44-302 0 0,33-60 348 0 0,-2 0 0 0 0,1-1 1 0 0,-1 1-1 0 0,1-1 0 0 0,-1 0 0 0 0,0 0 0 0 0,-1 0 0 0 0,1 0 0 0 0,-9 5 1 0 0,13-9 23 0 0,-1 0-1 0 0,1 1 1 0 0,-1-1 0 0 0,1 0 0 0 0,-1 0 0 0 0,1 1 0 0 0,-1-1 0 0 0,1 0 0 0 0,-1 0 0 0 0,1 0 0 0 0,-1 0 0 0 0,1 0 0 0 0,-1 0 0 0 0,1 0 0 0 0,-1 0 0 0 0,0 0-1 0 0,1 0 1 0 0,-1 0 0 0 0,1 0 0 0 0,-1 0 0 0 0,1 0 0 0 0,-1 0 0 0 0,1 0 0 0 0,-1-1 0 0 0,1 1 0 0 0,-1 0 0 0 0,1 0 0 0 0,-1-1 0 0 0,1 1 0 0 0,-1 0 0 0 0,1-1-1 0 0,-1 1 1 0 0,1 0 0 0 0,0-1 0 0 0,-1 1 0 0 0,0-2 0 0 0,0 0 0 0 0,1 0-1 0 0,-1 0 0 0 0,0 0 1 0 0,1-1-1 0 0,-1 1 1 0 0,1 0-1 0 0,0-1 1 0 0,-1 1-1 0 0,1-4 1 0 0,1-4-2 0 0,0 0 0 0 0,0-1 0 0 0,4-14 0 0 0,3 4 11 0 0,1 0-1 0 0,0 0 1 0 0,2 1 0 0 0,0 1 0 0 0,1 0 0 0 0,24-29 0 0 0,99-97 431 0 0,-121 131-350 0 0,-1 3 10 0 0,-23 28 74 0 0,-24 27 64 0 0,-204 230-626 0 0,106-125 232 0 0,124-141 128 0 0,5-5 1 0 0,-1 1-1 0 0,1-1 1 0 0,0 0-1 0 0,0 1 0 0 0,1 0 1 0 0,-1-1-1 0 0,1 1 1 0 0,0 0-1 0 0,0 1 1 0 0,-3 6-1 0 0,5-10 9 0 0,0-1 0 0 0,0 0 0 0 0,0 0 0 0 0,0 0 0 0 0,0 0 0 0 0,0 0 1 0 0,0 1-1 0 0,0-1 0 0 0,0 0 0 0 0,0 0 0 0 0,1 0 0 0 0,-1 0 0 0 0,0 0 0 0 0,0 1 0 0 0,0-1 0 0 0,0 0 0 0 0,0 0 0 0 0,0 0 1 0 0,0 0-1 0 0,0 0 0 0 0,1 0 0 0 0,-1 0 0 0 0,0 0 0 0 0,0 0 0 0 0,0 1 0 0 0,0-1 0 0 0,0 0 0 0 0,1 0 0 0 0,-1 0 0 0 0,0 0 1 0 0,0 0-1 0 0,0 0 0 0 0,0 0 0 0 0,1 0 0 0 0,-1 0 0 0 0,0 0 0 0 0,0 0 0 0 0,0 0 0 0 0,0 0 0 0 0,0 0 0 0 0,1 0 0 0 0,-1 0 0 0 0,0 0 1 0 0,0 0-1 0 0,0-1 0 0 0,13-4-576 0 0,7-8-118 0 0,4-10 727 0 0,-1-1 0 0 0,-1-1 0 0 0,-2-1 1 0 0,0-1-1 0 0,20-38 0 0 0,35-48 1730 0 0,-58 97-1541 0 0,-17 16-192 0 0,0 1 0 0 0,0-1 0 0 0,1 0 0 0 0,-1 1 0 0 0,0-1 0 0 0,0 0 0 0 0,0 1 0 0 0,1-1 0 0 0,-1 0 0 0 0,0 1 0 0 0,0-1 0 0 0,0 1 0 0 0,0-1 0 0 0,0 0 0 0 0,0 1 0 0 0,0-1 0 0 0,0 0 0 0 0,0 1 0 0 0,0-1 0 0 0,0 1 0 0 0,0-1 0 0 0,0 0 0 0 0,0 1 0 0 0,0-1 0 0 0,0 1 0 0 0,0-1 0 0 0,-1 0 0 0 0,1 1 0 0 0,-15 43 411 0 0,-2-7-432 0 0,4-9-22 0 0,-10 32-1 0 0,20-52 24 0 0,1-1 1 0 0,0 1-1 0 0,1 0 1 0 0,0 0-1 0 0,0-1 1 0 0,0 1-1 0 0,1 0 1 0 0,0 0-1 0 0,2 11 1 0 0,-2-18 0 0 0,0-1 1 0 0,0 1-1 0 0,0-1 1 0 0,0 1-1 0 0,1 0 1 0 0,-1-1-1 0 0,0 1 1 0 0,0 0-1 0 0,0-1 1 0 0,0 1-1 0 0,1-1 0 0 0,-1 1 1 0 0,0-1-1 0 0,1 1 1 0 0,-1-1-1 0 0,0 1 1 0 0,1-1-1 0 0,-1 1 1 0 0,1-1-1 0 0,-1 1 1 0 0,1-1-1 0 0,-1 1 1 0 0,1-1-1 0 0,-1 0 1 0 0,1 1-1 0 0,-1-1 1 0 0,1 0-1 0 0,-1 0 1 0 0,1 1-1 0 0,0-1 1 0 0,-1 0-1 0 0,1 0 1 0 0,0 0-1 0 0,1 0-31 0 0,0 0 1 0 0,-1-1-1 0 0,1 1 1 0 0,-1-1 0 0 0,0 0-1 0 0,1 0 1 0 0,-1 1-1 0 0,1-1 1 0 0,-1 0-1 0 0,0 0 1 0 0,0 0-1 0 0,3-3 1 0 0,1-1-80 0 0,-1 0 0 0 0,1-1 0 0 0,-1 0-1 0 0,0 0 1 0 0,4-7 0 0 0,-5 5 136 0 0,0 2 31 0 0,0-1-1 0 0,0 1 1 0 0,-1 0-1 0 0,0-1 1 0 0,0 1-1 0 0,-1-1 1 0 0,1 1-1 0 0,-2-1 1 0 0,1 0-1 0 0,-1 1 1 0 0,0-12 0 0 0,-4 21 11 0 0,0 1 0 0 0,1 0 0 0 0,-1 0 0 0 0,1 0 0 0 0,0 0 0 0 0,-4 8 0 0 0,-6 6-152 0 0,0 0 1 0 0,-1-1 0 0 0,0-1-1 0 0,-1 0 1 0 0,-1-1 0 0 0,-1 0-1 0 0,0-2 1 0 0,-1 0-1 0 0,-22 12 1 0 0,28-18 324 0 0,18-11-258 0 0,25-12-626 0 0,-2 6 152 0 0,-23 8 346 0 0,0-1 0 0 0,1 1 1 0 0,-1 0-1 0 0,1 1 0 0 0,12-2 0 0 0,-24 5 140 0 0,0 0 0 0 0,1 1-1 0 0,0 0 1 0 0,-1-1 0 0 0,1 2 0 0 0,0-1-1 0 0,-5 5 1 0 0,-2 2-73 0 0,-9 5-1510 0 0</inkml:trace>
</inkml:ink>
</file>

<file path=ppt/ink/ink1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7:16.83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4107 363 1840 0 0,'-13'-3'-377'0'0,"0"1"3852"0"0,29 12-203 0 0,-1-2-2474 0 0,-1 1 0 0 0,0 0 0 0 0,0 1 1 0 0,-1 1-1 0 0,0 0 0 0 0,14 18 0 0 0,64 84-394 0 0,-28-30-435 0 0,-26-38 2 0 0,-2 1 0 0 0,46 78 0 0 0,-69-102 21 0 0,-2 0-1 0 0,0 0 0 0 0,-2 1 0 0 0,0 1 0 0 0,-2-1 0 0 0,0 1 0 0 0,-1 0 0 0 0,1 44 0 0 0,-6-38 31 0 0,-2-1 1 0 0,-1 0-1 0 0,-2 0 0 0 0,0 0 1 0 0,-2 0-1 0 0,-1-1 0 0 0,-16 36 1 0 0,-98 184 390 0 0,78-174 276 0 0,-74 95 0 0 0,-68 58 77 0 0,180-219-757 0 0,-71 73 55 0 0,-154 129 0 0 0,87-85 110 0 0,-252 202 706 0 0,-19-23-669 0 0,122-71 265 0 0,153-117-430 0 0,-74 34 12 0 0,2-1-63 0 0,31 6 62 0 0,-41 33 25 0 0,-125 124 182 0 0,163-137-30 0 0,121-116-205 0 0,2 4 0 0 0,2 1 0 0 0,4 4 0 0 0,2 1 0 0 0,-50 91 0 0 0,-53 74 119 0 0,106-167-67 0 0,4 2-1 0 0,-74 147 0 0 0,73-98-67 0 0,6 2 0 0 0,5 2 0 0 0,5 1-1 0 0,-15 134 1 0 0,30-131-403 0 0,0 227 0 0 0,17-155 222 0 0,21 326-344 0 0,-15-462 504 0 0,15 122-30 0 0,55 220 0 0 0,-64-363 4 0 0,1 0 0 0 0,3 0 0 0 0,1-2-1 0 0,1 0 1 0 0,3-1 0 0 0,1-1 0 0 0,32 40 0 0 0,-3-15-44 0 0,3-2-1 0 0,118 100 1 0 0,31-5 216 0 0,-158-125-225 0 0,1-3 1 0 0,86 37-1 0 0,234 65-235 0 0,-293-107 323 0 0,586 148 94 0 0,-540-150 235 0 0,124 4 0 0 0,123-12 37 0 0,-222-15-243 0 0,-1-7 1 0 0,248-47-1 0 0,69-55-208 0 0,-355 78 358 0 0,140-65-1 0 0,-93 34 127 0 0,0-1-275 0 0,155-94 1 0 0,-221 114-21 0 0,-38 21 268 0 0,60-41 0 0 0,-94 55-304 0 0,0-1 0 0 0,0 0 0 0 0,-1-2 0 0 0,-1 1 1 0 0,0-2-1 0 0,-1 0 0 0 0,17-26 0 0 0,6-22-28 0 0,-23 39-17 0 0,1 1 1 0 0,1 0-1 0 0,1 2 0 0 0,33-38 1 0 0,-40 51-25 0 0,8-7 19 0 0,-1-1 0 0 0,0-1 0 0 0,13-21 0 0 0,-24 32-14 0 0,0 0 0 0 0,-1-1 0 0 0,0 0 0 0 0,0 1-1 0 0,0-1 1 0 0,-1 0 0 0 0,0-1 0 0 0,-1 1 0 0 0,1 0-1 0 0,-1 0 1 0 0,-1-1 0 0 0,0 1 0 0 0,0-11 0 0 0,-2-4 3 0 0,0 0 0 0 0,-2 0 0 0 0,0 0 0 0 0,-1 1 0 0 0,-2 0 0 0 0,0 0 0 0 0,-1 1 0 0 0,-1-1 0 0 0,-1 2 0 0 0,0-1 0 0 0,-2 2 0 0 0,0-1 0 0 0,-1 2 0 0 0,-1-1 0 0 0,-1 2 0 0 0,-22-21 0 0 0,-10-2 172 0 0,-87-57 0 0 0,113 85-158 0 0,0 1 0 0 0,0 0 1 0 0,-1 2-1 0 0,0 1 0 0 0,-26-5 0 0 0,-4 2 28 0 0,-61-4 0 0 0,72 13-233 0 0,0 3 0 0 0,0 1 1 0 0,0 1-1 0 0,-55 15 0 0 0,-42 4 232 0 0,-287 6-289 0 0,325-29 295 0 0,1-6 1 0 0,0-3 0 0 0,-159-37 0 0 0,-282-104-2140 0 0,510 140 1984 0 0,-46-13 136 0 0,2-4 0 0 0,1-3 0 0 0,-82-46 0 0 0,131 60-133 0 0,0 0 1 0 0,2-2-1 0 0,0 0 0 0 0,1-1 0 0 0,1-1 1 0 0,1-2-1 0 0,-24-33 0 0 0,3-4-332 0 0,-57-115 0 0 0,86 150 268 0 0,1 0 1 0 0,1-1-1 0 0,1 0 0 0 0,1 0 1 0 0,1-1-1 0 0,1 0 0 0 0,2 0 1 0 0,0 0-1 0 0,3-47 1 0 0,3 30-94 0 0,3 1 0 0 0,1-1 0 0 0,2 1 1 0 0,2 0-1 0 0,20-48 0 0 0,233-524-1257 0 0,-143 390 1266 0 0,-90 175 252 0 0,2 1-1 0 0,54-60 1 0 0,75-77 20 0 0,36-40-105 0 0,19 17 913 0 0,-127 126 159 0 0,90-106-1 0 0,80-75-123 0 0,-167 182-446 0 0,113-129 1 0 0,-97 92 603 0 0,129-110-1 0 0,64-84-805 0 0,-60 54-716 0 0,47-66 328 0 0,-22 22 76 0 0,-187 220 80 0 0,95-124-1 0 0,-128 142-2 0 0,-3-3 0 0 0,64-130 0 0 0,-77 120 280 0 0,-3-1 1 0 0,21-106-1 0 0,-20 75 431 0 0,-10 39-368 0 0,-3-1 0 0 0,-3-1 0 0 0,3-76-1 0 0,-14 117-253 0 0,-2-1-1 0 0,-2 1 0 0 0,0 0 0 0 0,-2-1 0 0 0,-2 1 1 0 0,-1 1-1 0 0,-1-1 0 0 0,-1 1 0 0 0,-22-45 0 0 0,7 25-7 0 0,-2 2 0 0 0,-2 0-1 0 0,-2 3 1 0 0,-2 0 0 0 0,-2 2-1 0 0,-44-43 1 0 0,58 69-51 0 0,-1 0 0 0 0,-1 1 0 0 0,-1 2 0 0 0,0 0 0 0 0,-1 2 0 0 0,-42-17 0 0 0,-3 6 50 0 0,-88-20 0 0 0,67 25-122 0 0,-1 5-1 0 0,-1 3 1 0 0,0 4-1 0 0,-178 12 1 0 0,225-1-168 0 0,-1 2 0 0 0,1 2 0 0 0,1 3 0 0 0,0 1 0 0 0,0 1 0 0 0,1 3 0 0 0,1 2 0 0 0,-46 28 0 0 0,75-38-338 0 0,1 0 1 0 0,0 1-1 0 0,0 1 1 0 0,1 0 0 0 0,1 0-1 0 0,0 1 1 0 0,-12 18-1 0 0,1-2 146 0 0</inkml:trace>
</inkml:ink>
</file>

<file path=ppt/ink/ink1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7:22.29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 10594 0 0,'0'0'1105'0'0,"7"8"-855"0"0,-1 0 1 0 0,-1 0-1 0 0,1 1 1 0 0,-2 0 0 0 0,1 0-1 0 0,3 10 1 0 0,6 11 482 0 0,20 36-422 0 0,72 105 0 0 0,187 256 688 0 0,0-1-811 0 0,-139-216-171 0 0,359 446 1439 0 0,-312-423-643 0 0,117 123 294 0 0,-126-160-635 0 0,171 159-349 0 0,-145-158 3 0 0,321 263 163 0 0,-481-416-240 0 0,388 287 330 0 0,17-25-331 0 0,-357-242-119 0 0,570 314-704 0 0,52-36 525 0 0,179 51 32 0 0,-670-295 102 0 0,201 74-52 0 0,470 116 0 0 0,-732-240 164 0 0,551 139-77 0 0,13-48-10 0 0,-704-134 64 0 0,379 37-63 0 0,245-37 343 0 0,-530-10-307 0 0,213-20-276 0 0,30-13-365 0 0,-98 12 1134 0 0,-106 13 129 0 0,-97 9 123 0 0,-1-2 0 0 0,131-31 0 0 0,-197 36-652 0 0,-1-1 1 0 0,1 1 0 0 0,-1-1 0 0 0,1 0 0 0 0,-1 0 0 0 0,0-1 0 0 0,6-3 0 0 0,-10 5-43 0 0,1 0 0 0 0,0 1 0 0 0,-1-1 1 0 0,1 0-1 0 0,0 1 0 0 0,-1-1 1 0 0,1 0-1 0 0,-1 0 0 0 0,0 1 0 0 0,1-1 1 0 0,-1 0-1 0 0,1 0 0 0 0,-1 0 1 0 0,0 0-1 0 0,0 0 0 0 0,1 0 1 0 0,-1 1-1 0 0,0-1 0 0 0,0 0 0 0 0,0 0 1 0 0,0 0-1 0 0,0 0 0 0 0,0 0 1 0 0,0 0-1 0 0,-1 0 0 0 0,1 0 1 0 0,0 0-1 0 0,0 1 0 0 0,-1-1 0 0 0,1 0 1 0 0,-1 0-1 0 0,1 0 0 0 0,-1 0 1 0 0,1 1-1 0 0,-1-1 0 0 0,1 0 0 0 0,-1 0 1 0 0,1 1-1 0 0,-1-1 0 0 0,0 1 1 0 0,0-1-1 0 0,1 0 0 0 0,-1 1 1 0 0,-1-1-1 0 0,-3-3-203 0 0,0 0 0 0 0,-1 1 0 0 0,1 0 1 0 0,-1-1-1 0 0,0 2 0 0 0,0-1 0 0 0,0 1 0 0 0,0 0 1 0 0,-1 0-1 0 0,1 1 0 0 0,0 0 0 0 0,-1 0 0 0 0,1 0 0 0 0,-1 1 1 0 0,1 0-1 0 0,-1 0 0 0 0,-12 3 0 0 0,11-2-77 0 0,0 1-1 0 0,0 0 1 0 0,0 0-1 0 0,1 1 1 0 0,-1 0-1 0 0,1 0 0 0 0,-1 1 1 0 0,1 0-1 0 0,0 0 1 0 0,1 0-1 0 0,-1 1 1 0 0,1 0-1 0 0,0 1 1 0 0,-7 6-1 0 0,13-12 214 0 0,0 1 0 0 0,-1-1 0 0 0,1 0 0 0 0,0 1 0 0 0,-1-1 0 0 0,1 0 0 0 0,0 1 0 0 0,-1-1 0 0 0,1 0 0 0 0,0 1 0 0 0,0-1 0 0 0,-1 1 0 0 0,1-1 0 0 0,0 1 0 0 0,0-1 0 0 0,0 1 0 0 0,0-1 0 0 0,0 0-1 0 0,0 1 1 0 0,-1-1 0 0 0,1 1 0 0 0,0-1 0 0 0,0 1 0 0 0,1-1 0 0 0,-1 1 0 0 0,0-1 0 0 0,0 1 0 0 0,0 0 0 0 0,13 2-1284 0 0,27-9-321 0 0,-34 5 1213 0 0,20-2-940 0 0,-13 2 1956 0 0,0-1 0 0 0,25-6 0 0 0,-35 7-386 0 0,-1 0-1 0 0,1 0 0 0 0,-1 0 1 0 0,1 0-1 0 0,-1 0 0 0 0,0 0 1 0 0,0 0-1 0 0,0-1 0 0 0,0 1 0 0 0,0-1 1 0 0,0 0-1 0 0,0 0 0 0 0,0 1 1 0 0,0-1-1 0 0,-1 0 0 0 0,1 0 1 0 0,-1-1-1 0 0,0 1 0 0 0,1 0 0 0 0,1-5 1 0 0,-3 6-129 0 0,0 0 0 0 0,0-1 0 0 0,0 1 0 0 0,0 0-1 0 0,-1 0 1 0 0,1 0 0 0 0,0-1 0 0 0,-1 1 0 0 0,1 0 0 0 0,0 0 0 0 0,-1 0 0 0 0,1 0 0 0 0,-1 0 0 0 0,0 0 0 0 0,1 0 0 0 0,-1 0 0 0 0,0 0 0 0 0,0 0 0 0 0,1 0-1 0 0,-1 0 1 0 0,0 1 0 0 0,0-1 0 0 0,0 0 0 0 0,0 0 0 0 0,0 1 0 0 0,0-1 0 0 0,0 1 0 0 0,-1-1 0 0 0,1 1 0 0 0,0 0 0 0 0,0-1 0 0 0,0 1 0 0 0,0 0 0 0 0,0 0 0 0 0,-2-1-1 0 0,-46-7 1831 0 0,48 8-1800 0 0,-229-15 3748 0 0,257 5-3789 0 0,22-5 0 0 0,-6 6 872 0 0,81-8 0 0 0,-103 15-813 0 0,-20 2-66 0 0,0 0 1 0 0,0-1-1 0 0,0 1 0 0 0,0 0 0 0 0,0 0 0 0 0,0 0 1 0 0,0 0-1 0 0,0 1 0 0 0,0-1 0 0 0,0 0 1 0 0,0 0-1 0 0,0 0 0 0 0,0 1 0 0 0,0-1 1 0 0,0 1-1 0 0,0-1 0 0 0,0 1 0 0 0,0-1 0 0 0,0 1 1 0 0,0-1-1 0 0,0 1 0 0 0,1 1 0 0 0,-5 4 246 0 0,-14-3-67 0 0,-3-4-57 0 0,-1-1 0 0 0,1-1 1 0 0,0 0-1 0 0,-38-13 0 0 0,15 1-15 0 0,-46-23 0 0 0,76 30-76 0 0,0 1-1 0 0,0-2 0 0 0,-15-13 1 0 0,17 13-3 0 0,0 0 0 0 0,0 1 1 0 0,-25-13-1 0 0,21 17-49 0 0,11 7 0 0 0,4-1 0 0 0,1-1 0 0 0,0 1 0 0 0,-1-1 0 0 0,1 0 0 0 0,0 1 0 0 0,0-1 0 0 0,0 0 0 0 0,0 0 0 0 0,1 0 0 0 0,-1 0 0 0 0,0 0 0 0 0,0 0 0 0 0,3 1 0 0 0,45 28-65 0 0,2-3 0 0 0,80 30 0 0 0,-70-32-13 0 0,81 46-1 0 0,-130-64 79 0 0,-10-6 0 0 0,0 0 0 0 0,0 0 0 0 0,1 0 0 0 0,-1 0 0 0 0,0 1 0 0 0,0-1 0 0 0,-1 1 0 0 0,1 0 0 0 0,2 2 0 0 0,-6 5 0 0 0,-15 1 0 0 0,6-7 21 0 0,0 0 0 0 0,0-1 1 0 0,0 0-1 0 0,0 0 0 0 0,0-1 1 0 0,-1-1-1 0 0,1 1 0 0 0,-18-4 1 0 0,-92-18 225 0 0,103 17-235 0 0,-26-6 55 0 0,25 4-52 0 0,0 2-1 0 0,0 0 1 0 0,-33-1-1 0 0,64 12-33 0 0,14 2-59 0 0,7-7-4 0 0,0 0 1 0 0,-1-3 0 0 0,52-6 0 0 0,-32 2 20 0 0,-9 2 7 0 0,113-6-425 0 0,-246-1 932 0 0,-32 2-354 0 0,-25-3 13 0 0,140 6-112 0 0,13-1 0 0 0,14-4 0 0 0,-10 9-28 0 0,1 0 0 0 0,0 0 0 0 0,-1 1 0 0 0,1 1 1 0 0,0 0-1 0 0,-1 0 0 0 0,17 5 0 0 0,3 3-211 0 0,35 15-1 0 0,-48-16 156 0 0,1-1-1 0 0,-1-1 0 0 0,1 0 0 0 0,0-1 1 0 0,1-2-1 0 0,35 4 0 0 0,-110-31 341 0 0,-30-4 324 0 0,-227-72-73 0 0,214 78-507 0 0,88 20 0 0 0,0 1 0 0 0,0 0 0 0 0,-1 1 0 0 0,1 0 0 0 0,-1 1 0 0 0,-20 3 0 0 0,32-4-4 0 0,-1 0 0 0 0,1 0 0 0 0,0 0 1 0 0,-1 1-1 0 0,1-1 0 0 0,-1 0 0 0 0,1 0 0 0 0,0 0 1 0 0,-1 0-1 0 0,1 0 0 0 0,-1 0 0 0 0,1 0 0 0 0,0 1 1 0 0,-1-1-1 0 0,1 0 0 0 0,0 0 0 0 0,-1 1 0 0 0,1-1 0 0 0,0 0 1 0 0,-1 0-1 0 0,1 1 0 0 0,0-1 0 0 0,0 0 0 0 0,-1 1 1 0 0,1-1-1 0 0,0 0 0 0 0,0 1 0 0 0,0-1 0 0 0,-1 1 1 0 0,1-1-1 0 0,0 0 0 0 0,0 1 0 0 0,0-1 0 0 0,0 1 1 0 0,0-1-1 0 0,0 0 0 0 0,0 1 0 0 0,0-1 0 0 0,0 1 0 0 0,0-1 1 0 0,0 0-1 0 0,0 1 0 0 0,0-1 0 0 0,0 1 0 0 0,0-1 1 0 0,1 0-1 0 0,-1 1 0 0 0,0-1 0 0 0,0 1 0 0 0,0-1 1 0 0,0 0-1 0 0,1 1 0 0 0,-1-1 0 0 0,0 0 0 0 0,1 1 1 0 0,-1-1-1 0 0,0 0 0 0 0,0 0 0 0 0,1 1 0 0 0,-1-1 0 0 0,0 0 1 0 0,1 0-1 0 0,-1 0 0 0 0,1 1 0 0 0,-1-1 0 0 0,0 0 1 0 0,1 0-1 0 0,26 15-140 0 0,6-7 115 0 0,0-2 0 0 0,0-1 0 0 0,1-2 0 0 0,39-1 0 0 0,-2 1-49 0 0,-39-3-196 0 0,0 0 0 0 0,62-11 0 0 0,-94 12 271 0 0,0-1 1 0 0,0 0 0 0 0,0 0-1 0 0,0 0 1 0 0,0 0 0 0 0,0 0 0 0 0,1 0-1 0 0,-1 0 1 0 0,0 0 0 0 0,0 0-1 0 0,0 0 1 0 0,0 0 0 0 0,0 0 0 0 0,0 0-1 0 0,1 0 1 0 0,-1-1 0 0 0,0 1-1 0 0,0 0 1 0 0,0 0 0 0 0,0 0 0 0 0,0 0-1 0 0,0 0 1 0 0,1 0 0 0 0,-1 0-1 0 0,0 0 1 0 0,0 0 0 0 0,0 0-1 0 0,0 0 1 0 0,0-1 0 0 0,0 1 0 0 0,0 0-1 0 0,0 0 1 0 0,0 0 0 0 0,0 0-1 0 0,0 0 1 0 0,0 0 0 0 0,1 0 0 0 0,-1-1-1 0 0,0 1 1 0 0,0 0 0 0 0,0 0-1 0 0,0 0 1 0 0,0 0 0 0 0,0 0 0 0 0,0 0-1 0 0,0-1 1 0 0,0 1 0 0 0,0 0-1 0 0,0 0 1 0 0,0 0 0 0 0,-1 0 0 0 0,1 0-1 0 0,0-1 1 0 0,-8-5 6 0 0,-11-4 224 0 0,-28-5 118 0 0,-2 3 1 0 0,-63-10 0 0 0,30 8-162 0 0,262 73-524 0 0,-168-56 326 0 0,145 34-295 0 0,-134-33 215 0 0,-1-1 0 0 0,0-1 0 0 0,1-1 0 0 0,-1-1 1 0 0,26-3-1 0 0,-25-2-9 0 0,-22 5 125 0 0,0 0 0 0 0,0-1 0 0 0,0 1 0 0 0,-1 0 0 0 0,1 0 0 0 0,0-1 0 0 0,0 1 0 0 0,0-1 0 0 0,0 1 0 0 0,0 0-1 0 0,-1-1 1 0 0,1 0 0 0 0,0 1 0 0 0,0-1 0 0 0,-1 1 0 0 0,1-1 0 0 0,0 0 0 0 0,-1 1 0 0 0,1-1 0 0 0,0-1 128 0 0,-2 1-134 0 0,0 1 1 0 0,-1 0 0 0 0,1 0 0 0 0,0 0-1 0 0,0 0 1 0 0,0 0 0 0 0,-1 0 0 0 0,1 1-1 0 0,0-1 1 0 0,0 0 0 0 0,0 0-1 0 0,0 1 1 0 0,-1-1 0 0 0,1 1 0 0 0,0-1-1 0 0,0 1 1 0 0,0 0 0 0 0,0-1 0 0 0,0 1-1 0 0,0 0 1 0 0,0 0 0 0 0,0 0-1 0 0,-23 23 427 0 0,21-21-423 0 0,-16 21-21 0 0,2 0 0 0 0,0 1 0 0 0,2 0 0 0 0,1 2 0 0 0,-12 29 0 0 0,0-1 0 0 0,21-39-607 0 0,10-34-30 0 0,0-5 777 0 0,1-1 1 0 0,2 2-1 0 0,0-1 1 0 0,1 1 0 0 0,1 0-1 0 0,24-38 1 0 0,-32 60 17 0 0,-1 9-99 0 0,-2 9 16 0 0,-12 24 20 0 0,-1 0 0 0 0,-35 69-1 0 0,-3 9-201 0 0,46-112-615 0 0,7-21 187 0 0,6-25-136 0 0,3 13 394 0 0,22-40 0 0 0,-26 56 326 0 0,-1-1 0 0 0,2 1 0 0 0,-1 0 0 0 0,1 1 0 0 0,1-1 0 0 0,15-12 0 0 0,-23 21-39 0 0,0-1 0 0 0,0 1 0 0 0,0 0-1 0 0,0 0 1 0 0,0 0 0 0 0,0 0 0 0 0,1 0 0 0 0,-1 0-1 0 0,0 0 1 0 0,0 0 0 0 0,0 0 0 0 0,0 0 0 0 0,0 0-1 0 0,0 0 1 0 0,0 0 0 0 0,1 0 0 0 0,-1 0 0 0 0,0 0-1 0 0,0 0 1 0 0,0 0 0 0 0,0 0 0 0 0,0 0 0 0 0,0 0-1 0 0,1 0 1 0 0,-1 0 0 0 0,0 0 0 0 0,0 0 0 0 0,0 0-1 0 0,0 0 1 0 0,0 0 0 0 0,0 0 0 0 0,0 0 0 0 0,1 0-1 0 0,-1 0 1 0 0,0 0 0 0 0,0 0 0 0 0,0 0 0 0 0,0 0-1 0 0,0 1 1 0 0,0-1 0 0 0,0 0 0 0 0,0 0-1 0 0,0 0 1 0 0,0 0 0 0 0,1 0 0 0 0,-1 0 0 0 0,0 0-1 0 0,0 0 1 0 0,0 1 0 0 0,0-1 0 0 0,0 0 0 0 0,0 0-1 0 0,0 0 1 0 0,1 12 360 0 0,-4 14-4 0 0,3-24-344 0 0,-8 34 46 0 0,-1 0-1 0 0,-2-1 1 0 0,-1 0-1 0 0,-2-1 1 0 0,-1 0-1 0 0,-1-1 0 0 0,-2-1 1 0 0,-2 0-1 0 0,-25 31 1 0 0,34-51-1548 0 0,22-28-818 0 0,-4 7 595 0 0</inkml:trace>
</inkml:ink>
</file>

<file path=ppt/ink/ink1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7:22.41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26 2761 0 0,'18'-25'14459'0'0</inkml:trace>
</inkml:ink>
</file>

<file path=ppt/ink/ink1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7:29.84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2371 171 8754 0 0,'-4'-9'379'0'0,"0"1"0"0"0,0 0 0 0 0,0 0 1 0 0,-1 0-1 0 0,-1 1 0 0 0,1 0 0 0 0,-1-1 0 0 0,0 2 1 0 0,-1-1-1 0 0,1 1 0 0 0,-1 0 0 0 0,-1 0 0 0 0,1 1 1 0 0,-1 0-1 0 0,0 1 0 0 0,0-1 0 0 0,-16-5 0 0 0,-1 1 2 0 0,0 1 0 0 0,-1 1 0 0 0,0 2 0 0 0,-51-6 0 0 0,12 6 19 0 0,0 3 0 0 0,-1 2 0 0 0,1 3 0 0 0,0 3 0 0 0,0 3 0 0 0,1 3 0 0 0,0 2 0 0 0,1 3 1 0 0,-71 30-1 0 0,-322 167-659 0 0,243-109 131 0 0,162-80 138 0 0,2 3 1 0 0,0 2-1 0 0,2 2 1 0 0,1 2-1 0 0,2 2 1 0 0,2 2-1 0 0,-73 83 1 0 0,114-120-10 0 0,-39 44 37 0 0,3 1 0 0 0,2 2 0 0 0,-37 66 0 0 0,64-99-86 0 0,0 1 1 0 0,1 0-1 0 0,1 0 1 0 0,0 1-1 0 0,2 0 1 0 0,0 0-1 0 0,0 0 1 0 0,2 0-1 0 0,0 0 1 0 0,1 1-1 0 0,1-1 1 0 0,1 1 0 0 0,0-1-1 0 0,1 1 1 0 0,8 30-1 0 0,-3-27-6 0 0,1-1 0 0 0,1 0-1 0 0,1 0 1 0 0,1-1 0 0 0,1-1 0 0 0,0 0 0 0 0,1 0-1 0 0,1-2 1 0 0,1 1 0 0 0,0-2 0 0 0,31 25-1 0 0,17 7-233 0 0,129 74 0 0 0,-189-120 280 0 0,57 31 6 0 0,2-3 0 0 0,0-3-1 0 0,2-2 1 0 0,1-3 0 0 0,1-3 0 0 0,0-3 0 0 0,81 7-1 0 0,-34-11 148 0 0,0-6-1 0 0,0-5 1 0 0,174-22-1 0 0,-167 4 37 0 0,-1-5 0 0 0,-1-6 0 0 0,-2-4 0 0 0,136-60-1 0 0,264-153 1245 0 0,-466 218-1324 0 0,-2-1 1 0 0,69-55-1 0 0,-104 73-67 0 0,1-2 0 0 0,-2 0 0 0 0,1 0 0 0 0,-2-1-1 0 0,0-1 1 0 0,-1 0 0 0 0,0 0 0 0 0,-1-1 0 0 0,-1 0-1 0 0,0-1 1 0 0,-1 0 0 0 0,4-18 0 0 0,-5 10-4 0 0,0-1 0 0 0,-2 0-1 0 0,-2 1 1 0 0,0-1 0 0 0,-1-1 0 0 0,-2 1 0 0 0,0 0 0 0 0,-2 1 0 0 0,-1-1 0 0 0,-1 0-1 0 0,-1 1 1 0 0,-2 0 0 0 0,-10-24 0 0 0,4 16 12 0 0,-2 1-1 0 0,-2 1 1 0 0,0 1-1 0 0,-2 0 1 0 0,-2 1-1 0 0,0 2 1 0 0,-2 0 0 0 0,-53-46-1 0 0,-204-128-224 0 0,201 148 77 0 0,56 38-910 0 0,-45-21 1 0 0,20 16-6699 0 0</inkml:trace>
</inkml:ink>
</file>

<file path=ppt/ink/ink1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7:31.5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2158 390 5065 0 0,'24'-10'487'0'0,"-20"9"-332"0"0,1 0 0 0 0,-1-1 1 0 0,0 1-1 0 0,1-1 1 0 0,-1-1-1 0 0,0 1 1 0 0,0 0-1 0 0,0-1 1 0 0,-1 0-1 0 0,1 0 0 0 0,0 0 1 0 0,4-5-1 0 0,-8 6-75 0 0,0 1-1 0 0,0 0 1 0 0,0 0-1 0 0,0 0 1 0 0,0 0 0 0 0,0 0-1 0 0,0 0 1 0 0,0 0-1 0 0,0 0 1 0 0,0 0-1 0 0,-1 0 1 0 0,1 0-1 0 0,0-1 1 0 0,-1 1 0 0 0,1 0-1 0 0,-1 1 1 0 0,1-1-1 0 0,-1 0 1 0 0,0 0-1 0 0,1 0 1 0 0,-1 0-1 0 0,0 0 1 0 0,1 0-1 0 0,-1 1 1 0 0,0-1 0 0 0,0 0-1 0 0,0 1 1 0 0,0-1-1 0 0,0 1 1 0 0,-2-2-1 0 0,-32-17 660 0 0,-7 2-558 0 0,0 2-1 0 0,-2 1 1 0 0,-49-8-1 0 0,-137-13 1722 0 0,215 33-1684 0 0,-157-15 923 0 0,-1 8 0 0 0,-281 21 0 0 0,375-5-1401 0 0,-1 4 0 0 0,1 3 0 0 0,-132 42-1 0 0,168-41 194 0 0,0 2-1 0 0,1 1 1 0 0,1 3-1 0 0,1 1 0 0 0,1 2 1 0 0,1 2-1 0 0,-68 60 1 0 0,97-78 90 0 0,1 1 1 0 0,1 0 0 0 0,0 1-1 0 0,0 0 1 0 0,1 0 0 0 0,0 0 0 0 0,1 1-1 0 0,0 0 1 0 0,0 0 0 0 0,2 0-1 0 0,-1 0 1 0 0,1 1 0 0 0,1 0 0 0 0,0-1-1 0 0,0 1 1 0 0,2 0 0 0 0,-1 0-1 0 0,1 0 1 0 0,1 0 0 0 0,3 17 0 0 0,-1-11-55 0 0,2 0 0 0 0,0 0 0 0 0,0-1 0 0 0,2 0-1 0 0,0 0 1 0 0,1 0 0 0 0,1-1 0 0 0,0 0 0 0 0,1 0 0 0 0,1-1 0 0 0,0-1 0 0 0,21 21 0 0 0,31 22 5 0 0,2-3 0 0 0,91 58 0 0 0,157 70 206 0 0,-247-150 50 0 0,2-2 0 0 0,1-4-1 0 0,135 32 1 0 0,225 17 955 0 0,-411-73-1152 0 0,155 17 40 0 0,310-9 0 0 0,-204-27 102 0 0,-94 4-169 0 0,-79 7-19 0 0,-1-4 0 0 0,-1-4-1 0 0,175-49 1 0 0,-271 60 60 0 0,1 0 0 0 0,-1 0 0 0 0,0-1 1 0 0,0-1-1 0 0,0 1 0 0 0,0-1 0 0 0,-1 0 1 0 0,1-1-1 0 0,-1 0 0 0 0,-1 0 0 0 0,1-1 0 0 0,-1 1 1 0 0,-1-1-1 0 0,1-1 0 0 0,-1 1 0 0 0,6-12 0 0 0,-4 4 192 0 0,-1 1 0 0 0,-1-2 0 0 0,0 1-1 0 0,-1-1 1 0 0,0 1 0 0 0,-2-1 0 0 0,0 0-1 0 0,0-24 1 0 0,-2 15-90 0 0,-1 1-1 0 0,-1 0 1 0 0,-1 0-1 0 0,-1 0 1 0 0,-2 0-1 0 0,0 1 1 0 0,-19-45-1 0 0,11 37-87 0 0,-2 1 0 0 0,-1 1 0 0 0,-2 0 0 0 0,0 1 0 0 0,-27-28-1 0 0,3 12-45 0 0,-1 1-1 0 0,-2 3 0 0 0,-2 1 1 0 0,-1 3-1 0 0,-108-59 0 0 0,-35-4 112 0 0,-305-110-1 0 0,345 158-1341 0 0,-2 7 0 0 0,-273-42 0 0 0,335 76-192 0 0,2 4-202 0 0</inkml:trace>
</inkml:ink>
</file>

<file path=ppt/ink/ink1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7:36.05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14283 0 0,'6'9'-360'0'0,"-1"-1"0"0"0,2 1-1 0 0,-1-1 1 0 0,15 13 0 0 0,4 5 125 0 0,64 86 1176 0 0,-23-27-166 0 0,86 84 1 0 0,-61-72 28 0 0,118 163 0 0 0,64 70 541 0 0,193 76-1116 0 0,-198-184-17 0 0,-18 18-53 0 0,210 217 1121 0 0,-316-322-908 0 0,151 135 120 0 0,-206-196-361 0 0,628 510 1029 0 0,-426-342-511 0 0,36 25-780 0 0,-68-68 355 0 0,296 210-48 0 0,-369-285-93 0 0,266 172-158 0 0,-25-46 136 0 0,-228-137-42 0 0,984 501-19 0 0,-261-228 21 0 0,-543-241 45 0 0,11 4-65 0 0,9-30-1 0 0,901 111-57 0 0,-931-194 53 0 0,580-17 1 0 0,287-118-196 0 0,-667 8 124 0 0,-526 83 66 0 0,221-48-17 0 0,-41 7-37 0 0,13-3 229 0 0,280-100 0 0 0,46-71-99 0 0,-526 207-38 0 0,5-1 259 0 0,270-102-355 0 0,-261 104 131 0 0,-1-2-1 0 0,-1-2 0 0 0,67-38 1 0 0,-92 43-104 0 0,-1 0-1 0 0,0-2 1 0 0,-1 0 0 0 0,-1-1 0 0 0,-1-1 0 0 0,0-1 0 0 0,-2-1-1 0 0,27-37 1 0 0,50-66 0 0 0,-62 85 28 0 0,46-74-1 0 0,-68 92-151 0 0,-1 0 1 0 0,11-35 0 0 0,-15 39 48 0 0,1 0 1 0 0,0 0 0 0 0,1 0-1 0 0,0 1 1 0 0,15-21 0 0 0,-22 36 123 0 0,0 0 1 0 0,0-1-1 0 0,0 1 1 0 0,0 0-1 0 0,0 0 1 0 0,0-1-1 0 0,0 1 1 0 0,0 0-1 0 0,0 0 1 0 0,0 0-1 0 0,1-1 1 0 0,-1 1-1 0 0,0 0 1 0 0,0 0-1 0 0,0-1 1 0 0,0 1-1 0 0,0 0 1 0 0,1 0 0 0 0,-1 0-1 0 0,0 0 1 0 0,0-1-1 0 0,0 1 1 0 0,1 0-1 0 0,-1 0 1 0 0,0 0-1 0 0,0 0 1 0 0,0 0-1 0 0,1 0 1 0 0,-1-1-1 0 0,0 1 1 0 0,0 0-1 0 0,1 0 1 0 0,-1 0-1 0 0,0 0 1 0 0,0 0-1 0 0,1 0 1 0 0,-1 0-1 0 0,0 0 1 0 0,0 0-1 0 0,1 0 1 0 0,-1 0-1 0 0,0 0 1 0 0,0 0-1 0 0,1 1 1 0 0,-1-1 0 0 0,0 0-1 0 0,0 0 1 0 0,1 0-1 0 0,9 3 640 0 0,-10 1-572 0 0,0 14-31 0 0,0-13 43 0 0,0 0-1 0 0,0 0 1 0 0,0 0 0 0 0,-1 0-1 0 0,-2 8 1 0 0,3-11-81 0 0,-1 0 1 0 0,0 0-1 0 0,0 0 1 0 0,0-1-1 0 0,0 1 1 0 0,0 0-1 0 0,0-1 1 0 0,-1 1-1 0 0,1-1 1 0 0,0 1-1 0 0,-1-1 0 0 0,0 1 1 0 0,1-1-1 0 0,-1 0 1 0 0,1 0-1 0 0,-1 0 1 0 0,0 0-1 0 0,-3 1 1 0 0,-30 12-225 0 0,-58 16 0 0 0,76-26 148 0 0,1-1-1 0 0,-1-1 1 0 0,0 0-1 0 0,-1-1 0 0 0,-30-2 1 0 0,-3-2 85 0 0,-22-4 39 0 0,72 7-63 0 0,1 0 1 0 0,-1 0-1 0 0,1-1 0 0 0,-1 1 1 0 0,1 0-1 0 0,0-1 0 0 0,-1 1 0 0 0,1-1 1 0 0,0 1-1 0 0,-1 0 0 0 0,1-1 0 0 0,0 1 1 0 0,0-1-1 0 0,-1 1 0 0 0,1-1 1 0 0,0 1-1 0 0,0-1 0 0 0,0 1 0 0 0,-1-1 1 0 0,1 1-1 0 0,0-1 0 0 0,0 1 0 0 0,0-1 1 0 0,0 1-1 0 0,0-1 0 0 0,0 1 0 0 0,0-1 1 0 0,0 0-1 0 0,0 1 0 0 0,1-1 1 0 0,-1 1-1 0 0,0-1 0 0 0,0 1 0 0 0,0-1 1 0 0,1 1-1 0 0,-1 0 0 0 0,0-1 0 0 0,0 1 1 0 0,1-1-1 0 0,-1 1 0 0 0,0-1 1 0 0,1 1-1 0 0,-1 0 0 0 0,1-1 0 0 0,15-21-55 0 0,14-6 73 0 0,0 2 0 0 0,2 1-1 0 0,0 2 1 0 0,2 1 0 0 0,1 2 0 0 0,42-19 0 0 0,-65 32-14 0 0,-9 5 25 0 0,0 0 0 0 0,-1 1 0 0 0,1-1 0 0 0,0 1 0 0 0,0 0 0 0 0,0 0 0 0 0,0 0 0 0 0,0 0 0 0 0,6-1 0 0 0,-21 23 108 0 0,-14 8-223 0 0,-36 32 0 0 0,-23 25 68 0 0,83-84 26 0 0,-1 1 0 0 0,1-1 0 0 0,0 1 0 0 0,1 0 1 0 0,-1 0-1 0 0,0 0 0 0 0,1 0 0 0 0,0 0 0 0 0,-1 0 0 0 0,1 0 0 0 0,0 0 0 0 0,1 1 1 0 0,-1-1-1 0 0,0 6 0 0 0,1-8 0 0 0,1 1 1 0 0,-1-1-1 0 0,1 1 1 0 0,-1-1-1 0 0,1 1 0 0 0,0-1 1 0 0,-1 1-1 0 0,1-1 1 0 0,0 0-1 0 0,0 1 1 0 0,0-1-1 0 0,0 0 0 0 0,0 0 1 0 0,0 0-1 0 0,0 0 1 0 0,0 0-1 0 0,1 0 1 0 0,-1 0-1 0 0,0 0 0 0 0,1 0 1 0 0,-1 0-1 0 0,0-1 1 0 0,1 1-1 0 0,-1-1 0 0 0,1 1 1 0 0,-1-1-1 0 0,1 0 1 0 0,0 1-1 0 0,-1-1 1 0 0,1 0-1 0 0,-1 0 0 0 0,4 0 1 0 0,5-1-10 0 0,0-1 0 0 0,0 0 1 0 0,-1 0-1 0 0,1-1 0 0 0,0 0 1 0 0,-1-1-1 0 0,18-9 0 0 0,-22 11 6 0 0,34-15 43 0 0,-1-2 1 0 0,-2-2-1 0 0,67-48 0 0 0,-103 69-39 0 0,0 0 0 0 0,1 0-1 0 0,-1 0 1 0 0,0 0 0 0 0,0 0-1 0 0,0 0 1 0 0,0 0 0 0 0,0 0-1 0 0,0 0 1 0 0,1 0 0 0 0,-1-1-1 0 0,0 1 1 0 0,0 0 0 0 0,0 0-1 0 0,0 0 1 0 0,0 0 0 0 0,0 0-1 0 0,0 0 1 0 0,1 0 0 0 0,-1 0-1 0 0,0 0 1 0 0,0 0 0 0 0,0 0-1 0 0,0-1 1 0 0,0 1 0 0 0,0 0-1 0 0,0 0 1 0 0,0 0 0 0 0,0 0-1 0 0,0 0 1 0 0,0 0 0 0 0,1 0-1 0 0,-1-1 1 0 0,0 1 0 0 0,0 0-1 0 0,0 0 1 0 0,0 0 0 0 0,0 0-1 0 0,0 0 1 0 0,0 0 0 0 0,0-1-1 0 0,0 1 1 0 0,0 0 0 0 0,0 0-1 0 0,0 0 1 0 0,0 0 0 0 0,-1 0-1 0 0,1 0 1 0 0,0-1 0 0 0,0 1-1 0 0,0 0 1 0 0,0 0 0 0 0,0 0-1 0 0,0 0 1 0 0,0 0 0 0 0,0 0-1 0 0,0 0 1 0 0,0-1 0 0 0,0 1-1 0 0,-1 0 1 0 0,1 0 0 0 0,0 0-1 0 0,0 0 1 0 0,0 0 0 0 0,0 0-1 0 0,0 0 1 0 0,-1 0 0 0 0,-13 1-22 0 0,-16 8-102 0 0,-164 85-326 0 0,35-16 1120 0 0,159-78-666 0 0,-11 6 28 0 0,-1-1 1 0 0,1-1-1 0 0,-1 0 0 0 0,0 0 1 0 0,-23 3-1 0 0,63-25-671 0 0,188-124 173 0 0,-220 145 478 0 0,-39 27 211 0 0,40-28-212 0 0,0 1 0 0 0,0-1 0 0 0,0 1 0 0 0,1 0 0 0 0,-1-1 0 0 0,1 1 0 0 0,-1 1 0 0 0,1-1 0 0 0,0 0 0 0 0,0 1 0 0 0,0-1 0 0 0,-1 6 0 0 0,3-8-13 0 0,0 0 0 0 0,0-1 0 0 0,0 1 0 0 0,0-1 0 0 0,0 1 0 0 0,1 0 0 0 0,-1-1 0 0 0,0 1 0 0 0,0-1 0 0 0,1 1 0 0 0,-1 0 0 0 0,0-1 0 0 0,1 1 0 0 0,-1-1 0 0 0,1 1 0 0 0,-1-1 0 0 0,0 1 0 0 0,1-1 0 0 0,-1 0 0 0 0,1 1 0 0 0,-1-1 0 0 0,1 1 0 0 0,0-1 0 0 0,-1 0 0 0 0,1 0 0 0 0,-1 1 0 0 0,1-1 0 0 0,0 0 0 0 0,-1 0 0 0 0,1 0 0 0 0,0 0 0 0 0,-1 1 0 0 0,1-1 0 0 0,-1 0 0 0 0,1 0 0 0 0,0 0 0 0 0,-1-1 0 0 0,1 1 0 0 0,0 0 0 0 0,-1 0 0 0 0,1 0 0 0 0,1-1 0 0 0,28-4 0 0 0,-16-1-143 0 0,-2 0 0 0 0,1-1 0 0 0,-1 0 0 0 0,0-1 0 0 0,0 0 0 0 0,-1-1 0 0 0,0-1 0 0 0,-1 1 0 0 0,0-2 0 0 0,0 1-1 0 0,-1-1 1 0 0,-1-1 0 0 0,0 0 0 0 0,0 0 0 0 0,9-21 0 0 0,-16 31 90 0 0,0 1 0 0 0,0-1-1 0 0,-1 1 1 0 0,1-1 0 0 0,-1 1-1 0 0,1-1 1 0 0,-1 1 0 0 0,1-1-1 0 0,-1 1 1 0 0,0-1-1 0 0,0 1 1 0 0,1-1 0 0 0,-1 0-1 0 0,0 1 1 0 0,-1-1 0 0 0,1 1-1 0 0,0-1 1 0 0,0 0 0 0 0,-2-2-1 0 0,2 3 16 0 0,-1 0-1 0 0,0 1 1 0 0,0-1 0 0 0,1 0-1 0 0,-1 1 1 0 0,0-1-1 0 0,0 1 1 0 0,0-1-1 0 0,0 1 1 0 0,0-1 0 0 0,1 1-1 0 0,-1 0 1 0 0,0-1-1 0 0,0 1 1 0 0,0 0-1 0 0,0 0 1 0 0,0 0 0 0 0,0 0-1 0 0,0-1 1 0 0,0 1-1 0 0,0 1 1 0 0,0-1-1 0 0,-1 0 1 0 0,-3 1-5 0 0,1-1 0 0 0,0 1 0 0 0,0 0 0 0 0,0 1 1 0 0,-1-1-1 0 0,1 1 0 0 0,1 0 0 0 0,-1 0 0 0 0,0 0 0 0 0,0 0 0 0 0,1 1 0 0 0,-1 0 0 0 0,-4 4 0 0 0,3-1 61 0 0,0-1-1 0 0,-1-1 1 0 0,0 1-1 0 0,1-1 1 0 0,-10 5-1 0 0,10-6-145 0 0,-1 1-1 0 0,1-1 1 0 0,0 1-1 0 0,0 0 1 0 0,0 1-1 0 0,-6 6 1 0 0,12-6-394 0 0,9-5 335 0 0,10-7 207 0 0,16-32 3248 0 0,-42 42-3055 0 0,0-1 1 0 0,0 0-1 0 0,0 0 1 0 0,-1 0-1 0 0,1-1 1 0 0,-12 2-1 0 0,4-1-296 0 0,-172 41 213 0 0,197-45 488 0 0,6-1-754 0 0,0-1-1 0 0,17-6 1 0 0,3-8 120 0 0,0 0 1 0 0,-1-3-1 0 0,-1-1 1 0 0,51-42-1 0 0,-84 62 30 0 0,4-3 121 0 0,-1 0-1 0 0,2 0 1 0 0,-1 0 0 0 0,0 1 0 0 0,1 0 0 0 0,0 0 0 0 0,0 1 0 0 0,0 0 0 0 0,0 0-1 0 0,0 1 1 0 0,1 0 0 0 0,-1 0 0 0 0,9-1 0 0 0,-28 35 708 0 0,10-24-805 0 0,-1 0 0 0 0,1 1 1 0 0,0-1-1 0 0,1 1 0 0 0,0-1 1 0 0,1 1-1 0 0,-1-1 0 0 0,2 1 0 0 0,1 13 1 0 0,3 5 87 0 0,13 43 0 0 0,0-1-54 0 0,49 202 688 0 0,-55-225-564 0 0,-9-32-62 0 0,0 1 1 0 0,-2 0-1 0 0,1 27 0 0 0,-3-28-112 0 0,2 0-1 0 0,0 0 0 0 0,1 0 1 0 0,3 15-1 0 0,5-10-437 0 0,-1-8 2 0 0</inkml:trace>
</inkml:ink>
</file>

<file path=ppt/ink/ink1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8:31.224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0 10594 0 0,'35'6'7001'0'0,"42"16"-6159"0"0,-22-5-291 0 0,1 0-166 0 0,-1 2-1 0 0,57 29 0 0 0,99 63 108 0 0,-186-97-485 0 0,615 274 354 0 0,-637-286-358 0 0,425 148 397 0 0,-8-2-126 0 0,-244-80-134 0 0,146 63 426 0 0,-234-90-392 0 0,131 82 1 0 0,-196-108-682 0 0,-10-5-771 0 0,2-1-1 0 0,-1 0 1 0 0,1-2-1 0 0,16 8 1 0 0</inkml:trace>
</inkml:ink>
</file>

<file path=ppt/ink/ink1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8:31.784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209 26 5529 0 0,'-34'-25'10840'0'0,"38"27"-10405"0"0,14 6-138 0 0,-1 1 0 0 0,0 1 1 0 0,-1 1-1 0 0,26 21 1 0 0,60 62 1571 0 0,-65-59-1641 0 0,15 19-228 0 0,-2 3 0 0 0,-2 2 0 0 0,-3 2 0 0 0,41 74 0 0 0,-83-131 38 0 0,0 1-1 0 0,0-1 1 0 0,-1 1-1 0 0,1-1 1 0 0,-1 1-1 0 0,0 0 1 0 0,-1 0-1 0 0,1-1 1 0 0,-1 1-1 0 0,0 1 1 0 0,0-1-1 0 0,-1 0 1 0 0,1 0-1 0 0,-1 0 1 0 0,0 0-1 0 0,-1 0 1 0 0,1 0-1 0 0,-1 0 1 0 0,0 1-1 0 0,0-1 1 0 0,-1-1-1 0 0,1 1 1 0 0,-1 0-1 0 0,0 0 1 0 0,0-1-1 0 0,-1 1 1 0 0,0-1-1 0 0,1 1 1 0 0,-2-1-1 0 0,1 0 1 0 0,0 0-1 0 0,-1-1 1 0 0,1 1-1 0 0,-9 5 1 0 0,-19 15 213 0 0,0-2 1 0 0,-2-1 0 0 0,-67 31 0 0 0,1-1-67 0 0,-261 169-1521 0 0,331-201 327 0 0</inkml:trace>
</inkml:ink>
</file>

<file path=ppt/ink/ink1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8:32.698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297 374 6913 0 0,'-62'18'49'0'0,"1"3"-1"0"0,-113 56 1 0 0,232-80 3158 0 0,324-70 121 0 0,14-1-1727 0 0,-151 38-830 0 0,109-14-213 0 0,0-6-130 0 0,-111 13-352 0 0,99-19-149 0 0,18-3 206 0 0,-206 44-296 0 0,-88 14-7025 0 0</inkml:trace>
</inkml:ink>
</file>

<file path=ppt/ink/ink1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8:33.287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392 1 3681 0 0,'-37'-1'603'0'0,"0"1"-1"0"0,1 2 1 0 0,-65 12 0 0 0,69-9-38 0 0,1-1 54 0 0,12-3 350 0 0,0 2 0 0 0,0 1 0 0 0,0 0 0 0 0,-23 16 2163 0 0,42-20-3072 0 0,9 13 800 0 0,15 7-413 0 0,-4-9-190 0 0,0-1-1 0 0,1-1 0 0 0,0 0 1 0 0,1-2-1 0 0,0 0 0 0 0,0-1 1 0 0,32 3-1 0 0,16-2 105 0 0,76-2 0 0 0,-92-6-326 0 0,0 3 0 0 0,-1 3 0 0 0,63 12 0 0 0,-87-11-9 0 0,34 9 48 0 0,-59-14-7 0 0,0 1 0 0 0,-1-1 0 0 0,1 1-1 0 0,0 0 1 0 0,-1 0 0 0 0,1 0 0 0 0,-1 0 0 0 0,0 1 0 0 0,0-1 0 0 0,0 1 0 0 0,0 0 0 0 0,4 5-1 0 0,-6-6 1 0 0,1 1-1 0 0,-1-1 0 0 0,0 1 1 0 0,-1 0-1 0 0,1 0 0 0 0,0-1 1 0 0,-1 1-1 0 0,0 0 0 0 0,1 0 0 0 0,-1 0 1 0 0,0-1-1 0 0,0 1 0 0 0,-1 0 1 0 0,1 0-1 0 0,-1 0 0 0 0,1-1 1 0 0,-1 1-1 0 0,0 0 0 0 0,0-1 0 0 0,-3 6 1 0 0,-2 5 130 0 0,-1 0 0 0 0,-15 21 0 0 0,15-25-112 0 0,-172 214 726 0 0,46-63-871 0 0,104-122-1662 0 0,2 2 0 0 0,-29 57 1 0 0,47-78-560 0 0,1 1 0 0 0,-6 25 0 0 0</inkml:trace>
</inkml:ink>
</file>

<file path=ppt/ink/ink1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8:34.254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138 990 5065 0 0,'-15'8'837'0'0,"0"1"0"0"0,0 0-1 0 0,1 1 1 0 0,1 0 0 0 0,-19 19 0 0 0,15-14-171 0 0,15-14-601 0 0,1 0 0 0 0,-1 0 0 0 0,1 1 0 0 0,0-1 0 0 0,0 0 0 0 0,0 1 1 0 0,-1-1-1 0 0,1 0 0 0 0,0 1 0 0 0,1-1 0 0 0,-1 1 0 0 0,0-1 0 0 0,0 1 0 0 0,0 1 1 0 0,1-2-36 0 0,0-1 0 0 0,0 1 0 0 0,0-1 0 0 0,1 1 1 0 0,-1-1-1 0 0,0 0 0 0 0,0 1 0 0 0,0-1 0 0 0,0 1 1 0 0,1-1-1 0 0,-1 0 0 0 0,0 1 0 0 0,0-1 0 0 0,1 1 0 0 0,-1-1 1 0 0,0 0-1 0 0,1 0 0 0 0,-1 1 0 0 0,0-1 0 0 0,1 0 1 0 0,-1 1-1 0 0,0-1 0 0 0,1 0 0 0 0,-1 0 0 0 0,1 0 1 0 0,-1 1-1 0 0,0-1 0 0 0,1 0 0 0 0,-1 0 0 0 0,1 0 1 0 0,-1 0-1 0 0,1 0 0 0 0,4 1 120 0 0,0-1-1 0 0,0 0 1 0 0,0 0 0 0 0,0 0 0 0 0,0-1-1 0 0,-1 1 1 0 0,11-4 0 0 0,45-17 451 0 0,-1-4 0 0 0,101-56 1 0 0,-92 44-391 0 0,119-64 230 0 0,250-121 464 0 0,-97 59-615 0 0,-85 39-411 0 0,-44 21 100 0 0,126-54 25 0 0,-301 142-97 0 0,-10 6-221 0 0,0-2 0 0 0,47-27 0 0 0</inkml:trace>
</inkml:ink>
</file>

<file path=ppt/ink/ink1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8:34.884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623 0 3681 0 0,'-512'103'7692'0'0,"477"-95"-7576"0"0,24-6 81 0 0,1 0 1 0 0,0 0 0 0 0,-1 1-1 0 0,1 1 1 0 0,-14 6 0 0 0,85-2 930 0 0,24-8-968 0 0,1-4-1 0 0,-1-3 1 0 0,98-22 0 0 0,-58 8 1325 0 0,185-8 0 0 0,-302 28-1423 0 0,45 2 36 0 0,-51-1-99 0 0,1 1 1 0 0,-1-1 0 0 0,0 0-1 0 0,0 1 1 0 0,1-1-1 0 0,-1 1 1 0 0,0 0 0 0 0,0 0-1 0 0,0-1 1 0 0,0 1-1 0 0,0 1 1 0 0,0-1 0 0 0,0 0-1 0 0,-1 0 1 0 0,1 1-1 0 0,0-1 1 0 0,-1 1 0 0 0,1-1-1 0 0,2 4 1 0 0,-4-3 109 0 0,1 1 1 0 0,-1 0 0 0 0,0-1 0 0 0,1 1-1 0 0,-1-1 1 0 0,0 1 0 0 0,0 0-1 0 0,-1-1 1 0 0,1 1 0 0 0,-1-1-1 0 0,1 1 1 0 0,-1-1 0 0 0,0 1-1 0 0,0-1 1 0 0,0 0 0 0 0,0 1-1 0 0,0-1 1 0 0,0 0 0 0 0,-1 1 0 0 0,-2 2-1 0 0,-35 42 1746 0 0,22-29-1632 0 0,2 0 0 0 0,0 2 0 0 0,1 0 0 0 0,1 0 0 0 0,-19 39 0 0 0,-39 121 141 0 0,28-65-439 0 0,12-44-187 0 0,10-24-783 0 0,-18 58 1 0 0</inkml:trace>
</inkml:ink>
</file>

<file path=ppt/ink/ink1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9:40.6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24 274 1376 0 0,'-11'-16'352'0'0,"0"-9"5416"0"0,10 23-5371 0 0,1 1 0 0 0,0-1 0 0 0,0 0 0 0 0,-1 1 1 0 0,1-1-1 0 0,0 0 0 0 0,1 0 0 0 0,-1 1 0 0 0,0-1 0 0 0,15-17 7652 0 0,-11 57-7849 0 0,-2 1-1 0 0,-3 57 1 0 0,0 29 314 0 0,2-106-466 0 0,1 0 0 0 0,1-1-1 0 0,0 0 1 0 0,10 29 0 0 0,-10-39-48 0 0,1-1 0 0 0,0 1 0 0 0,0-1-1 0 0,1 1 1 0 0,0-1 0 0 0,0 0 0 0 0,1-1-1 0 0,0 0 1 0 0,7 7 0 0 0,-11-11 0 0 0,-1-1 0 0 0,0 0 1 0 0,1 1-1 0 0,-1-1 0 0 0,1 0 0 0 0,0 0 1 0 0,-1 0-1 0 0,1 0 0 0 0,0 0 1 0 0,-1-1-1 0 0,1 1 0 0 0,0 0 0 0 0,0-1 1 0 0,0 1-1 0 0,0-1 0 0 0,-1 0 1 0 0,1 0-1 0 0,0 1 0 0 0,0-1 0 0 0,0-1 1 0 0,0 1-1 0 0,0 0 0 0 0,0 0 1 0 0,0-1-1 0 0,-1 1 0 0 0,1-1 0 0 0,0 1 1 0 0,0-1-1 0 0,0 0 0 0 0,-1 0 1 0 0,1 0-1 0 0,0 0 0 0 0,-1 0 0 0 0,1 0 1 0 0,-1 0-1 0 0,1 0 0 0 0,-1-1 1 0 0,0 1-1 0 0,0-1 0 0 0,1 1 0 0 0,-1-1 1 0 0,0 1-1 0 0,0-1 0 0 0,0 0 1 0 0,-1 1-1 0 0,2-4 0 0 0,16-35 221 0 0,-1 0 0 0 0,-3-2-1 0 0,13-58 1 0 0,-14 50-59 0 0,33-86 0 0 0,-46 135-155 0 0,1 1-1 0 0,-1-1 1 0 0,0 0-1 0 0,1 0 1 0 0,-1 0-1 0 0,0 0 1 0 0,1 0-1 0 0,-1 1 1 0 0,1-1-1 0 0,0 0 1 0 0,-1 0-1 0 0,1 1 1 0 0,-1-1-1 0 0,1 1 1 0 0,0-1-1 0 0,0 0 1 0 0,-1 1-1 0 0,1-1 1 0 0,0 1-1 0 0,0-1 1 0 0,0 1-1 0 0,0 0 1 0 0,1-1-1 0 0,-2 1-7 0 0,1 1 1 0 0,0-1-1 0 0,0 0 0 0 0,0 0 0 0 0,0 1 1 0 0,-1-1-1 0 0,1 1 0 0 0,0-1 0 0 0,0 1 0 0 0,-1-1 1 0 0,1 1-1 0 0,0-1 0 0 0,-1 1 0 0 0,1 0 0 0 0,-1-1 1 0 0,1 1-1 0 0,0 0 0 0 0,-1 0 0 0 0,1 1 1 0 0,4 8 6 0 0,0 0 1 0 0,0 0-1 0 0,3 13 1 0 0,-4-10 187 0 0,2 0-209 0 0,0 0 0 0 0,1 0-1 0 0,1-1 1 0 0,0 0-1 0 0,0 0 1 0 0,1-1 0 0 0,1 0-1 0 0,0 0 1 0 0,0-1-1 0 0,19 13 1 0 0,-23-18 11 0 0,1-1 0 0 0,-1 1 1 0 0,1-2-1 0 0,0 1 0 0 0,0-1 0 0 0,0 0 0 0 0,0-1 0 0 0,0 1 1 0 0,1-1-1 0 0,-1-1 0 0 0,1 0 0 0 0,0 0 0 0 0,-1 0 1 0 0,1-1-1 0 0,0 0 0 0 0,-1 0 0 0 0,1-1 0 0 0,0 0 1 0 0,-1 0-1 0 0,1-1 0 0 0,11-4 0 0 0,-16 4 24 0 0,1 1 0 0 0,-1-1 0 0 0,0 0 0 0 0,0 0 0 0 0,0 0 0 0 0,0-1 0 0 0,0 1 0 0 0,0-1 0 0 0,-1 0 1 0 0,1 1-1 0 0,-1-1 0 0 0,0 0 0 0 0,0 0 0 0 0,0-1 0 0 0,0 1 0 0 0,0 0 0 0 0,-1-1 0 0 0,1 1 0 0 0,-1-1 0 0 0,0 1 0 0 0,0-1 0 0 0,0 0 0 0 0,-1 1 0 0 0,1-1 0 0 0,-1 0 0 0 0,0 0 0 0 0,-1-5 0 0 0,0-10 102 0 0,-1 0 0 0 0,-2 0-1 0 0,0 0 1 0 0,-7-20 0 0 0,6 21-93 0 0,-1-6 40 0 0,-32-99 157 0 0,33 110-274 0 0,-1 1-1 0 0,0 0 1 0 0,0 0 0 0 0,-1 0 0 0 0,0 1 0 0 0,-1 0-1 0 0,-12-12 1 0 0,17 20-22 0 0,0 0-1 0 0,0 1 1 0 0,0-1-1 0 0,-1 1 1 0 0,1 0-1 0 0,-1 0 1 0 0,-6-3-1 0 0,9 5-8 0 0,0-1 0 0 0,0 1 0 0 0,0 0-1 0 0,1 0 1 0 0,-1-1 0 0 0,0 1 0 0 0,0 0 0 0 0,0 0 0 0 0,0 0 0 0 0,0 0-1 0 0,0 0 1 0 0,0 0 0 0 0,0 0 0 0 0,0 0 0 0 0,0 0 0 0 0,0 1 0 0 0,0-1-1 0 0,0 0 1 0 0,0 1 0 0 0,0-1 0 0 0,0 0 0 0 0,0 1 0 0 0,0 0-1 0 0,1-1 1 0 0,-1 1 0 0 0,0-1 0 0 0,0 1 0 0 0,1 0 0 0 0,-1-1 0 0 0,0 1-1 0 0,1 0 1 0 0,-1 0 0 0 0,1 0 0 0 0,-1-1 0 0 0,1 1 0 0 0,-2 2 0 0 0,-1 7-1367 0 0</inkml:trace>
</inkml:ink>
</file>

<file path=ppt/ink/ink1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9:40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7834 0 0,'1'0'431'0'0,"0"1"0"0"0,1 0 0 0 0,-1 0-1 0 0,1 0 1 0 0,-1 0 0 0 0,0 0 0 0 0,1 0 0 0 0,-1 0 0 0 0,0 0 0 0 0,0 0 0 0 0,0 1 0 0 0,0-1 0 0 0,0 0 0 0 0,0 1 0 0 0,-1-1 0 0 0,1 1 0 0 0,0-1 0 0 0,-1 1 0 0 0,1-1 0 0 0,-1 1-1 0 0,1 0 1 0 0,-1 2 0 0 0,12 44 2414 0 0,-11-44-2736 0 0,41 279 3001 0 0,-33-188-4843 0 0,-3 0-3765 0 0</inkml:trace>
</inkml:ink>
</file>

<file path=ppt/ink/ink1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9:41.4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46 5529 0 0,'3'1'380'0'0,"0"1"-1"0"0,0-1 0 0 0,-1 1 1 0 0,1-1-1 0 0,0 0 1 0 0,0 0-1 0 0,0 0 1 0 0,0-1-1 0 0,0 1 0 0 0,0-1 1 0 0,0 0-1 0 0,1 1 1 0 0,-1-1-1 0 0,0-1 1 0 0,0 1-1 0 0,0 0 0 0 0,0-1 1 0 0,5-1-1 0 0,58-18 3052 0 0,-65 20-3398 0 0,4-2 105 0 0,71-22 1761 0 0,-68 22-2192 0 0,0 0-1 0 0,0 0 0 0 0,1 1 1 0 0,-1 1-1 0 0,0-1 0 0 0,1 1 1 0 0,10 2-1 0 0</inkml:trace>
</inkml:ink>
</file>

<file path=ppt/ink/ink1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9:41.6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65 7370 0 0,'-1'9'8810'0'0,"23"-17"-6539"0"0,34-18-2634 0 0,-54 25 602 0 0,61-30-3480 0 0,-45 23-2307 0 0</inkml:trace>
</inkml:ink>
</file>

<file path=ppt/ink/ink1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9:42.0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80 3225 0 0,'18'-40'3174'0'0,"-21"0"8807"0"0,7 48-8535 0 0,6 6-2768 0 0,-8-11-615 0 0,20 34 227 0 0,-2 1-1 0 0,-2 0 0 0 0,-1 2 0 0 0,18 69 0 0 0,16 115-289 0 0,-16-56 0 0 0,-34-165 3 0 0,0 1-5 0 0,0-1 1 0 0,0 0-1 0 0,0 1 0 0 0,-1-1 1 0 0,1 1-1 0 0,-1-1 0 0 0,0 1 1 0 0,0-1-1 0 0,0 1 1 0 0,0-1-1 0 0,0 1 0 0 0,-1-1 1 0 0,-1 6-1 0 0,1-8-322 0 0</inkml:trace>
</inkml:ink>
</file>

<file path=ppt/ink/ink1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9:43.3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56 214 1840 0 0,'-2'-19'417'0'0,"2"16"319"0"0,0-1 0 0 0,0 1 1 0 0,-1-1-1 0 0,1 0 0 0 0,-1 1 0 0 0,0-1 0 0 0,0 1 0 0 0,0-1 0 0 0,0 1 0 0 0,0 0 0 0 0,-1-1 1 0 0,0 1-1 0 0,0 0 0 0 0,-2-3 0 0 0,3 6-607 0 0,1 0 1 0 0,-1 0-1 0 0,0 0 1 0 0,0 0-1 0 0,1 0 1 0 0,-1 0-1 0 0,0 0 1 0 0,1 1-1 0 0,-1-1 1 0 0,0 0-1 0 0,1 0 1 0 0,-1 1-1 0 0,0-1 1 0 0,1 0-1 0 0,-1 1 1 0 0,0-1-1 0 0,1 1 1 0 0,-1-1-1 0 0,1 1 1 0 0,-1-1-1 0 0,1 1 1 0 0,-1 0-1 0 0,1-1 1 0 0,0 1-1 0 0,-1-1 1 0 0,1 1-1 0 0,0 0 0 0 0,-1-1 1 0 0,1 1-1 0 0,0 0 1 0 0,0-1-1 0 0,0 1 1 0 0,-1 1-1 0 0,-9 26 697 0 0,7-15-699 0 0,1 1 0 0 0,0-1 0 0 0,1 1 0 0 0,1 0 0 0 0,0-1 0 0 0,0 1 0 0 0,2 0 0 0 0,0-1 0 0 0,0 1-1 0 0,1-1 1 0 0,1 1 0 0 0,0-1 0 0 0,6 14 0 0 0,-5-16-124 0 0,0 0 0 0 0,1 0 0 0 0,0-1-1 0 0,1 0 1 0 0,0 0 0 0 0,0 0 0 0 0,1-1-1 0 0,0 0 1 0 0,1 0 0 0 0,0-1 0 0 0,0-1-1 0 0,1 1 1 0 0,0-1 0 0 0,0-1 0 0 0,13 7-1 0 0,-14-10 64 0 0,0-1-1 0 0,0 1 0 0 0,0-1 0 0 0,0-1 0 0 0,0 0 0 0 0,0 0 1 0 0,0-1-1 0 0,1 0 0 0 0,13-2 0 0 0,-17 1-37 0 0,-1 1-1 0 0,0-1 1 0 0,1 0 0 0 0,-1-1-1 0 0,0 1 1 0 0,0-1 0 0 0,0 0-1 0 0,0-1 1 0 0,0 1 0 0 0,0-1-1 0 0,-1 0 1 0 0,1 0 0 0 0,-1 0-1 0 0,0-1 1 0 0,0 1 0 0 0,0-1-1 0 0,5-6 1 0 0,-8 8-18 0 0,0 0 0 0 0,-1 0 0 0 0,1 0 0 0 0,0 0 0 0 0,-1-1 0 0 0,1 1 1 0 0,-1 0-1 0 0,0 0 0 0 0,0 0 0 0 0,0-1 0 0 0,0 1 0 0 0,0 0 0 0 0,0 0 0 0 0,-2-4 0 0 0,-10-37 97 0 0,2 12-45 0 0,9 26-43 0 0,-1-8 6 0 0,0 0 1 0 0,0-1 0 0 0,1 1-1 0 0,1-17 1 0 0,0 29-26 0 0,0 1-1 0 0,0 0 1 0 0,0 0 0 0 0,0-1 0 0 0,0 1 0 0 0,0 0 0 0 0,0 0 0 0 0,0-1-1 0 0,0 1 1 0 0,0 0 0 0 0,0 0 0 0 0,0-1 0 0 0,0 1 0 0 0,0 0 0 0 0,0 0 0 0 0,0-1-1 0 0,0 1 1 0 0,0 0 0 0 0,0 0 0 0 0,0 0 0 0 0,1-1 0 0 0,-1 1 0 0 0,0 0-1 0 0,0 0 1 0 0,0 0 0 0 0,0-1 0 0 0,1 1 0 0 0,-1 0 0 0 0,0 0 0 0 0,0 0-1 0 0,0 0 1 0 0,1-1 0 0 0,-1 1 0 0 0,0 0 0 0 0,0 0 0 0 0,1 0 0 0 0,-1 0 0 0 0,0 0-1 0 0,0 0 1 0 0,1 0 0 0 0,-1 0 0 0 0,0 0 0 0 0,0 0 0 0 0,1 0 0 0 0,10 10 15 0 0,8 19 92 0 0,-18-28-95 0 0,4 7 20 0 0,0-1 1 0 0,1 1-1 0 0,0-1 0 0 0,0 0 1 0 0,1 0-1 0 0,0-1 1 0 0,0 0-1 0 0,1 0 0 0 0,-1-1 1 0 0,15 8-1 0 0,-18-11-31 0 0,0 0 1 0 0,1 0-1 0 0,-1 0 0 0 0,1 0 0 0 0,-1-1 0 0 0,1 0 1 0 0,-1 0-1 0 0,1 0 0 0 0,0 0 0 0 0,0-1 0 0 0,-1 0 1 0 0,1 0-1 0 0,0 0 0 0 0,0-1 0 0 0,-1 1 0 0 0,1-1 1 0 0,0 0-1 0 0,-1-1 0 0 0,1 1 0 0 0,-1-1 0 0 0,1 0 1 0 0,7-4-1 0 0,-10 4 15 0 0,1-1 0 0 0,0 1 0 0 0,-1-1 0 0 0,0 0 0 0 0,0 0 0 0 0,0 0-1 0 0,0 0 1 0 0,0 0 0 0 0,0 0 0 0 0,-1 0 0 0 0,1-1 0 0 0,-1 1 0 0 0,0-1 0 0 0,0 1 0 0 0,-1-1 0 0 0,1 1 0 0 0,0-6 0 0 0,0-9 91 0 0,0 1 1 0 0,-3-22-1 0 0,1 31-84 0 0,-17-180 283 0 0,7 108-7374 0 0</inkml:trace>
</inkml:ink>
</file>

<file path=ppt/ink/ink1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9:43.7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1 124 6913 0 0,'15'-14'851'0'0,"0"0"0"0"0,2 1 0 0 0,0 1-1 0 0,0 0 1 0 0,1 1 0 0 0,0 1-1 0 0,1 1 1 0 0,0 1 0 0 0,27-8 0 0 0,-44 15-716 0 0,0 0 0 0 0,1 0 0 0 0,-1 1 0 0 0,0 0 0 0 0,0-1 0 0 0,1 1 1 0 0,-1 0-1 0 0,0 0 0 0 0,0 0 0 0 0,0 0 0 0 0,1 0 0 0 0,-1 1 0 0 0,0-1 1 0 0,0 1-1 0 0,0 0 0 0 0,1-1 0 0 0,-1 1 0 0 0,0 0 0 0 0,0 0 0 0 0,0 0 1 0 0,0 0-1 0 0,-1 1 0 0 0,1-1 0 0 0,0 0 0 0 0,0 1 0 0 0,-1-1 0 0 0,1 1 0 0 0,-1 0 1 0 0,1 0-1 0 0,-1-1 0 0 0,0 1 0 0 0,0 0 0 0 0,0 0 0 0 0,0 0 0 0 0,0 0 1 0 0,0 0-1 0 0,0 1 0 0 0,-1-1 0 0 0,1 0 0 0 0,-1 0 0 0 0,0 0 0 0 0,1 5 1 0 0,0 4 75 0 0,-1 0 0 0 0,0 1 0 0 0,-1-1 0 0 0,0 0 0 0 0,0 0 1 0 0,-2 0-1 0 0,-3 15 0 0 0,-12 20 80 0 0,13-36-203 0 0,1 0 1 0 0,0 0-1 0 0,1 1 1 0 0,0-1-1 0 0,0 1 1 0 0,1 0-1 0 0,0 0 0 0 0,1 13 1 0 0,0-23-84 0 0,2 0-1 0 0,-1 0 1 0 0,0 0 0 0 0,0 0-1 0 0,0-1 1 0 0,0 1 0 0 0,0 0 0 0 0,1 0-1 0 0,-1 0 1 0 0,0 0 0 0 0,1 0 0 0 0,-1 0-1 0 0,1 0 1 0 0,-1-1 0 0 0,1 1-1 0 0,-1 0 1 0 0,1 0 0 0 0,0-1 0 0 0,-1 1-1 0 0,1 0 1 0 0,0-1 0 0 0,0 1 0 0 0,-1-1-1 0 0,1 1 1 0 0,0-1 0 0 0,0 1 0 0 0,0-1-1 0 0,0 0 1 0 0,1 1 0 0 0,0-1 2 0 0,1 1 1 0 0,0-1 0 0 0,-1 0 0 0 0,1 0-1 0 0,0 0 1 0 0,-1-1 0 0 0,1 1-1 0 0,0-1 1 0 0,-1 1 0 0 0,4-2-1 0 0,6-3-63 0 0,-1 0 0 0 0,1 0 0 0 0,14-11 0 0 0,35-26-616 0 0,-35 22-684 0 0,1 2-1 0 0,45-22 1 0 0,-18 16-2663 0 0,-36 18 2596 0 0</inkml:trace>
</inkml:ink>
</file>

<file path=ppt/ink/ink1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9:44.0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71 3225 0 0,'8'-7'6217'0'0,"9"-10"-1231"0"0,-3 5-2592 0 0,-11 9-2083 0 0,0-1 1 0 0,1 1 0 0 0,0 0 0 0 0,0-1 0 0 0,0 2 0 0 0,0-1 0 0 0,0 0 0 0 0,0 1 0 0 0,1 0-1 0 0,7-3 1 0 0,-11 5-517 0 0,0 0 0 0 0,0 0 0 0 0,0 1 0 0 0,0-1-1 0 0,0 0 1 0 0,0 1 0 0 0,0-1 0 0 0,0 1-1 0 0,-1-1 1 0 0,1 1 0 0 0,0-1 0 0 0,0 1 0 0 0,-1 0-1 0 0,1-1 1 0 0,0 1 0 0 0,-1 0 0 0 0,1-1 0 0 0,-1 1-1 0 0,1 0 1 0 0,-1 0 0 0 0,1 0 0 0 0,0 1 0 0 0</inkml:trace>
</inkml:ink>
</file>

<file path=ppt/ink/ink1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9:44.1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1 131 1368 0 0,'-1'16'-350'0'0,"1"-15"525"0"0,0 0 0 0 0,0-1 1 0 0,0 1-1 0 0,1-1 1 0 0,-1 1-1 0 0,0-1 1 0 0,0 1-1 0 0,0-1 1 0 0,0 1-1 0 0,1-1 1 0 0,-1 1-1 0 0,0-1 1 0 0,1 1-1 0 0,-1-1 1 0 0,0 1-1 0 0,1-1 1 0 0,-1 1-1 0 0,0-1 1 0 0,1 0-1 0 0,-1 1 0 0 0,1-1 1 0 0,-1 0-1 0 0,2 1 1 0 0,-1-1 157 0 0,1 0-1 0 0,-1 0 1 0 0,1 0 0 0 0,-1 0 0 0 0,1 0-1 0 0,-1-1 1 0 0,1 1 0 0 0,-1 0 0 0 0,1-1-1 0 0,-1 0 1 0 0,1 1 0 0 0,-1-1 0 0 0,0 0-1 0 0,1 1 1 0 0,-1-1 0 0 0,0 0 0 0 0,0 0-1 0 0,0 0 1 0 0,2-2 0 0 0,59-56 3966 0 0,-13 11-3387 0 0,-39 39-2575 0 0,1 1 0 0 0,22-14 1 0 0</inkml:trace>
</inkml:ink>
</file>

<file path=ppt/ink/ink1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9:44.5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5 10594 0 0,'-1'0'231'0'0,"0"-1"-1"0"0,-1 0 1 0 0,1 1 0 0 0,-1-1-1 0 0,1 1 1 0 0,-1 0-1 0 0,1-1 1 0 0,-1 1 0 0 0,1 0-1 0 0,-1 0 1 0 0,0 0-1 0 0,1 0 1 0 0,-1 0 0 0 0,1 0-1 0 0,-1 1 1 0 0,1-1-1 0 0,-1 0 1 0 0,1 1 0 0 0,-1-1-1 0 0,-2 2 1 0 0,3 0 3 0 0,0-1 0 0 0,0 1 0 0 0,0-1 0 0 0,0 1 0 0 0,0 0 0 0 0,0 0 0 0 0,1 0 0 0 0,-1-1 1 0 0,1 1-1 0 0,-1 0 0 0 0,1 0 0 0 0,-1 0 0 0 0,1 0 0 0 0,0 0 0 0 0,0 0 0 0 0,0 3 0 0 0,2 81 823 0 0,3 1 0 0 0,4-1 0 0 0,27 114 0 0 0,3-48-650 0 0,-17-88-7246 0 0,-14-42-555 0 0</inkml:trace>
</inkml:ink>
</file>

<file path=ppt/ink/ink1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9:45.5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34 206 5985 0 0,'-1'0'366'0'0,"0"-1"1"0"0,-1 0-1 0 0,1 1 0 0 0,0-1 0 0 0,0 0 1 0 0,-1 0-1 0 0,1 0 0 0 0,0 1 0 0 0,0-1 0 0 0,0 0 1 0 0,0-1-1 0 0,0 1 0 0 0,0 0 0 0 0,1 0 0 0 0,-1 0 1 0 0,0 0-1 0 0,0-1 0 0 0,1 1 0 0 0,-1 0 1 0 0,0-3-1 0 0,-6-8 3927 0 0,6 15-3983 0 0,0 0 0 0 0,0 0-1 0 0,0 1 1 0 0,0-1 0 0 0,1 0-1 0 0,0 1 1 0 0,-1-1 0 0 0,2 5-1 0 0,-1-7-300 0 0,2 47 341 0 0,2 0 0 0 0,13 59-1 0 0,-15-95-339 0 0,1 0 0 0 0,1 0 0 0 0,0 0 0 0 0,1-1 0 0 0,0 1 0 0 0,0-1 0 0 0,1 0 0 0 0,1-1 1 0 0,0 1-1 0 0,0-1 0 0 0,1-1 0 0 0,0 1 0 0 0,1-1 0 0 0,11 9 0 0 0,-15-15-7 0 0,-1 0-1 0 0,1 0 1 0 0,-1 0 0 0 0,1-1 0 0 0,0 0 0 0 0,0 0 0 0 0,0 0 0 0 0,0 0-1 0 0,0-1 1 0 0,0 0 0 0 0,0 0 0 0 0,1 0 0 0 0,-1-1 0 0 0,0 0 0 0 0,1 0-1 0 0,-1 0 1 0 0,9-2 0 0 0,-7 0 6 0 0,1 0-1 0 0,-1-1 1 0 0,0 0-1 0 0,1 0 1 0 0,-1-1-1 0 0,-1 0 1 0 0,1 0-1 0 0,0 0 1 0 0,-1-1-1 0 0,11-11 1 0 0,-6 5-21 0 0,-1-1 1 0 0,0 0-1 0 0,-1 0 0 0 0,0-1 1 0 0,-1-1-1 0 0,0 1 1 0 0,-1-1-1 0 0,-1 0 1 0 0,0-1-1 0 0,-1 0 1 0 0,5-23-1 0 0,-8-28-26 0 0,23 97-1 0 0,-20-25 38 0 0,-1 1 0 0 0,1-1 1 0 0,1 0-1 0 0,-1-1 0 0 0,1 1 0 0 0,0-1 1 0 0,1 0-1 0 0,-1-1 0 0 0,14 8 0 0 0,-17-10 14 0 0,0-1-1 0 0,0 1 0 0 0,0-1 1 0 0,1 0-1 0 0,-1 0 1 0 0,0-1-1 0 0,0 1 0 0 0,1-1 1 0 0,-1 1-1 0 0,0-1 0 0 0,0 0 1 0 0,1 0-1 0 0,-1-1 1 0 0,0 1-1 0 0,1-1 0 0 0,-1 0 1 0 0,0 1-1 0 0,0-1 1 0 0,0-1-1 0 0,0 1 0 0 0,0 0 1 0 0,0-1-1 0 0,0 1 1 0 0,0-1-1 0 0,0 0 0 0 0,3-4 1 0 0,-4 5 19 0 0,-1-1 0 0 0,1 0 0 0 0,-1-1 0 0 0,0 1 0 0 0,1 0 0 0 0,-1 0 0 0 0,0 0 0 0 0,-1-1 0 0 0,1 1 0 0 0,0-1 0 0 0,-1 1 0 0 0,1 0 0 0 0,-1-1 0 0 0,0 1 0 0 0,1-1 0 0 0,-1 1 0 0 0,0-1 0 0 0,-1 1 0 0 0,1-1 0 0 0,0 1 0 0 0,-2-4 0 0 0,-1-8 185 0 0,-1 1 0 0 0,-9-21 0 0 0,9 23-237 0 0,-29-59-298 0 0,-6-14 415 0 0,35 75-527 0 0,1 0 1 0 0,1 0-1 0 0,0 0 0 0 0,0 0 1 0 0,1 0-1 0 0,0 0 0 0 0,0-14 1 0 0,5 4-2796 0 0</inkml:trace>
</inkml:ink>
</file>

<file path=ppt/ink/ink1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9:46.2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1 118 5985 0 0,'4'-1'369'0'0,"-1"-1"0"0"0,1 0 0 0 0,-1 1 0 0 0,0-1 0 0 0,1-1 0 0 0,-1 1 0 0 0,4-4 0 0 0,2-1 321 0 0,15-10 1203 0 0,1 0 1258 0 0,32-18-1 0 0,-51 31-2838 0 0,1 1 0 0 0,0 0 0 0 0,0 0 0 0 0,0 1 0 0 0,0 0 0 0 0,0 0 0 0 0,0 1 0 0 0,1 0 0 0 0,-1 0 0 0 0,11 0 0 0 0,-15 1-298 0 0,-1 1 1 0 0,0-1-1 0 0,1 0 1 0 0,-1 1 0 0 0,0-1-1 0 0,0 1 1 0 0,0 0 0 0 0,1 0-1 0 0,-1 0 1 0 0,0 0 0 0 0,0 0-1 0 0,0 1 1 0 0,-1-1 0 0 0,1 0-1 0 0,0 1 1 0 0,0-1 0 0 0,-1 1-1 0 0,1 0 1 0 0,-1 0-1 0 0,2 1 1 0 0,-1 1 40 0 0,0 1-1 0 0,0-1 1 0 0,0 0 0 0 0,0 1-1 0 0,-1-1 1 0 0,0 1 0 0 0,0 0-1 0 0,0-1 1 0 0,0 7 0 0 0,-1 8 133 0 0,-1 0 1 0 0,0-1-1 0 0,-7 34 1 0 0,4-33-130 0 0,2-13-29 0 0,0 1 1 0 0,1-1 0 0 0,0 1-1 0 0,0-1 1 0 0,1 1 0 0 0,0-1-1 0 0,1 11 1 0 0,-1-17-27 0 0,0 1 0 0 0,0-1 0 0 0,1 1 0 0 0,-1-1 0 0 0,0 0 0 0 0,1 1 0 0 0,-1-1 0 0 0,0 0 0 0 0,1 1 0 0 0,-1-1 0 0 0,0 0 0 0 0,1 1 0 0 0,-1-1 1 0 0,0 0-1 0 0,1 0 0 0 0,-1 1 0 0 0,1-1 0 0 0,-1 0 0 0 0,1 0 0 0 0,-1 0 0 0 0,1 0 0 0 0,-1 0 0 0 0,0 0 0 0 0,1 0 0 0 0,-1 0 0 0 0,1 0 0 0 0,-1 0 0 0 0,1 0 0 0 0,-1 0 0 0 0,1 0 0 0 0,-1 0 0 0 0,1 0 0 0 0,-1 0 0 0 0,1 0 0 0 0,-1 0 0 0 0,0-1 0 0 0,1 1 1 0 0,-1 0-1 0 0,1 0 0 0 0,-1-1 0 0 0,0 1 0 0 0,1 0 0 0 0,-1-1 0 0 0,0 1 0 0 0,1-1 0 0 0,24-16-181 0 0,-20 13 567 0 0,-4 3-389 0 0,0 1 1 0 0,-1-1-1 0 0,1 0 1 0 0,0 1-1 0 0,0-1 1 0 0,0 1-1 0 0,-1-1 1 0 0,1 1 0 0 0,0-1-1 0 0,0 1 1 0 0,0 0-1 0 0,0-1 1 0 0,0 1-1 0 0,0 0 1 0 0,0 0-1 0 0,0-1 1 0 0,0 1-1 0 0,0 0 1 0 0,0 0-1 0 0,0 0 1 0 0,0 0 0 0 0,0 0-1 0 0,0 1 1 0 0,0-1-1 0 0,0 0 1 0 0,-1 0-1 0 0,1 1 1 0 0,0-1-1 0 0,0 0 1 0 0,1 2-1 0 0,-1-1 0 0 0,0 1 0 0 0,0-1 0 0 0,-1 1 0 0 0,1-1 0 0 0,-1 1 0 0 0,1 0 0 0 0,-1-1 0 0 0,0 1 0 0 0,1 0 0 0 0,-1 0 0 0 0,0-1 0 0 0,0 1 0 0 0,0 0 0 0 0,0 0 0 0 0,-1-1 0 0 0,1 1 0 0 0,-1 2 0 0 0,1-1 4 0 0,0 0 0 0 0,0-1 1 0 0,0 1-1 0 0,1 0 0 0 0,-1-1 0 0 0,1 1 0 0 0,0-1 1 0 0,-1 1-1 0 0,1-1 0 0 0,0 1 0 0 0,1-1 1 0 0,-1 1-1 0 0,0-1 0 0 0,3 3 0 0 0,-3-2-3 0 0,0-3-2 0 0,-1 0 0 0 0,1 1 0 0 0,-1-1 0 0 0,0 0 0 0 0,1 1 0 0 0,-1-1 0 0 0,1 0 0 0 0,-1 1 0 0 0,1-1 0 0 0,-1 0 0 0 0,1 0 0 0 0,-1 0 0 0 0,1 0 0 0 0,0 0 0 0 0,-1 1 0 0 0,1-1 0 0 0,-1 0 0 0 0,1 0 0 0 0,-1 0 0 0 0,1 0 0 0 0,-1-1 0 0 0,1 1 0 0 0,0 0 0 0 0,-1 0 0 0 0,1 0 0 0 0,-1 0 0 0 0,1 0 0 0 0,-1-1 0 0 0,1 1 0 0 0,-1 0 0 0 0,1-1 0 0 0,0 1 0 0 0,17-12 0 0 0,-15 10 0 0 0,30-21-3093 0 0,42-38-1 0 0,-68 55 2257 0 0</inkml:trace>
</inkml:ink>
</file>

<file path=ppt/ink/ink1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9:46.8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339 9 6913 0 0,'0'-8'9499'0'0,"2"8"-9388"0"0,0 0 1 0 0,1 0 0 0 0,-1 0 0 0 0,0 0 0 0 0,0 0 0 0 0,0 0 0 0 0,0 1 0 0 0,0-1 0 0 0,0 1 0 0 0,1-1 0 0 0,-1 1 0 0 0,0 0 0 0 0,0 0 0 0 0,-1 0 0 0 0,1 0 0 0 0,0 0 0 0 0,0 0 0 0 0,0 0 0 0 0,-1 1 0 0 0,1-1 0 0 0,-1 0 0 0 0,1 1 0 0 0,-1 0 0 0 0,1-1 0 0 0,-1 1 0 0 0,0 0 0 0 0,0 0 0 0 0,0 0 0 0 0,0 0 0 0 0,0 0 0 0 0,0 0 0 0 0,-1 0 0 0 0,1 0 0 0 0,0 0 0 0 0,-1 3 0 0 0,1 5-48 0 0,-1 0 0 0 0,0 0 1 0 0,-1 0-1 0 0,0 1 0 0 0,-1-1 0 0 0,0-1 1 0 0,-1 1-1 0 0,0 0 0 0 0,0-1 0 0 0,-1 1 1 0 0,0-1-1 0 0,0 0 0 0 0,-1 0 0 0 0,-1-1 0 0 0,1 1 1 0 0,-11 10-1 0 0,-3 3 108 0 0,-1 0 1 0 0,0-1-1 0 0,-2-2 0 0 0,-35 26 1 0 0,44-35-373 0 0,0-1 1 0 0,-1-1 0 0 0,0 0 0 0 0,0-1-1 0 0,-1 0 1 0 0,0-1 0 0 0,0-1-1 0 0,0-1 1 0 0,-1 0 0 0 0,-17 2-1 0 0,11-5-7081 0 0</inkml:trace>
</inkml:ink>
</file>

<file path=ppt/ink/ink1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9:47.1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1 162 10594 0 0,'18'-13'2921'0'0,"51"-45"736"0"0,-23 18-3267 0 0,2 5-4445 0 0,-44 32 3803 0 0,1 1-1 0 0,-1 0 1 0 0,0 0 0 0 0,1 1 0 0 0,0 0 0 0 0,5-2 0 0 0,-8 3 255 0 0,-1-1 0 0 0,0 1 0 0 0,0 0 0 0 0,1 0 0 0 0,-1 0 1 0 0,0 0-1 0 0,0 0 0 0 0,1 0 0 0 0,-1 0 0 0 0,0 0 1 0 0,0 1-1 0 0,1-1 0 0 0,-1 0 0 0 0,0 1 0 0 0,0-1 0 0 0,0 1 1 0 0,1-1-1 0 0,-1 1 0 0 0,0-1 0 0 0,0 1 0 0 0,0 0 0 0 0,0 0 1 0 0,0 0-1 0 0,0 0 0 0 0,0-1 0 0 0,-1 1 0 0 0,3 3 1 0 0,0 5-64 0 0</inkml:trace>
</inkml:ink>
</file>

<file path=ppt/ink/ink1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9:47.3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81 3225 0 0,'0'0'69'0'0,"0"0"1"0"0,0 0 0 0 0,0 0 0 0 0,0 1 0 0 0,0-1-1 0 0,1 0 1 0 0,-1 0 0 0 0,0 0 0 0 0,0 1 0 0 0,0-1-1 0 0,0 0 1 0 0,0 0 0 0 0,0 0 0 0 0,0 1 0 0 0,0-1-1 0 0,0 0 1 0 0,1 1 279 0 0,-1-1-279 0 0,0 0 0 0 0,1 0 0 0 0,-1 0-1 0 0,0 0 1 0 0,0 1 0 0 0,0-1 0 0 0,1 0 0 0 0,-1 0-1 0 0,0 0 1 0 0,0 0 0 0 0,0 0 0 0 0,1 0 0 0 0,-1 0-1 0 0,0 0 1 0 0,0 0 0 0 0,0 0 0 0 0,1 0 0 0 0,-1 0-1 0 0,0 0 1 0 0,0 0 0 0 0,1 0 0 0 0,13-6 2044 0 0,11-9 501 0 0,-5 0-1957 0 0,-9 6-1968 0 0,0 1 0 0 0,1 0 1 0 0,24-12-1 0 0,-28 16 1203 0 0</inkml:trace>
</inkml:ink>
</file>

<file path=ppt/ink/ink1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9:47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0 17972 0 0,'-28'11'2814'0'0,"23"-3"-3293"0"0,15 1-1861 0 0,-2-6 2305 0 0</inkml:trace>
</inkml:ink>
</file>

<file path=ppt/ink/ink1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1:59:48.2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1 107 6913 0 0,'2'-4'420'0'0,"0"0"-1"0"0,1 0 1 0 0,-1 0-1 0 0,1 0 1 0 0,0 0-1 0 0,0 1 1 0 0,1-1-1 0 0,-1 1 1 0 0,5-3-1 0 0,-6 4 46 0 0,8-7 797 0 0,0 1 0 0 0,0 0 0 0 0,1 1-1 0 0,16-9 1 0 0,-22 13-1013 0 0,0 1 0 0 0,0 0 0 0 0,1 0-1 0 0,-1 0 1 0 0,1 0 0 0 0,-1 1 0 0 0,1 0 0 0 0,0 0-1 0 0,-1 1 1 0 0,1-1 0 0 0,0 1 0 0 0,8 1 0 0 0,-12 0-214 0 0,0 0 1 0 0,0 0 0 0 0,0 0 0 0 0,-1 0-1 0 0,1 0 1 0 0,0 0 0 0 0,0 1 0 0 0,-1-1-1 0 0,1 1 1 0 0,-1-1 0 0 0,1 1 0 0 0,-1 0 0 0 0,0-1-1 0 0,1 1 1 0 0,-1 0 0 0 0,0 0 0 0 0,0 0-1 0 0,0 0 1 0 0,0 0 0 0 0,-1 0 0 0 0,1 0-1 0 0,-1 0 1 0 0,1 3 0 0 0,8 54 122 0 0,-9-57-134 0 0,0 120 14 0 0,-1-83 252 0 0,1 0 0 0 0,9 65 0 0 0,-9-103-258 0 0,0 1 1 0 0,1 0-1 0 0,-1-1 1 0 0,1 1-1 0 0,0-1 1 0 0,-1 1-1 0 0,1-1 1 0 0,0 1-1 0 0,0-1 1 0 0,0 0-1 0 0,0 1 1 0 0,0-1-1 0 0,0 0 1 0 0,0 0-1 0 0,1 0 1 0 0,-1 0 0 0 0,0 0-1 0 0,1 0 1 0 0,-1 0-1 0 0,1 0 1 0 0,-1-1-1 0 0,1 1 1 0 0,-1 0-1 0 0,1-1 1 0 0,-1 1-1 0 0,1-1 1 0 0,-1 0-1 0 0,1 1 1 0 0,0-1-1 0 0,-1 0 1 0 0,1 0-1 0 0,0 0 1 0 0,-1 0-1 0 0,1 0 1 0 0,0-1-1 0 0,-1 1 1 0 0,1 0-1 0 0,1-2 1 0 0,11-1 235 0 0,-1 0 1 0 0,0-1 0 0 0,21-11 0 0 0,-19 9-64 0 0,55-21-2764 0 0</inkml:trace>
</inkml:ink>
</file>

<file path=ppt/ink/ink1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2:30.5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402 103 3681 0 0,'0'-4'327'0'0,"-1"-1"0"0"0,0 0 0 0 0,1 1 1 0 0,-1-1-1 0 0,-1 0 0 0 0,1 1 0 0 0,-1 0 0 0 0,0-1 1 0 0,0 1-1 0 0,0 0 0 0 0,0 0 0 0 0,-1 0 0 0 0,1 0 1 0 0,-1 0-1 0 0,0 1 0 0 0,0-1 0 0 0,-6-3 0 0 0,7 4-90 0 0,-1 1 1 0 0,0-1-1 0 0,-1 1 0 0 0,1 0 0 0 0,0 0 0 0 0,-1 1 0 0 0,1-1 0 0 0,-1 1 0 0 0,1-1 0 0 0,-1 1 0 0 0,0 0 0 0 0,1 1 0 0 0,-1-1 0 0 0,0 0 0 0 0,0 1 0 0 0,0 0 1 0 0,1 0-1 0 0,-1 0 0 0 0,0 1 0 0 0,0-1 0 0 0,-4 2 0 0 0,-1 1-4 0 0,-1 1 0 0 0,1 0 0 0 0,0 0 0 0 0,1 1-1 0 0,-1 0 1 0 0,1 0 0 0 0,0 1 0 0 0,0 0 0 0 0,-13 14 0 0 0,10-7-70 0 0,1 0 0 0 0,0 0-1 0 0,1 1 1 0 0,0 0 0 0 0,-9 19 0 0 0,0 12 21 0 0,2 1 0 0 0,-22 94 0 0 0,24-79-44 0 0,3 0 0 0 0,-6 106 0 0 0,17-146-85 0 0,0-1 0 0 0,1 1 0 0 0,1-1 0 0 0,0 0 0 0 0,2 1 0 0 0,1-1 1 0 0,0-1-1 0 0,1 1 0 0 0,1-1 0 0 0,1 0 0 0 0,1 0 0 0 0,12 19 0 0 0,-9-23 63 0 0,0 0-1 0 0,1-2 0 0 0,0 1 1 0 0,1-1-1 0 0,0-1 1 0 0,1-1-1 0 0,1 0 1 0 0,0-1-1 0 0,0 0 0 0 0,1-2 1 0 0,0 0-1 0 0,0 0 1 0 0,1-2-1 0 0,24 6 0 0 0,-21-7-409 0 0,0-1-1 0 0,0 0 1 0 0,1-2-1 0 0,-1 0 1 0 0,0-2-1 0 0,1 0 1 0 0,-1-2-1 0 0,0 0 1 0 0,0-1-1 0 0,0-1 1 0 0,0-1-1 0 0,28-11 0 0 0,-22 3-6203 0 0</inkml:trace>
</inkml:ink>
</file>

<file path=ppt/ink/ink1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2:31.0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91 125 6913 0 0,'2'-24'406'0'0,"-2"20"127"0"0,-1 0 0 0 0,1 0-1 0 0,-1 1 1 0 0,0-1-1 0 0,0 0 1 0 0,0 1 0 0 0,-1-1-1 0 0,-1-3 1 0 0,2 6-292 0 0,1 0 0 0 0,-1 0 1 0 0,0 0-1 0 0,1 0 0 0 0,-1 0 1 0 0,0 0-1 0 0,0 0 0 0 0,0 0 1 0 0,0 1-1 0 0,0-1 0 0 0,0 0 1 0 0,0 0-1 0 0,0 1 0 0 0,0-1 0 0 0,0 1 1 0 0,0-1-1 0 0,0 1 0 0 0,0-1 1 0 0,-2 1-1 0 0,1 0-100 0 0,1 0-1 0 0,-1 0 1 0 0,1 0-1 0 0,-1 1 1 0 0,0-1-1 0 0,1 0 1 0 0,-1 1-1 0 0,1 0 1 0 0,-1-1 0 0 0,1 1-1 0 0,-1 0 1 0 0,1 0-1 0 0,0-1 1 0 0,-1 1-1 0 0,1 0 1 0 0,0 1-1 0 0,0-1 1 0 0,-2 2 0 0 0,-1 1-60 0 0,1 1 1 0 0,0-1 0 0 0,0 1 0 0 0,0 0 0 0 0,1 0-1 0 0,0 0 1 0 0,0 0 0 0 0,0 0 0 0 0,0 0 0 0 0,1 1-1 0 0,0-1 1 0 0,-1 7 0 0 0,-2 67 85 0 0,4-74-129 0 0,0 6-25 0 0,1 1 0 0 0,0 0 0 0 0,0-1 0 0 0,1 1 1 0 0,0-1-1 0 0,1 0 0 0 0,1 1 0 0 0,0-1 0 0 0,0-1 0 0 0,1 1 1 0 0,1-1-1 0 0,-1 1 0 0 0,9 9 0 0 0,-8-13-6 0 0,0 0 0 0 0,0-1 0 0 0,0 0 0 0 0,1-1 1 0 0,-1 1-1 0 0,2-1 0 0 0,-1 0 0 0 0,0-1 0 0 0,1 0 0 0 0,0 0 0 0 0,0-1 0 0 0,0 0 0 0 0,0 0 0 0 0,1-1 0 0 0,-1 0 0 0 0,1 0 0 0 0,-1-1 0 0 0,12 1 1 0 0,-11-2 2 0 0,1-1 0 0 0,-1 1 1 0 0,1-1-1 0 0,-1-1 1 0 0,0 0-1 0 0,0 0 0 0 0,0-1 1 0 0,0 0-1 0 0,0-1 1 0 0,0 0-1 0 0,-1 0 0 0 0,1-1 1 0 0,-1 0-1 0 0,8-6 1 0 0,-6 3 23 0 0,0-1 0 0 0,-1 0 1 0 0,0 0-1 0 0,0-1 0 0 0,-1 0 1 0 0,0-1-1 0 0,-1 0 0 0 0,0 0 1 0 0,9-22-1 0 0,-11 22-6 0 0,-2 1 1 0 0,1-1 0 0 0,-1 1-1 0 0,-1-1 1 0 0,0 0-1 0 0,0 0 1 0 0,-1 0-1 0 0,-1 0 1 0 0,0 0-1 0 0,0 0 1 0 0,-4-18-1 0 0,2 21-19 0 0,0 0 0 0 0,0 0 0 0 0,-1 1 0 0 0,0-1 0 0 0,-1 0 0 0 0,1 1 0 0 0,-2 0 0 0 0,1 0 0 0 0,-1 0 0 0 0,0 1 0 0 0,0-1 0 0 0,-1 1 0 0 0,0 0 0 0 0,0 1 0 0 0,0-1 0 0 0,-12-6 0 0 0,14 9-78 0 0,-1 0-1 0 0,1 1 0 0 0,0 0 0 0 0,-1 0 1 0 0,0 0-1 0 0,0 1 0 0 0,1-1 0 0 0,-1 1 1 0 0,0 0-1 0 0,0 1 0 0 0,0-1 0 0 0,0 1 1 0 0,0 0-1 0 0,0 0 0 0 0,0 0 0 0 0,0 1 1 0 0,0 0-1 0 0,0 0 0 0 0,0 0 0 0 0,0 1 1 0 0,-8 3-1 0 0,9-3-290 0 0,-1 1 1 0 0,1 0-1 0 0,0 0 1 0 0,0 0-1 0 0,0 0 1 0 0,0 0-1 0 0,0 1 1 0 0,1 0-1 0 0,0 0 1 0 0,-1 0-1 0 0,1 0 0 0 0,1 0 1 0 0,-5 9-1 0 0,-1 7-5461 0 0</inkml:trace>
</inkml:ink>
</file>

<file path=ppt/ink/ink1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2:31.4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204 27 6913 0 0,'0'-2'73'0'0,"0"1"0"0"0,-1 0 0 0 0,1 0 0 0 0,0 0-1 0 0,-1-1 1 0 0,1 1 0 0 0,-1 0 0 0 0,0 0 0 0 0,1 0-1 0 0,-1 0 1 0 0,0 0 0 0 0,0 0 0 0 0,1 0 0 0 0,-1 0-1 0 0,0 0 1 0 0,0 1 0 0 0,0-1 0 0 0,0 0 0 0 0,0 0-1 0 0,0 1 1 0 0,0-1 0 0 0,-1 1 0 0 0,-1-1 0 0 0,0 0 133 0 0,0 0 1 0 0,0 1-1 0 0,0-1 1 0 0,0 1-1 0 0,-1 0 1 0 0,1 0-1 0 0,0 0 1 0 0,0 1-1 0 0,-4 0 1 0 0,-2 1 394 0 0,0 0 0 0 0,0 1 0 0 0,1 0 0 0 0,-1 1 0 0 0,1 0 0 0 0,-9 5 0 0 0,8-3-213 0 0,1 0 1 0 0,0 0-1 0 0,0 1 0 0 0,0 1 1 0 0,1-1-1 0 0,-13 17 1 0 0,19-22-329 0 0,-1 0 0 0 0,1 0 1 0 0,0 0-1 0 0,0 0 0 0 0,0 0 0 0 0,0 0 1 0 0,1 0-1 0 0,-1 0 0 0 0,0 0 0 0 0,1 0 1 0 0,-1 0-1 0 0,1 0 0 0 0,0 1 0 0 0,0-1 1 0 0,0 0-1 0 0,0 0 0 0 0,0 0 0 0 0,0 1 1 0 0,1-1-1 0 0,-1 0 0 0 0,1 0 0 0 0,-1 0 1 0 0,1 0-1 0 0,0 0 0 0 0,0 0 0 0 0,0 0 1 0 0,0 0-1 0 0,0 0 0 0 0,0 0 0 0 0,1 0 1 0 0,-1-1-1 0 0,1 1 0 0 0,-1-1 0 0 0,1 1 1 0 0,0-1-1 0 0,-1 1 0 0 0,1-1 0 0 0,4 2 1 0 0,7 4 18 0 0,1 0 1 0 0,-1-1-1 0 0,2-1 1 0 0,-1 0-1 0 0,0-1 1 0 0,29 4-1 0 0,25 8 103 0 0,-66-15-180 0 0,-1-1 0 0 0,1 0-1 0 0,-1 1 1 0 0,1-1-1 0 0,-1 1 1 0 0,0 0-1 0 0,1-1 1 0 0,-1 1 0 0 0,0 0-1 0 0,1 0 1 0 0,-1 0-1 0 0,0 0 1 0 0,0 0 0 0 0,0 0-1 0 0,0 0 1 0 0,0 0-1 0 0,0 0 1 0 0,0 1-1 0 0,0-1 1 0 0,0 0 0 0 0,0 1-1 0 0,-1-1 1 0 0,1 0-1 0 0,-1 1 1 0 0,2 2-1 0 0,-2-1 6 0 0,-1 0 0 0 0,1-1-1 0 0,0 1 1 0 0,-1-1-1 0 0,0 1 1 0 0,1 0-1 0 0,-1-1 1 0 0,0 1 0 0 0,0-1-1 0 0,0 1 1 0 0,-1-1-1 0 0,1 0 1 0 0,-3 4-1 0 0,-5 5 25 0 0,0 0-1 0 0,-1-1 0 0 0,0 0 0 0 0,-17 12 0 0 0,-8 5-214 0 0,-42 23 0 0 0,25-25-3786 0 0</inkml:trace>
</inkml:ink>
</file>

<file path=ppt/ink/ink1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2:31.8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84 6273 0 0,'2'-5'157'0'0,"1"0"-1"0"0,-1-1 0 0 0,0 1 1 0 0,0-1-1 0 0,0 0 0 0 0,1-10 0 0 0,10-18 11926 0 0,-5 69-11096 0 0,0 56 96 0 0,-4-33-847 0 0,3-1 0 0 0,2-1 0 0 0,22 76 0 0 0,56 77-1292 0 0,-67-166-816 0 0,-19-42 1752 0 0,-1-1-1 0 0,1 1 1 0 0,-1 0 0 0 0,1-1-1 0 0,-1 1 1 0 0,0-1 0 0 0,1 1-1 0 0,-1 0 1 0 0,0-1 0 0 0,0 1-1 0 0,1 0 1 0 0,-1-1 0 0 0,0 1-1 0 0,0 0 1 0 0,0 0 0 0 0,0-1-1 0 0,0 1 1 0 0,0 0 0 0 0,0-1 0 0 0,0 1-1 0 0,0 0 1 0 0,0 0 0 0 0,0-1-1 0 0,-1 1 1 0 0,1 0 0 0 0,0-1-1 0 0,0 1 1 0 0,-1 0 0 0 0,1-1-1 0 0,0 1 1 0 0,-1 0 0 0 0,1-1-1 0 0,-1 1 1 0 0,1-1 0 0 0,-1 1-1 0 0,1-1 1 0 0,-1 1 0 0 0,0 0-1 0 0,0-1-135 0 0,-1 0 0 0 0,1 0 0 0 0,0 0 0 0 0,-1 0 0 0 0,1 0 0 0 0,0-1 0 0 0,0 1 0 0 0,-1 0 0 0 0,1-1-1 0 0,0 1 1 0 0,0-1 0 0 0,-1 1 0 0 0,1-1 0 0 0,0 1 0 0 0,0-1 0 0 0,0 0 0 0 0,0 0 0 0 0,0 1 0 0 0,0-1-1 0 0,0 0 1 0 0,-1-2 0 0 0,-5-5-935 0 0,0 0 0 0 0,0-1-1 0 0,1 1 1 0 0,-8-16 0 0 0,-18-44-724 0 0,0 1 2078 0 0,-2 15 1559 0 0,10 15 1168 0 0,4 1 3925 0 0,20 34-6578 0 0,-1-1 0 0 0,0 1 1 0 0,1 0-1 0 0,0 0 0 0 0,0-1 0 0 0,-1 1 1 0 0,2 0-1 0 0,-1 0 0 0 0,0-1 0 0 0,0 1 0 0 0,1 0 1 0 0,-1 0-1 0 0,1 0 0 0 0,-1-1 0 0 0,1 1 0 0 0,0 0 1 0 0,0 0-1 0 0,0 0 0 0 0,0 0 0 0 0,0 0 0 0 0,1 1 1 0 0,-1-1-1 0 0,0 0 0 0 0,1 0 0 0 0,0 1 0 0 0,-1-1 1 0 0,1 1-1 0 0,0-1 0 0 0,2 0 0 0 0,6-6-25 0 0,0 1 1 0 0,1 0-1 0 0,19-8 0 0 0,-13 7-673 0 0,-1 1 0 0 0,1 1 0 0 0,25-6 0 0 0,-14 7-6354 0 0</inkml:trace>
</inkml:ink>
</file>

<file path=ppt/ink/ink1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2:32.3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181 103 7370 0 0,'0'-7'279'0'0,"1"0"1"0"0,-1 0-1 0 0,-1 0 1 0 0,1 0-1 0 0,-1 0 0 0 0,-1 1 1 0 0,1-1-1 0 0,-4-9 1 0 0,4 14-120 0 0,1 0 0 0 0,-1 0 1 0 0,0 1-1 0 0,0-1 0 0 0,0 0 0 0 0,-1 1 0 0 0,1-1 0 0 0,0 0 1 0 0,0 1-1 0 0,-1-1 0 0 0,1 1 0 0 0,-1 0 0 0 0,0 0 1 0 0,1-1-1 0 0,-1 1 0 0 0,0 0 0 0 0,0 1 0 0 0,1-1 0 0 0,-1 0 1 0 0,0 0-1 0 0,0 1 0 0 0,0-1 0 0 0,0 1 0 0 0,0-1 1 0 0,0 1-1 0 0,0 0 0 0 0,0 0 0 0 0,0 0 0 0 0,0 0 1 0 0,0 0-1 0 0,0 1 0 0 0,0-1 0 0 0,-3 1 0 0 0,1 0 39 0 0,0 1-1 0 0,-1-1 0 0 0,1 1 1 0 0,0-1-1 0 0,0 1 0 0 0,0 0 1 0 0,1 1-1 0 0,-1-1 0 0 0,0 1 1 0 0,1 0-1 0 0,0 0 1 0 0,0 0-1 0 0,-4 4 0 0 0,2 0-11 0 0,0 0 0 0 0,0 0 0 0 0,1 0 0 0 0,0 1 1 0 0,0 0-1 0 0,-3 11 0 0 0,1 2 47 0 0,1 0-1 0 0,0 1 1 0 0,2 0 0 0 0,-1 31 0 0 0,3-8 93 0 0,3 0 0 0 0,2 0 0 0 0,2 0 0 0 0,19 72 1 0 0,-7-53-538 0 0,3-1 0 0 0,44 90 0 0 0,-52-127-347 0 0,-1-3-1464 0 0,-5-7-2259 0 0,1 2-2069 0 0</inkml:trace>
</inkml:ink>
</file>

<file path=ppt/ink/ink1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2:32.5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12 227 1376 0 0,'-1'-1'151'0'0,"0"0"-1"0"0,0 0 0 0 0,1 0 1 0 0,-1 0-1 0 0,0 0 0 0 0,0 0 1 0 0,0 0-1 0 0,1 0 1 0 0,-1 0-1 0 0,0 0 0 0 0,1-1 1 0 0,-1 1-1 0 0,1 0 0 0 0,0 0 1 0 0,-1-1-1 0 0,1 1 0 0 0,0 0 1 0 0,0-1-1 0 0,0 1 1 0 0,0 0-1 0 0,0 0 0 0 0,0-1 1 0 0,0 1-1 0 0,0 0 0 0 0,0-1 1 0 0,1-1-1 0 0,1-1 751 0 0,0 0 1 0 0,1 0-1 0 0,-1 0 0 0 0,1 1 0 0 0,0-1 0 0 0,5-4 1 0 0,-3 3-1070 0 0,7-8 965 0 0,2 1 0 0 0,0 0-1 0 0,0 1 1 0 0,1 1 0 0 0,0 0-1 0 0,1 1 1 0 0,0 1 0 0 0,25-9-1 0 0,-1 2-1031 0 0,1 3 0 0 0,63-11 1 0 0,-75 19-6255 0 0</inkml:trace>
</inkml:ink>
</file>

<file path=ppt/ink/ink1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2:33.3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66 205 1840 0 0,'-8'-14'652'0'0,"-9"-15"6742"0"0,17 28-7084 0 0,-1 0 1 0 0,1 0-1 0 0,-1 1 1 0 0,0-1-1 0 0,1 0 1 0 0,-1 0-1 0 0,0 1 1 0 0,0-1-1 0 0,1 0 1 0 0,-1 1-1 0 0,0-1 1 0 0,0 1-1 0 0,0-1 1 0 0,0 1-1 0 0,0-1 1 0 0,0 1-1 0 0,0-1 1 0 0,0 1 0 0 0,0 0-1 0 0,0 0 1 0 0,0 0-1 0 0,-2-1 1 0 0,2 2-168 0 0,0 0 0 0 0,0-1 0 0 0,0 1 0 0 0,0 0 1 0 0,0 0-1 0 0,0-1 0 0 0,0 1 0 0 0,0 0 0 0 0,0 0 1 0 0,0 0-1 0 0,0 0 0 0 0,0 1 0 0 0,1-1 0 0 0,-1 0 1 0 0,0 0-1 0 0,1 0 0 0 0,-1 0 0 0 0,1 1 0 0 0,-1-1 1 0 0,1 0-1 0 0,0 1 0 0 0,0-1 0 0 0,-1 0 1 0 0,1 1-1 0 0,0 0 0 0 0,-1 36 493 0 0,1-33-611 0 0,1 1-1 0 0,-1 0 1 0 0,1-1-1 0 0,0 1 1 0 0,1 0 0 0 0,0-1-1 0 0,-1 0 1 0 0,2 1-1 0 0,-1-1 1 0 0,1 0-1 0 0,-1 0 1 0 0,1 0-1 0 0,1-1 1 0 0,-1 1 0 0 0,1-1-1 0 0,0 1 1 0 0,0-1-1 0 0,0 0 1 0 0,0-1-1 0 0,1 1 1 0 0,-1-1-1 0 0,1 0 1 0 0,0 0 0 0 0,0 0-1 0 0,0-1 1 0 0,1 1-1 0 0,-1-1 1 0 0,0-1-1 0 0,1 1 1 0 0,0-1-1 0 0,-1 0 1 0 0,1 0 0 0 0,0-1-1 0 0,-1 1 1 0 0,1-1-1 0 0,0 0 1 0 0,-1-1-1 0 0,1 0 1 0 0,0 0-1 0 0,-1 0 1 0 0,1 0 0 0 0,-1-1-1 0 0,1 0 1 0 0,-1 0-1 0 0,10-5 1 0 0,-11 4-22 0 0,1 0 0 0 0,-1 0 0 0 0,0 0 0 0 0,0 0 0 0 0,0-1 0 0 0,0 1 0 0 0,-1-1 0 0 0,1 0 0 0 0,-1 0 0 0 0,0 0 0 0 0,0-1 0 0 0,-1 1 0 0 0,4-8 0 0 0,-1 0 18 0 0,-1-1 1 0 0,-1 0-1 0 0,3-23 1 0 0,-4 24-11 0 0,0 1 0 0 0,0-1-1 0 0,1 0 1 0 0,1 1 0 0 0,-1 0 0 0 0,7-12 0 0 0,-9 22-10 0 0,-1 1 0 0 0,0-1 0 0 0,1 1 0 0 0,-1-1-1 0 0,1 0 1 0 0,-1 1 0 0 0,1-1 0 0 0,-1 1 0 0 0,1-1 0 0 0,-1 1 0 0 0,1-1 0 0 0,0 1 0 0 0,-1-1 0 0 0,1 1 0 0 0,-1 0 0 0 0,1-1 0 0 0,0 1-1 0 0,0 0 1 0 0,-1-1 0 0 0,1 1 0 0 0,0 0 0 0 0,0 0 0 0 0,-1 0 0 0 0,1 0 0 0 0,0 0 0 0 0,0 0 0 0 0,-1 0 0 0 0,1 0 0 0 0,0 0-1 0 0,0 0 1 0 0,-1 0 0 0 0,1 1 0 0 0,0-1 0 0 0,-1 0 0 0 0,1 0 0 0 0,0 1 0 0 0,0-1 0 0 0,-1 0 0 0 0,1 1 0 0 0,-1-1 0 0 0,1 1 0 0 0,0-1-1 0 0,-1 1 1 0 0,1-1 0 0 0,-1 1 0 0 0,1-1 0 0 0,-1 1 0 0 0,1 1 0 0 0,32 40 212 0 0,-20-24-27 0 0,-9-13-193 0 0,2 1 0 0 0,-1-1 0 0 0,0-1-1 0 0,1 1 1 0 0,0-1 0 0 0,0 0 0 0 0,0 0 0 0 0,13 5 0 0 0,-16-8 4 0 0,-1 0-1 0 0,0-1 1 0 0,1 1 0 0 0,-1-1-1 0 0,1 1 1 0 0,-1-1-1 0 0,0 0 1 0 0,1 0 0 0 0,-1 0-1 0 0,1 0 1 0 0,-1-1 0 0 0,0 1-1 0 0,1-1 1 0 0,-1 1 0 0 0,0-1-1 0 0,1 0 1 0 0,-1 0 0 0 0,0 0-1 0 0,0 0 1 0 0,0 0-1 0 0,0 0 1 0 0,0-1 0 0 0,0 1-1 0 0,0-1 1 0 0,0 1 0 0 0,0-1-1 0 0,-1 0 1 0 0,1 0 0 0 0,0 0-1 0 0,0-2 1 0 0,5-7-5 0 0,0-1 0 0 0,8-21 0 0 0,14-24-28 0 0,-27 53 36 0 0,0 1-1 0 0,1 0 1 0 0,-1-1-1 0 0,1 1 1 0 0,0 0-1 0 0,0 1 1 0 0,0-1-1 0 0,0 0 0 0 0,1 1 1 0 0,-1 0-1 0 0,1 0 1 0 0,4-3-1 0 0,-6 5 2 0 0,0-1 0 0 0,0 0 1 0 0,1 0-1 0 0,-1 1 0 0 0,0-1 0 0 0,1 1 0 0 0,-1 0 0 0 0,1 0 0 0 0,-1 0 0 0 0,0 0 0 0 0,1 0 1 0 0,-1 0-1 0 0,1 1 0 0 0,-1-1 0 0 0,0 1 0 0 0,1-1 0 0 0,-1 1 0 0 0,0 0 0 0 0,0 0 0 0 0,0 0 1 0 0,1 0-1 0 0,-1 1 0 0 0,0-1 0 0 0,0 0 0 0 0,-1 1 0 0 0,5 3 0 0 0,1 4 28 0 0,0 0 1 0 0,0 0-1 0 0,-1 1 0 0 0,9 17 0 0 0,-11-18-29 0 0,1-1 0 0 0,0 1-1 0 0,0-1 1 0 0,7 7 0 0 0,-11-13-2 0 0,1-1 0 0 0,-1 0 0 0 0,0 0-1 0 0,0 0 1 0 0,1 0 0 0 0,-1 0 0 0 0,0 0 0 0 0,1 0 0 0 0,-1 0-1 0 0,1 0 1 0 0,0-1 0 0 0,-1 1 0 0 0,1-1 0 0 0,-1 1 0 0 0,1-1 0 0 0,0 1-1 0 0,-1-1 1 0 0,1 0 0 0 0,0 0 0 0 0,0 0 0 0 0,-1 0 0 0 0,1 0 0 0 0,0 0-1 0 0,-1-1 1 0 0,1 1 0 0 0,0 0 0 0 0,-1-1 0 0 0,1 1 0 0 0,-1-1 0 0 0,1 0-1 0 0,0 0 1 0 0,-1 1 0 0 0,0-1 0 0 0,1 0 0 0 0,-1 0 0 0 0,1 0 0 0 0,-1-1-1 0 0,0 1 1 0 0,2-2 0 0 0,6-7 8 0 0,-1-1-1 0 0,0 1 1 0 0,-1-2 0 0 0,9-16-1 0 0,3-4 65 0 0,-15 26-33 0 0,0 0 1 0 0,1 1-1 0 0,0-1 1 0 0,0 1-1 0 0,0 0 1 0 0,1 1-1 0 0,8-7 1 0 0,-12 10-29 0 0,0 0 0 0 0,0 0 0 0 0,0 0 0 0 0,0 1 0 0 0,-1-1-1 0 0,1 0 1 0 0,0 1 0 0 0,0 0 0 0 0,0-1 0 0 0,0 1 0 0 0,1 0 0 0 0,-1 0 0 0 0,0 0 0 0 0,0 0 0 0 0,0 0-1 0 0,0 1 1 0 0,0-1 0 0 0,0 1 0 0 0,0-1 0 0 0,0 1 0 0 0,-1 0 0 0 0,1 0 0 0 0,0-1 0 0 0,0 1 0 0 0,0 1 0 0 0,-1-1-1 0 0,1 0 1 0 0,0 0 0 0 0,-1 1 0 0 0,3 2 0 0 0,36 47-2216 0 0,-32-40 656 0 0,1 1-1 0 0,-1-1 1 0 0,19 16 0 0 0</inkml:trace>
</inkml:ink>
</file>

<file path=ppt/ink/ink1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2:33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114 535 3225 0 0,'6'-10'925'0'0,"-1"-1"1"0"0,1 1-1 0 0,-2-1 0 0 0,1 0 1 0 0,3-18-1 0 0,-6 24-348 0 0,-1 1 0 0 0,0-1 0 0 0,0 0 0 0 0,0 1 0 0 0,-1-1 0 0 0,0 0 0 0 0,0 1 0 0 0,0-1 0 0 0,0 0 0 0 0,-1 0 1 0 0,0 1-1 0 0,0-1 0 0 0,0 1 0 0 0,-1-1 0 0 0,1 1 0 0 0,-5-8 0 0 0,5 11-485 0 0,1 0 0 0 0,-1 0 0 0 0,0 0 0 0 0,-1 1 0 0 0,1-1 0 0 0,0 0 0 0 0,0 1 0 0 0,0-1 1 0 0,0 1-1 0 0,0-1 0 0 0,-1 1 0 0 0,1-1 0 0 0,0 1 0 0 0,0 0 0 0 0,-1 0 0 0 0,1 0 0 0 0,0 0 0 0 0,-1 0 1 0 0,1 0-1 0 0,0 0 0 0 0,0 0 0 0 0,-1 0 0 0 0,1 0 0 0 0,0 1 0 0 0,0-1 0 0 0,-1 0 0 0 0,1 1 1 0 0,0-1-1 0 0,0 1 0 0 0,0 0 0 0 0,0-1 0 0 0,0 1 0 0 0,0 0 0 0 0,0 0 0 0 0,0-1 0 0 0,0 1 0 0 0,-1 1 1 0 0,-6 5 55 0 0,1-1 0 0 0,0 1 0 0 0,-9 10 1 0 0,9-9-134 0 0,1 1 1 0 0,0-1-1 0 0,0 1 1 0 0,1 1-1 0 0,0-1 1 0 0,0 1-1 0 0,1-1 1 0 0,0 1-1 0 0,1 0 1 0 0,-4 21-1 0 0,7-27-11 0 0,0 1-1 0 0,-1-1 1 0 0,1 0-1 0 0,1 0 1 0 0,-1 1 0 0 0,1-1-1 0 0,-1 0 1 0 0,1 0-1 0 0,0 1 1 0 0,1-1-1 0 0,-1 0 1 0 0,1 0-1 0 0,0 0 1 0 0,0-1 0 0 0,0 1-1 0 0,0 0 1 0 0,1-1-1 0 0,-1 1 1 0 0,1-1-1 0 0,0 0 1 0 0,0 0-1 0 0,0 0 1 0 0,1 0 0 0 0,-1-1-1 0 0,1 1 1 0 0,-1-1-1 0 0,1 0 1 0 0,0 0-1 0 0,5 2 1 0 0,-1-1-197 0 0,1 0-1 0 0,0-1 1 0 0,-1 0 0 0 0,1-1-1 0 0,0 0 1 0 0,0 0 0 0 0,0-1-1 0 0,0 0 1 0 0,0 0 0 0 0,0-1-1 0 0,0 0 1 0 0,0-1-1 0 0,0 0 1 0 0,-1-1 0 0 0,1 1-1 0 0,-1-2 1 0 0,0 1 0 0 0,11-7-1 0 0,0 0-399 0 0,0-1-1 0 0,-1-1 0 0 0,0-1 0 0 0,-1-1 0 0 0,-1 0 0 0 0,23-25 0 0 0,-26 22-94 0 0,0-1-1 0 0,-1 0 1 0 0,0 0-1 0 0,-2-1 1 0 0,0 0 0 0 0,-2-1-1 0 0,11-34 1 0 0,-10 24 513 0 0,-2-1 0 0 0,-2 1 0 0 0,0-1 0 0 0,0-53 1 0 0,-5 72 611 0 0,-1 1 0 0 0,0 0 0 0 0,-3-18 0 0 0,3 26 112 0 0,0-1 1 0 0,-1 0-1 0 0,1 0 0 0 0,-1 1 1 0 0,1-1-1 0 0,-1 1 0 0 0,0-1 1 0 0,0 1-1 0 0,-1 0 0 0 0,1 0 1 0 0,-1 0-1 0 0,1 0 1 0 0,-6-4-1 0 0,8 6-464 0 0,-1 1 0 0 0,1 0 0 0 0,0 0 0 0 0,0-1 0 0 0,-1 1 0 0 0,1 0 0 0 0,0 0 0 0 0,0 0 0 0 0,-1 0 0 0 0,1-1 0 0 0,0 1 0 0 0,-1 0 0 0 0,1 0 0 0 0,0 0 0 0 0,0 0 1 0 0,-1 0-1 0 0,1 0 0 0 0,0 0 0 0 0,-1 0 0 0 0,1 0 0 0 0,0 0 0 0 0,-1 0 0 0 0,1 0 0 0 0,0 0 0 0 0,-1 0 0 0 0,1 0 0 0 0,0 0 0 0 0,-1 0 0 0 0,1 0 0 0 0,0 1 0 0 0,0-1 0 0 0,-1 0 0 0 0,1 0 0 0 0,0 0 0 0 0,-1 0 0 0 0,1 1 0 0 0,-5 13 1103 0 0,5 15-773 0 0,8 18-122 0 0,2 0 0 0 0,23 66 0 0 0,-18-66-199 0 0,106 343-635 0 0,-102-336-911 0 0,-13-38 463 0 0</inkml:trace>
</inkml:ink>
</file>

<file path=ppt/ink/ink1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2:34.1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86 212 5985 0 0,'-26'-21'141'0'0,"20"17"762"0"0,-1 0 0 0 0,2 0 0 0 0,-1-1 0 0 0,0 0 0 0 0,1 0 0 0 0,0 0 1 0 0,0-1-1 0 0,1 1 0 0 0,-6-9 0 0 0,10 12-732 0 0,0 1 0 0 0,0 0 1 0 0,0 0-1 0 0,0 0 1 0 0,0-1-1 0 0,0 1 1 0 0,0 0-1 0 0,0 0 0 0 0,1 0 1 0 0,-1 0-1 0 0,0-1 1 0 0,1 1-1 0 0,-1 0 0 0 0,1 0 1 0 0,-1 0-1 0 0,1 0 1 0 0,-1 0-1 0 0,1 0 1 0 0,0 0-1 0 0,0 0 0 0 0,0 0 1 0 0,-1 1-1 0 0,1-1 1 0 0,0 0-1 0 0,0 0 0 0 0,0 1 1 0 0,0-1-1 0 0,0 0 1 0 0,2 0-1 0 0,38-20 676 0 0,-32 18-528 0 0,28-14-110 0 0,69-19 1 0 0,-6 14-4550 0 0,-78 19-2130 0 0</inkml:trace>
</inkml:ink>
</file>

<file path=ppt/ink/ink1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2:34.2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1 1840 0 0,'-2'9'4703'0'0,"-2"15"-1971"0"0,0 6 593 0 0,1 61 0 0 0,21 91 121 0 0,-16-168-4157 0 0,1-1 0 0 0,1 0 0 0 0,5 15 1 0 0</inkml:trace>
</inkml:ink>
</file>

<file path=ppt/ink/ink1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2:34.4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56 79 9218 0 0,'-4'-14'377'0'0,"-10"-27"387"0"0,14 40-694 0 0,0-1-1 0 0,-1 1 1 0 0,1 0-1 0 0,-1-1 1 0 0,0 1-1 0 0,1 0 1 0 0,-1 0-1 0 0,0 0 1 0 0,0 0-1 0 0,0 0 1 0 0,0 0-1 0 0,0 0 1 0 0,0 0-1 0 0,0 0 0 0 0,0 0 1 0 0,0 0-1 0 0,0 1 1 0 0,0-1-1 0 0,-1 0 1 0 0,1 1-1 0 0,0-1 1 0 0,-3 0-1 0 0,3 1-97 0 0,1 1 0 0 0,-1-1 0 0 0,0 0 0 0 0,0 1 0 0 0,1-1 0 0 0,-1 0 0 0 0,0 1 0 0 0,0-1 0 0 0,1 1 0 0 0,-1 0 0 0 0,0-1 0 0 0,1 1 1 0 0,-1-1-1 0 0,1 1 0 0 0,-1 0 0 0 0,1-1 0 0 0,-1 1 0 0 0,1 0 0 0 0,0 0 0 0 0,-1-1 0 0 0,1 1 0 0 0,0 0 0 0 0,0 0 0 0 0,-1 0 0 0 0,1 0 0 0 0,0-1 0 0 0,0 1 0 0 0,0 0 0 0 0,0 0 0 0 0,0 0 0 0 0,0 0 0 0 0,0 0 0 0 0,0-1 0 0 0,0 1 0 0 0,1 2 0 0 0,5 30-3434 0 0,-1-14 1906 0 0,0 0 937 0 0</inkml:trace>
</inkml:ink>
</file>

<file path=ppt/ink/ink1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2:35.5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42 120 6913 0 0,'-22'25'4157'0'0,"18"-15"-3808"0"0,1 0 1 0 0,0-1-1 0 0,0 1 0 0 0,1 0 0 0 0,0 0 0 0 0,1 1 0 0 0,0-1 0 0 0,1 0 1 0 0,0 0-1 0 0,0 1 0 0 0,4 15 0 0 0,-3-21-245 0 0,0 1-1 0 0,1-1 1 0 0,0 0-1 0 0,0 0 1 0 0,0 1-1 0 0,1-1 1 0 0,0-1-1 0 0,0 1 1 0 0,0 0-1 0 0,0-1 1 0 0,1 1-1 0 0,0-1 1 0 0,0 0-1 0 0,0 0 1 0 0,0-1-1 0 0,0 1 1 0 0,1-1-1 0 0,0 0 1 0 0,0 0 0 0 0,0-1-1 0 0,0 1 1 0 0,7 2-1 0 0,1-1 96 0 0,0 0 0 0 0,0-1-1 0 0,1 0 1 0 0,20 1 0 0 0,-29-4-151 0 0,-1 0 1 0 0,1 0-1 0 0,0 0 1 0 0,0 0-1 0 0,-1-1 1 0 0,1 1 0 0 0,0-1-1 0 0,-1-1 1 0 0,1 1-1 0 0,-1 0 1 0 0,0-1-1 0 0,1 0 1 0 0,-1 0-1 0 0,0 0 1 0 0,0-1 0 0 0,7-5-1 0 0,-10 7-57 0 0,0 0-1 0 0,0 0 1 0 0,0 0 0 0 0,-1 0-1 0 0,1 0 1 0 0,0-1 0 0 0,0 1-1 0 0,-1 0 1 0 0,1-1-1 0 0,0 1 1 0 0,-1-1 0 0 0,1 1-1 0 0,-1 0 1 0 0,0-1 0 0 0,0 1-1 0 0,1-1 1 0 0,-1 1 0 0 0,0-1-1 0 0,0 1 1 0 0,0-1-1 0 0,-1 1 1 0 0,1-3 0 0 0,-1 0-40 0 0,-1 1 1 0 0,1 0 0 0 0,-1-1-1 0 0,1 1 1 0 0,-1 0 0 0 0,0 0 0 0 0,0 0-1 0 0,0 0 1 0 0,-4-3 0 0 0,-3-3-110 0 0,0 0 0 0 0,-1 1 1 0 0,0 0-1 0 0,-15-9 0 0 0,-16-2-108 0 0,34 16 285 0 0,-1 0 0 0 0,1 0 0 0 0,0 0 0 0 0,0-1 0 0 0,0-1 1 0 0,0 1-1 0 0,-11-11 0 0 0,17 14 0 0 0,1 0 0 0 0,-1 1 0 0 0,0-1 1 0 0,1 0-1 0 0,-1 0 0 0 0,1 0 0 0 0,-1 0 1 0 0,1 0-1 0 0,0 0 0 0 0,-1 0 0 0 0,1 0 0 0 0,0 0 1 0 0,0 0-1 0 0,-1 0 0 0 0,1 0 0 0 0,0 0 0 0 0,0 0 1 0 0,0 0-1 0 0,0 0 0 0 0,1 0 0 0 0,-1 0 0 0 0,0 0 1 0 0,0 0-1 0 0,1-1 0 0 0,0-1 38 0 0,0 1-1 0 0,1 0 1 0 0,-1-1 0 0 0,1 1-1 0 0,-1 0 1 0 0,1 0 0 0 0,0 0-1 0 0,0 0 1 0 0,2-2 0 0 0,3-2 98 0 0,1 1 1 0 0,-1 0-1 0 0,1 0 1 0 0,14-6-1 0 0,-9 6-58 0 0,1 1-1 0 0,0 0 1 0 0,1 0 0 0 0,-1 2-1 0 0,0-1 1 0 0,1 2-1 0 0,0 0 1 0 0,-1 1 0 0 0,1 0-1 0 0,-1 2 1 0 0,1-1-1 0 0,-1 2 1 0 0,24 6-1 0 0,-34-7-57 0 0,0 0-1 0 0,0 0 1 0 0,-1 0-1 0 0,1 1 1 0 0,0 0-1 0 0,-1 0 0 0 0,1 0 1 0 0,-1 0-1 0 0,0 0 1 0 0,0 1-1 0 0,0-1 0 0 0,-1 1 1 0 0,1 0-1 0 0,-1-1 1 0 0,0 1-1 0 0,2 6 0 0 0,3 7 162 0 0,-2 0-1 0 0,7 34 0 0 0,1 5-84 0 0,-13-55-113 0 0,0 0 0 0 0,1 0 0 0 0,-1 0 0 0 0,0 0 0 0 0,1 0 0 0 0,-1 0 0 0 0,1-1 1 0 0,-1 1-1 0 0,1 0 0 0 0,-1 0 0 0 0,1 0 0 0 0,-1 0 0 0 0,1-1 0 0 0,0 1 0 0 0,-1 0 0 0 0,2 0 0 0 0,-1-1-4 0 0,-1 0 0 0 0,0 0 0 0 0,1 0 0 0 0,-1 0 0 0 0,0 0 0 0 0,1 0 0 0 0,-1 0 0 0 0,1 0 0 0 0,-1 0 0 0 0,0-1 0 0 0,1 1 0 0 0,-1 0 0 0 0,0 0 0 0 0,1 0 1 0 0,-1 0-1 0 0,0-1 0 0 0,0 1 0 0 0,1 0 0 0 0,-1 0 0 0 0,0-1 0 0 0,1 1 0 0 0,-1 0 0 0 0,0-1 0 0 0,0 1 0 0 0,0 0 0 0 0,1 0 0 0 0,-1-1 0 0 0,0 0 0 0 0,14-37-198 0 0,-9 24 153 0 0,59-119 37 0 0,-54 115 90 0 0,1 1 0 0 0,1 0 0 0 0,0 1 0 0 0,2 0 0 0 0,17-17 0 0 0,-29 32-54 0 0,-1 0 0 0 0,0 0-1 0 0,0 0 1 0 0,1 0-1 0 0,-1 0 1 0 0,0 1-1 0 0,1-1 1 0 0,-1 0-1 0 0,0 1 1 0 0,1-1-1 0 0,-1 1 1 0 0,1 0 0 0 0,-1-1-1 0 0,1 1 1 0 0,-1 0-1 0 0,1 0 1 0 0,0 0-1 0 0,-1 0 1 0 0,1 0-1 0 0,-1 0 1 0 0,1 0-1 0 0,2 1 1 0 0,-1 1 5 0 0,0-1 0 0 0,1 1 0 0 0,-1-1 0 0 0,0 1 0 0 0,0 0-1 0 0,0 1 1 0 0,0-1 0 0 0,0 0 0 0 0,3 4 0 0 0,3 5 53 0 0,0 0 0 0 0,-1 0 0 0 0,14 25 0 0 0,-3-1 88 0 0,41 58 0 0 0,-51-81-331 0 0,1-1 0 0 0,0 0 0 0 0,1 0 0 0 0,0-1 0 0 0,0-1 0 0 0,1 0 0 0 0,0 0 0 0 0,17 7 0 0 0,-4-4-273 0 0</inkml:trace>
</inkml:ink>
</file>

<file path=ppt/ink/ink1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2:40.9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0 130 6449 0 0,'1'-1'169'0'0,"0"-1"-1"0"0,-1 1 1 0 0,1-1 0 0 0,0 1-1 0 0,0 0 1 0 0,-1-1-1 0 0,1 1 1 0 0,0 0-1 0 0,0 0 1 0 0,1 0-1 0 0,-1 0 1 0 0,0 0-1 0 0,0 0 1 0 0,0 0 0 0 0,1 0-1 0 0,-1 0 1 0 0,0 0-1 0 0,4 0 1 0 0,27-14 2827 0 0,-31 15-2953 0 0,14-6 526 0 0,148-52 3675 0 0,-137 50-4822 0 0,0 2 0 0 0,0 1 0 0 0,0 1 0 0 0,40-1 0 0 0,-51 5-665 0 0</inkml:trace>
</inkml:ink>
</file>

<file path=ppt/ink/ink1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2:41.1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48 6449 0 0,'2'-2'272'0'0,"0"0"-1"0"0,-1 0 1 0 0,1 1-1 0 0,0-1 0 0 0,0 1 1 0 0,0-1-1 0 0,0 1 1 0 0,0-1-1 0 0,1 1 1 0 0,-1 0-1 0 0,0 0 0 0 0,0 0 1 0 0,4-1-1 0 0,41-10 1528 0 0,-31 8-1214 0 0,-15 3-547 0 0,6-1-480 0 0,1 0 0 0 0,-1 0 0 0 0,1 1 0 0 0,0 0 0 0 0,0 0 0 0 0,-1 0 0 0 0,11 1 0 0 0,-6 2-955 0 0</inkml:trace>
</inkml:ink>
</file>

<file path=ppt/ink/ink1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2:41.6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425 10 10594 0 0,'0'0'64'0'0,"0"-1"1"0"0,0 1-1 0 0,-1-1 0 0 0,1 1 0 0 0,0-1 0 0 0,0 1 1 0 0,0-1-1 0 0,-1 1 0 0 0,1-1 0 0 0,0 1 0 0 0,-1 0 1 0 0,1-1-1 0 0,0 1 0 0 0,-1 0 0 0 0,1-1 0 0 0,0 1 0 0 0,-1 0 1 0 0,1-1-1 0 0,-1 1 0 0 0,1 0 0 0 0,0 0 0 0 0,-1-1 1 0 0,1 1-1 0 0,-1 0 0 0 0,1 0 0 0 0,-1 0 0 0 0,1 0 0 0 0,-1 0 1 0 0,1 0-1 0 0,-1 0 0 0 0,1 0 0 0 0,-1 0 0 0 0,1 0 1 0 0,-1 0-1 0 0,1 0 0 0 0,-1 0 0 0 0,0 0 0 0 0,-23 15 1203 0 0,-15 28-49 0 0,10-2-838 0 0,2 1-1 0 0,2 1 1 0 0,2 1-1 0 0,2 2 1 0 0,-16 47-1 0 0,-62 245 247 0 0,95-323-590 0 0,-24 97 167 0 0,-16 132-1 0 0,39-200-145 0 0,2 1 1 0 0,2 0-1 0 0,1 0 0 0 0,3-1 0 0 0,2 1 1 0 0,10 46-1 0 0,-10-71 20 0 0,1 0 1 0 0,1-1-1 0 0,1 0 1 0 0,0 0 0 0 0,2-1-1 0 0,0 0 1 0 0,1 0-1 0 0,1-1 1 0 0,0 0-1 0 0,1-2 1 0 0,21 21-1 0 0,-17-21-39 0 0,1 0 0 0 0,1-1 0 0 0,0-1-1 0 0,1-1 1 0 0,0-1 0 0 0,1 0 0 0 0,0-2 0 0 0,1 0-1 0 0,41 10 1 0 0,-23-11-612 0 0,0 0 1 0 0,0-3-1 0 0,53 1 0 0 0,-60-6-1803 0 0,1-2-1 0 0,39-7 1 0 0,-26-1-1653 0 0</inkml:trace>
</inkml:ink>
</file>

<file path=ppt/ink/ink1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2:43.1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17 4145 0 0,'-3'-17'6183'0'0,"11"42"-3347"0"0,10 98 408 0 0,4 162 0 0 0,-12-145-2419 0 0,-4-82-2371 0 0,-3 67-1 0 0,-5-102-642 0 0,-2-9-2364 0 0</inkml:trace>
</inkml:ink>
</file>

<file path=ppt/ink/ink1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2:43.5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1 352 2304 0 0,'1'-15'332'0'0,"0"1"-1"0"0,1 0 1 0 0,1 0-1 0 0,0 1 1 0 0,1-1-1 0 0,0 1 1 0 0,1-1-1 0 0,1 1 1 0 0,0 1-1 0 0,1-1 1 0 0,0 1-1 0 0,9-12 0 0 0,-4 7 363 0 0,0 1-1 0 0,1 0 1 0 0,0 1 0 0 0,2 0-1 0 0,-1 1 1 0 0,26-18-1 0 0,-33 27-436 0 0,0 0 0 0 0,0 1-1 0 0,1 0 1 0 0,-1 0 0 0 0,1 0 0 0 0,0 1-1 0 0,0 0 1 0 0,0 1 0 0 0,1 0 0 0 0,-1 0-1 0 0,0 1 1 0 0,1 0 0 0 0,-1 0-1 0 0,1 1 1 0 0,-1 0 0 0 0,1 0 0 0 0,-1 1-1 0 0,11 3 1 0 0,-14-3-175 0 0,-1 0 0 0 0,0 0 1 0 0,0 1-1 0 0,0 0 0 0 0,0 0 0 0 0,-1 0 0 0 0,1 0 1 0 0,0 1-1 0 0,-1 0 0 0 0,0-1 0 0 0,1 1 0 0 0,-1 0 0 0 0,0 1 1 0 0,-1-1-1 0 0,1 0 0 0 0,4 8 0 0 0,-4-5-17 0 0,0 1 0 0 0,0 0 1 0 0,-1 0-1 0 0,0 0 0 0 0,0 0 0 0 0,-1 1 0 0 0,0-1 1 0 0,0 0-1 0 0,0 10 0 0 0,-2 2-36 0 0,0-1 0 0 0,-2 0 0 0 0,0 0 0 0 0,0 0 1 0 0,-2 0-1 0 0,0 0 0 0 0,-10 20 0 0 0,-5 2 301 0 0,-51 74 1 0 0,12-23 608 0 0,59-90-903 0 0,-1-1-1 0 0,1 1 0 0 0,0-1 0 0 0,0 0 1 0 0,-1 1-1 0 0,1-1 0 0 0,0 1 0 0 0,0-1 1 0 0,-1 0-1 0 0,1 1 0 0 0,0-1 1 0 0,0 1-1 0 0,0-1 0 0 0,0 1 0 0 0,0-1 1 0 0,0 1-1 0 0,0-1 0 0 0,0 1 0 0 0,0-1 1 0 0,0 1-1 0 0,0-1 0 0 0,0 1 1 0 0,0-1-1 0 0,0 1 0 0 0,0-1 0 0 0,1 1 1 0 0,-1-1-1 0 0,0 0 0 0 0,0 1 0 0 0,0-1 1 0 0,1 1-1 0 0,-1-1 0 0 0,0 0 0 0 0,1 1 1 0 0,-1 0-1 0 0,22 3 545 0 0,41-12-459 0 0,-48 5-105 0 0,17-2 26 0 0,1 2 0 0 0,0 2 0 0 0,43 3 0 0 0,-4 10-6835 0 0,-51-7 85 0 0</inkml:trace>
</inkml:ink>
</file>

<file path=ppt/ink/ink1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2:43.9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25 395 9218 0 0,'0'-1'38'0'0,"0"1"1"0"0,0-1-1 0 0,0 1 0 0 0,0 0 1 0 0,0-1-1 0 0,-1 1 0 0 0,1-1 1 0 0,0 1-1 0 0,0 0 0 0 0,0-1 1 0 0,1 1-1 0 0,-1-1 0 0 0,0 1 1 0 0,0 0-1 0 0,0-1 0 0 0,0 1 1 0 0,0 0-1 0 0,0-1 0 0 0,0 1 1 0 0,1 0-1 0 0,-1-1 0 0 0,0 1 1 0 0,0 0-1 0 0,1-1 0 0 0,-1 1 1 0 0,0 0-1 0 0,0-1 1 0 0,1 1-1 0 0,-1 0 0 0 0,0 0 1 0 0,1-1-1 0 0,-1 1 0 0 0,0 0 1 0 0,1 0-1 0 0,-1 0 0 0 0,1-1 1 0 0,19-15 610 0 0,-14 11-386 0 0,12-10 520 0 0,-1-1 1 0 0,0-1-1 0 0,-1 0 1 0 0,-1-2-1 0 0,14-21 0 0 0,-23 31-716 0 0,-1 0-1 0 0,0-1 0 0 0,0 1 1 0 0,-1-1-1 0 0,-1 0 1 0 0,1 0-1 0 0,-2 0 0 0 0,1 0 1 0 0,-2 0-1 0 0,1-1 0 0 0,-1 1 1 0 0,-1-1-1 0 0,0 1 1 0 0,-1-11-1 0 0,1 17-32 0 0,-1 1 0 0 0,1-1 1 0 0,-1 1-1 0 0,0-1 0 0 0,0 1 0 0 0,0 0 0 0 0,0-1 1 0 0,-1 1-1 0 0,1 0 0 0 0,-1 0 0 0 0,0 0 0 0 0,0 0 0 0 0,0 0 1 0 0,0 0-1 0 0,-1 1 0 0 0,1-1 0 0 0,-1 1 0 0 0,1 0 1 0 0,-1-1-1 0 0,0 1 0 0 0,0 0 0 0 0,0 1 0 0 0,0-1 0 0 0,0 0 1 0 0,0 1-1 0 0,0 0 0 0 0,-1 0 0 0 0,1 0 0 0 0,-1 0 1 0 0,1 0-1 0 0,-1 1 0 0 0,-6-1 0 0 0,5 1 33 0 0,-1 1 0 0 0,1-1 0 0 0,0 1 0 0 0,-1 0 0 0 0,1 0 0 0 0,0 1 1 0 0,0-1-1 0 0,0 1 0 0 0,0 1 0 0 0,0-1 0 0 0,0 1 0 0 0,1-1 0 0 0,-1 1 0 0 0,1 0 0 0 0,0 1 0 0 0,0-1 0 0 0,0 1 0 0 0,0 0 0 0 0,1 0 0 0 0,-1 0 0 0 0,-2 5 0 0 0,2-3 7 0 0,1 1 1 0 0,0-1-1 0 0,0 1 0 0 0,1 0 0 0 0,0 0 1 0 0,0 0-1 0 0,0 0 0 0 0,1 0 0 0 0,0 1 0 0 0,0-1 1 0 0,1 0-1 0 0,0 0 0 0 0,1 1 0 0 0,-1-1 0 0 0,1 0 1 0 0,1 0-1 0 0,-1 0 0 0 0,1 0 0 0 0,0 0 0 0 0,1 0 1 0 0,0 0-1 0 0,0-1 0 0 0,0 1 0 0 0,1-1 1 0 0,8 12-1 0 0,-5-10-189 0 0,-1 0-1 0 0,1 0 1 0 0,1-1 0 0 0,-1 0 0 0 0,1 0-1 0 0,0-1 1 0 0,18 11 0 0 0,-18-13-608 0 0,0 0 0 0 0,0-1 0 0 0,0 0 0 0 0,0 0 0 0 0,1-1 0 0 0,-1 0 0 0 0,1 0 0 0 0,0-1 0 0 0,13 1 0 0 0,2-3-5157 0 0</inkml:trace>
</inkml:ink>
</file>

<file path=ppt/ink/ink1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2:44.2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125 34 2761 0 0,'1'-1'105'0'0,"0"0"0"0"0,-1 0 1 0 0,1 0-1 0 0,0 0 1 0 0,-1 0-1 0 0,0 0 0 0 0,1-1 1 0 0,-1 1-1 0 0,0 0 1 0 0,1 0-1 0 0,-1 0 0 0 0,0-1 1 0 0,0 1-1 0 0,0 0 1 0 0,0 0-1 0 0,0-1 0 0 0,0 1 1 0 0,-1 0-1 0 0,1 0 1 0 0,0 0-1 0 0,-1-1 1 0 0,1 1-1 0 0,0 0 0 0 0,-1 0 1 0 0,0 0-1 0 0,0-1 1 0 0,0 1 117 0 0,0 1 0 0 0,-1 0 0 0 0,1 0 0 0 0,0 0 0 0 0,-1 0 0 0 0,1 0 0 0 0,0 0 0 0 0,0 0 1 0 0,-1 0-1 0 0,1 0 0 0 0,0 1 0 0 0,0-1 0 0 0,-1 0 0 0 0,1 1 0 0 0,0-1 0 0 0,0 1 0 0 0,0 0 1 0 0,0-1-1 0 0,0 1 0 0 0,0 0 0 0 0,0-1 0 0 0,0 1 0 0 0,0 0 0 0 0,0 0 0 0 0,0 0 0 0 0,-1 2 0 0 0,-10 8 743 0 0,2 1-1 0 0,-1 0 0 0 0,1 1 1 0 0,-16 27-1 0 0,23-35-765 0 0,-1 1 1 0 0,1 0 0 0 0,1 0-1 0 0,-1 0 1 0 0,1 1-1 0 0,0-1 1 0 0,0 1-1 0 0,1-1 1 0 0,0 1 0 0 0,0-1-1 0 0,1 1 1 0 0,0 0-1 0 0,0-1 1 0 0,1 12-1 0 0,0-15-195 0 0,0 0-1 0 0,0 0 1 0 0,0 0-1 0 0,0 0 0 0 0,1-1 1 0 0,-1 1-1 0 0,1 0 1 0 0,-1-1-1 0 0,1 0 0 0 0,0 1 1 0 0,0-1-1 0 0,0 0 1 0 0,0 0-1 0 0,0 0 0 0 0,1 0 1 0 0,-1 0-1 0 0,1 0 0 0 0,3 1 1 0 0,2 1 1 0 0,1-1 0 0 0,0 0 0 0 0,0 0 0 0 0,14 2 0 0 0,26 8-3 0 0,-46-12-3 0 0,0 0 0 0 0,0 0 0 0 0,0 1 0 0 0,-1 0 0 0 0,1-1-1 0 0,-1 1 1 0 0,1 0 0 0 0,-1 0 0 0 0,0 0 0 0 0,1 1 0 0 0,-1-1 0 0 0,0 1-1 0 0,2 3 1 0 0,-3-4 1 0 0,0 1 1 0 0,-1-1-1 0 0,1 1 0 0 0,0-1 0 0 0,-1 1 1 0 0,0 0-1 0 0,1-1 0 0 0,-1 1 0 0 0,0 0 0 0 0,0-1 1 0 0,-1 1-1 0 0,1 0 0 0 0,0-1 0 0 0,-1 1 1 0 0,0-1-1 0 0,0 1 0 0 0,1 0 0 0 0,-2-1 0 0 0,1 0 1 0 0,0 1-1 0 0,0-1 0 0 0,-3 4 0 0 0,-4 6 15 0 0,-1 0-1 0 0,-17 18 0 0 0,22-26-11 0 0,-15 17-935 0 0,-2-1 0 0 0,-39 31 0 0 0</inkml:trace>
</inkml:ink>
</file>

<file path=ppt/ink/ink1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2:44.6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0 5985 0 0,'1'3'385'0'0,"0"1"0"0"0,-1-1-1 0 0,1 0 1 0 0,-1 0-1 0 0,1 1 1 0 0,-1-1 0 0 0,0 0-1 0 0,-1 0 1 0 0,1 1 0 0 0,0-1-1 0 0,-1 0 1 0 0,-1 5 0 0 0,0 2 154 0 0,1 4 423 0 0,-2 3-319 0 0,2 0-1 0 0,0 1 0 0 0,0-1 1 0 0,4 23-1 0 0,-3-36-625 0 0,1-1 0 0 0,-1 1-1 0 0,1-1 1 0 0,0 1 0 0 0,0-1 0 0 0,1 1 0 0 0,-1-1 0 0 0,1 0 0 0 0,-1 0 0 0 0,1 0-1 0 0,0 1 1 0 0,0-2 0 0 0,0 1 0 0 0,1 0 0 0 0,-1 0 0 0 0,1-1 0 0 0,-1 1 0 0 0,1-1 0 0 0,0 0-1 0 0,0 0 1 0 0,0 0 0 0 0,0 0 0 0 0,0-1 0 0 0,1 1 0 0 0,-1-1 0 0 0,0 0 0 0 0,5 1-1 0 0,-5-1-61 0 0,-1-1-1 0 0,1 0 1 0 0,0 0-1 0 0,0-1 1 0 0,0 1-1 0 0,0-1 1 0 0,-1 1-1 0 0,1-1 1 0 0,0 0-1 0 0,-1 0 1 0 0,1 0-1 0 0,0 0 0 0 0,-1-1 1 0 0,1 1-1 0 0,-1-1 1 0 0,0 0-1 0 0,1 1 1 0 0,-1-1-1 0 0,0 0 1 0 0,0 0-1 0 0,0 0 1 0 0,-1-1-1 0 0,1 1 1 0 0,0 0-1 0 0,1-4 1 0 0,6-8-857 0 0,0-2 0 0 0,12-28 0 0 0,-18 38 589 0 0,6-17-322 0 0,-6 14 814 0 0,1-1 1 0 0,0 1-1 0 0,0 0 1 0 0,1 0-1 0 0,0 1 1 0 0,1-1-1 0 0,0 1 1 0 0,10-11-1 0 0,-15 19 60 0 0,-1 0 0 0 0,1 0-1 0 0,0 0 1 0 0,0 0 0 0 0,-1 0-1 0 0,1 0 1 0 0,0 0 0 0 0,0 1-1 0 0,-1-1 1 0 0,1 0 0 0 0,0 0-1 0 0,-1 1 1 0 0,1-1 0 0 0,0 0-1 0 0,-1 1 1 0 0,1-1 0 0 0,0 1-1 0 0,-1-1 1 0 0,1 1 238 0 0,0 0-238 0 0,-1-1 0 0 0,1 1-1 0 0,-1-1 1 0 0,1 1 0 0 0,-1 0-1 0 0,1-1 1 0 0,-1 2 0 0 0,19 26 1013 0 0,-14-21-784 0 0,28 43 30 0 0,-9-14-1798 0 0,33 40-1 0 0,-46-64-87 0 0</inkml:trace>
</inkml:ink>
</file>

<file path=ppt/ink/ink1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2:44.8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1 7834 0 0,'-4'9'7156'0'0,"-5"26"-4207"0"0,5 15-1282 0 0,2 2 0 0 0,5 51 0 0 0,17 106-1760 0 0,-8-102 451 0 0,2 15-727 0 0,-7-70-5889 0 0,-3-22-870 0 0</inkml:trace>
</inkml:ink>
</file>

<file path=ppt/ink/ink1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2:45.3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5 8754 0 0,'-1'-1'104'0'0,"1"1"-1"0"0,-1-1 1 0 0,1 1 0 0 0,-1 0 0 0 0,0-1 0 0 0,1 1-1 0 0,-1 0 1 0 0,1 0 0 0 0,-1-1 0 0 0,0 1 0 0 0,1 0-1 0 0,-1 0 1 0 0,0 0 0 0 0,1 0 0 0 0,-1 0 0 0 0,0 0-1 0 0,1 0 1 0 0,-1 0 0 0 0,0 0 0 0 0,1 0 0 0 0,-1 0-1 0 0,0 0 1 0 0,1 1 0 0 0,-1-1 0 0 0,0 0 0 0 0,1 0-1 0 0,-1 1 1 0 0,1-1 0 0 0,-1 0 0 0 0,0 1 0 0 0,1-1-1 0 0,-1 1 1 0 0,1-1 0 0 0,-1 1 0 0 0,-1 26 3796 0 0,2-22-3953 0 0,22 178 4310 0 0,-5-60-3426 0 0,-11-57-625 0 0,22 149 495 0 0,-23-190-861 0 0,1-1 0 0 0,1 0-1 0 0,1 0 1 0 0,2 0 0 0 0,0-1-1 0 0,18 30 1 0 0,-16-36-567 0 0</inkml:trace>
</inkml:ink>
</file>

<file path=ppt/ink/ink1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2:45.8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1 159 10594 0 0,'2'1'182'0'0,"1"-2"-1"0"0,-1 1 1 0 0,0 0 0 0 0,1 0-1 0 0,-1-1 1 0 0,1 1-1 0 0,-1-1 1 0 0,0 0-1 0 0,1 0 1 0 0,-1 0-1 0 0,2-1 1 0 0,5-1 90 0 0,47-17 1560 0 0,53-27-1 0 0,-64 26-3392 0 0,2 2 0 0 0,56-16 0 0 0,-71 28 1122 0 0</inkml:trace>
</inkml:ink>
</file>

<file path=ppt/ink/ink1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2:46.4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46 3681 0 0,'122'-6'13668'0'0,"-47"-4"-10578"0"0,36-17-2606 0 0,-99 24-2130 0 0</inkml:trace>
</inkml:ink>
</file>

<file path=ppt/ink/ink1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2:51.2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 3417 0 0,'-10'1'304'0'0</inkml:trace>
</inkml:ink>
</file>

<file path=ppt/ink/ink1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2:54.6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213 2 6913 0 0,'0'0'14'0'0,"-1"0"0"0"0,1 0 0 0 0,-1-1-1 0 0,1 1 1 0 0,-1 0 0 0 0,1 0 0 0 0,-1 0-1 0 0,1 0 1 0 0,-1 0 0 0 0,0 0-1 0 0,1 0 1 0 0,-1 0 0 0 0,1 0 0 0 0,-1 0-1 0 0,1 0 1 0 0,-1 0 0 0 0,1 0-1 0 0,-1 0 1 0 0,1 0 0 0 0,-1 0 0 0 0,1 1-1 0 0,-1-1 1 0 0,1 0 0 0 0,-1 0 0 0 0,1 1-1 0 0,-1-1 1 0 0,1 0 0 0 0,-1 1-1 0 0,1-1 1 0 0,0 1 0 0 0,-1-1 0 0 0,1 0-1 0 0,-1 1 1 0 0,1-1 0 0 0,-1 2 0 0 0,-14 17 771 0 0,14-16-663 0 0,-11 16 376 0 0,0 1 0 0 0,2 1 0 0 0,-14 37-1 0 0,-15 70 440 0 0,27-87-650 0 0,-9 34 395 0 0,-21 130-1 0 0,39-180-498 0 0,1 1 1 0 0,1-1-1 0 0,1 1 1 0 0,1-1 0 0 0,1 0-1 0 0,1 0 1 0 0,2 0-1 0 0,0 0 1 0 0,12 31-1 0 0,-12-44-77 0 0,1-1-1 0 0,0 0 0 0 0,1 0 1 0 0,1 0-1 0 0,-1 0 0 0 0,2-1 1 0 0,-1-1-1 0 0,2 0 0 0 0,-1 0 0 0 0,1 0 1 0 0,0-1-1 0 0,1-1 0 0 0,0 0 1 0 0,13 7-1 0 0,-18-11-122 0 0,0 0 0 0 0,0 0 0 0 0,0-1 0 0 0,1 1 0 0 0,-1-1 0 0 0,1-1 1 0 0,0 1-1 0 0,0-1 0 0 0,-1 0 0 0 0,1-1 0 0 0,0 0 0 0 0,0 0 0 0 0,0 0 0 0 0,0-1 0 0 0,-1 0 1 0 0,1 0-1 0 0,0-1 0 0 0,0 1 0 0 0,-1-2 0 0 0,0 1 0 0 0,1-1 0 0 0,-1 0 0 0 0,0 0 0 0 0,0-1 1 0 0,0 1-1 0 0,-1-1 0 0 0,1-1 0 0 0,4-4 0 0 0,-5 5-47 0 0,-1-1-1 0 0,1 0 1 0 0,-1 1-1 0 0,0-2 1 0 0,-1 1-1 0 0,1 0 1 0 0,-1-1-1 0 0,0 0 1 0 0,0 0-1 0 0,-1 1 1 0 0,1-2-1 0 0,-2 1 1 0 0,1 0-1 0 0,0 0 1 0 0,-1-1 0 0 0,0 1-1 0 0,-1-1 1 0 0,0 1-1 0 0,0 0 1 0 0,0-1-1 0 0,0 1 1 0 0,-1-1-1 0 0,0 1 1 0 0,-1 0-1 0 0,0-1 1 0 0,1 1-1 0 0,-2 0 1 0 0,1 0-1 0 0,-1 0 1 0 0,0 1-1 0 0,0-1 1 0 0,-1 1 0 0 0,1-1-1 0 0,-7-6 1 0 0,-39-35 228 0 0,32 33-24 0 0,1-2-1 0 0,-15-17 0 0 0,27 28-132 0 0,1 1 0 0 0,0 0 0 0 0,0-1 1 0 0,0 1-1 0 0,1-1 0 0 0,-1 0 0 0 0,1 0 0 0 0,0 0 0 0 0,1 0 0 0 0,-1 0 0 0 0,1 0 0 0 0,0-1 0 0 0,0-7 0 0 0,1 9 2 0 0,1 1 0 0 0,0 0 0 0 0,-1-1 0 0 0,1 1 0 0 0,1 0 0 0 0,-1 0 0 0 0,0-1 0 0 0,1 1 0 0 0,-1 0 0 0 0,1 1 0 0 0,0-1 0 0 0,0 0 0 0 0,0 0 0 0 0,1 1 1 0 0,-1-1-1 0 0,0 1 0 0 0,1 0 0 0 0,0 0 0 0 0,-1 0 0 0 0,1 0 0 0 0,0 0 0 0 0,0 0 0 0 0,0 1 0 0 0,0-1 0 0 0,7-1 0 0 0,8-3 149 0 0,1 0 0 0 0,0 1 0 0 0,24-3 1 0 0,-34 7-25 0 0,8-3 287 0 0,0 2 1 0 0,0 0 0 0 0,1 1 0 0 0,22 2-1 0 0,-36-1-344 0 0,0 0-1 0 0,0 1 0 0 0,0 0 0 0 0,1 0 0 0 0,-1 0 0 0 0,0 0 0 0 0,0 1 0 0 0,-1-1 0 0 0,1 1 1 0 0,0 0-1 0 0,0 0 0 0 0,-1 0 0 0 0,1 1 0 0 0,-1-1 0 0 0,0 1 0 0 0,0 0 0 0 0,0 0 0 0 0,0 0 1 0 0,0 0-1 0 0,-1 1 0 0 0,1-1 0 0 0,-1 1 0 0 0,2 5 0 0 0,2 5 154 0 0,-1 0-1 0 0,-1 1 1 0 0,0 0-1 0 0,-1 0 1 0 0,-1 0 0 0 0,1 31-1 0 0,-11 96 634 0 0,0-23-836 0 0,10-73-1023 0 0,0-17-2559 0 0</inkml:trace>
</inkml:ink>
</file>

<file path=ppt/ink/ink1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2:54.9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1 106 8754 0 0,'0'0'47'0'0,"1"-1"0"0"0,-1 1 0 0 0,1 0-1 0 0,-1 0 1 0 0,0-1 0 0 0,1 1 0 0 0,-1 0 0 0 0,1 0 0 0 0,-1 0 0 0 0,1-1 0 0 0,-1 1 0 0 0,1 0 0 0 0,-1 0 0 0 0,1 0-1 0 0,0 0 1 0 0,-1 0 0 0 0,1 0 0 0 0,-1 0 0 0 0,1 0 0 0 0,-1 0 0 0 0,1 0 0 0 0,-1 1 0 0 0,1-1 0 0 0,-1 0-1 0 0,1 0 1 0 0,-1 0 0 0 0,1 0 0 0 0,0 1 0 0 0,17 14 988 0 0,8 21 1484 0 0,2 26-265 0 0,-24-50-1962 0 0,1 1 0 0 0,1-1 0 0 0,0 0 0 0 0,1 0 0 0 0,0 0 0 0 0,0-1 0 0 0,14 15 1 0 0,-21-37 2968 0 0,-4-25-2734 0 0,2 27-217 0 0,0-13-427 0 0,1-1 1 0 0,1 0 0 0 0,0 1 0 0 0,2-1-1 0 0,1 0 1 0 0,1 1 0 0 0,0 0-1 0 0,2 0 1 0 0,10-26 0 0 0,-6 26-1026 0 0</inkml:trace>
</inkml:ink>
</file>

<file path=ppt/ink/ink1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2:55.8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86 159 4145 0 0,'-3'1'129'0'0,"0"0"1"0"0,0 0-1 0 0,0 0 1 0 0,0 0-1 0 0,0 1 0 0 0,1-1 1 0 0,-1 1-1 0 0,0 0 1 0 0,1 0-1 0 0,-1 0 0 0 0,1 0 1 0 0,-1 0-1 0 0,1 0 1 0 0,0 1-1 0 0,0-1 1 0 0,0 1-1 0 0,0 0 0 0 0,1-1 1 0 0,-1 1-1 0 0,1 0 1 0 0,-2 5-1 0 0,-4 7 790 0 0,1-1-1 0 0,-9 32 0 0 0,14-41-756 0 0,0 0-1 0 0,0 0 1 0 0,0 1-1 0 0,1-1 0 0 0,0 0 1 0 0,0 1-1 0 0,0-1 0 0 0,1 0 1 0 0,0 0-1 0 0,0 1 0 0 0,0-1 1 0 0,0 0-1 0 0,1 0 1 0 0,0 0-1 0 0,0 0 0 0 0,0-1 1 0 0,1 1-1 0 0,0 0 0 0 0,0-1 1 0 0,0 0-1 0 0,0 0 1 0 0,0 0-1 0 0,1 0 0 0 0,0 0 1 0 0,0-1-1 0 0,0 1 0 0 0,0-1 1 0 0,1 0-1 0 0,-1 0 0 0 0,1-1 1 0 0,0 1-1 0 0,-1-1 1 0 0,1 0-1 0 0,0-1 0 0 0,0 1 1 0 0,1-1-1 0 0,-1 0 0 0 0,0 0 1 0 0,0 0-1 0 0,1-1 1 0 0,-1 0-1 0 0,0 0 0 0 0,0 0 1 0 0,1-1-1 0 0,5-1 0 0 0,-8 2-193 0 0,0-1 1 0 0,0 1-1 0 0,0-1 0 0 0,0 0 0 0 0,0 0 0 0 0,-1 0 0 0 0,1-1 0 0 0,0 1 1 0 0,-1 0-1 0 0,1-1 0 0 0,0 0 0 0 0,-1 0 0 0 0,0 0 0 0 0,1 0 0 0 0,-1 0 1 0 0,0 0-1 0 0,0 0 0 0 0,0-1 0 0 0,-1 1 0 0 0,1-1 0 0 0,-1 1 0 0 0,1-1 1 0 0,-1 0-1 0 0,2-4 0 0 0,-2 2 6 0 0,0-1 1 0 0,-1 0-1 0 0,1 0 0 0 0,-1 0 1 0 0,0 1-1 0 0,0-1 0 0 0,-1 0 1 0 0,0 0-1 0 0,0 0 0 0 0,0 1 1 0 0,-5-12-1 0 0,1 6-79 0 0,0-1 0 0 0,-1 1 0 0 0,0 0 0 0 0,-15-18 0 0 0,-7-13-633 0 0,27 40 692 0 0,0 1-1 0 0,0-1 1 0 0,1 0-1 0 0,-1 0 1 0 0,0 0-1 0 0,1 0 1 0 0,0 0-1 0 0,-1 0 1 0 0,1 0-1 0 0,0 0 1 0 0,0 1-1 0 0,0-1 1 0 0,0 0-1 0 0,0 0 1 0 0,0 0 0 0 0,1 0-1 0 0,-1 0 1 0 0,1 0-1 0 0,-1 0 1 0 0,3-3-1 0 0,-1 1-34 0 0,1-1 0 0 0,-1 1 0 0 0,1 0 0 0 0,0 0-1 0 0,1 0 1 0 0,-1 1 0 0 0,1-1 0 0 0,4-3 0 0 0,4-2-103 0 0,0 1 1 0 0,1 0-1 0 0,0 0 0 0 0,25-9 1 0 0,-18 10 488 0 0,0 0 1 0 0,23-4 0 0 0,-38 10-13 0 0,0 0 0 0 0,0 0 0 0 0,0 1 0 0 0,0-1 0 0 0,0 1 0 0 0,0 0 0 0 0,0 1 0 0 0,0-1 0 0 0,0 1 0 0 0,0 0 0 0 0,0 0 0 0 0,0 0 1 0 0,0 1-1 0 0,8 4 0 0 0,-8-2-150 0 0,-1 1 0 0 0,1-1 0 0 0,-1 1 0 0 0,0 1 0 0 0,0-1 0 0 0,-1 0 0 0 0,0 1 0 0 0,0 0 0 0 0,0-1 0 0 0,0 1 1 0 0,-1 0-1 0 0,3 12 0 0 0,17 35 600 0 0,-21-50-712 0 0,1 0 0 0 0,0-1-1 0 0,0 1 1 0 0,0 0 0 0 0,0-1 0 0 0,1 0 0 0 0,-1 1 0 0 0,1-1 0 0 0,-1 0-1 0 0,1 0 1 0 0,0 0 0 0 0,0-1 0 0 0,0 1 0 0 0,3 1 0 0 0,-2-2-6 0 0,0-1 1 0 0,-1 1-1 0 0,1-1 0 0 0,0 1 1 0 0,0-1-1 0 0,0 0 1 0 0,0-1-1 0 0,0 1 0 0 0,0-1 1 0 0,-1 1-1 0 0,1-1 1 0 0,0-1-1 0 0,0 1 0 0 0,-1 0 1 0 0,1-1-1 0 0,-1 0 1 0 0,1 1-1 0 0,-1-1 1 0 0,0-1-1 0 0,1 1 0 0 0,-1 0 1 0 0,3-5-1 0 0,4-1 64 0 0,-1-1 0 0 0,0-1 0 0 0,-1 1 0 0 0,0-1 1 0 0,10-17-1 0 0,-5 7-74 0 0,-8 13-3 0 0,-1 1 1 0 0,1-1 0 0 0,-1 0-1 0 0,-1 0 1 0 0,1-1-1 0 0,-1 1 1 0 0,0-1 0 0 0,-1 0-1 0 0,2-10 1 0 0,-9 9 400 0 0,8 13 106 0 0,1 0-571 0 0,8 11-23 0 0,-1 0 0 0 0,17 31 0 0 0,-19-30 2 0 0,1 0 0 0 0,1 0 0 0 0,22 25 0 0 0,-33-41 68 0 0,0 0 1 0 0,0 1-1 0 0,1-1 1 0 0,-1 0-1 0 0,0 1 1 0 0,0-1-1 0 0,1 0 1 0 0,-1 1 0 0 0,0-1-1 0 0,1 0 1 0 0,-1 0-1 0 0,0 0 1 0 0,1 1-1 0 0,-1-1 1 0 0,0 0-1 0 0,1 0 1 0 0,-1 0-1 0 0,0 0 1 0 0,1 1-1 0 0,-1-1 1 0 0,1 0-1 0 0,-1 0 1 0 0,0 0-1 0 0,1 0 1 0 0,-1 0 0 0 0,1 0-1 0 0,-1 0 1 0 0,0 0-1 0 0,1 0 1 0 0,-1 0-1 0 0,0-1 1 0 0,1 1-1 0 0,-1 0 1 0 0,1 0-1 0 0,-1 0 1 0 0,0 0-1 0 0,1 0 1 0 0,-1-1-1 0 0,0 1 1 0 0,1 0 0 0 0,-1 0-1 0 0,0-1 1 0 0,0 1-1 0 0,1 0 1 0 0,-1-1-1 0 0,0 1 1 0 0,0 0-1 0 0,1 0 1 0 0,-1-1-1 0 0,0 1 1 0 0,0-1-1 0 0,0 1 1 0 0,1-1-1 0 0,7-29-403 0 0,-2 6 279 0 0,-3 16 181 0 0,1 1 1 0 0,0-1-1 0 0,0 0 1 0 0,1 1 0 0 0,0 0-1 0 0,0 0 1 0 0,1 0-1 0 0,0 1 1 0 0,0 0-1 0 0,11-9 1 0 0,-14 13-22 0 0,0 0 0 0 0,0 0-1 0 0,0 0 1 0 0,0 1 0 0 0,0-1 0 0 0,1 1 0 0 0,-1-1 0 0 0,0 1 0 0 0,1 0 0 0 0,-1 1 0 0 0,1-1 0 0 0,-1 1 0 0 0,1-1 0 0 0,-1 1 0 0 0,1 0 0 0 0,-1 0 0 0 0,1 1 0 0 0,-1-1-1 0 0,1 1 1 0 0,-1-1 0 0 0,1 1 0 0 0,-1 0 0 0 0,1 0 0 0 0,-1 1 0 0 0,0-1 0 0 0,0 1 0 0 0,0 0 0 0 0,3 2 0 0 0,-3-3-6 0 0,0 1 0 0 0,-1 0 0 0 0,1 0-1 0 0,-1 1 1 0 0,0-1 0 0 0,0 0 0 0 0,0 1 0 0 0,0-1 0 0 0,0 1 0 0 0,0 0 0 0 0,-1 0 0 0 0,3 4-1 0 0,3 40-2975 0 0,-7-47 2842 0 0</inkml:trace>
</inkml:ink>
</file>

<file path=ppt/ink/ink1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2:56.3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188 386 1840 0 0,'1'-2'208'0'0,"-1"1"-1"0"0,1-1 1 0 0,-1 0 0 0 0,1 1-1 0 0,-1-1 1 0 0,0 0-1 0 0,0 1 1 0 0,0-1-1 0 0,0 0 1 0 0,0 0-1 0 0,0 1 1 0 0,0-1 0 0 0,0 0-1 0 0,-1 1 1 0 0,1-1-1 0 0,-1 0 1 0 0,1 1-1 0 0,-1-1 1 0 0,0 1-1 0 0,0-1 1 0 0,0 1-1 0 0,1-1 1 0 0,-1 1 0 0 0,-1-1-1 0 0,1 1 1 0 0,0 0-1 0 0,0 0 1 0 0,0-1-1 0 0,-1 1 1 0 0,-1-1-1 0 0,1 1-11 0 0,0 1-1 0 0,0-1 1 0 0,-1 1-1 0 0,1-1 1 0 0,0 1-1 0 0,0 0 1 0 0,-1 0 0 0 0,1 0-1 0 0,0 0 1 0 0,0 0-1 0 0,-1 0 1 0 0,1 1-1 0 0,0-1 1 0 0,0 1-1 0 0,0 0 1 0 0,0 0-1 0 0,0-1 1 0 0,0 1-1 0 0,0 0 1 0 0,0 1-1 0 0,0-1 1 0 0,0 0-1 0 0,-2 3 1 0 0,-9 6 194 0 0,2 0 0 0 0,-1 1 1 0 0,1 1-1 0 0,1 0 0 0 0,0 0 0 0 0,1 1 1 0 0,0 0-1 0 0,1 0 0 0 0,0 1 0 0 0,-5 15 1 0 0,12-27-382 0 0,0-1 0 0 0,1 1 1 0 0,-1 0-1 0 0,0-1 0 0 0,1 1 0 0 0,-1 0 1 0 0,1 0-1 0 0,0-1 0 0 0,-1 1 1 0 0,1 0-1 0 0,0 0 0 0 0,0 0 0 0 0,0-1 1 0 0,1 1-1 0 0,-1 0 0 0 0,0 0 1 0 0,1-1-1 0 0,-1 1 0 0 0,1 0 0 0 0,-1 0 1 0 0,1-1-1 0 0,0 1 0 0 0,0-1 1 0 0,0 1-1 0 0,0-1 0 0 0,0 1 0 0 0,0-1 1 0 0,0 1-1 0 0,0-1 0 0 0,0 0 1 0 0,1 0-1 0 0,-1 0 0 0 0,1 1 0 0 0,-1-1 1 0 0,1 0-1 0 0,-1-1 0 0 0,1 1 1 0 0,1 1-1 0 0,1-2-62 0 0,-1 1 0 0 0,0-1 1 0 0,0 1-1 0 0,1-1 0 0 0,-1 0 0 0 0,0 0 1 0 0,1 0-1 0 0,-1-1 0 0 0,0 1 0 0 0,0-1 1 0 0,1 0-1 0 0,-1 0 0 0 0,0 0 0 0 0,0 0 1 0 0,0 0-1 0 0,0-1 0 0 0,0 0 0 0 0,0 1 1 0 0,-1-1-1 0 0,4-3 0 0 0,6-6-354 0 0,-1-1 0 0 0,-1 0 0 0 0,0 0 0 0 0,-1-1-1 0 0,0-1 1 0 0,-1 1 0 0 0,0-1 0 0 0,-1-1 0 0 0,-1 1 0 0 0,0-1-1 0 0,-1 0 1 0 0,-1-1 0 0 0,0 1 0 0 0,1-20 0 0 0,0 2 599 0 0,-3 0 0 0 0,0 0 0 0 0,-2 0 0 0 0,-2 0 1 0 0,-10-61-1 0 0,11 91-25 0 0,1-1 112 0 0,-1 0 1 0 0,0 0-1 0 0,0 0 0 0 0,0 0 1 0 0,0 1-1 0 0,0-1 1 0 0,-1 0-1 0 0,0 1 1 0 0,1-1-1 0 0,-1 1 0 0 0,0 0 1 0 0,-3-4-1 0 0,4 7-191 0 0,1 0 0 0 0,-1 0 0 0 0,1 0 1 0 0,-1 0-1 0 0,1 0 0 0 0,-1 0 0 0 0,1 0 0 0 0,-1 0 0 0 0,0 0 0 0 0,1 0 0 0 0,-1 0 0 0 0,1 1 0 0 0,-1-1 0 0 0,1 0 0 0 0,-1 0 0 0 0,1 0 0 0 0,0 1 1 0 0,-1-1-1 0 0,1 0 0 0 0,-1 1 0 0 0,1-1 0 0 0,-1 0 0 0 0,1 1 0 0 0,0-1 0 0 0,-1 1 0 0 0,1-1 0 0 0,0 0 0 0 0,-1 1 0 0 0,1-1 0 0 0,0 1 0 0 0,0-1 0 0 0,0 1 1 0 0,-1-1-1 0 0,1 1 0 0 0,0-1 0 0 0,0 1 0 0 0,0-1 0 0 0,0 1 0 0 0,0 0 0 0 0,-9 24 1040 0 0,4-1-719 0 0,1 0 0 0 0,1 0 0 0 0,1 1 0 0 0,1-1 0 0 0,3 34 0 0 0,3-6-150 0 0,18 75-1 0 0,31 49-868 0 0,-34-115-5056 0 0,-2-8-1517 0 0</inkml:trace>
</inkml:ink>
</file>

<file path=ppt/ink/ink1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2:57.1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0 10594 0 0,'0'3'240'0'0,"-1"0"1"0"0,0 0-1 0 0,1 0 0 0 0,0 0 0 0 0,-1 0 1 0 0,1 0-1 0 0,0 1 0 0 0,1-1 0 0 0,-1 0 1 0 0,2 4-1 0 0,-2 1 22 0 0,7 39 1675 0 0,2 1 0 0 0,20 62 1 0 0,-15-63-1735 0 0,-2 0 0 0 0,6 60 0 0 0,-16-84-1433 0 0,-2-1-3317 0 0,0-1-1538 0 0</inkml:trace>
</inkml:ink>
</file>

<file path=ppt/ink/ink1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2:57.3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0 131 7370 0 0,'2'-2'303'0'0,"-1"1"0"0"0,1-1 0 0 0,0 1 0 0 0,0-1 0 0 0,0 1 0 0 0,0 0 1 0 0,0 0-1 0 0,0 0 0 0 0,0 0 0 0 0,4-1 0 0 0,1-1 178 0 0,119-59 5946 0 0,-86 46-7124 0 0,54-15 0 0 0,-76 27-94 0 0</inkml:trace>
</inkml:ink>
</file>

<file path=ppt/ink/ink1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2:57.6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0 104 9218 0 0,'1'0'148'0'0,"0"-1"1"0"0,0 0-1 0 0,0 0 1 0 0,0 1-1 0 0,0-1 1 0 0,0 1-1 0 0,0-1 1 0 0,1 1-1 0 0,-1 0 0 0 0,0-1 1 0 0,0 1-1 0 0,0 0 1 0 0,0 0-1 0 0,1 0 1 0 0,-1-1-1 0 0,0 1 1 0 0,0 0-1 0 0,0 1 1 0 0,1-1-1 0 0,0 0 0 0 0,30 2 2163 0 0,-24-1-1887 0 0,-1 1 0 0 0,0 0 0 0 0,0 0 0 0 0,0 1 0 0 0,0 0 0 0 0,0 0 0 0 0,-1 1 0 0 0,1-1 0 0 0,-1 1 1 0 0,6 6-1 0 0,-6-6-317 0 0,-1 0 0 0 0,0 1 0 0 0,-1 0 0 0 0,1 0 0 0 0,-1 0-1 0 0,0 0 1 0 0,-1 1 0 0 0,1 0 0 0 0,-1 0 0 0 0,0 0 0 0 0,0 0 0 0 0,-1 0 0 0 0,0 0 0 0 0,0 1 0 0 0,0-1 0 0 0,-1 1 0 0 0,0-1 0 0 0,0 10 0 0 0,-3-17-48 0 0,0 0 0 0 0,0 0 0 0 0,0 0-1 0 0,0-1 1 0 0,1 1 0 0 0,-1 0 0 0 0,0-1 0 0 0,1 0-1 0 0,-1 1 1 0 0,1-1 0 0 0,-2-2 0 0 0,1-2-36 0 0,-1 1 0 0 0,1-1 0 0 0,1 1 1 0 0,-1-1-1 0 0,1 0 0 0 0,0 0 1 0 0,1 0-1 0 0,-1 0 0 0 0,1 1 0 0 0,0-1 1 0 0,1 0-1 0 0,-1 0 0 0 0,1 0 0 0 0,0 0 1 0 0,3-7-1 0 0,1-5-709 0 0,1-1 0 0 0,1 1 0 0 0,12-23 1 0 0,-8 21-4203 0 0,0 1-1484 0 0</inkml:trace>
</inkml:ink>
</file>

<file path=ppt/ink/ink1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2:58.0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59 3225 0 0,'-9'5'8346'0'0,"4"6"-4924"0"0,1 17-1934 0 0,4-18-1145 0 0,0 0 0 0 0,1 0 0 0 0,0 1 0 0 0,0-1 0 0 0,1 0 0 0 0,5 14 0 0 0,-6-20-288 0 0,0 0-1 0 0,1 0 1 0 0,-1 0-1 0 0,1 0 1 0 0,0-1-1 0 0,0 1 1 0 0,1 0 0 0 0,-1-1-1 0 0,1 1 1 0 0,-1-1-1 0 0,1 0 1 0 0,0 0-1 0 0,0 0 1 0 0,1 0 0 0 0,-1-1-1 0 0,1 1 1 0 0,-1-1-1 0 0,5 2 1 0 0,-6-4-70 0 0,0 0 0 0 0,0 1 1 0 0,0-2-1 0 0,0 1 0 0 0,0 0 1 0 0,0 0-1 0 0,0 0 0 0 0,0-1 0 0 0,-1 1 1 0 0,1-1-1 0 0,0 0 0 0 0,0 0 1 0 0,0 1-1 0 0,-1-1 0 0 0,1 0 0 0 0,0 0 1 0 0,-1-1-1 0 0,1 1 0 0 0,-1 0 0 0 0,1 0 1 0 0,-1-1-1 0 0,0 1 0 0 0,0-1 1 0 0,3-2-1 0 0,1-4-322 0 0,1 1 1 0 0,-1-1 0 0 0,8-15-1 0 0,-7 8-156 0 0,0-1 0 0 0,-1 1 0 0 0,2-19 1 0 0,-4 19 567 0 0,1 1 1 0 0,0 0 0 0 0,1 0 0 0 0,8-18 0 0 0,-13 31-21 0 0,1 0 1 0 0,-1 0-1 0 0,0 0 1 0 0,1 1-1 0 0,-1-1 1 0 0,1 0-1 0 0,0 0 1 0 0,-1 0-1 0 0,1 1 1 0 0,0-1-1 0 0,-1 0 1 0 0,1 1-1 0 0,0-1 1 0 0,0 1-1 0 0,-1-1 1 0 0,1 1-1 0 0,0-1 1 0 0,0 1-1 0 0,0-1 1 0 0,0 1-1 0 0,0 0 1 0 0,0-1-1 0 0,0 1 1 0 0,0 0-1 0 0,0 0 0 0 0,0 0 1 0 0,0 0-1 0 0,0 0 1 0 0,0 0-1 0 0,0 0 1 0 0,0 0-1 0 0,-1 0 1 0 0,1 0-1 0 0,0 1 1 0 0,0-1-1 0 0,0 0 1 0 0,0 1-1 0 0,0-1 1 0 0,0 0-1 0 0,0 1 1 0 0,0-1-1 0 0,-1 1 1 0 0,1 0-1 0 0,0-1 1 0 0,0 1-1 0 0,-1 0 1 0 0,2 1-1 0 0,5 5 163 0 0,0 1 0 0 0,0 0 0 0 0,10 16-1 0 0,-7-10-120 0 0,-4-6-127 0 0,38 42-699 0 0,-40-46 276 0 0,0-1-1 0 0,0 0 1 0 0,1 0 0 0 0,-1 0-1 0 0,1-1 1 0 0,-1 1-1 0 0,1-1 1 0 0,0 0 0 0 0,0 0-1 0 0,9 2 1 0 0,2-2-1242 0 0</inkml:trace>
</inkml:ink>
</file>

<file path=ppt/ink/ink1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2:58.2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1 10594 0 0,'-3'5'475'0'0,"0"1"1"0"0,1 0-1 0 0,0 0 0 0 0,0 0 0 0 0,1 0 0 0 0,0 1 0 0 0,0-1 1 0 0,0 0-1 0 0,1 1 0 0 0,0 6 0 0 0,0-11-337 0 0,0 28 1058 0 0,2 0 1 0 0,0 1-1 0 0,13 51 0 0 0,-1-27-2828 0 0,22 57 0 0 0,-31-99-419 0 0,1 0 0 0 0,0 0-1 0 0,8 12 1 0 0,-11-20 1274 0 0</inkml:trace>
</inkml:ink>
</file>

<file path=ppt/ink/ink1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2:58.7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8 337 6449 0 0,'-1'-1'71'0'0,"0"1"1"0"0,1-1-1 0 0,-1 0 0 0 0,0 0 0 0 0,1 0 0 0 0,-1 0 0 0 0,1 1 0 0 0,-1-1 0 0 0,1 0 0 0 0,0 0 0 0 0,-1 0 0 0 0,1 0 0 0 0,0 0 0 0 0,0 0 0 0 0,-1 0 0 0 0,1 0 0 0 0,0 0 0 0 0,0 0 1 0 0,0 0-1 0 0,0 0 0 0 0,0 0 0 0 0,1 0 0 0 0,-1 0 0 0 0,1-2 0 0 0,0 0 119 0 0,0 0 0 0 0,1 1 1 0 0,-1-1-1 0 0,1 0 0 0 0,0 0 0 0 0,0 1 0 0 0,0-1 1 0 0,3-2-1 0 0,7-7 675 0 0,2 1 0 0 0,19-13 0 0 0,-21 16-481 0 0,238-187-86 0 0,-241 187-23 0 0,27-18 2737 0 0,-38 65 809 0 0,2 10-3162 0 0,6 57 0 0 0,1 18 87 0 0,-7-124-768 0 0,0 1-1 0 0,0-1 1 0 0,0 0-1 0 0,0 1 0 0 0,0-1 1 0 0,0 0-1 0 0,0 1 1 0 0,0-1-1 0 0,0 0 0 0 0,0 1 1 0 0,0-1-1 0 0,0 0 1 0 0,0 1-1 0 0,0-1 0 0 0,0 0 1 0 0,0 1-1 0 0,1-1 1 0 0,-1 0-1 0 0,0 1 0 0 0,0-1 1 0 0,0 0-1 0 0,0 0 1 0 0,1 1-1 0 0,-1-1 0 0 0,0 0 1 0 0,0 1-1 0 0,1-1 1 0 0,-1 0-1 0 0,0 0 0 0 0,1 0 1 0 0,-1 1-1 0 0,0-1 0 0 0,0 0 1 0 0,1 0-1 0 0,-1 0 1 0 0,1 0-1 0 0,12-7-679 0 0,9-19-391 0 0,3-34 139 0 0,2-3 833 0 0,-24 58 192 0 0,0 0 0 0 0,0 0 0 0 0,0 1 1 0 0,1-1-1 0 0,-1 1 0 0 0,1 0 0 0 0,0 0 0 0 0,0 0 0 0 0,8-5 0 0 0,-11 9-24 0 0,0-1 0 0 0,1 0 0 0 0,-1 0 0 0 0,0 1 0 0 0,0-1 0 0 0,1 1 0 0 0,-1-1-1 0 0,0 1 1 0 0,1-1 0 0 0,-1 1 0 0 0,0 0 0 0 0,1 0 0 0 0,-1 0 0 0 0,1-1 0 0 0,-1 1 0 0 0,0 1 0 0 0,1-1 0 0 0,-1 0 0 0 0,1 0-1 0 0,-1 0 1 0 0,0 1 0 0 0,1-1 0 0 0,-1 1 0 0 0,0-1 0 0 0,1 1 0 0 0,-1-1 0 0 0,0 1 0 0 0,0 0 0 0 0,0 0 0 0 0,0 0 0 0 0,1 0-1 0 0,-1-1 1 0 0,0 1 0 0 0,-1 1 0 0 0,1-1 0 0 0,0 0 0 0 0,0 0 0 0 0,1 1 0 0 0,3 7 165 0 0,0 0-1 0 0,-1 1 1 0 0,0-1 0 0 0,5 16-1 0 0,3 6-92 0 0,-10-27-461 0 0,1 1-1 0 0,0-1 0 0 0,0 1 0 0 0,0-1 0 0 0,0 0 0 0 0,1 0 0 0 0,0-1 0 0 0,-1 1 1 0 0,9 5-1 0 0,0-2-936 0 0</inkml:trace>
</inkml:ink>
</file>

<file path=ppt/ink/ink1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2:59.6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6913 0 0,'6'2'649'0'0,"-1"-1"0"0"0,0 2-1 0 0,0-1 1 0 0,0 0 0 0 0,0 1-1 0 0,0 0 1 0 0,4 4 0 0 0,12 6 321 0 0,24 15-63 0 0,-2 2-1 0 0,-1 2 0 0 0,-1 1 0 0 0,48 52 0 0 0,-72-68-746 0 0,-1 1 0 0 0,-1 1 0 0 0,0 0 0 0 0,-2 1 0 0 0,0 0 1 0 0,-1 1-1 0 0,-1 1 0 0 0,-1 0 0 0 0,13 41 0 0 0,-13-24-27 0 0,-2 0 1 0 0,-1 1-1 0 0,-2 0 0 0 0,-2 0 0 0 0,-2 43 0 0 0,-3-9-30 0 0,-2 1-1 0 0,-4-2 1 0 0,-3 1-1 0 0,-4-1 1 0 0,-2-1 0 0 0,-3-1-1 0 0,-4 0 1 0 0,-3-2-1 0 0,-40 75 1 0 0,53-117-146 0 0,-109 192 963 0 0,84-158-2441 0 0,-66 83-1 0 0,94-132 350 0 0</inkml:trace>
</inkml:ink>
</file>

<file path=ppt/ink/ink1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3:00.8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37 3225 0 0,'3'-36'11425'0'0,"1"38"-11110"0"0,9 5 256 0 0,-1-1-61 0 0,0 1 1 0 0,-1 0-1 0 0,1 1 1 0 0,-1 0-1 0 0,-1 1 1 0 0,0 0 0 0 0,13 14-1 0 0,-19-16-178 0 0,1-1 0 0 0,0 0 0 0 0,1 0 0 0 0,0 0 0 0 0,-1 0 0 0 0,2-1 0 0 0,11 8-1 0 0,-26 9 103 0 0,5-5-431 0 0,-2 1 34 0 0,-5 3 79 0 0,-5 6-56 0 0,14-26-39 0 0,0 0 1 0 0,0 1 0 0 0,0-1-1 0 0,0 1 1 0 0,0-1-1 0 0,0 1 1 0 0,0 0-1 0 0,1-1 1 0 0,-1 1-1 0 0,1 0 1 0 0,-1 2-1 0 0,1-2 15 0 0,-1 0-1 0 0,1 0 0 0 0,-1 0 0 0 0,0 0 0 0 0,1 0 0 0 0,-1 0 0 0 0,0 0 1 0 0,0 0-1 0 0,0-1 0 0 0,-1 1 0 0 0,-1 3 0 0 0,22-22 198 0 0,2 1-1 0 0,0 1 1 0 0,28-14 0 0 0,-14 8-177 0 0,45-28-1304 0 0,100-42 1 0 0,-129 69-6719 0 0</inkml:trace>
</inkml:ink>
</file>

<file path=ppt/ink/ink1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3:01.4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32 5529 0 0,'0'-1'123'0'0,"0"0"0"0"0,0-1 0 0 0,0 1 0 0 0,-1 0 0 0 0,1-1 0 0 0,0 1 0 0 0,-1 0-1 0 0,1 0 1 0 0,0-1 0 0 0,-1 1 0 0 0,0 0 0 0 0,1 0 0 0 0,-1 0 0 0 0,0 0 0 0 0,1 0 0 0 0,-1 0 0 0 0,0 0 0 0 0,0 0 0 0 0,0 0-1 0 0,0 0 1 0 0,0 0 0 0 0,0 0 0 0 0,0 1 0 0 0,0-1 0 0 0,-1 0 0 0 0,1 1 0 0 0,0-1 0 0 0,0 1 0 0 0,-1-1 0 0 0,1 1-1 0 0,0 0 1 0 0,0-1 0 0 0,-1 1 0 0 0,1 0 0 0 0,0 0 0 0 0,-1 0 0 0 0,1 0 0 0 0,0 0 0 0 0,-2 0 0 0 0,-3 1-20 0 0,0-1 0 0 0,1 1 0 0 0,-1 0 0 0 0,0 1 0 0 0,0-1 0 0 0,1 1 0 0 0,-8 3 0 0 0,-9 10-548 0 0,19-12 408 0 0,0-1-1 0 0,0 1 1 0 0,-1-1 0 0 0,1 0-1 0 0,0 0 1 0 0,-1-1 0 0 0,-5 3-1 0 0,-4-2 26 0 0</inkml:trace>
</inkml:ink>
</file>

<file path=ppt/ink/ink1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3:07.1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35 103 7370 0 0,'1'-4'332'0'0,"4"-23"3797"0"0,1-44 1 0 0,-5 132-862 0 0,-3 92-2333 0 0,-5-66-677 0 0,-31 833 1189 0 0,38-883-1379 0 0,0-22-236 0 0,0 0 1 0 0,0 1 0 0 0,1-1-1 0 0,1 0 1 0 0,4 16-1 0 0,3-17-2174 0 0</inkml:trace>
</inkml:ink>
</file>

<file path=ppt/ink/ink1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3:07.6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8 222 3225 0 0,'-2'-4'313'0'0,"1"-1"0"0"0,-1 0 1 0 0,1 1-1 0 0,1-1 0 0 0,-1 0 0 0 0,1 0 1 0 0,-1 0-1 0 0,1 1 0 0 0,1-1 1 0 0,-1 0-1 0 0,1 0 0 0 0,1-6 0 0 0,-2 9-49 0 0,1-1-1 0 0,-1 0 1 0 0,1 0-1 0 0,0 1 1 0 0,0-1 0 0 0,0 0-1 0 0,0 1 1 0 0,1-1-1 0 0,-1 1 1 0 0,1-1-1 0 0,-1 1 1 0 0,1 0-1 0 0,0-1 1 0 0,0 1-1 0 0,0 0 1 0 0,0 0-1 0 0,0 1 1 0 0,0-1-1 0 0,1 0 1 0 0,-1 1-1 0 0,5-3 1 0 0,-6 4-184 0 0,0 0-1 0 0,0 0 1 0 0,1 0 0 0 0,-1 0-1 0 0,0 1 1 0 0,1-1 0 0 0,-1 0 0 0 0,0 1-1 0 0,0-1 1 0 0,1 0 0 0 0,-1 1-1 0 0,0 0 1 0 0,0-1 0 0 0,0 1 0 0 0,0 0-1 0 0,0-1 1 0 0,0 1 0 0 0,0 0 0 0 0,0 0-1 0 0,0 0 1 0 0,0 0 0 0 0,0 0-1 0 0,-1 0 1 0 0,2 1 0 0 0,20 33 736 0 0,-17-25-513 0 0,24 40 322 0 0,-14-23-509 0 0,1-1 1 0 0,1 0-1 0 0,25 29 0 0 0,-37-49 6 0 0,0 0 1 0 0,1-1-1 0 0,0 1 1 0 0,0-1-1 0 0,0-1 1 0 0,1 1-1 0 0,0-1 1 0 0,-1 0-1 0 0,2 0 1 0 0,-1-1-1 0 0,0 0 1 0 0,1-1-1 0 0,-1 1 1 0 0,1-1-1 0 0,0-1 1 0 0,-1 1-1 0 0,14-1 1 0 0,-14-1 33 0 0,-1-1 0 0 0,1-1 0 0 0,-1 1 1 0 0,1-1-1 0 0,-1 0 0 0 0,0-1 1 0 0,0 1-1 0 0,0-1 0 0 0,0 0 1 0 0,-1-1-1 0 0,1 1 0 0 0,-1-1 1 0 0,0 0-1 0 0,0-1 0 0 0,0 1 1 0 0,7-10-1 0 0,8-10 99 0 0,-1 0 0 0 0,19-34 0 0 0,-27 40-158 0 0,9-18 155 0 0,24-56 1 0 0,3-5-4770 0 0,-44 92 3160 0 0</inkml:trace>
</inkml:ink>
</file>

<file path=ppt/ink/ink1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3:08.6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45 124 2761 0 0,'-5'-8'426'0'0,"1"-1"0"0"0,0 0 0 0 0,0 0 0 0 0,1 0 0 0 0,-3-15 0 0 0,-13-31 8140 0 0,24 73-5124 0 0,24 104-2378 0 0,13 127-1 0 0,-34-185-1032 0 0,18 67 1 0 0,-25-159-388 0 0,1 1 0 0 0,2-1 1 0 0,8-33-1 0 0,-9 43 432 0 0,38-143 345 0 0,-36 144-338 0 0,1 1 1 0 0,1 0 0 0 0,0 1-1 0 0,1 0 1 0 0,1 0-1 0 0,1 1 1 0 0,16-21-1 0 0,-25 33-58 0 0,0 1 0 0 0,0 0 0 0 0,0 0 0 0 0,0 0 0 0 0,0 0-1 0 0,0 0 1 0 0,0 0 0 0 0,1 0 0 0 0,-1 1 0 0 0,0-1-1 0 0,0 0 1 0 0,1 1 0 0 0,-1-1 0 0 0,1 0 0 0 0,-1 1 0 0 0,0 0-1 0 0,1-1 1 0 0,-1 1 0 0 0,1 0 0 0 0,-1 0 0 0 0,1 0 0 0 0,-1 0-1 0 0,1 0 1 0 0,-1 0 0 0 0,2 0 0 0 0,-1 1 5 0 0,1 1 1 0 0,-1-1-1 0 0,0 0 0 0 0,-1 0 1 0 0,1 1-1 0 0,0-1 1 0 0,0 1-1 0 0,-1 0 1 0 0,1-1-1 0 0,0 1 0 0 0,-1 0 1 0 0,0 0-1 0 0,1 0 1 0 0,0 2-1 0 0,4 8 33 0 0,-1 0-1 0 0,0 0 0 0 0,-1 1 1 0 0,4 17-1 0 0,-4-4-4 0 0,-1 0 1 0 0,0 39-1 0 0,1 14 28 0 0,-4-79-90 0 0,-1 1 0 0 0,1-1 1 0 0,0 0-1 0 0,0 1 0 0 0,0-1 0 0 0,0 0 0 0 0,0 1 0 0 0,0-1 0 0 0,0 1 0 0 0,1-1 0 0 0,-1 0 0 0 0,0 1 0 0 0,0-1 0 0 0,0 0 0 0 0,0 1 0 0 0,0-1 0 0 0,0 0 0 0 0,1 0 0 0 0,-1 1 0 0 0,0-1 0 0 0,0 0 0 0 0,1 1 0 0 0,-1-1 0 0 0,0 0 0 0 0,0 0 0 0 0,1 0 0 0 0,-1 1 0 0 0,0-1 0 0 0,0 0 0 0 0,1 0 0 0 0,-1 0 0 0 0,0 0 0 0 0,1 1 0 0 0,8-9-305 0 0,6-18-239 0 0,5-69 34 0 0,-15 66 596 0 0,1 1 0 0 0,11-35 0 0 0,-15 58-49 0 0,1 0-1 0 0,-1-1 1 0 0,1 1-1 0 0,0 0 0 0 0,0 1 1 0 0,0-1-1 0 0,7-7 1 0 0,-9 11-14 0 0,0 1 1 0 0,0-1 0 0 0,-1 0-1 0 0,1 0 1 0 0,0 1 0 0 0,0-1 0 0 0,0 0-1 0 0,0 1 1 0 0,0-1 0 0 0,0 1-1 0 0,0-1 1 0 0,0 1 0 0 0,0 0-1 0 0,1 0 1 0 0,-1-1 0 0 0,0 1-1 0 0,0 0 1 0 0,0 0 0 0 0,0 0-1 0 0,0 0 1 0 0,1 0 0 0 0,-1 0-1 0 0,0 0 1 0 0,0 1 0 0 0,0-1 0 0 0,0 0-1 0 0,0 0 1 0 0,0 1 0 0 0,0-1-1 0 0,0 1 1 0 0,0-1 0 0 0,0 1-1 0 0,0 0 1 0 0,0-1 0 0 0,0 1-1 0 0,0 0 1 0 0,0 0 0 0 0,0-1-1 0 0,-1 1 1 0 0,1 0 0 0 0,0 0-1 0 0,-1 0 1 0 0,2 1 0 0 0,10 18 195 0 0,0-1 0 0 0,-1 1 0 0 0,-2 1-1 0 0,15 42 1 0 0,13 28-620 0 0,2-9-4068 0 0,-32-66-1799 0 0</inkml:trace>
</inkml:ink>
</file>

<file path=ppt/ink/ink1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3:08.9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44 169 3225 0 0,'-2'0'3813'0'0,"-4"15"-1193"0"0,-3 23 957 0 0,8-31-3317 0 0,1 0 1 0 0,0 0 0 0 0,0 0-1 0 0,0 0 1 0 0,1-1-1 0 0,0 1 1 0 0,1 0-1 0 0,-1 0 1 0 0,1 0 0 0 0,1-1-1 0 0,3 10 1 0 0,-4-13-197 0 0,0 0 1 0 0,0-1 0 0 0,-1 1-1 0 0,2-1 1 0 0,-1 1 0 0 0,0-1-1 0 0,0 0 1 0 0,1 0 0 0 0,-1 0-1 0 0,1 0 1 0 0,0 0 0 0 0,-1 0 0 0 0,1-1-1 0 0,0 0 1 0 0,0 1 0 0 0,0-1-1 0 0,0 0 1 0 0,0 0 0 0 0,0-1-1 0 0,1 1 1 0 0,-1-1 0 0 0,0 1-1 0 0,0-1 1 0 0,0 0 0 0 0,1 0-1 0 0,4-1 1 0 0,-2 0 34 0 0,-1 0 0 0 0,1 0 1 0 0,-1 0-1 0 0,1-1 0 0 0,-1 0 0 0 0,1 0 1 0 0,-1 0-1 0 0,0-1 0 0 0,0 0 0 0 0,0 0 0 0 0,0 0 1 0 0,-1-1-1 0 0,1 1 0 0 0,-1-1 0 0 0,0 0 1 0 0,0 0-1 0 0,0-1 0 0 0,-1 1 0 0 0,4-7 1 0 0,-2 3 3 0 0,-1 0 1 0 0,0-1 0 0 0,0 1 0 0 0,-1-1 0 0 0,-1 0-1 0 0,1 1 1 0 0,-1-2 0 0 0,-1 1 0 0 0,0 0 0 0 0,0 0-1 0 0,-1-15 1 0 0,0 16-51 0 0,-1-1-1 0 0,0 0 0 0 0,-1 0 0 0 0,1 0 1 0 0,-2 1-1 0 0,1-1 0 0 0,-1 1 1 0 0,-1-1-1 0 0,0 1 0 0 0,0 0 1 0 0,-9-14-1 0 0,9 18-46 0 0,0 0 1 0 0,1-1 0 0 0,-1 2-1 0 0,0-1 1 0 0,-1 0-1 0 0,1 1 1 0 0,-1 0-1 0 0,0 0 1 0 0,0 0-1 0 0,0 0 1 0 0,0 1-1 0 0,0 0 1 0 0,0 0-1 0 0,0 0 1 0 0,-1 1 0 0 0,1 0-1 0 0,-1 0 1 0 0,1 0-1 0 0,-11 0 1 0 0,11 1-128 0 0,-1 1 1 0 0,1-1 0 0 0,0 1-1 0 0,0 0 1 0 0,0 1-1 0 0,0-1 1 0 0,0 1-1 0 0,0 0 1 0 0,0 0 0 0 0,0 0-1 0 0,1 1 1 0 0,-5 3-1 0 0,3-2-563 0 0,1 0-1 0 0,0 0 0 0 0,1 1 0 0 0,-1-1 0 0 0,-6 10 0 0 0</inkml:trace>
</inkml:ink>
</file>

<file path=ppt/ink/ink1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3:09.5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235 422 7834 0 0,'-1'-2'222'0'0,"1"0"1"0"0,-1 0-1 0 0,0 0 1 0 0,0 0-1 0 0,0-1 1 0 0,0 1-1 0 0,0 0 1 0 0,0 0-1 0 0,0 1 1 0 0,-1-1-1 0 0,1 0 1 0 0,-1 0-1 0 0,1 1 1 0 0,-1-1-1 0 0,0 1 1 0 0,0-1-1 0 0,-2-1 0 0 0,-35-19 2199 0 0,35 20-2356 0 0,0 0 0 0 0,0 1 0 0 0,-1 0 0 0 0,1 0-1 0 0,0 0 1 0 0,-1 0 0 0 0,1 0 0 0 0,0 1 0 0 0,-1 0 0 0 0,1 0 0 0 0,-1 0-1 0 0,1 1 1 0 0,0 0 0 0 0,-1-1 0 0 0,1 1 0 0 0,0 1 0 0 0,-1-1 0 0 0,-4 3 0 0 0,3-1 93 0 0,1 0 0 0 0,1 1 0 0 0,-1 0 0 0 0,0 0 0 0 0,1 0 1 0 0,0 0-1 0 0,0 0 0 0 0,0 1 0 0 0,0 0 0 0 0,1 0 0 0 0,0 0 1 0 0,-4 7-1 0 0,3-2 16 0 0,0-1 0 0 0,0 1 0 0 0,1 0 0 0 0,0 0 0 0 0,1 0 0 0 0,0 1 0 0 0,0-1 0 0 0,1 0 0 0 0,1 1 0 0 0,0-1 0 0 0,0 1 0 0 0,1-1 0 0 0,0 0 0 0 0,1 1 0 0 0,4 13 0 0 0,-5-21-268 0 0,1 1-1 0 0,-1 0 0 0 0,1-1 0 0 0,0 1 0 0 0,0-1 1 0 0,1 0-1 0 0,-1 0 0 0 0,1 0 0 0 0,0 0 0 0 0,-1 0 1 0 0,1 0-1 0 0,0-1 0 0 0,1 1 0 0 0,-1-1 0 0 0,0 0 1 0 0,1 0-1 0 0,-1 0 0 0 0,1 0 0 0 0,0-1 0 0 0,-1 0 1 0 0,1 1-1 0 0,0-1 0 0 0,0-1 0 0 0,4 2 1 0 0,-4-2 3 0 0,-1 0 1 0 0,0 0 0 0 0,1-1-1 0 0,-1 1 1 0 0,1-1 0 0 0,-1 0 0 0 0,0 1-1 0 0,0-1 1 0 0,1-1 0 0 0,-1 1 0 0 0,0 0-1 0 0,0-1 1 0 0,0 0 0 0 0,0 1-1 0 0,0-1 1 0 0,-1 0 0 0 0,1-1 0 0 0,-1 1-1 0 0,1 0 1 0 0,-1-1 0 0 0,0 1 0 0 0,0-1-1 0 0,0 0 1 0 0,0 0 0 0 0,0 0-1 0 0,-1 0 1 0 0,1 0 0 0 0,1-4 0 0 0,5-17-347 0 0,-1 0 0 0 0,0 0 0 0 0,-2-1 0 0 0,-1 0 0 0 0,-1 1 0 0 0,0-37 0 0 0,-18-147 1303 0 0,1 54 3267 0 0,13 150-3575 0 0,1-1 1 0 0,0 0-1 0 0,0 0 0 0 0,1 0 1 0 0,1-8-1 0 0,-2 13-515 0 0,0-1 0 0 0,0 1 0 0 0,0 0 0 0 0,1 0 0 0 0,-1 0 0 0 0,0-1 0 0 0,0 1 0 0 0,0 0 1 0 0,0 0-1 0 0,0 0 0 0 0,0-1 0 0 0,0 1 0 0 0,1 0 0 0 0,-1 0 0 0 0,0 0 0 0 0,0 0 0 0 0,0 0 0 0 0,0-1 0 0 0,1 1 0 0 0,-1 0 0 0 0,0 0 0 0 0,0 0 1 0 0,0 0-1 0 0,0 0 0 0 0,1 0 0 0 0,-1 0 0 0 0,0 0 0 0 0,0 0 0 0 0,1 0 0 0 0,-1 0 0 0 0,0 0 0 0 0,0 0 0 0 0,0 0 0 0 0,1 0 0 0 0,-1 0 0 0 0,0 0 1 0 0,0 0-1 0 0,0 0 0 0 0,1 0 0 0 0,-1 0 0 0 0,0 0 0 0 0,1 0 0 0 0,12 17 315 0 0,-1 9-312 0 0,-1 1 0 0 0,-1-1 0 0 0,-2 2-1 0 0,-1-1 1 0 0,6 41 0 0 0,4 13-33 0 0,-2-23-118 0 0,2 0 1 0 0,46 100-1 0 0,-47-127-2501 0 0,30 44 1 0 0,-34-57-3937 0 0</inkml:trace>
</inkml:ink>
</file>

<file path=ppt/ink/ink1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3:09.9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1 367 10594 0 0,'12'-7'1730'0'0,"8"-1"-708"0"0,-2-2 1 0 0,1-1-1 0 0,-1 0 0 0 0,18-15 1 0 0,76-88 339 0 0,-98 98-1381 0 0,-1-1 0 0 0,-1 0 0 0 0,-1 0 0 0 0,-1-1 0 0 0,14-31 0 0 0,-23 47-11 0 0,-1 1-1 0 0,1 0 1 0 0,-1 0-1 0 0,1 0 1 0 0,-1-1 0 0 0,0 1-1 0 0,1 0 1 0 0,-1-1-1 0 0,0 1 1 0 0,0 0 0 0 0,0-1-1 0 0,0 1 1 0 0,0 0-1 0 0,0-1 1 0 0,0 1 0 0 0,-1 0-1 0 0,1 0 1 0 0,0-1-1 0 0,-1 1 1 0 0,1 0-1 0 0,-1 0 1 0 0,1-1 0 0 0,-1 1-1 0 0,0 0 1 0 0,-1-1-1 0 0,1 0-24 0 0,-1 1-1 0 0,0 0 0 0 0,0 0 0 0 0,1 0 0 0 0,-1 0 0 0 0,0 0 0 0 0,0 0 1 0 0,0 0-1 0 0,0 1 0 0 0,0-1 0 0 0,0 1 0 0 0,0 0 0 0 0,-1-1 1 0 0,-2 1-1 0 0,-1 0 4 0 0,0 0 1 0 0,0 0-1 0 0,0 1 1 0 0,0 0-1 0 0,0 0 0 0 0,1 0 1 0 0,-1 1-1 0 0,0 0 1 0 0,0 0-1 0 0,-8 5 1 0 0,10-4 132 0 0,-1 1 1 0 0,1-1-1 0 0,0 1 1 0 0,1 0 0 0 0,-1 0-1 0 0,1 0 1 0 0,0 0-1 0 0,0 1 1 0 0,0-1-1 0 0,0 1 1 0 0,1 0-1 0 0,0 0 1 0 0,0 0-1 0 0,-2 8 1 0 0,2-5 52 0 0,1 1 0 0 0,0-1 0 0 0,1 0 0 0 0,-1 1 0 0 0,2-1 0 0 0,-1 1 0 0 0,1-1 0 0 0,3 15 0 0 0,0-11-28 0 0,-1 1 1 0 0,2-1-1 0 0,-1 0 0 0 0,2 0 1 0 0,0-1-1 0 0,0 1 0 0 0,1-1 1 0 0,0-1-1 0 0,1 1 0 0 0,0-1 1 0 0,1-1-1 0 0,11 11 0 0 0,-15-16-255 0 0,0 0-1 0 0,1-1 0 0 0,-1 1 0 0 0,1-1 1 0 0,0 0-1 0 0,0-1 0 0 0,0 1 0 0 0,0-1 0 0 0,1 0 1 0 0,-1-1-1 0 0,1 0 0 0 0,-1 0 0 0 0,1 0 1 0 0,-1-1-1 0 0,1 0 0 0 0,-1 0 0 0 0,1 0 1 0 0,-1-1-1 0 0,13-3 0 0 0,3-3-1296 0 0</inkml:trace>
</inkml:ink>
</file>

<file path=ppt/ink/ink1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3:10.2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7834 0 0,'-11'4'8110'0'0,"11"-2"-7784"0"0,-3 12 2651 0 0,9 23-2458 0 0,-4-31-50 0 0,29 138 525 0 0,-6 0-1 0 0,9 207 1 0 0,-29-247-2825 0 0,-4-74-5839 0 0</inkml:trace>
</inkml:ink>
</file>

<file path=ppt/ink/ink1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3:11.7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76 5529 0 0,'-2'-21'1486'0'0,"2"16"-842"0"0,-1 0 0 0 0,1 0 0 0 0,-1 0 0 0 0,2 0 0 0 0,-1 0 0 0 0,0 0 0 0 0,1 0 0 0 0,2-9 0 0 0,9 42 3427 0 0,0 14-1847 0 0,-8-29-1898 0 0,0 0 1 0 0,0 0-1 0 0,-2 0 1 0 0,1 1-1 0 0,-1 16 1 0 0,-11 205 237 0 0,0-2-303 0 0,12-148-236 0 0,3-1 0 0 0,19 97 0 0 0,-17-119 63 0 0,-3 0 0 0 0,-3 89 0 0 0,-3-80-198 0 0,4-45-389 0 0,3-10-2789 0 0</inkml:trace>
</inkml:ink>
</file>

<file path=ppt/ink/ink1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3:12.1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84 185 1840 0 0,'-23'-20'3389'0'0,"-4"-5"320"0"0,27 24-3449 0 0,-1 1 0 0 0,0-1 0 0 0,0 1 0 0 0,0-1 0 0 0,0 1 0 0 0,0 0 1 0 0,0-1-1 0 0,0 1 0 0 0,0 0 0 0 0,0 0 0 0 0,0-1 0 0 0,0 1 0 0 0,0 0 0 0 0,0 0 0 0 0,0 0 0 0 0,0 0 0 0 0,0 1 0 0 0,0-1 0 0 0,0 0 0 0 0,0 0 0 0 0,0 1 0 0 0,0-1 0 0 0,0 0 0 0 0,0 1 0 0 0,0-1 0 0 0,0 1 0 0 0,-2 1 0 0 0,3-2-100 0 0,-1 1 0 0 0,1 0 0 0 0,-1 0 0 0 0,1 1 0 0 0,-1-1 0 0 0,1 0 0 0 0,0 0 0 0 0,-1 0 0 0 0,1 0 0 0 0,0 0 0 0 0,0 0 0 0 0,0 0 0 0 0,0 1 0 0 0,0-1 0 0 0,0 0 0 0 0,0 0 0 0 0,0 0 0 0 0,1 0 0 0 0,-1 0 0 0 0,0 0 0 0 0,1 0 0 0 0,-1 1 0 0 0,0-1 0 0 0,2 1 0 0 0,14 32-88 0 0,-13-28 133 0 0,2 3-123 0 0,7 18 125 0 0,3-1 0 0 0,0 0 0 0 0,31 40 1 0 0,-42-61-167 0 0,1 1 0 0 0,-1-1 0 0 0,1 0 0 0 0,0-1 0 0 0,0 1 0 0 0,1-1 0 0 0,-1 0 0 0 0,1-1 0 0 0,0 1 0 0 0,0-1 0 0 0,0 0 0 0 0,1-1 0 0 0,-1 1 0 0 0,1-1 0 0 0,-1 0 0 0 0,1-1 0 0 0,0 0 0 0 0,0 0 0 0 0,-1 0 0 0 0,1-1 0 0 0,0 0 0 0 0,8-1 0 0 0,-10 0-7 0 0,1-1 0 0 0,-1 0 0 0 0,0 0 0 0 0,0-1 0 0 0,0 1 0 0 0,0-1 0 0 0,0 0 0 0 0,-1 0 0 0 0,1 0 0 0 0,-1-1 1 0 0,0 0-1 0 0,0 0 0 0 0,6-7 0 0 0,6-10 89 0 0,22-36 0 0 0,-25 38-31 0 0,56-93 436 0 0,-14 23-1485 0 0,-17 30-4891 0 0,-22 38-1406 0 0</inkml:trace>
</inkml:ink>
</file>

<file path=ppt/ink/ink1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3:14.2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0 17972 0 0,'-2'1'74'0'0,"1"0"1"0"0,0 1-1 0 0,0-1 1 0 0,0 0 0 0 0,0 1-1 0 0,0-1 1 0 0,0 1-1 0 0,0-1 1 0 0,0 1-1 0 0,0-1 1 0 0,1 1-1 0 0,-1-1 1 0 0,1 1-1 0 0,-1 0 1 0 0,1 0-1 0 0,0-1 1 0 0,-1 1 0 0 0,1 2-1 0 0,-2 38-21 0 0,2-31 332 0 0,2 73 195 0 0,21 132 0 0 0,-5-127-2538 0 0,-7-46-4907 0 0</inkml:trace>
</inkml:ink>
</file>

<file path=ppt/ink/ink1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3:14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268 62 6913 0 0,'0'-2'146'0'0,"1"0"0"0"0,-1 0 0 0 0,0 0 0 0 0,0 0-1 0 0,0 0 1 0 0,-1 0 0 0 0,1 0 0 0 0,0 0-1 0 0,-1 0 1 0 0,1 0 0 0 0,-1 0 0 0 0,0 0 0 0 0,0 0-1 0 0,0 0 1 0 0,1 0 0 0 0,-2 1 0 0 0,1-1-1 0 0,0 0 1 0 0,0 1 0 0 0,0-1 0 0 0,-1 1 0 0 0,1-1-1 0 0,-1 1 1 0 0,1 0 0 0 0,-1 0 0 0 0,0-1-1 0 0,0 1 1 0 0,1 0 0 0 0,-1 1 0 0 0,0-1-1 0 0,0 0 1 0 0,-3 0 0 0 0,1-1 49 0 0,1 1 0 0 0,-1-1 0 0 0,0 1 0 0 0,0 0 0 0 0,0 1 0 0 0,0-1 0 0 0,0 1 0 0 0,0 0 0 0 0,0 0 0 0 0,0 0 0 0 0,0 0 0 0 0,0 1 0 0 0,0 0 0 0 0,0-1 0 0 0,0 1 0 0 0,-4 2 0 0 0,-2 4-193 0 0,0-1 1 0 0,1 2-1 0 0,-1-1 0 0 0,2 1 1 0 0,-1 1-1 0 0,1 0 0 0 0,0 0 0 0 0,1 0 1 0 0,0 1-1 0 0,1 0 0 0 0,-8 14 0 0 0,4-3 62 0 0,1 0 0 0 0,0 1 0 0 0,1 0 0 0 0,-8 43 0 0 0,15-60-32 0 0,0 1 0 0 0,0-1 0 0 0,1 0 1 0 0,0 1-1 0 0,0-1 0 0 0,0 0 0 0 0,1 1 0 0 0,0-1 0 0 0,0 0 0 0 0,3 10 1 0 0,-3-13-62 0 0,0-1 0 0 0,0 1 0 0 0,0 0 0 0 0,0-1 1 0 0,0 1-1 0 0,0-1 0 0 0,0 1 0 0 0,1-1 1 0 0,-1 0-1 0 0,0 0 0 0 0,1 1 0 0 0,-1-1 1 0 0,1 0-1 0 0,0 0 0 0 0,-1 0 0 0 0,1-1 1 0 0,0 1-1 0 0,-1 0 0 0 0,1-1 0 0 0,0 1 1 0 0,0-1-1 0 0,0 1 0 0 0,0-1 0 0 0,-1 0 1 0 0,1 0-1 0 0,0 0 0 0 0,0 0 0 0 0,0 0 1 0 0,0 0-1 0 0,0 0 0 0 0,-1-1 0 0 0,1 1 1 0 0,3-2-1 0 0,2-1-190 0 0,0 1 0 0 0,0-2 0 0 0,0 1 1 0 0,-1-1-1 0 0,1 0 0 0 0,-1 0 0 0 0,0-1 0 0 0,-1 1 1 0 0,1-2-1 0 0,-1 1 0 0 0,0 0 0 0 0,0-1 0 0 0,0 0 0 0 0,-1 0 1 0 0,0-1-1 0 0,0 1 0 0 0,-1-1 0 0 0,5-11 0 0 0,3-10 582 0 0,-1 0-1 0 0,-1-1 1 0 0,6-36 0 0 0,-13 46 316 0 0,-1 14-63 0 0,-1 0 0 0 0,1 0 0 0 0,0 0 0 0 0,0 0 0 0 0,4-8 0 0 0,-5 24 2852 0 0,7 18-2691 0 0,-4-15-387 0 0,-2-5-362 0 0,1 0 1 0 0,1 1 0 0 0,0-1 0 0 0,0 0 0 0 0,1 0 0 0 0,0 0 0 0 0,0-1 0 0 0,1 1 0 0 0,0-1 0 0 0,0 0 0 0 0,1-1 0 0 0,0 1 0 0 0,10 8 0 0 0,-8-10-689 0 0,-1 0 0 0 0,1 0 0 0 0,1-1-1 0 0,-1 0 1 0 0,1-1 0 0 0,0 0 0 0 0,0 0 0 0 0,13 3 0 0 0,-7-3-986 0 0</inkml:trace>
</inkml:ink>
</file>

<file path=ppt/ink/ink1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3:15.0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13 7370 0 0,'-1'-1'119'0'0,"0"0"0"0"0,-1 0 1 0 0,1 0-1 0 0,-1 0 1 0 0,1 0-1 0 0,-1 0 0 0 0,1 0 1 0 0,-1 0-1 0 0,0 1 1 0 0,1-1-1 0 0,-1 0 1 0 0,0 1-1 0 0,1 0 0 0 0,-1-1 1 0 0,0 1-1 0 0,0 0 1 0 0,1 0-1 0 0,-1 0 0 0 0,0 0 1 0 0,0 0-1 0 0,1 0 1 0 0,-1 1-1 0 0,0-1 0 0 0,0 0 1 0 0,1 1-1 0 0,-1 0 1 0 0,0-1-1 0 0,1 1 1 0 0,-1 0-1 0 0,1 0 0 0 0,-1 0 1 0 0,1 0-1 0 0,-1 0 1 0 0,1 0-1 0 0,0 0 0 0 0,-1 0 1 0 0,1 1-1 0 0,0-1 1 0 0,0 0-1 0 0,0 1 1 0 0,0-1-1 0 0,0 1 0 0 0,0-1 1 0 0,0 1-1 0 0,1 0 1 0 0,-2 1-1 0 0,-3 11 1095 0 0,-1 1-1 0 0,2-1 1 0 0,0 1-1 0 0,-3 20 1 0 0,6-28-1132 0 0,-3 18 31 0 0,1-1 1 0 0,1 1-1 0 0,2-1 0 0 0,0 1 0 0 0,2 0 1 0 0,7 43-1 0 0,-5-52-45 0 0,0 0-1 0 0,0 0 1 0 0,2-1 0 0 0,0 1 0 0 0,0-1-1 0 0,2 0 1 0 0,0-1 0 0 0,0 0 0 0 0,1 0-1 0 0,1-1 1 0 0,13 14 0 0 0,-21-24-73 0 0,1 0-1 0 0,0-1 1 0 0,0 1 0 0 0,0-1 0 0 0,0 0 0 0 0,0 0 0 0 0,0 0 0 0 0,1 0-1 0 0,-1 0 1 0 0,1-1 0 0 0,-1 0 0 0 0,1 1 0 0 0,0-1 0 0 0,-1-1-1 0 0,1 1 1 0 0,0 0 0 0 0,6-1 0 0 0,-8 0-46 0 0,1-1-1 0 0,-1 1 1 0 0,1-1 0 0 0,0 0-1 0 0,-1 0 1 0 0,1 0-1 0 0,-1-1 1 0 0,0 1 0 0 0,1-1-1 0 0,-1 1 1 0 0,0-1 0 0 0,0 0-1 0 0,0 1 1 0 0,0-1-1 0 0,0 0 1 0 0,-1 0 0 0 0,1-1-1 0 0,0 1 1 0 0,-1 0 0 0 0,0 0-1 0 0,1-1 1 0 0,-1 1 0 0 0,0-1-1 0 0,0 1 1 0 0,1-5-1 0 0,3-12-774 0 0,0-1 0 0 0,-1 1 0 0 0,0-1 0 0 0,0-34 0 0 0,-4 35-4759 0 0</inkml:trace>
</inkml:ink>
</file>

<file path=ppt/ink/ink1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3:15.3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1 219 10594 0 0,'5'-4'61'0'0,"1"0"-1"0"0,-1 0 0 0 0,0-1 0 0 0,0 1 1 0 0,-1-1-1 0 0,1-1 0 0 0,-1 1 1 0 0,0-1-1 0 0,-1 1 0 0 0,6-11 0 0 0,1 0 592 0 0,-3 6-196 0 0,-1-1-1 0 0,0 0 1 0 0,0 0-1 0 0,5-15 1 0 0,-10 24-383 0 0,-1 0 0 0 0,1 0 1 0 0,0 0-1 0 0,0 0 0 0 0,-1 0 1 0 0,0 0-1 0 0,1 0 0 0 0,-1 0 1 0 0,0 0-1 0 0,0 0 0 0 0,0 0 1 0 0,0 0-1 0 0,0 0 0 0 0,0-1 1 0 0,-1 1-1 0 0,1 0 0 0 0,-1 0 1 0 0,0 0-1 0 0,1 0 0 0 0,-1 0 0 0 0,0 0 1 0 0,0 1-1 0 0,0-1 0 0 0,0 0 1 0 0,-1 0-1 0 0,1 1 0 0 0,0-1 1 0 0,-1 0-1 0 0,1 1 0 0 0,-1 0 1 0 0,1-1-1 0 0,-1 1 0 0 0,-3-2 1 0 0,4 2-47 0 0,0 1 0 0 0,0-1 1 0 0,0 1-1 0 0,-1-1 1 0 0,1 1-1 0 0,0-1 1 0 0,-1 1-1 0 0,1 0 0 0 0,0-1 1 0 0,-1 1-1 0 0,1 0 1 0 0,0 0-1 0 0,-1 0 1 0 0,1 0-1 0 0,0 0 0 0 0,-1 1 1 0 0,1-1-1 0 0,0 0 1 0 0,-1 1-1 0 0,1-1 1 0 0,0 1-1 0 0,-1-1 0 0 0,1 1 1 0 0,0-1-1 0 0,0 1 1 0 0,0 0-1 0 0,0 0 1 0 0,0 0-1 0 0,0-1 0 0 0,0 1 1 0 0,0 0-1 0 0,0 0 1 0 0,0 0-1 0 0,0 0 1 0 0,0 1-1 0 0,1-1 0 0 0,-1 0 1 0 0,0 0-1 0 0,1 0 1 0 0,-1 3-1 0 0,-1-1 9 0 0,1 1 0 0 0,0-1-1 0 0,0 1 1 0 0,1-1 0 0 0,-1 1-1 0 0,1 0 1 0 0,-1-1 0 0 0,1 1 0 0 0,0-1-1 0 0,1 1 1 0 0,-1 0 0 0 0,0-1-1 0 0,1 1 1 0 0,2 4 0 0 0,3 7 151 0 0,2 0-1 0 0,0-1 1 0 0,1-1-1 0 0,0 1 1 0 0,1-1-1 0 0,0-1 1 0 0,22 20 0 0 0,-25-25-298 0 0,1 0 0 0 0,0-1 0 0 0,0 0 1 0 0,0 0-1 0 0,1-1 0 0 0,0 0 1 0 0,0-1-1 0 0,0 0 0 0 0,1 0 0 0 0,-1-1 1 0 0,1 0-1 0 0,0-1 0 0 0,15 3 1 0 0,10-8-3431 0 0,-19 0-1999 0 0</inkml:trace>
</inkml:ink>
</file>

<file path=ppt/ink/ink1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3:15.6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74 26 10594 0 0,'-4'-4'659'0'0,"0"1"-1"0"0,0 0 1 0 0,0 0-1 0 0,-1 0 1 0 0,1 1 0 0 0,-1 0-1 0 0,-5-3 1 0 0,9 5-461 0 0,0 0 0 0 0,0 0 0 0 0,0 0-1 0 0,1 0 1 0 0,-1 0 0 0 0,0 0 0 0 0,0 0 0 0 0,0 0 0 0 0,0 0 0 0 0,1 0 0 0 0,-1 0 0 0 0,0 0 0 0 0,0 1 0 0 0,0-1 0 0 0,1 0 0 0 0,-1 0 0 0 0,0 1 0 0 0,0-1 0 0 0,1 1 0 0 0,-2 0 0 0 0,1 0-101 0 0,0 0 0 0 0,0 1 0 0 0,0-1 0 0 0,0 1 0 0 0,0-1-1 0 0,1 1 1 0 0,-1-1 0 0 0,0 1 0 0 0,1-1 0 0 0,-1 1 0 0 0,1-1 0 0 0,0 1 0 0 0,-1 0 0 0 0,1 1 0 0 0,-4 59 351 0 0,2 0 1 0 0,3 0-1 0 0,12 83 1 0 0,-6-81-351 0 0,0-10-983 0 0,-1-18-4883 0 0,2-5-1423 0 0</inkml:trace>
</inkml:ink>
</file>

<file path=ppt/ink/ink1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3:15.8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0 9218 0 0,'-13'4'7993'0'0,"13"-3"-7777"0"0,-7 21 2644 0 0,4 28-1973 0 0,3-49-748 0 0,11 324 1558 0 0,5-186-8458 0 0,-13-114-230 0 0</inkml:trace>
</inkml:ink>
</file>

<file path=ppt/ink/ink1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3:16.2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1 347 5985 0 0,'0'0'110'0'0,"0"0"0"0"0,0 1 1 0 0,0-1-1 0 0,0 0 0 0 0,3 4 1541 0 0,-3-4-1541 0 0,0 0 0 0 0,0 1 0 0 0,1-1 0 0 0,-1 0 0 0 0,0 0 0 0 0,1 0 0 0 0,-1 0 0 0 0,0 0 0 0 0,0 0 1 0 0,1 0-1 0 0,-1 0 0 0 0,0 0 0 0 0,1 0 0 0 0,0 0 0 0 0,16-1 2692 0 0,16-11 537 0 0,-22 4-3065 0 0,-1 0 0 0 0,0 0 0 0 0,0-1-1 0 0,-1 0 1 0 0,0-1 0 0 0,-1 0-1 0 0,0-1 1 0 0,0 0 0 0 0,9-17-1 0 0,-8 10-216 0 0,0-1 0 0 0,-1 0-1 0 0,0-1 1 0 0,-2 0-1 0 0,5-25 1 0 0,-10 39-70 0 0,0 0 1 0 0,-1 1-1 0 0,0-1 1 0 0,0 0-1 0 0,0 0 1 0 0,-1 1-1 0 0,0-1 0 0 0,0 1 1 0 0,-2-9-1 0 0,2 13-32 0 0,1-1-1 0 0,-1 1 0 0 0,1 0 0 0 0,-1 0 1 0 0,1 0-1 0 0,-1 0 0 0 0,0 0 1 0 0,0 0-1 0 0,1 0 0 0 0,-1 0 1 0 0,0 0-1 0 0,0 0 0 0 0,0 0 0 0 0,0 0 1 0 0,0 0-1 0 0,0 1 0 0 0,0-1 1 0 0,0 0-1 0 0,0 1 0 0 0,-1-1 1 0 0,1 1-1 0 0,0-1 0 0 0,0 1 1 0 0,-1 0-1 0 0,1 0 0 0 0,0-1 0 0 0,0 1 1 0 0,-1 0-1 0 0,1 0 0 0 0,0 0 1 0 0,-1 0-1 0 0,1 0 0 0 0,0 1 1 0 0,0-1-1 0 0,-1 0 0 0 0,1 0 1 0 0,0 1-1 0 0,0-1 0 0 0,0 1 0 0 0,-1-1 1 0 0,1 1-1 0 0,0 0 0 0 0,0-1 1 0 0,0 1-1 0 0,0 0 0 0 0,0 0 1 0 0,-1 1-1 0 0,-5 3-179 0 0,0 1 1 0 0,0 1 0 0 0,0-1-1 0 0,1 1 1 0 0,0 1-1 0 0,0-1 1 0 0,0 1 0 0 0,1 0-1 0 0,1 0 1 0 0,-1 0-1 0 0,-3 10 1 0 0,3-4 63 0 0,0 0 1 0 0,0 1-1 0 0,1-1 1 0 0,1 1-1 0 0,0 0 1 0 0,0 18-1 0 0,3-27 70 0 0,0 0 0 0 0,0-1-1 0 0,1 1 1 0 0,0 0 0 0 0,0-1 0 0 0,0 1 0 0 0,0-1-1 0 0,1 1 1 0 0,0-1 0 0 0,0 0 0 0 0,1 1 0 0 0,-1-1-1 0 0,1 0 1 0 0,0-1 0 0 0,1 1 0 0 0,-1 0 0 0 0,8 7-1 0 0,4 0-3992 0 0</inkml:trace>
</inkml:ink>
</file>

<file path=ppt/ink/ink1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3:16.6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183 417 2761 0 0,'1'-1'70'0'0,"-1"1"0"0"0,0-1 0 0 0,0 1 0 0 0,0-1 0 0 0,0 1 0 0 0,0-1 0 0 0,0 0 0 0 0,0 1 1 0 0,0-1-1 0 0,0 1 0 0 0,0-1 0 0 0,0 1 0 0 0,0-1 0 0 0,0 0 0 0 0,0 1 0 0 0,0-1 0 0 0,-1 1 0 0 0,1-1 1 0 0,0 1-1 0 0,0-1 0 0 0,-1 1 0 0 0,1-1 0 0 0,0 1 0 0 0,-1-1 0 0 0,1 1 0 0 0,0 0 0 0 0,-1-1 1 0 0,1 1-1 0 0,-1-1 0 0 0,0 1 0 0 0,-22-7 3201 0 0,18 6-2575 0 0,-1 1 0 0 0,1 0-1 0 0,0 0 1 0 0,-1 1 0 0 0,1-1 0 0 0,0 1-1 0 0,-7 2 1 0 0,6 0-408 0 0,0 1 0 0 0,0 0 0 0 0,0 0 0 0 0,1 1 1 0 0,0-1-1 0 0,0 1 0 0 0,0 0 0 0 0,0 1 0 0 0,1-1 0 0 0,0 1 0 0 0,0 0 0 0 0,-6 11 1 0 0,4-6 103 0 0,1 1 1 0 0,0 0 0 0 0,1 0-1 0 0,0 0 1 0 0,0 1 0 0 0,-1 13 0 0 0,5-21-313 0 0,-1 1 1 0 0,1-1-1 0 0,0 0 0 0 0,0 1 1 0 0,1-1-1 0 0,0 0 1 0 0,0 1-1 0 0,0-1 0 0 0,0 0 1 0 0,1 0-1 0 0,0 0 1 0 0,0 0-1 0 0,5 9 0 0 0,-6-12-150 0 0,1 0 0 0 0,-1-1-1 0 0,1 1 1 0 0,-1 0 0 0 0,1-1-1 0 0,0 1 1 0 0,0-1 0 0 0,-1 0-1 0 0,1 0 1 0 0,0 1 0 0 0,0-1-1 0 0,0 0 1 0 0,0-1 0 0 0,0 1-1 0 0,1 0 1 0 0,-1 0-1 0 0,0-1 1 0 0,0 0 0 0 0,0 1-1 0 0,1-1 1 0 0,-1 0 0 0 0,0 0-1 0 0,0 0 1 0 0,1 0 0 0 0,-1-1-1 0 0,0 1 1 0 0,0 0 0 0 0,1-1-1 0 0,-1 0 1 0 0,0 1-1 0 0,0-1 1 0 0,0 0 0 0 0,0 0-1 0 0,0 0 1 0 0,2-2 0 0 0,3-2-414 0 0,0 0 0 0 0,0-1 1 0 0,0 0-1 0 0,-1 0 1 0 0,0-1-1 0 0,0 1 0 0 0,-1-1 1 0 0,1 0-1 0 0,-2-1 1 0 0,8-14-1 0 0,3-8-1148 0 0,16-45 1 0 0,-26 55 1159 0 0,0 0 0 0 0,0 0 1 0 0,-2 0-1 0 0,-1 0 1 0 0,0-1-1 0 0,-1 1 0 0 0,-3-24 1 0 0,-4-17 562 0 0,-14-63 0 0 0,5 61 1057 0 0,2 21 3902 0 0,17 64 1409 0 0,-3 19-4722 0 0,0-9-875 0 0,30 271 1106 0 0,3-155-2792 0 0,-21-110-2274 0 0,31 68 0 0 0,-28-74-4157 0 0</inkml:trace>
</inkml:ink>
</file>

<file path=ppt/ink/ink1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3:17.8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274 451 3681 0 0,'3'-7'591'0'0,"-1"1"0"0"0,0-1 0 0 0,-1 1 1 0 0,0-1-1 0 0,0 1 0 0 0,0-12 0 0 0,0 15-345 0 0,-1 0 0 0 0,0 0 0 0 0,0 0 0 0 0,0 0 0 0 0,0 0 1 0 0,-1 0-1 0 0,1 0 0 0 0,-1 0 0 0 0,0 0 0 0 0,0 0 0 0 0,0 0 0 0 0,0 0 0 0 0,-1 0 0 0 0,1 0 0 0 0,-1 1 0 0 0,-2-4 1 0 0,2 5 46 0 0,0-1 0 0 0,0 1 0 0 0,0 0 0 0 0,0 1 0 0 0,0-1 0 0 0,-1 0 0 0 0,1 1 0 0 0,0-1 0 0 0,-1 1 1 0 0,1 0-1 0 0,0-1 0 0 0,-1 1 0 0 0,1 0 0 0 0,0 1 0 0 0,-3-1 0 0 0,-42 9 1418 0 0,25-5-1277 0 0,22-3-437 0 0,-19 1 567 0 0,10-2-401 0 0,7-3-767 0 0,3 3 584 0 0,0 0 7 0 0,0-1 0 0 0,0 0 0 0 0,0 0 0 0 0,1 0 0 0 0,-1 0-1 0 0,0 0 1 0 0,-1 0 0 0 0,1 0 0 0 0,0 0 0 0 0,0 0 0 0 0,0 0-1 0 0,-1 0 1 0 0,1 0 0 0 0,0-2 0 0 0,-6 0 124 0 0,0 1-1 0 0,0 0 1 0 0,0 0 0 0 0,0 1-1 0 0,-10-2 1 0 0,12 3-101 0 0,0 0-1 0 0,0 1 0 0 0,0-1 1 0 0,0 1-1 0 0,1 0 0 0 0,-1 0 1 0 0,0 0-1 0 0,0 0 0 0 0,1 0 1 0 0,-1 1-1 0 0,1-1 1 0 0,-1 1-1 0 0,1 0 0 0 0,0 0 1 0 0,-1 0-1 0 0,1 0 0 0 0,0 0 1 0 0,0 0-1 0 0,1 0 0 0 0,-1 1 1 0 0,0-1-1 0 0,-2 6 0 0 0,-2 4 53 0 0,0 1-1 0 0,1 1 0 0 0,-6 19 0 0 0,6-16 39 0 0,1-2-14 0 0,0 0 0 0 0,1 0 0 0 0,0 0 0 0 0,1 1 0 0 0,1 30 0 0 0,1-42-78 0 0,0-1-1 0 0,0 1 1 0 0,1-1-1 0 0,0 1 1 0 0,0-1 0 0 0,0 1-1 0 0,0-1 1 0 0,0 0-1 0 0,1 0 1 0 0,-1 1 0 0 0,1-1-1 0 0,0 0 1 0 0,4 5-1 0 0,-4-6-11 0 0,0-1-1 0 0,0 1 1 0 0,0-1-1 0 0,1 0 0 0 0,-1 1 1 0 0,0-1-1 0 0,1 0 1 0 0,-1 0-1 0 0,1-1 1 0 0,-1 1-1 0 0,1-1 0 0 0,-1 1 1 0 0,1-1-1 0 0,-1 0 1 0 0,1 1-1 0 0,0-1 1 0 0,-1-1-1 0 0,1 1 0 0 0,-1 0 1 0 0,1-1-1 0 0,4-1 1 0 0,0 0-103 0 0,0-1 1 0 0,0 0 0 0 0,0 0-1 0 0,0-1 1 0 0,0 1 0 0 0,-1-2-1 0 0,0 1 1 0 0,0-1 0 0 0,0 0-1 0 0,0 0 1 0 0,-1 0 0 0 0,8-11-1 0 0,3-5-721 0 0,0-1 1 0 0,15-29-1 0 0,-23 36 663 0 0,0-1 1 0 0,-1 0 0 0 0,-1 0-1 0 0,0 0 1 0 0,-1-1 0 0 0,-1 0 0 0 0,-1 0-1 0 0,0 0 1 0 0,-1-1 0 0 0,-1 1 0 0 0,-1 0-1 0 0,0-1 1 0 0,-1 1 0 0 0,-1 0-1 0 0,-1-1 1 0 0,-5-20 0 0 0,-2-6 496 0 0,6 23 638 0 0,-1 1-1 0 0,-1-1 0 0 0,-20-39 2815 0 0,26 72-2581 0 0,4 18-690 0 0,21 87-97 0 0,31 125-251 0 0,-46-207-590 0 0,2-1 1 0 0,21 46 0 0 0,17 12-3703 0 0,-33-63 2398 0 0</inkml:trace>
</inkml:ink>
</file>

<file path=ppt/ink/ink1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3:18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218 1 3225 0 0,'-4'-1'361'0'0,"0"1"1"0"0,0 1 0 0 0,0-1-1 0 0,0 0 1 0 0,0 1 0 0 0,0 0 0 0 0,0 0-1 0 0,0 0 1 0 0,0 0 0 0 0,1 1-1 0 0,-1 0 1 0 0,0 0 0 0 0,1 0-1 0 0,-1 0 1 0 0,1 0 0 0 0,0 0-1 0 0,0 1 1 0 0,0 0 0 0 0,-5 4-1 0 0,-7 10 788 0 0,0 0-1 0 0,-16 23 0 0 0,24-30-908 0 0,-5 7 47 0 0,1 0 1 0 0,0 1-1 0 0,-11 26 0 0 0,19-39-235 0 0,1 1-1 0 0,0-1 0 0 0,0 1 0 0 0,0 0 1 0 0,1 0-1 0 0,0-1 0 0 0,0 1 0 0 0,0 0 0 0 0,1 0 1 0 0,0 0-1 0 0,0 0 0 0 0,1 0 0 0 0,-1 0 1 0 0,1-1-1 0 0,0 1 0 0 0,4 9 0 0 0,-4-12-186 0 0,0 0 0 0 0,0 0 0 0 0,1-1-1 0 0,-1 1 1 0 0,1-1 0 0 0,0 1-1 0 0,-1-1 1 0 0,1 1 0 0 0,0-1-1 0 0,1 0 1 0 0,-1 0 0 0 0,0 0-1 0 0,1 0 1 0 0,-1-1 0 0 0,1 1 0 0 0,-1 0-1 0 0,1-1 1 0 0,0 0 0 0 0,0 0-1 0 0,0 0 1 0 0,-1 0 0 0 0,1 0-1 0 0,0 0 1 0 0,0-1 0 0 0,0 0 0 0 0,0 1-1 0 0,0-1 1 0 0,6-1 0 0 0,-4 0-97 0 0,0 0 1 0 0,-1 0 0 0 0,1-1 0 0 0,-1 0 0 0 0,1 0-1 0 0,-1 0 1 0 0,1 0 0 0 0,-1-1 0 0 0,0 1-1 0 0,0-1 1 0 0,0 0 0 0 0,-1 0 0 0 0,1-1 0 0 0,-1 1-1 0 0,0-1 1 0 0,0 0 0 0 0,3-4 0 0 0,6-12-20 0 0,-2 0 1 0 0,0 0-1 0 0,12-41 1 0 0,11-12 8765 0 0,-32 74-8387 0 0,9 9 2412 0 0,12 23-1667 0 0,-17-25-289 0 0,3 3-507 0 0,-1 0 0 0 0,2-1-1 0 0,15 16 1 0 0,-20-23-1098 0 0,0 1-1 0 0,1-1 1 0 0,0 1 0 0 0,-1-1-1 0 0,1-1 1 0 0,8 5-1 0 0,0-4-4537 0 0</inkml:trace>
</inkml:ink>
</file>

<file path=ppt/ink/ink1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3:18.4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37 7370 0 0,'1'0'348'0'0,"5"-24"-508"0"0,-7 24 305 0 0,1-1-1 0 0,0 1 1 0 0,0-1 0 0 0,0 1 0 0 0,0-1-1 0 0,0 1 1 0 0,1 0 0 0 0,-1-1 0 0 0,0 1-1 0 0,0-1 1 0 0,0 1 0 0 0,0-1 0 0 0,0 1-1 0 0,1-1 1 0 0,-1 1 0 0 0,0 0 0 0 0,0-1-1 0 0,1 1 1 0 0,-1-1 0 0 0,0 1 0 0 0,1 0-1 0 0,-1-1 1 0 0,0 1 0 0 0,1 0-1 0 0,-1 0 1 0 0,0-1 0 0 0,1 1 0 0 0,-1 0-1 0 0,1 0 1 0 0,-1-1 0 0 0,0 1 0 0 0,1 0-1 0 0,-1 0 1 0 0,1 0 0 0 0,-1 0 0 0 0,2 0-1 0 0,-1 3 282 0 0,0 0 0 0 0,0 1 0 0 0,0-1 0 0 0,0 1 0 0 0,0-1-1 0 0,-1 1 1 0 0,0 0 0 0 0,1-1 0 0 0,-1 1 0 0 0,-1 0 0 0 0,1-1-1 0 0,-1 5 1 0 0,0 4 257 0 0,12 234 3159 0 0,-7-212-4522 0 0,2-1 0 0 0,2 1 0 0 0,0-1 0 0 0,3 0 1 0 0,15 36-1 0 0,-18-51-6236 0 0</inkml:trace>
</inkml:ink>
</file>

<file path=ppt/ink/ink1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3:18.8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60 13363 0 0,'49'-18'6215'0'0,"-19"7"-6811"0"0,0 2-1 0 0,46-8 1 0 0,-19 13-1487 0 0,-25 4 1012 0 0</inkml:trace>
</inkml:ink>
</file>

<file path=ppt/ink/ink1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3:19.1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232 1 5529 0 0,'-12'1'563'0'0,"0"1"-1"0"0,1 1 1 0 0,-1-1-1 0 0,1 2 0 0 0,0 0 1 0 0,0 0-1 0 0,-15 9 1 0 0,17-7-207 0 0,0 0 1 0 0,0 0-1 0 0,0 2 0 0 0,1-1 1 0 0,0 1-1 0 0,0 0 1 0 0,1 0-1 0 0,0 1 0 0 0,0 0 1 0 0,1 0-1 0 0,0 1 1 0 0,1 0-1 0 0,0 0 0 0 0,1 0 1 0 0,0 1-1 0 0,0-1 0 0 0,1 1 1 0 0,1 0-1 0 0,0 0 1 0 0,-2 21-1 0 0,4-30-294 0 0,0 0 0 0 0,0 0 0 0 0,0 0 0 0 0,1 0 0 0 0,-1 0 0 0 0,0 0 0 0 0,1 0 0 0 0,-1 0-1 0 0,1 0 1 0 0,0 0 0 0 0,0 0 0 0 0,1 2 0 0 0,-1-3-75 0 0,-1 0 0 0 0,1-1 0 0 0,0 1-1 0 0,-1 0 1 0 0,1-1 0 0 0,0 1 0 0 0,-1-1 0 0 0,1 1 0 0 0,0-1 0 0 0,0 0-1 0 0,-1 1 1 0 0,1-1 0 0 0,0 0 0 0 0,0 1 0 0 0,0-1 0 0 0,-1 0-1 0 0,1 0 1 0 0,0 0 0 0 0,0 0 0 0 0,1 0 0 0 0,1 0-111 0 0,-1-1 1 0 0,1 1 0 0 0,-1-1-1 0 0,1 0 1 0 0,-1 0 0 0 0,1 0 0 0 0,-1 0-1 0 0,0 0 1 0 0,0-1 0 0 0,1 1-1 0 0,-1-1 1 0 0,0 0 0 0 0,0 1-1 0 0,-1-1 1 0 0,1 0 0 0 0,0 0-1 0 0,1-2 1 0 0,9-14-639 0 0,-2 1-1 0 0,0-2 1 0 0,11-27-1 0 0,-11 22 1747 0 0,19-31-1 0 0,-29 54-901 0 0,0 1 0 0 0,0 0 0 0 0,1-1 0 0 0,-1 1-1 0 0,0 0 1 0 0,0 0 0 0 0,0-1 0 0 0,0 1 0 0 0,1 0 0 0 0,-1-1 0 0 0,0 1 0 0 0,0 0-1 0 0,1 0 1 0 0,-1 0 0 0 0,0-1 0 0 0,0 1 0 0 0,1 0 0 0 0,-1 0 0 0 0,0 0-1 0 0,0 0 1 0 0,1 0 0 0 0,-1-1 0 0 0,0 1 0 0 0,1 0 0 0 0,-1 0 0 0 0,0 0 0 0 0,1 0-1 0 0,-1 0 1 0 0,0 0 0 0 0,1 0 0 0 0,-1 0 0 0 0,0 0 0 0 0,1 0 0 0 0,-1 0-1 0 0,0 0 1 0 0,1 0 0 0 0,-1 1 0 0 0,0-1 0 0 0,0 0 0 0 0,1 0 0 0 0,-1 0-1 0 0,11 15 1634 0 0,0 21-436 0 0,-5-9-722 0 0,-4-13-511 0 0,0-1 0 0 0,2 0 0 0 0,-1-1 0 0 0,1 1 0 0 0,1-1 0 0 0,0 1 0 0 0,1-1 0 0 0,0-1 0 0 0,1 1 0 0 0,11 13 0 0 0,-1-8-483 0 0</inkml:trace>
</inkml:ink>
</file>

<file path=ppt/ink/ink1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3:19.7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117 29 10594 0 0,'-1'-2'171'0'0,"0"0"-1"0"0,0 0 0 0 0,-1 0 0 0 0,1 0 0 0 0,-1 0 1 0 0,1 1-1 0 0,-1-1 0 0 0,0 1 0 0 0,0-1 1 0 0,0 1-1 0 0,0 0 0 0 0,0 0 0 0 0,0-1 1 0 0,0 1-1 0 0,0 1 0 0 0,0-1 0 0 0,0 0 0 0 0,0 0 1 0 0,-1 1-1 0 0,1 0 0 0 0,0-1 0 0 0,-1 1 1 0 0,1 0-1 0 0,0 0 0 0 0,0 0 0 0 0,-1 0 1 0 0,1 1-1 0 0,0-1 0 0 0,-1 0 0 0 0,1 1 1 0 0,0 0-1 0 0,0-1 0 0 0,0 1 0 0 0,0 0 0 0 0,0 0 1 0 0,0 1-1 0 0,0-1 0 0 0,0 0 0 0 0,0 0 1 0 0,0 1-1 0 0,0 0 0 0 0,1-1 0 0 0,-1 1 1 0 0,1 0-1 0 0,-1-1 0 0 0,1 1 0 0 0,0 0 0 0 0,0 0 1 0 0,0 0-1 0 0,0 0 0 0 0,0 1 0 0 0,0-1 1 0 0,-1 4-1 0 0,-4 18 158 0 0,2-1 0 0 0,0 1 0 0 0,1 0 0 0 0,2 0 0 0 0,2 35 0 0 0,20 119 250 0 0,-15-141-420 0 0,3 0 1 0 0,1-1-1 0 0,1 0 1 0 0,21 42 0 0 0,-22-57-569 0 0,1 0 0 0 0,1-1 1 0 0,1-1-1 0 0,1 0 0 0 0,0 0 1 0 0,2-1-1 0 0,33 30 0 0 0,-37-43-3572 0 0,-8-13 2587 0 0,-10-23 1615 0 0,5 26-387 0 0,-5-14 94 0 0</inkml:trace>
</inkml:ink>
</file>

<file path=ppt/ink/ink1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3:19.8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20 206 2304 0 0,'-2'-1'222'0'0,"1"1"0"0"0,0-1 0 0 0,0 0 0 0 0,0 1-1 0 0,0-1 1 0 0,0 0 0 0 0,0 0 0 0 0,0 1 0 0 0,0-1 0 0 0,0 0-1 0 0,0 0 1 0 0,1 0 0 0 0,-1 0 0 0 0,0 0 0 0 0,0 0-1 0 0,1 0 1 0 0,-1-1 0 0 0,1 1 0 0 0,-1 0 0 0 0,1 0-1 0 0,0 0 1 0 0,-1-1 0 0 0,1 1 0 0 0,0 0 0 0 0,0 0-1 0 0,0-1 1 0 0,0-1 0 0 0,0 0 143 0 0,1-1 0 0 0,0 1-1 0 0,0 0 1 0 0,0 0 0 0 0,1-1 0 0 0,-1 1 0 0 0,1 0 0 0 0,-1 0-1 0 0,1 0 1 0 0,3-3 0 0 0,5-6 337 0 0,1-1-1 0 0,0 2 0 0 0,20-16 1 0 0,-13 12-1370 0 0,1 1 0 0 0,40-22 0 0 0,-39 26-243 0 0</inkml:trace>
</inkml:ink>
</file>

<file path=ppt/ink/ink1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3:20.1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0 343 2745 0 0,'2'-1'324'0'0,"0"0"1"0"0,-1 1 0 0 0,1-1 0 0 0,0 0 0 0 0,-1 0-1 0 0,1 0 1 0 0,-1 0 0 0 0,1 0 0 0 0,-1 0 0 0 0,3-3-1 0 0,10-12 2078 0 0,-1-1 0 0 0,14-24-1 0 0,-15 20-2182 0 0,0 0 0 0 0,-2-1 0 0 0,-1 0-1 0 0,-1-1 1 0 0,-1 0 0 0 0,0 0 0 0 0,3-28 0 0 0,-10 49-186 0 0,1-1 0 0 0,-1 1 0 0 0,0 0 0 0 0,0 0 0 0 0,0 0 0 0 0,0-1 1 0 0,0 1-1 0 0,0 0 0 0 0,-1 0 0 0 0,1 0 0 0 0,-1 0 0 0 0,1 0 0 0 0,-1-1 0 0 0,0 1 1 0 0,0 0-1 0 0,0 1 0 0 0,0-1 0 0 0,0 0 0 0 0,-1 0 0 0 0,-1-2 0 0 0,2 3 0 0 0,1 1-1 0 0,-1-1 0 0 0,0 1 0 0 0,1 0 0 0 0,-1-1 0 0 0,0 1 1 0 0,0 0-1 0 0,1 0 0 0 0,-1-1 0 0 0,0 1 0 0 0,0 0 0 0 0,0 0 1 0 0,1 0-1 0 0,-1 0 0 0 0,0 0 0 0 0,0 0 0 0 0,1 0 1 0 0,-1 0-1 0 0,0 1 0 0 0,0-1 0 0 0,-1 0 0 0 0,0 1 28 0 0,0 1-1 0 0,0-1 1 0 0,0 0 0 0 0,0 0-1 0 0,0 1 1 0 0,0-1-1 0 0,1 1 1 0 0,-1 0 0 0 0,0-1-1 0 0,-1 4 1 0 0,-2 2 17 0 0,0 0 1 0 0,1 0-1 0 0,0 0 0 0 0,0 0 1 0 0,1 1-1 0 0,0 0 1 0 0,0 0-1 0 0,1 0 1 0 0,0 0-1 0 0,0 0 1 0 0,1 0-1 0 0,0 0 1 0 0,1 0-1 0 0,0 1 0 0 0,0-1 1 0 0,0 0-1 0 0,1 0 1 0 0,0 1-1 0 0,1-1 1 0 0,4 12-1 0 0,-4-13-142 0 0,1 0 1 0 0,0 0-1 0 0,0 0 0 0 0,1-1 1 0 0,0 1-1 0 0,0-1 0 0 0,0 0 1 0 0,1 0-1 0 0,0 0 0 0 0,0-1 1 0 0,0 0-1 0 0,1 0 0 0 0,0 0 1 0 0,0-1-1 0 0,0 1 0 0 0,0-2 0 0 0,1 1 1 0 0,0-1-1 0 0,-1 0 0 0 0,1 0 1 0 0,1 0-1 0 0,13 2 0 0 0,0-3-6227 0 0</inkml:trace>
</inkml:ink>
</file>

<file path=ppt/ink/ink1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3:20.5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198 283 4145 0 0,'-12'5'1180'0'0,"1"0"-1"0"0,-1 0 1 0 0,1 1 0 0 0,0 1 0 0 0,1 0-1 0 0,0 0 1 0 0,0 1 0 0 0,-14 14 0 0 0,15-13-920 0 0,1 0 1 0 0,0 1 0 0 0,0-1 0 0 0,1 2 0 0 0,0-1-1 0 0,1 1 1 0 0,0 0 0 0 0,1 1 0 0 0,0-1 0 0 0,1 1-1 0 0,0 0 1 0 0,1 0 0 0 0,0 0 0 0 0,-1 15 0 0 0,4-25-246 0 0,0 1 1 0 0,0-1 0 0 0,1 0 0 0 0,-1 1-1 0 0,0-1 1 0 0,1 1 0 0 0,0-1 0 0 0,-1 0-1 0 0,1 1 1 0 0,0-1 0 0 0,0 0 0 0 0,0 0-1 0 0,0 0 1 0 0,1 0 0 0 0,-1 0 0 0 0,1 0-1 0 0,-1 0 1 0 0,3 2 0 0 0,-3-4-83 0 0,-1 1 1 0 0,1 0-1 0 0,0-1 1 0 0,0 1-1 0 0,0-1 1 0 0,0 0-1 0 0,0 1 0 0 0,0-1 1 0 0,0 0-1 0 0,0 0 1 0 0,0 1-1 0 0,0-1 1 0 0,0 0-1 0 0,0 0 0 0 0,0 0 1 0 0,0 0-1 0 0,0-1 1 0 0,1 1-1 0 0,-1 0 1 0 0,0 0-1 0 0,0 0 0 0 0,0-1 1 0 0,0 1-1 0 0,-1-1 1 0 0,1 1-1 0 0,0-1 1 0 0,0 1-1 0 0,0-1 0 0 0,0 1 1 0 0,0-1-1 0 0,0 0 1 0 0,-1 1-1 0 0,1-1 1 0 0,0 0-1 0 0,-1 0 0 0 0,1 0 1 0 0,0 0-1 0 0,-1 1 1 0 0,1-1-1 0 0,-1 0 1 0 0,0 0-1 0 0,1 0 0 0 0,-1-1 1 0 0,12-20-1325 0 0,-1 0 1 0 0,-1 0 0 0 0,-1-1-1 0 0,-1 0 1 0 0,-2-1 0 0 0,0 0-1 0 0,5-44 1 0 0,-4-53-74 0 0,-8-1 5749 0 0,0 30 4356 0 0,1 98-7825 0 0,1 0 0 0 0,1 0 0 0 0,-1 0 1 0 0,1 0-1 0 0,4 9 0 0 0,4 15 96 0 0,21 154-1 0 0,6 24 361 0 0,-30-182-2454 0 0,1 0 1 0 0,2-1 0 0 0,0 0 0 0 0,2 0 0 0 0,26 43 0 0 0,-20-43-6250 0 0</inkml:trace>
</inkml:ink>
</file>

<file path=ppt/ink/ink1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3:21.3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 7370 0 0,'0'-1'205'0'0,"1"0"0"0"0,-1 0 0 0 0,1 0 0 0 0,-1 0 0 0 0,1 0 0 0 0,-1 0 0 0 0,1 0 0 0 0,0 1 0 0 0,0-1 0 0 0,0 0 0 0 0,-1 0 0 0 0,1 0 0 0 0,0 1 0 0 0,0-1 0 0 0,0 0 0 0 0,0 1 1 0 0,0-1-1 0 0,0 1 0 0 0,0-1 0 0 0,1 1 0 0 0,-1 0 0 0 0,0-1 0 0 0,0 1 0 0 0,0 0 0 0 0,0 0 0 0 0,0 0 0 0 0,1 0 0 0 0,-1 0 0 0 0,0 0 0 0 0,2 0 0 0 0,-2 1-16 0 0,1-1-1 0 0,0 1 1 0 0,-1-1-1 0 0,1 1 1 0 0,-1 0-1 0 0,1 0 1 0 0,-1 0-1 0 0,1 0 1 0 0,-1 0-1 0 0,0 0 1 0 0,1 1-1 0 0,-1-1 1 0 0,0 0-1 0 0,0 1 1 0 0,0-1-1 0 0,0 1 1 0 0,0-1-1 0 0,1 4 1 0 0,13 35 723 0 0,-2 1 0 0 0,-1 1 0 0 0,9 69 0 0 0,-13-64-778 0 0,16 99-885 0 0,-17-83-5509 0 0,-4-39 191 0 0</inkml:trace>
</inkml:ink>
</file>

<file path=ppt/ink/ink1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3:21.8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0 178 10594 0 0,'128'-68'3023'0'0,"18"-10"-5159"0"0,-134 73 1290 0 0,-1 0-1 0 0,2 0 1 0 0,-1 1-1 0 0,0 1 1 0 0,1 0-1 0 0,-1 0 1 0 0,14 0-1 0 0,-23 3 806 0 0,0-1 0 0 0,0 1-1 0 0,-1 0 1 0 0,1 0 0 0 0,0 1 0 0 0,0-1 0 0 0,0 0-1 0 0,-1 1 1 0 0,1 0 0 0 0,0 0 0 0 0,0 0-1 0 0,-1 0 1 0 0,1 0 0 0 0,-1 0 0 0 0,1 1-1 0 0,-1-1 1 0 0,0 1 0 0 0,1-1 0 0 0,-1 1-1 0 0,0 0 1 0 0,0 0 0 0 0,0 0 0 0 0,0 0-1 0 0,-1 1 1 0 0,1-1 0 0 0,0 0 0 0 0,-1 1-1 0 0,0-1 1 0 0,0 1 0 0 0,1 0 0 0 0,-1-1-1 0 0,-1 1 1 0 0,1 0 0 0 0,0-1 0 0 0,-1 1-1 0 0,1 0 1 0 0,-1 5 0 0 0,0-6 75 0 0,0 0 0 0 0,0 0 0 0 0,0 0 0 0 0,0 0 0 0 0,0 0-1 0 0,-1-1 1 0 0,1 1 0 0 0,0 0 0 0 0,-1 0 0 0 0,0 0 0 0 0,1 0 0 0 0,-1-1 0 0 0,0 1 0 0 0,0 0 0 0 0,0-1 0 0 0,0 1-1 0 0,0 0 1 0 0,-1-1 0 0 0,1 0 0 0 0,0 1 0 0 0,-1-1 0 0 0,1 0 0 0 0,-1 1 0 0 0,1-1 0 0 0,-1 0 0 0 0,0 0 0 0 0,1 0-1 0 0,-1-1 1 0 0,-3 2 0 0 0,-20 16 5165 0 0,21-14-4861 0 0,0 0 1 0 0,1 0-1 0 0,-1 0 1 0 0,1 1-1 0 0,0-1 0 0 0,0 1 1 0 0,1 0-1 0 0,-1 0 1 0 0,1 0-1 0 0,0 0 0 0 0,1 0 1 0 0,-1 0-1 0 0,1 1 1 0 0,0-1-1 0 0,0 0 1 0 0,1 1-1 0 0,-1-1 0 0 0,1 1 1 0 0,1-1-1 0 0,-1 1 1 0 0,1-1-1 0 0,0 1 0 0 0,0-1 1 0 0,0 0-1 0 0,1 1 1 0 0,0-1-1 0 0,0 0 0 0 0,4 7 1 0 0,-4-8-258 0 0,0 1-1 0 0,1-1 1 0 0,0 1 0 0 0,0-1-1 0 0,0 0 1 0 0,0 0 0 0 0,1 0 0 0 0,0-1-1 0 0,-1 1 1 0 0,1-1 0 0 0,1 0-1 0 0,-1 0 1 0 0,0 0 0 0 0,1-1 0 0 0,-1 1-1 0 0,1-1 1 0 0,0 0 0 0 0,0-1-1 0 0,0 1 1 0 0,0-1 0 0 0,0 0 0 0 0,0 0-1 0 0,0 0 1 0 0,0-1 0 0 0,0 0-1 0 0,0 0 1 0 0,1 0 0 0 0,-1-1 0 0 0,0 1-1 0 0,7-3 1 0 0,-8 1-64 0 0,0 1 1 0 0,1-1-1 0 0,-1 0 1 0 0,0 0-1 0 0,0 0 1 0 0,0-1-1 0 0,-1 0 0 0 0,1 1 1 0 0,-1-1-1 0 0,1-1 1 0 0,-1 1-1 0 0,0 0 1 0 0,0-1-1 0 0,0 1 0 0 0,-1-1 1 0 0,1 0-1 0 0,-1 0 1 0 0,0 0-1 0 0,0 0 1 0 0,-1-1-1 0 0,1 1 1 0 0,-1 0-1 0 0,0-1 0 0 0,0 1 1 0 0,0-1-1 0 0,0 1 1 0 0,-1-1-1 0 0,0 1 1 0 0,0-6-1 0 0,0-3 12 0 0,-1-1-1 0 0,-1 1 1 0 0,0 0 0 0 0,0 0 0 0 0,-1 0-1 0 0,-1 0 1 0 0,0 0 0 0 0,-11-21-1 0 0,12 27-154 0 0,-1 0-1 0 0,0 1 0 0 0,0 0 0 0 0,-1 0 0 0 0,-10-11 1 0 0,-6 2-6106 0 0</inkml:trace>
</inkml:ink>
</file>

<file path=ppt/ink/ink1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3:22.1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7834 0 0,'10'6'11171'0'0,"-3"8"-7566"0"0,1 23-4337 0 0,-7-30 1507 0 0,23 176-456 0 0,-16-105-610 0 0,4-1-1 0 0,25 91 1 0 0,-30-144-426 0 0</inkml:trace>
</inkml:ink>
</file>

<file path=ppt/ink/ink1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3:22.5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0 145 6449 0 0,'1'-1'165'0'0,"-1"-1"-1"0"0,0 0 0 0 0,1 1 0 0 0,-1-1 0 0 0,1 1 0 0 0,0 0 1 0 0,0-1-1 0 0,-1 1 0 0 0,1-1 0 0 0,0 1 0 0 0,0 0 0 0 0,0 0 1 0 0,0 0-1 0 0,0-1 0 0 0,1 1 0 0 0,1-1 0 0 0,25-18 1832 0 0,-18 13-1767 0 0,12-8 363 0 0,0 1 1 0 0,0 1-1 0 0,36-15 0 0 0,-47 23-249 0 0,1 1 0 0 0,0 0-1 0 0,-1 1 1 0 0,2 0 0 0 0,-1 1 0 0 0,0 1 0 0 0,0 0 0 0 0,1 0 0 0 0,18 2-1 0 0,-28 0-286 0 0,0 0 0 0 0,0 0 0 0 0,0 0 0 0 0,0 0 0 0 0,0 0 0 0 0,0 1-1 0 0,0-1 1 0 0,0 1 0 0 0,-1 0 0 0 0,1 0 0 0 0,-1 0 0 0 0,0 0 0 0 0,1 0 0 0 0,-1 1-1 0 0,0-1 1 0 0,0 1 0 0 0,0-1 0 0 0,-1 1 0 0 0,1 0 0 0 0,-1 0 0 0 0,1-1 0 0 0,0 6-1 0 0,5 9 237 0 0,-2 0 0 0 0,7 34 0 0 0,-4-15-23 0 0,-1-11-174 0 0,18 56 411 0 0,-23-74-471 0 0,1 0 1 0 0,0 0-1 0 0,1 0 1 0 0,0-1-1 0 0,0 0 1 0 0,0 0-1 0 0,1 0 1 0 0,9 9-1 0 0,-13-14-33 0 0,-1-1 0 0 0,0 0 0 0 0,1 0 0 0 0,-1 1 0 0 0,0-1 0 0 0,1 0 0 0 0,-1 0 0 0 0,1 0 0 0 0,-1 0 0 0 0,1 1 0 0 0,-1-1 0 0 0,0 0 0 0 0,1 0 0 0 0,-1 0 0 0 0,1 0 0 0 0,-1 0-1 0 0,1 0 1 0 0,-1 0 0 0 0,1 0 0 0 0,-1 0 0 0 0,0-1 0 0 0,1 1 0 0 0,-1 0 0 0 0,1 0 0 0 0,-1 0 0 0 0,1 0 0 0 0,-1-1 0 0 0,0 1 0 0 0,1 0 0 0 0,-1 0 0 0 0,0-1 0 0 0,1 1 0 0 0,-1 0 0 0 0,0-1 0 0 0,1 1-1 0 0,-1 0 1 0 0,0-1 0 0 0,0 1 0 0 0,1 0 0 0 0,-1-1 0 0 0,0 1 0 0 0,0-1 0 0 0,0 1 0 0 0,1 0 0 0 0,-1-1 0 0 0,0 1 0 0 0,0-1 0 0 0,0 1 0 0 0,0-1 0 0 0,0 1 0 0 0,0-1 0 0 0,0 1 0 0 0,0 0 0 0 0,0-2-1 0 0,5-32 180 0 0,-4 26-139 0 0,3-17 85 0 0,0-6 61 0 0,1 0 0 0 0,2 0 0 0 0,13-37 0 0 0,-20 66-162 0 0,1 0 1 0 0,0 0 0 0 0,0 1-1 0 0,0-1 1 0 0,0 0 0 0 0,0 0 0 0 0,0 1-1 0 0,0-1 1 0 0,0 1 0 0 0,1-1-1 0 0,-1 1 1 0 0,1-1 0 0 0,-1 1 0 0 0,1 0-1 0 0,1-1 1 0 0,-2 1 4 0 0,0 1-1 0 0,0 0 1 0 0,0-1 0 0 0,0 1-1 0 0,0 0 1 0 0,0 0 0 0 0,0 0-1 0 0,0 0 1 0 0,0 0 0 0 0,0 0-1 0 0,0 0 1 0 0,0 0 0 0 0,0 0-1 0 0,0 1 1 0 0,0-1 0 0 0,0 0-1 0 0,0 1 1 0 0,0-1-1 0 0,0 1 1 0 0,0-1 0 0 0,1 1-1 0 0,1 2 11 0 0,0-1-1 0 0,0 1 1 0 0,0 0-1 0 0,-1 0 0 0 0,1 0 1 0 0,-1 0-1 0 0,1 1 0 0 0,-1-1 1 0 0,0 0-1 0 0,-1 1 1 0 0,1 0-1 0 0,0-1 0 0 0,0 5 1 0 0,17 64-42 0 0,12 37 467 0 0,-26-96-982 0 0,1 0 1 0 0,0 0 0 0 0,1-1 0 0 0,0 1-1 0 0,1-1 1 0 0,11 12 0 0 0</inkml:trace>
</inkml:ink>
</file>

<file path=ppt/ink/ink1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3:22.8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1 294 8754 0 0,'1'-4'456'0'0,"1"0"-1"0"0,0 0 1 0 0,0 0 0 0 0,1 0 0 0 0,-1 0-1 0 0,1 1 1 0 0,4-6 0 0 0,-1 2 65 0 0,33-43 2061 0 0,27-39-447 0 0,-58 77-1810 0 0,-2 0-1 0 0,1 0 1 0 0,-2-1-1 0 0,1 0 1 0 0,6-25 0 0 0,-12 37-325 0 0,0 1 1 0 0,0 0-1 0 0,0-1 1 0 0,0 1-1 0 0,1 0 1 0 0,-1-1 0 0 0,0 1-1 0 0,0 0 1 0 0,0-1-1 0 0,0 1 1 0 0,0 0 0 0 0,0-1-1 0 0,0 1 1 0 0,0 0-1 0 0,0-1 1 0 0,0 1-1 0 0,0 0 1 0 0,0-1 0 0 0,0 1-1 0 0,0 0 1 0 0,-1-1-1 0 0,1 1 1 0 0,0 0 0 0 0,0-1-1 0 0,0 1 1 0 0,0 0-1 0 0,-1 0 1 0 0,1-1 0 0 0,0 1-1 0 0,0 0 1 0 0,0 0-1 0 0,-1-1 1 0 0,1 1-1 0 0,0 0 1 0 0,-1 0 0 0 0,1 0-1 0 0,0-1 1 0 0,-14 6 184 0 0,-12 15 428 0 0,20-12-486 0 0,1-1 1 0 0,0 1 0 0 0,0 0 0 0 0,1 0-1 0 0,1 1 1 0 0,-1-1 0 0 0,1 1 0 0 0,0 0-1 0 0,1 0 1 0 0,0 0 0 0 0,1 0 0 0 0,0 0-1 0 0,0 0 1 0 0,1 0 0 0 0,0 1 0 0 0,2 16-1 0 0,0-19-276 0 0,0 1-1 0 0,0 0 1 0 0,1-1-1 0 0,0 1 0 0 0,0-1 1 0 0,1 0-1 0 0,0 0 1 0 0,0 0-1 0 0,0-1 0 0 0,1 1 1 0 0,0-1-1 0 0,0 0 1 0 0,1-1-1 0 0,0 1 0 0 0,0-1 1 0 0,0 0-1 0 0,0 0 1 0 0,1-1-1 0 0,12 6 1 0 0,-1-2-6962 0 0</inkml:trace>
</inkml:ink>
</file>

<file path=ppt/ink/ink1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3:23.8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 3225 0 0,'-5'-1'120'0'0,"1"0"1"0"0,-1 1-1 0 0,0 0 1 0 0,-31 31 14150 0 0,51-15-11781 0 0,-9-1-2193 0 0,0 2 0 0 0,0-1 0 0 0,-1 1-1 0 0,-2 0 1 0 0,1 0 0 0 0,0 26 0 0 0,3 8 58 0 0,18 90-366 0 0,-25-153-263 0 0,-1 1 0 0 0,1-1 0 0 0,1 0-1 0 0,0 1 1 0 0,0-1 0 0 0,2 1 0 0 0,-1-1 0 0 0,1 1 0 0 0,1 0-1 0 0,0 0 1 0 0,6-12 0 0 0,-6 13 378 0 0,1 1-1 0 0,0 0 1 0 0,0-1 0 0 0,1 2 0 0 0,0-1-1 0 0,1 1 1 0 0,0 0 0 0 0,0 0 0 0 0,0 0-1 0 0,1 1 1 0 0,0 1 0 0 0,1-1 0 0 0,12-6-1 0 0,-19 12-82 0 0,0 0-1 0 0,0 0 0 0 0,0 0 0 0 0,0 0 1 0 0,1 1-1 0 0,-1-1 0 0 0,0 1 0 0 0,1-1 1 0 0,-1 1-1 0 0,0 0 0 0 0,0 0 0 0 0,1 0 1 0 0,-1 0-1 0 0,0 1 0 0 0,1-1 0 0 0,-1 1 1 0 0,0-1-1 0 0,0 1 0 0 0,0 0 0 0 0,1-1 1 0 0,-1 1-1 0 0,0 0 0 0 0,0 1 0 0 0,0-1 1 0 0,0 0-1 0 0,-1 1 0 0 0,1-1 0 0 0,0 1 1 0 0,-1-1-1 0 0,1 1 0 0 0,0 0 0 0 0,-1-1 1 0 0,0 1-1 0 0,1 0 0 0 0,-1 0 0 0 0,0 0 1 0 0,0 0-1 0 0,1 3 0 0 0,4 10 144 0 0,-1-1 1 0 0,0 2-1 0 0,-1-1 1 0 0,4 23-1 0 0,-5-20-119 0 0,-2-13-113 0 0,1 0-1 0 0,-1 0 1 0 0,1 0 0 0 0,-1 0 0 0 0,2-1-1 0 0,-1 1 1 0 0,4 5 0 0 0,-6-10 47 0 0,1 1 1 0 0,-1 0-1 0 0,1-1 1 0 0,-1 1-1 0 0,1-1 1 0 0,0 1-1 0 0,-1-1 1 0 0,1 1-1 0 0,-1-1 1 0 0,1 1-1 0 0,0-1 1 0 0,0 1-1 0 0,-1-1 1 0 0,1 0-1 0 0,0 0 1 0 0,0 1-1 0 0,-1-1 1 0 0,1 0-1 0 0,0 0 1 0 0,1 0-1 0 0,-1 0 4 0 0,1 0 0 0 0,-1-1-1 0 0,0 1 1 0 0,0-1 0 0 0,0 1-1 0 0,0-1 1 0 0,1 0 0 0 0,-1 1-1 0 0,0-1 1 0 0,0 0 0 0 0,0 0-1 0 0,-1 0 1 0 0,1 0 0 0 0,0 0 0 0 0,0 0-1 0 0,0 0 1 0 0,1-2 0 0 0,9-15-638 0 0,-1-1 1 0 0,15-38-1 0 0,-15 31 758 0 0,21-35 1 0 0,-27 55-43 0 0,0-1-1 0 0,0 1 1 0 0,1 0 0 0 0,0 0-1 0 0,1 0 1 0 0,-1 1 0 0 0,1 0 0 0 0,0 0-1 0 0,12-8 1 0 0,-16 12 7 0 0,0 0 1 0 0,0 0-1 0 0,0 0 1 0 0,0 0-1 0 0,0 0 0 0 0,0 1 1 0 0,0-1-1 0 0,1 1 1 0 0,-1-1-1 0 0,0 1 0 0 0,0 0 1 0 0,1 0-1 0 0,-1 0 1 0 0,0 0-1 0 0,0 0 0 0 0,1 0 1 0 0,-1 1-1 0 0,0-1 1 0 0,0 1-1 0 0,3 0 0 0 0,-2 1 4 0 0,1 0 0 0 0,-1 0 1 0 0,0 1-1 0 0,0-1 0 0 0,0 0 0 0 0,0 1 0 0 0,0 0 0 0 0,0 0 0 0 0,-1 0 0 0 0,5 6 0 0 0,1 5-146 0 0,0 1 1 0 0,-1 0-1 0 0,-1 0 0 0 0,6 20 0 0 0,-5-13-326 0 0,1 5-1748 0 0,-2-10-2080 0 0,4 7-2381 0 0</inkml:trace>
</inkml:ink>
</file>

<file path=ppt/ink/ink1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3:24.1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70 10594 0 0,'-16'-4'1731'0'0,"7"4"1615"0"0,9 19-2020 0 0,2-9-1220 0 0,0 1 1 0 0,1-1-1 0 0,0 0 0 0 0,1 0 1 0 0,0-1-1 0 0,0 1 0 0 0,11 16 0 0 0,-13-23-75 0 0,0 1-1 0 0,1-1 1 0 0,-1 1-1 0 0,1-1 1 0 0,-1 0-1 0 0,1 0 1 0 0,0 0-1 0 0,0 0 1 0 0,1-1-1 0 0,-1 1 1 0 0,0-1-1 0 0,1 0 0 0 0,0 0 1 0 0,-1 0-1 0 0,1 0 1 0 0,0-1-1 0 0,0 0 1 0 0,0 1-1 0 0,0-1 1 0 0,0-1-1 0 0,0 1 1 0 0,7 0-1 0 0,-10-1-24 0 0,1 0 1 0 0,0 0-1 0 0,-1-1 1 0 0,1 1-1 0 0,-1 0 1 0 0,1-1-1 0 0,-1 1 1 0 0,1-1-1 0 0,-1 1 1 0 0,1-1-1 0 0,-1 0 1 0 0,1 0-1 0 0,-1 0 1 0 0,0 1 0 0 0,0-1-1 0 0,1 0 1 0 0,-1-1-1 0 0,0 1 1 0 0,0 0-1 0 0,0 0 1 0 0,0 0-1 0 0,0-1 1 0 0,0 1-1 0 0,1-3 0 0 0,-2 1 24 0 0,1 0 0 0 0,0 0 0 0 0,-1 0 0 0 0,1 0-1 0 0,-1 0 1 0 0,0 0 0 0 0,0-1 0 0 0,0 1 0 0 0,0 0-1 0 0,-1 0 1 0 0,-1-5 0 0 0,-1-3 44 0 0,0 1 1 0 0,-1-1-1 0 0,-1 1 0 0 0,1 1 1 0 0,-1-1-1 0 0,-8-10 0 0 0,6 12-231 0 0,1 0 0 0 0,-1 1 0 0 0,-1 0 0 0 0,1 0 0 0 0,-1 1 0 0 0,0 0-1 0 0,0 1 1 0 0,-1-1 0 0 0,-10-3 0 0 0,12 6-81 0 0,1 0 0 0 0,-1 0 0 0 0,0 1 0 0 0,0 0 0 0 0,0 1 0 0 0,0 0 0 0 0,0 0 1 0 0,0 0-1 0 0,0 1 0 0 0,0 0 0 0 0,0 0 0 0 0,-1 1 0 0 0,-10 2 0 0 0,4 1-5150 0 0</inkml:trace>
</inkml:ink>
</file>

<file path=ppt/ink/ink1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3:24.6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102 354 6913 0 0,'-12'0'843'0'0,"5"-1"207"0"0,1 1 0 0 0,0 0 0 0 0,-1 1 0 0 0,1-1 0 0 0,0 1 0 0 0,-10 3 0 0 0,14-3-872 0 0,0 0 0 0 0,0 0 1 0 0,0 0-1 0 0,0 1 1 0 0,0-1-1 0 0,0 1 0 0 0,1-1 1 0 0,-1 1-1 0 0,1-1 1 0 0,-1 1-1 0 0,1 0 0 0 0,0 0 1 0 0,-1-1-1 0 0,1 1 0 0 0,0 0 1 0 0,0 0-1 0 0,0 0 1 0 0,1 0-1 0 0,-1 1 0 0 0,0-1 1 0 0,1 0-1 0 0,0 0 0 0 0,-1 3 1 0 0,-1 9 106 0 0,0 0 1 0 0,1 1 0 0 0,1-1-1 0 0,2 20 1 0 0,-2-31-296 0 0,0 0 0 0 0,0 0 0 0 0,1 0 0 0 0,-1 0 1 0 0,1 0-1 0 0,-1 0 0 0 0,1 0 0 0 0,0-1 1 0 0,1 1-1 0 0,-1 0 0 0 0,0 0 0 0 0,1-1 0 0 0,-1 1 1 0 0,1-1-1 0 0,0 1 0 0 0,0-1 0 0 0,0 0 0 0 0,0 0 1 0 0,0 0-1 0 0,0 0 0 0 0,1 0 0 0 0,-1 0 0 0 0,1 0 1 0 0,-1-1-1 0 0,1 1 0 0 0,0-1 0 0 0,3 1 0 0 0,-3-2-95 0 0,-1 0-1 0 0,0 0 0 0 0,1 0 1 0 0,-1 0-1 0 0,0-1 0 0 0,0 1 0 0 0,1-1 1 0 0,-1 1-1 0 0,0-1 0 0 0,0 0 0 0 0,0 0 1 0 0,0 0-1 0 0,0 0 0 0 0,0-1 1 0 0,0 1-1 0 0,0 0 0 0 0,0-1 0 0 0,-1 1 1 0 0,1-1-1 0 0,-1 0 0 0 0,1 0 1 0 0,-1 1-1 0 0,3-5 0 0 0,4-6-559 0 0,-1 0 1 0 0,10-21-1 0 0,-13 25 386 0 0,5-11-353 0 0,-1-1-1 0 0,0 0 1 0 0,-1-1-1 0 0,-1 0 1 0 0,-2 0-1 0 0,0 0 1 0 0,0-1-1 0 0,-2 1 1 0 0,-1-1-1 0 0,-1 1 1 0 0,-3-31-1 0 0,-1 21 806 0 0,-12-56 0 0 0,11 70 1912 0 0,0 1 0 0 0,-15-20 4576 0 0,16 68-4982 0 0,5 31-664 0 0,10 79-1 0 0,-7-113-941 0 0,2 1 0 0 0,1-1 0 0 0,2 0 0 0 0,22 51 0 0 0,6 2-2512 0 0</inkml:trace>
</inkml:ink>
</file>

<file path=ppt/ink/ink1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3:2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6449 0 0,'1'1'196'0'0,"-1"0"0"0"0,0 0 0 0 0,1 0 0 0 0,-1 0 0 0 0,0 0 0 0 0,1 0-1 0 0,-1 0 1 0 0,1 0 0 0 0,0 0 0 0 0,-1 0 0 0 0,1 0 0 0 0,0 0-1 0 0,-1 0 1 0 0,1-1 0 0 0,0 1 0 0 0,0 0 0 0 0,0 0 0 0 0,0-1 0 0 0,0 1-1 0 0,0 0 1 0 0,0-1 0 0 0,0 1 0 0 0,0-1 0 0 0,0 0 0 0 0,0 1 0 0 0,0-1-1 0 0,0 0 1 0 0,1 1 0 0 0,1-2 17 0 0,-1 1-1 0 0,0 0 1 0 0,1-1 0 0 0,-1 0-1 0 0,0 1 1 0 0,0-1-1 0 0,0 0 1 0 0,1 0 0 0 0,-1 0-1 0 0,0 0 1 0 0,0-1-1 0 0,3-2 1 0 0,2-2 1 0 0,0-1 0 0 0,0 0 0 0 0,0 0 0 0 0,-1-1 0 0 0,8-12 0 0 0,-8 9-278 0 0,-1 1 0 0 0,-1-1 0 0 0,6-19 0 0 0,-8 26-134 0 0,-1 0 0 0 0,0 0 0 0 0,-1 0 0 0 0,1 0 0 0 0,-1-1 0 0 0,0 1 0 0 0,0 0 0 0 0,0 0 0 0 0,0 0-1 0 0,-1-1 1 0 0,0 1 0 0 0,0 0 0 0 0,-3-8 0 0 0,4 12 177 0 0,0-1 1 0 0,0 0-1 0 0,-1 1 0 0 0,1-1 0 0 0,0 1 0 0 0,-1-1 0 0 0,1 0 1 0 0,-1 1-1 0 0,1-1 0 0 0,-1 1 0 0 0,1-1 0 0 0,-1 1 0 0 0,1-1 1 0 0,-1 1-1 0 0,1 0 0 0 0,-1-1 0 0 0,0 1 0 0 0,1 0 1 0 0,-1-1-1 0 0,0 1 0 0 0,1 0 0 0 0,-1 0 0 0 0,0 0 0 0 0,1-1 1 0 0,-1 1-1 0 0,0 0 0 0 0,1 0 0 0 0,-1 0 0 0 0,0 0 1 0 0,0 0-1 0 0,1 0 0 0 0,-1 1 0 0 0,0-1 0 0 0,1 0 0 0 0,-1 0 1 0 0,0 0-1 0 0,1 1 0 0 0,-1-1 0 0 0,0 0 0 0 0,1 0 1 0 0,-1 1-1 0 0,1-1 0 0 0,-1 1 0 0 0,0-1 0 0 0,1 1 0 0 0,-1-1 1 0 0,1 1-1 0 0,-1 0 0 0 0,-1 1 212 0 0,0-1 1 0 0,1 1-1 0 0,-1 0 0 0 0,0 0 1 0 0,1 0-1 0 0,0 0 1 0 0,-1 1-1 0 0,1-1 0 0 0,0 0 1 0 0,0 0-1 0 0,1 1 0 0 0,-1-1 1 0 0,0 4-1 0 0,0 4 314 0 0,2 0 1 0 0,-1 0-1 0 0,2 0 0 0 0,-1 0 1 0 0,1-1-1 0 0,1 1 0 0 0,6 16 0 0 0,-8-21-433 0 0,1 0-1 0 0,0-1 1 0 0,1 1 0 0 0,-1-1-1 0 0,1 1 1 0 0,0-1-1 0 0,0 0 1 0 0,0 0-1 0 0,0 0 1 0 0,1 0-1 0 0,0 0 1 0 0,0-1-1 0 0,0 0 1 0 0,0 0 0 0 0,0 0-1 0 0,8 4 1 0 0,-10-7-191 0 0,0 1 0 0 0,0-1 0 0 0,1 0 0 0 0,-1 1 0 0 0,0-1 0 0 0,0-1 0 0 0,1 1 0 0 0,-1 0 0 0 0,0 0 0 0 0,0-1 0 0 0,0 1 0 0 0,1-1 0 0 0,-1 0 0 0 0,0 1 0 0 0,0-1 0 0 0,0 0 0 0 0,0 0 0 0 0,0-1 0 0 0,-1 1 1 0 0,1 0-1 0 0,0-1 0 0 0,0 1 0 0 0,2-3 0 0 0,5-5-1089 0 0,-1-1 1 0 0,15-20 0 0 0,-16 19 371 0 0,24-29-3825 0 0,-15 18 1138 0 0</inkml:trace>
</inkml:ink>
</file>

<file path=ppt/ink/ink1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3:25.2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0 139 2761 0 0,'3'-17'655'0'0,"-1"0"1"0"0,1-21-1 0 0,-3-12 6431 0 0,0 34-2636 0 0,1 43-1188 0 0,6 44 0 0 0,25 78-1566 0 0,2 12-940 0 0,-25-113-1339 0 0,-4-29-6056 0 0</inkml:trace>
</inkml:ink>
</file>

<file path=ppt/ink/ink1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3:25.3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0 17508 0 0,'-3'9'776'0'0,"2"-4"160"0"0,-1-1-744 0 0,1-1-192 0 0,1-1 0 0 0,-2-1 0 0 0,2 1 232 0 0,-3-1 16 0 0,0 2 0 0 0</inkml:trace>
</inkml:ink>
</file>

<file path=ppt/ink/ink1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4:40.5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21 401 3681 0 0,'-19'-271'7280'0'0,"18"256"-6605"0"0,0-1-1 0 0,3-22 1 0 0,-2 35-511 0 0,0-1 0 0 0,1 0 0 0 0,-1 0 1 0 0,1 1-1 0 0,0-1 0 0 0,0 0 0 0 0,1 1 1 0 0,-1-1-1 0 0,1 1 0 0 0,-1-1 0 0 0,1 1 1 0 0,0 0-1 0 0,0 0 0 0 0,1-1 0 0 0,3-3 1 0 0,-5 7-115 0 0,0 0 0 0 0,-1-1 1 0 0,1 1-1 0 0,0 0 1 0 0,-1 0-1 0 0,1 0 1 0 0,0 0-1 0 0,-1 0 0 0 0,1 0 1 0 0,0 0-1 0 0,-1 0 1 0 0,1 1-1 0 0,0-1 0 0 0,-1 0 1 0 0,1 0-1 0 0,0 0 1 0 0,-1 1-1 0 0,1-1 0 0 0,0 0 1 0 0,-1 1-1 0 0,1-1 1 0 0,-1 1-1 0 0,1-1 0 0 0,-1 0 1 0 0,1 1-1 0 0,-1-1 1 0 0,1 1-1 0 0,-1 0 1 0 0,1-1-1 0 0,-1 1 0 0 0,0-1 1 0 0,1 1-1 0 0,-1 0 1 0 0,0-1-1 0 0,0 1 0 0 0,1-1 1 0 0,-1 2-1 0 0,12 25 762 0 0,52 201 1981 0 0,-25-99-2478 0 0,-5 3 0 0 0,25 202 1 0 0,-4 278 69 0 0,-43-428-362 0 0,-1-39 12 0 0,68 1214 672 0 0,-40-297-84 0 0,-26-740-433 0 0,2 31 108 0 0,13 384 546 0 0,-42-383-852 0 0,1-122-1444 0 0,13-196-2158 0 0,0-24 314 0 0,0 9-3936 0 0</inkml:trace>
</inkml:ink>
</file>

<file path=ppt/ink/ink1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4:41.2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251 368 6449 0 0,'-37'16'872'0'0,"0"-2"0"0"0,-2-1-1 0 0,1-2 1 0 0,-62 9 0 0 0,128-13 1745 0 0,23-2-2063 0 0,102-8 1544 0 0,265-39 0 0 0,-265 22-1969 0 0,532-73 0 0 0,-395 56 4 0 0,-81 12-63 0 0,356-27-52 0 0,-331 34-25 0 0,892-71 49 0 0,483 14 161 0 0,-780 93 48 0 0,-81 37 2539 0 0,-738-54-2772 0 0,-7-1-789 0 0</inkml:trace>
</inkml:ink>
</file>

<file path=ppt/ink/ink1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4:42.5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83 3681 0 0,'-1'0'204'0'0,"0"0"1"0"0,0 0 0 0 0,-1 0-1 0 0,1-1 1 0 0,0 1 0 0 0,0-1-1 0 0,-1 1 1 0 0,1-1 0 0 0,0 1-1 0 0,0-1 1 0 0,0 0 0 0 0,0 1 0 0 0,0-1-1 0 0,0 0 1 0 0,0 0 0 0 0,0 0-1 0 0,0 0 1 0 0,0 0 0 0 0,0 0-1 0 0,0 0 1 0 0,-1-2 0 0 0,3 2-124 0 0,0 0 0 0 0,0-1-1 0 0,0 1 1 0 0,0 0 0 0 0,1 0 0 0 0,-1 0 0 0 0,0 0 0 0 0,0 1 0 0 0,1-1 0 0 0,-1 0 0 0 0,0 0 0 0 0,1 1 0 0 0,-1-1 0 0 0,1 1 0 0 0,-1-1 0 0 0,0 1 0 0 0,1 0 0 0 0,2-1 0 0 0,25-5 346 0 0,0 0 1 0 0,40-1-1 0 0,24-4 552 0 0,-22 1-162 0 0,1 2 0 0 0,-1 4 0 0 0,102 7 0 0 0,55 1-652 0 0,100 7-50 0 0,-185 0-79 0 0,384 47 314 0 0,-81 29 931 0 0,-305-51-715 0 0,153 60 1 0 0,336 154 349 0 0,-13 32-559 0 0,-590-269-364 0 0,470 253 167 0 0,-393-203-60 0 0,-2 5 0 0 0,148 129 1 0 0,-40-14 350 0 0,49 46 365 0 0,-256-226-874 0 0,51 51 453 0 0,-49-48-612 0 0,-1-1-1 0 0,1 1 1 0 0,-1 0 0 0 0,0 1 0 0 0,-1-1-1 0 0,0 1 1 0 0,0 0 0 0 0,3 8 0 0 0</inkml:trace>
</inkml:ink>
</file>

<file path=ppt/ink/ink1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4:48.3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 88 3225 0 0,'-2'-2'394'0'0,"0"-1"1"0"0,0 1-1 0 0,0 0 1 0 0,0 0-1 0 0,-1 0 1 0 0,1 0-1 0 0,-1 1 1 0 0,1-1 0 0 0,-1 1-1 0 0,0-1 1 0 0,1 1-1 0 0,-1 0 1 0 0,0 0-1 0 0,-5-1 1 0 0,7 3-255 0 0,-1-1 1 0 0,1 1-1 0 0,0-1 0 0 0,-1 1 1 0 0,1-1-1 0 0,0 1 1 0 0,-1 0-1 0 0,1 0 0 0 0,0-1 1 0 0,0 1-1 0 0,0 0 1 0 0,0 0-1 0 0,0 0 0 0 0,0 1 1 0 0,0-1-1 0 0,0 0 1 0 0,0 0-1 0 0,0 0 0 0 0,1 1 1 0 0,-1-1-1 0 0,0 0 1 0 0,1 1-1 0 0,-1-1 0 0 0,1 1 1 0 0,0-1-1 0 0,-1 0 1 0 0,1 1-1 0 0,0-1 0 0 0,0 2 1 0 0,-6 17 185 0 0,-5 26 72 0 0,10-43-361 0 0,1-1 0 0 0,-1 1 0 0 0,1 0 0 0 0,0-1 0 0 0,0 1 0 0 0,0-1 0 0 0,0 1 1 0 0,1 0-1 0 0,-1-1 0 0 0,1 1 0 0 0,0-1 0 0 0,-1 1 0 0 0,1-1 0 0 0,2 3 0 0 0,-2-4-11 0 0,0 0-1 0 0,0 0 1 0 0,1 0 0 0 0,-1-1-1 0 0,0 1 1 0 0,0-1 0 0 0,1 1-1 0 0,-1-1 1 0 0,0 1-1 0 0,1-1 1 0 0,-1 0 0 0 0,0 0-1 0 0,1 0 1 0 0,-1 0 0 0 0,0 0-1 0 0,1 0 1 0 0,-1 0-1 0 0,1 0 1 0 0,-1 0 0 0 0,0 0-1 0 0,1-1 1 0 0,-1 1 0 0 0,0-1-1 0 0,1 1 1 0 0,-1-1-1 0 0,0 1 1 0 0,0-1 0 0 0,0 0-1 0 0,1 0 1 0 0,-1 1 0 0 0,1-2-1 0 0,37-26 377 0 0,-30 20-378 0 0,-1 0 0 0 0,-1-1 0 0 0,1 1 0 0 0,-2-2 1 0 0,1 1-1 0 0,5-11 0 0 0,-9 15-4 0 0,-1 0-1 0 0,1-1 1 0 0,-1 1-1 0 0,0-1 1 0 0,0 0-1 0 0,-1 1 1 0 0,0-1-1 0 0,0 0 1 0 0,0 0-1 0 0,0 0 1 0 0,-1 0-1 0 0,0 0 1 0 0,-1-7-1 0 0,1 12-13 0 0,0 1 0 0 0,0-1 0 0 0,0 1 0 0 0,0-1 0 0 0,0 1 0 0 0,0-1 0 0 0,0 1 0 0 0,0-1 0 0 0,0 1-1 0 0,0-1 1 0 0,-1 1 0 0 0,1 0 0 0 0,0-1 0 0 0,0 1 0 0 0,0-1 0 0 0,0 1 0 0 0,-1 0 0 0 0,1-1 0 0 0,0 1-1 0 0,-1-1 1 0 0,1 1 0 0 0,0 0 0 0 0,0-1 0 0 0,-1 1 0 0 0,1 0 0 0 0,-1 0 0 0 0,1-1 0 0 0,0 1 0 0 0,-1 0-1 0 0,1 0 1 0 0,-1 0 0 0 0,1-1 0 0 0,0 1 0 0 0,-1 0 0 0 0,1 0 0 0 0,-1 0 0 0 0,1 0 0 0 0,-1 0 0 0 0,1 0-1 0 0,-1 0 1 0 0,-15 15 126 0 0,-7 32-212 0 0,21-43 46 0 0,1 0 0 0 0,0 1-1 0 0,0-1 1 0 0,0 1 0 0 0,1-1 0 0 0,-1 1 0 0 0,1-1 0 0 0,0 1 0 0 0,1-1 0 0 0,-1 1-1 0 0,2 6 1 0 0,-1-10 53 0 0,0 1 0 0 0,-1-1 0 0 0,1 1 0 0 0,0-1-1 0 0,0 0 1 0 0,0 1 0 0 0,0-1 0 0 0,0 0 0 0 0,0 0 0 0 0,0 0-1 0 0,0 1 1 0 0,0-1 0 0 0,1 0 0 0 0,-1-1 0 0 0,0 1 0 0 0,1 0-1 0 0,-1 0 1 0 0,1-1 0 0 0,-1 1 0 0 0,1 0 0 0 0,-1-1-1 0 0,1 0 1 0 0,-1 1 0 0 0,1-1 0 0 0,0 0 0 0 0,-1 0 0 0 0,1 0-1 0 0,-1 0 1 0 0,1 0 0 0 0,0 0 0 0 0,-1 0 0 0 0,1-1-1 0 0,-1 1 1 0 0,1 0 0 0 0,2-2 0 0 0,0 1 155 0 0,0 0-1 0 0,0-1 1 0 0,0 0-1 0 0,0 0 1 0 0,0 0 0 0 0,0 0-1 0 0,0 0 1 0 0,0-1-1 0 0,-1 0 1 0 0,0 1 0 0 0,1-1-1 0 0,4-7 1 0 0,-7 9-189 0 0,0 0 1 0 0,0 0-1 0 0,0-1 1 0 0,0 1-1 0 0,0 0 1 0 0,-1-1-1 0 0,1 1 1 0 0,0-1 0 0 0,-1 1-1 0 0,1 0 1 0 0,-1-1-1 0 0,0 0 1 0 0,1 1-1 0 0,-1-1 1 0 0,0 1-1 0 0,0-1 1 0 0,0 1-1 0 0,0-1 1 0 0,0 1-1 0 0,0-1 1 0 0,-1 0-1 0 0,1 1 1 0 0,0-1-1 0 0,-1 1 1 0 0,1-1-1 0 0,-1 1 1 0 0,0 0 0 0 0,1-1-1 0 0,-1 1 1 0 0,0-1-1 0 0,0 1 1 0 0,0 0-1 0 0,0 0 1 0 0,0 0-1 0 0,0-1 1 0 0,0 1-1 0 0,0 0 1 0 0,-3-1-1 0 0</inkml:trace>
</inkml:ink>
</file>

<file path=ppt/ink/ink1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4:50.2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113 18 4609 0 0,'-5'-2'491'0'0,"-1"-1"0"0"0,1 1 0 0 0,-1 0 0 0 0,1 0 0 0 0,-1 0 1 0 0,0 1-1 0 0,0 0 0 0 0,0 0 0 0 0,-7 0 0 0 0,11 1-340 0 0,0 0 0 0 0,1 0 0 0 0,-1 1-1 0 0,0-1 1 0 0,0 1 0 0 0,1-1 0 0 0,-1 1 0 0 0,0 0 0 0 0,1 0 0 0 0,-1-1 0 0 0,0 1-1 0 0,1 0 1 0 0,-1 0 0 0 0,1 1 0 0 0,0-1 0 0 0,-1 0 0 0 0,1 0 0 0 0,0 1 0 0 0,0-1-1 0 0,0 1 1 0 0,-1-1 0 0 0,2 1 0 0 0,-1-1 0 0 0,0 1 0 0 0,0 0 0 0 0,0-1 0 0 0,1 1 0 0 0,-1 0-1 0 0,1 0 1 0 0,0-1 0 0 0,-1 1 0 0 0,1 0 0 0 0,0 2 0 0 0,-4 26 421 0 0,1 0 0 0 0,2 0 0 0 0,1 1 0 0 0,1-1 0 0 0,2 0 0 0 0,1 0 0 0 0,1 0 0 0 0,17 55 0 0 0,-17-70-459 0 0,1 0 0 0 0,0-1-1 0 0,1 0 1 0 0,0 0 0 0 0,1-1-1 0 0,1 0 1 0 0,0 0 0 0 0,1-1-1 0 0,0 0 1 0 0,1-1 0 0 0,0 0 0 0 0,1 0-1 0 0,0-1 1 0 0,1-1 0 0 0,-1 0-1 0 0,2-1 1 0 0,-1-1 0 0 0,30 12-1 0 0,-41-18-115 0 0,1 0 1 0 0,0 0-1 0 0,0 0 0 0 0,-1 0 0 0 0,1-1 0 0 0,0 1 0 0 0,0-1 0 0 0,0 0 0 0 0,0 0 1 0 0,-1 0-1 0 0,1 0 0 0 0,0 0 0 0 0,0-1 0 0 0,0 1 0 0 0,0-1 0 0 0,-1 0 0 0 0,1 0 1 0 0,0 0-1 0 0,-1 0 0 0 0,3-2 0 0 0,-1 0-421 0 0,-1 1 0 0 0,1-1 1 0 0,-1 0-1 0 0,0 0 0 0 0,0-1 0 0 0,-1 1 1 0 0,1-1-1 0 0,2-3 0 0 0</inkml:trace>
</inkml:ink>
</file>

<file path=ppt/ink/ink1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4:50.5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51 132 4145 0 0,'0'-2'804'0'0,"-1"-1"1"0"0,1 0-1 0 0,0 0 0 0 0,-1 1 1 0 0,-12-19 7718 0 0,12 22-8368 0 0,-12 12 1948 0 0,10-6-1871 0 0,0 0-1 0 0,0 0 1 0 0,0 1 0 0 0,1-1 0 0 0,0 1-1 0 0,0 0 1 0 0,1-1 0 0 0,-1 1-1 0 0,2 0 1 0 0,-1 0 0 0 0,1 0 0 0 0,1-1-1 0 0,0 1 1 0 0,3 15 0 0 0,-4-19-213 0 0,1-1 0 0 0,0 0 0 0 0,0 1 1 0 0,1-1-1 0 0,-1 0 0 0 0,1 1 1 0 0,-1-1-1 0 0,1 0 0 0 0,0 0 0 0 0,0-1 1 0 0,1 1-1 0 0,-1 0 0 0 0,1-1 0 0 0,-1 1 1 0 0,1-1-1 0 0,0 0 0 0 0,-1 0 1 0 0,1 0-1 0 0,0 0 0 0 0,1 0 0 0 0,-1-1 1 0 0,0 1-1 0 0,0-1 0 0 0,1 0 1 0 0,-1 0-1 0 0,1 0 0 0 0,-1 0 0 0 0,1-1 1 0 0,-1 1-1 0 0,1-1 0 0 0,-1 0 0 0 0,1 0 1 0 0,-1-1-1 0 0,5 0 0 0 0,0 0-5 0 0,-1 0 1 0 0,0-1-1 0 0,0 0 0 0 0,0-1 0 0 0,0 0 1 0 0,-1 0-1 0 0,1 0 0 0 0,-1 0 0 0 0,0-1 0 0 0,0 0 1 0 0,0-1-1 0 0,0 0 0 0 0,8-8 0 0 0,-11 9-10 0 0,0 1 0 0 0,0-1 0 0 0,0 0 0 0 0,0 0-1 0 0,-1 0 1 0 0,0 0 0 0 0,1-1 0 0 0,-2 1 0 0 0,1 0-1 0 0,0-1 1 0 0,-1 0 0 0 0,0 1 0 0 0,0-1 0 0 0,0 0-1 0 0,-1 1 1 0 0,0-1 0 0 0,0 0 0 0 0,0 0 0 0 0,0 0-1 0 0,-1 1 1 0 0,-1-9 0 0 0,-2 1 0 0 0,0 0 0 0 0,-1 1 0 0 0,0 0 1 0 0,-1 0-1 0 0,0 1 0 0 0,-1-1 0 0 0,-10-11 0 0 0,14 18-68 0 0,0 0 0 0 0,0 1 0 0 0,0-1-1 0 0,-1 0 1 0 0,0 1 0 0 0,0 0 0 0 0,0 0 0 0 0,0 0-1 0 0,0 1 1 0 0,0-1 0 0 0,-1 1 0 0 0,1 0 0 0 0,-1 0-1 0 0,0 1 1 0 0,0-1 0 0 0,1 1 0 0 0,-1 0 0 0 0,0 0-1 0 0,0 1 1 0 0,-8 0 0 0 0,10 0-128 0 0,0 0 0 0 0,1 1-1 0 0,-1 0 1 0 0,0 0 0 0 0,1 0 0 0 0,-1 0-1 0 0,1 0 1 0 0,-1 0 0 0 0,1 1 0 0 0,-3 1-1 0 0,-9 14-4095 0 0</inkml:trace>
</inkml:ink>
</file>

<file path=ppt/ink/ink1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4:50.8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47 3625 0 0,'12'-29'644'0'0,"-12"29"-513"0"0,0-1 0 0 0,1 1 0 0 0,-1-1-1 0 0,0 1 1 0 0,0-1 0 0 0,0 1 0 0 0,0-1 0 0 0,0 1-1 0 0,0-1 1 0 0,0 1 0 0 0,0-1 0 0 0,0 1-1 0 0,0-1 1 0 0,0 1 0 0 0,0-1 0 0 0,0 1 0 0 0,0-1-1 0 0,0 1 1 0 0,-1-1 0 0 0,1 1 0 0 0,0-1-1 0 0,0 1 1 0 0,-1-1 0 0 0,1 1 0 0 0,0-1 0 0 0,-1 1-1 0 0,1 0 1 0 0,0-1 0 0 0,-1 1 0 0 0,1 0 0 0 0,0-1-1 0 0,-1 1 1 0 0,1 0 0 0 0,-1-1 0 0 0,1 1-1 0 0,-1 0 1 0 0,1 0 0 0 0,-1 0 0 0 0,1-1 0 0 0,-1 1-1 0 0,1 0 1 0 0,-1 0 0 0 0,1 0 0 0 0,-1 0-1 0 0,1 0 1 0 0,-1 0 0 0 0,1 0 0 0 0,-1 0 0 0 0,1 0-1 0 0,-1 0 1 0 0,1 0 0 0 0,-1 0 0 0 0,1 1-1 0 0,-1-1 1 0 0,1 0 0 0 0,-1 0 0 0 0,-2 1 136 0 0,0 1 0 0 0,1-1 0 0 0,-1 0 0 0 0,1 1 0 0 0,-1 0 0 0 0,1-1 0 0 0,0 1 0 0 0,0 0 1 0 0,-1 0-1 0 0,1 0 0 0 0,0 0 0 0 0,1 1 0 0 0,-1-1 0 0 0,0 0 0 0 0,1 1 0 0 0,-1-1 0 0 0,1 1 0 0 0,0 0 0 0 0,0 0 0 0 0,0-1 1 0 0,0 1-1 0 0,1 0 0 0 0,-2 3 0 0 0,1-2-139 0 0,1 0 1 0 0,-1 0-1 0 0,0 0 0 0 0,1 0 1 0 0,0 0-1 0 0,0 0 0 0 0,0 0 1 0 0,1 0-1 0 0,-1 0 1 0 0,1-1-1 0 0,0 1 0 0 0,0 0 1 0 0,0 0-1 0 0,0 0 1 0 0,1-1-1 0 0,3 6 0 0 0,-3-5-104 0 0,1-1 0 0 0,0-1 0 0 0,0 1 0 0 0,0 0 0 0 0,0-1 0 0 0,1 1 0 0 0,-1-1 0 0 0,1 0 0 0 0,-1 0 0 0 0,1-1 0 0 0,0 1 0 0 0,4 1 0 0 0,50 7 253 0 0,-50-10-235 0 0,-1 1 0 0 0,1 0 0 0 0,0 0 0 0 0,-1 1 0 0 0,0 0 0 0 0,1 0 0 0 0,-1 0 0 0 0,0 1 0 0 0,0 0 0 0 0,12 9 0 0 0,-17-11-34 0 0,-1 0 0 0 0,0 0 0 0 0,1 0-1 0 0,-1 1 1 0 0,0-1 0 0 0,0 1 0 0 0,0-1 0 0 0,0 1-1 0 0,-1-1 1 0 0,1 1 0 0 0,0-1 0 0 0,-1 1 0 0 0,1 0-1 0 0,-1 0 1 0 0,1-1 0 0 0,-1 1 0 0 0,0 0 0 0 0,0-1-1 0 0,0 3 1 0 0,0 0 21 0 0,0 1-1 0 0,-1-1 1 0 0,0 0-1 0 0,0 0 1 0 0,0 0-1 0 0,0 1 1 0 0,-4 5-1 0 0,-2 4-91 0 0,-1-1 0 0 0,0 0-1 0 0,-13 15 1 0 0,1-8-2328 0 0</inkml:trace>
</inkml:ink>
</file>

<file path=ppt/ink/ink1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4:51.0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 9218 0 0,'4'-5'4529'0'0,"-4"5"-4449"0"0,11 9 2774 0 0,7 15-104 0 0,52 115 404 0 0,17 79-2830 0 0,-56-114-718 0 0,-19-33-3881 0 0,-12-53-2467 0 0</inkml:trace>
</inkml:ink>
</file>

<file path=ppt/ink/ink1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4:51.2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1 273 5985 0 0,'-1'-7'422'0'0,"1"0"0"0"0,1 0 0 0 0,-1 0 0 0 0,1 0 0 0 0,0 0 0 0 0,1 0-1 0 0,0 1 1 0 0,4-13 0 0 0,27-51 3122 0 0,-29 62-3166 0 0,1-1 1 0 0,1 0 0 0 0,-1 1-1 0 0,1 0 1 0 0,1 0 0 0 0,0 1-1 0 0,0 0 1 0 0,12-10 0 0 0,-12 12-936 0 0,0 1 1 0 0,1-1-1 0 0,-1 1 1 0 0,1 1 0 0 0,0 0-1 0 0,12-4 1 0 0,3 1-1499 0 0,-1-4-23 0 0</inkml:trace>
</inkml:ink>
</file>

<file path=ppt/ink/ink1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4:52.2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160 150 920 0 0,'-3'-17'2819'0'0,"-14"-53"3398"0"0,16 66-5799 0 0,-1 0 0 0 0,1 0 1 0 0,-1 0-1 0 0,0 0 1 0 0,0 0-1 0 0,-1 0 1 0 0,1 0-1 0 0,-1 1 1 0 0,0-1-1 0 0,0 1 0 0 0,0 0 1 0 0,-7-6-1 0 0,8 8-300 0 0,1 0-1 0 0,-1 0 0 0 0,0 0 1 0 0,0 0-1 0 0,0 0 1 0 0,0 1-1 0 0,0-1 0 0 0,0 1 1 0 0,0-1-1 0 0,0 1 1 0 0,0 0-1 0 0,0 0 0 0 0,0 0 1 0 0,0 0-1 0 0,0 0 0 0 0,0 0 1 0 0,0 0-1 0 0,0 1 1 0 0,0-1-1 0 0,0 1 0 0 0,0 0 1 0 0,0-1-1 0 0,0 1 0 0 0,1 0 1 0 0,-1 0-1 0 0,0 0 1 0 0,0 0-1 0 0,1 0 0 0 0,-1 1 1 0 0,1-1-1 0 0,-1 1 1 0 0,1-1-1 0 0,-1 1 0 0 0,1-1 1 0 0,0 1-1 0 0,0 0 0 0 0,0-1 1 0 0,-2 4-1 0 0,-2 3 80 0 0,1 1-1 0 0,0-1 1 0 0,0 1-1 0 0,1 0 1 0 0,0 1-1 0 0,-3 16 1 0 0,4-11-65 0 0,1 0 1 0 0,0 1-1 0 0,1-1 1 0 0,1 1-1 0 0,0-1 1 0 0,1 0 0 0 0,1 0-1 0 0,0 1 1 0 0,1-2-1 0 0,9 21 1 0 0,6 9-1673 0 0,50 82 0 0 0,-42-81-2365 0 0,-17-25-2899 0 0</inkml:trace>
</inkml:ink>
</file>

<file path=ppt/ink/ink1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4:52.7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4 358 4609 0 0,'-1'-2'29'0'0,"1"1"0"0"0,-1-1 1 0 0,1 1-1 0 0,-1-1 0 0 0,1 0 0 0 0,0 1 0 0 0,0-1 1 0 0,0 1-1 0 0,0-1 0 0 0,0 0 0 0 0,0 1 0 0 0,0-1 1 0 0,0 1-1 0 0,1-1 0 0 0,-1 0 0 0 0,0 1 0 0 0,1-1 1 0 0,0 1-1 0 0,-1-1 0 0 0,1 1 0 0 0,0-1 0 0 0,0 1 0 0 0,0 0 1 0 0,0-1-1 0 0,2-1 0 0 0,35-31 642 0 0,-23 22-421 0 0,47-39 3522 0 0,2 3-1 0 0,135-76 1 0 0,-196 122-3648 0 0,-1 1 0 0 0,1 0 0 0 0,-1-1 0 0 0,1 1 0 0 0,-1 0 0 0 0,1 0 0 0 0,0 0 0 0 0,-1 1 1 0 0,1-1-1 0 0,0 1 0 0 0,0-1 0 0 0,-1 1 0 0 0,1 0 0 0 0,0 0 0 0 0,0 0 0 0 0,3 1 0 0 0,-3 0-37 0 0,-1 0-1 0 0,0 1 0 0 0,0-1 0 0 0,0 1 1 0 0,-1 0-1 0 0,1-1 0 0 0,0 1 0 0 0,0 0 1 0 0,-1 0-1 0 0,1 0 0 0 0,-1 0 1 0 0,0 0-1 0 0,0 1 0 0 0,0-1 0 0 0,0 0 1 0 0,0 0-1 0 0,0 1 0 0 0,0 2 1 0 0,6 14 96 0 0,1-1 1 0 0,1 0 0 0 0,0 0 0 0 0,19 25 0 0 0,-23-36-126 0 0,0 0 1 0 0,1-1 0 0 0,-1 1-1 0 0,1-1 1 0 0,1 0 0 0 0,-1-1-1 0 0,1 0 1 0 0,0 0 0 0 0,0 0-1 0 0,0-1 1 0 0,1 0 0 0 0,0 0-1 0 0,9 3 1 0 0,-15-7-64 0 0,0 1 0 0 0,0-1 0 0 0,0 1 0 0 0,1-1-1 0 0,-1 0 1 0 0,0 0 0 0 0,0 0 0 0 0,0 0 0 0 0,0 0 0 0 0,1 0 0 0 0,-1 0 0 0 0,0-1 0 0 0,0 1-1 0 0,0-1 1 0 0,0 0 0 0 0,0 0 0 0 0,0 0 0 0 0,0 0 0 0 0,0 0 0 0 0,0 0 0 0 0,2-1 0 0 0,-2-1-16 0 0,1 0 0 0 0,-1 0 0 0 0,0 0 0 0 0,1 0 1 0 0,-1 0-1 0 0,0 0 0 0 0,-1 0 0 0 0,1-1 0 0 0,-1 1 1 0 0,1-1-1 0 0,0-4 0 0 0,2-10-55 0 0,-2 0-1 0 0,1 0 1 0 0,-2 0-1 0 0,-1-18 1 0 0,0 29 76 0 0,-1-14 62 0 0,0 16-31 0 0,1-1 0 0 0,-1 1 0 0 0,1-1 0 0 0,0 1 0 0 0,1-1 0 0 0,-1 1 0 0 0,1-1-1 0 0,0 1 1 0 0,0-1 0 0 0,1 1 0 0 0,0 0 0 0 0,2-6 0 0 0,-4 10-23 0 0,1 1 0 0 0,-1 0 0 0 0,0-1 0 0 0,1 1 1 0 0,-1-1-1 0 0,0 1 0 0 0,1 0 0 0 0,-1 0 0 0 0,0-1 0 0 0,1 1 0 0 0,-1 0 1 0 0,1 0-1 0 0,-1-1 0 0 0,1 1 0 0 0,-1 0 0 0 0,0 0 0 0 0,1 0 0 0 0,-1 0 1 0 0,1 0-1 0 0,-1 0 0 0 0,1 0 0 0 0,-1 0 0 0 0,1 0 0 0 0,-1 0 0 0 0,1 0 1 0 0,-1 0-1 0 0,1 0 0 0 0,-1 0 0 0 0,1 0 0 0 0,-1 0 0 0 0,1 1 0 0 0,15 12 162 0 0,6 20 22 0 0,-22-33-187 0 0,17 31 215 0 0,30 39 0 0 0,-42-62-572 0 0,1-1-1 0 0,1 1 0 0 0,-1-1 1 0 0,1-1-1 0 0,0 1 1 0 0,1-1-1 0 0,0-1 0 0 0,0 1 1 0 0,0-1-1 0 0,11 5 1 0 0</inkml:trace>
</inkml:ink>
</file>

<file path=ppt/ink/ink1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4:53.3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10 131 5921 0 0,'2'-22'712'0'0,"-4"-5"923"0"0,-7-2 7517 0 0,9 28-8991 0 0,0 0 1 0 0,0 0-1 0 0,0 0 1 0 0,0 0-1 0 0,0 0 1 0 0,0 0-1 0 0,1 0 1 0 0,-1 0-1 0 0,0 0 1 0 0,1 0-1 0 0,-1 0 1 0 0,0 0-1 0 0,1 0 1 0 0,-1 1-1 0 0,1-1 1 0 0,-1 0-1 0 0,1 0 1 0 0,0 0-1 0 0,-1 1 1 0 0,1-1-1 0 0,0 0 1 0 0,0 1-1 0 0,-1-1 1 0 0,1 1-1 0 0,0-1 1 0 0,0 1-1 0 0,0-1 1 0 0,0 1-1 0 0,0-1 1 0 0,-1 1-1 0 0,1 0 1 0 0,0-1-1 0 0,0 1 1 0 0,0 0-1 0 0,0 0 1 0 0,2 0-1 0 0,-1-1-80 0 0,0 0-1 0 0,1 1 0 0 0,-1-1 1 0 0,1 1-1 0 0,-1 0 0 0 0,0 0 0 0 0,1 0 1 0 0,-1 0-1 0 0,1 0 0 0 0,-1 0 1 0 0,0 1-1 0 0,1-1 0 0 0,-1 1 1 0 0,4 1-1 0 0,7 7-122 0 0,-1 0 1 0 0,0 1 0 0 0,0 0-1 0 0,-1 0 1 0 0,-1 1-1 0 0,0 1 1 0 0,0 0-1 0 0,-1 0 1 0 0,-1 1-1 0 0,0 0 1 0 0,0 1 0 0 0,9 25-1 0 0,-10-22-109 0 0,-7-17 148 0 0,0 0 0 0 0,0 0-1 0 0,0 0 1 0 0,0 0 0 0 0,0 0 0 0 0,0 1 0 0 0,0-1-1 0 0,0 0 1 0 0,0 0 0 0 0,0 0 0 0 0,1 0 0 0 0,-1 0 0 0 0,0 0-1 0 0,0 0 1 0 0,0 0 0 0 0,0 0 0 0 0,0 0 0 0 0,0 0 0 0 0,0 0-1 0 0,0 0 1 0 0,0 0 0 0 0,0 0 0 0 0,0 0 0 0 0,0 0-1 0 0,1 0 1 0 0,-1 1 0 0 0,0-1 0 0 0,0 0 0 0 0,0 0 0 0 0,0 0-1 0 0,0 0 1 0 0,0 0 0 0 0,0 0 0 0 0,0 0 0 0 0,0 0-1 0 0,0-1 1 0 0,1 1 0 0 0,-1 0 0 0 0,0 0 0 0 0,0 0 0 0 0,0 0-1 0 0,0 0 1 0 0,0 0 0 0 0,0 0 0 0 0,0 0 0 0 0,0 0-1 0 0,0 0 1 0 0,0 0 0 0 0,0 0 0 0 0,0 0 0 0 0,0 0 0 0 0,1 0-1 0 0,-1 0 1 0 0,0 0 0 0 0,0 0 0 0 0,0-1 0 0 0,0 1 0 0 0,0 0-1 0 0,0 0 1 0 0,0 0 0 0 0,0 0 0 0 0,0 0 0 0 0,0 0-1 0 0,0 0 1 0 0,0 0 0 0 0,0 0 0 0 0,0 0 0 0 0,0-1-1 0 0,2-29-419 0 0,-1 5 338 0 0,1 8 38 0 0,2 0 0 0 0,0 0-1 0 0,11-28 1 0 0,-14 41 64 0 0,0 0 0 0 0,1 0 1 0 0,0 0-1 0 0,0 0 0 0 0,0 1 0 0 0,0-1 1 0 0,1 0-1 0 0,-1 1 0 0 0,1 0 1 0 0,0 0-1 0 0,0 0 0 0 0,0 0 0 0 0,0 0 1 0 0,1 1-1 0 0,-1-1 0 0 0,1 1 1 0 0,0 0-1 0 0,0 0 0 0 0,-1 0 0 0 0,1 0 1 0 0,5 0-1 0 0,-5 1 16 0 0,0 1-1 0 0,0 0 1 0 0,1 0 0 0 0,-1 0-1 0 0,0 1 1 0 0,0-1 0 0 0,0 1-1 0 0,0 0 1 0 0,0 0 0 0 0,0 1 0 0 0,0-1-1 0 0,0 1 1 0 0,0 0 0 0 0,-1 0-1 0 0,4 3 1 0 0,8 5-145 0 0,-2 0 1 0 0,19 19-1 0 0,10 8-2014 0 0</inkml:trace>
</inkml:ink>
</file>

<file path=ppt/ink/ink1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4:53.7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89 431 6449 0 0,'1'-15'-53'0'0,"-2"-35"2580"0"0,1 48-2180 0 0,-1 0 0 0 0,1 0 1 0 0,0-1-1 0 0,-1 1 0 0 0,1 0 1 0 0,-1 0-1 0 0,0 0 0 0 0,0 0 1 0 0,0-1-1 0 0,0 1 0 0 0,0 0 1 0 0,0 1-1 0 0,0-1 0 0 0,-1 0 1 0 0,1 0-1 0 0,-4-3 0 0 0,4 5-222 0 0,0 0-1 0 0,0-1 1 0 0,0 1 0 0 0,0 0-1 0 0,0 0 1 0 0,0 0-1 0 0,0 0 1 0 0,0 0 0 0 0,0 0-1 0 0,0 0 1 0 0,0 0 0 0 0,0 0-1 0 0,0 0 1 0 0,0 1-1 0 0,0-1 1 0 0,0 0 0 0 0,1 1-1 0 0,-1-1 1 0 0,0 0-1 0 0,0 1 1 0 0,0-1 0 0 0,0 1-1 0 0,0 0 1 0 0,1-1-1 0 0,-1 1 1 0 0,0 0 0 0 0,0-1-1 0 0,1 1 1 0 0,-1 0 0 0 0,1 0-1 0 0,-1-1 1 0 0,0 1-1 0 0,0 2 1 0 0,-18 31 1143 0 0,15-25-1122 0 0,1 0 0 0 0,-1 1-1 0 0,1 0 1 0 0,1 0 0 0 0,0 0 0 0 0,0 0-1 0 0,1 0 1 0 0,0 0 0 0 0,1 1-1 0 0,0-1 1 0 0,2 13 0 0 0,0-17-115 0 0,-1 0 0 0 0,1-1 0 0 0,0 1 0 0 0,0 0 0 0 0,1-1 0 0 0,0 1 0 0 0,0-1 0 0 0,0 0 0 0 0,0 0 0 0 0,1 0 0 0 0,0 0 0 0 0,0-1 0 0 0,0 1 0 0 0,1-1 1 0 0,0 0-1 0 0,-1 0 0 0 0,1-1 0 0 0,0 1 0 0 0,1-1 0 0 0,5 2 0 0 0,-5-2-17 0 0,-1 0 0 0 0,1-1 0 0 0,-1 0 0 0 0,1 0 0 0 0,0 0 0 0 0,0-1 0 0 0,0 0 0 0 0,0 0 0 0 0,0 0 0 0 0,0-1 0 0 0,0 0 0 0 0,0 0 0 0 0,0-1 0 0 0,1 1 0 0 0,-1-1 0 0 0,10-4 0 0 0,-8 2-54 0 0,0-1 0 0 0,-1 0 0 0 0,1 0 0 0 0,-1-1 0 0 0,0 0-1 0 0,0 0 1 0 0,0 0 0 0 0,-1-1 0 0 0,0 0 0 0 0,9-12 0 0 0,1-4-343 0 0,-1-1 1 0 0,-1-1-1 0 0,-1 0 1 0 0,-1-1-1 0 0,-1 0 1 0 0,10-37-1 0 0,-14 37 206 0 0,0 0 0 0 0,-2-1 0 0 0,-1 1 0 0 0,-1-1 0 0 0,-1 0-1 0 0,-1 0 1 0 0,-1 0 0 0 0,-2 0 0 0 0,0 0 0 0 0,-9-36 0 0 0,11 60 278 0 0,-1 0 1 0 0,1 1-1 0 0,0-1 1 0 0,-1 1-1 0 0,1-1 1 0 0,-1 1-1 0 0,0-1 1 0 0,1 1-1 0 0,-1-1 1 0 0,0 1 0 0 0,0 0-1 0 0,0-1 1 0 0,0 1-1 0 0,0 0 1 0 0,0 0-1 0 0,0 0 1 0 0,-1 0-1 0 0,1 0 1 0 0,0 0-1 0 0,-3-1 1 0 0,4 2-45 0 0,0 0-1 0 0,-1 0 1 0 0,1 0 0 0 0,-1 0 0 0 0,1 0 0 0 0,0 0 0 0 0,-1 0-1 0 0,1 0 1 0 0,0 0 0 0 0,-1 1 0 0 0,1-1 0 0 0,0 0-1 0 0,-1 0 1 0 0,1 0 0 0 0,0 1 0 0 0,-1-1 0 0 0,1 0 0 0 0,0 0-1 0 0,0 1 1 0 0,-1-1 0 0 0,1 0 0 0 0,0 1 0 0 0,0-1 0 0 0,0 0-1 0 0,-1 1 1 0 0,1-1 0 0 0,0 0 0 0 0,0 1 0 0 0,-4 21 728 0 0,5-6-669 0 0,1 0 1 0 0,0 0 0 0 0,2 0-1 0 0,-1 0 1 0 0,2-1-1 0 0,0 0 1 0 0,1 0 0 0 0,10 20-1 0 0,1-4-4 0 0,1 0-1 0 0,37 47 1 0 0,94 90-1847 0 0,-137-151 734 0 0</inkml:trace>
</inkml:ink>
</file>

<file path=ppt/ink/ink1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4:54.0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1 237 8754 0 0,'0'-1'252'0'0,"0"0"1"0"0,0 0-1 0 0,0-1 0 0 0,0 1 1 0 0,1 0-1 0 0,-1 0 0 0 0,0-1 1 0 0,1 1-1 0 0,-1 0 0 0 0,1 0 1 0 0,0 0-1 0 0,-1 0 0 0 0,1 0 1 0 0,0 0-1 0 0,0 0 0 0 0,-1 0 1 0 0,3-2-1 0 0,20-21 2028 0 0,-18 19-1658 0 0,22-22 1335 0 0,33-26-1 0 0,-33 33-2126 0 0,0 0-1 0 0,2 2 0 0 0,39-20 0 0 0,-66 37 99 0 0,0 0-1 0 0,1-1 1 0 0,-1 1-1 0 0,0 0 1 0 0,0 1-1 0 0,1-1 0 0 0,-1 0 1 0 0,1 1-1 0 0,-1-1 1 0 0,1 1-1 0 0,-1 0 1 0 0,1 0-1 0 0,-1 0 1 0 0,1 0-1 0 0,2 0 1 0 0,-4 1 173 0 0,1 0 0 0 0,0 1 0 0 0,-1-1 1 0 0,0 0-1 0 0,1 1 0 0 0,-1-1 0 0 0,0 1 1 0 0,0-1-1 0 0,1 1 0 0 0,-1 0 0 0 0,-1-1 0 0 0,1 1 1 0 0,0 0-1 0 0,0 0 0 0 0,-1-1 0 0 0,1 1 1 0 0,-1 0-1 0 0,1 0 0 0 0,-1 2 0 0 0,9 25 738 0 0,0 0 0 0 0,24 48 0 0 0,-25-62-1547 0 0,1 1 1 0 0,0-2-1 0 0,17 20 1 0 0</inkml:trace>
</inkml:ink>
</file>

<file path=ppt/ink/ink1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4:54.1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10 17052 0 0,'-2'-2'297'0'0,"1"1"-159"0"0,1 1 1 0 0,-1-1-1 0 0,1 1 0 0 0,-1-1 1 0 0,0 0-1 0 0,0 1 0 0 0,1-1 0 0 0,-1 1 1 0 0,0 0-1 0 0,0-1 0 0 0,1 1 1 0 0,-1 0-1 0 0,0-1 0 0 0,0 1 0 0 0,0 0 1 0 0,0 0-1 0 0,0 0 0 0 0,1-1 0 0 0,-1 1 1 0 0,0 0-1 0 0,0 0 0 0 0,0 1 1 0 0,0-1-1 0 0,0 0 0 0 0,0 0 0 0 0,0 0 1 0 0,1 0-1 0 0,-2 1 0 0 0,23 19-3126 0 0,20 20-767 0 0,-22-21 3598 0 0</inkml:trace>
</inkml:ink>
</file>

<file path=ppt/ink/ink1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4:54.7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97 265 8610 0 0,'-6'-2'323'0'0,"1"0"0"0"0,-2 1 0 0 0,1-1 0 0 0,0 1 0 0 0,0 0 0 0 0,0 1-1 0 0,0 0 1 0 0,-7 0 0 0 0,11 0-155 0 0,1 0-1 0 0,0 0 0 0 0,-1 0 0 0 0,1 0 0 0 0,-1 0 1 0 0,1 0-1 0 0,0 1 0 0 0,-1-1 0 0 0,1 0 0 0 0,0 1 1 0 0,-1-1-1 0 0,1 1 0 0 0,0 0 0 0 0,0-1 0 0 0,-1 1 1 0 0,1 0-1 0 0,0 0 0 0 0,0 0 0 0 0,0 0 0 0 0,0 0 1 0 0,0 0-1 0 0,0 0 0 0 0,0 0 0 0 0,1 0 0 0 0,-1 0 0 0 0,0 0 1 0 0,0 1-1 0 0,1-1 0 0 0,-1 0 0 0 0,1 1 0 0 0,-1-1 1 0 0,1 0-1 0 0,0 1 0 0 0,0-1 0 0 0,-1 0 0 0 0,1 1 1 0 0,0-1-1 0 0,0 1 0 0 0,0-1 0 0 0,0 0 0 0 0,1 3 1 0 0,0 0 8 0 0,1 0 0 0 0,0 0 0 0 0,-1-1 0 0 0,1 1 0 0 0,0-1-1 0 0,1 1 1 0 0,-1-1 0 0 0,1 0 0 0 0,-1 1 0 0 0,1-2 0 0 0,0 1 0 0 0,0 0 0 0 0,0 0 0 0 0,1-1 0 0 0,-1 0 0 0 0,7 4 0 0 0,-2-1-27 0 0,1-1 0 0 0,-1 0-1 0 0,1 0 1 0 0,0-1 0 0 0,1 0 0 0 0,9 2 0 0 0,-15-5-131 0 0,0 1 1 0 0,0-1 0 0 0,0 0-1 0 0,0 0 1 0 0,0 0 0 0 0,0 0 0 0 0,0-1-1 0 0,0 1 1 0 0,-1-1 0 0 0,5-2 0 0 0,-7 3-21 0 0,-1 0 0 0 0,1 0 0 0 0,0-1 0 0 0,-1 1 0 0 0,1 0-1 0 0,-1-1 1 0 0,1 1 0 0 0,-1-1 0 0 0,1 1 0 0 0,-1 0 0 0 0,1-1 0 0 0,-1 1 0 0 0,0-1 0 0 0,1 1 0 0 0,-1-1 0 0 0,0 0 0 0 0,1 1 0 0 0,-1-1 0 0 0,0 1 0 0 0,0-1 0 0 0,1 0 0 0 0,-1 1 0 0 0,0-1 0 0 0,0 0 0 0 0,0-1-10 0 0,0 1-1 0 0,-1-1 0 0 0,1 1 0 0 0,-1-1 0 0 0,1 1 0 0 0,-1-1 0 0 0,1 1 0 0 0,-1 0 0 0 0,0-1 1 0 0,0 1-1 0 0,0 0 0 0 0,0-1 0 0 0,0 1 0 0 0,-2-2 0 0 0,-14-15-205 0 0,5 5 39 0 0,0 0 0 0 0,1 0 1 0 0,1-1-1 0 0,-13-21 0 0 0,20 29 152 0 0,1 1 0 0 0,0-1 0 0 0,0 0 0 0 0,0 1 0 0 0,1-1 0 0 0,0 0 0 0 0,0 0 0 0 0,0 0 1 0 0,1 0-1 0 0,0 0 0 0 0,0 0 0 0 0,0 0 0 0 0,1 0 0 0 0,0 0 0 0 0,0 1 0 0 0,4-13 0 0 0,-3 13 43 0 0,0 0-1 0 0,0 0 1 0 0,0 0-1 0 0,0 1 1 0 0,1-1-1 0 0,0 1 1 0 0,0-1-1 0 0,0 1 1 0 0,0 0-1 0 0,1 0 1 0 0,0 0-1 0 0,0 1 1 0 0,0-1-1 0 0,0 1 1 0 0,0 0-1 0 0,1 0 1 0 0,-1 0-1 0 0,1 1 1 0 0,0-1-1 0 0,0 1 1 0 0,0 0-1 0 0,0 1 1 0 0,0-1-1 0 0,0 1 1 0 0,1 0-1 0 0,-1 1 1 0 0,0-1-1 0 0,1 1 1 0 0,-1 0-1 0 0,0 0 1 0 0,7 1-1 0 0,-5 0 5 0 0,0 1 0 0 0,-1-1 0 0 0,1 1 0 0 0,0 0 0 0 0,-1 1 1 0 0,0-1-1 0 0,0 1 0 0 0,1 1 0 0 0,-2-1 0 0 0,1 1 0 0 0,0 0 0 0 0,-1 0 0 0 0,0 1 0 0 0,0-1 0 0 0,0 1 0 0 0,0 0 0 0 0,-1 1 0 0 0,0-1 0 0 0,0 1 0 0 0,0 0 0 0 0,-1 0 0 0 0,0 0 0 0 0,5 13 0 0 0,-6-9 16 0 0,-2-8-24 0 0,0 0 1 0 0,1 1-1 0 0,-1-1 0 0 0,1 0 0 0 0,-1 0 0 0 0,1 0 1 0 0,0 0-1 0 0,-1 0 0 0 0,1 0 0 0 0,0 0 1 0 0,0-1-1 0 0,0 1 0 0 0,1 0 0 0 0,-1 0 0 0 0,2 1 1 0 0,-2-4-1 0 0,0 1 0 0 0,0 0 1 0 0,0-1-1 0 0,0 0 0 0 0,0 1 0 0 0,0-1 1 0 0,-1 1-1 0 0,1-1 0 0 0,0 0 0 0 0,0 0 1 0 0,0 1-1 0 0,-1-1 0 0 0,1 0 0 0 0,0 0 1 0 0,-1 0-1 0 0,1 0 0 0 0,-1 0 1 0 0,1 0-1 0 0,-1-1 0 0 0,12-21 266 0 0,0-11-243 0 0,-7 20 5 0 0,0-1 0 0 0,0 2 0 0 0,16-26 0 0 0,-20 36-24 0 0,0 1 0 0 0,1 0 0 0 0,-1-1 0 0 0,1 1 0 0 0,0 0-1 0 0,0 0 1 0 0,0 0 0 0 0,0 1 0 0 0,0-1 0 0 0,0 0 0 0 0,1 1 0 0 0,-1-1 0 0 0,0 1-1 0 0,1 0 1 0 0,-1 0 0 0 0,1 0 0 0 0,0 0 0 0 0,-1 0 0 0 0,1 1 0 0 0,0-1 0 0 0,-1 1-1 0 0,1-1 1 0 0,0 1 0 0 0,0 0 0 0 0,-1 0 0 0 0,1 0 0 0 0,3 1 0 0 0,-1 1 32 0 0,0 0 0 0 0,0 0 0 0 0,0 1 0 0 0,-1 0 0 0 0,1 0 0 0 0,-1 0 0 0 0,1 0 0 0 0,-1 0 0 0 0,0 1 0 0 0,6 6 0 0 0,5 5-218 0 0,-3-6-71 0 0</inkml:trace>
</inkml:ink>
</file>

<file path=ppt/ink/ink1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4:57.2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450 486 7322 0 0,'-52'-11'23'0'0,"-172"-29"1037"0"0,72 30 4665 0 0,130 13-4550 0 0,22-1-825 0 0,13 1-510 0 0,16-3 229 0 0,0-1 0 0 0,50-7 0 0 0,-17 1-61 0 0,440-49-1183 0 0,-294 30 946 0 0,239-28 373 0 0,433-49 908 0 0,4 38 128 0 0,-754 59-1147 0 0,1188-32 1997 0 0,-1306 38-1971 0 0,361-8-1225 0 0,-254 0 150 0 0,131-26 0 0 0,-219 27 1325 0 0,-20 4-174 0 0,1 0 0 0 0,-1 1 1 0 0,0 0-1 0 0,1 1 1 0 0,-1 1-1 0 0,15 0 0 0 0,-26 0-130 0 0,0 0-1 0 0,0 0 1 0 0,0 1-1 0 0,1-1 1 0 0,-1 0-1 0 0,0 0 1 0 0,0 0-1 0 0,0 0 1 0 0,0 1-1 0 0,1-1 1 0 0,-1 0-1 0 0,0 0 0 0 0,0 1 1 0 0,0-1-1 0 0,0 0 1 0 0,0 0-1 0 0,0 0 1 0 0,0 1-1 0 0,0-1 1 0 0,0 0-1 0 0,0 0 1 0 0,0 1-1 0 0,0-1 1 0 0,0 0-1 0 0,0 0 1 0 0,0 1-1 0 0,0-1 1 0 0,0 0-1 0 0,0 0 1 0 0,0 1-1 0 0,0-1 1 0 0,0 0-1 0 0,0 0 1 0 0,0 0-1 0 0,0 1 0 0 0,-1-1 1 0 0,1 0-1 0 0,0 0 1 0 0,0 0-1 0 0,0 1 1 0 0,-1-1-1 0 0,-5 11 135 0 0,5-10-70 0 0,-30 58 227 0 0,2 2 0 0 0,3 1 0 0 0,2 0 0 0 0,4 2 0 0 0,2 1 0 0 0,-19 130-1 0 0,-14 506-163 0 0,53-515 0 0 0,47 330-1 0 0,62 87 562 0 0,-33-193 720 0 0,-52-230-723 0 0,-24-154-627 0 0,-1-1-1 0 0,-1 1 1 0 0,-2-1-1 0 0,0 1 1 0 0,-7 26 0 0 0,7-44-53 0 0,-1 1 1 0 0,0-1 0 0 0,-1 0 0 0 0,0-1 0 0 0,0 1 0 0 0,0-1 0 0 0,-1 1 0 0 0,0-1 0 0 0,-1-1 0 0 0,0 1-1 0 0,0-1 1 0 0,0 0 0 0 0,-1 0 0 0 0,1-1 0 0 0,-1 0 0 0 0,-1 0 0 0 0,1 0 0 0 0,-1-1 0 0 0,1 0 0 0 0,-16 4 0 0 0,-12 4 55 0 0,-1-1 0 0 0,-1-2 0 0 0,-55 6 0 0 0,63-11-47 0 0,-522 56 145 0 0,248-32-107 0 0,-67 9-221 0 0,-683 91-656 0 0,878-100 808 0 0,-293 55-40 0 0,-73 17-347 0 0,-359 77-3048 0 0,767-155 4386 0 0,-151 5 0 0 0,105-24-3067 0 0,143-5 1072 0 0,0-2-138 0 0</inkml:trace>
</inkml:ink>
</file>

<file path=ppt/ink/ink1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4:57.6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0 146 2304 0 0,'1'-91'2113'0'0,"0"37"5222"0"0,8 96-3014 0 0,-2-14-3880 0 0,61 470 2974 0 0,-34 4-2426 0 0,-9-108-365 0 0,102 608-587 0 0,-27-320 861 0 0,-91-631-1898 0 0,17 56-1 0 0,-16-77-6360 0 0</inkml:trace>
</inkml:ink>
</file>

<file path=ppt/ink/ink1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4:58.7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235 3 2304 0 0,'-34'-2'2082'0'0,"1"2"0"0"0,-1 1 0 0 0,0 2 0 0 0,-50 10 0 0 0,79-12-1639 0 0,-6 4 3169 0 0,34-1-2599 0 0,36-1-671 0 0,474 1 1729 0 0,-222 12-4416 0 0</inkml:trace>
</inkml:ink>
</file>

<file path=ppt/ink/ink1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4:59.1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97 51 2761 0 0,'-11'-4'760'0'0,"0"0"1"0"0,1-1 0 0 0,-1-1-1 0 0,-10-6 1 0 0,-12-8 7454 0 0,72 38-2736 0 0,-28-14-5296 0 0,0 0 0 0 0,0 2 1 0 0,-1-1-1 0 0,1 1 0 0 0,-1 1 0 0 0,0 0 0 0 0,15 14 0 0 0,-12-8-108 0 0,-1 1 1 0 0,-1 0-1 0 0,0 1 0 0 0,-1 0 0 0 0,-1 0 0 0 0,0 1 1 0 0,-1 1-1 0 0,9 26 0 0 0,-15-37-55 0 0,0 1 1 0 0,-1-1-1 0 0,1 0 0 0 0,-2 1 1 0 0,1-1-1 0 0,0 1 0 0 0,-1-1 1 0 0,0 1-1 0 0,-1-1 0 0 0,0 1 1 0 0,0-1-1 0 0,0 1 0 0 0,-1-1 1 0 0,1 0-1 0 0,-2 1 0 0 0,1-1 1 0 0,-1 0-1 0 0,0 0 0 0 0,0-1 1 0 0,0 1-1 0 0,-1-1 0 0 0,0 1 1 0 0,0-1-1 0 0,0 0 0 0 0,-1-1 1 0 0,-8 8-1 0 0,-11 6-172 0 0,-33 18 0 0 0,18-12-2443 0 0,30-18 1293 0 0</inkml:trace>
</inkml:ink>
</file>

<file path=ppt/ink/ink1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4:59.6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8 334 5985 0 0,'-1'0'51'0'0,"1"0"0"0"0,0 0 0 0 0,-1 1 0 0 0,1-1 0 0 0,-1 0 0 0 0,1 0 0 0 0,0 0 0 0 0,-1 0 0 0 0,1 1 0 0 0,0-1-1 0 0,-1 0 1 0 0,1 0 0 0 0,0 1 0 0 0,-1-1 0 0 0,1 0 0 0 0,0 1 0 0 0,0-1 0 0 0,-1 0 0 0 0,1 1 0 0 0,0-1 0 0 0,0 0 0 0 0,0 1 0 0 0,0-1-1 0 0,-1 0 1 0 0,1 1 0 0 0,0-1 0 0 0,0 1 0 0 0,0-1 0 0 0,0 0 0 0 0,0 1 0 0 0,0-1 0 0 0,0 1 0 0 0,0-1 0 0 0,0 0 0 0 0,0 1 0 0 0,0-1-1 0 0,0 1 1 0 0,0-1 0 0 0,1 0 0 0 0,-1 1 0 0 0,19 4 2209 0 0,30-10 901 0 0,-32 0-2672 0 0,-1-1 1 0 0,0-1 0 0 0,0 0-1 0 0,0-1 1 0 0,-1-1 0 0 0,0 0-1 0 0,-1-1 1 0 0,0-1 0 0 0,-1 0-1 0 0,15-15 1 0 0,-23 21-493 0 0,0-1 1 0 0,0 0-1 0 0,0 0 1 0 0,0 0-1 0 0,-1-1 0 0 0,0 1 1 0 0,-1-1-1 0 0,1 0 0 0 0,-1 0 1 0 0,-1 0-1 0 0,1-1 1 0 0,-1 1-1 0 0,-1-1 0 0 0,1 1 1 0 0,-1-1-1 0 0,0 1 1 0 0,-1-1-1 0 0,0 0 0 0 0,0 1 1 0 0,-1-1-1 0 0,0 0 0 0 0,0 1 1 0 0,-1-1-1 0 0,0 1 1 0 0,-4-11-1 0 0,6 16 13 0 0,-1-1 0 0 0,0 1 0 0 0,0 0 0 0 0,0-1 0 0 0,0 1 0 0 0,0 0 0 0 0,-1 0 0 0 0,1 0 0 0 0,-1 0 0 0 0,1 0 0 0 0,-1 0 0 0 0,0 0 0 0 0,0 1 0 0 0,0-1 0 0 0,0 0 0 0 0,0 1 0 0 0,0 0 0 0 0,0-1 0 0 0,0 1 0 0 0,-1 0 0 0 0,1 0 0 0 0,0 0 0 0 0,-1 1 0 0 0,1-1 0 0 0,-1 1 0 0 0,1-1 0 0 0,-1 1 0 0 0,1 0 0 0 0,-1 0 0 0 0,-2 0 0 0 0,0 1 29 0 0,0 0 1 0 0,1 1 0 0 0,0-1-1 0 0,-1 1 1 0 0,1 0 0 0 0,0 1-1 0 0,0-1 1 0 0,0 1 0 0 0,0-1-1 0 0,1 1 1 0 0,-1 0 0 0 0,1 1-1 0 0,-1-1 1 0 0,1 0 0 0 0,-4 7-1 0 0,2-3 0 0 0,-1 1 0 0 0,2-1 0 0 0,-1 1 0 0 0,1 0 0 0 0,0 1 0 0 0,0-1 0 0 0,1 1 0 0 0,1-1 0 0 0,-1 1-1 0 0,1 0 1 0 0,1 0 0 0 0,0 0 0 0 0,0 0 0 0 0,0 0 0 0 0,1 0 0 0 0,1 1 0 0 0,0-1 0 0 0,0 0 0 0 0,0 0 0 0 0,1 0 0 0 0,1-1 0 0 0,0 1-1 0 0,0 0 1 0 0,0-1 0 0 0,1 0 0 0 0,0 0 0 0 0,1 0 0 0 0,0 0 0 0 0,0-1 0 0 0,1 1 0 0 0,0-1 0 0 0,0-1 0 0 0,0 1 0 0 0,1-1 0 0 0,0 0-1 0 0,0-1 1 0 0,1 1 0 0 0,-1-2 0 0 0,1 1 0 0 0,0-1 0 0 0,1 0 0 0 0,15 5 0 0 0,9-1-1225 0 0,-11-7-4177 0 0,-4-1-1044 0 0</inkml:trace>
</inkml:ink>
</file>

<file path=ppt/ink/ink1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4:59.9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1 134 4145 0 0,'1'-1'322'0'0,"-1"0"-1"0"0,1-1 1 0 0,1 1-1 0 0,-1 0 1 0 0,0 0 0 0 0,0 0-1 0 0,0 0 1 0 0,0 0 0 0 0,1 0-1 0 0,-1 0 1 0 0,1 0-1 0 0,-1 0 1 0 0,0 1 0 0 0,1-1-1 0 0,-1 0 1 0 0,3 0 0 0 0,28-10 3632 0 0,-26 10-3615 0 0,0 0 1 0 0,-1 0-1 0 0,1 1 0 0 0,0 0 1 0 0,-1 0-1 0 0,1 0 0 0 0,0 1 1 0 0,0 0-1 0 0,-1 0 0 0 0,1 0 1 0 0,-1 0-1 0 0,1 1 0 0 0,-1 0 1 0 0,0 1-1 0 0,1-1 1 0 0,-1 1-1 0 0,0 0 0 0 0,-1 0 1 0 0,1 0-1 0 0,8 8 0 0 0,6 7 9 0 0,-1 1 0 0 0,0 0 0 0 0,20 30 0 0 0,-11-14-138 0 0,-15-19-145 0 0,-13-14-1 0 0,-7-11 94 0 0,3 2-104 0 0,0 0 0 0 0,0 0 1 0 0,1 0-1 0 0,0-1 0 0 0,1 0 0 0 0,0 0 0 0 0,0 0 0 0 0,0 0 1 0 0,1 0-1 0 0,0 0 0 0 0,1-1 0 0 0,0 1 0 0 0,0-1 0 0 0,1-15 0 0 0,1 11-181 0 0,0 0 0 0 0,0 1 0 0 0,2-1 0 0 0,-1 1 0 0 0,2-1 0 0 0,0 1 0 0 0,0 0 0 0 0,1 0 0 0 0,8-14-1 0 0,-3 9-606 0 0</inkml:trace>
</inkml:ink>
</file>

<file path=ppt/ink/ink1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00.6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1 115 5313 0 0,'23'-2'5097'0'0,"-20"1"-4733"0"0,-1 0 0 0 0,0 1 0 0 0,1 0 0 0 0,-1-1-1 0 0,1 1 1 0 0,-1 0 0 0 0,1 0 0 0 0,-1 1 0 0 0,1-1 0 0 0,-1 0-1 0 0,1 1 1 0 0,-1-1 0 0 0,0 1 0 0 0,1 0 0 0 0,-1 0 0 0 0,0 0-1 0 0,0 0 1 0 0,1 0 0 0 0,-1 1 0 0 0,0-1 0 0 0,2 2 0 0 0,11 14 141 0 0,0 1 1 0 0,-1 0-1 0 0,-1 1 1 0 0,-1 0 0 0 0,-1 1-1 0 0,16 39 1 0 0,-5-12-514 0 0,-14-35 228 0 0,-10-25 236 0 0,-2-13-113 0 0,4-9-741 0 0,2 1 0 0 0,10-63 1 0 0,-11 89 287 0 0,1-1 0 0 0,0 0 0 0 0,1 0 0 0 0,0 1 0 0 0,0 0 1 0 0,1-1-1 0 0,0 1 0 0 0,0 0 0 0 0,1 1 0 0 0,0-1 0 0 0,0 1 0 0 0,1 0 1 0 0,0 1-1 0 0,0-1 0 0 0,1 1 0 0 0,8-7 0 0 0,9 3-3675 0 0</inkml:trace>
</inkml:ink>
</file>

<file path=ppt/ink/ink1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00.9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62 17 2761 0 0,'-1'-1'93'0'0,"-1"1"0"0"0,1 0 0 0 0,-1-1 1 0 0,0 1-1 0 0,1 0 0 0 0,-1 0 0 0 0,1 0 1 0 0,-1 0-1 0 0,0 0 0 0 0,1 1 0 0 0,-1-1 1 0 0,1 0-1 0 0,-1 1 0 0 0,1-1 0 0 0,-1 1 1 0 0,1-1-1 0 0,-1 1 0 0 0,1 0 0 0 0,0 0 1 0 0,-1 0-1 0 0,-1 1 0 0 0,1 0 171 0 0,0 1 1 0 0,0-1-1 0 0,0 1 1 0 0,0-1-1 0 0,1 1 1 0 0,-1 0-1 0 0,1 0 0 0 0,-1 0 1 0 0,1 0-1 0 0,-1 4 1 0 0,0 2 376 0 0,0 0 0 0 0,0 0 0 0 0,1 0 0 0 0,1 0 0 0 0,-1 0 0 0 0,2 16 0 0 0,1-18-402 0 0,0 1 0 0 0,0-1 1 0 0,0 0-1 0 0,1 0 0 0 0,0 0 0 0 0,1 0 0 0 0,-1-1 1 0 0,1 1-1 0 0,0-1 0 0 0,1 0 0 0 0,0 0 0 0 0,9 9 1 0 0,-11-12-187 0 0,0 0 1 0 0,1 0-1 0 0,-1 0 1 0 0,1 0-1 0 0,-1-1 1 0 0,1 1-1 0 0,0-1 1 0 0,0 0-1 0 0,0-1 1 0 0,0 1-1 0 0,0 0 1 0 0,1-1-1 0 0,-1 0 1 0 0,0 0-1 0 0,1 0 1 0 0,-1-1 0 0 0,1 0-1 0 0,-1 0 1 0 0,0 0-1 0 0,1 0 1 0 0,-1 0-1 0 0,1-1 1 0 0,3-1-1 0 0,-5 1 12 0 0,-1 1 0 0 0,0-1 1 0 0,0 0-1 0 0,0 0 0 0 0,0 0 0 0 0,0 0 0 0 0,0-1 0 0 0,0 1 0 0 0,-1 0 0 0 0,1-1 1 0 0,0 0-1 0 0,-1 1 0 0 0,1-1 0 0 0,-1 0 0 0 0,0 0 0 0 0,1 0 0 0 0,-1 1 1 0 0,0-1-1 0 0,0-1 0 0 0,1-2 0 0 0,-1 1 82 0 0,0 0 1 0 0,-1 0-1 0 0,1-1 0 0 0,-1 1 0 0 0,0 0 1 0 0,0-1-1 0 0,0 1 0 0 0,0 0 1 0 0,-1-1-1 0 0,-1-3 0 0 0,-2-6 170 0 0,0 0 0 0 0,-2 0 0 0 0,1 1 0 0 0,-2 0-1 0 0,-10-18 1 0 0,-20-17 125 0 0,34 45-738 0 0,1 0-1 0 0,-1 0 0 0 0,0 1 0 0 0,0-1 1 0 0,0 1-1 0 0,-1 0 0 0 0,1 0 0 0 0,0 0 0 0 0,-1 0 1 0 0,0 1-1 0 0,1-1 0 0 0,-1 1 0 0 0,-6-1 0 0 0</inkml:trace>
</inkml:ink>
</file>

<file path=ppt/ink/ink1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01.4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85 4609 0 0,'0'-1'249'0'0,"0"0"-1"0"0,0 0 1 0 0,0 0 0 0 0,0 0 0 0 0,0 1-1 0 0,0-1 1 0 0,0 0 0 0 0,0 0 0 0 0,0 0-1 0 0,0 0 1 0 0,0 0 0 0 0,1 0 0 0 0,-1 1-1 0 0,0-1 1 0 0,1 0 0 0 0,-1 0 0 0 0,0 0-1 0 0,1 1 1 0 0,-1-1 0 0 0,1 0 0 0 0,0 0-1 0 0,-1 1 1 0 0,1-1 0 0 0,-1 0 0 0 0,1 1-1 0 0,0-1 1 0 0,0 1 0 0 0,-1-1 0 0 0,1 1-1 0 0,1-1 1 0 0,0 1 26 0 0,0 0 0 0 0,0 0 0 0 0,0 0 0 0 0,0 0 0 0 0,0 1-1 0 0,-1-1 1 0 0,1 0 0 0 0,0 1 0 0 0,0 0 0 0 0,0-1 0 0 0,-1 1 0 0 0,1 0 0 0 0,2 2-1 0 0,7 4 288 0 0,0 1-1 0 0,-1 0 1 0 0,12 12 0 0 0,-13-10-435 0 0,0 1 0 0 0,-1 0 0 0 0,0 1 0 0 0,0 0 0 0 0,-1 0 0 0 0,-1 1 1 0 0,0 0-1 0 0,-1 0 0 0 0,0 0 0 0 0,-1 0 0 0 0,4 26 0 0 0,-8-38-110 0 0,0-1 1 0 0,0 0-1 0 0,0 0 0 0 0,0 0 0 0 0,0 0 1 0 0,0 0-1 0 0,1 0 0 0 0,-1 0 0 0 0,0 1 1 0 0,0-1-1 0 0,0 0 0 0 0,0 0 0 0 0,0 0 1 0 0,0 0-1 0 0,0 0 0 0 0,0 0 0 0 0,0 1 0 0 0,0-1 1 0 0,0 0-1 0 0,0 0 0 0 0,0 0 0 0 0,0 0 1 0 0,0 0-1 0 0,-1 0 0 0 0,1 1 0 0 0,0-1 1 0 0,0 0-1 0 0,0 0 0 0 0,0 0 0 0 0,0 0 1 0 0,0 0-1 0 0,0 0 0 0 0,0 0 0 0 0,0 0 0 0 0,0 1 1 0 0,0-1-1 0 0,-1 0 0 0 0,1 0 0 0 0,0 0 1 0 0,0 0-1 0 0,0 0 0 0 0,0 0 0 0 0,0 0 1 0 0,0 0-1 0 0,0 0 0 0 0,-1 0 0 0 0,1 0 0 0 0,0 0 1 0 0,0 0-1 0 0,0 0 0 0 0,0 0 0 0 0,0 0 1 0 0,0 0-1 0 0,-1 0 0 0 0,1 0 0 0 0,0 0 1 0 0,0 0-1 0 0,0 0 0 0 0,0 0 0 0 0,0 0 1 0 0,0 0-1 0 0,-1 0 0 0 0,1 0 0 0 0,0 0 0 0 0,0 0 1 0 0,0 0-1 0 0,0-1 0 0 0,-13-9 671 0 0,-8-15-93 0 0,16 16-561 0 0,1-1-1 0 0,0 1 0 0 0,1-1 1 0 0,0 0-1 0 0,0 0 0 0 0,1 0 0 0 0,1 0 1 0 0,-1-1-1 0 0,2 1 0 0 0,-1 0 1 0 0,1-1-1 0 0,1 1 0 0 0,0 0 0 0 0,1 0 1 0 0,0 0-1 0 0,0 0 0 0 0,1 0 1 0 0,0 0-1 0 0,1 0 0 0 0,0 1 0 0 0,8-14 1 0 0,-1 2-437 0 0</inkml:trace>
</inkml:ink>
</file>

<file path=ppt/ink/ink1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03.6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66 19 7370 0 0,'0'-1'168'0'0,"0"1"0"0"0,0-1 1 0 0,0 0-1 0 0,0 0 0 0 0,0 1 1 0 0,0-1-1 0 0,-1 0 1 0 0,1 1-1 0 0,0-1 0 0 0,0 0 1 0 0,-1 1-1 0 0,1-1 0 0 0,0 0 1 0 0,-1 1-1 0 0,1-1 1 0 0,0 0-1 0 0,-1 1 0 0 0,1-1 1 0 0,-1 1-1 0 0,1-1 0 0 0,-1 1 1 0 0,1-1-1 0 0,-1 1 1 0 0,0-1-1 0 0,1 1 0 0 0,-1 0 1 0 0,1-1-1 0 0,-1 1 0 0 0,0 0 1 0 0,1-1-1 0 0,-1 1 1 0 0,0 0-1 0 0,0 0 0 0 0,1 0 1 0 0,-1 0-1 0 0,0 0 0 0 0,0 0 1 0 0,1 0-1 0 0,-1 0 0 0 0,0 0 1 0 0,1 0-1 0 0,-1 0 1 0 0,-1 0-1 0 0,0 1-13 0 0,0-1-1 0 0,0 1 1 0 0,1-1 0 0 0,-1 1-1 0 0,0 0 1 0 0,0 0 0 0 0,1 0 0 0 0,-1 0-1 0 0,0 0 1 0 0,1 0 0 0 0,-1 0-1 0 0,1 0 1 0 0,0 0 0 0 0,-1 1-1 0 0,1-1 1 0 0,0 1 0 0 0,0-1-1 0 0,-1 3 1 0 0,0-1-104 0 0,0 0-1 0 0,1 0 1 0 0,-1 0 0 0 0,1 1-1 0 0,0-1 1 0 0,0 1-1 0 0,0-1 1 0 0,0 1-1 0 0,1 0 1 0 0,-1-1 0 0 0,1 1-1 0 0,0-1 1 0 0,0 1-1 0 0,0 0 1 0 0,1-1 0 0 0,-1 1-1 0 0,1-1 1 0 0,0 1-1 0 0,0 0 1 0 0,0-1 0 0 0,1 0-1 0 0,-1 1 1 0 0,1-1-1 0 0,-1 0 1 0 0,1 0 0 0 0,0 0-1 0 0,1 0 1 0 0,-1 0-1 0 0,0 0 1 0 0,1-1 0 0 0,-1 1-1 0 0,4 1 1 0 0,-6-4-47 0 0,1 0-1 0 0,-1 0 1 0 0,1 0 0 0 0,-1 0-1 0 0,1 0 1 0 0,-1-1 0 0 0,0 1 0 0 0,1 0-1 0 0,-1 0 1 0 0,0 0 0 0 0,1-1 0 0 0,-1 1-1 0 0,0 0 1 0 0,1-1 0 0 0,-1 1-1 0 0,0 0 1 0 0,0-1 0 0 0,1 1 0 0 0,-1 0-1 0 0,0-1 1 0 0,0 1 0 0 0,0-1 0 0 0,1 1-1 0 0,-1 0 1 0 0,0-1 0 0 0,0 1-1 0 0,0-1 1 0 0,0 1 0 0 0,0 0 0 0 0,0-1-1 0 0,0 1 1 0 0,0-1 0 0 0,0 1 0 0 0,0-1-1 0 0,0 1 1 0 0,0 0 0 0 0,0-2 0 0 0,0 1 7 0 0,0-1 1 0 0,0 0 0 0 0,0 1-1 0 0,0-1 1 0 0,0 0 0 0 0,0 1-1 0 0,0-1 1 0 0,-1 0 0 0 0,1 1-1 0 0,-1-1 1 0 0,1 0 0 0 0,-1 1 0 0 0,-1-3-1 0 0,2 4-10 0 0,0 0-1 0 0,0-1 1 0 0,0 1-1 0 0,0 0 1 0 0,0 0-1 0 0,-1-1 0 0 0,1 1 1 0 0,0 0-1 0 0,0 0 1 0 0,0 0-1 0 0,0 0 1 0 0,-1-1-1 0 0,1 1 1 0 0,0 0-1 0 0,0 0 1 0 0,0 0-1 0 0,-1 0 1 0 0,1 0-1 0 0,0 0 0 0 0,0 0 1 0 0,-1-1-1 0 0,1 1 1 0 0,0 0-1 0 0,0 0 1 0 0,-1 0-1 0 0,1 0 1 0 0,0 0-1 0 0,0 0 1 0 0,-1 0-1 0 0,1 0 1 0 0,0 0-1 0 0,0 0 0 0 0,-1 1 1 0 0,1-1-1 0 0,0 0 1 0 0,0 0-1 0 0,0 0 1 0 0,-1 0-1 0 0,1 0 1 0 0,0 0-1 0 0,0 0 1 0 0,0 1-1 0 0,-1-1 0 0 0,1 0 1 0 0,0 0-1 0 0,-8 15 47 0 0,2 19 21 0 0,6-32-51 0 0,0 0-1 0 0,1 0 1 0 0,-1 0 0 0 0,1-1-1 0 0,-1 1 1 0 0,1 0-1 0 0,0-1 1 0 0,-1 1-1 0 0,1 0 1 0 0,0-1 0 0 0,0 1-1 0 0,0-1 1 0 0,0 1-1 0 0,0-1 1 0 0,1 0-1 0 0,-1 1 1 0 0,0-1-1 0 0,1 0 1 0 0,-1 0 0 0 0,1 0-1 0 0,-1 0 1 0 0,1 0-1 0 0,-1 0 1 0 0,1 0-1 0 0,0-1 1 0 0,-1 1 0 0 0,1-1-1 0 0,0 1 1 0 0,0-1-1 0 0,0 1 1 0 0,-1-1-1 0 0,1 0 1 0 0,0 0 0 0 0,0 0-1 0 0,0 0 1 0 0,-1 0-1 0 0,1-1 1 0 0,0 1-1 0 0,0 0 1 0 0,0-1 0 0 0,-1 1-1 0 0,1-1 1 0 0,0 0-1 0 0,-1 1 1 0 0,1-1-1 0 0,-1 0 1 0 0,1 0 0 0 0,-1 0-1 0 0,1 0 1 0 0,-1-1-1 0 0,1 1 1 0 0,-1 0-1 0 0,0 0 1 0 0,0-1 0 0 0,0 1-1 0 0,0-1 1 0 0,0 1-1 0 0,0-1 1 0 0,0 0-1 0 0,0 1 1 0 0,0-1 0 0 0,-1 0-1 0 0,1 1 1 0 0,-1-1-1 0 0,1-3 1 0 0,0 0-181 0 0,-1 0 0 0 0,1 0 0 0 0,-1 0 1 0 0,0 0-1 0 0,0 0 0 0 0,-1 0 0 0 0,1 0 0 0 0,-1 1 0 0 0,0-1 1 0 0,-1 0-1 0 0,-2-7 0 0 0</inkml:trace>
</inkml:ink>
</file>

<file path=ppt/ink/ink1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04.4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19 6913 0 0,'-4'-10'8951'0'0,"3"16"-8515"0"0,1-1 1 0 0,0 1-1 0 0,-1-1 1 0 0,2 1-1 0 0,0 7 1 0 0,-1-12-400 0 0,1 1 1 0 0,-1-1 0 0 0,0 1 0 0 0,1-1-1 0 0,-1 1 1 0 0,1-1 0 0 0,0 1 0 0 0,0-1 0 0 0,-1 0-1 0 0,1 1 1 0 0,0-1 0 0 0,0 0 0 0 0,0 0-1 0 0,0 0 1 0 0,0 0 0 0 0,0 0 0 0 0,1 0-1 0 0,-1 0 1 0 0,0 0 0 0 0,1 0 0 0 0,-1 0 0 0 0,0-1-1 0 0,1 1 1 0 0,-1 0 0 0 0,1-1 0 0 0,-1 1-1 0 0,1-1 1 0 0,-1 0 0 0 0,1 0 0 0 0,-1 1 0 0 0,1-1-1 0 0,-1 0 1 0 0,1 0 0 0 0,1-1 0 0 0,0 1 3 0 0,-1-1 0 0 0,0 0 1 0 0,0 0-1 0 0,0 0 1 0 0,0 0-1 0 0,0 0 0 0 0,0 0 1 0 0,0-1-1 0 0,0 1 0 0 0,0 0 1 0 0,-1-1-1 0 0,1 0 1 0 0,0 1-1 0 0,-1-1 0 0 0,1 0 1 0 0,-1 0-1 0 0,0 0 1 0 0,0 0-1 0 0,0 0 0 0 0,0 0 1 0 0,0 0-1 0 0,1-4 0 0 0,-1 3 12 0 0,0 0-1 0 0,0-1 0 0 0,-1 1 0 0 0,1 0 0 0 0,-1-1 0 0 0,1 1 1 0 0,-1-1-1 0 0,-1-5 0 0 0,1 9-48 0 0,0 0-1 0 0,0-1 1 0 0,0 1 0 0 0,0 0 0 0 0,0 0 0 0 0,0-1-1 0 0,-1 1 1 0 0,1 0 0 0 0,0 0 0 0 0,0-1 0 0 0,0 1-1 0 0,0 0 1 0 0,0 0 0 0 0,-1 0 0 0 0,1-1-1 0 0,0 1 1 0 0,0 0 0 0 0,0 0 0 0 0,-1 0 0 0 0,1 0-1 0 0,0-1 1 0 0,0 1 0 0 0,-1 0 0 0 0,1 0-1 0 0,0 0 1 0 0,0 0 0 0 0,-1 0 0 0 0,1 0 0 0 0,0 0-1 0 0,-1 0 1 0 0,1 0 0 0 0,0 0 0 0 0,0 0-1 0 0,-1 0 1 0 0,1 0 0 0 0,-1 0 0 0 0,-16 12 40 0 0,6-1-19 0 0,1 0 1 0 0,0 0-1 0 0,1 1 0 0 0,0 0 1 0 0,1 1-1 0 0,0 0 0 0 0,-7 18 1 0 0,13-31 334 0 0</inkml:trace>
</inkml:ink>
</file>

<file path=ppt/ink/ink1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04.9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27 2761 0 0,'-7'-19'2899'0'0,"7"19"-2717"0"0,0-1 0 0 0,-1 1 1 0 0,1-1-1 0 0,0 1 1 0 0,-1-1-1 0 0,1 1 1 0 0,0-1-1 0 0,-1 1 1 0 0,1 0-1 0 0,-1-1 1 0 0,1 1-1 0 0,-1 0 1 0 0,1-1-1 0 0,-1 1 1 0 0,1 0-1 0 0,-1-1 0 0 0,1 1 1 0 0,-1 0-1 0 0,1 0 1 0 0,-1 0-1 0 0,0-1 1 0 0,1 1-1 0 0,-1 0 1 0 0,1 0-1 0 0,-1 0 1 0 0,0 0-1 0 0,1 0 1 0 0,-1 0-1 0 0,1 0 1 0 0,-1 0-1 0 0,0 1 0 0 0,1 2 172 0 0,0 0-1 0 0,0 0 0 0 0,1 0 1 0 0,0 0-1 0 0,-1 0 1 0 0,1 0-1 0 0,0 0 0 0 0,0 0 1 0 0,2 3-1 0 0,-1-1 41 0 0,6 23 747 0 0,-6-20-923 0 0,-1 0-1 0 0,2-1 1 0 0,-1 1-1 0 0,1 0 1 0 0,0-1 0 0 0,1 0-1 0 0,0 1 1 0 0,9 12 122 0 0,-17-40 1492 0 0,2 14-1757 0 0,-13-36 437 0 0,14 40-494 0 0,0 0 0 0 0,0 0 0 0 0,0 0-1 0 0,0 0 1 0 0,0 0 0 0 0,-1 0 0 0 0,1 1 0 0 0,-1-1 0 0 0,1 0 0 0 0,-1 1 0 0 0,1-1-1 0 0,-1 1 1 0 0,0 0 0 0 0,0-1 0 0 0,0 1 0 0 0,0 0 0 0 0,-3-1 0 0 0,4 2-82 0 0,0 0 0 0 0,0 0 0 0 0,0 0 0 0 0,0 0 0 0 0,0 1 0 0 0,0-1 0 0 0,0 0 0 0 0,0 1 0 0 0,0-1 0 0 0,0 1 1 0 0,0-1-1 0 0,0 1 0 0 0,0-1 0 0 0,1 1 0 0 0,-1 0 0 0 0,0-1 0 0 0,0 1 0 0 0,0 0 0 0 0,1 0 0 0 0,-1 0 0 0 0,0 0 1 0 0,0 1-1 0 0,-12 22-3381 0 0</inkml:trace>
</inkml:ink>
</file>

<file path=ppt/ink/ink1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07.1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0 10138 0 0,'-2'1'101'0'0,"1"-1"0"0"0,-1 1 0 0 0,1 0 0 0 0,-1-1 0 0 0,1 1 0 0 0,-1 0 0 0 0,1 0 0 0 0,0 0 0 0 0,-1 0-1 0 0,1 0 1 0 0,0 0 0 0 0,0 0 0 0 0,0 0 0 0 0,0 1 0 0 0,0-1 0 0 0,0 0 0 0 0,0 1 0 0 0,0-1 0 0 0,0 1 0 0 0,1-1 0 0 0,-1 1 0 0 0,0 1 0 0 0,-12 37 1295 0 0,8-19-770 0 0,2 2 0 0 0,0-1 0 0 0,1 0-1 0 0,2 28 1 0 0,11 92 835 0 0,-6-96-1040 0 0,0 9-202 0 0,12 114 316 0 0,-1-58-4269 0 0,-11-87-2135 0 0</inkml:trace>
</inkml:ink>
</file>

<file path=ppt/ink/ink1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07.3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1 161 5985 0 0,'4'-8'304'0'0,"1"1"1"0"0,-1 0-1 0 0,1 0 0 0 0,1 0 0 0 0,-1 1 0 0 0,1 0 0 0 0,9-7 0 0 0,50-38 2429 0 0,-64 50-2674 0 0,6-5 69 0 0,0 1-1 0 0,1 0 0 0 0,0 0 1 0 0,0 1-1 0 0,0 0 0 0 0,0 1 1 0 0,1-1-1 0 0,-1 2 0 0 0,1-1 1 0 0,0 1-1 0 0,0 0 0 0 0,0 1 1 0 0,0 0-1 0 0,12 0 0 0 0,-9 4-4845 0 0</inkml:trace>
</inkml:ink>
</file>

<file path=ppt/ink/ink1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07.4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0 169 4609 0 0,'129'-88'7187'0'0,"-35"20"-7451"0"0,-77 56-3890 0 0</inkml:trace>
</inkml:ink>
</file>

<file path=ppt/ink/ink1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07.6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36 5985 0 0,'-1'1'73'0'0,"1"-1"-1"0"0,0 0 0 0 0,0 1 0 0 0,0-1 0 0 0,0 0 1 0 0,0 1-1 0 0,0-1 0 0 0,0 0 0 0 0,-1 1 1 0 0,1-1-1 0 0,0 0 0 0 0,0 1 0 0 0,0-1 1 0 0,0 0-1 0 0,0 1 0 0 0,0-1 0 0 0,1 0 1 0 0,-1 1-1 0 0,0-1 0 0 0,0 0 0 0 0,0 1 0 0 0,0-1 1 0 0,0 0-1 0 0,0 1 0 0 0,1-1 0 0 0,-1 0 1 0 0,0 1-1 0 0,0-1 0 0 0,0 0 0 0 0,1 0 1 0 0,-1 1-1 0 0,0-1 0 0 0,0 0 0 0 0,1 0 1 0 0,0 1-1 0 0,16 4 1748 0 0,21-6 307 0 0,32-22-2329 0 0,-55 17-622 0 0,-1 1 0 0 0,1 0 0 0 0,0 1 1 0 0,1 1-1 0 0,19-2 0 0 0,-20 5 878 0 0</inkml:trace>
</inkml:ink>
</file>

<file path=ppt/ink/ink1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08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0 145 5529 0 0,'1'-1'107'0'0,"-1"1"0"0"0,0-1 0 0 0,0 1 0 0 0,1-1 0 0 0,-1 1 0 0 0,0-1 0 0 0,0 1 0 0 0,1-1-1 0 0,-1 1 1 0 0,1 0 0 0 0,-1-1 0 0 0,0 1 0 0 0,1-1 0 0 0,-1 1 0 0 0,1 0 0 0 0,-1-1 0 0 0,1 1 0 0 0,-1 0 0 0 0,1 0 0 0 0,-1-1-1 0 0,1 1 1 0 0,-1 0 0 0 0,1 0 0 0 0,-1 0 0 0 0,1 0 0 0 0,-1 0 0 0 0,1 0 0 0 0,0 0 0 0 0,-1 0 0 0 0,1 0 0 0 0,-1 0 0 0 0,1 0 0 0 0,-1 0-1 0 0,2 0 1 0 0,18 16 3839 0 0,9 29 463 0 0,-5 3-3578 0 0,-12-26-284 0 0,-1 0 0 0 0,-2 0 0 0 0,11 33-1 0 0,-23-71-542 0 0,1 0 0 0 0,1 0 0 0 0,0 0 0 0 0,1 0-1 0 0,1 0 1 0 0,0 0 0 0 0,6-21 0 0 0,-2 9-102 0 0,2 1 0 0 0,1 0 0 0 0,20-44 0 0 0,-2 27-2789 0 0,-11 25-3507 0 0</inkml:trace>
</inkml:ink>
</file>

<file path=ppt/ink/ink1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08.9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84 920 0 0,'-3'-6'4896'0'0,"14"9"-949"0"0,-2 1-4143 0 0,7 5 1203 0 0,0 1-1 0 0,-1 1 0 0 0,-1 0 0 0 0,17 16 0 0 0,-26-22-693 0 0,-1 0 0 0 0,1 0 0 0 0,-1 0 0 0 0,0 0 0 0 0,0 1-1 0 0,-1 0 1 0 0,0-1 0 0 0,0 1 0 0 0,0 0 0 0 0,0 1 0 0 0,-1-1 0 0 0,0 1 0 0 0,-1-1-1 0 0,1 1 1 0 0,0 11 0 0 0,-6-9 1024 0 0,3-10-1287 0 0,1 1 1 0 0,0 0-1 0 0,-1 0 1 0 0,1 0-1 0 0,-1-1 1 0 0,1 1 0 0 0,0 0-1 0 0,-1 0 1 0 0,1-1-1 0 0,0 1 1 0 0,-1 0-1 0 0,1-1 1 0 0,0 1-1 0 0,-1 0 1 0 0,1-1 0 0 0,0 1-1 0 0,0 0 1 0 0,0-1-1 0 0,-1 1 1 0 0,1-1-1 0 0,0 1 1 0 0,0-1-1 0 0,0 1 1 0 0,0 0 0 0 0,0-1-1 0 0,0 1 1 0 0,0-1-1 0 0,0 1 1 0 0,0-1-1 0 0,0 1 1 0 0,0 0-1 0 0,0-1 1 0 0,0 0 0 0 0,-1-11-1 0 0,0 1 0 0 0,0-1 1 0 0,2 1-1 0 0,-1-1 0 0 0,1 0 1 0 0,1 1-1 0 0,0-1 0 0 0,1 1 1 0 0,5-15-1 0 0,-1 7-643 0 0,1 1 1 0 0,0 0-1 0 0,2 1 0 0 0,0 0 1 0 0,13-17-1 0 0</inkml:trace>
</inkml:ink>
</file>

<file path=ppt/ink/ink1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09.2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62 1 3225 0 0,'-10'17'664'0'0,"2"0"0"0"0,0 0 0 0 0,1 1 0 0 0,0 0 0 0 0,2 1 0 0 0,0-1 0 0 0,1 1 0 0 0,1 0 0 0 0,-1 33 0 0 0,4-46-386 0 0,0 0-1 0 0,1 0 1 0 0,-1 0 0 0 0,1 0 0 0 0,1 0-1 0 0,-1 0 1 0 0,1 0 0 0 0,0 0 0 0 0,0 0 0 0 0,1-1-1 0 0,0 1 1 0 0,0-1 0 0 0,0 0 0 0 0,0 0-1 0 0,1 0 1 0 0,0 0 0 0 0,0-1 0 0 0,0 1-1 0 0,1-1 1 0 0,-1 0 0 0 0,1 0 0 0 0,0-1 0 0 0,0 1-1 0 0,1-1 1 0 0,-1 0 0 0 0,0-1 0 0 0,11 4-1 0 0,-15-5-206 0 0,1-1 0 0 0,-1 0 0 0 0,1 1 0 0 0,-1-1 0 0 0,1 0-1 0 0,-1 0 1 0 0,1 0 0 0 0,-1 0 0 0 0,0 0 0 0 0,1 0 0 0 0,-1-1-1 0 0,1 1 1 0 0,-1 0 0 0 0,1-1 0 0 0,-1 1 0 0 0,0-1 0 0 0,1 1-1 0 0,-1-1 1 0 0,0 0 0 0 0,0 0 0 0 0,1 1 0 0 0,-1-1 0 0 0,0 0-1 0 0,2-2 1 0 0,-1 0 15 0 0,0 1 0 0 0,-1-1 1 0 0,1 0-1 0 0,-1 0 0 0 0,1 0 0 0 0,-1 0 0 0 0,0-1 0 0 0,0 1 1 0 0,0 0-1 0 0,0-5 0 0 0,1-5 69 0 0,-1 1 0 0 0,-1-1-1 0 0,0 1 1 0 0,-4-24 0 0 0,2 20-31 0 0,-2 1 0 0 0,0-1 0 0 0,0 1 0 0 0,-13-26 0 0 0,14 36-250 0 0,1-1 1 0 0,-1 2-1 0 0,-1-1 0 0 0,1 0 1 0 0,0 0-1 0 0,-1 1 0 0 0,0 0 1 0 0,0 0-1 0 0,-1 0 0 0 0,1 0 1 0 0,-1 1-1 0 0,1-1 0 0 0,-1 1 1 0 0,0 1-1 0 0,0-1 1 0 0,-9-3-1 0 0,2 5-4707 0 0</inkml:trace>
</inkml:ink>
</file>

<file path=ppt/ink/ink1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09.5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1 189 3225 0 0,'5'-3'2312'0'0,"-5"3"-2023"0"0,1 0 0 0 0,0 0 0 0 0,-1-1 0 0 0,1 1 0 0 0,0 0 0 0 0,0 0 0 0 0,-1 0 0 0 0,1 0 0 0 0,0 0 0 0 0,-1 0 0 0 0,1 0 0 0 0,0 0 0 0 0,0 0 0 0 0,-1 0 0 0 0,2 1 0 0 0,19 10 3078 0 0,9 21-342 0 0,-20-19-2605 0 0,-1 2 1 0 0,0-1-1 0 0,-1 1 1 0 0,0 0-1 0 0,-2 1 0 0 0,0 0 1 0 0,5 19-1 0 0,-11-35-413 0 0,0 0 0 0 0,0 1 0 0 0,0-1 0 0 0,1 0 0 0 0,-1 0-1 0 0,0 1 1 0 0,0-1 0 0 0,0 0 0 0 0,0 0 0 0 0,0 1 0 0 0,0-1 0 0 0,0 0-1 0 0,0 0 1 0 0,0 1 0 0 0,0-1 0 0 0,0 0 0 0 0,0 0 0 0 0,0 1 0 0 0,0-1-1 0 0,-1 0 1 0 0,1 0 0 0 0,0 1 0 0 0,0-1 0 0 0,0 0 0 0 0,0 0 0 0 0,0 0 0 0 0,0 1-1 0 0,-1-1 1 0 0,1 0 0 0 0,0 0 0 0 0,0 0 0 0 0,0 0 0 0 0,0 1 0 0 0,-1-1-1 0 0,1 0 1 0 0,0 0 0 0 0,0 0 0 0 0,0 0 0 0 0,-1 0 0 0 0,1 0 0 0 0,0 1-1 0 0,-12-6 640 0 0,-9-16 406 0 0,19 15-1008 0 0,0 0 0 0 0,1 1 0 0 0,0-1 0 0 0,0 0-1 0 0,0 0 1 0 0,1 0 0 0 0,0 0 0 0 0,0 0 0 0 0,0 0 0 0 0,1 0 0 0 0,0 0 0 0 0,3-10-1 0 0,3-8 184 0 0,16-37-1 0 0,-18 46-390 0 0,2 0-1 0 0,0 0 1 0 0,0 0-1 0 0,1 1 1 0 0,1 0 0 0 0,1 1-1 0 0,0 0 1 0 0,0 0-1 0 0,1 1 1 0 0,19-15 0 0 0,-12 15-917 0 0</inkml:trace>
</inkml:ink>
</file>

<file path=ppt/ink/ink1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11.0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281 866 5065 0 0,'0'0'644'0'0,"-19"-23"7309"0"0,-27-54-3017 0 0,34 55-4787 0 0,1-2 0 0 0,2 1-1 0 0,0-1 1 0 0,1-1 0 0 0,2 1-1 0 0,-4-27 1 0 0,-5-55 407 0 0,6 0 0 0 0,4-122 0 0 0,6 211-401 0 0,-1 0 1 0 0,-1 0-1 0 0,0 0 0 0 0,-1 0 0 0 0,-8-30 0 0 0,2 105-15 0 0,-56 311-1819 0 0,54-331 1085 0 0,9-36 560 0 0,0 0 1 0 0,0 1-1 0 0,0-1 1 0 0,0 0-1 0 0,0 0 1 0 0,0 0-1 0 0,-1 0 1 0 0,1 0-1 0 0,-1-1 1 0 0,1 1 0 0 0,-1 0-1 0 0,0-1 1 0 0,-3 4-1 0 0,4-6 27 0 0,1 1-1 0 0,-1-1 1 0 0,1 0-1 0 0,0 1 0 0 0,-1-1 1 0 0,1 1-1 0 0,0-1 1 0 0,0 0-1 0 0,-1 1 1 0 0,1-1-1 0 0,0 0 1 0 0,0 1-1 0 0,0-1 1 0 0,0 0-1 0 0,0 0 1 0 0,0 1-1 0 0,0-1 0 0 0,0 0 1 0 0,0 1-1 0 0,0-1 1 0 0,0 0-1 0 0,1-1 1 0 0,0-23-251 0 0,-1 23 221 0 0,29-253 1567 0 0,-28 231-1246 0 0,9-44 0 0 0,5 121 343 0 0,-13-47-623 0 0,2 15-2 0 0,1-1 1 0 0,12 29-1 0 0,-15-44 39 0 0,1 0 0 0 0,-1-1 0 0 0,1 1-1 0 0,0 0 1 0 0,0-1 0 0 0,0 1 0 0 0,1-1 0 0 0,-1 0 0 0 0,1 0 0 0 0,0-1-1 0 0,0 1 1 0 0,0-1 0 0 0,1 0 0 0 0,8 5 0 0 0,-11-7-12 0 0,0 0 1 0 0,0-1 0 0 0,1 1-1 0 0,-1-1 1 0 0,0 1 0 0 0,0-1-1 0 0,1 0 1 0 0,-1 0 0 0 0,0 0-1 0 0,0 0 1 0 0,1 0-1 0 0,-1 0 1 0 0,0-1 0 0 0,0 1-1 0 0,1-1 1 0 0,-1 0 0 0 0,0 1-1 0 0,0-1 1 0 0,0 0-1 0 0,0 0 1 0 0,4-3 0 0 0,3-3 47 0 0,0 0 0 0 0,0-1 0 0 0,11-12 0 0 0,-15 14-81 0 0,1 0 0 0 0,0 0 0 0 0,0 1 0 0 0,0 0 0 0 0,13-8 0 0 0,-11 10-317 0 0,0 0 0 0 0,-1 0-1 0 0,1 1 1 0 0,0 0 0 0 0,0 0-1 0 0,0 1 1 0 0,1 0 0 0 0,8 1 0 0 0,8 1-7126 0 0</inkml:trace>
</inkml:ink>
</file>

<file path=ppt/ink/ink1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12.8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32 4609 0 0,'6'-4'275'0'0,"0"0"0"0"0,1 1 0 0 0,-1 0 0 0 0,1 0 1 0 0,0 0-1 0 0,0 1 0 0 0,0 0 0 0 0,0 1 0 0 0,12-2 0 0 0,3 1 1123 0 0,-1 0 0 0 0,22 3 0 0 0,-4 2-700 0 0,0 2-1 0 0,-1 1 1 0 0,1 3-1 0 0,-2 0 1 0 0,1 3-1 0 0,40 18 1 0 0,6 9-390 0 0,-3 4 0 0 0,-1 3-1 0 0,-2 3 1 0 0,-3 4 0 0 0,-2 3 0 0 0,-2 3 0 0 0,-4 4 0 0 0,-1 2 0 0 0,-4 3-1 0 0,-3 2 1 0 0,-3 3 0 0 0,52 89 0 0 0,-86-122-247 0 0,-15-24-142 0 0,2-1 0 0 0,0 0-1 0 0,1-1 1 0 0,16 20 0 0 0,-14-25-2146 0 0</inkml:trace>
</inkml:ink>
</file>

<file path=ppt/ink/ink1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13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36 276 920 0 0,'-4'-1'231'0'0,"1"0"0"0"0,0 0 0 0 0,0-1 0 0 0,1 1 0 0 0,-1-1 0 0 0,0 0 0 0 0,0 0 0 0 0,1 0 0 0 0,-1 0 0 0 0,-2-3 383 0 0,5 5-518 0 0,0-1 0 0 0,-1 1-1 0 0,1 0 1 0 0,0 0 0 0 0,0-1-1 0 0,0 1 1 0 0,0 0 0 0 0,0 0-1 0 0,0-1 1 0 0,0 1 0 0 0,0 0 0 0 0,0-1-1 0 0,0 1 1 0 0,0 0 0 0 0,0 0-1 0 0,0-1 1 0 0,0 1 0 0 0,0 0-1 0 0,0 0 1 0 0,0-1 0 0 0,0 1 0 0 0,0 0-1 0 0,0-1 1 0 0,0 1 0 0 0,0 0-1 0 0,0 0 1 0 0,1-2 478 0 0,0 2-478 0 0,21-4 2185 0 0,1 5-1567 0 0,1 1 0 0 0,-1 1-1 0 0,0 2 1 0 0,0 0-1 0 0,35 13 1 0 0,107 52 3501 0 0,-157-66-4199 0 0,6 3 11 0 0,8 4 371 0 0,2-1 1 0 0,-1-1 0 0 0,28 6 0 0 0,-44-13-301 0 0,1 0 0 0 0,0-1 0 0 0,0-1 1 0 0,0 1-1 0 0,0-1 0 0 0,0-1 0 0 0,0 1 1 0 0,0-1-1 0 0,0-1 0 0 0,0 1 0 0 0,-1-1 0 0 0,1-1 1 0 0,-1 0-1 0 0,9-3 0 0 0,-11 3 22 0 0,1 0 0 0 0,-1 0 0 0 0,0 0 0 0 0,0-1 1 0 0,0 0-1 0 0,0 0 0 0 0,-1 0 0 0 0,1 0 0 0 0,-1-1 0 0 0,0 0 0 0 0,-1 0 0 0 0,1 0 0 0 0,-1 0 0 0 0,0 0 0 0 0,4-10 0 0 0,-2-1-4 0 0,-1 0-1 0 0,-1-1 0 0 0,0 1 1 0 0,1-27-1 0 0,-3 19-179 0 0,1 1 0 0 0,2-1 0 0 0,0 1 0 0 0,1-1 0 0 0,15-37 0 0 0,-7 43-939 0 0,-7 12 126 0 0</inkml:trace>
</inkml:ink>
</file>

<file path=ppt/ink/ink1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14.1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 4609 0 0,'2'0'215'0'0,"1"-1"0"0"0,-1 0 0 0 0,0 1-1 0 0,1 0 1 0 0,-1-1 0 0 0,1 1 0 0 0,-1 0 0 0 0,0 0 0 0 0,1 0 0 0 0,-1 1-1 0 0,1-1 1 0 0,-1 1 0 0 0,0-1 0 0 0,1 1 0 0 0,-1 0 0 0 0,0 0 0 0 0,0 0-1 0 0,1 0 1 0 0,-1 0 0 0 0,0 0 0 0 0,0 0 0 0 0,0 1 0 0 0,0-1-1 0 0,-1 1 1 0 0,1 0 0 0 0,0-1 0 0 0,-1 1 0 0 0,1 0 0 0 0,-1 0 0 0 0,1 0-1 0 0,-1 0 1 0 0,0 0 0 0 0,0 1 0 0 0,0-1 0 0 0,1 3 0 0 0,4 10 396 0 0,-1 0 0 0 0,0 0 0 0 0,-2 1 0 0 0,4 19 0 0 0,-4-16-325 0 0,16 38 178 0 0,-15-47-478 0 0,0 0 0 0 0,0 0 0 0 0,-1 0 0 0 0,-1 0 0 0 0,0 1 0 0 0,1 11 0 0 0,-3-19 0 0 0,16-32-351 0 0,1 2 1 0 0,24-29-1 0 0,14-20 1188 0 0,-47 62-381 0 0,1 0 0 0 0,1 2-1 0 0,0-1 1 0 0,17-16 0 0 0,-25 27-347 0 0,1 0 0 0 0,-1 0-1 0 0,0 0 1 0 0,1 1 0 0 0,-1-1 0 0 0,1 1 0 0 0,0-1-1 0 0,-1 1 1 0 0,1 0 0 0 0,0 0 0 0 0,0 1 0 0 0,-1-1-1 0 0,1 0 1 0 0,4 1 0 0 0,-5 0-53 0 0,0 0 1 0 0,0 1-1 0 0,0-1 0 0 0,0 1 0 0 0,0 0 1 0 0,0-1-1 0 0,0 1 0 0 0,0 0 1 0 0,0 0-1 0 0,0 0 0 0 0,0 1 0 0 0,-1-1 1 0 0,1 0-1 0 0,-1 1 0 0 0,1-1 1 0 0,-1 1-1 0 0,1-1 0 0 0,-1 1 1 0 0,0 0-1 0 0,1 0 0 0 0,-1 0 0 0 0,1 2 1 0 0,2 5 46 0 0,0 1 1 0 0,-1-1-1 0 0,0 1 1 0 0,0-1 0 0 0,2 19-1 0 0,-4-20-30 0 0,-1-1 0 0 0,2 1 0 0 0,-1-1-1 0 0,1 0 1 0 0,1 0 0 0 0,-1 1 0 0 0,1-1-1 0 0,0-1 1 0 0,1 1 0 0 0,0 0 0 0 0,7 10 0 0 0,-10-17-66 0 0,-1 0 0 0 0,1 0 0 0 0,-1 0 0 0 0,1-1 1 0 0,-1 1-1 0 0,1 0 0 0 0,-1 0 0 0 0,1 0 1 0 0,-1 0-1 0 0,1 0 0 0 0,-1 0 0 0 0,1-1 0 0 0,-1 1 1 0 0,0 0-1 0 0,1 0 0 0 0,-1-1 0 0 0,1 1 0 0 0,-1 0 1 0 0,0-1-1 0 0,1 1 0 0 0,-1 0 0 0 0,0-1 1 0 0,1 1-1 0 0,-1-1 0 0 0,0 1 0 0 0,0 0 0 0 0,1-1 1 0 0,-1 1-1 0 0,0-1 0 0 0,0 1 0 0 0,0-1 1 0 0,13-21-323 0 0,-10 15 274 0 0,6-6 98 0 0,-1 0-1 0 0,2 0 0 0 0,0 1 1 0 0,0 0-1 0 0,1 1 0 0 0,1 0 0 0 0,14-11 1 0 0,-23 19-31 0 0,1 1 1 0 0,-1-1 0 0 0,1 1 0 0 0,0 0 0 0 0,-1 0-1 0 0,1 1 1 0 0,0-1 0 0 0,0 1 0 0 0,0 0-1 0 0,0 0 1 0 0,1 0 0 0 0,-1 0 0 0 0,0 1 0 0 0,0 0-1 0 0,0 0 1 0 0,1 0 0 0 0,-1 0 0 0 0,0 1 0 0 0,0-1-1 0 0,0 1 1 0 0,0 0 0 0 0,0 0 0 0 0,0 1 0 0 0,0-1-1 0 0,0 1 1 0 0,0 0 0 0 0,-1 0 0 0 0,1 0-1 0 0,-1 0 1 0 0,1 1 0 0 0,-1 0 0 0 0,3 2 0 0 0,3 5 157 0 0,-1 0-1 0 0,0 0 1 0 0,-1 0 0 0 0,0 1 0 0 0,-1 0 0 0 0,9 21 0 0 0,2 3-1976 0 0,4-2-4073 0 0</inkml:trace>
</inkml:ink>
</file>

<file path=ppt/ink/ink1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14.3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7834 0 0,'0'15'6113'0'0,"1"19"-2466"0"0,2-5-2600 0 0,10 39 0 0 0,-4-18-5142 0 0</inkml:trace>
</inkml:ink>
</file>

<file path=ppt/ink/ink1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14.5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7 122 7834 0 0,'0'-2'20'0'0,"-2"-7"316"0"0,0 0 0 0 0,1-1-1 0 0,0 0 1 0 0,1 1 0 0 0,0-1-1 0 0,0 1 1 0 0,1-1 0 0 0,0 0-1 0 0,1 1 1 0 0,4-15-1 0 0,-5 24-563 0 0,0 1-1 0 0,0-1 0 0 0,0 1 1 0 0,-1 0-1 0 0,1-1 0 0 0,0 1 1 0 0,-1 0-1 0 0,1-1 0 0 0,-1 1 0 0 0,1 0 1 0 0,-1 0-1 0 0,1 0 0 0 0,-1 0 1 0 0,1 0-1 0 0,-1 0 0 0 0,0-1 0 0 0,1 1 1 0 0,-1 0-1 0 0,0 2 0 0 0,5 7-163 0 0,2 1 277 0 0</inkml:trace>
</inkml:ink>
</file>

<file path=ppt/ink/ink1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15.0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 2304 0 0,'0'0'87'0'0,"0"-1"0"0"0,0 1-1 0 0,0-1 1 0 0,0 1 0 0 0,0-1-1 0 0,0 1 1 0 0,0-1-1 0 0,0 1 1 0 0,0 0 0 0 0,0-1-1 0 0,0 1 1 0 0,1-1-1 0 0,-1 1 1 0 0,0-1 0 0 0,0 1-1 0 0,0 0 1 0 0,1-1-1 0 0,-1 1 1 0 0,0-1 0 0 0,0 1-1 0 0,1 0 1 0 0,-1-1-1 0 0,0 1 1 0 0,1 0 0 0 0,-1 0-1 0 0,0-1 1 0 0,1 1 0 0 0,-1 0-1 0 0,0 0 1 0 0,1-1-1 0 0,-1 1 1 0 0,1 0 0 0 0,-1 0-1 0 0,1 0 1 0 0,-1 0-1 0 0,0-1 1 0 0,1 1 0 0 0,-1 0-1 0 0,1 0 1 0 0,-1 0-1 0 0,1 0 1 0 0,-1 0 0 0 0,1 0-1 0 0,-1 0 1 0 0,0 0-1 0 0,1 1 1 0 0,-1-1 0 0 0,1 0-1 0 0,-1 0 1 0 0,1 0 0 0 0,1 1 266 0 0,-1 0 1 0 0,0-1 0 0 0,1 1-1 0 0,-1 0 1 0 0,0-1 0 0 0,0 1 0 0 0,0 0-1 0 0,1 0 1 0 0,-1 0 0 0 0,0 0-1 0 0,0 0 1 0 0,0 1 0 0 0,-1-1 0 0 0,1 0-1 0 0,0 0 1 0 0,1 2 0 0 0,3 14 601 0 0,0 1 0 0 0,6 36 0 0 0,-9-39-346 0 0,1 0 0 0 0,0 0-1 0 0,1 0 1 0 0,12 28 0 0 0,-16-43-618 0 0,0 0-1 0 0,0 1 1 0 0,1-1-1 0 0,-1 0 1 0 0,0 0 0 0 0,1 0-1 0 0,-1 1 1 0 0,0-1 0 0 0,1 0-1 0 0,-1 0 1 0 0,0 0-1 0 0,1 0 1 0 0,-1 0 0 0 0,0 0-1 0 0,1 0 1 0 0,-1 0-1 0 0,1 0 1 0 0,-1 0 0 0 0,0 0-1 0 0,1 0 1 0 0,-1 0 0 0 0,0 0-1 0 0,1 0 1 0 0,-1 0-1 0 0,0 0 1 0 0,1 0 0 0 0,-1 0-1 0 0,0-1 1 0 0,1 1 0 0 0,-1 0-1 0 0,0 0 1 0 0,1 0-1 0 0,-1-1 1 0 0,0 1 0 0 0,0 0-1 0 0,1 0 1 0 0,-1-1-1 0 0,0 1 1 0 0,0 0 0 0 0,1 0-1 0 0,-1-1 1 0 0,0 1 0 0 0,0-1-1 0 0,12-12-529 0 0,-12 12 527 0 0,33-54-965 0 0,5-8 656 0 0,-35 58 345 0 0,1 0 0 0 0,0 0-1 0 0,0 1 1 0 0,1 0 0 0 0,-1-1 0 0 0,1 1 0 0 0,0 1 0 0 0,10-7 0 0 0,-13 9 24 0 0,0 0 0 0 0,0 0 0 0 0,0 0 0 0 0,0 1 0 0 0,0-1 0 0 0,0 1 0 0 0,0-1 1 0 0,0 1-1 0 0,0 0 0 0 0,0 0 0 0 0,0 0 0 0 0,0 0 0 0 0,0 0 0 0 0,0 0 0 0 0,0 0 0 0 0,0 1 0 0 0,0-1 0 0 0,0 1 1 0 0,-1-1-1 0 0,1 1 0 0 0,0 0 0 0 0,0 0 0 0 0,0 0 0 0 0,0 0 0 0 0,-1 0 0 0 0,1 0 0 0 0,-1 0 0 0 0,1 1 0 0 0,-1-1 0 0 0,1 0 1 0 0,-1 1-1 0 0,0-1 0 0 0,1 1 0 0 0,0 2 0 0 0,5 7 84 0 0,-1 1 0 0 0,0-1-1 0 0,-1 1 1 0 0,5 19 0 0 0,1-2-734 0 0,0-2-4746 0 0</inkml:trace>
</inkml:ink>
</file>

<file path=ppt/ink/ink1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15.3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5529 0 0,'2'1'239'0'0,"0"-1"0"0"0,-1 0 0 0 0,1 1 1 0 0,-1 0-1 0 0,1-1 0 0 0,-1 1 0 0 0,0 0 0 0 0,1 0 0 0 0,-1 0 0 0 0,0 0 0 0 0,0 0 0 0 0,1 0 1 0 0,-1 0-1 0 0,0 0 0 0 0,0 1 0 0 0,0-1 0 0 0,0 0 0 0 0,-1 1 0 0 0,1-1 0 0 0,0 1 0 0 0,-1-1 0 0 0,1 0 1 0 0,0 1-1 0 0,-1 0 0 0 0,0-1 0 0 0,1 1 0 0 0,-1-1 0 0 0,0 1 0 0 0,0 2 0 0 0,4 51 3066 0 0,-4-52-3155 0 0,-3 87 1395 0 0,1-49-6582 0 0,1-26-402 0 0</inkml:trace>
</inkml:ink>
</file>

<file path=ppt/ink/ink1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15.4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20 7370 0 0,'0'-3'656'0'0,"-2"-4"1488"0"0,1 2-1424 0 0,2 2-336 0 0,-1 2-64 0 0,0 2 297 0 0,18 26-3578 0 0,-8-13 1857 0 0,2-1 888 0 0</inkml:trace>
</inkml:ink>
</file>

<file path=ppt/ink/ink1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16.3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 5985 0 0,'0'-1'198'0'0,"1"0"-1"0"0,0 1 0 0 0,0-1 1 0 0,0 1-1 0 0,0-1 0 0 0,0 1 1 0 0,1 0-1 0 0,-1-1 0 0 0,0 1 1 0 0,0 0-1 0 0,0 0 1 0 0,0 0-1 0 0,0 0 0 0 0,0 0 1 0 0,0 0-1 0 0,1 0 0 0 0,-1 0 1 0 0,0 0-1 0 0,0 1 0 0 0,0-1 1 0 0,0 0-1 0 0,0 1 0 0 0,0-1 1 0 0,0 1-1 0 0,0-1 1 0 0,1 1-1 0 0,-1 1 29 0 0,1 0 1 0 0,-1-1-1 0 0,0 1 0 0 0,0-1 1 0 0,0 1-1 0 0,0 0 0 0 0,0 0 1 0 0,0 0-1 0 0,0 0 0 0 0,-1 0 1 0 0,1 0-1 0 0,-1 0 1 0 0,1 2-1 0 0,0 7 296 0 0,0-1 0 0 0,-1 1 1 0 0,0-1-1 0 0,-2 15 0 0 0,-8 29 309 0 0,-4 27-563 0 0,13-75-427 0 0,1 0 1 0 0,0 1-1 0 0,0-1 1 0 0,1 0 0 0 0,0 0-1 0 0,0 1 1 0 0,0-1-1 0 0,1 0 1 0 0,-1 0 0 0 0,5 7-1 0 0,-6-12 67 0 0,0-1-1 0 0,0 1 0 0 0,0 0 1 0 0,0-1-1 0 0,0 1 1 0 0,1-1-1 0 0,-1 1 0 0 0,0-1 1 0 0,0 1-1 0 0,1 0 1 0 0,-1-1-1 0 0,0 1 0 0 0,1-1 1 0 0,-1 1-1 0 0,1-1 1 0 0,-1 0-1 0 0,1 1 1 0 0,-1-1-1 0 0,1 1 0 0 0,-1-1 1 0 0,1 0-1 0 0,-1 1 1 0 0,1-1-1 0 0,-1 0 0 0 0,1 0 1 0 0,-1 0-1 0 0,2 1 1 0 0,2-16-1027 0 0,-5-29 1043 0 0,0 33 143 0 0,1 0 1 0 0,0 1-1 0 0,1-1 0 0 0,0 0 1 0 0,0 0-1 0 0,1 0 1 0 0,1 1-1 0 0,7-21 1 0 0,-8 25 35 0 0,2-1 1 0 0,-1 0-1 0 0,0 0 0 0 0,1 1 1 0 0,1 0-1 0 0,-1 0 1 0 0,1 0-1 0 0,0 1 1 0 0,0-1-1 0 0,0 1 0 0 0,1 0 1 0 0,0 0-1 0 0,12-7 1 0 0,-16 11-12 0 0,0 0 0 0 0,1 0 0 0 0,-1 0 0 0 0,0 1 0 0 0,0-1 0 0 0,1 0 0 0 0,-1 1 0 0 0,0 0 0 0 0,1-1 0 0 0,-1 1 0 0 0,0 0-1 0 0,1 0 1 0 0,-1 0 0 0 0,1 1 0 0 0,-1-1 0 0 0,0 1 0 0 0,1-1 0 0 0,-1 1 0 0 0,0 0 0 0 0,0 0 0 0 0,0 0 0 0 0,1 0 0 0 0,-1 0 0 0 0,0 0 0 0 0,0 0 0 0 0,-1 1 0 0 0,1-1 0 0 0,0 1 0 0 0,0 0 0 0 0,-1-1 0 0 0,1 1 0 0 0,-1 0 0 0 0,1 0 0 0 0,1 3 0 0 0,5 8 189 0 0,1 1 1 0 0,-2 1 0 0 0,0-1-1 0 0,5 18 1 0 0,-2-7-516 0 0,-6-18 124 0 0,-1 1-1 0 0,2-1 1 0 0,-1 0 0 0 0,1-1 0 0 0,6 9-1 0 0,-10-14 89 0 0,0 0 0 0 0,0 0 0 0 0,0 0-1 0 0,0 0 1 0 0,0 0 0 0 0,0 0 0 0 0,0 0 0 0 0,0 0-1 0 0,0 0 1 0 0,0 0 0 0 0,0-1 0 0 0,0 1-1 0 0,1 0 1 0 0,-1-1 0 0 0,0 1 0 0 0,1-1-1 0 0,-1 1 1 0 0,0-1 0 0 0,1 0 0 0 0,-1 0 0 0 0,0 1-1 0 0,1-1 1 0 0,-1 0 0 0 0,1 0 0 0 0,-1 0-1 0 0,0-1 1 0 0,1 1 0 0 0,-1 0 0 0 0,1 0 0 0 0,-1-1-1 0 0,0 1 1 0 0,0-1 0 0 0,1 1 0 0 0,-1-1-1 0 0,0 1 1 0 0,0-1 0 0 0,1 0 0 0 0,1-1-1 0 0,0-3 175 0 0,-1 1 0 0 0,1 0 0 0 0,-1-1 0 0 0,0 1-1 0 0,0-1 1 0 0,-1 1 0 0 0,1-1 0 0 0,-1 0 0 0 0,1-6-1 0 0,10-27 403 0 0,24-21 16 0 0,-34 56-551 0 0,1 0 1 0 0,-1-1-1 0 0,1 1 0 0 0,0 0 1 0 0,0 0-1 0 0,0 0 0 0 0,1 1 0 0 0,-1-1 1 0 0,0 1-1 0 0,1 0 0 0 0,0 0 1 0 0,-1 0-1 0 0,1 0 0 0 0,5-1 1 0 0,-8 3 3 0 0,-1 1 0 0 0,1-1-1 0 0,0 0 1 0 0,0 0 0 0 0,0 0 0 0 0,0 1 0 0 0,0-1 0 0 0,-1 0 0 0 0,1 1 0 0 0,0-1 0 0 0,0 1 0 0 0,-1-1 0 0 0,1 1 0 0 0,0-1-1 0 0,-1 1 1 0 0,1 0 0 0 0,-1-1 0 0 0,1 1 0 0 0,0 0 0 0 0,-1-1 0 0 0,1 1 0 0 0,-1 0 0 0 0,0 0 0 0 0,1 0 0 0 0,-1-1-1 0 0,0 1 1 0 0,1 0 0 0 0,-1 0 0 0 0,0 0 0 0 0,0 0 0 0 0,0 1 0 0 0,7 36 237 0 0,-5-26-340 0 0,13 29-1558 0 0,-5-25-3907 0 0</inkml:trace>
</inkml:ink>
</file>

<file path=ppt/ink/ink1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16.7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 12899 0 0,'0'0'2634'0'0,"3"18"2824"0"0,-12 107-4022 0 0,3-62-4862 0 0,5-45-3524 0 0</inkml:trace>
</inkml:ink>
</file>

<file path=ppt/ink/ink1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16.9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28 2304 0 0,'-3'-10'-937'0'0,"5"-7"7428"0"0,10 21-5296 0 0,-11-2-1192 0 0,1-1 1 0 0,-1 0 0 0 0,0 0 0 0 0,1 1 0 0 0,-1-1 0 0 0,0 1 0 0 0,0-1 0 0 0,0 1 0 0 0,0-1 0 0 0,0 1-1 0 0,-1 0 1 0 0,2 2 0 0 0,0 2-1 0 0,5 9-3 0 0</inkml:trace>
</inkml:ink>
</file>

<file path=ppt/ink/ink1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17.3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 2761 0 0,'1'0'94'0'0,"0"-1"-1"0"0,-1 1 1 0 0,1-1 0 0 0,0 1 0 0 0,-1 0 0 0 0,1-1 0 0 0,0 1 0 0 0,0 0 0 0 0,0 0 0 0 0,-1-1 0 0 0,1 1 0 0 0,0 0 0 0 0,0 0-1 0 0,0 0 1 0 0,0 0 0 0 0,-1 0 0 0 0,1 0 0 0 0,0 0 0 0 0,0 1 0 0 0,0-1 0 0 0,-1 0 0 0 0,1 0 0 0 0,1 1 0 0 0,25 5 2571 0 0,-26-6-2454 0 0,7 2 489 0 0,-1 0 0 0 0,0 0 0 0 0,0 0 0 0 0,0 1 0 0 0,0 0-1 0 0,0 1 1 0 0,-1 0 0 0 0,1 0 0 0 0,7 6 0 0 0,-11-8-590 0 0,-1 1 1 0 0,0-1-1 0 0,-1 0 0 0 0,1 1 0 0 0,0 0 1 0 0,-1-1-1 0 0,0 1 0 0 0,1 0 1 0 0,-1-1-1 0 0,0 1 0 0 0,0 0 0 0 0,-1 0 1 0 0,1 0-1 0 0,0 0 0 0 0,-1 0 1 0 0,0 0-1 0 0,0 0 0 0 0,0 0 1 0 0,0 0-1 0 0,0 0 0 0 0,-1 0 0 0 0,1 0 1 0 0,-1 0-1 0 0,0 0 0 0 0,0 0 1 0 0,-1 3-1 0 0,-5 9-99 0 0,0-1-1 0 0,0-1 1 0 0,-14 20 0 0 0,10-16-141 0 0,-19 35 1 0 0,28-47 185 0 0,0 0-1 0 0,0 0 0 0 0,1 0 1 0 0,-1 1-1 0 0,1-1 0 0 0,0 0 1 0 0,1 0-1 0 0,-1 1 0 0 0,1-1 1 0 0,0 1-1 0 0,0-1 1 0 0,2 6-1 0 0,-2-9-18 0 0,1-1-1 0 0,-1 1 1 0 0,1-1 0 0 0,-1 0-1 0 0,1 1 1 0 0,0-1-1 0 0,-1 0 1 0 0,1 0 0 0 0,0 0-1 0 0,0 1 1 0 0,0-1 0 0 0,0 0-1 0 0,0 0 1 0 0,0 0 0 0 0,1 0-1 0 0,-1-1 1 0 0,0 1 0 0 0,0 0-1 0 0,1 0 1 0 0,-1-1 0 0 0,0 1-1 0 0,1-1 1 0 0,-1 1-1 0 0,0-1 1 0 0,1 1 0 0 0,-1-1-1 0 0,1 0 1 0 0,2 0 0 0 0,2 1-283 0 0,1-1 0 0 0,-1 0 0 0 0,1-1 0 0 0,-1 0 0 0 0,7-1 0 0 0,2-1-957 0 0</inkml:trace>
</inkml:ink>
</file>

<file path=ppt/ink/ink1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17.5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73 9674 0 0,'6'-5'454'0'0,"1"0"0"0"0,-1 0 0 0 0,1 1 0 0 0,0-1 0 0 0,1 2-1 0 0,-1-1 1 0 0,10-3 0 0 0,59-16 953 0 0,-64 20-1517 0 0,-4 1-312 0 0,0 0 0 0 0,0 0 0 0 0,0 1 0 0 0,0 0 0 0 0,0 1 0 0 0,0-1 0 0 0,0 1 0 0 0,8 2 0 0 0,-3 1 324 0 0</inkml:trace>
</inkml:ink>
</file>

<file path=ppt/ink/ink1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17.8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0 268 2304 0 0,'13'-1'982'0'0,"0"0"-1"0"0,1-1 1 0 0,-1 0-1 0 0,0-1 1 0 0,-1 0-1 0 0,1-1 1 0 0,21-10-1 0 0,-28 12-639 0 0,0-1 0 0 0,-1 0 0 0 0,1 0 1 0 0,-1-1-1 0 0,1 0 0 0 0,-1 0 0 0 0,0 0 0 0 0,0 0 0 0 0,-1-1 0 0 0,1 0 0 0 0,-1 0 0 0 0,0 0 1 0 0,-1 0-1 0 0,1-1 0 0 0,-1 1 0 0 0,0-1 0 0 0,4-10 0 0 0,-6 10-220 0 0,-1 1 0 0 0,1-1-1 0 0,-1 1 1 0 0,0-1 0 0 0,0 1 0 0 0,0-1-1 0 0,-1 1 1 0 0,0-1 0 0 0,0 1 0 0 0,0-1-1 0 0,-1 1 1 0 0,0 0 0 0 0,0 0-1 0 0,0 0 1 0 0,-1 0 0 0 0,1 0 0 0 0,-1 0-1 0 0,-1 0 1 0 0,1 1 0 0 0,0 0 0 0 0,-1-1-1 0 0,-7-5 1 0 0,8 7-83 0 0,0 1 0 0 0,0 0 1 0 0,0 0-1 0 0,0 0 0 0 0,0 0 0 0 0,0 0 0 0 0,0 0 1 0 0,-1 1-1 0 0,1 0 0 0 0,-1 0 0 0 0,1 0 0 0 0,-1 0 0 0 0,1 0 1 0 0,-1 0-1 0 0,1 1 0 0 0,-1 0 0 0 0,0 0 0 0 0,1 0 0 0 0,-1 0 1 0 0,0 1-1 0 0,1-1 0 0 0,-1 1 0 0 0,1 0 0 0 0,-1 0 0 0 0,1 0 1 0 0,-1 1-1 0 0,1-1 0 0 0,0 1 0 0 0,-1-1 0 0 0,1 1 1 0 0,0 0-1 0 0,0 1 0 0 0,1-1 0 0 0,-1 0 0 0 0,-2 4 0 0 0,2-3-28 0 0,1 0 0 0 0,0 0 0 0 0,0 0 0 0 0,0 0 0 0 0,0 1 0 0 0,0-1 0 0 0,1 1 0 0 0,0 0 0 0 0,-1-1 0 0 0,1 1 0 0 0,1 0 0 0 0,-1 0 0 0 0,0-1 0 0 0,1 1 0 0 0,0 0 0 0 0,0 0 0 0 0,0 0 0 0 0,0 0 0 0 0,1-1 0 0 0,0 1 0 0 0,0 0 0 0 0,0 0 0 0 0,0-1 0 0 0,0 1 0 0 0,1 0 0 0 0,1 3-1 0 0,2 4-59 0 0,1 0 0 0 0,0 0-1 0 0,1-1 1 0 0,0 1 0 0 0,1-2-1 0 0,16 18 1 0 0,-14-18-81 0 0,0-1 0 0 0,1 0-1 0 0,0 0 1 0 0,0-1 0 0 0,0-1-1 0 0,1 0 1 0 0,19 7 0 0 0,-18-9-1504 0 0,1 0-1 0 0,0 0 1 0 0,26 2 0 0 0,-9-4-3932 0 0</inkml:trace>
</inkml:ink>
</file>

<file path=ppt/ink/ink1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19.0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83 62 9674 0 0,'0'-1'87'0'0,"0"0"0"0"0,0 1 0 0 0,0-1 1 0 0,0 0-1 0 0,-1 0 0 0 0,1 1 0 0 0,0-1 0 0 0,0 0 0 0 0,-1 1 0 0 0,1-1 1 0 0,0 0-1 0 0,0 1 0 0 0,-1-1 0 0 0,1 0 0 0 0,-1 1 0 0 0,1-1 0 0 0,-1 1 0 0 0,1-1 1 0 0,-1 1-1 0 0,1-1 0 0 0,-1 1 0 0 0,1-1 0 0 0,-1 1 0 0 0,0-1 0 0 0,1 1 0 0 0,-1 0 1 0 0,0-1-1 0 0,1 1 0 0 0,-1 0 0 0 0,0 0 0 0 0,1 0 0 0 0,-1-1 0 0 0,0 1 1 0 0,0 0-1 0 0,1 0 0 0 0,-1 0 0 0 0,0 0 0 0 0,0 0 0 0 0,1 0 0 0 0,-1 0 0 0 0,0 1 1 0 0,1-1-1 0 0,-1 0 0 0 0,0 0 0 0 0,0 0 0 0 0,1 1 0 0 0,-1-1 0 0 0,0 0 0 0 0,1 1 1 0 0,-1-1-1 0 0,1 1 0 0 0,-1-1 0 0 0,0 1 0 0 0,1-1 0 0 0,-1 1 0 0 0,1-1 1 0 0,0 1-1 0 0,-1 0 0 0 0,-3 3 238 0 0,0 1-1 0 0,1-1 1 0 0,-1 1 0 0 0,1 0-1 0 0,0 0 1 0 0,-2 5 0 0 0,0 5-187 0 0,0-1 1 0 0,1 1-1 0 0,0 0 1 0 0,1 0-1 0 0,1 0 1 0 0,1 0-1 0 0,0 1 1 0 0,1-1-1 0 0,0 0 0 0 0,4 20 1 0 0,-3-28-85 0 0,0 1 0 0 0,1-1 0 0 0,-1 0 0 0 0,1 0 0 0 0,1 0 0 0 0,0 0 0 0 0,0 0 0 0 0,0 0 0 0 0,1 0 0 0 0,-1-1 0 0 0,2 0 0 0 0,-1 0 0 0 0,1 0 0 0 0,0 0 0 0 0,0-1-1 0 0,0 0 1 0 0,1 0 0 0 0,0 0 0 0 0,0 0 0 0 0,0-1 0 0 0,1 0 0 0 0,12 5 0 0 0,-17-8-36 0 0,1 0 0 0 0,0 0-1 0 0,0 0 1 0 0,0-1 0 0 0,0 1-1 0 0,-1-1 1 0 0,1 0 0 0 0,0 1-1 0 0,0-1 1 0 0,0-1 0 0 0,0 1-1 0 0,0 0 1 0 0,0-1 0 0 0,-1 1-1 0 0,1-1 1 0 0,0 0 0 0 0,0 0-1 0 0,-1 0 1 0 0,6-3 0 0 0,-4 1 47 0 0,0 0 0 0 0,-1 0 1 0 0,1-1-1 0 0,-1 1 0 0 0,0-1 1 0 0,0 0-1 0 0,0 0 0 0 0,0 0 1 0 0,0 0-1 0 0,-1 0 0 0 0,2-5 0 0 0,1-3 68 0 0,-1 1 0 0 0,0-2 0 0 0,-1 1 0 0 0,0 0 0 0 0,-1 0-1 0 0,0-1 1 0 0,-1 0 0 0 0,-1-17 0 0 0,-1 18-142 0 0,-1-1 0 0 0,-1 1 1 0 0,0 0-1 0 0,0 0 0 0 0,-1 0 0 0 0,-1 0 1 0 0,0 1-1 0 0,-1-1 0 0 0,0 1 1 0 0,-15-20-1 0 0,12 19-769 0 0,-1 1 0 0 0,0 0 0 0 0,-1 0 0 0 0,0 1 0 0 0,-15-10 0 0 0,8 10-1853 0 0,18 10 2552 0 0,-1 0 0 0 0,1-1 0 0 0,-1 1 1 0 0,1 0-1 0 0,0 0 0 0 0,-1 0 0 0 0,1-1 0 0 0,-1 1 1 0 0,1 0-1 0 0,-1 0 0 0 0,1 0 0 0 0,-1 0 0 0 0,1 0 1 0 0,-1 0-1 0 0,1 0 0 0 0,-1 0 0 0 0,1 0 0 0 0,-1 0 1 0 0,1 0-1 0 0,-1 1 0 0 0,1-1 0 0 0,-1 0 0 0 0,1 0 1 0 0,0 0-1 0 0,-1 0 0 0 0,1 1 0 0 0,-1-1 0 0 0,1 0 1 0 0,0 1-1 0 0,-1-1 0 0 0,1 0 0 0 0,-1 1 0 0 0,1-1 1 0 0,-1 1-1 0 0,1-1 78 0 0,0 0-1 0 0,0 0 1 0 0,0 1 0 0 0,0-1 0 0 0,1 0-1 0 0,-1 0 1 0 0,0 0 0 0 0,0 1-1 0 0,0-1 1 0 0,0 0 0 0 0,0 0 0 0 0,0 0-1 0 0,0 0 1 0 0,0 1 0 0 0,0-1 0 0 0,0 0-1 0 0,1 0 1 0 0,-1 0 0 0 0,0 0-1 0 0,0 0 1 0 0,0 0 0 0 0,0 1 0 0 0,0-1-1 0 0,1 0 1 0 0,-1 0 0 0 0,0 0 0 0 0,0 0-1 0 0,0 0 1 0 0,0 0 0 0 0,1 0 0 0 0,-1 0-1 0 0,0 0 1 0 0,0 0 0 0 0,0 0-1 0 0,0 0 1 0 0,1 0 0 0 0,-1 0 0 0 0,0 0-1 0 0,0 0 1 0 0,0 0 0 0 0,1 0 0 0 0,6-1 1 0 0</inkml:trace>
</inkml:ink>
</file>

<file path=ppt/ink/ink1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19.4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1 146 8754 0 0,'4'-4'357'0'0,"-1"0"422"0"0,0 1-1 0 0,0 0 0 0 0,1 0 0 0 0,-1 0 0 0 0,1 0 1 0 0,0 1-1 0 0,7-5 0 0 0,-9 7-634 0 0,0 0 0 0 0,0-1 0 0 0,0 1 0 0 0,-1 0 1 0 0,1 0-1 0 0,0 0 0 0 0,0 0 0 0 0,0 0 0 0 0,0 0 0 0 0,-1 1 0 0 0,1-1 0 0 0,0 1 1 0 0,0-1-1 0 0,0 1 0 0 0,-1 0 0 0 0,1 0 0 0 0,0-1 0 0 0,-1 1 0 0 0,1 0 0 0 0,-1 1 1 0 0,1-1-1 0 0,-1 0 0 0 0,0 0 0 0 0,2 2 0 0 0,37 39 678 0 0,-31-32-590 0 0,0 0 1 0 0,1 0-1 0 0,0-1 1 0 0,0 0-1 0 0,15 9 1 0 0,-25-18-206 0 0,0 0 0 0 0,1 1 1 0 0,-1-1-1 0 0,0 0 0 0 0,1 0 1 0 0,-1 0-1 0 0,0 0 0 0 0,0 0 1 0 0,1 0-1 0 0,-1 0 1 0 0,0 0-1 0 0,0 0 0 0 0,1 0 1 0 0,-1 0-1 0 0,0 0 0 0 0,1 0 1 0 0,-1 0-1 0 0,0 0 1 0 0,0 0-1 0 0,1 0 0 0 0,-1 0 1 0 0,0 0-1 0 0,1 0 0 0 0,-1 0 1 0 0,0 0-1 0 0,0 0 1 0 0,1-1-1 0 0,-1 1 0 0 0,0 0 1 0 0,0 0-1 0 0,1 0 0 0 0,-1 0 1 0 0,0-1-1 0 0,0 1 0 0 0,0 0 1 0 0,0 0-1 0 0,1-1 1 0 0,4-14 507 0 0,-3-26-230 0 0,-2 33-225 0 0,1-7-94 0 0,1 0-1 0 0,0 0 1 0 0,1 0-1 0 0,1 0 1 0 0,0 1 0 0 0,10-22-1 0 0,-10 28-1432 0 0,0 1 0 0 0,0-1 1 0 0,1 1-1 0 0,6-8 0 0 0</inkml:trace>
</inkml:ink>
</file>

<file path=ppt/ink/ink1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19.7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0 285 2761 0 0,'7'2'395'0'0,"-1"-1"1"0"0,0 0 0 0 0,1 0 0 0 0,-1 0 0 0 0,0-1-1 0 0,1 0 1 0 0,-1 0 0 0 0,1-1 0 0 0,-1 1 0 0 0,0-2 0 0 0,1 1-1 0 0,-1-1 1 0 0,0 1 0 0 0,6-4 0 0 0,-4 2 174 0 0,0 0 1 0 0,-1-1 0 0 0,1 0 0 0 0,-1 0-1 0 0,0 0 1 0 0,0-1 0 0 0,-1 0-1 0 0,1 0 1 0 0,-1-1 0 0 0,8-9-1 0 0,-9 7-449 0 0,-2 1-1 0 0,1-1 1 0 0,-1 1-1 0 0,0-1 1 0 0,0 0-1 0 0,-1 0 1 0 0,0 0-1 0 0,-1-1 1 0 0,0 1-1 0 0,0 0 1 0 0,-1-1 0 0 0,0 1-1 0 0,0 0 1 0 0,-1-1-1 0 0,0 1 1 0 0,0 0-1 0 0,-1 0 1 0 0,0-1-1 0 0,-1 1 1 0 0,1 1-1 0 0,-2-1 1 0 0,1 0-1 0 0,-6-8 1 0 0,9 15-137 0 0,-1 0 0 0 0,0-1 0 0 0,0 1 0 0 0,0 0 0 0 0,0 0 0 0 0,0-1 0 0 0,-1 1 0 0 0,1 0 1 0 0,0 0-1 0 0,0 0 0 0 0,-1 0 0 0 0,1 1 0 0 0,-1-1 0 0 0,1 0 0 0 0,0 0 0 0 0,-1 1 0 0 0,0-1 0 0 0,1 1 0 0 0,-1-1 0 0 0,1 1 0 0 0,-1 0 1 0 0,1 0-1 0 0,-1 0 0 0 0,0 0 0 0 0,-2 0 0 0 0,1 1-54 0 0,0 0 1 0 0,0 0-1 0 0,1 0 1 0 0,-1 1-1 0 0,0-1 1 0 0,1 1 0 0 0,0-1-1 0 0,-1 1 1 0 0,1 0-1 0 0,0 0 1 0 0,0 0-1 0 0,0 0 1 0 0,-2 4-1 0 0,-2 0-144 0 0,1 1 0 0 0,1 0 0 0 0,-1 1-1 0 0,2-1 1 0 0,-1 1 0 0 0,1 0 0 0 0,0 0 0 0 0,0 0-1 0 0,-2 11 1 0 0,5-12 108 0 0,1-1 0 0 0,-1 0 0 0 0,1 1 0 0 0,0-1 0 0 0,1 0-1 0 0,0 0 1 0 0,-1 0 0 0 0,2 0 0 0 0,-1 0 0 0 0,1 0 0 0 0,0-1 0 0 0,0 1 0 0 0,1-1 0 0 0,-1 0-1 0 0,1 0 1 0 0,0 0 0 0 0,1 0 0 0 0,-1-1 0 0 0,1 0 0 0 0,7 5 0 0 0,-7-4 5 0 0,0-1 0 0 0,1 0 0 0 0,0-1 0 0 0,-1 0 0 0 0,1 0 0 0 0,1 0 1 0 0,-1 0-1 0 0,0-1 0 0 0,1 0 0 0 0,-1 0 0 0 0,1-1 0 0 0,-1 0 0 0 0,1 0 0 0 0,0-1 0 0 0,0 1 0 0 0,-1-1 1 0 0,1-1-1 0 0,0 1 0 0 0,7-3 0 0 0,-2-1-814 0 0</inkml:trace>
</inkml:ink>
</file>

<file path=ppt/ink/ink1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20.0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1 183 2761 0 0,'1'-3'354'0'0,"1"-1"0"0"0,-1 1 1 0 0,1-1-1 0 0,0 1 1 0 0,0 0-1 0 0,0 0 0 0 0,1 0 1 0 0,-1 0-1 0 0,1 0 1 0 0,-1 1-1 0 0,1-1 0 0 0,0 1 1 0 0,0 0-1 0 0,0-1 1 0 0,0 1-1 0 0,6-2 0 0 0,-6 3-161 0 0,-1 0 0 0 0,0 1 0 0 0,1 0 0 0 0,-1-1 0 0 0,0 1-1 0 0,1 0 1 0 0,-1 0 0 0 0,0 0 0 0 0,1 1 0 0 0,-1-1 0 0 0,0 0-1 0 0,0 1 1 0 0,1 0 0 0 0,-1-1 0 0 0,0 1 0 0 0,0 0 0 0 0,0 0 0 0 0,0 0-1 0 0,0 0 1 0 0,0 1 0 0 0,0-1 0 0 0,0 0 0 0 0,0 1 0 0 0,0 0-1 0 0,-1-1 1 0 0,1 1 0 0 0,-1 0 0 0 0,3 3 0 0 0,38 55 1542 0 0,-29-40-873 0 0,0-1 1 0 0,27 29-1 0 0,-40-47-792 0 0,1-1 0 0 0,-1 0 0 0 0,0 0 0 0 0,0 1-1 0 0,0-1 1 0 0,1 0 0 0 0,-1 0 0 0 0,0 1 0 0 0,0-1 0 0 0,1 0 0 0 0,-1 0 0 0 0,0 0 0 0 0,0 1 0 0 0,1-1-1 0 0,-1 0 1 0 0,0 0 0 0 0,1 0 0 0 0,-1 0 0 0 0,0 0 0 0 0,1 0 0 0 0,-1 0 0 0 0,0 0 0 0 0,1 0-1 0 0,-1 1 1 0 0,0-1 0 0 0,1-1 0 0 0,-1 1 0 0 0,0 0 0 0 0,1 0 0 0 0,-1 0 0 0 0,0 0 0 0 0,1 0 0 0 0,-1 0-1 0 0,0 0 1 0 0,5-13 1079 0 0,-6-24-499 0 0,0 31-385 0 0,0-24 122 0 0,2 1 1 0 0,5-43-1 0 0,-5 62-646 0 0,1 0 0 0 0,0 0 0 0 0,1-1 0 0 0,0 1-1 0 0,0 1 1 0 0,1-1 0 0 0,0 0 0 0 0,1 1 0 0 0,0 0 0 0 0,10-13 0 0 0</inkml:trace>
</inkml:ink>
</file>

<file path=ppt/ink/ink1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21.1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 1376 0 0,'-2'13'15721'0'0,"24"14"-16212"0"0,-7-9 1745 0 0,-6-1-810 0 0,0 1 0 0 0,-2-1 0 0 0,0 2 0 0 0,-1-1 1 0 0,5 29-1 0 0,9 25-745 0 0</inkml:trace>
</inkml:ink>
</file>

<file path=ppt/ink/ink1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21.4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51 2761 0 0,'1'-3'436'0'0,"1"0"0"0"0,0-1 1 0 0,-1 1-1 0 0,1 0 1 0 0,0 1-1 0 0,1-1 1 0 0,-1 0-1 0 0,0 1 1 0 0,1-1-1 0 0,0 1 1 0 0,-1 0-1 0 0,1-1 0 0 0,0 1 1 0 0,0 1-1 0 0,0-1 1 0 0,0 0-1 0 0,1 1 1 0 0,-1 0-1 0 0,0-1 1 0 0,1 1-1 0 0,-1 1 0 0 0,1-1 1 0 0,-1 0-1 0 0,1 1 1 0 0,-1 0-1 0 0,1 0 1 0 0,-1 0-1 0 0,1 0 1 0 0,-1 0-1 0 0,7 2 0 0 0,-7-2-272 0 0,0 1-1 0 0,0-1 0 0 0,0 1 0 0 0,0 0 0 0 0,0 0 0 0 0,0 0 1 0 0,0 0-1 0 0,0 0 0 0 0,0 1 0 0 0,0-1 0 0 0,-1 1 0 0 0,1 0 0 0 0,-1 0 1 0 0,1 0-1 0 0,-1 0 0 0 0,0 0 0 0 0,0 1 0 0 0,0-1 0 0 0,0 0 0 0 0,0 1 1 0 0,0 0-1 0 0,-1-1 0 0 0,1 1 0 0 0,-1 0 0 0 0,0 0 0 0 0,0 0 1 0 0,0 0-1 0 0,0 0 0 0 0,0 0 0 0 0,-1 0 0 0 0,1 0 0 0 0,-1 0 0 0 0,0 0 1 0 0,0 5-1 0 0,0-7-192 0 0,-1 0 1 0 0,1 1 0 0 0,-1-1 0 0 0,1 0-1 0 0,-1 1 1 0 0,1-1 0 0 0,-1 0 0 0 0,0 0-1 0 0,0 1 1 0 0,0-1 0 0 0,0 0 0 0 0,1 0-1 0 0,-1 0 1 0 0,-1 0 0 0 0,1 0 0 0 0,0 0-1 0 0,0-1 1 0 0,0 1 0 0 0,0 0-1 0 0,-3 0 1 0 0,-3 2-663 0 0</inkml:trace>
</inkml:ink>
</file>

<file path=ppt/ink/ink1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22.0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4 5985 0 0,'-1'-1'35'0'0,"1"1"-1"0"0,0 0 1 0 0,0 0-1 0 0,0-1 1 0 0,-1 1-1 0 0,1 0 1 0 0,0 0-1 0 0,0 0 0 0 0,-1-1 1 0 0,1 1-1 0 0,0 0 1 0 0,0 0-1 0 0,-1 0 1 0 0,1 0-1 0 0,0 0 1 0 0,0 0-1 0 0,-1-1 1 0 0,1 1-1 0 0,0 0 1 0 0,-1 0-1 0 0,1 0 0 0 0,0 0 1 0 0,-1 0-1 0 0,1 0 1 0 0,0 0-1 0 0,0 0 1 0 0,-1 0-1 0 0,1 0 1 0 0,0 0-1 0 0,-1 1 1 0 0,1-1-1 0 0,0 0 1 0 0,-1 0-1 0 0,1 0 1 0 0,0 0-1 0 0,0 0 0 0 0,-1 1 1 0 0,1-1-1 0 0,0 0 1 0 0,0 0-1 0 0,-1 0 1 0 0,1 1-1 0 0,0-1 1 0 0,0 1-1 0 0,3 15 2373 0 0,0-7-1772 0 0,20 70 3334 0 0,35 139 1594 0 0,-46-160-7419 0 0,9 106 0 0 0,-19-137-4212 0 0</inkml:trace>
</inkml:ink>
</file>

<file path=ppt/ink/ink1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22.2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1 111 7834 0 0,'0'-1'97'0'0,"0"-1"0"0"0,0 1 0 0 0,0 0 0 0 0,0-1 1 0 0,0 1-1 0 0,1 0 0 0 0,-1-1 0 0 0,0 1 0 0 0,1 0 1 0 0,-1-1-1 0 0,1 1 0 0 0,-1 0 0 0 0,1 0 0 0 0,0 0 0 0 0,-1-1 1 0 0,1 1-1 0 0,0 0 0 0 0,0 0 0 0 0,0 0 0 0 0,0 0 1 0 0,0 0-1 0 0,0 0 0 0 0,0 1 0 0 0,0-1 0 0 0,0 0 0 0 0,1 0 1 0 0,-1 1-1 0 0,0-1 0 0 0,2 0 0 0 0,46-18 2532 0 0,-35 15-2131 0 0,50-18 2274 0 0,-34 13-3073 0 0,46-8 0 0 0,-65 15 134 0 0,0 0 0 0 0,0 1 0 0 0,0 0 0 0 0,0 1 0 0 0,0 0 0 0 0,0 1 0 0 0,0 0-1 0 0,-1 1 1 0 0,1 0 0 0 0,0 1 0 0 0,-1 0 0 0 0,1 0 0 0 0,18 10 0 0 0,-15-4 167 0 0</inkml:trace>
</inkml:ink>
</file>

<file path=ppt/ink/ink1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22.5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0 205 3681 0 0,'3'-2'208'0'0,"-1"1"0"0"0,1 0 0 0 0,-1-1 0 0 0,1 1 0 0 0,-1 1 0 0 0,1-1 0 0 0,-1 0 0 0 0,1 0 0 0 0,0 1 0 0 0,-1 0 0 0 0,1-1 0 0 0,0 1 0 0 0,0 0 0 0 0,-1 1 0 0 0,1-1 0 0 0,0 0 0 0 0,-1 1 0 0 0,1-1 0 0 0,0 1 0 0 0,-1 0 0 0 0,4 1 0 0 0,-2-1 149 0 0,1 1 0 0 0,-1-1-1 0 0,0 1 1 0 0,0 0 0 0 0,0 0 0 0 0,0 1-1 0 0,0-1 1 0 0,0 1 0 0 0,-1 0 0 0 0,1 0-1 0 0,-1 0 1 0 0,4 4 0 0 0,-7-5-271 0 0,1-1 0 0 0,0 0 0 0 0,-1 0-1 0 0,1 1 1 0 0,-1-1 0 0 0,0 0 0 0 0,1 1 0 0 0,-1-1 0 0 0,0 0 0 0 0,0 1 0 0 0,0-1 0 0 0,0 1 0 0 0,0-1 0 0 0,0 0 0 0 0,0 1 0 0 0,-1-1-1 0 0,1 0 1 0 0,0 1 0 0 0,-1-1 0 0 0,1 0 0 0 0,-1 1 0 0 0,1-1 0 0 0,-1 0 0 0 0,0 0 0 0 0,-1 2 0 0 0,2-3 11 0 0,-1 1 0 0 0,1-1 1 0 0,0 1-1 0 0,-1-1 0 0 0,1 0 1 0 0,-1 1-1 0 0,1-1 0 0 0,0 0 1 0 0,-1 1-1 0 0,1-1 0 0 0,-1 0 1 0 0,1 0-1 0 0,-1 0 0 0 0,1 1 1 0 0,-1-1-1 0 0,1 0 0 0 0,-1 0 0 0 0,0 0 1 0 0,1 0-1 0 0,-1 0 0 0 0,1 0 1 0 0,-1 0-1 0 0,1 0 0 0 0,-2 0 1 0 0,1-1 16 0 0,0 1 0 0 0,1-1 0 0 0,-1 1 0 0 0,0-1 1 0 0,0 0-1 0 0,0 1 0 0 0,0-1 0 0 0,0 0 1 0 0,1 1-1 0 0,-1-1 0 0 0,0 0 0 0 0,1 0 0 0 0,-1 0 1 0 0,1 0-1 0 0,-1 0 0 0 0,1 0 0 0 0,-1-2 1 0 0,-3-7 137 0 0,1 0 0 0 0,0 0 1 0 0,0 0-1 0 0,1-1 1 0 0,1 0-1 0 0,0 1 1 0 0,1-1-1 0 0,-1 1 1 0 0,2-1-1 0 0,2-15 0 0 0,-2 18-393 0 0,0 1 0 0 0,0-1-1 0 0,1 1 1 0 0,0 0-1 0 0,1-1 1 0 0,0 1-1 0 0,0 0 1 0 0,0 1-1 0 0,1-1 1 0 0,0 0-1 0 0,0 1 1 0 0,1 0-1 0 0,-1 0 1 0 0,2 0-1 0 0,6-6 1 0 0,0 4-1022 0 0,3 3-249 0 0</inkml:trace>
</inkml:ink>
</file>

<file path=ppt/ink/ink1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22.8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150 41 2761 0 0,'-3'0'194'0'0,"1"0"0"0"0,-1 0 0 0 0,1 0 0 0 0,-1-1 0 0 0,0 1 0 0 0,1 0 0 0 0,-1-1 0 0 0,1 0 0 0 0,-1 0 0 0 0,1 1 0 0 0,0-1 0 0 0,-1-1 1 0 0,1 1-1 0 0,0 0 0 0 0,-1-1 0 0 0,1 1 0 0 0,0-1 0 0 0,0 1 0 0 0,-2-4 0 0 0,0 2 474 0 0,0 0 1 0 0,0 1-1 0 0,0-1 0 0 0,0 1 0 0 0,0 0 1 0 0,-6-3-1 0 0,8 5-510 0 0,1 0 0 0 0,0 0 0 0 0,-1-1 1 0 0,1 1-1 0 0,-1 0 0 0 0,1 0 0 0 0,0 0 0 0 0,-1 1 0 0 0,1-1 0 0 0,-1 0 0 0 0,1 0 1 0 0,0 1-1 0 0,-1-1 0 0 0,1 1 0 0 0,0-1 0 0 0,-1 1 0 0 0,1 0 0 0 0,0 0 0 0 0,0-1 1 0 0,0 1-1 0 0,-1 0 0 0 0,1 0 0 0 0,0 0 0 0 0,0 0 0 0 0,-1 2 0 0 0,-2 2 29 0 0,1 0 1 0 0,0 0-1 0 0,0 1 0 0 0,0-1 0 0 0,0 1 0 0 0,1 0 1 0 0,0 0-1 0 0,1-1 0 0 0,-3 12 0 0 0,3-14-226 0 0,1 0 1 0 0,-1-1-1 0 0,1 1 0 0 0,0 0 1 0 0,0 0-1 0 0,0 0 0 0 0,0 0 0 0 0,0 0 1 0 0,0 0-1 0 0,1 0 0 0 0,0 0 1 0 0,-1 0-1 0 0,1 0 0 0 0,0 0 1 0 0,1 0-1 0 0,-1-1 0 0 0,0 1 0 0 0,1 0 1 0 0,-1-1-1 0 0,1 1 0 0 0,3 3 1 0 0,-4-6-31 0 0,0 0 0 0 0,-1 1 0 0 0,1-1 0 0 0,0 0 0 0 0,-1 1 1 0 0,1-1-1 0 0,0 0 0 0 0,-1 0 0 0 0,1 0 0 0 0,0 0 1 0 0,0 0-1 0 0,-1 0 0 0 0,1 0 0 0 0,0 0 0 0 0,-1 0 0 0 0,1 0 1 0 0,0 0-1 0 0,0 0 0 0 0,-1-1 0 0 0,1 1 0 0 0,0 0 1 0 0,-1 0-1 0 0,1-1 0 0 0,0 1 0 0 0,-1 0 0 0 0,1-1 0 0 0,-1 1 1 0 0,1-1-1 0 0,0 1 0 0 0,-1-1 0 0 0,1 1 0 0 0,-1-1 1 0 0,0 1-1 0 0,1-1 0 0 0,-1 0 0 0 0,1 1 0 0 0,-1-1 0 0 0,0 1 1 0 0,1-1-1 0 0,-1 0 0 0 0,0 1 0 0 0,0-1 0 0 0,1-1 1 0 0,14-38 609 0 0,-12 30-278 0 0,-1 5-24 0 0,1 0 0 0 0,-1-1 0 0 0,1 1 0 0 0,-1 1 0 0 0,1-1 0 0 0,4-5 0 0 0,-6 10-165 0 0,-1-1 0 0 0,1 1 1 0 0,0-1-1 0 0,-1 1 0 0 0,1-1 1 0 0,-1 1-1 0 0,1-1 0 0 0,0 1 1 0 0,0-1-1 0 0,-1 1 0 0 0,1 0 1 0 0,0-1-1 0 0,0 1 0 0 0,-1 0 1 0 0,1 0-1 0 0,0 0 0 0 0,0 0 1 0 0,-1-1-1 0 0,1 1 0 0 0,1 0 1 0 0,0 1 1 0 0,-1-1 0 0 0,0 1 1 0 0,0-1-1 0 0,0 1 1 0 0,0 0-1 0 0,0-1 1 0 0,0 1-1 0 0,0 0 1 0 0,0 0-1 0 0,0 0 1 0 0,0 0-1 0 0,0 0 1 0 0,-1 0-1 0 0,1 0 1 0 0,0 0-1 0 0,-1 0 1 0 0,1 0-1 0 0,0 1 1 0 0,3 6-39 0 0,2 3 96 0 0,1 0 0 0 0,13 18-1 0 0,-17-26-1065 0 0,0 1 0 0 0,1-1 0 0 0,-1 0 1 0 0,1 0-1 0 0,0 0 0 0 0,6 4 0 0 0,4-1-4601 0 0</inkml:trace>
</inkml:ink>
</file>

<file path=ppt/ink/ink1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23.0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6913 0 0,'3'40'7961'0'0,"5"3"-4374"0"0,16 43-6217 0 0</inkml:trace>
</inkml:ink>
</file>

<file path=ppt/ink/ink1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23.2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23 7834 0 0,'0'-6'696'0'0,"0"2"-560"0"0,3-1 1768 0 0,-1 2-1224 0 0,1 2-448 0 0,0-2-88 0 0,0 3-15 0 0,1 1-9 0 0,0 2-1457 0 0,2 5-287 0 0,2 4-56 0 0,-2 1-17 0 0,0 1 1345 0 0,0-1 256 0 0</inkml:trace>
</inkml:ink>
</file>

<file path=ppt/ink/ink1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23.5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3225 0 0,'1'0'179'0'0,"1"0"-1"0"0,0 1 1 0 0,-1 0 0 0 0,1-1 0 0 0,-1 1 0 0 0,1 0 0 0 0,-1 0 0 0 0,1 0-1 0 0,-1 0 1 0 0,1 0 0 0 0,-1 0 0 0 0,0 0 0 0 0,1 0 0 0 0,-1 1 0 0 0,0-1 0 0 0,1 2-1 0 0,20 28 1583 0 0,-14-20-1040 0 0,21 34-306 0 0,-26-49-414 0 0,0 0-1 0 0,-1 0 1 0 0,1 0-1 0 0,-1 0 1 0 0,0 0 0 0 0,-1 0-1 0 0,3-7 1 0 0,-1 5-142 0 0,-1 0 217 0 0,0 0 1 0 0,1 0-1 0 0,0 1 0 0 0,0-1 0 0 0,0 1 1 0 0,9-9-1 0 0,-11 13 42 0 0,-1 0 0 0 0,1 0 1 0 0,0 1-1 0 0,0-1 0 0 0,0 1 0 0 0,0-1 0 0 0,0 1 0 0 0,0-1 1 0 0,0 1-1 0 0,0-1 0 0 0,0 1 0 0 0,0 0 0 0 0,0 0 0 0 0,0-1 1 0 0,0 1-1 0 0,0 0 0 0 0,1 0 0 0 0,0 0 0 0 0,0 1 99 0 0,0-1-1 0 0,0 1 0 0 0,0 0 1 0 0,-1-1-1 0 0,1 1 0 0 0,0 0 1 0 0,0 0-1 0 0,-1 0 0 0 0,1 1 1 0 0,0-1-1 0 0,-1 0 0 0 0,1 0 1 0 0,1 3-1 0 0,1 0-177 0 0,15 16 1381 0 0,-9-4-6083 0 0</inkml:trace>
</inkml:ink>
</file>

<file path=ppt/ink/ink1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23.8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12899 0 0,'0'0'95'0'0,"0"0"0"0"0,-1 1 0 0 0,1-1 0 0 0,-1 0 0 0 0,1 0 0 0 0,0 1 0 0 0,-1-1 0 0 0,1 0 0 0 0,0 1 0 0 0,-1-1 0 0 0,1 1 0 0 0,0-1 0 0 0,-1 0 0 0 0,1 1 0 0 0,0-1-1 0 0,0 1 1 0 0,0-1 0 0 0,0 1 0 0 0,-1-1 0 0 0,1 0 0 0 0,0 1 0 0 0,0-1 0 0 0,0 1 0 0 0,0-1 0 0 0,0 1 0 0 0,0-1 0 0 0,0 1 0 0 0,0 0 0 0 0,0 18 788 0 0,0-15-477 0 0,-5 101 3429 0 0,2-48-6241 0 0</inkml:trace>
</inkml:ink>
</file>

<file path=ppt/ink/ink1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24.0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17 5529 0 0,'-1'-6'488'0'0,"-1"1"-392"0"0,1 2-96 0 0,-1 0 1017 0 0,1 3-465 0 0,-2 0 8 0 0,0 2-240 0 0,-2-1-40 0 0,1 1-16 0 0,-1 2 0 0 0,2 1-168 0 0,2 2-32 0 0,4 2 0 0 0,0-3 0 0 0,1 1-64 0 0</inkml:trace>
</inkml:ink>
</file>

<file path=ppt/ink/ink1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24.3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1 128 2304 0 0,'6'3'1066'0'0,"-1"0"0"0"0,1 0-1 0 0,-1 0 1 0 0,1 0-1 0 0,8 9 1 0 0,-12-10-686 0 0,1-1 0 0 0,-1 1 0 0 0,0 0 0 0 0,0 0 0 0 0,0 0 0 0 0,-1 1 0 0 0,1-1 0 0 0,0 0 1 0 0,-1 1-1 0 0,1-1 0 0 0,-1 1 0 0 0,0-1 0 0 0,0 1 0 0 0,0 0 0 0 0,-3 7 1991 0 0,1-20-472 0 0,8-8-1745 0 0,1-1-1 0 0,2 2 1 0 0,-1-1-1 0 0,2 1 1 0 0,0 0-1 0 0,1 1 1 0 0,1 1-1 0 0,1 0 1 0 0,17-16-1 0 0,-31 31-167 0 0,1-1 0 0 0,-1 1-1 0 0,0 0 1 0 0,1-1 0 0 0,-1 1-1 0 0,1-1 1 0 0,-1 1 0 0 0,1 0 0 0 0,-1-1-1 0 0,1 1 1 0 0,-1 0 0 0 0,1-1-1 0 0,-1 1 1 0 0,1 0 0 0 0,-1 0-1 0 0,1 0 1 0 0,-1-1 0 0 0,1 1-1 0 0,0 0 1 0 0,-1 0 0 0 0,1 0-1 0 0,-1 0 1 0 0,1 0 0 0 0,-1 0 0 0 0,1 0-1 0 0,0 0 1 0 0,-1 0 0 0 0,1 1-1 0 0,-1-1 1 0 0,1 0 0 0 0,-1 0-1 0 0,1 0 1 0 0,0 1 0 0 0,-1-1-1 0 0,1 0 1 0 0,-1 0 0 0 0,1 1-1 0 0,-1-1 1 0 0,0 1 0 0 0,1-1 0 0 0,10 25-1791 0 0,-7-14 457 0 0</inkml:trace>
</inkml:ink>
</file>

<file path=ppt/ink/ink1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24.7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117 95 1376 0 0,'0'0'41'0'0,"-1"-1"-1"0"0,1 1 0 0 0,-1 0 1 0 0,1-1-1 0 0,-1 1 0 0 0,0 0 1 0 0,1-1-1 0 0,-1 1 0 0 0,1 0 1 0 0,-1 0-1 0 0,0 0 0 0 0,1 0 0 0 0,-1 0 1 0 0,0 0-1 0 0,1 0 0 0 0,-1 0 1 0 0,1 0-1 0 0,-1 0 0 0 0,0 0 1 0 0,1 0-1 0 0,-1 0 0 0 0,0 0 1 0 0,1 1-1 0 0,-1-1 0 0 0,1 0 1 0 0,-1 0-1 0 0,0 1 0 0 0,1-1 1 0 0,-1 0-1 0 0,1 1 0 0 0,-1-1 1 0 0,1 1-1 0 0,-1-1 0 0 0,0 1 1 0 0,-25 20 2199 0 0,22-18-2035 0 0,-3 3 104 0 0,2-2 39 0 0,-1-1 0 0 0,1 2 0 0 0,1-1 0 0 0,-1 0 0 0 0,1 1 0 0 0,-1 0 0 0 0,1 0 0 0 0,0 0 0 0 0,1 1 0 0 0,0-1 0 0 0,0 1 0 0 0,-4 7 0 0 0,9-7-743 0 0,5-11-490 0 0,5-10-547 0 0,20-44 927 0 0,-24 41 1438 0 0,1 1-1 0 0,0 0 0 0 0,2 1 0 0 0,0 0 0 0 0,14-16 1 0 0,-24 31-804 0 0,-1 1 0 0 0,1-1 0 0 0,-1 1 0 0 0,1-1 1 0 0,-1 1-1 0 0,1-1 0 0 0,-1 1 0 0 0,1 0 0 0 0,-1-1 1 0 0,1 1-1 0 0,0-1 0 0 0,-1 1 0 0 0,1 0 0 0 0,0 0 1 0 0,-1-1-1 0 0,1 1 0 0 0,0 0 0 0 0,-1 0 0 0 0,1 0 1 0 0,0 0-1 0 0,-1 0 0 0 0,1 0 0 0 0,0 0 0 0 0,-1 0 0 0 0,1 0 1 0 0,0 0-1 0 0,0 0 0 0 0,-1 1 0 0 0,1-1 0 0 0,0 0 1 0 0,-1 0-1 0 0,2 1 0 0 0,-1 0 74 0 0,1 1 0 0 0,-1-1-1 0 0,1 1 1 0 0,-1-1 0 0 0,0 1 0 0 0,0 0 0 0 0,1 0-1 0 0,-1-1 1 0 0,-1 1 0 0 0,3 4 0 0 0,11 49 1454 0 0,-8-22-1454 0 0,-2 0 1 0 0,-2 0 0 0 0,-1 0-1 0 0,-6 61 1 0 0,3-76-139 0 0,-1-1-1 0 0,-1 0 1 0 0,0 0 0 0 0,-2 0-1 0 0,1 0 1 0 0,-2-1 0 0 0,0 0-1 0 0,-1 0 1 0 0,-1-1 0 0 0,-20 27-1 0 0,25-37-52 0 0,-1 0 0 0 0,0 0 0 0 0,0 0 0 0 0,0-1 0 0 0,0 0-1 0 0,-1 0 1 0 0,1 0 0 0 0,-1-1 0 0 0,0 0 0 0 0,-9 4 0 0 0,11-6-925 0 0,0 0 0 0 0,0 0 1 0 0,0 0-1 0 0,0-1 0 0 0,0 1 0 0 0,-7-1 1 0 0</inkml:trace>
</inkml:ink>
</file>

<file path=ppt/ink/ink1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5:24.9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0,'4'9'800'0'0,"-2"-1"160"0"0,1-1-768 0 0,-2-2-192 0 0,-1-2 0 0 0,0-2 0 0 0,-1 0 64 0 0,1 4-64 0 0,0 1 80 0 0,-2 1-80 0 0,2 1-560 0 0,0-2-160 0 0,2 1-32 0 0,2-4-8 0 0,6-6 568 0 0</inkml:trace>
</inkml:ink>
</file>

<file path=ppt/ink/ink1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6:30.5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135 19 7370 0 0,'-1'-2'326'0'0,"1"1"0"0"0,-1 0 0 0 0,0-1 0 0 0,1 1 0 0 0,-1 0 0 0 0,0 0 0 0 0,0 0 0 0 0,1 0 1 0 0,-1 0-1 0 0,0 0 0 0 0,0 0 0 0 0,0 0 0 0 0,0 0 0 0 0,-3-1 0 0 0,4 2-222 0 0,0 0 0 0 0,-1 0 0 0 0,1 0 0 0 0,-1 0 0 0 0,1 0 0 0 0,0 0 0 0 0,-1 0 0 0 0,1 0 0 0 0,-1 1 0 0 0,1-1 0 0 0,0 0 0 0 0,-1 0 0 0 0,1 0 0 0 0,0 1 1 0 0,-1-1-1 0 0,1 0 0 0 0,0 0 0 0 0,0 1 0 0 0,-1-1 0 0 0,1 0 0 0 0,0 1 0 0 0,-1-1 0 0 0,1 0 0 0 0,0 1 0 0 0,0-1 0 0 0,0 0 0 0 0,0 1 0 0 0,-1-1 0 0 0,1 0 0 0 0,0 1 0 0 0,0 0 0 0 0,-9 42 2283 0 0,9-37-2506 0 0,-49 310 2094 0 0,9-66-1617 0 0,34-212-469 0 0,2 1 1 0 0,2 0-1 0 0,1-1 0 0 0,8 64 1 0 0,0-76-2263 0 0</inkml:trace>
</inkml:ink>
</file>

<file path=ppt/ink/ink1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6:30.8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11522 0 0,'65'22'3811'0'0,"-40"-10"-3254"0"0,0 2 0 0 0,0 1 1 0 0,-2 1-1 0 0,0 1 0 0 0,-1 1 0 0 0,0 1 1 0 0,-2 1-1 0 0,0 1 0 0 0,27 37 1 0 0,-11-7-289 0 0,-2 2 0 0 0,-2 1 0 0 0,32 77 0 0 0,15 68-2855 0 0,-70-177-4431 0 0</inkml:trace>
</inkml:ink>
</file>

<file path=ppt/ink/ink1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6:31.0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48 11058 0 0,'-20'7'6213'0'0,"32"-10"-4097"0"0,62-17-553 0 0,23-5-3838 0 0,-60 19-4477 0 0</inkml:trace>
</inkml:ink>
</file>

<file path=ppt/ink/ink1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6:31.4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455 415 1376 0 0,'0'-1'127'0'0,"-1"0"0"0"0,1 1 0 0 0,-1-1-1 0 0,0 1 1 0 0,1-1 0 0 0,-1 0 0 0 0,0 1 0 0 0,1 0-1 0 0,-1-1 1 0 0,0 1 0 0 0,0-1 0 0 0,1 1-1 0 0,-1 0 1 0 0,0 0 0 0 0,0-1 0 0 0,0 1 0 0 0,0 0-1 0 0,1 0 1 0 0,-1 0 0 0 0,-2 0 0 0 0,-23-3 3525 0 0,22 3-3655 0 0,-18-1 969 0 0,1 1 1 0 0,-1 1-1 0 0,0 1 0 0 0,0 1 0 0 0,1 1 0 0 0,-1 1 0 0 0,-29 10 0 0 0,34-9-434 0 0,1 1 0 0 0,0 0 0 0 0,1 1 0 0 0,0 0 0 0 0,0 1 0 0 0,1 1 0 0 0,0 1 0 0 0,1 0 0 0 0,-24 25-1 0 0,32-30-407 0 0,1 0 0 0 0,0 0-1 0 0,0 1 1 0 0,-5 12 0 0 0,8-17-122 0 0,0 1 0 0 0,0-1 0 0 0,1 0 0 0 0,-1 0 1 0 0,0 1-1 0 0,1-1 0 0 0,-1 0 0 0 0,1 1 0 0 0,0-1 0 0 0,0 0 0 0 0,0 1 1 0 0,0-1-1 0 0,0 0 0 0 0,1 1 0 0 0,-1-1 0 0 0,1 0 0 0 0,-1 1 1 0 0,1-1-1 0 0,1 3 0 0 0,-1-4-28 0 0,1 0-1 0 0,-1 0 1 0 0,0-1 0 0 0,0 1-1 0 0,1 0 1 0 0,-1-1 0 0 0,0 1 0 0 0,1-1-1 0 0,-1 1 1 0 0,1-1 0 0 0,-1 0-1 0 0,0 1 1 0 0,1-1 0 0 0,-1 0 0 0 0,1 0-1 0 0,-1 0 1 0 0,1 0 0 0 0,-1 0-1 0 0,1-1 1 0 0,-1 1 0 0 0,1 0 0 0 0,-1-1-1 0 0,0 1 1 0 0,1-1 0 0 0,-1 1-1 0 0,0-1 1 0 0,1 0 0 0 0,0 0 0 0 0,39-22-792 0 0,-41 23 818 0 0,13-10-244 0 0,-1 0 1 0 0,0-1 0 0 0,-1 0-1 0 0,0-1 1 0 0,-1-1 0 0 0,0 1 0 0 0,-1-2-1 0 0,0 1 1 0 0,-1-1 0 0 0,0 0-1 0 0,-2-1 1 0 0,1 0 0 0 0,-2 0 0 0 0,6-26-1 0 0,-3 7 472 0 0,-2-1 1 0 0,-1 0-1 0 0,-2 0 0 0 0,-1-1 0 0 0,-5-55 0 0 0,1 67 894 0 0,0-1-1 0 0,-2 1 1 0 0,-10-33-1 0 0,14 56-851 0 0,10 31 561 0 0,42 131-299 0 0,-38-109-459 0 0,3-1 1 0 0,2 0-1 0 0,42 80 0 0 0,25 2-779 0 0,-22-49-3309 0 0,-46-63-3034 0 0</inkml:trace>
</inkml:ink>
</file>

<file path=ppt/ink/ink1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6:31.7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62 6449 0 0,'5'-7'1462'0'0,"0"1"0"0"0,0 0 0 0 0,1 0 0 0 0,0 0 0 0 0,0 1 0 0 0,1 0 0 0 0,12-8 0 0 0,-17 12-1348 0 0,-1 0 0 0 0,1 0 0 0 0,0 0 0 0 0,-1 1 1 0 0,1-1-1 0 0,0 0 0 0 0,-1 1 0 0 0,1 0 0 0 0,0-1 0 0 0,-1 1 1 0 0,1 0-1 0 0,0 0 0 0 0,0 0 0 0 0,-1 0 0 0 0,1 0 1 0 0,0 0-1 0 0,0 1 0 0 0,-1-1 0 0 0,1 1 0 0 0,0-1 1 0 0,-1 1-1 0 0,1-1 0 0 0,-1 1 0 0 0,1 0 0 0 0,-1 0 1 0 0,1 0-1 0 0,-1 0 0 0 0,1 0 0 0 0,-1 0 0 0 0,0 0 1 0 0,1 0-1 0 0,-1 1 0 0 0,0-1 0 0 0,0 1 0 0 0,0-1 1 0 0,0 0-1 0 0,0 1 0 0 0,1 3 0 0 0,1 3-81 0 0,0 0 0 0 0,0 1-1 0 0,-1-1 1 0 0,0 1 0 0 0,0 0-1 0 0,-1-1 1 0 0,0 1 0 0 0,-1 0-1 0 0,0 0 1 0 0,0 0 0 0 0,-1 0-1 0 0,-2 10 1 0 0,-2 8-50 0 0,-1-1 1 0 0,-17 43-1 0 0,21-62-414 0 0,0-1 1 0 0,-1 0-1 0 0,0 0 1 0 0,0-1-1 0 0,-1 1 1 0 0,-7 9-1 0 0</inkml:trace>
</inkml:ink>
</file>

<file path=ppt/ink/ink1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6:31.8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9674 0 0,'6'44'6049'0'0,"-2"-29"-6326"0"0,0-1 0 0 0,1-1 0 0 0,0 1 0 0 0,1-1 0 0 0,1 0 0 0 0,14 23 0 0 0,-5-17 360 0 0</inkml:trace>
</inkml:ink>
</file>

<file path=ppt/ink/ink1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6:32.3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28 4609 0 0,'-4'5'2403'0'0,"4"-4"-1802"0"0,-1 1 0 0 0,0-1 0 0 0,1 1-1 0 0,-1-1 1 0 0,1 1 0 0 0,-1-1 0 0 0,1 1 0 0 0,-1 3-1 0 0,2 25 3412 0 0,11 31-1787 0 0,-10-54-2009 0 0,-1-2-216 0 0,0 0 1 0 0,1 0-1 0 0,0 0 1 0 0,0-1-1 0 0,0 1 1 0 0,0-1-1 0 0,1 1 1 0 0,0-1-1 0 0,-1 0 1 0 0,2 0-1 0 0,-1 0 1 0 0,0 0-1 0 0,1-1 0 0 0,6 5 1 0 0,-8-6-55 0 0,0-1 1 0 0,0 0-1 0 0,0-1 1 0 0,0 1-1 0 0,1 0 1 0 0,-1 0-1 0 0,0-1 1 0 0,0 0-1 0 0,1 1 1 0 0,-1-1-1 0 0,0 0 1 0 0,1 0-1 0 0,-1 0 1 0 0,0 0-1 0 0,1-1 1 0 0,-1 1-1 0 0,0-1 1 0 0,1 1-1 0 0,-1-1 1 0 0,0 0-1 0 0,0 0 1 0 0,0 0-1 0 0,0 0 1 0 0,1 0-1 0 0,-2-1 1 0 0,1 1-1 0 0,0 0 1 0 0,0-1-1 0 0,0 0 1 0 0,-1 1-1 0 0,1-1 1 0 0,-1 0-1 0 0,2-2 1 0 0,3-3-140 0 0,-2 0 0 0 0,1-1 0 0 0,-1 1 0 0 0,0-1 0 0 0,0 0 0 0 0,-1 0 0 0 0,0-1 0 0 0,0 1 0 0 0,-1 0 0 0 0,1-13 1 0 0,-1 12 478 0 0,0 0 1 0 0,0 0 0 0 0,0 1 0 0 0,1-1 0 0 0,0 1 0 0 0,1-1 0 0 0,0 1 0 0 0,0 0 0 0 0,8-10-1 0 0,-12 17-213 0 0,1 1-1 0 0,-1 0 0 0 0,0-1 0 0 0,0 1 0 0 0,1-1 0 0 0,-1 1 1 0 0,0 0-1 0 0,1 0 0 0 0,-1-1 0 0 0,0 1 0 0 0,1 0 0 0 0,-1-1 0 0 0,1 1 1 0 0,-1 0-1 0 0,1 0 0 0 0,-1 0 0 0 0,0 0 0 0 0,1-1 0 0 0,-1 1 1 0 0,1 0-1 0 0,-1 0 0 0 0,1 0 0 0 0,-1 0 0 0 0,1 0 0 0 0,-1 0 0 0 0,1 0 1 0 0,-1 0-1 0 0,0 0 0 0 0,1 0 0 0 0,-1 1 0 0 0,1-1 0 0 0,-1 0 1 0 0,1 0-1 0 0,-1 0 0 0 0,1 1 0 0 0,11 16 1244 0 0,1 28-585 0 0,-12-43-685 0 0,0 5-247 0 0,1 0 0 0 0,1 0 0 0 0,-1-1 0 0 0,1 1 0 0 0,0-1 0 0 0,1 0 0 0 0,-1 0 0 0 0,1 0 0 0 0,0 0 0 0 0,7 6 0 0 0</inkml:trace>
</inkml:ink>
</file>

<file path=ppt/ink/ink1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6:32.6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63 106 8754 0 0,'5'-27'907'0'0,"-3"20"-62"0"0,0 1 0 0 0,-1-1 0 0 0,0 0 1 0 0,0 0-1 0 0,-1 1 0 0 0,0-1 0 0 0,0 0 0 0 0,-2-12 1 0 0,2 19-799 0 0,0 0 0 0 0,0 0 1 0 0,0-1-1 0 0,0 1 0 0 0,0 0 1 0 0,0 0-1 0 0,0-1 0 0 0,-1 1 1 0 0,1 0-1 0 0,0 0 0 0 0,0-1 1 0 0,0 1-1 0 0,0 0 0 0 0,0 0 1 0 0,-1 0-1 0 0,1-1 0 0 0,0 1 1 0 0,0 0-1 0 0,-1 0 0 0 0,1 0 1 0 0,0 0-1 0 0,0 0 0 0 0,0-1 1 0 0,-1 1-1 0 0,1 0 0 0 0,0 0 1 0 0,0 0-1 0 0,-1 0 0 0 0,1 0 1 0 0,0 0-1 0 0,-1 0 0 0 0,1 0 1 0 0,0 0-1 0 0,0 0 0 0 0,-1 0 1 0 0,1 0-1 0 0,0 0 0 0 0,-1 0 1 0 0,-9 9 515 0 0,-4 17-496 0 0,14-23-74 0 0,0 0 0 0 0,0 1 0 0 0,0-1 0 0 0,0 0 0 0 0,1 0 0 0 0,0 1 1 0 0,-1-1-1 0 0,1 0 0 0 0,0 0 0 0 0,1 0 0 0 0,-1 0 0 0 0,0 0 0 0 0,4 4 0 0 0,29 33 39 0 0,-27-34 0 0 0,-1 1 0 0 0,0 0-1 0 0,0 1 1 0 0,8 12-1 0 0,-13-17-18 0 0,1 0 0 0 0,-1 0 0 0 0,0 1 0 0 0,0-1 0 0 0,0 0-1 0 0,0 0 1 0 0,-1 1 0 0 0,0-1 0 0 0,1 0 0 0 0,-1 1 0 0 0,0-1-1 0 0,0 0 1 0 0,-1 1 0 0 0,1-1 0 0 0,-1 0 0 0 0,0 0-1 0 0,-1 5 1 0 0,-1-1-202 0 0,0 0-1 0 0,0-1 1 0 0,-1 1-1 0 0,0-1 0 0 0,0 0 1 0 0,-1 0-1 0 0,0 0 1 0 0,0-1-1 0 0,-6 6 0 0 0,-55 41-6908 0 0,49-40 2313 0 0</inkml:trace>
</inkml:ink>
</file>

<file path=ppt/ink/ink1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6:32.8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7834 0 0,'14'16'5844'0'0,"38"87"417"0"0,12 60-3575 0 0,25 52-2466 0 0,-72-179-5 0 0,43 81-1436 0 0,5-6-4601 0 0,-55-98 5768 0 0</inkml:trace>
</inkml:ink>
</file>

<file path=ppt/ink/ink1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6:33.0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23 198 12899 0 0,'-2'0'143'0'0,"1"-1"-1"0"0,0 0 1 0 0,-1 1 0 0 0,1-1 0 0 0,0 0-1 0 0,0 0 1 0 0,0 1 0 0 0,-1-1 0 0 0,1 0 0 0 0,0 0-1 0 0,0-1 1 0 0,0 1 0 0 0,1 0 0 0 0,-1 0-1 0 0,0 0 1 0 0,0-1 0 0 0,1 1 0 0 0,-1 0 0 0 0,0-1-1 0 0,1 1 1 0 0,-1 0 0 0 0,1-1 0 0 0,0 1 0 0 0,0-1-1 0 0,-1 1 1 0 0,1-1 0 0 0,0-1 0 0 0,1 1 118 0 0,1-1 0 0 0,-1 0 0 0 0,1 0 0 0 0,-1 1 0 0 0,1-1 0 0 0,0 1 0 0 0,0 0 0 0 0,0-1 0 0 0,0 1 0 0 0,1 0 0 0 0,-1 0 0 0 0,6-3 0 0 0,7-6 161 0 0,1 1 0 0 0,1 0 1 0 0,21-8-1 0 0,58-20-2042 0 0,-66 27 409 0 0,-10 4 454 0 0,0 1 0 0 0,1 0 1 0 0,38-4-1 0 0,-17 6 711 0 0</inkml:trace>
</inkml:ink>
</file>

<file path=ppt/ink/ink1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6:33.6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97 4 7370 0 0,'-2'-1'294'0'0,"-1"1"1"0"0,0-1 0 0 0,1 0 0 0 0,-1 1 0 0 0,0 0 0 0 0,0-1-1 0 0,0 1 1 0 0,1 0 0 0 0,-1 1 0 0 0,0-1 0 0 0,0 0 0 0 0,0 1 0 0 0,1-1-1 0 0,-1 1 1 0 0,0 0 0 0 0,1 0 0 0 0,-1 0 0 0 0,1 1 0 0 0,-1-1-1 0 0,1 0 1 0 0,-1 1 0 0 0,1 0 0 0 0,0-1 0 0 0,0 1 0 0 0,0 0 0 0 0,0 0-1 0 0,0 0 1 0 0,0 0 0 0 0,1 1 0 0 0,-1-1 0 0 0,-1 3 0 0 0,0 0-117 0 0,1 0 1 0 0,0 0 0 0 0,-1 0-1 0 0,2 0 1 0 0,-1 0-1 0 0,1 1 1 0 0,-1-1 0 0 0,1 0-1 0 0,1 1 1 0 0,-1-1 0 0 0,1 1-1 0 0,0-1 1 0 0,0 1 0 0 0,2 10-1 0 0,0-9-67 0 0,1-1-1 0 0,-1 1 0 0 0,1-1 1 0 0,0 0-1 0 0,0 1 0 0 0,1-1 1 0 0,0-1-1 0 0,0 1 1 0 0,0-1-1 0 0,1 1 0 0 0,-1-1 1 0 0,1 0-1 0 0,1-1 0 0 0,-1 1 1 0 0,1-1-1 0 0,0 0 1 0 0,-1-1-1 0 0,2 1 0 0 0,-1-1 1 0 0,0 0-1 0 0,10 2 1 0 0,-8-2-97 0 0,-1-1 0 0 0,1 0 0 0 0,0-1 0 0 0,0 0 0 0 0,0 0 0 0 0,0 0 0 0 0,0-1 0 0 0,0 0 0 0 0,0-1 0 0 0,-1 0 0 0 0,1 0 0 0 0,0-1 0 0 0,0 0 0 0 0,-1 0 0 0 0,1-1 0 0 0,-1 0 0 0 0,0 0 0 0 0,12-7 0 0 0,-12 4-336 0 0,1 1-1 0 0,-1-2 0 0 0,0 1 0 0 0,0-1 0 0 0,-1 0 0 0 0,0 0 0 0 0,0-1 1 0 0,7-14-1 0 0,-10 18 242 0 0,-1 0-1 0 0,0-1 1 0 0,0 0 0 0 0,0 1 0 0 0,0-1 0 0 0,-1 0 0 0 0,0 0-1 0 0,0 0 1 0 0,0 0 0 0 0,-1 0 0 0 0,1 0 0 0 0,-1 0 0 0 0,-1 0 0 0 0,1 0-1 0 0,-1 0 1 0 0,1 0 0 0 0,-1 0 0 0 0,-3-5 0 0 0,4 10 83 0 0,0-1 1 0 0,0 1-1 0 0,0 0 1 0 0,0 0-1 0 0,0 0 1 0 0,0 0-1 0 0,0 0 1 0 0,0 0-1 0 0,0 0 1 0 0,0 0-1 0 0,0 0 1 0 0,0 0-1 0 0,0 0 1 0 0,0-1 0 0 0,0 1-1 0 0,0 0 1 0 0,0 0-1 0 0,0 0 1 0 0,0 0-1 0 0,0 0 1 0 0,0 0-1 0 0,0 0 1 0 0,0 0-1 0 0,0 0 1 0 0,0 0-1 0 0,0 0 1 0 0,0 0-1 0 0,0 0 1 0 0,0 0-1 0 0,-1 0 1 0 0,1 0-1 0 0,0 0 1 0 0,0 0-1 0 0,0 0 1 0 0,0-1-1 0 0,0 1 1 0 0,0 0-1 0 0,0 0 1 0 0,0 0-1 0 0,0 0 1 0 0,0 0-1 0 0,0 0 1 0 0,0 0-1 0 0,-1 0 1 0 0,1 0-1 0 0,0 0 1 0 0,0 1 0 0 0,0-1-1 0 0,0 0 1 0 0,0 0-1 0 0,0 0 1 0 0,0 0-1 0 0,0 0 1 0 0,0 0-1 0 0,0 0 1 0 0,0 0-1 0 0,0 0 1 0 0,-1 0-1 0 0,1 0 1 0 0,0 0-1 0 0,0 0 1 0 0,0 0-1 0 0,0 0 1 0 0,0 0-1 0 0,0 0 1 0 0,0 0-1 0 0,0 0 1 0 0,0 1-1 0 0,-3 8 297 0 0,0 12 109 0 0,5-16-337 0 0,-1 1 1 0 0,1-1-1 0 0,0 0 0 0 0,0 0 1 0 0,1-1-1 0 0,-1 1 1 0 0,1 0-1 0 0,0-1 0 0 0,0 0 1 0 0,1 1-1 0 0,-1-1 0 0 0,1 0 1 0 0,0-1-1 0 0,0 1 0 0 0,0-1 1 0 0,0 0-1 0 0,1 0 1 0 0,-1 0-1 0 0,1 0 0 0 0,0-1 1 0 0,0 0-1 0 0,0 0 0 0 0,10 3 1 0 0,-3-2 109 0 0,0 0 1 0 0,0 0-1 0 0,0-1 1 0 0,0-1-1 0 0,1 0 1 0 0,-1 0-1 0 0,0-2 0 0 0,1 1 1 0 0,17-4-1 0 0,-22 2-113 0 0,0-1-1 0 0,-1 1 1 0 0,1-1 0 0 0,0-1-1 0 0,-1 1 1 0 0,0-1-1 0 0,0-1 1 0 0,0 1-1 0 0,0-1 1 0 0,-1-1-1 0 0,0 1 1 0 0,7-8 0 0 0,3-6-1047 0 0,-1-1 0 0 0,20-35 0 0 0,-27 43-77 0 0,-8 11 1039 0 0,0 0 0 0 0,1 0 0 0 0,-1 1 0 0 0,1-1 0 0 0,-1 0 0 0 0,1 0 0 0 0,-1 1 0 0 0,1-1 0 0 0,-1 0 0 0 0,1 1 0 0 0,0-1 0 0 0,0 0 0 0 0,-1 1 0 0 0,1-1 0 0 0,0 1 0 0 0,0 0 0 0 0,-1-1 0 0 0,1 1 0 0 0,0-1 0 0 0,0 1 0 0 0,0 0 0 0 0,0 0 0 0 0,1-1 0 0 0,3 1 4 0 0</inkml:trace>
</inkml:ink>
</file>

<file path=ppt/ink/ink1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6:34.0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0 319 4145 0 0,'15'-9'955'0'0,"-2"-1"0"0"0,1 0-1 0 0,-1 0 1 0 0,-1-2 0 0 0,0 1 0 0 0,-1-2 0 0 0,0 0 0 0 0,12-19 0 0 0,-17 23-711 0 0,0-1 1 0 0,-1 0-1 0 0,0 0 1 0 0,0 0 0 0 0,-2-1-1 0 0,1 1 1 0 0,-1-1 0 0 0,-1 0-1 0 0,0 0 1 0 0,0 0 0 0 0,-1-1-1 0 0,0 1 1 0 0,-2-16-1 0 0,1 25-210 0 0,0 0-1 0 0,0 1 1 0 0,-1-1-1 0 0,1 0 0 0 0,-1 0 1 0 0,1 0-1 0 0,-1 0 1 0 0,1 1-1 0 0,-1-1 0 0 0,0 0 1 0 0,0 1-1 0 0,0-1 1 0 0,0 0-1 0 0,-3-2 0 0 0,4 3 12 0 0,-1 1 0 0 0,0-1 0 0 0,0 1 0 0 0,0-1 0 0 0,0 1-1 0 0,1 0 1 0 0,-1-1 0 0 0,0 1 0 0 0,0 0 0 0 0,0-1 0 0 0,0 1-1 0 0,0 0 1 0 0,0 0 0 0 0,0 0 0 0 0,0 0 0 0 0,0 0 0 0 0,0 0-1 0 0,0 0 1 0 0,0 0 0 0 0,0 0 0 0 0,-1 1 0 0 0,0 0 29 0 0,-1 0-1 0 0,0 0 1 0 0,1 1 0 0 0,-1-1 0 0 0,1 1-1 0 0,0-1 1 0 0,-1 1 0 0 0,1 0 0 0 0,0 0-1 0 0,0 0 1 0 0,0 0 0 0 0,1 0 0 0 0,-1 1-1 0 0,0-1 1 0 0,1 0 0 0 0,-1 1 0 0 0,1-1-1 0 0,-1 4 1 0 0,0 0-20 0 0,0 1 0 0 0,0 0 0 0 0,1 0 0 0 0,0 0 1 0 0,0 0-1 0 0,0 0 0 0 0,1 0 0 0 0,0 0 0 0 0,1 0 0 0 0,0 0 0 0 0,0 0 0 0 0,0 0 0 0 0,1 0 1 0 0,3 9-1 0 0,-1-7-114 0 0,0 1 1 0 0,1-1 0 0 0,0 1 0 0 0,0-1-1 0 0,1-1 1 0 0,0 1 0 0 0,1-1 0 0 0,0 0-1 0 0,12 10 1 0 0,-13-13-217 0 0,0 1 0 0 0,1-1 0 0 0,0-1 0 0 0,0 0 0 0 0,0 0 0 0 0,0 0 0 0 0,1 0 0 0 0,-1-1 0 0 0,1-1 0 0 0,0 1 0 0 0,16 1 0 0 0,-18-3-111 0 0,-1-1 0 0 0,1 0 1 0 0,0 0-1 0 0,0-1 0 0 0,-1 1 1 0 0,1-1-1 0 0,0-1 0 0 0,-1 1 0 0 0,1-1 1 0 0,-1 0-1 0 0,0 0 0 0 0,1 0 0 0 0,-1-1 1 0 0,0 0-1 0 0,-1 0 0 0 0,1 0 1 0 0,0-1-1 0 0,5-5 0 0 0,-6 4 378 0 0,1 0-1 0 0,-1 0 0 0 0,1-1 1 0 0,-2 1-1 0 0,1-1 1 0 0,-1 0-1 0 0,1 0 0 0 0,3-12 1 0 0,7-29 2954 0 0,-3 11 2247 0 0,-11 36-5078 0 0,0 0 0 0 0,0-1 0 0 0,0 1 0 0 0,0-1 0 0 0,0 1 0 0 0,0 0 0 0 0,0-1 0 0 0,1 1 0 0 0,-1-1 0 0 0,0 1 0 0 0,0 0 0 0 0,0-1 0 0 0,0 1 0 0 0,1 0 0 0 0,-1-1 0 0 0,0 1 0 0 0,0 0 0 0 0,1 0 0 0 0,-1-1 0 0 0,0 1 0 0 0,0 0 0 0 0,1 0 0 0 0,-1-1 0 0 0,0 1 0 0 0,1 0 0 0 0,-1 0 0 0 0,0 0 0 0 0,1-1 0 0 0,-1 1 0 0 0,1 0 0 0 0,-1 0 0 0 0,0 0 0 0 0,1 0 0 0 0,-1 0 0 0 0,0 0 0 0 0,1 0 0 0 0,-1 0 0 0 0,1 0 0 0 0,-1 0 0 0 0,0 0 0 0 0,1 0 0 0 0,12 15 1364 0 0,6 25-1126 0 0,-16-30-322 0 0,1-1 1 0 0,0 0 0 0 0,1-1 0 0 0,0 1 0 0 0,10 12-1 0 0,7 2-6733 0 0</inkml:trace>
</inkml:ink>
</file>

<file path=ppt/ink/ink1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6:34.2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 17052 0 0,'-2'-9'752'0'0,"2"5"160"0"0,2-1-728 0 0,-2 2-184 0 0,-2 2 0 0 0,2-1 0 0 0,0 1-160 0 0,2-2 32 0 0,1 1 8 0 0,-1 4-784 0 0,4 1-160 0 0,0 1-33 0 0,2 5-7 0 0,1 6 880 0 0,1 3 224 0 0,1 3 0 0 0,-2 1 0 0 0</inkml:trace>
</inkml:ink>
</file>

<file path=ppt/ink/ink1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6:35.0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229 483 1376 0 0,'2'-2'398'0'0,"1"0"0"0"0,-1 0 1 0 0,0 0-1 0 0,-1 0 0 0 0,1-1 0 0 0,0 1 0 0 0,-1-1 0 0 0,1 1 0 0 0,-1-1 0 0 0,0 0 0 0 0,1 1 0 0 0,-1-1 0 0 0,-1 0 0 0 0,1 0 0 0 0,0 0 1 0 0,-1 0-1 0 0,1 1 0 0 0,-1-1 0 0 0,0 0 0 0 0,0 0 0 0 0,0 0 0 0 0,0 0 0 0 0,-2-6 0 0 0,2 7-178 0 0,0 0 0 0 0,0 0 0 0 0,0 0 0 0 0,-1 0 0 0 0,1-1 0 0 0,-1 1 0 0 0,1 0 0 0 0,-1 0 0 0 0,0 0 0 0 0,0 0 0 0 0,0 0 0 0 0,0 0 0 0 0,0 1 0 0 0,0-1 0 0 0,0 0 0 0 0,-1 0 0 0 0,1 1 0 0 0,-1-1 0 0 0,1 1 0 0 0,-1-1 0 0 0,1 1 0 0 0,-1 0 0 0 0,0-1 0 0 0,0 1-1 0 0,0 0 1 0 0,0 0 0 0 0,0 0 0 0 0,0 1 0 0 0,0-1 0 0 0,0 0 0 0 0,0 1 0 0 0,0-1 0 0 0,-2 1 0 0 0,-8 1 19 0 0,1 1 0 0 0,0 0 0 0 0,0 1-1 0 0,0 1 1 0 0,0-1 0 0 0,1 2 0 0 0,-18 8 0 0 0,11-2-14 0 0,-1 0 0 0 0,1 1 0 0 0,-20 19 1 0 0,36-31-218 0 0,0 1 1 0 0,0-1 0 0 0,0 1 0 0 0,0 0 0 0 0,0 0-1 0 0,1-1 1 0 0,-1 1 0 0 0,0 0 0 0 0,1 0 0 0 0,-1 0 0 0 0,0 0-1 0 0,1 0 1 0 0,-1 0 0 0 0,1 0 0 0 0,0 0 0 0 0,-1 0-1 0 0,1 0 1 0 0,0 0 0 0 0,-1 0 0 0 0,1 0 0 0 0,0 0 0 0 0,0 2-1 0 0,0-3-5 0 0,1 1 0 0 0,0 0 0 0 0,-1-1-1 0 0,1 1 1 0 0,-1 0 0 0 0,1-1 0 0 0,0 1 0 0 0,-1-1-1 0 0,1 1 1 0 0,0-1 0 0 0,0 1 0 0 0,-1-1-1 0 0,1 0 1 0 0,0 1 0 0 0,0-1 0 0 0,0 0 0 0 0,0 0-1 0 0,-1 0 1 0 0,1 1 0 0 0,0-1 0 0 0,1 0-1 0 0,10 1-7 0 0,-1-1-1 0 0,24-2 0 0 0,-29 1 16 0 0,3 1-29 0 0,10-2 20 0 0,0 0 0 0 0,0 2 0 0 0,0 0 1 0 0,0 2-1 0 0,24 4 0 0 0,-39-6-59 0 0,-1 1 0 0 0,1 0 0 0 0,0 1 0 0 0,-1-1 0 0 0,1 1 1 0 0,-1-1-1 0 0,1 1 0 0 0,-1 0 0 0 0,0 0 0 0 0,0 1 0 0 0,0-1 0 0 0,0 1 0 0 0,0-1 0 0 0,0 1 1 0 0,-1 0-1 0 0,1 0 0 0 0,-1 0 0 0 0,0 0 0 0 0,0 1 0 0 0,0-1 0 0 0,0 0 0 0 0,-1 1 1 0 0,1 0-1 0 0,-1-1 0 0 0,0 1 0 0 0,0 0 0 0 0,0-1 0 0 0,-1 1 0 0 0,1 0 0 0 0,-1 0 1 0 0,0 0-1 0 0,-1 7 0 0 0,1-2-4 0 0,-2 1 1 0 0,1-1 0 0 0,-1 1-1 0 0,0-1 1 0 0,-1 0-1 0 0,0 0 1 0 0,-1 0 0 0 0,1-1-1 0 0,-2 1 1 0 0,1-1-1 0 0,-1 0 1 0 0,-1 0 0 0 0,1 0-1 0 0,-1-1 1 0 0,-1 0-1 0 0,1 0 1 0 0,-1 0 0 0 0,0-1-1 0 0,-1 0 1 0 0,0-1-1 0 0,-12 8 1 0 0,18-12 76 0 0,1 0 0 0 0,-1 0 0 0 0,0-1 1 0 0,0 1-1 0 0,1-1 0 0 0,-1 1 0 0 0,0-1 0 0 0,0 1 1 0 0,0-1-1 0 0,0 0 0 0 0,0 0 0 0 0,1 0 0 0 0,-1 0 1 0 0,0 0-1 0 0,0-1 0 0 0,0 1 0 0 0,0 0 0 0 0,0-1 1 0 0,-3-1-1 0 0,4 1 16 0 0,0 0 0 0 0,-1 0 1 0 0,1 0-1 0 0,0 0 0 0 0,0-1 1 0 0,0 1-1 0 0,0 0 1 0 0,0-1-1 0 0,0 1 0 0 0,0-1 1 0 0,0 1-1 0 0,1-1 0 0 0,-1 1 1 0 0,0-1-1 0 0,1 0 0 0 0,0 1 1 0 0,-1-3-1 0 0,0-4 57 0 0,0 1-1 0 0,1 0 1 0 0,0-1-1 0 0,1 1 1 0 0,-1 0 0 0 0,1-1-1 0 0,1 1 1 0 0,3-12-1 0 0,117-303 335 0 0,-60 187-217 0 0,-41 93-304 0 0,-1-1 1 0 0,17-55-1 0 0,-37 96 139 0 0,1 1 1 0 0,-1-1-1 0 0,1 1 1 0 0,-1-1-1 0 0,0 1 1 0 0,1-1-1 0 0,-1 1 1 0 0,0-1-1 0 0,0 1 1 0 0,0-1-1 0 0,0 0 1 0 0,-1 1-1 0 0,1-1 1 0 0,0 1-1 0 0,-1-1 1 0 0,0-2-1 0 0,-5 7 983 0 0,0 16-524 0 0,3 0-480 0 0,1 1 1 0 0,0 0-1 0 0,2 0 1 0 0,0 0 0 0 0,2 0-1 0 0,0 0 1 0 0,1 0-1 0 0,1 0 1 0 0,1-1-1 0 0,7 20 1 0 0,13 27-37 0 0,50 93 0 0 0,-54-117 32 0 0,-20-41-19 0 0,-1 0 1 0 0,1 1 0 0 0,-1-1-1 0 0,0 0 1 0 0,1 0 0 0 0,0 0 0 0 0,-1 0-1 0 0,1 0 1 0 0,0 0 0 0 0,-1-1-1 0 0,1 1 1 0 0,0 0 0 0 0,0 0-1 0 0,0 0 1 0 0,0-1 0 0 0,0 1-1 0 0,0 0 1 0 0,0-1 0 0 0,0 1-1 0 0,0-1 1 0 0,0 1 0 0 0,0-1-1 0 0,0 0 1 0 0,0 1 0 0 0,0-1-1 0 0,1 0 1 0 0,-1 0 0 0 0,2 0-1 0 0,-1 0-21 0 0,0-1 0 0 0,0 0 0 0 0,0 0 0 0 0,0 0 0 0 0,0 0 0 0 0,-1 0 0 0 0,1-1 0 0 0,0 1 0 0 0,0 0 0 0 0,-1-1 0 0 0,1 1 0 0 0,-1-1 0 0 0,1 0 0 0 0,0-2 0 0 0,6-7-51 0 0,-1-1 0 0 0,0 0 0 0 0,8-21 0 0 0,-12 27 120 0 0,-1 0 0 0 0,1 1 0 0 0,0-1 0 0 0,0 1 0 0 0,0 0 0 0 0,1 0 0 0 0,-1 0 0 0 0,1 0 0 0 0,9-7 0 0 0,-12 11-32 0 0,1 0 0 0 0,-1 0-1 0 0,1 0 1 0 0,0 0 0 0 0,-1 1 0 0 0,1-1 0 0 0,0 0 0 0 0,0 1 0 0 0,0 0 0 0 0,-1-1 0 0 0,1 1-1 0 0,0 0 1 0 0,0 0 0 0 0,0 0 0 0 0,0 0 0 0 0,0 0 0 0 0,-1 0 0 0 0,1 0 0 0 0,0 1 0 0 0,0-1 0 0 0,0 1-1 0 0,-1-1 1 0 0,1 1 0 0 0,0 0 0 0 0,0 0 0 0 0,-1 0 0 0 0,1 0 0 0 0,-1 0 0 0 0,1 0 0 0 0,-1 0-1 0 0,1 0 1 0 0,-1 1 0 0 0,0-1 0 0 0,0 0 0 0 0,1 1 0 0 0,0 1 0 0 0,27 35-699 0 0,-24-30 117 0 0,-1-2 0 0 0,1 1 1 0 0,1-1-1 0 0,-1 1 0 0 0,1-2 1 0 0,0 1-1 0 0,0 0 0 0 0,1-1 1 0 0,10 6-1 0 0,2-3-6441 0 0</inkml:trace>
</inkml:ink>
</file>

<file path=ppt/ink/ink1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6:35.3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 3681 0 0,'0'0'160'0'0,"0"-1"1"0"0,0 1 0 0 0,1-1-1 0 0,-1 1 1 0 0,0-1 0 0 0,0 1-1 0 0,0-1 1 0 0,0 1 0 0 0,1-1 0 0 0,-1 1-1 0 0,0-1 1 0 0,1 1 0 0 0,-1-1-1 0 0,0 1 1 0 0,1 0 0 0 0,-1-1-1 0 0,0 1 1 0 0,1 0 0 0 0,-1-1-1 0 0,1 1 1 0 0,-1 0 0 0 0,1-1-1 0 0,-1 1 1 0 0,1 0 0 0 0,-1 0-1 0 0,1 0 1 0 0,-1-1 0 0 0,1 1-1 0 0,-1 0 1 0 0,1 0 0 0 0,-1 0-1 0 0,1 0 1 0 0,-1 0 0 0 0,1 0-1 0 0,-1 0 1 0 0,1 0 0 0 0,-1 0-1 0 0,1 0 1 0 0,-1 0 0 0 0,1 0-1 0 0,0 1 1 0 0,1 0 267 0 0,0 1 1 0 0,0-1-1 0 0,0 1 1 0 0,0 0-1 0 0,0 0 1 0 0,0 0-1 0 0,0 0 1 0 0,-1 0-1 0 0,2 3 0 0 0,27 53 3223 0 0,29 146 25 0 0,-5-12-3111 0 0,-10-84-2478 0 0,-36-89-5520 0 0</inkml:trace>
</inkml:ink>
</file>

<file path=ppt/ink/ink1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6:35.5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0 137 7370 0 0,'1'-3'65'0'0,"0"0"1"0"0,0-1-1 0 0,0 1 1 0 0,0 0-1 0 0,1 0 1 0 0,0 0-1 0 0,-1 0 1 0 0,1 1 0 0 0,0-1-1 0 0,0 0 1 0 0,1 1-1 0 0,-1 0 1 0 0,0-1-1 0 0,1 1 1 0 0,-1 0-1 0 0,1 0 1 0 0,0 0 0 0 0,0 1-1 0 0,0-1 1 0 0,4-1-1 0 0,10-5 162 0 0,0 1 1 0 0,27-6-1 0 0,-26 7-277 0 0,32-6-934 0 0,1 2-1 0 0,1 2 0 0 0,53-2 1 0 0,-43 5-287 0 0,-22 1 1167 0 0</inkml:trace>
</inkml:ink>
</file>

<file path=ppt/ink/ink1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6:35.7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218 1 6913 0 0,'-9'1'653'0'0,"1"0"0"0"0,0 0-1 0 0,0 1 1 0 0,1 0-1 0 0,-1 1 1 0 0,0 0 0 0 0,1 0-1 0 0,-1 1 1 0 0,1-1-1 0 0,0 2 1 0 0,0-1 0 0 0,-7 7-1 0 0,-3 3 308 0 0,0 0 0 0 0,2 1-1 0 0,-20 24 1 0 0,32-36-837 0 0,0 0 1 0 0,0 1-1 0 0,1-1 0 0 0,-1 1 0 0 0,1 0 0 0 0,0 0 1 0 0,0-1-1 0 0,1 1 0 0 0,-1 1 0 0 0,1-1 0 0 0,0 0 1 0 0,0 0-1 0 0,0 0 0 0 0,1 1 0 0 0,-1-1 0 0 0,1 0 0 0 0,0 1 1 0 0,1 7-1 0 0,1-6-52 0 0,0 1 1 0 0,1 0-1 0 0,-1-1 0 0 0,1 0 1 0 0,1 0-1 0 0,-1 0 1 0 0,1 0-1 0 0,0 0 0 0 0,0-1 1 0 0,10 10-1 0 0,17 14-20 0 0,-17-16-23 0 0,0 0 1 0 0,16 20-1 0 0,-27-30-26 0 0,-1 1-1 0 0,0-1 0 0 0,1 0 0 0 0,-1 1 1 0 0,-1-1-1 0 0,1 1 0 0 0,0 0 0 0 0,-1 0 0 0 0,0-1 1 0 0,0 1-1 0 0,0 0 0 0 0,0 0 0 0 0,-1 0 1 0 0,1 0-1 0 0,-1 0 0 0 0,0 7 0 0 0,-1-10 5 0 0,1 1 0 0 0,-1 0 0 0 0,0-1-1 0 0,1 1 1 0 0,-1-1 0 0 0,0 1 0 0 0,0-1-1 0 0,0 1 1 0 0,0-1 0 0 0,0 1-1 0 0,0-1 1 0 0,-1 0 0 0 0,1 0 0 0 0,0 0-1 0 0,-1 1 1 0 0,1-1 0 0 0,-1-1 0 0 0,1 1-1 0 0,-4 1 1 0 0,-31 11-1949 0 0,18-10-5481 0 0</inkml:trace>
</inkml:ink>
</file>

<file path=ppt/ink/ink1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6:36.8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228 43 8290 0 0,'-4'-4'22'0'0,"-1"-1"492"0"0,0 0 1 0 0,0 0 0 0 0,-1 0 0 0 0,0 1 0 0 0,-9-6 0 0 0,13 9-407 0 0,1 0 1 0 0,-1 1-1 0 0,1-1 1 0 0,-1 1 0 0 0,0-1-1 0 0,1 1 1 0 0,-1 0-1 0 0,1 0 1 0 0,-1-1 0 0 0,0 1-1 0 0,1 0 1 0 0,-1 0-1 0 0,0 1 1 0 0,1-1 0 0 0,-1 0-1 0 0,0 0 1 0 0,1 1-1 0 0,-1-1 1 0 0,1 1 0 0 0,-1 0-1 0 0,1-1 1 0 0,-1 1-1 0 0,1 0 1 0 0,-1 0 0 0 0,1 0-1 0 0,0 0 1 0 0,-1 0-1 0 0,1 0 1 0 0,0 0 0 0 0,-1 2-1 0 0,-13 16 241 0 0,1 1 0 0 0,2 1 0 0 0,0 0 0 0 0,1 0 0 0 0,1 1 0 0 0,-10 33 0 0 0,10-31-75 0 0,6-12-130 0 0,-17 50 316 0 0,19-59-452 0 0,2 1 0 0 0,-1 0 0 0 0,0-1 0 0 0,1 1 1 0 0,0 0-1 0 0,0 0 0 0 0,0 0 0 0 0,0-1 0 0 0,1 1 1 0 0,-1 0-1 0 0,1 0 0 0 0,0-1 0 0 0,0 1 0 0 0,2 3 1 0 0,-3-6-36 0 0,1 0-1 0 0,0 0 1 0 0,0 0 0 0 0,-1 0 0 0 0,1-1 0 0 0,0 1 0 0 0,0 0 0 0 0,0 0 0 0 0,0-1 0 0 0,0 1 0 0 0,0-1 0 0 0,0 1 0 0 0,0-1 0 0 0,0 1 0 0 0,0-1 0 0 0,0 0 0 0 0,0 0 0 0 0,0 1 0 0 0,0-1 0 0 0,0 0 0 0 0,0 0 0 0 0,0 0 0 0 0,0 0 0 0 0,1 0 0 0 0,-1 0 0 0 0,0 0 0 0 0,0-1 0 0 0,0 1 0 0 0,0 0 0 0 0,0-1 0 0 0,0 1-1 0 0,0 0 1 0 0,0-1 0 0 0,0 1 0 0 0,0-1 0 0 0,0 0 0 0 0,0 1 0 0 0,0-1 0 0 0,1-1 0 0 0,36-30-1200 0 0,-36 30 1168 0 0,12-14-319 0 0,-1-1-1 0 0,-1 0 1 0 0,0-1-1 0 0,-1 0 0 0 0,11-25 1 0 0,2-3 668 0 0,-23 44-209 0 0,-1 1 1 0 0,1-1-1 0 0,0 0 1 0 0,0 1-1 0 0,0-1 1 0 0,0 1-1 0 0,0-1 1 0 0,0 1-1 0 0,0 0 1 0 0,0-1-1 0 0,0 1 1 0 0,0 0-1 0 0,1 0 1 0 0,-1 0-1 0 0,1 0 1 0 0,-1 0-1 0 0,1 0 1 0 0,-1 0-1 0 0,1 0 0 0 0,-1 1 1 0 0,1-1-1 0 0,0 0 1 0 0,-1 1-1 0 0,1 0 1 0 0,0-1-1 0 0,0 1 1 0 0,-1 0-1 0 0,1 0 1 0 0,0 0-1 0 0,0 0 1 0 0,2 0-1 0 0,0 2 59 0 0,-1 0 0 0 0,0 0 0 0 0,0 0 0 0 0,0 0 0 0 0,0 0 0 0 0,0 1 0 0 0,0-1 0 0 0,0 1-1 0 0,-1 0 1 0 0,0 0 0 0 0,1-1 0 0 0,-1 2 0 0 0,3 5 0 0 0,10 20 501 0 0,-7-14-467 0 0,0 0 0 0 0,0 0 1 0 0,17 20-1 0 0,-23-33-174 0 0,-1 0 0 0 0,1 0-1 0 0,0 0 1 0 0,0 0 0 0 0,0 0 0 0 0,0 0-1 0 0,0 0 1 0 0,1-1 0 0 0,-1 1 0 0 0,0-1-1 0 0,1 0 1 0 0,-1 1 0 0 0,1-1 0 0 0,-1 0-1 0 0,1 0 1 0 0,0-1 0 0 0,-1 1 0 0 0,1-1-1 0 0,0 1 1 0 0,-1-1 0 0 0,1 0-1 0 0,0 0 1 0 0,0 0 0 0 0,-1 0 0 0 0,1-1-1 0 0,0 1 1 0 0,5-2 0 0 0,-5 0-29 0 0,1 1 0 0 0,-1-1 0 0 0,0 0 0 0 0,0 0 0 0 0,1 0 0 0 0,-1-1 0 0 0,-1 1 0 0 0,1-1 0 0 0,0 1 0 0 0,-1-1 1 0 0,1 0-1 0 0,-1 0 0 0 0,3-5 0 0 0,20-48 17 0 0,-23 49 116 0 0,0 0-1 0 0,1 0 0 0 0,0 0 1 0 0,0 0-1 0 0,1 0 1 0 0,0 1-1 0 0,0-1 1 0 0,1 1-1 0 0,-1 0 1 0 0,7-6-1 0 0,-10 11-84 0 0,0 0-1 0 0,0 1 0 0 0,0-1 0 0 0,1 0 0 0 0,-1 1 0 0 0,0-1 1 0 0,0 1-1 0 0,0-1 0 0 0,1 1 0 0 0,-1 0 0 0 0,0-1 0 0 0,1 1 1 0 0,-1 0-1 0 0,0 0 0 0 0,1 0 0 0 0,-1 0 0 0 0,0 0 0 0 0,1 0 1 0 0,-1 1-1 0 0,0-1 0 0 0,0 0 0 0 0,1 0 0 0 0,-1 1 0 0 0,0-1 1 0 0,0 1-1 0 0,1 0 0 0 0,-1-1 0 0 0,0 1 0 0 0,0 0 1 0 0,0-1-1 0 0,0 1 0 0 0,0 0 0 0 0,0 0 0 0 0,0 0 0 0 0,0 0 1 0 0,1 2-1 0 0,5 6 108 0 0,0 0 1 0 0,-1 0-1 0 0,9 18 1 0 0,0-1-117 0 0,-13-23-11 0 0,1 0 0 0 0,-1 0 1 0 0,1 0-1 0 0,-1-1 0 0 0,1 1 1 0 0,0-1-1 0 0,0 0 0 0 0,0 1 1 0 0,0-1-1 0 0,1-1 0 0 0,-1 1 1 0 0,0 0-1 0 0,4 0 0 0 0,-5-1 6 0 0,0-1-1 0 0,0 0 1 0 0,0 0-1 0 0,0 0 1 0 0,0 0-1 0 0,0 0 1 0 0,0 0-1 0 0,0 0 1 0 0,0-1-1 0 0,0 1 1 0 0,-1-1-1 0 0,1 1 1 0 0,0-1-1 0 0,0 0 1 0 0,0 0-1 0 0,-1 0 1 0 0,1 0 0 0 0,0 0-1 0 0,-1 0 1 0 0,1 0-1 0 0,-1-1 1 0 0,0 1-1 0 0,1 0 1 0 0,-1-1-1 0 0,2-2 1 0 0,12-14 151 0 0,0 0 1 0 0,24-20-1 0 0,-33 33-149 0 0,0 0 0 0 0,1 0 1 0 0,-1 1-1 0 0,1 0 0 0 0,0 0 0 0 0,0 0 0 0 0,0 1 0 0 0,0 0 0 0 0,1 1 1 0 0,13-4-1 0 0,-18 6 18 0 0,0 0 0 0 0,1 0 0 0 0,-1 0 0 0 0,0 1 1 0 0,1-1-1 0 0,-1 1 0 0 0,0 0 0 0 0,1 0 0 0 0,-1 0 1 0 0,0 0-1 0 0,0 1 0 0 0,0-1 0 0 0,0 1 0 0 0,5 4 0 0 0,40 36 24 0 0,-20-16-685 0 0,-22-20-106 0 0</inkml:trace>
</inkml:ink>
</file>

<file path=ppt/ink/ink1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6:37.2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214 533 4609 0 0,'2'-4'456'0'0,"-1"0"1"0"0,-1 1-1 0 0,1-1 0 0 0,0 0 0 0 0,-1 0 1 0 0,0 0-1 0 0,0 1 0 0 0,0-1 1 0 0,0 0-1 0 0,0 0 0 0 0,-1 0 1 0 0,0 1-1 0 0,0-1 0 0 0,0 0 0 0 0,0 1 1 0 0,-3-7-1 0 0,3 9-307 0 0,0-1 0 0 0,0 1 0 0 0,0 0 0 0 0,-1-1 0 0 0,1 1 0 0 0,0 0 0 0 0,-1 0 0 0 0,1 0 0 0 0,0 0 0 0 0,-1 0 0 0 0,1 0 0 0 0,-1 0 0 0 0,0 0 0 0 0,1 1 0 0 0,-1-1 0 0 0,0 1 0 0 0,1-1 0 0 0,-1 1 0 0 0,0-1 0 0 0,1 1 0 0 0,-1 0 0 0 0,0 0 0 0 0,0 0 0 0 0,1 0 0 0 0,-1 0 0 0 0,0 0 0 0 0,0 1 0 0 0,1-1 0 0 0,-1 1 0 0 0,0-1 0 0 0,1 1 0 0 0,-1-1 0 0 0,0 1 0 0 0,1 0 0 0 0,-1 0 0 0 0,1 0 0 0 0,-2 1 0 0 0,-9 5 181 0 0,1 1 0 0 0,0 0 0 0 0,1 0 0 0 0,0 1 0 0 0,0 1 0 0 0,1 0 0 0 0,0 0 0 0 0,-11 17-1 0 0,14-18-241 0 0,0 0-1 0 0,0 1 0 0 0,1-1 0 0 0,1 1 0 0 0,0 0 0 0 0,0 0 1 0 0,1 0-1 0 0,0 1 0 0 0,1-1 0 0 0,0 1 0 0 0,0 12 0 0 0,1-20-97 0 0,1 0 0 0 0,0 0-1 0 0,0 0 1 0 0,0-1-1 0 0,1 1 1 0 0,-1 0 0 0 0,1 0-1 0 0,-1-1 1 0 0,1 1-1 0 0,0 0 1 0 0,0-1-1 0 0,0 1 1 0 0,0-1 0 0 0,1 1-1 0 0,-1-1 1 0 0,1 1-1 0 0,-1-1 1 0 0,1 0 0 0 0,0 0-1 0 0,0 0 1 0 0,0 0-1 0 0,0 0 1 0 0,0 0 0 0 0,0-1-1 0 0,1 1 1 0 0,-1-1-1 0 0,1 1 1 0 0,-1-1-1 0 0,1 0 1 0 0,-1 0 0 0 0,1 0-1 0 0,0 0 1 0 0,-1-1-1 0 0,1 1 1 0 0,0-1 0 0 0,0 1-1 0 0,-1-1 1 0 0,1 0-1 0 0,0 0 1 0 0,0 0 0 0 0,0-1-1 0 0,-1 1 1 0 0,1-1-1 0 0,0 1 1 0 0,0-1-1 0 0,-1 0 1 0 0,1 0 0 0 0,-1 0-1 0 0,1 0 1 0 0,-1-1-1 0 0,5-2 1 0 0,5-4-246 0 0,-1 0 1 0 0,0-1 0 0 0,-1 0-1 0 0,0-1 1 0 0,0 0-1 0 0,-1 0 1 0 0,0-1-1 0 0,-1 0 1 0 0,-1-1 0 0 0,1 0-1 0 0,-2 0 1 0 0,0-1-1 0 0,0 1 1 0 0,-1-1-1 0 0,0-1 1 0 0,-2 1 0 0 0,1 0-1 0 0,1-18 1 0 0,0-10 28 0 0,-3 0 0 0 0,-1-1 0 0 0,-1 1 0 0 0,-12-76 0 0 0,7 81 388 0 0,-1-12 1223 0 0,-20-81 1 0 0,26 128-1282 0 0,0 0 0 0 0,0 1 0 0 0,0-1 0 0 0,0 0 0 0 0,0 1 0 0 0,-1-1 0 0 0,1 0 0 0 0,0 1 0 0 0,0-1 0 0 0,0 0 0 0 0,-1 1 0 0 0,1-1 0 0 0,0 0 0 0 0,-1 1 0 0 0,1-1 1 0 0,-1 1-1 0 0,1-1 0 0 0,0 1 0 0 0,-1-1 0 0 0,1 1 0 0 0,-1-1 0 0 0,0 1 0 0 0,1-1 0 0 0,-1 1 0 0 0,-3 15 1241 0 0,3 29-710 0 0,5 17-320 0 0,2 0 0 0 0,3 0-1 0 0,34 117 1 0 0,-9-87-773 0 0,3-2-1 0 0,55 94 0 0 0,-71-143-788 0 0,-1-1-6559 0 0</inkml:trace>
</inkml:ink>
</file>

<file path=ppt/ink/ink1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6:37.6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99 38 3681 0 0,'-20'-14'361'0'0,"16"11"1081"0"0,0 0 0 0 0,0 0 1 0 0,-1 0-1 0 0,1 1 0 0 0,-1-1 0 0 0,-9-3 0 0 0,13 6-1246 0 0,0 0 0 0 0,0 0-1 0 0,0 0 1 0 0,0 0 0 0 0,1 0 0 0 0,-1 0-1 0 0,0 0 1 0 0,0 0 0 0 0,0 0 0 0 0,0 0-1 0 0,1 1 1 0 0,-1-1 0 0 0,0 0 0 0 0,0 0 0 0 0,1 1-1 0 0,-1-1 1 0 0,0 1 0 0 0,0-1 0 0 0,1 0-1 0 0,-1 1 1 0 0,0 0 0 0 0,1-1 0 0 0,-1 1-1 0 0,0 0 1 0 0,-8 19-202 0 0,5-1 286 0 0,1 1 0 0 0,1-1 0 0 0,1 1 0 0 0,1 0 0 0 0,1-1 0 0 0,0 1 0 0 0,1-1 0 0 0,1 1 0 0 0,1-1 0 0 0,9 25-1 0 0,-9-31-165 0 0,1 0-1 0 0,0-1 0 0 0,1 1 0 0 0,0-1 0 0 0,0-1 1 0 0,2 1-1 0 0,-1-1 0 0 0,2 0 0 0 0,-1-1 1 0 0,1 0-1 0 0,1 0 0 0 0,0-1 0 0 0,0-1 0 0 0,1 1 1 0 0,21 11-1 0 0,-30-18-91 0 0,1-1-1 0 0,0 1 1 0 0,-1-1 0 0 0,1 0 0 0 0,0 0-1 0 0,-1 0 1 0 0,1-1 0 0 0,0 1 0 0 0,0 0 0 0 0,0-1-1 0 0,0 0 1 0 0,0 0 0 0 0,-1 0 0 0 0,1 0-1 0 0,0 0 1 0 0,0-1 0 0 0,0 1 0 0 0,0-1 0 0 0,0 0-1 0 0,-1 1 1 0 0,1-2 0 0 0,0 1 0 0 0,-1 0 0 0 0,1 0-1 0 0,-1-1 1 0 0,1 1 0 0 0,3-4 0 0 0,-3 1-59 0 0,0 1-1 0 0,-1-1 1 0 0,1 1 0 0 0,-1-1 0 0 0,0 0 0 0 0,0 0 0 0 0,-1 0 0 0 0,1 0 0 0 0,-1 0 0 0 0,0 0 0 0 0,0 0 0 0 0,0 0 0 0 0,0 0 0 0 0,-1-1-1 0 0,0 1 1 0 0,0 0 0 0 0,0-1 0 0 0,-1-5 0 0 0,-5-15-1222 0 0,2 14 134 0 0</inkml:trace>
</inkml:ink>
</file>

<file path=ppt/ink/ink1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6:38.0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 10138 0 0,'0'-7'13066'0'0,"6"23"-12951"0"0,-1 1 0 0 0,-1-1 0 0 0,-1 1 0 0 0,0 0 0 0 0,1 27 1 0 0,2 14-3479 0 0</inkml:trace>
</inkml:ink>
</file>

<file path=ppt/ink/ink1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6:38.2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14 10138 0 0,'-3'-6'448'0'0,"2"3"96"0"0,1 0-440 0 0,0 2-104 0 0,1 1 136 0 0,1 1 8 0 0,0 2 0 0 0,3 2 1 0 0,2 1-1106 0 0,10 16-1455 0 0,-4-6 1176 0 0,2 5 967 0 0,3 0 193 0 0,0 3 80 0 0</inkml:trace>
</inkml:ink>
</file>

<file path=ppt/ink/ink1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6:38.5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354 17 8290 0 0,'-9'-4'440'0'0,"-1"1"0"0"0,0 0 0 0 0,0 1 0 0 0,0 0 0 0 0,-1 1 0 0 0,1 0 0 0 0,0 0 1 0 0,-1 1-1 0 0,1 0 0 0 0,0 1 0 0 0,0 0 0 0 0,-1 1 0 0 0,-13 4 0 0 0,10-2-26 0 0,1 1 1 0 0,0 0-1 0 0,0 1 0 0 0,0 1 0 0 0,0 0 0 0 0,1 0 1 0 0,-21 18-1 0 0,26-20-297 0 0,1 1-1 0 0,0 0 1 0 0,0 0 0 0 0,1 0 0 0 0,0 0-1 0 0,0 1 1 0 0,0 0 0 0 0,1 0 0 0 0,0 1-1 0 0,0-1 1 0 0,1 1 0 0 0,0 0 0 0 0,0 0-1 0 0,-3 14 1 0 0,6-19-158 0 0,-1 0 0 0 0,1-1 0 0 0,0 1 0 0 0,0-1 0 0 0,0 1 0 0 0,0 0 0 0 0,0-1 0 0 0,1 1 0 0 0,-1 0 0 0 0,1-1 0 0 0,0 1 0 0 0,0-1 0 0 0,0 1 0 0 0,0-1 0 0 0,0 0-1 0 0,0 1 1 0 0,1-1 0 0 0,-1 0 0 0 0,1 0 0 0 0,-1 0 0 0 0,1 0 0 0 0,0 0 0 0 0,0 0 0 0 0,0 0 0 0 0,0-1 0 0 0,0 1 0 0 0,3 1 0 0 0,-2-2-113 0 0,1 1 1 0 0,-1-1-1 0 0,0 0 1 0 0,0-1-1 0 0,0 1 1 0 0,1-1-1 0 0,-1 1 0 0 0,0-1 1 0 0,1 0-1 0 0,-1 0 1 0 0,0-1-1 0 0,1 1 1 0 0,-1 0-1 0 0,0-1 0 0 0,0 0 1 0 0,0 0-1 0 0,1 0 1 0 0,-1 0-1 0 0,0-1 1 0 0,0 1-1 0 0,3-3 1 0 0,5-4 22 0 0,0 0 1 0 0,-1-1-1 0 0,0-1 1 0 0,-1 0-1 0 0,11-13 1 0 0,-13 14 424 0 0,-1 1 1 0 0,2-1-1 0 0,-1 2 1 0 0,1-1 0 0 0,1 1-1 0 0,-1 0 1 0 0,1 1-1 0 0,15-8 1 0 0,-22 13-187 0 0,-1 0 0 0 0,1 1 0 0 0,0-1 0 0 0,0 1-1 0 0,-1 0 1 0 0,1-1 0 0 0,0 1 0 0 0,0 0 0 0 0,0 0 0 0 0,-1 0 0 0 0,1 0 0 0 0,0 1 0 0 0,0-1-1 0 0,0 0 1 0 0,-1 1 0 0 0,1 0 0 0 0,0-1 0 0 0,-1 1 0 0 0,1 0 0 0 0,0-1 0 0 0,-1 1 0 0 0,1 0-1 0 0,-1 0 1 0 0,1 1 0 0 0,-1-1 0 0 0,0 0 0 0 0,1 0 0 0 0,-1 1 0 0 0,1 1 0 0 0,5 5-483 0 0,-1 1 1 0 0,-1-1-1 0 0,0 1 1 0 0,5 11-1 0 0,1 2-4091 0 0,0-6-1455 0 0</inkml:trace>
</inkml:ink>
</file>

<file path=ppt/ink/ink1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6:38.9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25 4145 0 0,'-2'-24'14507'0'0,"-5"35"-14484"0"0,-1 3 266 0 0,0 2 1 0 0,1-1 0 0 0,1 1 0 0 0,0 0-1 0 0,1 0 1 0 0,-4 26 0 0 0,8-33-188 0 0,1-1 1 0 0,-1 0-1 0 0,2 0 0 0 0,-1 0 1 0 0,1 0-1 0 0,0 0 0 0 0,1 0 1 0 0,0 0-1 0 0,0 0 1 0 0,1-1-1 0 0,0 1 0 0 0,0-1 1 0 0,1 1-1 0 0,0-1 0 0 0,8 12 1 0 0,11 8-85 0 0,-13-16 8 0 0,0 1 0 0 0,13 21 0 0 0,-21-30-24 0 0,-1-1 1 0 0,1 1-1 0 0,-1 0 0 0 0,0-1 1 0 0,0 1-1 0 0,0 0 1 0 0,0 0-1 0 0,-1 0 0 0 0,1 0 1 0 0,-1-1-1 0 0,1 1 1 0 0,-1 0-1 0 0,0 0 0 0 0,0 0 1 0 0,0 0-1 0 0,-1 0 1 0 0,1 0-1 0 0,-1 0 0 0 0,-1 3 1 0 0,1-3-32 0 0,0-1 0 0 0,-1 0 0 0 0,1 0 1 0 0,-1 0-1 0 0,0 0 0 0 0,1 0 0 0 0,-1-1 1 0 0,0 1-1 0 0,0 0 0 0 0,0-1 0 0 0,-1 1 0 0 0,1-1 1 0 0,0 0-1 0 0,0 0 0 0 0,-1 0 0 0 0,1 0 1 0 0,-1 0-1 0 0,-2 0 0 0 0,-53 9-2856 0 0,32-6-186 0 0,17-2 2647 0 0,1-1 381 0 0</inkml:trace>
</inkml:ink>
</file>

<file path=ppt/ink/ink1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6:39.2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1 266 8290 0 0,'4'-1'623'0'0,"0"1"1"0"0,0-1-1 0 0,0 0 1 0 0,0-1-1 0 0,-1 1 1 0 0,1 0-1 0 0,0-1 1 0 0,-1 0-1 0 0,1 0 1 0 0,-1 0-1 0 0,7-6 0 0 0,33-30 1571 0 0,-34 29-2029 0 0,0-1 1 0 0,-1 0-1 0 0,0 0 0 0 0,0-1 1 0 0,-1 1-1 0 0,-1-2 0 0 0,1 1 0 0 0,-2-1 1 0 0,0 0-1 0 0,0 0 0 0 0,-1 0 0 0 0,-1-1 1 0 0,3-15-1 0 0,-6 27-177 0 0,1-1 0 0 0,-1 1 0 0 0,0 0 0 0 0,0-1 0 0 0,0 1-1 0 0,0 0 1 0 0,0 0 0 0 0,0-1 0 0 0,-1 1 0 0 0,1 0 0 0 0,0 0 0 0 0,-1-1 0 0 0,1 1 0 0 0,-1 0 0 0 0,1 0 0 0 0,-1 0-1 0 0,1 0 1 0 0,-1 0 0 0 0,0 0 0 0 0,0 0 0 0 0,1 0 0 0 0,-1 0 0 0 0,-2-1 0 0 0,2 1-25 0 0,0 1 1 0 0,0-1-1 0 0,-1 1 0 0 0,1 0 1 0 0,-1-1-1 0 0,1 1 0 0 0,0 0 1 0 0,-1 0-1 0 0,1 0 0 0 0,-1 0 1 0 0,1 0-1 0 0,0 0 1 0 0,-1 1-1 0 0,1-1 0 0 0,0 0 1 0 0,-1 1-1 0 0,-1 0 0 0 0,-3 2-83 0 0,-1 0-1 0 0,1 0 0 0 0,0 0 1 0 0,1 1-1 0 0,-1 0 0 0 0,1 0 1 0 0,-7 6-1 0 0,7-4 212 0 0,0-1 1 0 0,1 1-1 0 0,-1-1 0 0 0,1 1 1 0 0,0 0-1 0 0,1 1 0 0 0,-1-1 1 0 0,1 1-1 0 0,1-1 0 0 0,-1 1 1 0 0,-1 10-1 0 0,3-12-25 0 0,1 0 1 0 0,-1 0-1 0 0,1 0 0 0 0,1 0 0 0 0,-1 0 1 0 0,1 0-1 0 0,0 0 0 0 0,0-1 0 0 0,0 1 1 0 0,1 0-1 0 0,-1 0 0 0 0,1-1 0 0 0,0 1 0 0 0,1-1 1 0 0,-1 0-1 0 0,1 1 0 0 0,4 5 0 0 0,9 10-648 0 0,0 0-1 0 0,1 0 1 0 0,21 16 0 0 0,-24-23-721 0 0</inkml:trace>
</inkml:ink>
</file>

<file path=ppt/ink/ink1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6:39.5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30 7834 0 0,'0'-2'215'0'0,"-1"0"0"0"0,0 1 0 0 0,1-1 0 0 0,-1 0 0 0 0,0 1 1 0 0,0-1-1 0 0,-1 0 0 0 0,1 1 0 0 0,0-1 0 0 0,0 1 0 0 0,-1 0 0 0 0,1-1 1 0 0,-1 1-1 0 0,1 0 0 0 0,-1 0 0 0 0,0 0 0 0 0,1 0 0 0 0,-1 0 1 0 0,-2-1-1 0 0,3 2-51 0 0,0 0 0 0 0,0 0 1 0 0,-1-1-1 0 0,1 1 0 0 0,0 0 0 0 0,0 0 1 0 0,0 1-1 0 0,-1-1 0 0 0,1 0 1 0 0,0 0-1 0 0,0 0 0 0 0,0 1 1 0 0,-1-1-1 0 0,1 1 0 0 0,0-1 0 0 0,0 1 1 0 0,0-1-1 0 0,0 1 0 0 0,0-1 1 0 0,0 1-1 0 0,0 0 0 0 0,0 0 0 0 0,0 0 1 0 0,1 0-1 0 0,-1-1 0 0 0,0 1 1 0 0,0 0-1 0 0,1 0 0 0 0,-1 0 1 0 0,0 0-1 0 0,1 1 0 0 0,-1 1 0 0 0,-1 1 60 0 0,1-1 1 0 0,0 1-1 0 0,0 0 0 0 0,0 0 0 0 0,0 1 0 0 0,1-1 0 0 0,0 0 0 0 0,0 0 0 0 0,0 0 0 0 0,0 0 0 0 0,0 0 0 0 0,1 0 0 0 0,0 0 0 0 0,0 0 0 0 0,2 6 0 0 0,4 9 384 0 0,19 35-1 0 0,-9-20-136 0 0,-6-8-422 0 0,-4-13 129 0 0,-1 1 0 0 0,0 0 0 0 0,-1 0 0 0 0,4 24 0 0 0,-8-34-271 0 0,0 0 0 0 0,-1 0 0 0 0,0-1 1 0 0,0 1-1 0 0,0 0 0 0 0,-1 0 0 0 0,1 0 0 0 0,-1 0 0 0 0,0 0 0 0 0,0 0 0 0 0,0 0 0 0 0,0-1 0 0 0,-1 1 0 0 0,0 0 1 0 0,0-1-1 0 0,0 1 0 0 0,0-1 0 0 0,0 0 0 0 0,0 0 0 0 0,-1 0 0 0 0,0 0 0 0 0,-3 3 0 0 0</inkml:trace>
</inkml:ink>
</file>

<file path=ppt/ink/ink1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6:40.2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178 32 10594 0 0,'-41'10'900'0'0,"20"-5"110"0"0,0 0 0 0 0,-1 1 0 0 0,2 2 1 0 0,-33 15-1 0 0,58-22-692 0 0,-1 0 0 0 0,1-1 0 0 0,-1 1 1 0 0,1-1-1 0 0,-1 0 0 0 0,7-1 0 0 0,138-19 983 0 0,95-11 1023 0 0,136 13-2084 0 0,-211 13-137 0 0,-89-3 162 0 0,-61 4-332 0 0,0 2 0 0 0,0 0 0 0 0,1 1 0 0 0,36 4 0 0 0,-48 1-2672 0 0</inkml:trace>
</inkml:ink>
</file>

<file path=ppt/ink/ink1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6:40.7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145 25 5529 0 0,'-10'1'646'0'0,"-1"-1"0"0"0,1-1 0 0 0,0 0 0 0 0,0 0 0 0 0,0-1 0 0 0,-20-7 0 0 0,-24-3 9314 0 0,60 15-8453 0 0,8 3-668 0 0,-13-6-649 0 0,4 2-77 0 0,73 27 175 0 0,144 77 1 0 0,-219-104-278 0 0,0-1 0 0 0,0 1 1 0 0,0 0-1 0 0,-1-1 0 0 0,1 1 0 0 0,0 1 1 0 0,-1-1-1 0 0,1 0 0 0 0,-1 1 0 0 0,0-1 0 0 0,0 1 1 0 0,0 0-1 0 0,0-1 0 0 0,0 1 0 0 0,-1 0 1 0 0,1 0-1 0 0,1 5 0 0 0,-3-6 0 0 0,0 1-1 0 0,0-1 1 0 0,0 1 0 0 0,0 0 0 0 0,-1-1-1 0 0,1 1 1 0 0,-1-1 0 0 0,1 1-1 0 0,-1 0 1 0 0,0-1 0 0 0,0 0-1 0 0,0 1 1 0 0,0-1 0 0 0,-1 0-1 0 0,1 1 1 0 0,-1-1 0 0 0,1 0 0 0 0,-1 0-1 0 0,0 0 1 0 0,1 0 0 0 0,-1 0-1 0 0,-3 1 1 0 0,-116 94 592 0 0,87-73-1070 0 0,1 2 1 0 0,1 2-1 0 0,-44 48 1 0 0,75-75 69 0 0,0 0 1 0 0,0 1-1 0 0,0-1 0 0 0,0 0 0 0 0,0 1 1 0 0,1-1-1 0 0,-1 1 0 0 0,0-1 0 0 0,1 1 1 0 0,-1 0-1 0 0,1-1 0 0 0,-1 1 0 0 0,1 2 1 0 0,0 1-1653 0 0</inkml:trace>
</inkml:ink>
</file>

<file path=ppt/ink/ink1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4:43.5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14 527 6913 0 0,'-1'1'85'0'0,"0"-1"0"0"0,1 0 0 0 0,-1 1 0 0 0,0-1 0 0 0,0 1-1 0 0,1-1 1 0 0,-1 1 0 0 0,0 0 0 0 0,0-1 0 0 0,1 1 0 0 0,-1 0-1 0 0,1 0 1 0 0,-1-1 0 0 0,1 1 0 0 0,-1 0 0 0 0,1 0-1 0 0,-1 0 1 0 0,1-1 0 0 0,0 1 0 0 0,-1 0 0 0 0,1 0 0 0 0,0 0-1 0 0,0 0 1 0 0,0 1 0 0 0,0-1 19 0 0,0 0 0 0 0,1 0 0 0 0,-1 0 0 0 0,1 0 0 0 0,0 0 0 0 0,-1-1 0 0 0,1 1 0 0 0,-1 0 0 0 0,1 0 0 0 0,0-1 0 0 0,0 1 0 0 0,0-1 0 0 0,-1 1 0 0 0,1 0 0 0 0,0-1-1 0 0,0 0 1 0 0,0 1 0 0 0,0-1 0 0 0,0 1 0 0 0,0-1 0 0 0,0 0 0 0 0,0 0 0 0 0,0 0 0 0 0,0 1 0 0 0,1-1 0 0 0,6 1 213 0 0,1-1-1 0 0,-1 0 1 0 0,1 0-1 0 0,-1-1 1 0 0,0 0 0 0 0,0 0-1 0 0,1-1 1 0 0,-1 0-1 0 0,0 0 1 0 0,0-1 0 0 0,-1 0-1 0 0,1 0 1 0 0,0-1-1 0 0,10-7 1 0 0,3-3 755 0 0,0-1-1 0 0,-1-1 1 0 0,27-28-1 0 0,-30 26-1240 0 0,0-1-1 0 0,-1-1 0 0 0,0-1 0 0 0,-2 0 0 0 0,-1-1 0 0 0,17-37 0 0 0,-25 48 89 0 0,0-1-1 0 0,-1 1 1 0 0,0-1-1 0 0,-1 0 1 0 0,-1-1-1 0 0,0 1 1 0 0,0 0 0 0 0,-1-1-1 0 0,-1 1 1 0 0,0-1-1 0 0,0 1 1 0 0,-2 0-1 0 0,1-1 1 0 0,-1 1-1 0 0,-6-17 1 0 0,7 26 27 0 0,0 0 0 0 0,0 0 0 0 0,0 1 0 0 0,-1-1 0 0 0,1 1 0 0 0,-1-1 0 0 0,1 1 0 0 0,-1-1 0 0 0,0 1 0 0 0,0 0 0 0 0,0 0 0 0 0,0 0 0 0 0,0 0 0 0 0,0 0 0 0 0,-1 1 0 0 0,1-1 0 0 0,-1 1 0 0 0,1-1 0 0 0,-1 1 0 0 0,1 0 0 0 0,-1 0 0 0 0,0 0 0 0 0,0 0 0 0 0,-4 0 0 0 0,4 1 25 0 0,-1 0 0 0 0,1 0 0 0 0,0 0 0 0 0,0 1 0 0 0,-1 0 0 0 0,1-1 0 0 0,0 1-1 0 0,0 1 1 0 0,0-1 0 0 0,0 0 0 0 0,0 1 0 0 0,0-1 0 0 0,0 1 0 0 0,0 0 0 0 0,0 0 0 0 0,1 0 0 0 0,-1 0 0 0 0,1 1 0 0 0,0-1 0 0 0,-5 6-1 0 0,-5 10 140 0 0,0 1 0 0 0,2 0 1 0 0,0 1-1 0 0,0 0 0 0 0,2 1 0 0 0,1 0 0 0 0,1 0 0 0 0,0 0 0 0 0,2 1 0 0 0,0 0 0 0 0,1 0 0 0 0,2 0 0 0 0,0 0 0 0 0,3 31 0 0 0,0-38 25 0 0,0-1 0 0 0,1 1 1 0 0,0-1-1 0 0,1 0 1 0 0,0 0-1 0 0,2 0 1 0 0,-1-1-1 0 0,2 1 1 0 0,0-1-1 0 0,8 12 1 0 0,-8-17-44 0 0,-1 1 0 0 0,2-1 1 0 0,-1-1-1 0 0,1 1 0 0 0,0-1 1 0 0,1-1-1 0 0,-1 0 0 0 0,1 0 1 0 0,0 0-1 0 0,1-1 0 0 0,-1-1 1 0 0,1 0-1 0 0,0 0 0 0 0,20 4 0 0 0,-20-5-152 0 0,0-2-1 0 0,0 1 1 0 0,0-1-1 0 0,0-1 1 0 0,1 0-1 0 0,-1 0 1 0 0,0-1-1 0 0,0 0 0 0 0,0-1 1 0 0,11-3-1 0 0,-11 2-691 0 0,-1-1 0 0 0,0 1 0 0 0,-1-2-1 0 0,1 1 1 0 0,-1-1 0 0 0,13-10 0 0 0,-3 0-4879 0 0</inkml:trace>
</inkml:ink>
</file>

<file path=ppt/ink/ink1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4:43.8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3225 0 0,'0'-1'257'0'0,"1"1"1"0"0,0-1-1 0 0,0 1 1 0 0,0-1 0 0 0,0 1-1 0 0,0-1 1 0 0,-1 1-1 0 0,1 0 1 0 0,0 0-1 0 0,0-1 1 0 0,0 1-1 0 0,0 0 1 0 0,0 0 0 0 0,0 0-1 0 0,0 0 1 0 0,0 0-1 0 0,0 0 1 0 0,0 0-1 0 0,0 0 1 0 0,0 1 0 0 0,0-1-1 0 0,0 0 1 0 0,-1 1-1 0 0,1-1 1 0 0,0 0-1 0 0,0 1 1 0 0,0-1-1 0 0,0 1 1 0 0,0-1 0 0 0,-1 1-1 0 0,1 0 1 0 0,0-1-1 0 0,-1 1 1 0 0,1 0-1 0 0,0-1 1 0 0,-1 1 0 0 0,1 0-1 0 0,0 1 1 0 0,21 30 2865 0 0,-9-6-2086 0 0,-1 1 0 0 0,-1 0 0 0 0,-2 0 0 0 0,9 39 0 0 0,12 117-351 0 0,-9-45-5069 0 0,-20-137 4066 0 0,-1 0 0 0 0,0 0 0 0 0,1 0 0 0 0,-1 0 0 0 0,0 0 1 0 0,0 0-1 0 0,1 0 0 0 0,-1 1 0 0 0,0-1 0 0 0,0 0 0 0 0,0 0 0 0 0,0 0 0 0 0,0 0 0 0 0,-1 0 0 0 0,1 0 0 0 0,0 0 0 0 0,0 0 0 0 0,-1 0 0 0 0,1 0 0 0 0,-1 0 1 0 0,1 0-1 0 0,-1 0 0 0 0,1 0 0 0 0,-1-1 0 0 0,1 1 0 0 0,-1 0 0 0 0,0 0 0 0 0,1 0 0 0 0,-1-1 0 0 0,0 1 0 0 0,0 0 0 0 0,0-1 0 0 0,-1 2 0 0 0,-19-3-4745 0 0,4-6 6212 0 0,0-2-1150 0 0</inkml:trace>
</inkml:ink>
</file>

<file path=ppt/ink/ink1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4:44.0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0 134 1376 0 0,'7'-9'517'0'0,"1"1"-1"0"0,0 0 0 0 0,1 0 0 0 0,0 0 1 0 0,0 1-1 0 0,0 0 0 0 0,1 1 0 0 0,0 0 1 0 0,11-4-1 0 0,-3 0-5 0 0,-3 1 600 0 0,0 1 0 0 0,1 1 1 0 0,0 1-1 0 0,22-7 0 0 0,-33 12-738 0 0,-1 0 0 0 0,1 0 0 0 0,0 1 0 0 0,-1-1 0 0 0,1 1 0 0 0,0 0 0 0 0,0 1 0 0 0,-1-1 0 0 0,8 2 0 0 0,-10-1-196 0 0,0 0 0 0 0,0 0 0 0 0,0-1 0 0 0,0 2-1 0 0,0-1 1 0 0,0 0 0 0 0,0 0 0 0 0,0 1 0 0 0,0-1 0 0 0,-1 0 0 0 0,1 1 0 0 0,-1 0 0 0 0,1-1 0 0 0,-1 1 0 0 0,1 0-1 0 0,-1 0 1 0 0,0 0 0 0 0,0 0 0 0 0,0 0 0 0 0,1 4 0 0 0,0 0-68 0 0,-1 1-1 0 0,0-1 1 0 0,-1 0 0 0 0,1 1-1 0 0,-1-1 1 0 0,0 1-1 0 0,-1-1 1 0 0,0 1 0 0 0,0-1-1 0 0,0 1 1 0 0,-1-1 0 0 0,0 0-1 0 0,0 0 1 0 0,0 0 0 0 0,-1 0-1 0 0,0 0 1 0 0,0 0 0 0 0,-5 6-1 0 0,-4 6-408 0 0,-1 0 0 0 0,-1 0-1 0 0,-1-2 1 0 0,-16 16 0 0 0,13-18-860 0 0,2-1-4543 0 0</inkml:trace>
</inkml:ink>
</file>

<file path=ppt/ink/ink1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4:44.5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20 8754 0 0,'-1'-2'363'0'0,"0"0"-1"0"0,0 0 1 0 0,0 1 0 0 0,0-1-1 0 0,0 0 1 0 0,0 1 0 0 0,-1-1-1 0 0,1 1 1 0 0,-1 0 0 0 0,1 0-1 0 0,-1-1 1 0 0,0 1-1 0 0,-9 3 3556 0 0,11-2-3804 0 0,-3 20 598 0 0,4-7-511 0 0,0 1 1 0 0,1-1-1 0 0,1 0 1 0 0,0 1-1 0 0,1-1 1 0 0,0 0-1 0 0,1-1 1 0 0,1 1-1 0 0,0-1 1 0 0,0 0 0 0 0,11 14-1 0 0,-3-6 33 0 0,0-1 0 0 0,2-1-1 0 0,0-1 1 0 0,1 0 0 0 0,30 23 0 0 0,-46-39-226 0 0,0 0 1 0 0,0 0 0 0 0,-1-1-1 0 0,1 1 1 0 0,0 0-1 0 0,0-1 1 0 0,0 1 0 0 0,0-1-1 0 0,0 1 1 0 0,-1-1-1 0 0,1 0 1 0 0,0 1 0 0 0,0-1-1 0 0,0 0 1 0 0,0 0 0 0 0,0 1-1 0 0,0-1 1 0 0,0 0-1 0 0,0 0 1 0 0,0 0 0 0 0,0 0-1 0 0,0 0 1 0 0,0 0 0 0 0,0-1-1 0 0,0 1 1 0 0,0 0-1 0 0,2-1 1 0 0,-2 0 1 0 0,-1 0 1 0 0,1 0-1 0 0,0 0 1 0 0,0-1-1 0 0,0 1 1 0 0,-1 0-1 0 0,1 0 1 0 0,0-1-1 0 0,-1 1 1 0 0,1 0-1 0 0,-1-1 1 0 0,0 1-1 0 0,1-1 0 0 0,-1 1 1 0 0,0-1-1 0 0,0-1 1 0 0,0-8 24 0 0,0 0 1 0 0,0 0 0 0 0,-5-19-1 0 0,-1 2 5 0 0,-1 0 0 0 0,-16-40 0 0 0,19 58-424 0 0,-1-1 0 0 0,0 1 0 0 0,-1 0 0 0 0,0 0 0 0 0,-1 1 0 0 0,0-1 0 0 0,0 2-1 0 0,-1-1 1 0 0,-9-8 0 0 0,16 16 214 0 0,1 1-25 0 0,-1-1 0 0 0,1 1 0 0 0,-2-2-391 0 0,2 2 391 0 0,-1 0-1 0 0,1-1 1 0 0,-1 1 0 0 0,1 0 0 0 0,-1 0-1 0 0,1-1 1 0 0,-1 1 0 0 0,1 0 0 0 0,-1 0 0 0 0,0 0-1 0 0,1 0 1 0 0,-1-1 0 0 0,1 1 0 0 0,-1 0-1 0 0,0 0 1 0 0,1 0 0 0 0,-2 1 0 0 0</inkml:trace>
</inkml:ink>
</file>

<file path=ppt/ink/ink1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4:45.3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158 395 5529 0 0,'-1'-7'893'0'0,"0"0"0"0"0,-1 0 1 0 0,0 1-1 0 0,0-1 0 0 0,0 1 0 0 0,-1-1 0 0 0,-3-5 0 0 0,5 11-778 0 0,0-1 0 0 0,-1 1-1 0 0,1 0 1 0 0,0 0 0 0 0,0 0 0 0 0,-1 0-1 0 0,1 0 1 0 0,0 0 0 0 0,-1 0 0 0 0,1 1-1 0 0,-1-1 1 0 0,1 1 0 0 0,-1-1-1 0 0,1 1 1 0 0,-1-1 0 0 0,1 1 0 0 0,-1 0-1 0 0,0-1 1 0 0,1 1 0 0 0,-1 0 0 0 0,0 0-1 0 0,1 0 1 0 0,-1 1 0 0 0,1-1 0 0 0,-1 0-1 0 0,0 1 1 0 0,1-1 0 0 0,-1 0 0 0 0,1 1-1 0 0,-1 0 1 0 0,1-1 0 0 0,-1 1 0 0 0,1 0-1 0 0,0 0 1 0 0,-1 0 0 0 0,0 1 0 0 0,-4 2-52 0 0,-1 0 0 0 0,2 1 1 0 0,-1-1-1 0 0,0 1 0 0 0,1 0 0 0 0,0 1 1 0 0,0-1-1 0 0,1 1 0 0 0,-1 0 1 0 0,1 0-1 0 0,0 1 0 0 0,1-1 1 0 0,0 1-1 0 0,0 0 0 0 0,0 0 0 0 0,1 0 1 0 0,0 0-1 0 0,0 0 0 0 0,1 0 1 0 0,-2 15-1 0 0,3-17-27 0 0,0 0-1 0 0,0 0 1 0 0,1 0 0 0 0,-1 0 0 0 0,1-1-1 0 0,0 1 1 0 0,0 0 0 0 0,1 0 0 0 0,-1-1-1 0 0,1 1 1 0 0,0-1 0 0 0,1 1-1 0 0,-1-1 1 0 0,1 0 0 0 0,-1 0 0 0 0,1 0-1 0 0,0 0 1 0 0,1-1 0 0 0,-1 1 0 0 0,1-1-1 0 0,0 0 1 0 0,-1 0 0 0 0,1 0 0 0 0,1 0-1 0 0,-1-1 1 0 0,0 1 0 0 0,0-1-1 0 0,1 0 1 0 0,0-1 0 0 0,-1 1 0 0 0,1-1-1 0 0,6 1 1 0 0,-7-1-109 0 0,1-1 0 0 0,0 0 0 0 0,0 0 0 0 0,0-1-1 0 0,0 1 1 0 0,0-1 0 0 0,0 0 0 0 0,0-1 0 0 0,-1 1 0 0 0,1-1 0 0 0,-1 0-1 0 0,1 0 1 0 0,-1 0 0 0 0,0-1 0 0 0,1 1 0 0 0,-1-1 0 0 0,0 0 0 0 0,-1-1-1 0 0,1 1 1 0 0,5-7 0 0 0,5-6-379 0 0,0 0-1 0 0,-1-1 1 0 0,15-26-1 0 0,-11 11 71 0 0,-1 0 0 0 0,-1-1-1 0 0,-2-1 1 0 0,15-56 0 0 0,-12 18 1913 0 0,8-91 0 0 0,-26 230 2734 0 0,18 122-3470 0 0,-14-169-819 0 0,1-1 0 0 0,1 1 0 0 0,0-1 1 0 0,2 0-1 0 0,0 0 0 0 0,1-1 0 0 0,1 0 0 0 0,0 0 1 0 0,2-1-1 0 0,0 0 0 0 0,0 0 0 0 0,27 29 0 0 0,-36-45-37 0 0,0 1-1 0 0,0-1 1 0 0,1 0-1 0 0,-1 0 1 0 0,0 1-1 0 0,1-1 0 0 0,-1 0 1 0 0,1 0-1 0 0,-1 0 1 0 0,1-1-1 0 0,0 1 1 0 0,0 0-1 0 0,-1-1 0 0 0,1 1 1 0 0,0-1-1 0 0,0 1 1 0 0,-1-1-1 0 0,1 0 1 0 0,0 0-1 0 0,0 0 0 0 0,0 0 1 0 0,3 0-1 0 0,-3-1 34 0 0,1 0 0 0 0,-1 0 0 0 0,0 0 0 0 0,0-1-1 0 0,0 1 1 0 0,0-1 0 0 0,0 1 0 0 0,0-1 0 0 0,0 0 0 0 0,-1 1-1 0 0,1-1 1 0 0,0 0 0 0 0,-1 0 0 0 0,3-4 0 0 0,3-9 175 0 0,0 1 0 0 0,0-2 1 0 0,-2 1-1 0 0,5-17 0 0 0,-8 22 8 0 0,-1 8-126 0 0,7-23 332 0 0,13-32 0 0 0,-18 51-299 0 0,-1 0 1 0 0,1 1 0 0 0,0-1 0 0 0,1 1-1 0 0,-1 0 1 0 0,1 0 0 0 0,0 0 0 0 0,1 0-1 0 0,-1 1 1 0 0,1 0 0 0 0,7-6 0 0 0,-10 9-51 0 0,-1 0 0 0 0,1 1 0 0 0,-1-1 0 0 0,1 1 1 0 0,-1 0-1 0 0,1-1 0 0 0,0 1 0 0 0,-1 0 1 0 0,1 0-1 0 0,0 0 0 0 0,-1 0 0 0 0,1 0 1 0 0,-1 0-1 0 0,1 0 0 0 0,0 1 0 0 0,-1-1 1 0 0,1 0-1 0 0,-1 1 0 0 0,1-1 0 0 0,-1 1 1 0 0,1 0-1 0 0,-1 0 0 0 0,1 0 0 0 0,-1-1 1 0 0,0 1-1 0 0,1 0 0 0 0,-1 1 0 0 0,0-1 1 0 0,0 0-1 0 0,0 0 0 0 0,0 0 0 0 0,0 1 1 0 0,0-1-1 0 0,0 0 0 0 0,0 1 0 0 0,0 1 1 0 0,6 9 129 0 0,0 0 0 0 0,-1 1 1 0 0,6 18-1 0 0,-5-14-83 0 0,23 43-1870 0 0,-25-51 773 0 0,1 0 1 0 0,1-1-1 0 0,-1 1 1 0 0,12 9-1 0 0</inkml:trace>
</inkml:ink>
</file>

<file path=ppt/ink/ink1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4:45.6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155 60 1840 0 0,'1'-2'356'0'0,"0"0"-1"0"0,0 0 0 0 0,-1 0 1 0 0,1 0-1 0 0,-1-1 0 0 0,0 1 0 0 0,1 0 1 0 0,-1 0-1 0 0,0 0 0 0 0,0 0 0 0 0,0-1 1 0 0,-1 1-1 0 0,1 0 0 0 0,0 0 1 0 0,-1 0-1 0 0,1 0 0 0 0,-1 0 0 0 0,0 0 1 0 0,0 0-1 0 0,0 0 0 0 0,0 0 1 0 0,0 0-1 0 0,-1-2 0 0 0,0 3-140 0 0,1 0 0 0 0,-1 0 1 0 0,0 1-1 0 0,1-1 0 0 0,-1 0 0 0 0,0 1 0 0 0,1-1 1 0 0,-1 0-1 0 0,0 1 0 0 0,0 0 0 0 0,0-1 0 0 0,1 1 1 0 0,-1 0-1 0 0,0 0 0 0 0,0 0 0 0 0,0 0 0 0 0,1 1 0 0 0,-1-1 1 0 0,0 0-1 0 0,0 1 0 0 0,0-1 0 0 0,1 1 0 0 0,-1 0 1 0 0,0-1-1 0 0,1 1 0 0 0,-1 0 0 0 0,1 0 0 0 0,-3 2 1 0 0,-3 1 80 0 0,0 1 0 0 0,0 0 0 0 0,0 0 0 0 0,1 1 0 0 0,0 0 0 0 0,0 0 0 0 0,0 1 1 0 0,1 0-1 0 0,0 0 0 0 0,0 0 0 0 0,0 0 0 0 0,1 1 0 0 0,0-1 0 0 0,1 1 0 0 0,-3 9 1 0 0,4-11-265 0 0,0 0 1 0 0,1 0-1 0 0,0 0 1 0 0,0 0-1 0 0,0 1 1 0 0,1-1-1 0 0,0 0 1 0 0,0 1-1 0 0,0-1 1 0 0,1 0-1 0 0,0 1 1 0 0,0-1-1 0 0,1 0 1 0 0,0 0 0 0 0,0 0-1 0 0,0 0 1 0 0,1 0-1 0 0,0-1 1 0 0,0 1-1 0 0,7 9 1 0 0,-1-6-69 0 0,-1-1 0 0 0,2 0 0 0 0,-1 0 0 0 0,1-1 0 0 0,0 0 0 0 0,1-1 0 0 0,0 0 0 0 0,18 6 0 0 0,-11-3-38 0 0,31 18 0 0 0,-48-26 85 0 0,0 0 1 0 0,0 0-1 0 0,1-1 1 0 0,-1 1-1 0 0,0 0 1 0 0,0 0-1 0 0,0 0 1 0 0,0 0-1 0 0,0 0 1 0 0,-1 0-1 0 0,1 0 1 0 0,0 0 0 0 0,0 1-1 0 0,-1-1 1 0 0,1 0-1 0 0,-1 0 1 0 0,1 1-1 0 0,-1-1 1 0 0,1 0-1 0 0,-1 1 1 0 0,0-1-1 0 0,1 0 1 0 0,-1 1-1 0 0,0-1 1 0 0,0 0-1 0 0,0 1 1 0 0,0-1 0 0 0,-1 1-1 0 0,1-1 1 0 0,0 0-1 0 0,0 1 1 0 0,-1-1-1 0 0,1 0 1 0 0,-1 0-1 0 0,1 1 1 0 0,-1-1-1 0 0,0 0 1 0 0,1 0-1 0 0,-1 0 1 0 0,0 1-1 0 0,0-1 1 0 0,0 0 0 0 0,0 0-1 0 0,0 0 1 0 0,0-1-1 0 0,0 1 1 0 0,0 0-1 0 0,-2 1 1 0 0,-4 4-139 0 0,-1-1 0 0 0,0 0 0 0 0,0 0 0 0 0,0-1 0 0 0,0 1 0 0 0,-10 2 0 0 0,-6 0-4991 0 0,-2-1-1803 0 0</inkml:trace>
</inkml:ink>
</file>

<file path=ppt/ink/ink1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4:46.3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43 9674 0 0,'-18'5'5516'0'0,"18"-5"-5475"0"0,27 7 2278 0 0,335-4 2619 0 0,2-24-4120 0 0,-180 9-514 0 0,-78 6-418 0 0,235-12 223 0 0,-115 17-3683 0 0,-201 2-3694 0 0</inkml:trace>
</inkml:ink>
</file>

<file path=ppt/ink/ink1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4:46.5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 9218 0 0,'-19'0'1075'0'0,"26"7"2116"0"0,28 12 1475 0 0,-33-18-4948 0 0,1 1 436 0 0,29 13 866 0 0,-1 1 0 0 0,-1 2 0 0 0,0 1 1 0 0,43 36-1 0 0,-66-48-996 0 0,-1-1 1 0 0,0 1-1 0 0,0 0 1 0 0,-1 0 0 0 0,0 1-1 0 0,0-1 1 0 0,0 1-1 0 0,-1 0 1 0 0,6 18-1 0 0,-9-20-13 0 0,1 1 0 0 0,-1 0 0 0 0,0 0 0 0 0,-1 0 0 0 0,0 0 0 0 0,0 0 0 0 0,0 0 0 0 0,-1-1 0 0 0,0 1 0 0 0,0 0 0 0 0,-1 0 0 0 0,0 0 0 0 0,0-1 0 0 0,-6 12 0 0 0,0-3-277 0 0,0-1 0 0 0,-2 0 0 0 0,0 0-1 0 0,0-1 1 0 0,-1 0 0 0 0,-15 13 0 0 0,-3 1-7497 0 0</inkml:trace>
</inkml:ink>
</file>

<file path=ppt/ink/ink1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6:41.8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1634 322 456 0 0,'-319'-12'1482'0'0,"81"-1"-523"0"0,-324 24-911 0 0,431-6 80 0 0,-17-7 1666 0 0,91-1 838 0 0,-1 3 0 0 0,-62 8 0 0 0,167-11-1431 0 0,91 6 1 0 0,-7 1-149 0 0,182-22-969 0 0,-115 5-8 0 0,266-19 1061 0 0,-205 13-457 0 0,1127-53 456 0 0,-1157 65-1096 0 0,1396-9 895 0 0,-792 50-811 0 0,280 3 120 0 0,-770-33 60 0 0,539-5 642 0 0,-76-51-950 0 0,-268 12 22 0 0,1722-81 1160 0 0,-1264 119-282 0 0,-681 1-3512 0 0</inkml:trace>
</inkml:ink>
</file>

<file path=ppt/ink/ink1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0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73 55 6913 0 0,'-10'-55'8162'0'0,"6"76"-4470"0"0,0 2-3128 0 0,-13 85-52 0 0,-14 117 96 0 0,27-170-1495 0 0,1 0 0 0 0,7 63 0 0 0,-2-95-1185 0 0,2-4-3772 0 0</inkml:trace>
</inkml:ink>
</file>

<file path=ppt/ink/ink1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1.1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12 10594 0 0,'-9'-12'2513'0'0,"10"29"395"0"0,0 2-2702 0 0,-1-8-309 0 0,0 0-1 0 0,0 0 1 0 0,1 0 0 0 0,1 0-1 0 0,0 0 1 0 0,0 0 0 0 0,1-1 0 0 0,7 18-1 0 0,0-11 104 0 0</inkml:trace>
</inkml:ink>
</file>

<file path=ppt/ink/ink1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1.6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1 119 8754 0 0,'1'-3'238'0'0,"0"1"1"0"0,1-1-1 0 0,-1 0 0 0 0,1 1 1 0 0,0-1-1 0 0,-1 1 0 0 0,1-1 1 0 0,0 1-1 0 0,1 0 1 0 0,-1 0-1 0 0,0 0 0 0 0,0 0 1 0 0,1 0-1 0 0,-1 1 0 0 0,1-1 1 0 0,0 1-1 0 0,-1 0 1 0 0,1-1-1 0 0,0 1 0 0 0,0 0 1 0 0,0 1-1 0 0,0-1 0 0 0,0 0 1 0 0,0 1-1 0 0,5 0 1 0 0,-4 0-28 0 0,0 0 0 0 0,0 0 0 0 0,0 1 0 0 0,-1-1 0 0 0,1 1 0 0 0,0 0 0 0 0,0 0 0 0 0,-1 1 0 0 0,1-1 0 0 0,-1 1 0 0 0,1-1 0 0 0,-1 1 0 0 0,0 1 0 0 0,1-1 0 0 0,-1 0 0 0 0,0 1 0 0 0,0-1 0 0 0,-1 1 0 0 0,5 5 0 0 0,16 27 483 0 0,32 64 0 0 0,-8-12-153 0 0,-47-87-542 0 0,0 0 1 0 0,1 0-1 0 0,-1 0 1 0 0,0 1-1 0 0,0-1 1 0 0,0 0-1 0 0,0 0 1 0 0,0 0-1 0 0,0 0 1 0 0,0 0-1 0 0,0 1 1 0 0,1-1-1 0 0,-1 0 1 0 0,0 0-1 0 0,0 0 1 0 0,0 0-1 0 0,0 0 1 0 0,0 0-1 0 0,1 0 1 0 0,-1 0-1 0 0,0 0 1 0 0,0 0-1 0 0,0 1 1 0 0,0-1-1 0 0,1 0 1 0 0,-1 0-1 0 0,0 0 1 0 0,0 0-1 0 0,0 0 1 0 0,0 0-1 0 0,1 0 1 0 0,-1 0 0 0 0,0 0-1 0 0,0 0 1 0 0,0-1-1 0 0,0 1 1 0 0,1 0-1 0 0,-1 0 1 0 0,0 0-1 0 0,0 0 1 0 0,0 0-1 0 0,0 0 1 0 0,1 0-1 0 0,-1 0 1 0 0,7-11-53 0 0,5-19-67 0 0,-10 25 98 0 0,13-36 29 0 0,40-77 0 0 0,-49 107 37 0 0,0 1 1 0 0,1-1 0 0 0,0 1 0 0 0,1 1 0 0 0,1-1-1 0 0,-1 1 1 0 0,1 1 0 0 0,1 0 0 0 0,-1 0 0 0 0,1 0-1 0 0,21-10 1 0 0,-30 17-21 0 0,0 0 0 0 0,1 0 0 0 0,-1 1 0 0 0,0-1-1 0 0,0 1 1 0 0,1-1 0 0 0,-1 0 0 0 0,1 1 0 0 0,-1 0 0 0 0,0-1-1 0 0,1 1 1 0 0,-1 0 0 0 0,1 0 0 0 0,-1 0 0 0 0,1 0 0 0 0,-1 0 0 0 0,1 0-1 0 0,-1 0 1 0 0,0 1 0 0 0,1-1 0 0 0,-1 0 0 0 0,1 1 0 0 0,-1-1-1 0 0,0 1 1 0 0,1-1 0 0 0,-1 1 0 0 0,0 0 0 0 0,0 0 0 0 0,1 0-1 0 0,-1-1 1 0 0,0 1 0 0 0,0 0 0 0 0,0 0 0 0 0,0 1 0 0 0,0-1-1 0 0,0 0 1 0 0,-1 0 0 0 0,1 0 0 0 0,0 1 0 0 0,0-1 0 0 0,-1 0-1 0 0,1 0 1 0 0,-1 1 0 0 0,1-1 0 0 0,-1 3 0 0 0,3 7 13 0 0,-1 0 0 0 0,-1 1 0 0 0,0-1 0 0 0,-1 22 0 0 0,0-14-42 0 0,0-17-13 0 0,0 20-329 0 0,1 0 1 0 0,0 0-1 0 0,2 0 1 0 0,1-1-1 0 0,0 1 1 0 0,10 24-1 0 0,-6-25-6974 0 0</inkml:trace>
</inkml:ink>
</file>

<file path=ppt/ink/ink1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1.9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 6449 0 0,'11'-8'10082'0'0,"2"43"-8441"0"0,56 321 1126 0 0,-53-252-4724 0 0,2-1-3326 0 0,-14-82-622 0 0</inkml:trace>
</inkml:ink>
</file>

<file path=ppt/ink/ink1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2.1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0 214 5065 0 0,'1'-6'130'0'0,"0"-1"0"0"0,0 0 0 0 0,1 0 0 0 0,0 1 0 0 0,0-1 0 0 0,0 1 1 0 0,1-1-1 0 0,0 1 0 0 0,1 0 0 0 0,-1 0 0 0 0,1 0 0 0 0,0 0 0 0 0,0 1 0 0 0,1 0 0 0 0,-1 0 0 0 0,7-5 0 0 0,7-6 956 0 0,1 2 0 0 0,0 0 0 0 0,1 1 0 0 0,24-12 0 0 0,-37 21-726 0 0,0 1-1 0 0,1 0 1 0 0,-1 0-1 0 0,1 0 1 0 0,0 1 0 0 0,0 0-1 0 0,-1 1 1 0 0,1 0-1 0 0,0 0 1 0 0,0 1-1 0 0,0 0 1 0 0,0 0-1 0 0,0 1 1 0 0,0 0 0 0 0,0 0-1 0 0,10 3 1 0 0,-16-3-320 0 0,0 0 1 0 0,0-1-1 0 0,-1 1 1 0 0,1 0-1 0 0,0 0 1 0 0,0 0 0 0 0,-1 0-1 0 0,1 1 1 0 0,-1-1-1 0 0,1 0 1 0 0,-1 1-1 0 0,0-1 1 0 0,1 1-1 0 0,-1-1 1 0 0,0 1-1 0 0,0 0 1 0 0,0-1 0 0 0,0 1-1 0 0,0 0 1 0 0,-1 0-1 0 0,2 2 1 0 0,-2 0-14 0 0,1 0 0 0 0,-1 0 0 0 0,0 0 0 0 0,1 0 1 0 0,-2 0-1 0 0,1 0 0 0 0,0 0 0 0 0,-1 0 0 0 0,-2 7 0 0 0,-2 4-49 0 0,0-1-1 0 0,-2 0 0 0 0,1 0 0 0 0,-13 17 0 0 0,0-1-473 0 0,-28 35 0 0 0,13-30-2649 0 0</inkml:trace>
</inkml:ink>
</file>

<file path=ppt/ink/ink1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2.5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2304 0 0,'1'15'7314'0'0,"0"-1"-6619"0"0,1-1 0 0 0,0 1 0 0 0,0 0 0 0 0,2-1 0 0 0,0 0 0 0 0,6 15 0 0 0,-9-24-590 0 0,1 1 0 0 0,0-1 1 0 0,1 0-1 0 0,-1 0 1 0 0,1 0-1 0 0,0 0 1 0 0,0-1-1 0 0,0 1 1 0 0,0-1-1 0 0,1 1 0 0 0,-1-1 1 0 0,1 0-1 0 0,0-1 1 0 0,0 1-1 0 0,0-1 1 0 0,0 1-1 0 0,0-1 0 0 0,1 0 1 0 0,-1-1-1 0 0,1 1 1 0 0,-1-1-1 0 0,7 1 1 0 0,-7-2-143 0 0,0 0 1 0 0,-1 0-1 0 0,1-1 1 0 0,0 1-1 0 0,-1-1 1 0 0,1 0-1 0 0,0 0 1 0 0,-1 0-1 0 0,1-1 1 0 0,-1 1-1 0 0,0-1 1 0 0,0 0-1 0 0,1 0 1 0 0,-1 0-1 0 0,0 0 1 0 0,0-1 0 0 0,-1 1-1 0 0,1-1 1 0 0,-1 1-1 0 0,1-1 1 0 0,-1 0-1 0 0,0 0 1 0 0,3-4-1 0 0,5-9 68 0 0,-1-1 0 0 0,0 0 0 0 0,7-19-1 0 0,-15 33-3 0 0,13-34 652 0 0,-11 26-233 0 0,1 0-1 0 0,0 1 1 0 0,1-1-1 0 0,0 1 1 0 0,0 0 0 0 0,12-15-1 0 0,-17 24-402 0 0,1 1-1 0 0,-1-1 0 0 0,0 1 0 0 0,1-1 1 0 0,-1 1-1 0 0,1-1 0 0 0,-1 1 1 0 0,1 0-1 0 0,-1-1 0 0 0,1 1 0 0 0,0 0 1 0 0,-1-1-1 0 0,1 1 0 0 0,-1 0 1 0 0,1 0-1 0 0,-1 0 0 0 0,1-1 1 0 0,0 1-1 0 0,-1 0 0 0 0,1 0 0 0 0,0 0 1 0 0,-1 0-1 0 0,1 0 0 0 0,0 0 1 0 0,-1 0-1 0 0,1 0 0 0 0,-1 0 0 0 0,1 1 1 0 0,0-1-1 0 0,-1 0 0 0 0,1 0 1 0 0,-1 1-1 0 0,1-1 0 0 0,0 0 0 0 0,-1 0 1 0 0,1 1-1 0 0,-1-1 0 0 0,1 1 1 0 0,-1-1-1 0 0,1 0 0 0 0,-1 1 1 0 0,0-1-1 0 0,1 1 0 0 0,-1-1 0 0 0,1 1 1 0 0,-1 0-1 0 0,0-1 0 0 0,0 1 1 0 0,1-1-1 0 0,-1 1 0 0 0,0-1 0 0 0,0 1 1 0 0,0 0-1 0 0,1-1 0 0 0,-1 2 1 0 0,12 37 163 0 0,-12-37-178 0 0,7 32-66 0 0,-5-22-366 0 0,0 0-1 0 0,1 0 1 0 0,1 0 0 0 0,0 0 0 0 0,0 0-1 0 0,1 0 1 0 0,12 19 0 0 0,-3-12-6632 0 0</inkml:trace>
</inkml:ink>
</file>

<file path=ppt/ink/ink1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2.8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 6449 0 0,'28'-1'14046'0'0,"-25"15"-14582"0"0,58 356 3686 0 0,-48-242-4627 0 0,11 68-4773 0 0,-17-165-378 0 0</inkml:trace>
</inkml:ink>
</file>

<file path=ppt/ink/ink1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3.0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97 158 6913 0 0,'-11'-4'-270'0'0,"0"-1"875"0"0,0 1-1 0 0,0-2 0 0 0,-13-7 1 0 0,22 11-285 0 0,0 1 0 0 0,0 0 1 0 0,0-1-1 0 0,0 1 0 0 0,0-1 0 0 0,1 0 0 0 0,-1 0 1 0 0,0 0-1 0 0,1 0 0 0 0,0 0 0 0 0,-1 0 1 0 0,1 0-1 0 0,0 0 0 0 0,0 0 0 0 0,0 0 1 0 0,0-1-1 0 0,0 1 0 0 0,1 0 0 0 0,-1-1 0 0 0,1 1 1 0 0,0-1-1 0 0,-1-3 0 0 0,2 4-155 0 0,-1 1-1 0 0,1-1 0 0 0,0 0 1 0 0,0 1-1 0 0,-1-1 0 0 0,1 0 1 0 0,0 1-1 0 0,0-1 1 0 0,0 1-1 0 0,1-1 0 0 0,-1 1 1 0 0,0 0-1 0 0,1 0 0 0 0,-1-1 1 0 0,0 1-1 0 0,1 0 0 0 0,-1 0 1 0 0,1 0-1 0 0,0 1 1 0 0,-1-1-1 0 0,1 0 0 0 0,0 0 1 0 0,2 0-1 0 0,47-12 326 0 0,-40 11-160 0 0,73-15-112 0 0,-28 9-5978 0 0,-17 3-959 0 0</inkml:trace>
</inkml:ink>
</file>

<file path=ppt/ink/ink1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4.2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1019 160 5529 0 0,'0'-6'314'0'0,"-1"1"-1"0"0,0 0 1 0 0,0-1-1 0 0,-1 1 1 0 0,0 0-1 0 0,1 0 1 0 0,-2 0 0 0 0,1 0-1 0 0,-1 0 1 0 0,1 1-1 0 0,-1-1 1 0 0,-1 1-1 0 0,-4-6 1 0 0,1 2 88 0 0,0 1 0 0 0,0 0 0 0 0,-1 0 0 0 0,0 1 0 0 0,0-1 0 0 0,-10-4 0 0 0,8 6-129 0 0,1 0 0 0 0,-1 1 1 0 0,-1 0-1 0 0,1 1 0 0 0,0 0 0 0 0,-1 0 0 0 0,0 1 0 0 0,1 1 0 0 0,-1 0 0 0 0,0 0 0 0 0,-19 2 0 0 0,15 1-54 0 0,0 1 1 0 0,0 0 0 0 0,0 1-1 0 0,1 1 1 0 0,-1 0-1 0 0,1 1 1 0 0,-20 11-1 0 0,-8 11 40 0 0,1 1 0 0 0,2 2-1 0 0,-70 70 1 0 0,108-99-256 0 0,-50 48 258 0 0,-85 112 0 0 0,115-133-144 0 0,1 2 0 0 0,2 1 0 0 0,1 0 0 0 0,1 1 0 0 0,-19 62 0 0 0,9-4-9 0 0,4 1-1 0 0,4 1 0 0 0,5 1 0 0 0,-4 161 0 0 0,18-208-104 0 0,3 1 0 0 0,1-1-1 0 0,3 1 1 0 0,1-2-1 0 0,3 1 1 0 0,18 45-1 0 0,-18-61 2 0 0,1-1-1 0 0,2 0 1 0 0,1-1-1 0 0,2 0 1 0 0,0-2 0 0 0,2 0-1 0 0,1-1 1 0 0,1-1-1 0 0,37 33 1 0 0,15-2-92 0 0,1-2 1 0 0,3-4 0 0 0,163 76-1 0 0,-191-104 179 0 0,0-2-1 0 0,1-3 0 0 0,1-2 0 0 0,0-2 1 0 0,63 7-1 0 0,-89-18-40 0 0,-1-1 1 0 0,1-2-1 0 0,0 0 1 0 0,-1-2-1 0 0,43-9 1 0 0,-21 0-27 0 0,-2-2 0 0 0,50-22 0 0 0,-68 23-18 0 0,-1-2 0 0 0,0 0 0 0 0,-2-1 0 0 0,0-2 1 0 0,0 0-1 0 0,-2-2 0 0 0,0 0 0 0 0,19-25 1 0 0,-5 2 238 0 0,-2-2 0 0 0,-2-1 0 0 0,34-65 0 0 0,-46 68-109 0 0,-1-1 0 0 0,-2 0 0 0 0,-2-1 0 0 0,-2-1 0 0 0,10-67 0 0 0,-9 12 163 0 0,0-149 1 0 0,-14 178-234 0 0,-4 0 0 0 0,-3 0 0 0 0,-3 1 0 0 0,-3 0 0 0 0,-3 0 0 0 0,-41-111 0 0 0,41 145-5 0 0,-1 1 0 0 0,-2 1 0 0 0,-47-64-1 0 0,27 48-123 0 0,-79-76 0 0 0,94 105-61 0 0,-1 1 1 0 0,-1 2-1 0 0,-1 0 1 0 0,0 2-1 0 0,-2 0 1 0 0,-43-17-1 0 0,-39-8-6825 0 0,84 34-98 0 0</inkml:trace>
</inkml:ink>
</file>

<file path=ppt/ink/ink1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5.1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37 10138 0 0,'-2'3'541'0'0,"0"1"-1"0"0,0-1 1 0 0,0 1-1 0 0,1 0 1 0 0,-1-1 0 0 0,1 1-1 0 0,-1 4 1 0 0,1-7-240 0 0,-1 6-146 0 0,1 0 0 0 0,-1 1 0 0 0,2-1-1 0 0,-1 0 1 0 0,1 1 0 0 0,0-1 0 0 0,0 1-1 0 0,1-1 1 0 0,0 0 0 0 0,0 1 0 0 0,1-1-1 0 0,0 0 1 0 0,0 0 0 0 0,0 0-1 0 0,1 0 1 0 0,1 0 0 0 0,-1-1 0 0 0,1 1-1 0 0,4 5 1 0 0,-2-3-199 0 0,1-1 0 0 0,0 1-1 0 0,0-2 1 0 0,0 1 0 0 0,1-1 0 0 0,0 0-1 0 0,1-1 1 0 0,-1 0 0 0 0,1 0-1 0 0,1 0 1 0 0,-1-2 0 0 0,19 8 0 0 0,-26-11 108 0 0,0 0 1 0 0,0 0-1 0 0,0 0 1 0 0,0-1-1 0 0,-1 1 1 0 0,1-1-1 0 0,0 0 1 0 0,0 1-1 0 0,0-1 1 0 0,0 0 0 0 0,0 0-1 0 0,0 0 1 0 0,0 0-1 0 0,0-1 1 0 0,0 1-1 0 0,0 0 1 0 0,0-1-1 0 0,0 0 1 0 0,0 1-1 0 0,0-1 1 0 0,0 0-1 0 0,-1 0 1 0 0,1 0-1 0 0,0 0 1 0 0,-1 0 0 0 0,1 0-1 0 0,-1-1 1 0 0,1 1-1 0 0,-1 0 1 0 0,1-1-1 0 0,-1 1 1 0 0,0-1-1 0 0,0 0 1 0 0,0 1-1 0 0,0-1 1 0 0,0 0-1 0 0,0 0 1 0 0,0 1-1 0 0,0-1 1 0 0,-1 0-1 0 0,1 0 1 0 0,-1 0 0 0 0,0 0-1 0 0,1-4 1 0 0,0-4 110 0 0,-1 1 0 0 0,0-1 0 0 0,0 1 0 0 0,-1-1 0 0 0,0 1 0 0 0,-1 0 0 0 0,0-1 0 0 0,-3-10 0 0 0,0 8-231 0 0,1-1 0 0 0,-1 1 1 0 0,-1 0-1 0 0,0 1 0 0 0,-1-1 0 0 0,0 1 0 0 0,-1 1 0 0 0,0-1 0 0 0,0 1 0 0 0,-1 1 0 0 0,-1 0 0 0 0,1 0 0 0 0,-2 0 0 0 0,1 2 0 0 0,-15-9 0 0 0,15 11-976 0 0</inkml:trace>
</inkml:ink>
</file>

<file path=ppt/ink/ink1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5.5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93 7834 0 0,'0'6'7499'0'0,"1"5"-3676"0"0,0 0-3249 0 0,0 0 0 0 0,0 1 0 0 0,6 19 1 0 0,-2-20-480 0 0,0 0 0 0 0,0-1 1 0 0,1 0-1 0 0,8 10 0 0 0,-11-16-130 0 0,0 0 0 0 0,0 0 0 0 0,1 0 0 0 0,0 0 0 0 0,0 0 0 0 0,0-1 0 0 0,0 0 0 0 0,1 0 0 0 0,-1 0 0 0 0,1 0 0 0 0,5 2 0 0 0,-8-5-23 0 0,0 1 1 0 0,-1-1-1 0 0,1 1 1 0 0,0-1-1 0 0,0 0 0 0 0,0 0 1 0 0,0 0-1 0 0,0 0 1 0 0,-1 0-1 0 0,1 0 1 0 0,0 0-1 0 0,0-1 1 0 0,0 1-1 0 0,0-1 1 0 0,-1 1-1 0 0,1-1 1 0 0,0 0-1 0 0,-1 0 1 0 0,3-1-1 0 0,0-1-14 0 0,-1 1-1 0 0,0-1 1 0 0,0 0-1 0 0,0 0 1 0 0,0 0-1 0 0,0-1 1 0 0,-1 1-1 0 0,3-5 1 0 0,2-5-52 0 0,0 0 1 0 0,-2-1 0 0 0,9-26-1 0 0,-9 24 247 0 0,-1-1 0 0 0,0 0 1 0 0,-1 0-1 0 0,-1-1 0 0 0,-1 1 0 0 0,0 0 0 0 0,-3-28 1 0 0,-3 57 1883 0 0,0 13-1738 0 0,6-5-586 0 0,0 0 1 0 0,1 1-1 0 0,1-1 0 0 0,0 0 0 0 0,10 27 1 0 0,-6-29-7087 0 0</inkml:trace>
</inkml:ink>
</file>

<file path=ppt/ink/ink1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5.9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16 9674 0 0,'8'-16'9466'0'0,"-10"54"-4658"0"0,1-21-5538 0 0,1 44 922 0 0,3 0 0 0 0,12 66 1 0 0,31 120-1302 0 0,-35-199 433 0 0,-4-12-418 0 0</inkml:trace>
</inkml:ink>
</file>

<file path=ppt/ink/ink1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6.1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1 126 9218 0 0,'0'-1'84'0'0,"0"0"-1"0"0,0 0 1 0 0,0 0 0 0 0,-1-1 0 0 0,1 1-1 0 0,0 0 1 0 0,0 0 0 0 0,1 0 0 0 0,-1 0-1 0 0,0 0 1 0 0,0 0 0 0 0,0 0 0 0 0,1 0-1 0 0,-1 0 1 0 0,0 0 0 0 0,1 0 0 0 0,-1 0-1 0 0,1 0 1 0 0,0 0 0 0 0,-1 0 0 0 0,1 0-1 0 0,-1 0 1 0 0,1 0 0 0 0,0 1 0 0 0,0-1-1 0 0,0 0 1 0 0,-1 0 0 0 0,1 1 0 0 0,0-1-1 0 0,0 1 1 0 0,2-2 0 0 0,39-23 2964 0 0,-33 19-2959 0 0,5-2 20 0 0,0-1-1 0 0,0 2 0 0 0,1 0 1 0 0,0 0-1 0 0,1 2 0 0 0,-1 0 1 0 0,1 1-1 0 0,0 0 0 0 0,0 1 1 0 0,0 1-1 0 0,1 0 0 0 0,18 2 1 0 0,-13 2-109 0 0</inkml:trace>
</inkml:ink>
</file>

<file path=ppt/ink/ink1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6.7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13363 0 0,'3'-1'238'0'0,"0"1"-1"0"0,0-1 1 0 0,1 1 0 0 0,-1 0 0 0 0,0 0-1 0 0,0 0 1 0 0,0 0 0 0 0,0 1 0 0 0,0-1-1 0 0,0 1 1 0 0,0 0 0 0 0,0 0 0 0 0,0 0-1 0 0,0 0 1 0 0,0 0 0 0 0,-1 1 0 0 0,1-1-1 0 0,0 1 1 0 0,-1 0 0 0 0,1 0 0 0 0,-1 0-1 0 0,0 0 1 0 0,0 0 0 0 0,3 4 0 0 0,2 1 117 0 0,-1 0 1 0 0,-1 1-1 0 0,1 0 1 0 0,-1 0-1 0 0,0 0 1 0 0,5 16-1 0 0,-2 1-216 0 0,-1 1-1 0 0,-1-1 0 0 0,-2 1 0 0 0,3 49 1 0 0,-5 1-6645 0 0,-1-47-369 0 0</inkml:trace>
</inkml:ink>
</file>

<file path=ppt/ink/ink1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6.9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46 5529 0 0,'17'-9'823'0'0,"1"2"-1"0"0,0 0 0 0 0,0 1 1 0 0,32-6-1 0 0,-40 10-189 0 0,0 1 0 0 0,0 0 0 0 0,0 0 0 0 0,0 1 0 0 0,0 1 0 0 0,0-1 0 0 0,0 2 0 0 0,0-1 0 0 0,0 2 0 0 0,14 4 0 0 0,-22-7-530 0 0,0 1 0 0 0,0 0 0 0 0,-1-1 0 0 0,1 1 0 0 0,0 0 1 0 0,-1 0-1 0 0,1 0 0 0 0,-1 0 0 0 0,1 0 0 0 0,-1 0 0 0 0,1 1 1 0 0,-1-1-1 0 0,0 0 0 0 0,0 1 0 0 0,1-1 0 0 0,-1 1 0 0 0,0-1 1 0 0,0 1-1 0 0,-1 0 0 0 0,1-1 0 0 0,0 1 0 0 0,0 0 0 0 0,0 2 1 0 0,-1-1-34 0 0,0 0 0 0 0,-1 0 0 0 0,1-1 0 0 0,0 1 1 0 0,-1 0-1 0 0,0 0 0 0 0,1-1 0 0 0,-1 1 1 0 0,0-1-1 0 0,0 1 0 0 0,-1 0 0 0 0,1-1 0 0 0,-4 5 1 0 0,-5 6-97 0 0,0-1 0 0 0,-1 0 1 0 0,-1-1-1 0 0,-13 11 0 0 0,22-20 12 0 0,-65 52-2681 0 0,46-37-3576 0 0</inkml:trace>
</inkml:ink>
</file>

<file path=ppt/ink/ink1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7.3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 8754 0 0,'5'4'817'0'0,"-2"0"0"0"0,1 1-1 0 0,-1-1 1 0 0,1 1 0 0 0,-1 0 0 0 0,0 0 0 0 0,-1 0 0 0 0,1 1 0 0 0,-1-1-1 0 0,2 9 1 0 0,-1 1-395 0 0,-1-1-1 0 0,1 25 1 0 0,-2-24-331 0 0,0 1-1 0 0,7 28 1 0 0,-8-44-115 0 0,0 1 0 0 0,0 0 0 0 0,0 0 0 0 0,0-1 1 0 0,0 1-1 0 0,0 0 0 0 0,0 0 0 0 0,0-1 0 0 0,1 1 0 0 0,-1 0 0 0 0,0 0 0 0 0,1-1 0 0 0,-1 1 0 0 0,0 0 0 0 0,1-1 1 0 0,-1 1-1 0 0,1-1 0 0 0,-1 1 0 0 0,1 0 0 0 0,-1-1 0 0 0,1 1 0 0 0,-1-1 0 0 0,1 1 0 0 0,0-1 0 0 0,-1 0 0 0 0,1 1 0 0 0,0-1 1 0 0,-1 0-1 0 0,1 1 0 0 0,0-1 0 0 0,0 0 0 0 0,-1 0 0 0 0,1 0 0 0 0,0 1 0 0 0,0-1 0 0 0,-1 0 0 0 0,1 0 0 0 0,0 0 0 0 0,0 0 1 0 0,-1 0-1 0 0,1 0 0 0 0,0-1 0 0 0,0 1 0 0 0,-1 0 0 0 0,1 0 0 0 0,0-1 0 0 0,0 1 0 0 0,-1 0 0 0 0,1-1 0 0 0,0 1 1 0 0,-1 0-1 0 0,1-1 0 0 0,-1 1 0 0 0,1-1 0 0 0,0 1 0 0 0,-1-1 0 0 0,1 1 0 0 0,-1-1 0 0 0,1 0 0 0 0,-1 1 0 0 0,1-2 1 0 0,3-2-103 0 0,0-1 1 0 0,0 0-1 0 0,0 0 1 0 0,-1-1-1 0 0,0 1 1 0 0,3-6 0 0 0,0-8 313 0 0,-1 0 1 0 0,5-29 0 0 0,-7 30 636 0 0,0-1 0 0 0,12-29-1 0 0,-10 42-508 0 0,0 13 207 0 0,5 27 620 0 0,-4-11-716 0 0,-2-15-1208 0 0,-1-1 1 0 0,1 0-1 0 0,1 0 0 0 0,0 0 1 0 0,0 0-1 0 0,0-1 1 0 0,0 1-1 0 0,10 7 0 0 0,3 1-5820 0 0</inkml:trace>
</inkml:ink>
</file>

<file path=ppt/ink/ink1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7.5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5065 0 0,'5'52'8558'0'0,"5"4"-4465"0"0,-2-15-2485 0 0,-2-10-927 0 0,2 0 0 0 0,1 0-1 0 0,15 34 1 0 0,46 85-768 0 0,-24-57-1825 0 0,-34-65-5309 0 0</inkml:trace>
</inkml:ink>
</file>

<file path=ppt/ink/ink1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7.7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1 156 7370 0 0,'0'-1'171'0'0,"1"-1"0"0"0,0 1 0 0 0,0 0 1 0 0,0-1-1 0 0,0 1 0 0 0,0 0 0 0 0,0-1 1 0 0,0 1-1 0 0,0 0 0 0 0,0 0 1 0 0,1 0-1 0 0,-1 0 0 0 0,1 0 0 0 0,-1 1 1 0 0,3-3-1 0 0,32-15 2589 0 0,-26 13-2407 0 0,26-13 1074 0 0,0 3 0 0 0,52-17 0 0 0,-39 19-2393 0 0,71-11-1 0 0,-93 20 242 0 0,-4-3 426 0 0</inkml:trace>
</inkml:ink>
</file>

<file path=ppt/ink/ink1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2.4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1 177 7834 0 0,'19'-5'3226'0'0,"169"-63"3255"0"0,-116 40-6787 0 0,1 2-1 0 0,81-16 0 0 0,-119 35-967 0 0</inkml:trace>
</inkml:ink>
</file>

<file path=ppt/ink/ink1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2.7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6 9218 0 0,'0'0'63'0'0,"0"0"0"0"0,0 0 1 0 0,0 0-1 0 0,0-1 0 0 0,0 1 0 0 0,0 0 1 0 0,0 0-1 0 0,0 0 0 0 0,0 0 0 0 0,1-4 1455 0 0,0 4-1455 0 0,-1 0 0 0 0,0 0 0 0 0,0 0 1 0 0,0 0-1 0 0,0 0 0 0 0,1 0 0 0 0,-1 0 0 0 0,0 0 1 0 0,0 0-1 0 0,0 0 0 0 0,0 0 0 0 0,1 0 1 0 0,-1 0-1 0 0,0 0 0 0 0,0 0 0 0 0,0 0 1 0 0,0 0-1 0 0,1 0 0 0 0,-1 0 0 0 0,0 0 0 0 0,0 0 1 0 0,0 0-1 0 0,1 0 0 0 0,19 4 2370 0 0,19 10 174 0 0,-31-8-2348 0 0,0 1-1 0 0,-1-1 1 0 0,0 1 0 0 0,0 1-1 0 0,0-1 1 0 0,-1 1-1 0 0,0 1 1 0 0,-1-1-1 0 0,0 1 1 0 0,0-1 0 0 0,-1 1-1 0 0,0 1 1 0 0,0-1-1 0 0,3 15 1 0 0,2 16-172 0 0,-1 1 0 0 0,4 48 0 0 0,-8-46 98 0 0,1-7-382 0 0,16 98-31 0 0,-18-121-228 0 0,1 1 0 0 0,1 0 0 0 0,0-1-1 0 0,0 0 1 0 0,2 0 0 0 0,-1-1 0 0 0,13 17 0 0 0,0-6-6198 0 0</inkml:trace>
</inkml:ink>
</file>

<file path=ppt/ink/ink1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3.0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0 186 1840 0 0,'26'29'3257'0'0,"-18"-21"-2192"0"0,1 1 0 0 0,-1-1-1 0 0,-1 1 1 0 0,10 15 0 0 0,20 23 3863 0 0,-41-60 60 0 0,-2-23-3807 0 0,2 11-773 0 0,0 5-434 0 0,1 1-1 0 0,1 0 0 0 0,1-1 1 0 0,1-20-1 0 0,0 32-465 0 0,1-1-1 0 0,0 1 0 0 0,1-1 1 0 0,0 1-1 0 0,0 0 0 0 0,1-1 0 0 0,0 1 1 0 0,1 0-1 0 0,-1 1 0 0 0,1-1 0 0 0,9-11 1 0 0,2 0-5467 0 0</inkml:trace>
</inkml:ink>
</file>

<file path=ppt/ink/ink1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3.4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157 15 4609 0 0,'0'-1'63'0'0,"0"1"0"0"0,0-1 0 0 0,0 0 1 0 0,-1 1-1 0 0,1-1 0 0 0,0 1 0 0 0,0-1 0 0 0,0 0 0 0 0,0 1 1 0 0,-1-1-1 0 0,1 1 0 0 0,0-1 0 0 0,-1 1 0 0 0,1-1 0 0 0,0 1 0 0 0,-1-1 1 0 0,1 1-1 0 0,0-1 0 0 0,-1 1 0 0 0,1 0 0 0 0,-1-1 0 0 0,1 1 1 0 0,-1 0-1 0 0,1-1 0 0 0,-1 1 0 0 0,1 0 0 0 0,-1 0 0 0 0,0-1 0 0 0,1 1 1 0 0,-1 0-1 0 0,1 0 0 0 0,-1 0 0 0 0,-1 0 0 0 0,-20 10 2428 0 0,21-10-2493 0 0,-8 7 318 0 0,-1-1 1 0 0,1 2-1 0 0,1-1 1 0 0,-1 1 0 0 0,1 1-1 0 0,1 0 1 0 0,0 0-1 0 0,0 0 1 0 0,1 1-1 0 0,0-1 1 0 0,-7 18 0 0 0,9-20-327 0 0,1 0 1 0 0,0 0 0 0 0,1 1 0 0 0,0-1 0 0 0,0 1 0 0 0,0-1 0 0 0,1 1 0 0 0,0 0 0 0 0,1-1 0 0 0,0 1 0 0 0,0 0-1 0 0,0 0 1 0 0,1-1 0 0 0,0 1 0 0 0,1 0 0 0 0,0-1 0 0 0,0 1 0 0 0,3 6 0 0 0,-4-12-99 0 0,0 0-1 0 0,-1 0 1 0 0,1-1 0 0 0,0 1 0 0 0,0 0 0 0 0,0-1-1 0 0,0 1 1 0 0,0-1 0 0 0,1 1 0 0 0,-1-1 0 0 0,0 1-1 0 0,1-1 1 0 0,-1 0 0 0 0,1 0 0 0 0,-1 0 0 0 0,1 0-1 0 0,0 0 1 0 0,-1 0 0 0 0,1 0 0 0 0,0 0 0 0 0,0-1-1 0 0,0 1 1 0 0,3 0 0 0 0,-3-1 37 0 0,0-1 0 0 0,0 1 0 0 0,1-1 0 0 0,-1 0 0 0 0,0 1 1 0 0,0-1-1 0 0,0 0 0 0 0,0 0 0 0 0,0 0 0 0 0,0-1 0 0 0,0 1 0 0 0,0 0 0 0 0,0-1 0 0 0,-1 1 0 0 0,1-1 0 0 0,2-2 0 0 0,4-6 171 0 0,-1 0 1 0 0,0 0-1 0 0,-1-1 0 0 0,0 0 0 0 0,0 0 0 0 0,4-12 0 0 0,2-17 337 0 0,-9 27 412 0 0,1 1 0 0 0,1-1 0 0 0,-1 1-1 0 0,2 0 1 0 0,13-22 0 0 0,-19 34-827 0 0,0 0-1 0 0,0 0 1 0 0,0 0-1 0 0,0-1 1 0 0,0 1-1 0 0,1 0 1 0 0,-1 0-1 0 0,0 0 1 0 0,0 0 0 0 0,0 0-1 0 0,0 0 1 0 0,1-1-1 0 0,-1 1 1 0 0,0 0-1 0 0,0 0 1 0 0,0 0-1 0 0,1 0 1 0 0,-1 0-1 0 0,0 0 1 0 0,0 0-1 0 0,1 0 1 0 0,-1 0-1 0 0,0 0 1 0 0,0 0-1 0 0,0 0 1 0 0,1 0 0 0 0,-1 0-1 0 0,0 0 1 0 0,0 0-1 0 0,0 0 1 0 0,1 0-1 0 0,-1 0 1 0 0,0 0-1 0 0,0 1 1 0 0,0-1-1 0 0,1 0 1 0 0,-1 0-1 0 0,0 0 1 0 0,0 0-1 0 0,0 0 1 0 0,0 1-1 0 0,1-1 1 0 0,-1 0-1 0 0,9 14 1533 0 0,2 14 538 0 0,7 19-3272 0 0,-13-34 80 0 0</inkml:trace>
</inkml:ink>
</file>

<file path=ppt/ink/ink1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3.6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25 8290 0 0,'14'-24'4809'0'0,"-13"24"-4621"0"0,0 1 1 0 0,-1-1-1 0 0,1 0 1 0 0,0 1-1 0 0,-1-1 1 0 0,1 1-1 0 0,0-1 1 0 0,-1 1 0 0 0,1-1-1 0 0,0 1 1 0 0,-1-1-1 0 0,1 1 1 0 0,-1 0-1 0 0,1-1 1 0 0,-1 1-1 0 0,0 0 1 0 0,1 0 0 0 0,-1-1-1 0 0,1 1 1 0 0,-1 0-1 0 0,0 0 1 0 0,0-1-1 0 0,0 1 1 0 0,1 0-1 0 0,-1 0 1 0 0,0 0 0 0 0,0 0-1 0 0,0-1 1 0 0,0 1-1 0 0,0 0 1 0 0,0 0-1 0 0,-1 0 1 0 0,1 1 0 0 0,1 26 403 0 0,0 0-284 0 0,6 34 0 0 0,-5-53-833 0 0,-1 0 0 0 0,2-1 0 0 0,0 1 0 0 0,0-1 1 0 0,0 1-1 0 0,1-1 0 0 0,0 0 0 0 0,6 8 0 0 0,-2-6-906 0 0</inkml:trace>
</inkml:ink>
</file>

<file path=ppt/ink/ink1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3.8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53 13827 0 0,'-4'-13'608'0'0,"1"3"128"0"0,0 2-584 0 0,2 2-152 0 0,1 2 720 0 0,0 1 113 0 0,0 1 31 0 0,0-3 0 0 0,1 4-864 0 0,2 1-224 0 0,-1 4-24 0 0,2 4 0 0 0,0 5-2129 0 0,3 2-431 0 0,3 4-81 0 0,2 1-24 0 0</inkml:trace>
</inkml:ink>
</file>

<file path=ppt/ink/ink1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4.2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34 5185 0 0,'-2'-5'231'0'0,"-6"-11"-245"0"0,8 16 75 0 0,-1-1 1 0 0,1 1-1 0 0,0 0 1 0 0,0-1-1 0 0,0 1 1 0 0,0 0-1 0 0,0-1 1 0 0,0 1-1 0 0,0-1 1 0 0,0 1-1 0 0,0 0 1 0 0,0-1-1 0 0,0 1 1 0 0,0-1-1 0 0,0 1 1 0 0,0 0-1 0 0,0-1 1 0 0,0 1-1 0 0,0 0 1 0 0,1-1-1 0 0,-1 1 1 0 0,0 0-1 0 0,0-1 1 0 0,0 1-1 0 0,1 0 1 0 0,-1-1-1 0 0,0 1 1 0 0,0 0-1 0 0,1-1 1 0 0,-1 1-1 0 0,0 0 1 0 0,1 0-1 0 0,-1 0 1 0 0,0-1-1 0 0,1 1 1 0 0,-1 0-1 0 0,1 0 1 0 0,0 1 86 0 0,0 0 1 0 0,0 1-1 0 0,0-1 0 0 0,0 1 1 0 0,0 0-1 0 0,0-1 1 0 0,0 1-1 0 0,-1 0 0 0 0,1-1 1 0 0,-1 1-1 0 0,1 0 0 0 0,-1 0 1 0 0,0 0-1 0 0,1 3 0 0 0,-1-4-90 0 0,10 51 1159 0 0,-9-39-1167 0 0,0 0 0 0 0,2-1 0 0 0,0 1 0 0 0,0 0 0 0 0,1-1 0 0 0,0 0 0 0 0,1 0 0 0 0,1 0 0 0 0,10 16 0 0 0,-16-27-86 0 0,1 0 0 0 0,0-1 0 0 0,-1 1 0 0 0,1 0 0 0 0,-1 0 0 0 0,1 0 0 0 0,0-1 0 0 0,0 1 0 0 0,-1 0 0 0 0,1-1 1 0 0,0 1-1 0 0,0-1 0 0 0,0 1 0 0 0,0-1 0 0 0,0 1 0 0 0,0-1 0 0 0,0 0 0 0 0,0 1 0 0 0,0-1 0 0 0,0 0 0 0 0,0 0 1 0 0,0 0-1 0 0,0 0 0 0 0,0 0 0 0 0,0 0 0 0 0,0 0 0 0 0,0 0 0 0 0,0 0 0 0 0,0 0 0 0 0,0-1 0 0 0,0 1 0 0 0,0 0 1 0 0,0-1-1 0 0,-1 1 0 0 0,1 0 0 0 0,0-1 0 0 0,0 1 0 0 0,0-1 0 0 0,0 0 0 0 0,0 1 0 0 0,-1-1 0 0 0,1 0 1 0 0,0 1-1 0 0,-1-1 0 0 0,1 0 0 0 0,0 0 0 0 0,-1 0 0 0 0,1 1 0 0 0,-1-1 0 0 0,1 0 0 0 0,-1 0 0 0 0,1-1 0 0 0,4-9 162 0 0,1 1 0 0 0,-2-1 0 0 0,6-19-1 0 0,-6 18-197 0 0,1 1-18 0 0,-1 0-1 0 0,2 0 0 0 0,-1 0 1 0 0,2 0-1 0 0,9-12 1 0 0,-14 20 215 0 0,0 1 1 0 0,0 0 0 0 0,0 0-1 0 0,0 0 1 0 0,1 0 0 0 0,-1 0 0 0 0,0 1-1 0 0,1-1 1 0 0,-1 1 0 0 0,1-1 0 0 0,0 1-1 0 0,4-1 1 0 0,-6 1 31 0 0,1 1 1 0 0,0 0-1 0 0,0 0 1 0 0,0 0-1 0 0,0 0 1 0 0,-1 0-1 0 0,1 1 1 0 0,0-1-1 0 0,0 0 1 0 0,0 1-1 0 0,-1 0 1 0 0,1-1-1 0 0,0 1 1 0 0,-1 0-1 0 0,1 0 1 0 0,-1 0-1 0 0,1 0 1 0 0,-1 0-1 0 0,1 0 1 0 0,-1 0-1 0 0,0 0 1 0 0,2 2-1 0 0,3 5-46 0 0,-1 0 0 0 0,0 0-1 0 0,-1 0 1 0 0,0 0 0 0 0,0 1 0 0 0,-1 0 0 0 0,0 0-1 0 0,0 0 1 0 0,-1 0 0 0 0,1 11 0 0 0,10 29-1967 0 0,-8-36 618 0 0,1 0 1 0 0,0-1 0 0 0,13 21 0 0 0,-4-11-546 0 0</inkml:trace>
</inkml:ink>
</file>

<file path=ppt/ink/ink1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4.5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8290 0 0,'10'34'6284'0'0,"0"-3"-4116"0"0,0 52-1259 0 0,-8-61-3096 0 0,1 1 0 0 0,7 31 0 0 0,1-32-1923 0 0,-4-16 3355 0 0</inkml:trace>
</inkml:ink>
</file>

<file path=ppt/ink/ink1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4.6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18 7834 0 0,'1'-7'696'0'0,"2"2"-560"0"0,0 2-136 0 0,-2 3 0 0 0,0 0 328 0 0,2 0 40 0 0,0-1 8 0 0,4-1 0 0 0,0 4-208 0 0,1 0-40 0 0,2 4 0 0 0,0 4-8 0 0,1 2-120 0 0,0 2 0 0 0,5 3 0 0 0</inkml:trace>
</inkml:ink>
</file>

<file path=ppt/ink/ink1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5.3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90 8290 0 0,'1'-1'264'0'0,"0"-1"0"0"0,0 0 0 0 0,-1 0-1 0 0,1 1 1 0 0,0-1 0 0 0,1 0 0 0 0,-1 1 0 0 0,0-1 0 0 0,0 1 0 0 0,1 0 0 0 0,-1-1 0 0 0,1 1 0 0 0,-1 0 0 0 0,1 0 0 0 0,-1 0 0 0 0,4-2 0 0 0,29-13 2978 0 0,-33 16-3189 0 0,1 0 0 0 0,0 0 0 0 0,0 0 0 0 0,0 0 0 0 0,0 0 0 0 0,0 0 0 0 0,0 1 0 0 0,0-1 0 0 0,0 1 0 0 0,-1 0 0 0 0,1-1 0 0 0,0 1 0 0 0,0 0 0 0 0,-1 0 0 0 0,1 0 0 0 0,0 0 0 0 0,-1 0 0 0 0,1 1 0 0 0,-1-1 0 0 0,0 0 0 0 0,1 1 0 0 0,-1-1 0 0 0,0 1 0 0 0,0-1 0 0 0,0 1 0 0 0,0 0 0 0 0,0-1 0 0 0,0 1 0 0 0,1 2 0 0 0,4 9 390 0 0,-1 0 0 0 0,0 1 0 0 0,3 14-1 0 0,-3-8-226 0 0,-2-14-226 0 0,7 28-148 0 0,-10-33 152 0 0,0 1 0 0 0,1-1 0 0 0,-1 0 0 0 0,0 0 0 0 0,0 1 0 0 0,0-1 0 0 0,0 0 0 0 0,0 1 0 0 0,0-1 0 0 0,0 0 0 0 0,0 0 0 0 0,0 1-1 0 0,-1-1 1 0 0,1 0 0 0 0,-1 0 0 0 0,1 1 0 0 0,-1-1 0 0 0,1 0 0 0 0,-1 0 0 0 0,0 0 0 0 0,-1 2 0 0 0,2-2 5 0 0,0-1 1 0 0,0 0-1 0 0,0 0 1 0 0,0 0-1 0 0,-1 0 1 0 0,1 1-1 0 0,0-1 1 0 0,0 0-1 0 0,0 0 1 0 0,0 0-1 0 0,-1 0 1 0 0,1 0-1 0 0,0 0 1 0 0,0 1-1 0 0,0-1 1 0 0,-1 0-1 0 0,1 0 1 0 0,0 0-1 0 0,0 0 1 0 0,-1 0-1 0 0,1 0 1 0 0,0 0-1 0 0,0 0 1 0 0,0 0-1 0 0,-1 0 1 0 0,1 0-1 0 0,0 0 1 0 0,0 0-1 0 0,-1 0 1 0 0,1 0-1 0 0,0 0 1 0 0,0 0-1 0 0,0 0 1 0 0,-1-1-1 0 0,1 1 1 0 0,0 0-1 0 0,0 0 1 0 0,0 0-1 0 0,-1 0 1 0 0,1 0-1 0 0,0-1 1 0 0,-1-11-37 0 0,8-13 20 0 0,9-5 289 0 0,2 0 1 0 0,1 1-1 0 0,36-42 1 0 0,-52 68-191 0 0,0-1 1 0 0,0 1-1 0 0,1 0 1 0 0,-1 0-1 0 0,1 0 0 0 0,0 0 1 0 0,-1 1-1 0 0,1-1 1 0 0,0 1-1 0 0,1 0 1 0 0,-1 0-1 0 0,0 1 1 0 0,9-3-1 0 0,-10 4-64 0 0,-1 0 1 0 0,1 0-1 0 0,0 0 0 0 0,-1 0 1 0 0,1 1-1 0 0,-1-1 0 0 0,1 1 1 0 0,0 0-1 0 0,-1 0 0 0 0,0 0 1 0 0,1 0-1 0 0,-1 0 0 0 0,1 0 1 0 0,-1 1-1 0 0,0-1 0 0 0,0 1 1 0 0,0-1-1 0 0,0 1 0 0 0,0 0 1 0 0,0 0-1 0 0,-1 0 0 0 0,1 0 1 0 0,0 0-1 0 0,-1 0 0 0 0,2 4 1 0 0,10 17 52 0 0,-1 0 0 0 0,12 35 0 0 0,-15-33-954 0 0,2-2-1 0 0,21 38 1 0 0,-21-44-1197 0 0,-1-2-4342 0 0</inkml:trace>
</inkml:ink>
</file>

<file path=ppt/ink/ink1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5.6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8 3225 0 0,'3'-3'-131'0'0,"2"-2"988"0"0,-6 13 1947 0 0,0-3-2149 0 0,-2 7-169 0 0,-1-1-54 0 0,1 0-1 0 0,1 0 1 0 0,0 0-1 0 0,0 1 1 0 0,1-1-1 0 0,1 0 1 0 0,0 1-1 0 0,0-1 1 0 0,1 0-1 0 0,3 15 1 0 0,-4-26-400 0 0,0 0 0 0 0,0 0 1 0 0,0 0-1 0 0,0 0 0 0 0,0 0 0 0 0,0 0 1 0 0,0 1-1 0 0,0-1 0 0 0,0 0 0 0 0,1 0 1 0 0,-1 0-1 0 0,0 0 0 0 0,0 0 1 0 0,0 0-1 0 0,0 0 0 0 0,0 0 0 0 0,0 1 1 0 0,0-1-1 0 0,0 0 0 0 0,0 0 1 0 0,0 0-1 0 0,0 0 0 0 0,0 0 0 0 0,1 0 1 0 0,-1 0-1 0 0,0 0 0 0 0,0 0 0 0 0,0 0 1 0 0,0 0-1 0 0,0 0 0 0 0,0 0 1 0 0,0 0-1 0 0,1 0 0 0 0,-1 1 0 0 0,0-1 1 0 0,0 0-1 0 0,0 0 0 0 0,0 0 0 0 0,0 0 1 0 0,0-1-1 0 0,1 1 0 0 0,-1 0 1 0 0,0 0-1 0 0,0 0 0 0 0,0 0 0 0 0,0 0 1 0 0,0 0-1 0 0,0 0 0 0 0,0 0 1 0 0,0 0-1 0 0,1 0 0 0 0,-1 0 0 0 0,0 0 1 0 0,0 0-1 0 0,0 0 0 0 0,7-10 1054 0 0,5-18 56 0 0,-11 24-858 0 0,4-8 31 0 0,2-5 308 0 0,17-33 0 0 0,-22 47-514 0 0,0 0 0 0 0,0 0 0 0 0,0 0 0 0 0,0 0 0 0 0,0 0 0 0 0,1 1 0 0 0,-1-1 0 0 0,1 1 0 0 0,-1-1 0 0 0,1 1 0 0 0,0 0 0 0 0,0 0-1 0 0,0 0 1 0 0,0 1 0 0 0,1-1 0 0 0,-1 1 0 0 0,4-2 0 0 0,-5 3-61 0 0,0 0 1 0 0,0 1-1 0 0,-1-1 0 0 0,1 0 0 0 0,0 1 0 0 0,0-1 0 0 0,0 1 0 0 0,-1 0 0 0 0,1-1 0 0 0,0 1 1 0 0,-1 0-1 0 0,1 0 0 0 0,-1 0 0 0 0,1 0 0 0 0,-1 1 0 0 0,1-1 0 0 0,-1 0 0 0 0,0 1 0 0 0,1-1 0 0 0,-1 0 1 0 0,0 1-1 0 0,0-1 0 0 0,0 1 0 0 0,0 0 0 0 0,0-1 0 0 0,-1 1 0 0 0,1 0 0 0 0,0 0 0 0 0,0 2 1 0 0,3 9 40 0 0,0 0 1 0 0,4 23 0 0 0,-8-35-82 0 0,4 21-51 0 0,-1 1 0 0 0,-2 0 0 0 0,0-1 0 0 0,-1 1 0 0 0,-2 0 0 0 0,-6 40 0 0 0,4-47-59 0 0,0 0 0 0 0,-1 0 0 0 0,-1 0 1 0 0,0-1-1 0 0,-1 0 0 0 0,0 0 0 0 0,-1-1 1 0 0,-1 0-1 0 0,-1 0 0 0 0,-12 13 0 0 0,10-13-398 0 0</inkml:trace>
</inkml:ink>
</file>

<file path=ppt/ink/ink1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6.7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60 13827 0 0,'4'-23'2558'0'0,"6"-13"1109"0"0,-11 91-2040 0 0,-3 19-1438 0 0,-4 58-13 0 0,13 171 1 0 0,21-96-3459 0 0,-18-165-3630 0 0</inkml:trace>
</inkml:ink>
</file>

<file path=ppt/ink/ink1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7.0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1 102 11058 0 0,'0'0'212'0'0,"0"-1"-1"0"0,0 0 1 0 0,0 0 0 0 0,1 0-1 0 0,-1 0 1 0 0,0 1-1 0 0,1-1 1 0 0,-1 0-1 0 0,0 0 1 0 0,1 0-1 0 0,-1 1 1 0 0,1-1 0 0 0,-1 0-1 0 0,1 1 1 0 0,-1-1-1 0 0,1 0 1 0 0,0 1-1 0 0,-1-1 1 0 0,1 1-1 0 0,0-1 1 0 0,0 1 0 0 0,-1-1-1 0 0,2 0 1 0 0,21-17 1584 0 0,-7 8-1430 0 0,0 0 0 0 0,0 0 0 0 0,1 2 0 0 0,26-10 0 0 0,-36 16-625 0 0,1 0 0 0 0,0 0 0 0 0,1 0 0 0 0,-1 1 0 0 0,0 0 0 0 0,0 0 0 0 0,1 1 0 0 0,-1 0 0 0 0,0 1 0 0 0,1 0 0 0 0,-1 0 0 0 0,13 4 1 0 0,-3 3 258 0 0</inkml:trace>
</inkml:ink>
</file>

<file path=ppt/ink/ink1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7.6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31 9218 0 0,'-1'-5'-45'0'0,"-6"-21"9451"0"0,5 39-7886 0 0,8 196 726 0 0,1-64-2005 0 0,-7-84-822 0 0,7 149 1724 0 0,6-107-3387 0 0,-7-70-1527 0 0,12 35 1 0 0,-11-47-2015 0 0</inkml:trace>
</inkml:ink>
</file>

<file path=ppt/ink/ink1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7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267 121 5529 0 0,'5'-10'144'0'0,"12"-41"3442"0"0,-16 48-3326 0 0,0 1 0 0 0,-1-1 0 0 0,0 1 0 0 0,1-1 0 0 0,-1 1 1 0 0,0-1-1 0 0,0 0 0 0 0,0 1 0 0 0,-1-1 0 0 0,1 1 0 0 0,-1-1 0 0 0,1 1 0 0 0,-1-1 0 0 0,0 1 0 0 0,0-1 0 0 0,0 1 0 0 0,-2-3 0 0 0,2 4-138 0 0,0 0 0 0 0,0 0 0 0 0,-1 0 0 0 0,1 0 0 0 0,-1 0-1 0 0,1 0 1 0 0,-1 0 0 0 0,1 0 0 0 0,-1 1 0 0 0,1-1 0 0 0,-1 1-1 0 0,0-1 1 0 0,1 1 0 0 0,-1 0 0 0 0,0-1 0 0 0,1 1 0 0 0,-1 0 0 0 0,0 0-1 0 0,1 0 1 0 0,-1 0 0 0 0,0 1 0 0 0,1-1 0 0 0,-1 0 0 0 0,0 1 0 0 0,-3 1-1 0 0,-41 17 888 0 0,42-17-871 0 0,-18 10-135 0 0,1 1 0 0 0,0 0 0 0 0,-25 23 0 0 0,38-30-4 0 0,0 1 0 0 0,1 0 0 0 0,0 0 0 0 0,0 1 0 0 0,1 0 0 0 0,0 0 0 0 0,1 1 0 0 0,0-1 0 0 0,0 1 0 0 0,0 0 0 0 0,-2 11 0 0 0,6-18 42 0 0,0 1 0 0 0,1-1 1 0 0,0 1-1 0 0,-1 0 1 0 0,1-1-1 0 0,0 1 1 0 0,0-1-1 0 0,1 1 1 0 0,-1 0-1 0 0,0-1 0 0 0,1 1 1 0 0,0-1-1 0 0,0 1 1 0 0,-1-1-1 0 0,1 1 1 0 0,1-1-1 0 0,1 4 1 0 0,0-2 50 0 0,0 1 0 0 0,1-1 0 0 0,0 0 0 0 0,0 0 0 0 0,0 0 0 0 0,0-1 1 0 0,9 7-1 0 0,5 0-99 0 0,-1-1 0 0 0,1-1 0 0 0,29 10 0 0 0,25 3-2363 0 0,-34-14-3952 0 0</inkml:trace>
</inkml:ink>
</file>

<file path=ppt/ink/ink1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8.2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0 114 6449 0 0,'3'-3'476'0'0,"1"0"-1"0"0,-1 0 0 0 0,0 0 0 0 0,1 1 1 0 0,0 0-1 0 0,-1-1 0 0 0,1 2 0 0 0,0-1 1 0 0,0 0-1 0 0,1 1 0 0 0,-1-1 0 0 0,0 1 0 0 0,0 0 1 0 0,1 1-1 0 0,-1-1 0 0 0,0 1 0 0 0,1 0 1 0 0,-1 0-1 0 0,0 0 0 0 0,1 0 0 0 0,-1 1 1 0 0,0 0-1 0 0,1 0 0 0 0,-1 0 0 0 0,5 2 1 0 0,-6-1-302 0 0,0-1 1 0 0,0 1 0 0 0,0 0-1 0 0,0 0 1 0 0,-1 0 0 0 0,1 1-1 0 0,-1-1 1 0 0,1 0 0 0 0,-1 1-1 0 0,0 0 1 0 0,0-1 0 0 0,0 1 0 0 0,2 4-1 0 0,2 9 86 0 0,1 1 0 0 0,-2-1-1 0 0,0 2 1 0 0,-2-1 0 0 0,4 34-1 0 0,3 8-90 0 0,6-128-957 0 0,-6 30 675 0 0,19-50 1 0 0,-26 79 179 0 0,2 0 1 0 0,-1 1 0 0 0,1-1-1 0 0,0 1 1 0 0,1 1 0 0 0,0-1-1 0 0,1 1 1 0 0,-1 0 0 0 0,2 0-1 0 0,12-10 1 0 0,-18 16-48 0 0,0 0 0 0 0,0 1 1 0 0,0-1-1 0 0,0 1 0 0 0,1-1 1 0 0,-1 1-1 0 0,0 0 0 0 0,1 0 1 0 0,-1 0-1 0 0,1 0 0 0 0,0 1 0 0 0,-1-1 1 0 0,1 1-1 0 0,-1-1 0 0 0,1 1 1 0 0,0 0-1 0 0,-1 0 0 0 0,1 0 1 0 0,0 1-1 0 0,-1-1 0 0 0,1 0 0 0 0,0 1 1 0 0,-1 0-1 0 0,5 1 0 0 0,-3 1-4 0 0,0 0 0 0 0,-1 0 0 0 0,1 0 0 0 0,-1 0 0 0 0,0 0 0 0 0,0 1 0 0 0,0-1 0 0 0,-1 1 0 0 0,1 0 0 0 0,-1 0 0 0 0,0 0 0 0 0,0 0 0 0 0,3 7 0 0 0,49 109-859 0 0,-14-42-2973 0 0,-29-56-3074 0 0</inkml:trace>
</inkml:ink>
</file>

<file path=ppt/ink/ink1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8.6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72 9 8290 0 0,'-2'0'285'0'0,"0"-1"0"0"0,1 1 0 0 0,-1 0 0 0 0,0 0 0 0 0,0 0 0 0 0,0 0 0 0 0,1 0 0 0 0,-1 0 0 0 0,0 1 0 0 0,0-1 0 0 0,1 1 0 0 0,-1-1 1 0 0,0 1-1 0 0,1 0 0 0 0,-1-1 0 0 0,1 1 0 0 0,-1 0 0 0 0,1 0 0 0 0,-1 0 0 0 0,-1 2 0 0 0,0 0 153 0 0,1 0-1 0 0,-1 0 1 0 0,1 0 0 0 0,0 0-1 0 0,-1 1 1 0 0,2-1 0 0 0,-1 1-1 0 0,-3 7 1 0 0,3-3-92 0 0,-1 1 1 0 0,1 0-1 0 0,0 1 0 0 0,1-1 1 0 0,0 0-1 0 0,0 0 0 0 0,2 14 1 0 0,0-15-293 0 0,1 1 0 0 0,1-1 0 0 0,-1 0 0 0 0,1 1 0 0 0,1-1 0 0 0,-1-1 0 0 0,2 1 0 0 0,-1 0 0 0 0,7 8 0 0 0,-9-13-39 0 0,1 0-1 0 0,-1-1 1 0 0,1 1-1 0 0,-1-1 1 0 0,1 1-1 0 0,0-1 1 0 0,0 0 0 0 0,0 0-1 0 0,0 0 1 0 0,0 0-1 0 0,4 1 1 0 0,-5-2-14 0 0,1-1-1 0 0,-1 1 1 0 0,0-1 0 0 0,0 0 0 0 0,0 0 0 0 0,0 1-1 0 0,1-2 1 0 0,-1 1 0 0 0,0 0 0 0 0,0 0 0 0 0,0-1-1 0 0,0 1 1 0 0,0-1 0 0 0,1 1 0 0 0,-1-1-1 0 0,0 0 1 0 0,0 0 0 0 0,0 0 0 0 0,3-2 0 0 0,-3 0-61 0 0,0 1 0 0 0,1 0 0 0 0,-1 0 0 0 0,0-1 0 0 0,-1 1 0 0 0,1-1 0 0 0,0 0 0 0 0,-1 1 1 0 0,0-1-1 0 0,1 0 0 0 0,-1 0 0 0 0,0 0 0 0 0,0 0 0 0 0,-1 0 0 0 0,1 0 0 0 0,-1 0 0 0 0,0 0 1 0 0,1 0-1 0 0,-1 0 0 0 0,0-1 0 0 0,-1 1 0 0 0,0-5 0 0 0,-2-9-154 0 0,0 0 1 0 0,-9-28-1 0 0,11 42 184 0 0,-19-49-718 0 0,18 48 545 0 0,0 0 0 0 0,0 0 0 0 0,0 0-1 0 0,-1 1 1 0 0,1-1 0 0 0,-1 1 0 0 0,0 0 0 0 0,0 0 0 0 0,0 0 0 0 0,-6-4 0 0 0,-2 0-968 0 0</inkml:trace>
</inkml:ink>
</file>

<file path=ppt/ink/ink1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9.1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24 9218 0 0,'2'-1'123'0'0,"1"0"0"0"0,-1 0 0 0 0,1 0 0 0 0,-1 1-1 0 0,1-1 1 0 0,-1 1 0 0 0,1 0 0 0 0,-1-1 0 0 0,1 1 0 0 0,-1 0 0 0 0,1 1 0 0 0,0-1-1 0 0,-1 0 1 0 0,1 1 0 0 0,-1-1 0 0 0,1 1 0 0 0,-1 0 0 0 0,0 0 0 0 0,1 0 0 0 0,-1 0 0 0 0,3 1-1 0 0,-3 1 32 0 0,0-1 0 0 0,0 0 0 0 0,0 1 0 0 0,-1-1 0 0 0,1 1 0 0 0,-1-1 0 0 0,1 1-1 0 0,-1 0 1 0 0,0 0 0 0 0,0-1 0 0 0,0 1 0 0 0,0 0 0 0 0,0 0 0 0 0,-1 0 0 0 0,0 0-1 0 0,1 0 1 0 0,-1 5 0 0 0,0 30 447 0 0,-1-28-492 0 0,1 0 0 0 0,0-1 0 0 0,0 1-1 0 0,1 0 1 0 0,0 0 0 0 0,1 0 0 0 0,0-1-1 0 0,0 1 1 0 0,1-1 0 0 0,8 18 0 0 0,-11-27-101 0 0,0 1-1 0 0,1 0 1 0 0,-1-1 0 0 0,1 1 0 0 0,-1-1 0 0 0,0 1-1 0 0,1-1 1 0 0,-1 1 0 0 0,1-1 0 0 0,-1 0 0 0 0,1 1-1 0 0,-1-1 1 0 0,1 1 0 0 0,-1-1 0 0 0,1 0 0 0 0,0 0-1 0 0,-1 1 1 0 0,1-1 0 0 0,-1 0 0 0 0,1 0 0 0 0,0 0-1 0 0,-1 0 1 0 0,1 1 0 0 0,0-1 0 0 0,-1 0 0 0 0,1 0-1 0 0,0 0 1 0 0,-1-1 0 0 0,1 1 0 0 0,0 0 0 0 0,0 0-1 0 0,1-1-6 0 0,0 0 0 0 0,0 0 0 0 0,0 0 0 0 0,-1-1 0 0 0,1 1-1 0 0,-1 0 1 0 0,1-1 0 0 0,-1 0 0 0 0,1 1 0 0 0,1-3 0 0 0,24-43-788 0 0,-27 46 732 0 0,19-59-2041 0 0,-17 50 2048 0 0,0 1-1 0 0,1 0 0 0 0,0 0 1 0 0,0 0-1 0 0,1 0 1 0 0,0 0-1 0 0,6-9 1 0 0,-9 18 151 0 0,-1-1 1 0 0,1 1-1 0 0,-1-1 1 0 0,1 1-1 0 0,0-1 1 0 0,-1 1-1 0 0,1 0 1 0 0,-1-1-1 0 0,1 1 1 0 0,0 0-1 0 0,-1-1 1 0 0,1 1 0 0 0,0 0-1 0 0,0 0 1 0 0,-1 0-1 0 0,1-1 1 0 0,0 1-1 0 0,-1 0 1 0 0,1 0-1 0 0,0 0 1 0 0,0 0-1 0 0,-1 0 1 0 0,1 1-1 0 0,0-1 1 0 0,-1 0 0 0 0,1 0-1 0 0,0 0 1 0 0,0 1-1 0 0,-1-1 1 0 0,1 0-1 0 0,-1 0 1 0 0,1 1-1 0 0,0-1 1 0 0,-1 1-1 0 0,1-1 1 0 0,-1 1-1 0 0,2 0 1 0 0,25 26 1658 0 0,-14-13-840 0 0,-3-6-517 0 0,0-1 0 0 0,1 0 0 0 0,-1-1 0 0 0,16 6 0 0 0,-22-10-358 0 0,-1 0-1 0 0,1-1 0 0 0,0 0 1 0 0,-1 0-1 0 0,1 0 0 0 0,0 0 0 0 0,0 0 1 0 0,0-1-1 0 0,-1 0 0 0 0,1 0 1 0 0,0 0-1 0 0,0 0 0 0 0,0 0 0 0 0,0-1 1 0 0,-1 0-1 0 0,1 0 0 0 0,0 0 1 0 0,3-2-1 0 0,-5 2-43 0 0,0-1 1 0 0,0 0 0 0 0,-1 1-1 0 0,1-1 1 0 0,0 0-1 0 0,-1 0 1 0 0,0 0-1 0 0,1-1 1 0 0,-1 1 0 0 0,0 0-1 0 0,0 0 1 0 0,0-1-1 0 0,-1 1 1 0 0,1 0-1 0 0,0-1 1 0 0,-1 1 0 0 0,0-1-1 0 0,1 1 1 0 0,-1-1-1 0 0,0 1 1 0 0,0-1-1 0 0,0 1 1 0 0,-1-1 0 0 0,0-2-1 0 0,-1-10-982 0 0,-1 0 0 0 0,-7-22 0 0 0,10 35 628 0 0</inkml:trace>
</inkml:ink>
</file>

<file path=ppt/ink/ink1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9.5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45 10594 0 0,'8'-12'8750'0'0,"-19"61"-7595"0"0,5-25-778 0 0,-6 46 0 0 0,12-60-363 0 0,0-1 0 0 0,0 1 0 0 0,1 0 1 0 0,0-1-1 0 0,0 1 0 0 0,1-1 0 0 0,0 1 0 0 0,6 12 1 0 0,-5-14-46 0 0,1-1 1 0 0,-1 1 0 0 0,2-1 0 0 0,-1 0 0 0 0,1-1 0 0 0,0 1 0 0 0,0-1-1 0 0,1 0 1 0 0,0 0 0 0 0,0-1 0 0 0,0 1 0 0 0,1-1 0 0 0,11 7-1 0 0,-14-10 3 0 0,-1-1-1 0 0,1 1 0 0 0,-1-1 0 0 0,1 0 0 0 0,0 0 0 0 0,0 0 0 0 0,-1 0 0 0 0,1 0 0 0 0,0-1 0 0 0,0 0 1 0 0,0 0-1 0 0,0 0 0 0 0,0 0 0 0 0,-1-1 0 0 0,1 1 0 0 0,0-1 0 0 0,0 0 0 0 0,-1 0 0 0 0,1 0 0 0 0,0-1 1 0 0,-1 1-1 0 0,1-1 0 0 0,-1 0 0 0 0,0 0 0 0 0,1 0 0 0 0,-1-1 0 0 0,0 1 0 0 0,-1-1 0 0 0,1 1 0 0 0,0-1 1 0 0,3-4-1 0 0,-1-1 31 0 0,0 1 1 0 0,-1-1 0 0 0,0 0-1 0 0,0-1 1 0 0,-1 1 0 0 0,0 0-1 0 0,0-1 1 0 0,-1 0-1 0 0,0 0 1 0 0,0 1 0 0 0,-1-1-1 0 0,0 0 1 0 0,-1 0 0 0 0,0 0-1 0 0,0 0 1 0 0,-4-18 0 0 0,2 15-42 0 0,0 0-1 0 0,-1-1 1 0 0,0 2 0 0 0,-1-1 0 0 0,0 0 0 0 0,-1 1 0 0 0,-1 0-1 0 0,0 0 1 0 0,0 0 0 0 0,-1 1 0 0 0,0 0 0 0 0,-8-9 0 0 0,11 16-130 0 0,1 0 1 0 0,0 0 0 0 0,-1 1-1 0 0,1-1 1 0 0,-1 1 0 0 0,0 0-1 0 0,1 0 1 0 0,-1 1 0 0 0,-5-2-1 0 0,-5-1-897 0 0</inkml:trace>
</inkml:ink>
</file>

<file path=ppt/ink/ink1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0.0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9 5065 0 0,'7'-9'5215'0'0,"-6"19"-1317"0"0,-5 20-1611 0 0,-1-12-1762 0 0,1 0 1 0 0,1 0-1 0 0,1 0 0 0 0,-1 33 1 0 0,3-46-522 0 0,1 1 0 0 0,0-1 0 0 0,-1 1 1 0 0,2-1-1 0 0,-1 0 0 0 0,1 0 0 0 0,0 1 1 0 0,0-1-1 0 0,3 6 0 0 0,-3-9 1 0 0,0 1 0 0 0,0-1 0 0 0,0 1 0 0 0,0-1 0 0 0,0 0 0 0 0,0 1 0 0 0,1-1-1 0 0,-1 0 1 0 0,1-1 0 0 0,0 1 0 0 0,-1 0 0 0 0,1-1 0 0 0,0 0 0 0 0,0 1 0 0 0,0-1 0 0 0,0 0 0 0 0,4 0 0 0 0,-4 0-44 0 0,0-1 0 0 0,0 0-1 0 0,1 0 1 0 0,-1 0 0 0 0,0-1 0 0 0,0 1 0 0 0,1-1 0 0 0,-1 0 0 0 0,0 0-1 0 0,0 0 1 0 0,0 0 0 0 0,0 0 0 0 0,0-1 0 0 0,0 1 0 0 0,0-1 0 0 0,-1 0 0 0 0,1 0-1 0 0,0 0 1 0 0,-1 0 0 0 0,0 0 0 0 0,1-1 0 0 0,2-3 0 0 0,7-9-192 0 0,-2 1-1 0 0,18-31 1 0 0,-17 26 135 0 0,1 0 83 0 0,-3 2 70 0 0,1 1 0 0 0,1 1 0 0 0,0-1 0 0 0,19-18 0 0 0,-29 33-33 0 0,-1 1 1 0 0,1-1-1 0 0,-1 1 0 0 0,1-1 0 0 0,-1 1 1 0 0,1-1-1 0 0,-1 1 0 0 0,1-1 0 0 0,0 1 1 0 0,-1 0-1 0 0,1-1 0 0 0,0 1 1 0 0,-1 0-1 0 0,1 0 0 0 0,0-1 0 0 0,0 1 1 0 0,-1 0-1 0 0,1 0 0 0 0,0 0 0 0 0,1 0 1 0 0,-2 0 0 0 0,1 0 0 0 0,-1 1 0 0 0,1-1 0 0 0,-1 1 1 0 0,0-1-1 0 0,1 0 0 0 0,-1 1 0 0 0,0-1 1 0 0,0 1-1 0 0,1-1 0 0 0,-1 0 0 0 0,0 1 1 0 0,0-1-1 0 0,1 1 0 0 0,-1-1 0 0 0,0 1 0 0 0,0-1 1 0 0,0 1-1 0 0,0-1 0 0 0,0 1 0 0 0,0-1 1 0 0,0 2-1 0 0,-4 39 1049 0 0,3-28-749 0 0,0-8-333 0 0,1 0 0 0 0,0 0-1 0 0,0 0 1 0 0,1 0 0 0 0,0 0 0 0 0,-1-1 0 0 0,2 1 0 0 0,-1 0 0 0 0,0 0 0 0 0,1-1 0 0 0,0 1 0 0 0,0-1 0 0 0,0 1 0 0 0,1-1 0 0 0,0 0-1 0 0,3 4 1 0 0,-3-4-288 0 0,1-1 0 0 0,0 0-1 0 0,0 0 1 0 0,1 0-1 0 0,-1 0 1 0 0,1 0 0 0 0,-1-1-1 0 0,1 0 1 0 0,0 0-1 0 0,-1 0 1 0 0,1-1 0 0 0,0 0-1 0 0,0 0 1 0 0,1 0-1 0 0,5 0 1 0 0,12 0-1982 0 0,0-1-2736 0 0</inkml:trace>
</inkml:ink>
</file>

<file path=ppt/ink/ink1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0.2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0 10138 0 0,'-5'4'4183'0'0,"5"-3"-4101"0"0,1 17 2510 0 0,8 28 77 0 0,-8-41-2242 0 0,48 247 2657 0 0,14 55-6089 0 0,-54-273-4314 0 0</inkml:trace>
</inkml:ink>
</file>

<file path=ppt/ink/ink1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0.4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75 11979 0 0,'-4'-4'528'0'0,"3"1"112"0"0,-1 0-512 0 0,1 0-128 0 0,1 2 0 0 0,1-2 656 0 0,4 0 104 0 0,0 1 16 0 0,6-5 8 0 0,5-2-375 0 0,2 2-81 0 0,1 0-8 0 0,4 0-8 0 0,0 2-1536 0 0,4 1-313 0 0,2 1-55 0 0,3 0-9 0 0</inkml:trace>
</inkml:ink>
</file>

<file path=ppt/ink/ink1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0.8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32 9218 0 0,'0'0'30'0'0,"-11"-19"1925"0"0,11 19-1764 0 0,0-1-1 0 0,0 1 1 0 0,-1-1 0 0 0,1 1 0 0 0,0-1 0 0 0,0 1-1 0 0,0-1 1 0 0,0 1 0 0 0,0-1 0 0 0,0 1 0 0 0,0-1-1 0 0,0 1 1 0 0,0-1 0 0 0,0 1 0 0 0,0-1 0 0 0,0 1-1 0 0,1-1 1 0 0,-1 1 0 0 0,0-1 0 0 0,0 1 0 0 0,1-1 381 0 0,0 0-381 0 0,4 10 3507 0 0,0 15-2910 0 0,5 42-370 0 0,4 0 1 0 0,2-2-1 0 0,30 75 1 0 0,-33-87-3820 0 0</inkml:trace>
</inkml:ink>
</file>

<file path=ppt/ink/ink1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1.1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81 5065 0 0,'2'-5'280'0'0,"1"0"0"0"0,0 1 0 0 0,0-1 0 0 0,0 1-1 0 0,0 0 1 0 0,1 0 0 0 0,0 0 0 0 0,0 1 0 0 0,0-1 0 0 0,0 1-1 0 0,0 0 1 0 0,1 0 0 0 0,-1 0 0 0 0,1 0 0 0 0,0 1 0 0 0,0 0 0 0 0,0 0-1 0 0,9-2 1 0 0,-3 1 566 0 0,1 0-1 0 0,-1 0 1 0 0,1 2-1 0 0,-1-1 1 0 0,1 1-1 0 0,-1 1 1 0 0,23 2-1 0 0,-32-2-752 0 0,0 0 0 0 0,0 0 0 0 0,0 0-1 0 0,-1 1 1 0 0,1-1 0 0 0,0 1 0 0 0,0-1-1 0 0,0 1 1 0 0,0 0 0 0 0,-1 0-1 0 0,1 0 1 0 0,0 0 0 0 0,-1 0 0 0 0,1 0-1 0 0,-1 0 1 0 0,1 0 0 0 0,-1 1 0 0 0,1-1-1 0 0,-1 0 1 0 0,0 1 0 0 0,0 0 0 0 0,0-1-1 0 0,2 4 1 0 0,-2-3-59 0 0,-1 1 0 0 0,0-1 0 0 0,0 1 0 0 0,0-1 0 0 0,0 1 0 0 0,0-1 0 0 0,0 1 1 0 0,-1-1-1 0 0,1 1 0 0 0,-1-1 0 0 0,0 1 0 0 0,1-1 0 0 0,-1 0 0 0 0,0 1 0 0 0,-3 3 0 0 0,-4 7-79 0 0,-1 0 0 0 0,0-1 0 0 0,-1 0 0 0 0,-18 18 0 0 0,7-11-580 0 0,-1-2 0 0 0,0 0 0 0 0,-1-1 0 0 0,-40 21 1 0 0,48-29-5390 0 0</inkml:trace>
</inkml:ink>
</file>

<file path=ppt/ink/ink1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1.4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39 5529 0 0,'3'0'334'0'0,"0"0"-1"0"0,0 1 0 0 0,0-1 1 0 0,0 1-1 0 0,0 0 1 0 0,-1 0-1 0 0,1 0 0 0 0,0 0 1 0 0,0 0-1 0 0,-1 0 1 0 0,1 1-1 0 0,-1 0 1 0 0,1-1-1 0 0,-1 1 0 0 0,0 0 1 0 0,0 0-1 0 0,1 0 1 0 0,-1 0-1 0 0,-1 1 0 0 0,1-1 1 0 0,0 0-1 0 0,2 6 1 0 0,3 5 656 0 0,-1 1 1 0 0,0 0 0 0 0,6 22 0 0 0,6 13-508 0 0,-16-43-395 0 0,1 0 1 0 0,1-1-1 0 0,-1 1 1 0 0,1-1 0 0 0,0 0-1 0 0,0 0 1 0 0,0 0-1 0 0,7 5 1 0 0,-10-10-58 0 0,1 1 1 0 0,-1 0-1 0 0,0 0 1 0 0,0-1-1 0 0,1 1 1 0 0,-1 0-1 0 0,1-1 1 0 0,-1 1-1 0 0,1-1 0 0 0,-1 0 1 0 0,1 0-1 0 0,-1 1 1 0 0,1-1-1 0 0,-1 0 1 0 0,1 0-1 0 0,-1 0 1 0 0,1-1-1 0 0,-1 1 1 0 0,1 0-1 0 0,-1 0 1 0 0,1-1-1 0 0,-1 1 1 0 0,0-1-1 0 0,1 1 0 0 0,-1-1 1 0 0,1 0-1 0 0,-1 0 1 0 0,0 1-1 0 0,0-1 1 0 0,1 0-1 0 0,-1 0 1 0 0,0 0-1 0 0,0 0 1 0 0,0-1-1 0 0,0 1 1 0 0,0 0-1 0 0,-1 0 0 0 0,1-1 1 0 0,0 1-1 0 0,1-2 1 0 0,4-9 29 0 0,0 1 0 0 0,-1-1 1 0 0,0 0-1 0 0,-1 0 0 0 0,-1 0 1 0 0,1 0-1 0 0,2-26 0 0 0,-4 23-63 0 0,0 0-1 0 0,2 1 1 0 0,-1 0 0 0 0,2 0-1 0 0,8-20 1 0 0,-12 34 28 0 0,-1-1-1 0 0,0 0 1 0 0,0 1-1 0 0,0-1 1 0 0,0 0-1 0 0,1 1 1 0 0,-1-1 0 0 0,0 0-1 0 0,1 1 1 0 0,-1-1-1 0 0,0 1 1 0 0,1-1-1 0 0,-1 1 1 0 0,1-1-1 0 0,-1 1 1 0 0,1-1 0 0 0,-1 1-1 0 0,1-1 1 0 0,-1 1-1 0 0,1 0 1 0 0,-1-1-1 0 0,1 1 1 0 0,0 0 0 0 0,-1-1-1 0 0,1 1 1 0 0,0 0-1 0 0,-1 0 1 0 0,1 0-1 0 0,0-1 1 0 0,-1 1 0 0 0,1 0-1 0 0,0 0 1 0 0,-1 0-1 0 0,1 0 1 0 0,0 0-1 0 0,-1 0 1 0 0,1 1 0 0 0,0-1-1 0 0,0 0 1 0 0,-1 0-1 0 0,1 0 1 0 0,-1 1-1 0 0,1-1 1 0 0,0 0 0 0 0,-1 0-1 0 0,1 1 1 0 0,-1-1-1 0 0,1 1 1 0 0,0-1-1 0 0,-1 1 1 0 0,1-1-1 0 0,-1 1 1 0 0,0-1 0 0 0,1 1-1 0 0,-1-1 1 0 0,1 1-1 0 0,-1-1 1 0 0,0 1-1 0 0,1 0 1 0 0,-1-1 0 0 0,0 1-1 0 0,0 0 1 0 0,1 0-1 0 0,18 50 758 0 0,-17-44-804 0 0,1 1-11 0 0,0-1 1 0 0,0 1-1 0 0,1-1 0 0 0,0 0 1 0 0,0 0-1 0 0,1 0 1 0 0,0-1-1 0 0,0 0 0 0 0,9 9 1 0 0,-8-10-1067 0 0,0 0 1 0 0,0-1-1 0 0,0 0 1 0 0,0 0-1 0 0,1 0 0 0 0,8 3 1 0 0,5 0-5203 0 0</inkml:trace>
</inkml:ink>
</file>

<file path=ppt/ink/ink1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1.7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0 160 5985 0 0,'7'-54'401'0'0,"6"-25"8577"0"0,-10 64-6738 0 0,-3 15-2145 0 0,0-1 0 0 0,-1 1 0 0 0,1-1 0 0 0,0 1 0 0 0,1-1 0 0 0,-1 1 0 0 0,0-1 0 0 0,0 1 0 0 0,0-1 0 0 0,0 1 0 0 0,0-1 0 0 0,0 1 0 0 0,1-1 0 0 0,-1 1 0 0 0,0-1 0 0 0,0 1 0 0 0,1-1 0 0 0,-1 1 0 0 0,0 0 0 0 0,1-1 0 0 0,-1 1 0 0 0,0 0 0 0 0,1-1 0 0 0,-1 1 0 0 0,1-1 0 0 0,6 11 1100 0 0,2 22-541 0 0,-9-32-652 0 0,13 61 416 0 0,31 125 83 0 0,-34-152-500 0 0,3 0 0 0 0,0 0 0 0 0,24 41 0 0 0,3-9-2071 0 0,-27-44-2451 0 0,4 5-2470 0 0</inkml:trace>
</inkml:ink>
</file>

<file path=ppt/ink/ink1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1.8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5 149 9674 0 0,'-1'0'55'0'0,"1"-1"0"0"0,0 0 0 0 0,-1 1 0 0 0,1-1 0 0 0,-1 0 0 0 0,1 1 0 0 0,0-1 0 0 0,-1 0 0 0 0,1 1 0 0 0,0-1 0 0 0,0 0 1 0 0,-1 0-1 0 0,1 1 0 0 0,0-1 0 0 0,0 0 0 0 0,0 0 0 0 0,0 1 0 0 0,0-1 0 0 0,0 0 0 0 0,0 0 0 0 0,0 0 0 0 0,0 1 0 0 0,1-1 0 0 0,-1 0 0 0 0,0 0 0 0 0,0 1 0 0 0,1-1 0 0 0,0-1 0 0 0,0 0 131 0 0,1 0-1 0 0,0 0 1 0 0,-1 1-1 0 0,1-1 1 0 0,0 0-1 0 0,0 1 1 0 0,0-1-1 0 0,1 1 1 0 0,2-2-1 0 0,10-4 727 0 0,0 0-1 0 0,21-5 1 0 0,-22 8-754 0 0,192-58 324 0 0,-182 56-471 0 0,0 2 1 0 0,0 1-1 0 0,0 1 0 0 0,0 1 1 0 0,0 0-1 0 0,45 7 1 0 0,-43 0-12 0 0</inkml:trace>
</inkml:ink>
</file>

<file path=ppt/ink/ink1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3.6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207 31 7714 0 0,'0'0'28'0'0,"0"-1"1"0"0,0 1 0 0 0,-1 0 0 0 0,1 0 0 0 0,0-1 0 0 0,0 1 0 0 0,0 0-1 0 0,0-1 1 0 0,0 1 0 0 0,0 0 0 0 0,0-1 0 0 0,0 1 0 0 0,0 0-1 0 0,0 0 1 0 0,0-1 0 0 0,0 1 0 0 0,0 0 0 0 0,0-1 0 0 0,0 1-1 0 0,0 0 1 0 0,0-1 0 0 0,0 1 0 0 0,0 0 0 0 0,0 0 0 0 0,0-1-1 0 0,1 1 1 0 0,-1 0 0 0 0,0 0 0 0 0,0-1 0 0 0,0 1 0 0 0,1 0-1 0 0,-1 0 1 0 0,0-1 0 0 0,0 1 0 0 0,0 0 0 0 0,1 0 0 0 0,-1 0 0 0 0,0 0-1 0 0,0-1 1 0 0,19-17 8154 0 0,-24 17-8073 0 0,0 1 0 0 0,1-1 0 0 0,-1 1 0 0 0,0 1 0 0 0,0-1 0 0 0,1 1 0 0 0,-1 0 0 0 0,0 0 0 0 0,1 0 0 0 0,-1 0 0 0 0,1 1 0 0 0,-1 0 0 0 0,1 0 0 0 0,0 0 0 0 0,-1 0 0 0 0,1 1 0 0 0,0 0 0 0 0,1 0 0 0 0,-1 0 0 0 0,1 0 0 0 0,-1 1 0 0 0,1-1 0 0 0,-6 8 0 0 0,-36 54 657 0 0,41-58-762 0 0,0-1 0 0 0,1 1 0 0 0,-1 0 0 0 0,2 1 1 0 0,-1-1-1 0 0,1 0 0 0 0,0 1 0 0 0,-1 9 0 0 0,3-15-43 0 0,0-1 1 0 0,1 1-1 0 0,-1-1 1 0 0,0 1-1 0 0,0-1 0 0 0,1 0 1 0 0,-1 1-1 0 0,1-1 1 0 0,-1 0-1 0 0,1 1 1 0 0,0-1-1 0 0,-1 0 0 0 0,1 1 1 0 0,0-1-1 0 0,0 0 1 0 0,0 0-1 0 0,0 0 0 0 0,0 0 1 0 0,0 0-1 0 0,0 0 1 0 0,0 0-1 0 0,0 0 0 0 0,1 0 1 0 0,-1-1-1 0 0,0 1 1 0 0,1 0-1 0 0,-1-1 0 0 0,0 1 1 0 0,1-1-1 0 0,-1 0 1 0 0,1 1-1 0 0,-1-1 0 0 0,3 0 1 0 0,7 2-252 0 0,1-1 0 0 0,0 0 0 0 0,15-1 0 0 0,-5 0 121 0 0,-4 1 32 0 0,39 4-84 0 0,-55-5 211 0 0,1 1 0 0 0,0 0 0 0 0,0-1 0 0 0,0 1 0 0 0,-1 0 0 0 0,1 0 0 0 0,0 1-1 0 0,-1-1 1 0 0,1 0 0 0 0,-1 1 0 0 0,1 0 0 0 0,-1-1 0 0 0,0 1 0 0 0,0 0 0 0 0,3 4 0 0 0,-4-5-1 0 0,-1 0 0 0 0,0 0-1 0 0,1 0 1 0 0,-1 0 0 0 0,0 0 0 0 0,0 1 0 0 0,0-1 0 0 0,0 0 0 0 0,0 0 0 0 0,0 0 0 0 0,0 0 0 0 0,-1 0 0 0 0,1 1 0 0 0,0-1-1 0 0,-1 0 1 0 0,1 0 0 0 0,0 0 0 0 0,-1 0 0 0 0,1 0 0 0 0,-1 0 0 0 0,0 0 0 0 0,1 0 0 0 0,-1 0 0 0 0,0 0 0 0 0,0-1 0 0 0,1 1 0 0 0,-1 0-1 0 0,0 0 1 0 0,0-1 0 0 0,0 1 0 0 0,-1 0 0 0 0,-37 26 295 0 0,32-22-203 0 0,-139 81 879 0 0,81-55-6466 0 0,52-26-41 0 0</inkml:trace>
</inkml:ink>
</file>

<file path=ppt/ink/ink1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3.9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43 2 7834 0 0,'-4'5'306'0'0,"0"0"0"0"0,1 1 0 0 0,-1-1 0 0 0,1 1 1 0 0,0-1-1 0 0,1 1 0 0 0,0 0 0 0 0,-1 0 0 0 0,2 1 1 0 0,-1-1-1 0 0,0 7 0 0 0,-7 71 2189 0 0,9-71-2199 0 0,0-1 0 0 0,0 0 0 0 0,2 0 0 0 0,-1 0-1 0 0,2-1 1 0 0,4 17 0 0 0,-6-24-166 0 0,0 0 1 0 0,0-1-1 0 0,1 1 0 0 0,-1-1 1 0 0,1 1-1 0 0,0-1 0 0 0,0 0 1 0 0,0 0-1 0 0,0 0 0 0 0,1 0 1 0 0,-1 0-1 0 0,1 0 0 0 0,0-1 1 0 0,0 1-1 0 0,0-1 0 0 0,0 0 1 0 0,0 1-1 0 0,0-2 0 0 0,0 1 1 0 0,1 0-1 0 0,-1-1 0 0 0,1 1 1 0 0,0-1-1 0 0,4 1 0 0 0,-6-2-61 0 0,1 0 1 0 0,-1 0-1 0 0,0-1 0 0 0,0 1 1 0 0,1-1-1 0 0,-1 1 0 0 0,0-1 1 0 0,0 0-1 0 0,0 0 0 0 0,0 0 1 0 0,1 0-1 0 0,-1 0 0 0 0,-1 0 0 0 0,1-1 1 0 0,0 1-1 0 0,0-1 0 0 0,0 1 1 0 0,-1-1-1 0 0,1 0 0 0 0,-1 1 1 0 0,1-1-1 0 0,-1 0 0 0 0,0 0 1 0 0,0 0-1 0 0,0 0 0 0 0,0 0 0 0 0,0-1 1 0 0,0 1-1 0 0,0 0 0 0 0,0-3 1 0 0,2-6 110 0 0,0 1 1 0 0,0-1-1 0 0,-1 0 1 0 0,1-22-1 0 0,-3 19-140 0 0,-1-1-1 0 0,0 1 1 0 0,-1 0-1 0 0,-1-1 1 0 0,0 1-1 0 0,-6-16 1 0 0,7 23-217 0 0,0 1 1 0 0,-1-1-1 0 0,0 1 0 0 0,0 0 1 0 0,0 0-1 0 0,-1 1 0 0 0,0-1 1 0 0,0 1-1 0 0,0-1 0 0 0,-1 1 1 0 0,0 0-1 0 0,0 1 0 0 0,0-1 1 0 0,-1 1-1 0 0,-6-4 1 0 0</inkml:trace>
</inkml:ink>
</file>

<file path=ppt/ink/ink1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4.5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58 44 7834 0 0,'-18'-29'4696'0'0,"17"28"-4414"0"0,0 0 0 0 0,1 0 0 0 0,-1 0 0 0 0,0 0 0 0 0,0 0 0 0 0,0 0 0 0 0,0 0 1 0 0,0 0-1 0 0,0 1 0 0 0,0-1 0 0 0,0 0 0 0 0,0 1 0 0 0,0-1 0 0 0,-1 1 0 0 0,1-1 0 0 0,0 1 0 0 0,0-1 1 0 0,-1 1-1 0 0,1 0 0 0 0,0 0 0 0 0,-1-1 0 0 0,1 1 0 0 0,-2 0 0 0 0,2 1-180 0 0,1-1 0 0 0,-1 1 1 0 0,0 0-1 0 0,0-1 0 0 0,1 1 0 0 0,-1 0 0 0 0,0-1 0 0 0,1 1 0 0 0,-1 0 1 0 0,0 0-1 0 0,1 0 0 0 0,0 0 0 0 0,-1 0 0 0 0,1 0 0 0 0,-1-1 0 0 0,1 1 0 0 0,0 0 1 0 0,-1 0-1 0 0,1 0 0 0 0,0 0 0 0 0,0 0 0 0 0,0 0 0 0 0,0 2 0 0 0,-1 30 518 0 0,1-23-508 0 0,0-3-102 0 0,9 518 350 0 0,-5-497-945 0 0,14 53 0 0 0,-4-36-5301 0 0,-4-16-909 0 0</inkml:trace>
</inkml:ink>
</file>

<file path=ppt/ink/ink1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4.7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25 154 7834 0 0,'-3'-5'445'0'0,"0"0"1"0"0,0 0-1 0 0,0-1 1 0 0,1 1 0 0 0,-1-1-1 0 0,1 0 1 0 0,1 1-1 0 0,-1-1 1 0 0,0-7-1 0 0,2 11-233 0 0,0-1-1 0 0,0 0 1 0 0,1 0-1 0 0,-1 0 0 0 0,1 0 1 0 0,-1 1-1 0 0,1-1 0 0 0,0 0 1 0 0,0 0-1 0 0,0 1 1 0 0,0-1-1 0 0,1 1 0 0 0,-1-1 1 0 0,1 1-1 0 0,0 0 0 0 0,-1-1 1 0 0,1 1-1 0 0,0 0 1 0 0,0 0-1 0 0,0 0 0 0 0,4-2 1 0 0,-2 0-290 0 0,1 1 1 0 0,0-1 0 0 0,0 1 0 0 0,0 0 0 0 0,1 0-1 0 0,-1 0 1 0 0,1 1 0 0 0,0 0 0 0 0,0 0-1 0 0,-1 1 1 0 0,1-1 0 0 0,0 1 0 0 0,0 1 0 0 0,0-1-1 0 0,0 1 1 0 0,1 0 0 0 0,-1 0 0 0 0,0 1-1 0 0,0-1 1 0 0,6 3 0 0 0,-3 0-52 0 0,-1 0 0 0 0,0 0 0 0 0,1 1 0 0 0,-1 1 0 0 0,-1-1 0 0 0,1 1 0 0 0,-1 0 0 0 0,0 1 0 0 0,0 0 0 0 0,0 0 0 0 0,-1 0 1 0 0,11 15-1 0 0,3 8 194 0 0</inkml:trace>
</inkml:ink>
</file>

<file path=ppt/ink/ink1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4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15 151 10594 0 0,'-9'6'944'0'0,"5"-5"-751"0"0,3 1-193 0 0,2-4 0 0 0,2 1 424 0 0,0-2 56 0 0,1-1 0 0 0,4-2 8 0 0,3-3-376 0 0,8-5-112 0 0,4-5 0 0 0,4 1 64 0 0,1-1-64 0 0,1 2 64 0 0,4 2-64 0 0,-2-2 72 0 0,0 2-72 0 0</inkml:trace>
</inkml:ink>
</file>

<file path=ppt/ink/ink1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5.2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223 24 12443 0 0,'-1'-2'176'0'0,"0"1"1"0"0,0-1 0 0 0,0 1 0 0 0,0-1 0 0 0,-1 1-1 0 0,1-1 1 0 0,0 1 0 0 0,-1 0 0 0 0,0-1-1 0 0,1 1 1 0 0,-1 0 0 0 0,0 0 0 0 0,1 0 0 0 0,-1 1-1 0 0,0-1 1 0 0,0 0 0 0 0,0 1 0 0 0,0-1-1 0 0,-3 0 1 0 0,1 1 109 0 0,0 0 0 0 0,0 0 0 0 0,0 0 0 0 0,0 1 0 0 0,0 0 0 0 0,0-1 0 0 0,0 1 0 0 0,0 1 0 0 0,-5 1 0 0 0,-1 2 110 0 0,1-1 0 0 0,0 2 0 0 0,1-1 0 0 0,-1 1 0 0 0,1 0 0 0 0,0 1 0 0 0,-8 8 0 0 0,9-6-366 0 0,0 1 1 0 0,0-1-1 0 0,1 1 1 0 0,0 0-1 0 0,0 0 1 0 0,1 1-1 0 0,1 0 0 0 0,0-1 1 0 0,0 2-1 0 0,1-1 1 0 0,-2 16-1 0 0,4-20-261 0 0,0 0-1 0 0,1-1 1 0 0,0 1-1 0 0,0 0 1 0 0,0 0-1 0 0,1 0 0 0 0,0 0 1 0 0,0 0-1 0 0,1-1 1 0 0,0 1-1 0 0,0-1 1 0 0,1 1-1 0 0,0-1 1 0 0,0 0-1 0 0,0 0 1 0 0,1 0-1 0 0,-1 0 1 0 0,1 0-1 0 0,1-1 1 0 0,7 8-1 0 0,5 1-1650 0 0</inkml:trace>
</inkml:ink>
</file>

<file path=ppt/ink/ink1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5.9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131 95 6913 0 0,'2'-4'96'0'0,"17"-38"790"0"0,-18 40-732 0 0,0 0-1 0 0,-1 0 1 0 0,1 0 0 0 0,-1 0 0 0 0,1 0 0 0 0,-1 0 0 0 0,0 0 0 0 0,0-1 0 0 0,0 1-1 0 0,0 0 1 0 0,0 0 0 0 0,-1 0 0 0 0,1 0 0 0 0,-1 0 0 0 0,1 0 0 0 0,-1 0 0 0 0,0 0-1 0 0,-1-4 1 0 0,1 6-55 0 0,0-1 0 0 0,0 0 1 0 0,0 1-1 0 0,0-1 0 0 0,1 1 0 0 0,-1-1 0 0 0,0 1 0 0 0,0-1 0 0 0,0 1 0 0 0,0 0 0 0 0,0 0 0 0 0,0-1 0 0 0,0 1 0 0 0,0 0 1 0 0,0 0-1 0 0,0 0 0 0 0,0 0 0 0 0,0 0 0 0 0,0 0 0 0 0,0 0 0 0 0,0 1 0 0 0,0-1 0 0 0,0 0 0 0 0,0 1 0 0 0,0-1 0 0 0,0 0 1 0 0,0 1-1 0 0,0-1 0 0 0,0 1 0 0 0,0-1 0 0 0,0 1 0 0 0,1 0 0 0 0,-1-1 0 0 0,0 1 0 0 0,0 0 0 0 0,1 0 0 0 0,-2 0 1 0 0,-29 31 274 0 0,30-30-329 0 0,-11 11 72 0 0,2 2 0 0 0,0 0 1 0 0,0 0-1 0 0,-13 31 0 0 0,20-40-130 0 0,0 1 1 0 0,1-1 0 0 0,0 0 0 0 0,0 1 0 0 0,0 0-1 0 0,1-1 1 0 0,0 1 0 0 0,1 0 0 0 0,-1 0-1 0 0,1 0 1 0 0,1-1 0 0 0,-1 1 0 0 0,1 0-1 0 0,0 0 1 0 0,1-1 0 0 0,1 8 0 0 0,-2-13-37 0 0,-1 0 1 0 0,1 1 0 0 0,-1-1 0 0 0,1 1-1 0 0,0-1 1 0 0,0 0 0 0 0,-1 0 0 0 0,1 1-1 0 0,0-1 1 0 0,0 0 0 0 0,0 0 0 0 0,0 0-1 0 0,0 0 1 0 0,1 0 0 0 0,-1 0 0 0 0,0 0-1 0 0,0 0 1 0 0,1-1 0 0 0,-1 1 0 0 0,0 0-1 0 0,1-1 1 0 0,-1 1 0 0 0,1-1 0 0 0,-1 1-1 0 0,3-1 1 0 0,-2 0-22 0 0,1 0 0 0 0,-1-1 0 0 0,0 1 0 0 0,1-1 0 0 0,-1 0 0 0 0,0 0 0 0 0,1 0 0 0 0,-1 0 1 0 0,0 0-1 0 0,0 0 0 0 0,0-1 0 0 0,0 1 0 0 0,4-4 0 0 0,4-4 73 0 0,-1-1 0 0 0,0-1 0 0 0,0 0 1 0 0,9-15-1 0 0,5-15 671 0 0,-18 30-202 0 0,1 0 0 0 0,0 0-1 0 0,1 0 1 0 0,1 1 0 0 0,12-15 0 0 0,-19 24-403 0 0,0 0 1 0 0,0 0 0 0 0,-1 0-1 0 0,1 1 1 0 0,0-1 0 0 0,0 0-1 0 0,0 0 1 0 0,0 1 0 0 0,0-1-1 0 0,0 0 1 0 0,0 1 0 0 0,0-1-1 0 0,0 1 1 0 0,0 0 0 0 0,1-1-1 0 0,-1 1 1 0 0,0 0 0 0 0,0 0-1 0 0,0-1 1 0 0,0 1 0 0 0,1 0-1 0 0,-1 0 1 0 0,0 0-1 0 0,0 1 1 0 0,0-1 0 0 0,0 0-1 0 0,1 0 1 0 0,-1 1 0 0 0,0-1-1 0 0,0 0 1 0 0,0 1 0 0 0,0-1-1 0 0,0 1 1 0 0,0-1 0 0 0,0 1-1 0 0,0 0 1 0 0,0 0 0 0 0,0-1-1 0 0,0 1 1 0 0,0 0 0 0 0,0 0-1 0 0,0 1 1 0 0,4 5 49 0 0,0 1-1 0 0,-1 0 1 0 0,-1-1 0 0 0,1 1-1 0 0,2 10 1 0 0,6 11-211 0 0,-11-27-17 0 0,0 1 0 0 0,1-1 0 0 0,-1 0 0 0 0,1 1 0 0 0,0-1 0 0 0,0 0 0 0 0,-1 0 0 0 0,1 0 0 0 0,0 0 0 0 0,1 0 0 0 0,-1 0 0 0 0,0 0 0 0 0,1-1 0 0 0,-1 1 0 0 0,1-1 0 0 0,-1 0 0 0 0,6 2 0 0 0,-6-3 35 0 0,1 0 0 0 0,-1 0 0 0 0,0 0-1 0 0,1-1 1 0 0,-1 1 0 0 0,1-1-1 0 0,-1 1 1 0 0,0-1 0 0 0,0 0 0 0 0,1 0-1 0 0,-1 0 1 0 0,0 0 0 0 0,0 0 0 0 0,0-1-1 0 0,0 1 1 0 0,0-1 0 0 0,0 1 0 0 0,0-1-1 0 0,-1 0 1 0 0,1 1 0 0 0,1-4 0 0 0,28-37-17 0 0,-28 37 163 0 0,0-1 1 0 0,1 1-1 0 0,-1 0 1 0 0,1 0 0 0 0,0 0-1 0 0,0 1 1 0 0,1 0 0 0 0,-1-1-1 0 0,1 1 1 0 0,0 1-1 0 0,0-1 1 0 0,0 1 0 0 0,1 0-1 0 0,-1 0 1 0 0,8-3-1 0 0,-10 5 17 0 0,0 0 0 0 0,-1 1 0 0 0,1-1 0 0 0,0 0 0 0 0,0 1 0 0 0,0-1-1 0 0,0 1 1 0 0,1 0 0 0 0,-1 0 0 0 0,0 1 0 0 0,0-1 0 0 0,0 0-1 0 0,0 1 1 0 0,0 0 0 0 0,-1-1 0 0 0,1 1 0 0 0,0 1 0 0 0,0-1 0 0 0,0 0-1 0 0,-1 1 1 0 0,1-1 0 0 0,3 4 0 0 0,1 1 145 0 0,-1 1 0 0 0,0 1 1 0 0,0-1-1 0 0,0 1 0 0 0,8 16 0 0 0,47 66-3245 0 0,-60-91 2938 0 0,1 0 1 0 0,-1 0-1 0 0,1-1 0 0 0,-1 1 1 0 0,0 0-1 0 0,1 0 1 0 0,-1-1-1 0 0,0 1 0 0 0,0-1 1 0 0,0 1-1 0 0,0-1 0 0 0,1-2 1 0 0,1-1 61 0 0,15-21 207 0 0,-4 4 107 0 0,1 2 0 0 0,0-1 0 0 0,2 2 0 0 0,35-34 0 0 0,-48 50-180 0 0,0-1 1 0 0,1 1-1 0 0,-1 0 1 0 0,1 1-1 0 0,-1-1 1 0 0,1 1-1 0 0,0 0 1 0 0,0 0-1 0 0,0 0 1 0 0,0 1-1 0 0,0-1 1 0 0,0 1-1 0 0,0 1 0 0 0,0-1 1 0 0,1 1-1 0 0,-1 0 1 0 0,0 0-1 0 0,0 0 1 0 0,1 1-1 0 0,-1-1 1 0 0,0 1-1 0 0,0 1 1 0 0,0-1-1 0 0,0 1 1 0 0,0 0-1 0 0,0 0 1 0 0,0 0-1 0 0,-1 1 1 0 0,1 0-1 0 0,3 3 1 0 0,-2-2-109 0 0,-1 0 1 0 0,0 1 0 0 0,0 0 0 0 0,7 10 0 0 0,4 3-6540 0 0</inkml:trace>
</inkml:ink>
</file>

<file path=ppt/ink/ink1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6.7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243 26 9218 0 0,'-1'-2'281'0'0,"-1"0"0"0"0,1 0 1 0 0,-1 0-1 0 0,1 1 0 0 0,-1-1 0 0 0,0 1 0 0 0,1-1 1 0 0,-1 1-1 0 0,0-1 0 0 0,0 1 0 0 0,0 0 1 0 0,0 0-1 0 0,0 0 0 0 0,0 0 0 0 0,0 0 0 0 0,-1 1 1 0 0,1-1-1 0 0,0 1 0 0 0,0-1 0 0 0,-1 1 0 0 0,1 0 1 0 0,0 0-1 0 0,-1 0 0 0 0,-3 0 0 0 0,2 0 34 0 0,-1 1 0 0 0,1 0 0 0 0,0-1-1 0 0,-1 1 1 0 0,1 1 0 0 0,0-1 0 0 0,0 0-1 0 0,0 1 1 0 0,0 0 0 0 0,0 0 0 0 0,0 0 0 0 0,-5 5-1 0 0,-1 3-132 0 0,1 0-1 0 0,0 1 1 0 0,0 0-1 0 0,1 1 0 0 0,1 0 1 0 0,0 1-1 0 0,1-1 0 0 0,0 1 1 0 0,0 0-1 0 0,-5 24 1 0 0,-1 10-120 0 0,-10 85 1 0 0,18-91 115 0 0,1 0 1 0 0,1 0-1 0 0,3 0 1 0 0,8 62 0 0 0,-5-83-432 0 0,0 0 0 0 0,2 0-1 0 0,0 0 1 0 0,13 27 0 0 0,-12-35-716 0 0,-1 0 0 0 0,1 0-1 0 0,1-1 1 0 0,0 0 0 0 0,1 0-1 0 0,0-1 1 0 0,16 15 0 0 0</inkml:trace>
</inkml:ink>
</file>

<file path=ppt/ink/ink1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6.9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1 130 6449 0 0,'1'-3'205'0'0,"1"0"0"0"0,0 0-1 0 0,0 0 1 0 0,0 0-1 0 0,1 1 1 0 0,-1-1 0 0 0,1 0-1 0 0,0 1 1 0 0,-1 0 0 0 0,1 0-1 0 0,6-4 1 0 0,40-19 3033 0 0,-33 17-2725 0 0,11-3 495 0 0,0 1 1 0 0,1 2-1 0 0,0 0 0 0 0,0 2 1 0 0,0 1-1 0 0,30-1 1 0 0,-20 1-1789 0 0,-23 3-5968 0 0</inkml:trace>
</inkml:ink>
</file>

<file path=ppt/ink/ink1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7.1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10138 0 0,'1'1'266'0'0,"0"0"-1"0"0,0-1 0 0 0,1 1 1 0 0,-1 0-1 0 0,0 0 0 0 0,0 0 1 0 0,0 0-1 0 0,0 0 0 0 0,0 0 1 0 0,0 0-1 0 0,-1 0 0 0 0,1 0 1 0 0,0 0-1 0 0,0 0 1 0 0,-1 0-1 0 0,1 1 0 0 0,-1-1 1 0 0,1 0-1 0 0,-1 1 0 0 0,1-1 1 0 0,-1 3-1 0 0,9 31 1883 0 0,-9-34-2069 0 0,7 72 1730 0 0,-4-23-3916 0 0,7-3-4449 0 0,-8-44 6385 0 0</inkml:trace>
</inkml:ink>
</file>

<file path=ppt/ink/ink1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7.3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16 9218 0 0,'0'-6'408'0'0,"0"4"80"0"0,1-1-392 0 0,0 0-96 0 0,2 2 0 0 0,-1 1 0 0 0,0 1 0 0 0,3 0-120 0 0,2 2 24 0 0,2 4 8 0 0,4 4 88 0 0,-2 3 0 0 0,-3 0 0 0 0</inkml:trace>
</inkml:ink>
</file>

<file path=ppt/ink/ink1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7.5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98 2761 0 0,'2'0'82'0'0,"0"1"1"0"0,0-1 0 0 0,-1 0 0 0 0,1 1 0 0 0,0-1 0 0 0,-1 1 0 0 0,1 0 0 0 0,0 0 0 0 0,-1-1 0 0 0,1 1-1 0 0,-1 0 1 0 0,1 0 0 0 0,-1 1 0 0 0,1-1 0 0 0,-1 0 0 0 0,0 0 0 0 0,0 1 0 0 0,1-1 0 0 0,-1 0 0 0 0,0 1-1 0 0,0-1 1 0 0,-1 1 0 0 0,2 1 0 0 0,18 48 3282 0 0,-6-14-1950 0 0,-14-37-1413 0 0,0 1 1 0 0,0-1-1 0 0,1 1 1 0 0,-1 0-1 0 0,1-1 0 0 0,-1 1 1 0 0,1-1-1 0 0,-1 0 1 0 0,1 1-1 0 0,-1-1 0 0 0,1 1 1 0 0,-1-1-1 0 0,1 0 0 0 0,-1 1 1 0 0,1-1-1 0 0,0 0 1 0 0,-1 1-1 0 0,1-1 0 0 0,0 0 1 0 0,-1 0-1 0 0,1 0 1 0 0,-1 0-1 0 0,1 0 0 0 0,0 0 1 0 0,-1 1-1 0 0,1-2 0 0 0,0 1 1 0 0,0 0-1 0 0,-1 0 1 0 0,1 0-1 0 0,-1 0 0 0 0,1 0 1 0 0,0 0-1 0 0,-1-1 1 0 0,1 1-1 0 0,0 0 0 0 0,-1-1 1 0 0,1 1-1 0 0,-1 0 0 0 0,1-1 1 0 0,-1 1-1 0 0,1-1 1 0 0,-1 1-1 0 0,1-1 0 0 0,-1 1 1 0 0,1-1-1 0 0,0 0 1 0 0,24-32 203 0 0,-18 22-142 0 0,22-28 607 0 0,27-34-187 0 0,-51 67-251 0 0,1 0 1 0 0,-1 1 0 0 0,2-1-1 0 0,-1 1 1 0 0,0 0-1 0 0,1 1 1 0 0,0 0 0 0 0,11-6-1 0 0,-17 10-118 0 0,1-1 0 0 0,-1 0 0 0 0,0 1 0 0 0,1-1 0 0 0,-1 1 0 0 0,0 0 0 0 0,1-1 0 0 0,-1 1 0 0 0,0 0 0 0 0,1 0 0 0 0,-1 0 1 0 0,1 0-1 0 0,-1 0 0 0 0,1 0 0 0 0,-1 0 0 0 0,0 0 0 0 0,1 1 0 0 0,-1-1 0 0 0,0 1 0 0 0,1-1 0 0 0,-1 1 0 0 0,0-1 0 0 0,1 1 0 0 0,-1 0 0 0 0,0-1 0 0 0,0 1 0 0 0,0 0 0 0 0,0 0 0 0 0,0 0 0 0 0,2 1 0 0 0,-1 3 180 0 0,1 0-1 0 0,-1-1 1 0 0,1 1-1 0 0,-1 0 1 0 0,-1 0-1 0 0,3 10 1 0 0,8 19-2728 0 0</inkml:trace>
</inkml:ink>
</file>

<file path=ppt/ink/ink1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8.2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201 421 2328 0 0,'2'-2'245'0'0,"-1"1"-1"0"0,0-1 1 0 0,1 1-1 0 0,-1-1 1 0 0,1 1-1 0 0,-1-1 0 0 0,1 1 1 0 0,0 0-1 0 0,-1 0 1 0 0,10 0 3481 0 0,-13 13-1823 0 0,2-12-1790 0 0,0 1 1 0 0,0 0-1 0 0,0-1 0 0 0,0 1 1 0 0,0-1-1 0 0,0 1 0 0 0,0-1 0 0 0,0 1 1 0 0,0 0-1 0 0,0-1 0 0 0,0 1 0 0 0,0-1 1 0 0,0 1-1 0 0,0-1 0 0 0,1 1 0 0 0,-1-1 1 0 0,0 1-1 0 0,0-1 0 0 0,1 1 0 0 0,-1-1 1 0 0,0 1-1 0 0,1-1 0 0 0,-1 1 0 0 0,0-1 1 0 0,1 1-1 0 0,-1-1 0 0 0,1 0 1 0 0,-1 1-1 0 0,1-1 0 0 0,-1 0 0 0 0,1 1 1 0 0,-1-1-1 0 0,11 1 4473 0 0,-26-5-3502 0 0,12 3-1086 0 0,0 0 1 0 0,0 0 0 0 0,0-1-1 0 0,0 1 1 0 0,0-1 0 0 0,1 0-1 0 0,-1 0 1 0 0,0 0 0 0 0,1 0-1 0 0,0 0 1 0 0,-1 0 0 0 0,1-1-1 0 0,-3-3 1 0 0,3 3 49 0 0,-1 0 0 0 0,1 0 0 0 0,-1 0 0 0 0,0 1-1 0 0,1-1 1 0 0,-1 1 0 0 0,0 0 0 0 0,-1 0 0 0 0,1 0 0 0 0,0 0 0 0 0,-7-2 0 0 0,5 3-34 0 0,0 0 0 0 0,1 0 0 0 0,-1 1 0 0 0,0 0 1 0 0,0 0-1 0 0,0 0 0 0 0,0 0 0 0 0,0 1 0 0 0,0 0 0 0 0,1 0 1 0 0,-1 0-1 0 0,0 1 0 0 0,1 0 0 0 0,-1-1 0 0 0,1 2 0 0 0,-1-1 1 0 0,1 0-1 0 0,0 1 0 0 0,0 0 0 0 0,0 0 0 0 0,0 0 0 0 0,1 0 1 0 0,-1 1-1 0 0,1 0 0 0 0,0-1 0 0 0,0 1 0 0 0,0 0 0 0 0,0 0 1 0 0,1 1-1 0 0,0-1 0 0 0,0 1 0 0 0,-3 7 0 0 0,3-7-119 0 0,0 1 0 0 0,0 0 0 0 0,0 1 0 0 0,0-1 0 0 0,1 0 0 0 0,0 1 1 0 0,1-1-1 0 0,-1 0 0 0 0,1 1 0 0 0,1-1 0 0 0,-1 0 0 0 0,1 1 0 0 0,0-1 0 0 0,0 0 0 0 0,1 1 0 0 0,0-1 0 0 0,0 0 0 0 0,0 0 0 0 0,1-1 0 0 0,0 1 0 0 0,0 0 0 0 0,0-1 0 0 0,1 0 0 0 0,8 10 0 0 0,-11-14 66 0 0,1 1-1 0 0,-1-1 0 0 0,1 0 1 0 0,0 1-1 0 0,-1-1 1 0 0,1 0-1 0 0,0 0 1 0 0,0 0-1 0 0,0 0 0 0 0,0 0 1 0 0,0-1-1 0 0,0 1 1 0 0,0 0-1 0 0,0-1 0 0 0,1 0 1 0 0,-1 1-1 0 0,0-1 1 0 0,0 0-1 0 0,0 0 1 0 0,0 0-1 0 0,4-1 0 0 0,-2-1-16 0 0,-1 1-1 0 0,1 0 1 0 0,-1-1-1 0 0,0 0 1 0 0,1 0-1 0 0,-1 0 1 0 0,0 0-1 0 0,0-1 1 0 0,-1 1-1 0 0,1-1 1 0 0,4-4-1 0 0,1-4-113 0 0,0 0 1 0 0,0-1-1 0 0,-2 0 0 0 0,1 0 1 0 0,8-24-1 0 0,-9 15-135 0 0,0-1-1 0 0,-2 1 1 0 0,0-1-1 0 0,-2 0 1 0 0,0 0 0 0 0,-3-34-1 0 0,-20-135 2100 0 0,13 133 82 0 0,7 49-1435 0 0,-4-24 865 0 0,5 31-1181 0 0,0 1 0 0 0,0 0 0 0 0,-1-1 0 0 0,1 1 0 0 0,-1 0 0 0 0,1 0 0 0 0,-1-1 0 0 0,1 1 0 0 0,-1 0 0 0 0,0 0 0 0 0,1 0 0 0 0,-1 0 0 0 0,0 0 0 0 0,0-1 0 0 0,0 2 0 0 0,0-1 0 0 0,-2-2 0 0 0,3 3-81 0 0,-1 1 0 0 0,0-1 0 0 0,1 0 1 0 0,-1 0-1 0 0,0 1 0 0 0,1-1 0 0 0,-1 1 0 0 0,0-1 0 0 0,1 0 0 0 0,-1 1 0 0 0,1-1 0 0 0,-1 1 0 0 0,1-1 0 0 0,-1 1 1 0 0,1 0-1 0 0,0-1 0 0 0,-1 1 0 0 0,1-1 0 0 0,-1 1 0 0 0,1 0 0 0 0,0-1 0 0 0,0 1 0 0 0,-1 0 0 0 0,1-1 0 0 0,0 1 1 0 0,0 0-1 0 0,0-1 0 0 0,0 1 0 0 0,0 0 0 0 0,0 0 0 0 0,0-1 0 0 0,0 2 0 0 0,-3 27 183 0 0,4-5-137 0 0,0 0 1 0 0,2 0-1 0 0,0 0 1 0 0,2-1-1 0 0,0 1 1 0 0,2-1-1 0 0,12 28 1 0 0,80 153 113 0 0,-78-163-175 0 0,33 55-2196 0 0,-36-68-5617 0 0</inkml:trace>
</inkml:ink>
</file>

<file path=ppt/ink/ink1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9.1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69 6913 0 0,'-1'-21'2618'0'0,"0"15"-1573"0"0,1 0 0 0 0,0 0 0 0 0,0 0 1 0 0,0 0-1 0 0,2-11 0 0 0,4 31 2467 0 0,5 13-2838 0 0,-3 15-386 0 0,5 55 0 0 0,4 29 433 0 0,-14-111-670 0 0,1 0 1 0 0,1 0-1 0 0,0-1 1 0 0,1 1-1 0 0,0-1 0 0 0,9 13 1 0 0,-11-21-33 0 0,0 0 1 0 0,0 0-1 0 0,0-1 1 0 0,1 0-1 0 0,-1 0 1 0 0,1 0-1 0 0,1 0 1 0 0,-1-1-1 0 0,0 0 1 0 0,1 0-1 0 0,0-1 1 0 0,0 1-1 0 0,0-1 1 0 0,1 0-1 0 0,6 2 1 0 0,-7-4-3 0 0,-1 0 1 0 0,1 0 0 0 0,0-1-1 0 0,-1 0 1 0 0,1 0 0 0 0,0 0 0 0 0,-1 0-1 0 0,1-1 1 0 0,-1 0 0 0 0,1 0-1 0 0,-1-1 1 0 0,1 1 0 0 0,-1-1-1 0 0,0 0 1 0 0,1-1 0 0 0,-1 1-1 0 0,0-1 1 0 0,7-5 0 0 0,-5 2-21 0 0,1 0 0 0 0,-1 0 0 0 0,0-1 0 0 0,0 0 0 0 0,-1 0 1 0 0,0 0-1 0 0,0-1 0 0 0,-1 0 0 0 0,0 0 0 0 0,0 0 0 0 0,-1-1 0 0 0,0 0 0 0 0,0 0 1 0 0,-1 0-1 0 0,3-11 0 0 0,-1-10-40 0 0,-1 1 1 0 0,-2-1-1 0 0,-1-45 1 0 0,-1 57 66 0 0,0 17-35 0 0,0 1 0 0 0,0 0 0 0 0,0 0 0 0 0,0-1-1 0 0,0 1 1 0 0,0 0 0 0 0,-1 0 0 0 0,1 0 0 0 0,0-1 0 0 0,0 1 0 0 0,1 0 0 0 0,-1 0 0 0 0,0-1 0 0 0,0 1 0 0 0,0 0 0 0 0,0 0 0 0 0,0-1 0 0 0,0 1 0 0 0,0 0 0 0 0,0 0 0 0 0,0 0 0 0 0,0-1 0 0 0,0 1 0 0 0,1 0 0 0 0,-1 0 0 0 0,0 0-1 0 0,0-1 1 0 0,0 1 0 0 0,0 0 0 0 0,1 0 0 0 0,-1 0 0 0 0,0 0 0 0 0,0 0 0 0 0,0 0 0 0 0,1-1 0 0 0,-1 1 0 0 0,0 0 0 0 0,0 0 0 0 0,1 0 0 0 0,-1 0 0 0 0,0 0 0 0 0,0 0 0 0 0,0 0 0 0 0,1 0 0 0 0,-1 0 0 0 0,0 0 0 0 0,0 0-1 0 0,1 0 1 0 0,-1 0 0 0 0,15 11-211 0 0,20 27 321 0 0,-28-29-29 0 0,3 2 15 0 0,0-1-1 0 0,1 0 0 0 0,1 0 1 0 0,-1-1-1 0 0,1-1 1 0 0,1 0-1 0 0,-1 0 1 0 0,1-1-1 0 0,1-1 0 0 0,-1 0 1 0 0,21 5-1 0 0,-28-9-54 0 0,0-1-1 0 0,0 0 0 0 0,0 0 1 0 0,0 0-1 0 0,0-1 1 0 0,0 0-1 0 0,0 0 1 0 0,0-1-1 0 0,0 0 1 0 0,0 0-1 0 0,0 0 1 0 0,0 0-1 0 0,0-1 0 0 0,0 0 1 0 0,-1-1-1 0 0,1 1 1 0 0,-1-1-1 0 0,1 0 1 0 0,-1 0-1 0 0,0-1 1 0 0,0 1-1 0 0,-1-1 0 0 0,1 0 1 0 0,-1-1-1 0 0,0 1 1 0 0,0-1-1 0 0,0 0 1 0 0,0 0-1 0 0,-1 0 1 0 0,3-5-1 0 0,0-3-251 0 0,-1-1-1 0 0,0 1 1 0 0,0-1 0 0 0,-2 0-1 0 0,0 0 1 0 0,0 0 0 0 0,-1 0-1 0 0,-1 0 1 0 0,-1-19 0 0 0,-1 14-1100 0 0</inkml:trace>
</inkml:ink>
</file>

<file path=ppt/ink/ink1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9.4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0 268 3225 0 0,'2'2'238'0'0,"0"0"0"0"0,0 0 0 0 0,0 0 0 0 0,0 0 0 0 0,1 0 0 0 0,-1-1 0 0 0,0 1 0 0 0,1-1 0 0 0,-1 1 0 0 0,1-1 0 0 0,0 0 0 0 0,-1 0 0 0 0,1 0 0 0 0,0-1 0 0 0,0 1 0 0 0,0 0 1 0 0,4-1-1 0 0,-2 0 259 0 0,-1 0 0 0 0,1-1-1 0 0,0 1 1 0 0,-1-1 0 0 0,1 0 0 0 0,0-1 0 0 0,-1 1 0 0 0,1-1 0 0 0,-1 0 0 0 0,5-3 0 0 0,-3 1-225 0 0,0 0 0 0 0,0 0 0 0 0,0-1 0 0 0,-1 0 0 0 0,0 0 0 0 0,0-1 0 0 0,0 1 0 0 0,-1-1 0 0 0,0 0 0 0 0,0 0 0 0 0,0-1 0 0 0,-1 1 0 0 0,0-1 0 0 0,4-10 0 0 0,-3 5-30 0 0,-1 0-1 0 0,0 0 1 0 0,-1 0 0 0 0,0 0 0 0 0,-1-1 0 0 0,0 1 0 0 0,-2-23 0 0 0,-8-2 73 0 0,9 35-305 0 0,-1 1 0 0 0,1 0 0 0 0,0-1 0 0 0,-1 1 1 0 0,0 0-1 0 0,1-1 0 0 0,-1 1 0 0 0,0 0 0 0 0,0 0 0 0 0,1-1 0 0 0,-1 1 0 0 0,0 0 0 0 0,0 0 0 0 0,0 0 0 0 0,-1 0 0 0 0,1 0 1 0 0,0 0-1 0 0,0 1 0 0 0,0-1 0 0 0,-1 0 0 0 0,1 0 0 0 0,0 1 0 0 0,-3-1 0 0 0,3 1 13 0 0,0 0-1 0 0,0 1 1 0 0,1-1-1 0 0,-1 1 0 0 0,0-1 1 0 0,1 1-1 0 0,-1-1 1 0 0,0 1-1 0 0,1 0 1 0 0,-1-1-1 0 0,1 1 1 0 0,-1 0-1 0 0,1-1 1 0 0,-1 1-1 0 0,1 0 0 0 0,-1 0 1 0 0,1-1-1 0 0,0 1 1 0 0,-1 0-1 0 0,1 0 1 0 0,0 0-1 0 0,0 0 1 0 0,0-1-1 0 0,-1 3 1 0 0,-3 23 434 0 0,4-25-428 0 0,0 6 26 0 0,0 0 0 0 0,0-1-1 0 0,0 1 1 0 0,1 0 0 0 0,0-1-1 0 0,0 1 1 0 0,1 0 0 0 0,0-1-1 0 0,0 0 1 0 0,0 1-1 0 0,1-1 1 0 0,0 0 0 0 0,0 0-1 0 0,1-1 1 0 0,-1 1 0 0 0,1-1-1 0 0,9 10 1 0 0,-8-10-312 0 0,0 0 0 0 0,1-1 0 0 0,0 1 0 0 0,0-1 0 0 0,0 0-1 0 0,0 0 1 0 0,1-1 0 0 0,-1 0 0 0 0,1 0 0 0 0,8 2 0 0 0,4 0-6540 0 0</inkml:trace>
</inkml:ink>
</file>

<file path=ppt/ink/ink1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9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57 5985 0 0,'14'-23'422'0'0,"-12"20"488"0"0,0-1 1 0 0,1 1-1 0 0,0 0 1 0 0,0 0-1 0 0,0 0 1 0 0,0 0-1 0 0,4-2 1 0 0,-6 4-573 0 0,0 0 0 0 0,0 0 0 0 0,1 1 0 0 0,-1-1 1 0 0,0 1-1 0 0,1-1 0 0 0,-1 1 0 0 0,1-1 0 0 0,-1 1 1 0 0,0 0-1 0 0,1 0 0 0 0,-1 0 0 0 0,1 0 0 0 0,-1 0 1 0 0,1 0-1 0 0,-1 0 0 0 0,0 0 0 0 0,1 0 0 0 0,-1 1 1 0 0,1-1-1 0 0,0 1 0 0 0,1 0-268 0 0,-1 0 0 0 0,0 1 0 0 0,0-1 0 0 0,0 1-1 0 0,0-1 1 0 0,0 1 0 0 0,0 0 0 0 0,-1-1 0 0 0,4 5 0 0 0,4 9-115 0 0,-1-1 0 0 0,-1 1 0 0 0,0 1 0 0 0,-1-1 0 0 0,0 1 0 0 0,-2 0 0 0 0,4 19-1 0 0,-3-15-1343 0 0,-1-1-5896 0 0</inkml:trace>
</inkml:ink>
</file>

<file path=ppt/ink/ink1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9.7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 18 11522 0 0,'-11'-3'1025'0'0,"-3"-6"3848"0"0,15 8-4481 0 0,2-2-168 0 0,1 2-32 0 0,2 1 0 0 0,2 4-2417 0 0,2 3-479 0 0,1 4-97 0 0,0 2-15 0 0</inkml:trace>
</inkml:ink>
</file>

<file path=ppt/ink/ink1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0.4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60 358 10138 0 0,'-1'0'163'0'0,"0"0"12"0"0,0 0 0 0 0,0-1 0 0 0,0 1 0 0 0,1 0 0 0 0,-1 0 0 0 0,0 0-1 0 0,0 0 1 0 0,0 0 0 0 0,0 0 0 0 0,0 0 0 0 0,0 0 0 0 0,1 0 0 0 0,-1 1 0 0 0,0-1-1 0 0,0 0 1 0 0,0 1 0 0 0,0-1 0 0 0,1 0 0 0 0,-1 1 0 0 0,0-1 0 0 0,0 1-1 0 0,1-1 1 0 0,-1 1 0 0 0,0-1 0 0 0,1 1 0 0 0,-1 0 0 0 0,0-1 0 0 0,1 1-1 0 0,-1 0 1 0 0,1-1 0 0 0,-1 1 0 0 0,1 0 0 0 0,0 0 0 0 0,-1 0 0 0 0,1-1-1 0 0,0 1 1 0 0,-1 0 0 0 0,1 0 0 0 0,0 0 0 0 0,0 0 0 0 0,0 1 0 0 0,-1 0-327 0 0,-6 17 101 0 0,1 0 0 0 0,1 0 0 0 0,1 1 0 0 0,0-1 0 0 0,2 1 0 0 0,-1 30 0 0 0,32-95-875 0 0,-21 35 932 0 0,0 0 0 0 0,0 1 0 0 0,1 0 0 0 0,0 1 0 0 0,1-1 0 0 0,0 2 0 0 0,0-1-1 0 0,1 2 1 0 0,15-9 0 0 0,-22 13 26 0 0,-1 1 1 0 0,1-1-1 0 0,-1 1 1 0 0,1 0-1 0 0,0 0 0 0 0,-1 0 1 0 0,1 0-1 0 0,0 1 1 0 0,0 0-1 0 0,0 0 0 0 0,-1 0 1 0 0,1 0-1 0 0,0 0 1 0 0,0 1-1 0 0,0-1 0 0 0,-1 1 1 0 0,1 0-1 0 0,0 1 0 0 0,-1-1 1 0 0,1 0-1 0 0,-1 1 1 0 0,1 0-1 0 0,-1 0 0 0 0,0 0 1 0 0,0 0-1 0 0,0 0 1 0 0,0 1-1 0 0,0 0 0 0 0,-1-1 1 0 0,1 1-1 0 0,-1 0 1 0 0,1 0-1 0 0,-1 0 0 0 0,3 5 1 0 0,0 3 23 0 0,0-1-1 0 0,-1 1 1 0 0,0 0 0 0 0,0 0 0 0 0,-1 0-1 0 0,-1 1 1 0 0,0-1 0 0 0,0 1 0 0 0,-1-1 0 0 0,-1 1-1 0 0,-1 15 1 0 0,1-21-143 0 0,-1-1-1 0 0,0 1 0 0 0,0 0 1 0 0,0 0-1 0 0,-1-1 0 0 0,0 1 1 0 0,0-1-1 0 0,-1 0 0 0 0,1 1 1 0 0,-7 8-1 0 0,7-11 9 0 0,-1-1 0 0 0,1 1-1 0 0,-1 0 1 0 0,0-1 0 0 0,0 0 0 0 0,0 0-1 0 0,0 0 1 0 0,0 0 0 0 0,0 0 0 0 0,-1 0-1 0 0,1-1 1 0 0,-1 0 0 0 0,1 1 0 0 0,-1-1-1 0 0,1-1 1 0 0,-1 1 0 0 0,0 0 0 0 0,-4-1-1 0 0,6 0 83 0 0,1 1 0 0 0,0-1 0 0 0,-1 0 0 0 0,1 0 0 0 0,0 0-1 0 0,-1 0 1 0 0,1-1 0 0 0,-1 1 0 0 0,1 0 0 0 0,0-1 0 0 0,-1 1 0 0 0,1-1 0 0 0,0 1-1 0 0,0-1 1 0 0,-1 1 0 0 0,1-1 0 0 0,0 0 0 0 0,0 0 0 0 0,0 1 0 0 0,0-1-1 0 0,0 0 1 0 0,0 0 0 0 0,-1-2 0 0 0,1 1-10 0 0,0 0 0 0 0,0 0 0 0 0,1 0 0 0 0,-1 0 0 0 0,0 0 0 0 0,1 0 0 0 0,0 0 0 0 0,-1 0 0 0 0,1-1 0 0 0,0 1 0 0 0,0 0 0 0 0,0 0 0 0 0,1-3 0 0 0,1-9-114 0 0,1 1-1 0 0,1-1 1 0 0,9-22 0 0 0,-9 26 9 0 0,31-76-176 0 0,61-109 0 0 0,67-70 4420 0 0,-163 264-4045 0 0,1-1-1 0 0,0 1 0 0 0,0 0 0 0 0,0-1 1 0 0,0 1-1 0 0,0 0 0 0 0,0 0 1 0 0,0-1-1 0 0,0 1 0 0 0,0 0 1 0 0,0 0-1 0 0,1 0 0 0 0,-1 0 0 0 0,0 1 1 0 0,1-1-1 0 0,-1 0 0 0 0,3 0 1 0 0,-3 1-49 0 0,0 1 0 0 0,0 0 1 0 0,-1-1-1 0 0,1 1 0 0 0,0 0 1 0 0,0-1-1 0 0,-1 1 0 0 0,1 0 1 0 0,0 0-1 0 0,-1 0 0 0 0,1 0 1 0 0,-1 0-1 0 0,1 0 0 0 0,-1 0 1 0 0,0 0-1 0 0,1 0 0 0 0,-1 0 1 0 0,0 0-1 0 0,0 0 0 0 0,1 0 1 0 0,-1 0-1 0 0,0 0 0 0 0,0 0 1 0 0,0 0-1 0 0,0 0 1 0 0,-1 2-1 0 0,7 129 824 0 0,-6-86-878 0 0,2 1 0 0 0,2-1 0 0 0,2 1 0 0 0,13 47 1 0 0,-14-72-116 0 0,-4-16 72 0 0,0 0-1 0 0,0-1 1 0 0,1 1 0 0 0,-1 0-1 0 0,1-1 1 0 0,1 0 0 0 0,-1 1-1 0 0,1-1 1 0 0,3 6 0 0 0,-5-11 70 0 0,0 0 1 0 0,-1 0-1 0 0,1 0 0 0 0,-1 0 1 0 0,1 0-1 0 0,0 0 1 0 0,-1 0-1 0 0,1 0 1 0 0,-1 0-1 0 0,1 0 1 0 0,-1 0-1 0 0,1 0 1 0 0,0 0-1 0 0,-1-1 1 0 0,1 1-1 0 0,-1 0 1 0 0,1 0-1 0 0,-1-1 1 0 0,1 1-1 0 0,-1 0 1 0 0,1-1-1 0 0,-1 1 1 0 0,0 0-1 0 0,1-1 1 0 0,-1 1-1 0 0,1-1 1 0 0,-1 1-1 0 0,0-1 1 0 0,1 1-1 0 0,-1-1 1 0 0,0 1-1 0 0,0-1 1 0 0,1 1-1 0 0,-1-2 1 0 0,13-19 140 0 0,-13 20-146 0 0,24-46 135 0 0,26-48 158 0 0,-45 86-238 0 0,1 1 0 0 0,0-1 0 0 0,1 2 1 0 0,-1-1-1 0 0,1 1 0 0 0,1 0 0 0 0,0 0 0 0 0,9-5 1 0 0,-15 10-43 0 0,0 1 1 0 0,0 0 0 0 0,0 0-1 0 0,0 1 1 0 0,0-1 0 0 0,1 0-1 0 0,-1 1 1 0 0,0-1 0 0 0,0 1-1 0 0,1 0 1 0 0,-1 0 0 0 0,0 0-1 0 0,1 0 1 0 0,-1 0 0 0 0,0 0-1 0 0,0 1 1 0 0,1-1 0 0 0,-1 1-1 0 0,0 0 1 0 0,0-1 0 0 0,0 1-1 0 0,0 0 1 0 0,0 0 0 0 0,0 0-1 0 0,0 1 1 0 0,0-1 0 0 0,0 0-1 0 0,3 4 1 0 0,5 5 31 0 0,0 0 1 0 0,0 1-1 0 0,14 21 0 0 0,-2-3-58 0 0,-11-17-774 0 0,0-1 0 0 0,18 14 1 0 0,-9-11-6847 0 0</inkml:trace>
</inkml:ink>
</file>

<file path=ppt/ink/ink1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0.7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5 10138 0 0,'-12'-5'10151'0'0,"9"34"-8082"0"0,3-28-2100 0 0,-1 64 551 0 0,4 0 0 0 0,14 85-1 0 0,-12-112-456 0 0,29 168-1859 0 0,-27-179 824 0 0</inkml:trace>
</inkml:ink>
</file>

<file path=ppt/ink/ink1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0.9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31 142 9674 0 0,'-1'-1'139'0'0,"-1"1"1"0"0,0-1-1 0 0,1 1 0 0 0,-1-1 0 0 0,1 0 0 0 0,-1 1 1 0 0,1-1-1 0 0,0 0 0 0 0,-1 0 0 0 0,1 0 1 0 0,0 0-1 0 0,-1 0 0 0 0,1 0 0 0 0,0-1 1 0 0,0 1-1 0 0,0 0 0 0 0,0 0 0 0 0,0-1 0 0 0,0 1 1 0 0,1-1-1 0 0,-1 1 0 0 0,0-1 0 0 0,1 1 1 0 0,-1-1-1 0 0,1 0 0 0 0,-1 1 0 0 0,1-4 1 0 0,0 3 68 0 0,0-1 1 0 0,1 0 0 0 0,-1 0 0 0 0,1 1-1 0 0,0-1 1 0 0,0 0 0 0 0,0 1-1 0 0,0-1 1 0 0,0 1 0 0 0,1-1 0 0 0,-1 1-1 0 0,1 0 1 0 0,0-1 0 0 0,-1 1 0 0 0,1 0-1 0 0,4-3 1 0 0,1-2-205 0 0,1 1 1 0 0,0 0-1 0 0,0 1 0 0 0,0 0 1 0 0,1 0-1 0 0,0 1 0 0 0,0 0 0 0 0,0 0 1 0 0,0 1-1 0 0,0 0 0 0 0,18-3 1 0 0,-11 4-129 0 0,1 1 1 0 0,-1 0-1 0 0,1 1 0 0 0,-1 1 1 0 0,1 0-1 0 0,20 5 0 0 0,4 4 124 0 0</inkml:trace>
</inkml:ink>
</file>

<file path=ppt/ink/ink1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1.4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212 8 3225 0 0,'-4'-2'533'0'0,"-1"1"0"0"0,0-1 0 0 0,0 1 0 0 0,1 0 0 0 0,-1 1 1 0 0,0-1-1 0 0,0 1 0 0 0,0 0 0 0 0,0 0 0 0 0,0 1 0 0 0,1-1 0 0 0,-1 1 1 0 0,0 0-1 0 0,0 1 0 0 0,1-1 0 0 0,-1 1 0 0 0,1 0 0 0 0,-1 0 0 0 0,1 0 1 0 0,0 0-1 0 0,0 1 0 0 0,-8 6 0 0 0,9-7-374 0 0,0 0 0 0 0,0 0 0 0 0,1 0 0 0 0,-1 1-1 0 0,0 0 1 0 0,1-1 0 0 0,0 1 0 0 0,0 0 0 0 0,-1 0 0 0 0,2 0 0 0 0,-1 1 0 0 0,0-1 0 0 0,1 0-1 0 0,-1 1 1 0 0,1-1 0 0 0,0 1 0 0 0,0-1 0 0 0,0 1 0 0 0,1-1 0 0 0,-1 1 0 0 0,1 0-1 0 0,0-1 1 0 0,0 1 0 0 0,0 0 0 0 0,1-1 0 0 0,-1 1 0 0 0,1 0 0 0 0,0-1 0 0 0,0 1 0 0 0,2 4-1 0 0,2 0-125 0 0,1 0 0 0 0,-1-1-1 0 0,2 1 1 0 0,-1-1 0 0 0,1-1 0 0 0,0 1-1 0 0,0-1 1 0 0,15 9 0 0 0,-15-10-140 0 0,0-1 1 0 0,-1 1-1 0 0,1 0 1 0 0,-1 0-1 0 0,0 1 0 0 0,-1 0 1 0 0,1 0-1 0 0,-1 1 1 0 0,0-1-1 0 0,-1 1 1 0 0,7 13-1 0 0,-10-19 26 0 0,-1 1 1 0 0,1 0-1 0 0,-1 0 1 0 0,0-1-1 0 0,0 1 0 0 0,0 0 1 0 0,0 0-1 0 0,0 0 0 0 0,0 0 1 0 0,0-1-1 0 0,0 1 0 0 0,-1 0 1 0 0,1 0-1 0 0,-1 0 0 0 0,1-1 1 0 0,-1 1-1 0 0,0 0 0 0 0,1-1 1 0 0,-3 3-1 0 0,1 0 7 0 0,-1 0 0 0 0,0-1 0 0 0,0 1 0 0 0,-1-1 0 0 0,1 0 0 0 0,-1 0-1 0 0,-5 4 1 0 0,-4 1 171 0 0,0-1-1 0 0,-1-1 0 0 0,-25 10 1 0 0,23-11-414 0 0,0-1 1 0 0,-27 4-1 0 0,20-5-5619 0 0</inkml:trace>
</inkml:ink>
</file>

<file path=ppt/ink/ink1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1.6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12899 0 0,'16'5'1152'0'0,"-8"-2"-928"0"0,2 0-224 0 0,-2-2 0 0 0,-1 3 2465 0 0,-3-2-1105 0 0,3 0 8 0 0,4 3-600 0 0,2-1-128 0 0,0 1-15 0 0</inkml:trace>
</inkml:ink>
</file>

<file path=ppt/ink/ink1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2.9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330 180 8754 0 0,'-6'-16'896'0'0,"-1"0"1"0"0,-1 1-1 0 0,0 0 1 0 0,-1 0 0 0 0,-1 1-1 0 0,-22-25 1 0 0,29 34-697 0 0,-1 1 1 0 0,0 0-1 0 0,0 0 1 0 0,-1 1-1 0 0,1-1 0 0 0,-1 1 1 0 0,0 0-1 0 0,0 0 1 0 0,0 0-1 0 0,0 1 1 0 0,0 0-1 0 0,-1 0 1 0 0,1 0-1 0 0,-1 0 1 0 0,1 1-1 0 0,-1 0 1 0 0,0 0-1 0 0,1 1 1 0 0,-1 0-1 0 0,0 0 1 0 0,0 0-1 0 0,1 0 1 0 0,-1 1-1 0 0,-6 2 1 0 0,6-1-118 0 0,0 1 0 0 0,0 0 0 0 0,1 0 1 0 0,0 0-1 0 0,0 1 0 0 0,0 0 0 0 0,0 0 0 0 0,0 0 1 0 0,1 1-1 0 0,-1-1 0 0 0,1 1 0 0 0,0 0 1 0 0,1 0-1 0 0,-1 1 0 0 0,1-1 0 0 0,0 1 0 0 0,1-1 1 0 0,-4 11-1 0 0,0 2 49 0 0,0 1 0 0 0,1 0-1 0 0,1 1 1 0 0,-3 32 0 0 0,5 5-32 0 0,2-1-1 0 0,3 1 1 0 0,2-1-1 0 0,21 95 1 0 0,78 214 529 0 0,-59-219-545 0 0,-39-127-338 0 0,-1 1-1 0 0,4 28 1 0 0,-8-42 35 0 0,-1 0 0 0 0,1 0 0 0 0,-1-1 0 0 0,-1 1 0 0 0,1 0 0 0 0,-1 0 0 0 0,0 0 0 0 0,-1-1 0 0 0,1 1 0 0 0,-1 0 0 0 0,0-1 0 0 0,0 1 0 0 0,-4 5 0 0 0</inkml:trace>
</inkml:ink>
</file>

<file path=ppt/ink/ink1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3.1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1 252 9218 0 0,'3'-6'440'0'0,"0"0"1"0"0,1 1-1 0 0,0-1 0 0 0,0 1 0 0 0,0 0 1 0 0,0 0-1 0 0,1 0 0 0 0,0 1 0 0 0,7-6 1 0 0,2-3 58 0 0,25-23 1583 0 0,50-36 1 0 0,-75 61-1800 0 0,0 2 1 0 0,1 0-1 0 0,0 1 0 0 0,0 0 1 0 0,1 2-1 0 0,0 0 1 0 0,32-8-1 0 0,-39 12-500 0 0,0 2 0 0 0,0-1 0 0 0,1 1 0 0 0,-1 0 0 0 0,0 1 0 0 0,17 3 0 0 0,53 19-5725 0 0,-66-18 4652 0 0,20 6-1597 0 0</inkml:trace>
</inkml:ink>
</file>

<file path=ppt/ink/ink1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3.5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224 8 10138 0 0,'-1'-1'144'0'0,"0"0"0"0"0,0 0 0 0 0,0 0 0 0 0,-1 1 0 0 0,1-1 0 0 0,0 1 1 0 0,0-1-1 0 0,0 1 0 0 0,-1-1 0 0 0,1 1 0 0 0,0 0 0 0 0,-1-1 0 0 0,1 1 0 0 0,0 0 0 0 0,-1 0 0 0 0,1 0 0 0 0,0 0 0 0 0,-1 0 0 0 0,1 0 0 0 0,0 1 0 0 0,0-1 0 0 0,-1 0 0 0 0,1 1 0 0 0,0-1 0 0 0,0 1 0 0 0,-1-1 0 0 0,1 1 1 0 0,0 0-1 0 0,0-1 0 0 0,-2 2 0 0 0,-37 26 2696 0 0,29-17-2517 0 0,1 1 0 0 0,0 1 0 0 0,0-1 0 0 0,1 2 0 0 0,1-1 0 0 0,0 1 0 0 0,1 0 0 0 0,-9 26 0 0 0,2 3 122 0 0,-16 80 0 0 0,26-96-311 0 0,0-1 0 0 0,2 0 1 0 0,1 1-1 0 0,2 0 1 0 0,0-1-1 0 0,1 1 0 0 0,2-1 1 0 0,1 0-1 0 0,10 34 1 0 0,-11-47-108 0 0,1 0 1 0 0,0 0 0 0 0,0-1-1 0 0,2 1 1 0 0,-1-2-1 0 0,1 1 1 0 0,1-1 0 0 0,0 0-1 0 0,1 0 1 0 0,0-1 0 0 0,0 0-1 0 0,1-1 1 0 0,1 0 0 0 0,-1-1-1 0 0,1 0 1 0 0,1 0-1 0 0,0-1 1 0 0,0-1 0 0 0,0 0-1 0 0,13 5 1 0 0,-16-9-138 0 0,-1 0 0 0 0,1 0 0 0 0,0-1 0 0 0,0 0 0 0 0,-1 0 0 0 0,11-1 0 0 0,27-8-6691 0 0,-22 0 89 0 0</inkml:trace>
</inkml:ink>
</file>

<file path=ppt/ink/ink1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5.9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11 184 8754 0 0,'-2'-2'282'0'0,"1"-1"1"0"0,0 1 0 0 0,0 0-1 0 0,0 0 1 0 0,0 0 0 0 0,0-1-1 0 0,1 1 1 0 0,-1 0-1 0 0,1-1 1 0 0,-1 1 0 0 0,1 0-1 0 0,0-1 1 0 0,0 1-1 0 0,0 0 1 0 0,0-1 0 0 0,0 1-1 0 0,1-1 1 0 0,-1 1-1 0 0,1 0 1 0 0,0-1 0 0 0,-1 1-1 0 0,1 0 1 0 0,0 0-1 0 0,0 0 1 0 0,0-1 0 0 0,1 1-1 0 0,-1 0 1 0 0,1 0-1 0 0,1-2 1 0 0,3 0-95 0 0,-1 0-1 0 0,1 0 0 0 0,-1 1 1 0 0,1-1-1 0 0,0 1 1 0 0,0 1-1 0 0,1-1 1 0 0,-1 1-1 0 0,11-2 1 0 0,-13 3-141 0 0,0-1-1 0 0,1 2 1 0 0,-1-1 0 0 0,1 0 0 0 0,-1 1 0 0 0,0 0 0 0 0,1 0-1 0 0,-1 0 1 0 0,1 1 0 0 0,-1-1 0 0 0,0 1 0 0 0,1 0 0 0 0,-1 0-1 0 0,0 1 1 0 0,0-1 0 0 0,0 1 0 0 0,0 0 0 0 0,8 5 0 0 0,-8-4-85 0 0,-1 1 1 0 0,1-1 0 0 0,-1 1 0 0 0,0 0-1 0 0,1 0 1 0 0,-2 0 0 0 0,1 0-1 0 0,0 1 1 0 0,-1-1 0 0 0,0 1 0 0 0,0-1-1 0 0,-1 1 1 0 0,1 0 0 0 0,-1 0-1 0 0,0 0 1 0 0,1 7 0 0 0,0 9-252 0 0,-2-1 0 0 0,0 1 0 0 0,-1-1 0 0 0,-1 0-1 0 0,0 1 1 0 0,-2-1 0 0 0,-6 20 0 0 0,-53 135-1150 0 0,47-136 1461 0 0,54-109 243 0 0,-5 12-1049 0 0,65-160-1987 0 0,-87 184 3017 0 0,10-46 1 0 0,-16 55 1066 0 0,-2-1 1 0 0,-1-34 3541 0 0,-12 115-3912 0 0,7-22-800 0 0,2 1 0 0 0,2 0 1 0 0,0-1-1 0 0,9 42 1 0 0,0-20 140 0 0,32 95 0 0 0,-38-140-356 0 0,-1 0-1 0 0,1 0 1 0 0,1 0 0 0 0,0-1-1 0 0,0 0 1 0 0,1 0-1 0 0,0 0 1 0 0,1-1 0 0 0,13 14-1 0 0,-17-19-187 0 0,1 0 0 0 0,0 0 0 0 0,0-1 0 0 0,0 1 0 0 0,0-1 0 0 0,0 0-1 0 0,0 0 1 0 0,1-1 0 0 0,-1 1 0 0 0,1-1 0 0 0,-1 0 0 0 0,1 0 0 0 0,0 0 0 0 0,-1-1-1 0 0,1 0 1 0 0,0 0 0 0 0,-1 0 0 0 0,1 0 0 0 0,0-1 0 0 0,-1 0 0 0 0,1 0 0 0 0,0 0 0 0 0,-1 0-1 0 0,6-3 1 0 0,18-8-384 0 0</inkml:trace>
</inkml:ink>
</file>

<file path=ppt/ink/ink1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6.1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0 10594 0 0,'-1'6'592'0'0,"0"0"-1"0"0,0 0 0 0 0,0 0 0 0 0,1 0 1 0 0,0 0-1 0 0,0 0 0 0 0,1 0 1 0 0,-1 0-1 0 0,1 0 0 0 0,2 5 1 0 0,-1 4 95 0 0,1 2-123 0 0,1 0-1 0 0,8 23 0 0 0,17 32-5663 0 0,-29-71 5004 0 0,0 0 0 0 0,1 0 0 0 0,-1 0-1 0 0,1 1 1 0 0,0-1 0 0 0,-1 0-1 0 0,1 0 1 0 0,0 0 0 0 0,0 0 0 0 0,-1 0-1 0 0,1 0 1 0 0,0-1 0 0 0,0 1-1 0 0,0 0 1 0 0,0 0 0 0 0,0-1 0 0 0,0 1-1 0 0,0 0 1 0 0,2 0 0 0 0,-2-3 80 0 0</inkml:trace>
</inkml:ink>
</file>

<file path=ppt/ink/ink1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6.30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60 10138 0 0,'-8'-9'448'0'0,"4"3"96"0"0,1-1-440 0 0,1 2-104 0 0,2 2 0 0 0,0 0 0 0 0,2 2 120 0 0,1-4 0 0 0,1-2 0 0 0,4 0 1 0 0,3 3-121 0 0,3 1 72 0 0,0 5-72 0 0,0 5 88 0 0</inkml:trace>
</inkml:ink>
</file>

<file path=ppt/ink/ink1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6.7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1 6913 0 0,'-1'0'94'0'0,"1"0"-1"0"0,-1 0 0 0 0,1 0 0 0 0,-1 0 0 0 0,1-1 0 0 0,-1 1 1 0 0,1 0-1 0 0,-1 0 0 0 0,1 0 0 0 0,-1 0 0 0 0,1 0 0 0 0,-1 0 0 0 0,1 0 1 0 0,-1 1-1 0 0,1-1 0 0 0,-1 0 0 0 0,1 0 0 0 0,-1 0 0 0 0,1 0 1 0 0,-1 1-1 0 0,1-1 0 0 0,-1 0 0 0 0,1 0 0 0 0,-1 1 0 0 0,1-1 0 0 0,0 0 1 0 0,-1 1-1 0 0,1-1 0 0 0,-1 0 0 0 0,1 1 0 0 0,0-1 0 0 0,-1 1 0 0 0,-7 23 2001 0 0,6 39 366 0 0,3-52-1950 0 0,-2 18-58 0 0,1 11-135 0 0,1-1 0 0 0,7 45 0 0 0,-7-75-315 0 0,1 1 1 0 0,0-1-1 0 0,0 0 1 0 0,1 0-1 0 0,1 0 1 0 0,-1-1-1 0 0,1 1 1 0 0,1-1-1 0 0,-1 0 1 0 0,1 0-1 0 0,1 0 1 0 0,0 0-1 0 0,0-1 1 0 0,11 10 0 0 0,-15-15-23 0 0,0 0 1 0 0,0-1-1 0 0,0 1 1 0 0,0-1-1 0 0,0 0 0 0 0,1 1 1 0 0,-1-1-1 0 0,0 0 1 0 0,1 0-1 0 0,-1 0 1 0 0,1-1-1 0 0,0 1 1 0 0,-1-1-1 0 0,1 1 1 0 0,-1-1-1 0 0,1 0 1 0 0,0 0-1 0 0,-1 0 1 0 0,1 0-1 0 0,4-1 1 0 0,-3-1-62 0 0,-1 1 1 0 0,0-1-1 0 0,0 1 0 0 0,0-1 1 0 0,0 0-1 0 0,0 0 0 0 0,0-1 1 0 0,0 1-1 0 0,-1-1 0 0 0,1 1 1 0 0,-1-1-1 0 0,0 0 0 0 0,3-4 1 0 0,2-4-134 0 0,-1 0 0 0 0,-1-1 1 0 0,0 0-1 0 0,0 0 0 0 0,-1 0 0 0 0,-1 0 1 0 0,4-21-1 0 0,-3-26-240 0 0,-3 37 990 0 0,5-35 1 0 0,-6 56-515 0 0,0 1 1 0 0,0 0 0 0 0,0 0-1 0 0,0 0 1 0 0,0 0 0 0 0,0-1 0 0 0,0 1-1 0 0,0 0 1 0 0,0 0 0 0 0,0 0-1 0 0,0 0 1 0 0,0-1 0 0 0,0 1-1 0 0,0 0 1 0 0,0 0 0 0 0,0 0 0 0 0,1 0-1 0 0,-1-1 1 0 0,0 1 0 0 0,0 0-1 0 0,0 0 1 0 0,0 0 0 0 0,0 0 0 0 0,0 0-1 0 0,0-1 1 0 0,0 1 0 0 0,1 0-1 0 0,-1 0 1 0 0,0 0 0 0 0,0 0-1 0 0,0 0 1 0 0,0 0 0 0 0,1 0 0 0 0,-1 0-1 0 0,0-1 1 0 0,0 1 0 0 0,0 0-1 0 0,0 0 1 0 0,1 0 0 0 0,-1 0-1 0 0,0 0 1 0 0,0 0 0 0 0,0 0 0 0 0,0 0-1 0 0,1 0 1 0 0,5 9 530 0 0,5 18-145 0 0,-10-24-322 0 0,3 5 35 0 0,0 1 0 0 0,1-1-1 0 0,0 0 1 0 0,1 0 0 0 0,-1 0 0 0 0,1-1 0 0 0,1 0 0 0 0,-1 0 0 0 0,1-1 0 0 0,1 1-1 0 0,10 6 1 0 0,-14-10-7 0 0,0 0 0 0 0,0-1-1 0 0,0 1 1 0 0,0-1 0 0 0,0 0-1 0 0,1 0 1 0 0,-1-1-1 0 0,1 1 1 0 0,-1-1 0 0 0,1 0-1 0 0,-1 0 1 0 0,1-1 0 0 0,0 1-1 0 0,0-1 1 0 0,-1 0 0 0 0,1 0-1 0 0,0-1 1 0 0,-1 0-1 0 0,1 1 1 0 0,0-1 0 0 0,-1-1-1 0 0,1 1 1 0 0,-1-1 0 0 0,9-3-1 0 0,-9 1-8 0 0,0 1 1 0 0,0-1-1 0 0,-1 0 0 0 0,1 0 0 0 0,-1 0 0 0 0,0 0 0 0 0,0 0 0 0 0,0-1 1 0 0,0 0-1 0 0,-1 1 0 0 0,0-1 0 0 0,0 0 0 0 0,0 0 0 0 0,-1 0 0 0 0,1 0 1 0 0,0-9-1 0 0,1-9-21 0 0,0 0 0 0 0,-2-31 1 0 0,-4 3-491 0 0,-2 17-3040 0 0</inkml:trace>
</inkml:ink>
</file>

<file path=ppt/ink/ink1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6.9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1 12443 0 0,'-2'7'713'0'0,"1"1"1"0"0,0 0 0 0 0,0-1-1 0 0,1 1 1 0 0,0 0 0 0 0,2 13-1 0 0,-1 22 1016 0 0,-2-26-1320 0 0,-3 27-1307 0 0,-3-19-5219 0 0</inkml:trace>
</inkml:ink>
</file>

<file path=ppt/ink/ink1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7.1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58 11 9218 0 0,'-15'-5'774'0'0,"-13"0"6117"0"0,27 4-6733 0 0,1 1 0 0 0,-1 0 0 0 0,1 0 0 0 0,-1 0 0 0 0,0 0 0 0 0,1 0 0 0 0,-1 0 0 0 0,0 0-1 0 0,1 0 1 0 0,-1 1 0 0 0,1-1 0 0 0,-1 0 0 0 0,0 0 0 0 0,1 0 0 0 0,-1 1 0 0 0,1-1 0 0 0,-1 0 0 0 0,1 1 0 0 0,-1-1 0 0 0,1 0 0 0 0,-1 1 0 0 0,1-1 0 0 0,-1 1 0 0 0,1 0-395 0 0,0 0 1 0 0,0 0-1 0 0,0 0 0 0 0,0 0 1 0 0,0 0-1 0 0,0 0 0 0 0,0 0 1 0 0,1 0-1 0 0,-1 0 1 0 0,0 0-1 0 0,1 0 0 0 0,-1 0 1 0 0,1 0-1 0 0,-1-1 0 0 0,1 1 1 0 0,-1 0-1 0 0,1 0 1 0 0,0-1-1 0 0,-1 1 0 0 0,3 1 1 0 0,5 7-2094 0 0,1-1-27 0 0</inkml:trace>
</inkml:ink>
</file>

<file path=ppt/ink/ink1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7.7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78 0 6913 0 0,'-9'1'1247'0'0,"0"1"0"0"0,0 0 0 0 0,0 1 0 0 0,0-1 0 0 0,1 2 0 0 0,-16 7 0 0 0,56-4 1671 0 0,62-3-1511 0 0,120 4 795 0 0,-71-6-5764 0 0,-119-2 1285 0 0,-2 2-3819 0 0</inkml:trace>
</inkml:ink>
</file>

<file path=ppt/ink/ink1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8.0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22 8754 0 0,'43'-17'2842'0'0,"-41"16"-2543"0"0,1 0 0 0 0,-1 1 1 0 0,1-1-1 0 0,-1 1 0 0 0,1-1 0 0 0,0 1 0 0 0,-1 0 0 0 0,1 0 0 0 0,-1 0 0 0 0,1 0 0 0 0,-1 0 0 0 0,1 1 0 0 0,0-1 0 0 0,-1 1 0 0 0,4 1 0 0 0,-4-1-122 0 0,-1 0 0 0 0,0 1-1 0 0,0-1 1 0 0,0 0 0 0 0,0 1 0 0 0,0-1 0 0 0,-1 1 0 0 0,1-1 0 0 0,0 1-1 0 0,-1-1 1 0 0,1 1 0 0 0,-1-1 0 0 0,1 1 0 0 0,-1 0 0 0 0,0-1 0 0 0,1 1-1 0 0,-1 2 1 0 0,0 35 947 0 0,0-24-719 0 0,2 48 260 0 0,6 142 795 0 0,-4-161-2465 0 0,3 0 1 0 0,18 69-1 0 0,-18-88-6300 0 0</inkml:trace>
</inkml:ink>
</file>

<file path=ppt/ink/ink1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8.4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7370 0 0,'1'1'251'0'0,"1"-1"1"0"0,-1 0 0 0 0,1 1 0 0 0,-1-1 0 0 0,0 1 0 0 0,0 0-1 0 0,1-1 1 0 0,-1 1 0 0 0,0 0 0 0 0,0 0 0 0 0,0 0 0 0 0,0 0 0 0 0,0 0-1 0 0,0 0 1 0 0,0 0 0 0 0,0 0 0 0 0,0 0 0 0 0,0 0 0 0 0,0 0-1 0 0,-1 1 1 0 0,1-1 0 0 0,-1 0 0 0 0,1 1 0 0 0,-1-1 0 0 0,1 0 0 0 0,-1 1-1 0 0,0-1 1 0 0,1 1 0 0 0,-1-1 0 0 0,0 2 0 0 0,4 52 1517 0 0,-4-46-1338 0 0,1 34 139 0 0,2 1-1 0 0,11 56 1 0 0,-12-88-519 0 0,1 0 1 0 0,0-1-1 0 0,1 1 0 0 0,0-1 1 0 0,1 0-1 0 0,0 0 0 0 0,1-1 0 0 0,0 1 1 0 0,0-1-1 0 0,1-1 0 0 0,1 1 1 0 0,0-1-1 0 0,14 13 0 0 0,-20-20 10 0 0,1 0 0 0 0,-1-1 1 0 0,0 1-1 0 0,1 0 0 0 0,-1-1 0 0 0,1 0 0 0 0,-1 1 0 0 0,1-1 0 0 0,0 0 1 0 0,0-1-1 0 0,-1 1 0 0 0,1 0 0 0 0,0-1 0 0 0,0 1 0 0 0,0-1 0 0 0,0 0 0 0 0,0 0 1 0 0,0 0-1 0 0,0-1 0 0 0,4 0 0 0 0,-3 0-2 0 0,0-1 0 0 0,0 0 0 0 0,0 0 0 0 0,0 0 0 0 0,0-1 0 0 0,0 1 0 0 0,-1-1 0 0 0,1 0 0 0 0,-1 0 0 0 0,1 0 0 0 0,4-7 0 0 0,3-6-27 0 0,-1 1 0 0 0,0-2 0 0 0,-1 1 0 0 0,-1-1 0 0 0,7-21-1 0 0,-13 34-121 0 0,-1 1-54 0 0,1 0-1 0 0,-1 1 1 0 0,0-1 0 0 0,0 0 0 0 0,-1 0 0 0 0,1 0 0 0 0,-1 0 0 0 0,1 0-1 0 0,-1 0 1 0 0,0 0 0 0 0,0-4 0 0 0</inkml:trace>
</inkml:ink>
</file>

<file path=ppt/ink/ink1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8.8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15 11979 0 0,'-11'-15'6548'0'0,"28"23"-3979"0"0,28 23-1547 0 0,-23-13-942 0 0,-1 0 0 0 0,-1 0-1 0 0,-1 2 1 0 0,-1 1 0 0 0,-1 0 0 0 0,-1 1-1 0 0,0 1 1 0 0,-2 1 0 0 0,-1 0 0 0 0,0 0 0 0 0,-2 1-1 0 0,-1 1 1 0 0,12 49 0 0 0,-12-36-204 0 0,-3 0-1 0 0,-1 1 1 0 0,-2 0 0 0 0,-2 0 0 0 0,-1 0-1 0 0,-2 0 1 0 0,-2 0 0 0 0,-15 74 0 0 0,11-86-352 0 0,-1 0 0 0 0,-18 39 1 0 0,11-34-283 0 0</inkml:trace>
</inkml:ink>
</file>

<file path=ppt/ink/ink1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9.7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1 193 9674 0 0,'0'0'748'0'0,"31"18"3896"0"0,-11-4-3743 0 0,-1 1-1 0 0,25 22 1 0 0,-32-25-782 0 0,1 0 0 0 0,0-1-1 0 0,1-1 1 0 0,1 0-1 0 0,-1-1 1 0 0,28 13 0 0 0,-39-21-98 0 0,0 0 0 0 0,1 0 0 0 0,-1 0 0 0 0,1 0 0 0 0,-1-1 0 0 0,0 1-1 0 0,1-1 1 0 0,-1 0 0 0 0,1 0 0 0 0,-1 0 0 0 0,1-1 0 0 0,-1 1 0 0 0,1-1 0 0 0,-1 0 0 0 0,0 0 0 0 0,0 0 0 0 0,7-3 0 0 0,-5 1-3 0 0,0 0-1 0 0,-1-1 1 0 0,1 1 0 0 0,-1-1-1 0 0,1 0 1 0 0,-1-1-1 0 0,0 1 1 0 0,-1-1 0 0 0,6-8-1 0 0,3-8-119 0 0,-2-1 0 0 0,0 0 0 0 0,-1 0 0 0 0,5-25 0 0 0,-13 43 48 0 0,41-159 263 0 0,-42 162-174 0 0,0 1-1 0 0,0-1 1 0 0,0 1 0 0 0,0 0-1 0 0,0-1 1 0 0,0 1-1 0 0,1-1 1 0 0,-1 1-1 0 0,0 0 1 0 0,0-1-1 0 0,0 1 1 0 0,0-1 0 0 0,1 1-1 0 0,-1 0 1 0 0,0-1-1 0 0,0 1 1 0 0,1 0-1 0 0,-1-1 1 0 0,0 1-1 0 0,0 0 1 0 0,1 0-1 0 0,-1-1 1 0 0,0 1 0 0 0,1 0-1 0 0,-1 0 1 0 0,0 0-1 0 0,1-1 1 0 0,-1 1-1 0 0,1 0 1 0 0,-1 0-1 0 0,0 0 1 0 0,1 0 0 0 0,-1 0-1 0 0,1 0 1 0 0,-1 0-1 0 0,1 0 1 0 0,10 13 689 0 0,5 28-194 0 0,-15-39-499 0 0,11 36 89 0 0,-2 0 1 0 0,-1 0 0 0 0,-2 1 0 0 0,3 59 0 0 0,-10-74-100 0 0,0-1 0 0 0,-2 0 0 0 0,-1 1 0 0 0,0-1-1 0 0,-2 0 1 0 0,0-1 0 0 0,-2 1 0 0 0,-1-1 0 0 0,-10 21 0 0 0,7-19 39 0 0,-1 0 1 0 0,-2 0-1 0 0,0-2 0 0 0,-1 1 0 0 0,-28 29 0 0 0,37-47 849 0 0,4-25-9670 0 0</inkml:trace>
</inkml:ink>
</file>

<file path=ppt/ink/ink1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00.0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87 8754 0 0,'11'-2'638'0'0,"0"0"0"0"0,0 0-1 0 0,0-1 1 0 0,0-1 0 0 0,0 0 0 0 0,-1 0 0 0 0,18-11-1 0 0,10-3 93 0 0,26-4 155 0 0,-52 19-1569 0 0,-1 0 0 0 0,1 1 0 0 0,0 0-1 0 0,0 1 1 0 0,0 1 0 0 0,0 0 0 0 0,0 1 0 0 0,0 0 0 0 0,0 0 0 0 0,20 6 0 0 0,-21-3 684 0 0</inkml:trace>
</inkml:ink>
</file>

<file path=ppt/ink/ink1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00.1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95 8754 0 0,'0'0'384'0'0,"0"-1"88"0"0,1-1-376 0 0,1 1-96 0 0,0 0 0 0 0,0-2 0 0 0,2 0 352 0 0,3-3 64 0 0,4-2 0 0 0,6-3 8 0 0,2-2-888 0 0,1 1-176 0 0,2 1-40 0 0,1 2-8 0 0,2 2 528 0 0,1 2 160 0 0,-1 3-64 0 0</inkml:trace>
</inkml:ink>
</file>

<file path=ppt/ink/ink1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07.5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29 6449 0 0,'-1'1'79'0'0,"1"-1"0"0"0,-1 1 0 0 0,0-1 0 0 0,1 1-1 0 0,-1 0 1 0 0,1-1 0 0 0,-1 1 0 0 0,1 0-1 0 0,-1-1 1 0 0,1 1 0 0 0,-1 0 0 0 0,1 0 0 0 0,0-1-1 0 0,-1 1 1 0 0,1 0 0 0 0,0 0 0 0 0,0 0 0 0 0,-1-1-1 0 0,1 1 1 0 0,0 0 0 0 0,0 0 0 0 0,0 0-1 0 0,0 0 1 0 0,0-1 0 0 0,0 1 0 0 0,1 1 0 0 0,1 25 626 0 0,-1-25-665 0 0,1 1-1 0 0,0 0 1 0 0,0 0-1 0 0,0-1 1 0 0,0 1 0 0 0,1-1-1 0 0,-1 0 1 0 0,1 0-1 0 0,-1 0 1 0 0,1 0 0 0 0,0 0-1 0 0,-1 0 1 0 0,1-1 0 0 0,0 1-1 0 0,0-1 1 0 0,1 0-1 0 0,-1 0 1 0 0,0 0 0 0 0,5 0-1 0 0,10 3-45 0 0,1-1 0 0 0,21 1 0 0 0,-26-3 35 0 0,228-1 1320 0 0,-137-3-546 0 0,244-17 1952 0 0,-175 7-2666 0 0,103-16-522 0 0,9-1 460 0 0,350 10 453 0 0,-322 13-617 0 0,226 3-87 0 0,-2 33 273 0 0,-106 7-137 0 0,112 7 96 0 0,-204-15-110 0 0,-107-7-476 0 0,11 2 0 0 0,159 8 292 0 0,893-36 1557 0 0,-690-18-2542 0 0,-90 6 2495 0 0,-148-1 1026 0 0,-204 8-1717 0 0,10-1-381 0 0,209-5-1711 0 0,-276 16 853 0 0,85 4 2098 0 0,-165-1-664 0 0,-1 1 0 0 0,0 1 0 0 0,-1 1 1 0 0,1 1-1 0 0,32 14 0 0 0,-55-20-703 0 0,-1 1 0 0 0,1-1 0 0 0,0 1 0 0 0,-1 0 0 0 0,1-1 0 0 0,-1 1 0 0 0,0 0 0 0 0,0 1 0 0 0,1-1 0 0 0,-2 0 0 0 0,1 1 0 0 0,0-1 0 0 0,0 1 0 0 0,-1-1 0 0 0,1 1 1 0 0,-1 0-1 0 0,0-1 0 0 0,0 1 0 0 0,0 0 0 0 0,0 0 0 0 0,0 0 0 0 0,-1 0 0 0 0,1 0 0 0 0,-1 0 0 0 0,0 0 0 0 0,0 5 0 0 0,-1 8 160 0 0,-1 0-1 0 0,-1 0 1 0 0,0-1-1 0 0,-6 18 1 0 0,-4 18 43 0 0,9-13-228 0 0,1 1 0 0 0,5 73 0 0 0,19 77 0 0 0,0-17 0 0 0,100 839 128 0 0,-41-551-128 0 0,25-4 0 0 0,-1-55 0 0 0,-85-306 0 0 0,-4 1 0 0 0,3 125 0 0 0,-25 248-839 0 0,1-227 515 0 0,4-129 410 0 0,-6 0 0 0 0,-22 116 1 0 0,22-181-18 0 0,0 53 1 0 0,7-74-249 0 0,0-20 157 0 0,-1 0 1 0 0,1-1-1 0 0,-1 1 1 0 0,0 0 0 0 0,-1-1-1 0 0,-4 10 1 0 0,3-9 3 0 0,1 0 0 0 0,0 0 0 0 0,1 0 0 0 0,-3 12 0 0 0,3 10 93 0 0,2-24-48 0 0,0 0 0 0 0,0-1 0 0 0,-1 1-1 0 0,1 0 1 0 0,-1 0 0 0 0,0-1 0 0 0,-1 1 0 0 0,1 0 0 0 0,-3 5 0 0 0,2-11 70 0 0,-1 1-1 0 0,1-1 1 0 0,0 1 0 0 0,0 0 0 0 0,0 0 0 0 0,0 0 0 0 0,-1 0 0 0 0,1 0-1 0 0,0 0 1 0 0,0 0 0 0 0,0 1 0 0 0,0-1 0 0 0,0 1 0 0 0,0 0 0 0 0,0 0-1 0 0,0-1 1 0 0,0 1 0 0 0,-2 2 0 0 0,-30 23-152 0 0,-1 1-161 0 0,0-1 0 0 0,-2-2-1 0 0,-1-1 1 0 0,-40 17 0 0 0,4-12 114 0 0,-2-3 0 0 0,0-4 1 0 0,-128 19-1 0 0,-170 12 450 0 0,93-15-451 0 0,-77 1-74 0 0,194-23 132 0 0,-98 5 153 0 0,-40 5 72 0 0,-677 102 71 0 0,413-36-324 0 0,-367 51 79 0 0,385-73-6 0 0,346-39 4 0 0,-58 7-75 0 0,151-27 8 0 0,-414 31-31 0 0,304-31 94 0 0,-194 2-88 0 0,-415-68 295 0 0,742 47-202 0 0,-1 3 0 0 0,1 4 0 0 0,-95 10 0 0 0,68 4-60 0 0,27-4-230 0 0,-128 29 0 0 0,14 4 94 0 0,8-2 713 0 0,173-33-535 0 0,0 0 0 0 0,-29 16 0 0 0,31-14-5 0 0,-1 0 0 0 0,-31 10 0 0 0,46-21 44 0 0,1 1 1 0 0,0-1-1 0 0,0 0 0 0 0,0 1 1 0 0,0-1-1 0 0,0 0 1 0 0,1 0-1 0 0,-1 0 0 0 0,1 0 1 0 0,-1-4-1 0 0,0 4-9 0 0,-19-55-75 0 0,2 0 1 0 0,3-2-1 0 0,-10-68 1 0 0,9 47 136 0 0,-154-777 213 0 0,63 293-343 0 0,37-5 219 0 0,35-509 133 0 0,36 1062-295 0 0,-26-500 148 0 0,16 377-40 0 0,7 44-54 0 0,3-1 0 0 0,5 0 0 0 0,4 0 0 0 0,26-115 0 0 0,3 39-90 0 0,24-128-95 0 0,-49 223 87 0 0,3-146-1 0 0,-17 194 95 0 0,-1 0 1 0 0,-2 1-1 0 0,-1-1 1 0 0,-1 1-1 0 0,-1 1 1 0 0,-2-1-1 0 0,0 1 1 0 0,-2 1-1 0 0,-2-1 1 0 0,0 2-1 0 0,-25-36 1 0 0,17 25-166 0 0,-16-23 365 0 0,34 55-824 0 0,-1 0-1 0 0,0 1 1 0 0,0-1-1 0 0,-1 1 0 0 0,1 0 1 0 0,-1 0-1 0 0,0 0 1 0 0,-9-5-1 0 0,10 7-1132 0 0</inkml:trace>
</inkml:ink>
</file>

<file path=ppt/ink/ink1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09.2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25 188 5529 0 0,'-3'-2'258'0'0,"1"-1"0"0"0,0 0 0 0 0,0 1 0 0 0,0-1 1 0 0,0 0-1 0 0,0 0 0 0 0,1 0 0 0 0,-1 0 0 0 0,1 0 0 0 0,0-1 0 0 0,0 1 0 0 0,0 0 0 0 0,0-1 0 0 0,1 1 0 0 0,-1 0 0 0 0,1-1 0 0 0,0 1 0 0 0,0-1 0 0 0,0 1 0 0 0,0-1 1 0 0,1 1-1 0 0,-1 0 0 0 0,1-1 0 0 0,0 1 0 0 0,0 0 0 0 0,0-1 0 0 0,3-4 0 0 0,-1 0 383 0 0,1-1 1 0 0,0 1-1 0 0,1 0 0 0 0,0 0 1 0 0,0 0-1 0 0,1 1 0 0 0,0-1 0 0 0,0 2 1 0 0,9-9-1 0 0,-13 14-524 0 0,-1 0 1 0 0,1 0-1 0 0,0 0 1 0 0,0 0-1 0 0,0 0 0 0 0,-1 1 1 0 0,1-1-1 0 0,0 1 1 0 0,0 0-1 0 0,0-1 0 0 0,0 1 1 0 0,0 0-1 0 0,0 0 0 0 0,0 0 1 0 0,0 0-1 0 0,3 1 1 0 0,37 11 539 0 0,-12-4-549 0 0,-27-7-93 0 0,1 0 0 0 0,-1 0 0 0 0,1 0 0 0 0,-1 1 0 0 0,0-1 0 0 0,1 1 0 0 0,-1 0 1 0 0,0 0-1 0 0,0 0 0 0 0,0 0 0 0 0,0 0 0 0 0,0 1 0 0 0,-1 0 0 0 0,1-1 0 0 0,-1 1 0 0 0,0 0 1 0 0,0 0-1 0 0,0 0 0 0 0,0 0 0 0 0,2 6 0 0 0,2 5 89 0 0,-1 1 0 0 0,0-1 0 0 0,4 27 1 0 0,-4-16-67 0 0,-1-8-34 0 0,-2 0 1 0 0,0 0 0 0 0,-1 0-1 0 0,-1 0 1 0 0,0 0-1 0 0,-3 17 1 0 0,-24 101 58 0 0,3-8-18 0 0,13-61 85 0 0,-2-1 0 0 0,-33 97 1 0 0,36-138-80 0 0,7-19-25 0 0,1 0 0 0 0,0 1-1 0 0,0-1 1 0 0,0 1 0 0 0,1 0 0 0 0,-1-1-1 0 0,0 8 1 0 0,6-10-1339 0 0</inkml:trace>
</inkml:ink>
</file>

<file path=ppt/ink/ink1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10.1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101 309 920 0 0,'-3'-4'777'0'0,"-1"0"0"0"0,1 0 0 0 0,-1 1 0 0 0,0-1-1 0 0,0 1 1 0 0,0 0 0 0 0,-1 1 0 0 0,1-1 0 0 0,-1 1 0 0 0,1 0-1 0 0,-1 0 1 0 0,0 0 0 0 0,-14-5 5984 0 0,7 2-2476 0 0,-3 4-3620 0 0,15 5-609 0 0,1 1-58 0 0,0 0-1 0 0,0 0 1 0 0,0 0 0 0 0,0-1-1 0 0,1 1 1 0 0,0 0 0 0 0,0-1-1 0 0,0 1 1 0 0,1-1 0 0 0,-1 0-1 0 0,1 0 1 0 0,0 0 0 0 0,0 0-1 0 0,0 0 1 0 0,1-1-1 0 0,0 1 1 0 0,-1-1 0 0 0,1 0-1 0 0,0 0 1 0 0,0-1 0 0 0,1 1-1 0 0,-1-1 1 0 0,0 0 0 0 0,1 0-1 0 0,6 2 1 0 0,-8-3 2 0 0,-1 0 0 0 0,0 0 0 0 0,0 0 0 0 0,0 0-1 0 0,0 1 1 0 0,0-1 0 0 0,0 1 0 0 0,0-1 0 0 0,0 1 0 0 0,-1 0 0 0 0,3 2 0 0 0,-4-3-14 0 0,1 0 1 0 0,0 0-1 0 0,0 0 0 0 0,0 0 1 0 0,0 0-1 0 0,0 0 1 0 0,0 0-1 0 0,0 0 1 0 0,1 0-1 0 0,-1 0 0 0 0,0 0 1 0 0,0-1-1 0 0,1 1 1 0 0,-1 0-1 0 0,0-1 0 0 0,1 0 1 0 0,-1 1-1 0 0,0-1 1 0 0,1 0-1 0 0,-1 1 1 0 0,1-1-1 0 0,-1 0 0 0 0,1 0 1 0 0,-1 0-1 0 0,1 0 1 0 0,-1-1-1 0 0,3 1 0 0 0,47-22-210 0 0,-45 18 223 0 0,0 1 0 0 0,0 0-1 0 0,0 0 1 0 0,0 0 0 0 0,1 1 0 0 0,-1 0-1 0 0,1 0 1 0 0,0 1 0 0 0,0 0 0 0 0,-1 0 0 0 0,1 0-1 0 0,0 1 1 0 0,0 0 0 0 0,8 1 0 0 0,-10-1-25 0 0,0-1 1 0 0,0 1-1 0 0,-1-1 1 0 0,1 0 0 0 0,-1-1-1 0 0,1 1 1 0 0,-1-1-1 0 0,1 0 1 0 0,-1 0 0 0 0,0-1-1 0 0,0 1 1 0 0,0-1-1 0 0,4-3 1 0 0,5-2-11 0 0,-2 0 106 0 0,1 0 1 0 0,-1 0 0 0 0,-1-1-1 0 0,1 0 1 0 0,-2-1 0 0 0,1-1-1 0 0,11-15 1 0 0,-6 3 131 0 0,-2 0 0 0 0,21-46 0 0 0,-5 26 80 0 0,-25 38-547 0 0,0 0 0 0 0,0 0 1 0 0,-1 0-1 0 0,1 0 0 0 0,-1-1 0 0 0,0 1 0 0 0,-1-1 0 0 0,1 0 1 0 0,2-11-1 0 0</inkml:trace>
</inkml:ink>
</file>

<file path=ppt/ink/ink1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17.6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13 311 12443 0 0,'-12'-7'7734'0'0,"12"7"-7669"0"0,1 12-72 0 0,2-1 1 0 0,0 1-1 0 0,0 0 1 0 0,1-1-1 0 0,1 0 1 0 0,0 0-1 0 0,7 11 1 0 0,48 76 438 0 0,-56-91-390 0 0,1 0 0 0 0,0-1 1 0 0,1 1-1 0 0,-1-1 0 0 0,1-1 1 0 0,1 1-1 0 0,-1-1 0 0 0,1 0 0 0 0,0 0 1 0 0,0-1-1 0 0,0 0 0 0 0,16 6 1 0 0,-20-9-85 0 0,1 0 1 0 0,0 0-1 0 0,0 0 0 0 0,0-1 1 0 0,0 1-1 0 0,0-1 1 0 0,0 0-1 0 0,0 0 0 0 0,0-1 1 0 0,0 1-1 0 0,0-1 1 0 0,0 0-1 0 0,0 0 0 0 0,0 0 1 0 0,0 0-1 0 0,0-1 1 0 0,-1 0-1 0 0,1 0 0 0 0,-1 0 1 0 0,1 0-1 0 0,-1 0 1 0 0,0-1-1 0 0,0 1 1 0 0,0-1-1 0 0,0 0 0 0 0,0 0 1 0 0,0 0-1 0 0,2-4 1 0 0,0 0-199 0 0,0-1-1 0 0,0 0 1 0 0,0 1 0 0 0,-1-1 0 0 0,-1-1 0 0 0,1 1 0 0 0,-1-1 0 0 0,-1 1 0 0 0,1-1 0 0 0,0-11 0 0 0,-1 2-53 0 0,-2-1 0 0 0,0 1 0 0 0,-5-37 0 0 0,5 55 295 0 0,1-1 0 0 0,-1 0 0 0 0,0 1-1 0 0,0-1 1 0 0,1 1 0 0 0,-1-1 0 0 0,1 0 0 0 0,-1 1 0 0 0,1-1 0 0 0,-1 1 0 0 0,0-1 0 0 0,1 1 0 0 0,0-1 0 0 0,-1 1 0 0 0,1 0 0 0 0,-1-1 0 0 0,1 1-1 0 0,0 0 1 0 0,-1-1 0 0 0,1 1 0 0 0,-1 0 0 0 0,1 0 0 0 0,0-1 0 0 0,-1 1 0 0 0,1 0 0 0 0,0 0 0 0 0,0 0 0 0 0,-1 0 0 0 0,1 0 0 0 0,0 0-1 0 0,-1 0 1 0 0,1 0 0 0 0,0 0 0 0 0,-1 0 0 0 0,1 1 0 0 0,1-1 0 0 0,36 4 64 0 0,-28-2 128 0 0,-2-1 52 0 0,0-1 0 0 0,-1 0 0 0 0,1 0 0 0 0,0 0 0 0 0,0-1 1 0 0,-1 0-1 0 0,1-1 0 0 0,0 1 0 0 0,-1-2 0 0 0,14-4 0 0 0,-18 5-126 0 0,1 0 0 0 0,-1-1 0 0 0,0 1 0 0 0,0-1 0 0 0,0 1 0 0 0,0-1 0 0 0,0 0-1 0 0,0 0 1 0 0,-1 0 0 0 0,1-1 0 0 0,-1 1 0 0 0,0-1 0 0 0,0 1 0 0 0,0-1 0 0 0,-1 0 0 0 0,1 1-1 0 0,-1-1 1 0 0,0 0 0 0 0,0 0 0 0 0,0 0 0 0 0,-1 0 0 0 0,1-6 0 0 0,0-7-176 0 0,-1 0 0 0 0,0 0 1 0 0,-1 0-1 0 0,-1 0 0 0 0,-1 0 1 0 0,0 0-1 0 0,-1 1 0 0 0,-1 0 1 0 0,-1 0-1 0 0,0 0 0 0 0,-16-28 1 0 0,17 38-1931 0 0</inkml:trace>
</inkml:ink>
</file>

<file path=ppt/ink/ink1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18.3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 75 920 0 0,'-20'6'3526'0'0,"20"-5"-3452"0"0,-1-1 0 0 0,1 0 0 0 0,0 0 0 0 0,0 0-1 0 0,-1 0 1 0 0,1 0 0 0 0,0 1 0 0 0,-1-1 0 0 0,1 0 0 0 0,0 0 0 0 0,-1 0 0 0 0,1 0 0 0 0,0 0 0 0 0,0 0-1 0 0,-1 0 1 0 0,1 0 0 0 0,0 0 0 0 0,-1 0 0 0 0,1 0 0 0 0,0-1 0 0 0,-1 1 0 0 0,1 0 0 0 0,0 0 0 0 0,0 0-1 0 0,-1 0 1 0 0,1 0 0 0 0,0-1 0 0 0,0 1 0 0 0,-1 0 0 0 0,1 0 0 0 0,0 0 0 0 0,0-1 0 0 0,-1 1 0 0 0,1 0-1 0 0,0 0 1 0 0,0-1 0 0 0,0 1 0 0 0,0 0 0 0 0,-1 0 0 0 0,1-1 0 0 0,0 1 0 0 0,0 0 0 0 0,0-1 0 0 0,0 1 0 0 0,0 0-1 0 0,0 0 1 0 0,0-1 0 0 0,0 1 0 0 0,0 0 0 0 0,0-1 0 0 0,0 1 0 0 0,0 0 0 0 0,0-1 0 0 0,0 1 0 0 0,0 0-1 0 0,0-1 1 0 0,0 1 0 0 0,0 0 0 0 0,0 0 0 0 0,1-1 0 0 0,0-2 303 0 0,1 1-1 0 0,-1 0 1 0 0,1-1 0 0 0,0 1 0 0 0,0 0-1 0 0,0 0 1 0 0,0 0 0 0 0,0 0 0 0 0,0 0-1 0 0,1 1 1 0 0,3-3 0 0 0,14-7 1684 0 0,-10 6-1466 0 0,0-1-1 0 0,0 2 1 0 0,1-1-1 0 0,0 1 1 0 0,0 1 0 0 0,12-3-1 0 0,-20 6-548 0 0,0 0 0 0 0,1 0-1 0 0,-1 0 1 0 0,0 0 0 0 0,0 0 0 0 0,1 1-1 0 0,-1-1 1 0 0,0 1 0 0 0,0 0-1 0 0,0 0 1 0 0,0 0 0 0 0,0 1 0 0 0,0-1-1 0 0,0 1 1 0 0,0 0 0 0 0,-1-1-1 0 0,1 1 1 0 0,-1 0 0 0 0,1 1-1 0 0,-1-1 1 0 0,0 0 0 0 0,0 1 0 0 0,0-1-1 0 0,0 1 1 0 0,0 0 0 0 0,2 4-1 0 0,-1 0-30 0 0,0 0-1 0 0,0 1 0 0 0,-1-1 0 0 0,0 1 0 0 0,0 0 0 0 0,-1 0 0 0 0,0-1 0 0 0,0 1 0 0 0,-1 0 0 0 0,0 0 1 0 0,0 0-1 0 0,-1 0 0 0 0,0 0 0 0 0,0 0 0 0 0,-1-1 0 0 0,0 1 0 0 0,0 0 0 0 0,-1-1 0 0 0,0 0 0 0 0,-6 10 1 0 0,11-19-7 0 0,-1 1 0 0 0,0 0 1 0 0,0-1-1 0 0,0 1 1 0 0,1 0-1 0 0,-1 0 1 0 0,1 0-1 0 0,-1 0 1 0 0,1 0-1 0 0,-1 0 0 0 0,1 0 1 0 0,0 0-1 0 0,-1 0 1 0 0,1 1-1 0 0,0-1 1 0 0,0 1-1 0 0,-1-1 1 0 0,1 1-1 0 0,0 0 0 0 0,0 0 1 0 0,0 0-1 0 0,-1 0 1 0 0,1 0-1 0 0,0 0 1 0 0,0 0-1 0 0,0 1 1 0 0,-1-1-1 0 0,1 1 0 0 0,0-1 1 0 0,0 1-1 0 0,-1 0 1 0 0,3 0-1 0 0,3 2-15 0 0,-1 0 0 0 0,1 0 0 0 0,0 0 0 0 0,-1 1-1 0 0,1 0 1 0 0,-1 0 0 0 0,6 6 0 0 0,-9-7 29 0 0,0 0 1 0 0,0 0-1 0 0,0 0 0 0 0,0 0 0 0 0,-1 0 1 0 0,1 1-1 0 0,-1-1 0 0 0,0 1 1 0 0,0 0-1 0 0,0 0 0 0 0,-1 0 0 0 0,1 0 1 0 0,-1 0-1 0 0,0 0 0 0 0,0 0 1 0 0,-1 0-1 0 0,1 0 0 0 0,-1 5 1 0 0,0-4 38 0 0,-1 0 0 0 0,0 0 0 0 0,0 0 1 0 0,0 0-1 0 0,-1 0 0 0 0,0 0 1 0 0,0 0-1 0 0,0-1 0 0 0,0 1 0 0 0,-1-1 1 0 0,0 1-1 0 0,-6 7 0 0 0,0-3 24 0 0,1 0 0 0 0,-1-1-1 0 0,0 0 1 0 0,-1-1 0 0 0,0 0-1 0 0,0 0 1 0 0,-1-1 0 0 0,0 0-1 0 0,0-1 1 0 0,0 0 0 0 0,-20 5-1 0 0,11-5-221 0 0</inkml:trace>
</inkml:ink>
</file>

<file path=ppt/ink/ink1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15.4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 70 6449 0 0,'-9'-14'369'0'0,"7"12"-80"0"0,1 1 0 0 0,-1-1 0 0 0,1 0 0 0 0,0 0 0 0 0,0 0 1 0 0,0 0-1 0 0,0 0 0 0 0,0 0 0 0 0,1 0 0 0 0,-1 0 1 0 0,0 0-1 0 0,1-3 0 0 0,6 72 3974 0 0,0-23-3636 0 0,-6-39-555 0 0,4 37 608 0 0,16 76 1 0 0,-17-107-675 0 0,0 0 1 0 0,1 0 0 0 0,0 0-1 0 0,1-1 1 0 0,0 1 0 0 0,0-1-1 0 0,1 0 1 0 0,1 0 0 0 0,-1-1-1 0 0,2 0 1 0 0,15 16 0 0 0,-21-24-16 0 0,0 1 0 0 0,-1-1-1 0 0,1 1 1 0 0,0-1 0 0 0,0 0 0 0 0,0 0 0 0 0,0 0 0 0 0,0 0 0 0 0,0 0 0 0 0,0-1 0 0 0,0 1 0 0 0,0 0 0 0 0,1-1 0 0 0,-1 0 0 0 0,0 1 0 0 0,0-1 0 0 0,1 0 0 0 0,-1 0 0 0 0,0 0 0 0 0,0-1 0 0 0,5 0 0 0 0,-4 0-16 0 0,0-1 0 0 0,1 1 0 0 0,-1-1 0 0 0,0 0 0 0 0,0 0 0 0 0,0 0 0 0 0,0-1 0 0 0,0 1 0 0 0,-1-1 0 0 0,1 1 0 0 0,-1-1 0 0 0,3-4 0 0 0,2-3-52 0 0,-1 1 0 0 0,-1-1 1 0 0,0-1-1 0 0,0 1 0 0 0,-1-1 0 0 0,0 0 0 0 0,3-21 0 0 0,-4-34-143 0 0,-4 51 182 0 0,2 0-1 0 0,3-28 1 0 0,-4 44 47 0 0,0 0 1 0 0,1 0-1 0 0,-1 0 1 0 0,1 1-1 0 0,-1-1 0 0 0,1-1 1 0 0,-1 1-1 0 0,1 0 1 0 0,-1 0-1 0 0,1 0 1 0 0,0 0-1 0 0,0 0 0 0 0,0 0 1 0 0,-1-1-1 0 0,1 1 1 0 0,0 0-1 0 0,0-1 0 0 0,0 1 1 0 0,0-1-1 0 0,0 1 1 0 0,0-1-1 0 0,0 1 0 0 0,0-1 1 0 0,2 1-1 0 0,28 9 643 0 0,-17-9-312 0 0,0 0 0 0 0,0 0-1 0 0,0-1 1 0 0,0-1 0 0 0,0 0 0 0 0,27-6 0 0 0,-37 6-282 0 0,1 0 0 0 0,0 0 0 0 0,-1-1 0 0 0,1 1 0 0 0,-1-1 0 0 0,1 0 0 0 0,-1-1 0 0 0,0 1 0 0 0,0-1 0 0 0,0 1 0 0 0,0-1 0 0 0,-1 0 0 0 0,1-1 0 0 0,-1 1 0 0 0,1-1 0 0 0,-1 1 0 0 0,0-1 0 0 0,-1 0 0 0 0,1 0 0 0 0,-1 0 0 0 0,1 0 0 0 0,-1-1 0 0 0,2-7 0 0 0,-3 8 17 0 0,-1 0-1 0 0,0 1 0 0 0,0-1 0 0 0,0 0 1 0 0,0 0-1 0 0,0 0 0 0 0,-1 0 1 0 0,0 1-1 0 0,1-1 0 0 0,-2 0 0 0 0,1 1 1 0 0,0-1-1 0 0,-1 1 0 0 0,-1-5 1 0 0,-33-44-2529 0 0,24 38-1404 0 0</inkml:trace>
</inkml:ink>
</file>

<file path=ppt/ink/ink1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15.6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13827 0 0,'6'74'2002'0'0,"-5"-43"-1063"0"0,2-1-1 0 0,9 44 1 0 0,-10-66-1268 0 0,0 0-1 0 0,1 0 1 0 0,0 0 0 0 0,0 0-1 0 0,1 0 1 0 0,0-1-1 0 0,1 1 1 0 0,-1-1 0 0 0,1 0-1 0 0,1 0 1 0 0,-1-1-1 0 0,1 0 1 0 0,9 8 0 0 0,1-3-126 0 0</inkml:trace>
</inkml:ink>
</file>

<file path=ppt/ink/ink1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16.5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35 156 8754 0 0,'-1'-2'438'0'0,"0"1"0"0"0,0-1 1 0 0,0 0-1 0 0,0 0 0 0 0,0 0 1 0 0,-1 1-1 0 0,1-1 0 0 0,0 1 1 0 0,-1-1-1 0 0,0 1 0 0 0,1 0 0 0 0,-1-1 1 0 0,-2 0-1 0 0,3 2-365 0 0,1-1-1 0 0,0 1 1 0 0,-1 0 0 0 0,1 0 0 0 0,0 0-1 0 0,-1 0 1 0 0,1 0 0 0 0,0 0-1 0 0,-1 0 1 0 0,1 0 0 0 0,0 0-1 0 0,-1 0 1 0 0,1 0 0 0 0,0 0 0 0 0,-1 0-1 0 0,1 0 1 0 0,0 1 0 0 0,-1-1-1 0 0,1 0 1 0 0,0 0 0 0 0,0 0 0 0 0,-1 0-1 0 0,1 1 1 0 0,0-1 0 0 0,0 0-1 0 0,-1 0 1 0 0,1 0 0 0 0,0 1-1 0 0,-1-1 1 0 0,-3 19 899 0 0,5-4-886 0 0,1-1 1 0 0,0 1-1 0 0,1-1 0 0 0,1 1 1 0 0,0-1-1 0 0,1 0 1 0 0,1-1-1 0 0,0 1 1 0 0,0-1-1 0 0,1 0 1 0 0,1-1-1 0 0,0 0 1 0 0,1 0-1 0 0,0 0 1 0 0,1-1-1 0 0,0-1 1 0 0,1 0-1 0 0,0 0 1 0 0,21 13-1 0 0,-28-21-24 0 0,0 1-1 0 0,1-1 0 0 0,-1 0 1 0 0,1 0-1 0 0,-1 0 1 0 0,1-1-1 0 0,0 0 1 0 0,0 1-1 0 0,0-2 0 0 0,0 1 1 0 0,0-1-1 0 0,0 1 1 0 0,6-2-1 0 0,-8 0-54 0 0,0 1 1 0 0,0-1-1 0 0,0 0 1 0 0,-1-1-1 0 0,1 1 0 0 0,0 0 1 0 0,-1-1-1 0 0,1 0 1 0 0,-1 1-1 0 0,0-1 0 0 0,1 0 1 0 0,-1 0-1 0 0,0 0 1 0 0,0-1-1 0 0,0 1 1 0 0,-1 0-1 0 0,1-1 0 0 0,0 1 1 0 0,-1-1-1 0 0,0 0 1 0 0,1 1-1 0 0,-1-1 0 0 0,1-4 1 0 0,1-4-7 0 0,0 1 1 0 0,-1-1 0 0 0,0 0-1 0 0,-1 1 1 0 0,0-1-1 0 0,-1 0 1 0 0,0 0 0 0 0,-1-13-1 0 0,-2 2-54 0 0,-1 0 0 0 0,-1 0 0 0 0,-8-21 0 0 0,15 47 91 0 0,0-1-1 0 0,0 1 1 0 0,0-1-1 0 0,0 0 1 0 0,1 0-1 0 0,0 0 0 0 0,-1 0 1 0 0,1-1-1 0 0,0 1 1 0 0,0-1-1 0 0,1 1 1 0 0,-1-1-1 0 0,0 0 1 0 0,1 0-1 0 0,0-1 0 0 0,-1 1 1 0 0,1-1-1 0 0,0 0 1 0 0,-1 1-1 0 0,1-2 1 0 0,0 1-1 0 0,0 0 0 0 0,0-1 1 0 0,0 0-1 0 0,0 0 1 0 0,0 0-1 0 0,5-1 1 0 0,-5 1-6 0 0,-1 0 1 0 0,1 0-1 0 0,-1-1 1 0 0,1 1-1 0 0,-1-1 1 0 0,0 0-1 0 0,1 0 1 0 0,-1 0-1 0 0,0 0 1 0 0,1-1-1 0 0,-1 0 1 0 0,0 1-1 0 0,0-1 1 0 0,-1 0-1 0 0,1 0 1 0 0,0 0-1 0 0,0-1 0 0 0,-1 1 1 0 0,0-1-1 0 0,1 1 1 0 0,-1-1-1 0 0,0 0 1 0 0,0 0-1 0 0,-1 0 1 0 0,1 0-1 0 0,0 0 1 0 0,-1 0-1 0 0,0-1 1 0 0,0 1-1 0 0,0 0 1 0 0,0-1-1 0 0,0-5 1 0 0,-1-3-246 0 0,-1-1 1 0 0,0 0-1 0 0,-1 0 1 0 0,-5-19-1 0 0,-4-16-866 0 0,10 33-388 0 0</inkml:trace>
</inkml:ink>
</file>

<file path=ppt/ink/ink1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16.8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14 6913 0 0,'-23'20'7309'0'0,"35"-32"-5344"0"0,-11 10-1825 0 0,0 0-1 0 0,1 1 1 0 0,-1-1-1 0 0,1 1 1 0 0,0-1-1 0 0,-1 1 1 0 0,1 0-1 0 0,0-1 1 0 0,0 1-1 0 0,0 0 0 0 0,0 0 1 0 0,0 0-1 0 0,0 1 1 0 0,0-1-1 0 0,0 0 1 0 0,0 1-1 0 0,0-1 1 0 0,0 1-1 0 0,1 0 1 0 0,-1 0-1 0 0,0 0 1 0 0,0 0-1 0 0,0 0 0 0 0,1 0 1 0 0,-1 1-1 0 0,0-1 1 0 0,0 1-1 0 0,0-1 1 0 0,4 3-1 0 0,-2-1-40 0 0,-1 1-1 0 0,0-1 1 0 0,0 1 0 0 0,0 0-1 0 0,0 0 1 0 0,-1 1-1 0 0,1-1 1 0 0,-1 0 0 0 0,0 1-1 0 0,0 0 1 0 0,0-1-1 0 0,0 1 1 0 0,-1 0-1 0 0,1 0 1 0 0,0 5 0 0 0,6 47 290 0 0,-3-9-2 0 0,-5-47-379 0 0,0 0 1 0 0,0 1 0 0 0,0-1-1 0 0,0 0 1 0 0,0 0 0 0 0,0 1-1 0 0,0-1 1 0 0,0 0-1 0 0,0 0 1 0 0,0 0 0 0 0,0 1-1 0 0,1-1 1 0 0,-1 0 0 0 0,0 0-1 0 0,0 0 1 0 0,0 1-1 0 0,0-1 1 0 0,0 0 0 0 0,0 0-1 0 0,0 0 1 0 0,1 1 0 0 0,-1-1-1 0 0,0 0 1 0 0,0 0-1 0 0,0 0 1 0 0,1 0 0 0 0,-1 0-1 0 0,0 1 1 0 0,0-1 0 0 0,0 0-1 0 0,1 0 1 0 0,-1 0-1 0 0,0 0 1 0 0,0 0 0 0 0,0 0-1 0 0,1 0 1 0 0,-1 0 0 0 0,0 0-1 0 0,0 0 1 0 0,1 0-1 0 0,-1 0 1 0 0,0 0 0 0 0,0 0-1 0 0,1 0 1 0 0,9-10 205 0 0,6-18-3 0 0,-15 27-192 0 0,48-108-1887 0 0,-40 89-5922 0 0</inkml:trace>
</inkml:ink>
</file>

<file path=ppt/ink/ink1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23.4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8080 3088 14371 0 0,'-4'3'231'0'0,"0"0"0"0"0,0-1 0 0 0,1 1 0 0 0,0 0-1 0 0,-1 1 1 0 0,1-1 0 0 0,0 1 0 0 0,1-1 0 0 0,-1 1 0 0 0,-2 4 0 0 0,1-1 311 0 0,-18 24-430 0 0,15-20-90 0 0,0 0 0 0 0,-1 0-1 0 0,-1 0 1 0 0,0-1 0 0 0,0-1 0 0 0,-1 1 0 0 0,-13 8 0 0 0,-3-2 60 0 0,-1-1 0 0 0,0-1 0 0 0,-1-1 1 0 0,-34 10-1 0 0,-123 28 604 0 0,91-27-494 0 0,57-15-130 0 0,-2-1-1 0 0,1-3 0 0 0,-41 2 1 0 0,-116-8 218 0 0,49 0-191 0 0,-83-2-217 0 0,-121 6-144 0 0,208 5 216 0 0,0-7-1 0 0,-213-25 1 0 0,245 6 261 0 0,2-6-1 0 0,0-4 1 0 0,-162-65 0 0 0,-295-165 696 0 0,514 233-892 0 0,-33-19-81 0 0,-110-77-1 0 0,-67-71-138 0 0,160 115 183 0 0,-218-189 291 0 0,16-22 202 0 0,96 91-282 0 0,8-3-1392 0 0,-31-28-721 0 0,192 196 1885 0 0,0 2 1 0 0,-64-38 0 0 0,-93-37 93 0 0,53 29 74 0 0,-91-50-159 0 0,-147-87-75 0 0,103 55 708 0 0,211 126-379 0 0,-2 2 1 0 0,-92-25-1 0 0,-108-10 468 0 0,-7-3-18 0 0,173 45-331 0 0,70 17-151 0 0,0-2 1 0 0,0-1-1 0 0,-55-23 1 0 0,48 8-218 0 0,32 18 21 0 0,-1 0 0 0 0,0 1 0 0 0,-1 1 0 0 0,-13-6 1 0 0,21 9 9 0 0,-1 1 0 0 0,2 0-6 0 0,0 0 1 0 0,1 0 0 0 0,-1 0-1 0 0,0 0 1 0 0,0 1 0 0 0,0-1 0 0 0,0 0-1 0 0,0 0 1 0 0,1 0 0 0 0,-1 0-1 0 0,0 0 1 0 0,0 0 0 0 0,0 0 0 0 0,0 0-1 0 0,0 0 1 0 0,0 0 0 0 0,0 0-1 0 0,1 1 1 0 0,-1-1 0 0 0,0 0-1 0 0,0 0 1 0 0,0 0 0 0 0,0 0 0 0 0,0 0-1 0 0,0 0 1 0 0,0 1 0 0 0,0-1-1 0 0,0 0 1 0 0,0 0 0 0 0,0 0 0 0 0,0 0-1 0 0,0 0 1 0 0,0 1 0 0 0,0-1-1 0 0,0 0 1 0 0,0 0 0 0 0,0 0 0 0 0,0 0-1 0 0,0 0 1 0 0,0 1 0 0 0,0-1-1 0 0,0 0 1 0 0,0 0 0 0 0,0 0-1 0 0,0 0 1 0 0,0 0 0 0 0,0 0 0 0 0,0 1-1 0 0,-1-1 1 0 0,1 0 0 0 0,0 0-1 0 0,0 0 1 0 0,0 0 0 0 0,0 0 0 0 0,0 0-1 0 0,0 0 1 0 0,0 0 0 0 0,-1 0-1 0 0,1 1 1 0 0,0-1 0 0 0,0 0-1 0 0,0 0 1 0 0,0 0 0 0 0,-1 0 0 0 0,2 0 23 0 0,0 1 1 0 0,-1 0 0 0 0,1-1 0 0 0,0 1-1 0 0,-1-1 1 0 0,1 1 0 0 0,0-1-1 0 0,0 0 1 0 0,0 1 0 0 0,-1-1 0 0 0,1 0-1 0 0,0 1 1 0 0,0-1 0 0 0,0 0 0 0 0,0 0-1 0 0,-1 0 1 0 0,1 0 0 0 0,0 0 0 0 0,0 0-1 0 0,0 0 1 0 0,0 0 0 0 0,0 0 0 0 0,1-1-1 0 0,15-14 323 0 0,-6 3-477 0 0,99-107-790 0 0,-103 114 884 0 0,1 1 0 0 0,-1 0 1 0 0,0 0-1 0 0,1 0 1 0 0,0 1-1 0 0,0 0 0 0 0,16-3 1 0 0,-2-1-11 0 0,-19 7 80 0 0,-9 9 703 0 0,-30 22-471 0 0,23-21-272 0 0,0 0 0 0 0,1 1 0 0 0,0 1 0 0 0,1 0 0 0 0,-12 17 0 0 0,-16 16 86 0 0,32-38-62 0 0,1-1 0 0 0,-1 1 0 0 0,1 1 0 0 0,0-1 0 0 0,1 1 0 0 0,-6 11 0 0 0,11-18-10 0 0,0 0 1 0 0,-1 0-1 0 0,1-1 1 0 0,0 1 0 0 0,0 0-1 0 0,0 0 1 0 0,0 0-1 0 0,0-1 1 0 0,1 1 0 0 0,-1 0-1 0 0,0 0 1 0 0,0-1-1 0 0,0 1 1 0 0,1 0-1 0 0,-1 0 1 0 0,0-1 0 0 0,1 1-1 0 0,-1 0 1 0 0,1-1-1 0 0,-1 1 1 0 0,1-1 0 0 0,-1 1-1 0 0,1 0 1 0 0,-1-1-1 0 0,1 1 1 0 0,-1-1 0 0 0,1 1-1 0 0,0-1 1 0 0,-1 0-1 0 0,1 1 1 0 0,0-1-1 0 0,-1 0 1 0 0,1 1 0 0 0,0-1-1 0 0,1 1 1 0 0,35 10 163 0 0,-26-8-113 0 0,5 4 32 0 0,-1 1 1 0 0,0 0-1 0 0,-1 1 1 0 0,0 1-1 0 0,0 0 1 0 0,-1 1-1 0 0,-1 1 1 0 0,19 21-1 0 0,33 28 154 0 0,-61-60-235 0 0,4 6-124 0 0,0-1 1 0 0,1 0-1 0 0,-1-1 0 0 0,1 0 1 0 0,1 0-1 0 0,-1 0 1 0 0,1-1-1 0 0,0-1 0 0 0,9 4 1 0 0,5-4-7691 0 0</inkml:trace>
</inkml:ink>
</file>

<file path=ppt/ink/ink1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07.3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212 40 6449 0 0,'-2'-3'352'0'0,"0"1"0"0"0,0-1 0 0 0,0 0 0 0 0,0 0 0 0 0,0 1 0 0 0,0-1 0 0 0,-1 1 0 0 0,1 0 0 0 0,-1-1 0 0 0,0 1 0 0 0,1 0 0 0 0,-1 1 0 0 0,0-1 1 0 0,-4-1-1 0 0,6 2-230 0 0,-1 1 0 0 0,1-1 0 0 0,0 1 0 0 0,-1 0 0 0 0,1-1 1 0 0,0 1-1 0 0,-1 0 0 0 0,1 0 0 0 0,0 0 0 0 0,-1 0 0 0 0,1 0 0 0 0,0 0 1 0 0,-1 0-1 0 0,1 1 0 0 0,-1-1 0 0 0,1 0 0 0 0,0 1 0 0 0,0-1 1 0 0,-1 1-1 0 0,1-1 0 0 0,0 1 0 0 0,0 0 0 0 0,0-1 0 0 0,-1 1 1 0 0,1 0-1 0 0,0 0 0 0 0,0 0 0 0 0,0 0 0 0 0,0 0 0 0 0,1 0 1 0 0,-1 0-1 0 0,0 0 0 0 0,0 0 0 0 0,1 1 0 0 0,-2 0 0 0 0,-16 42 707 0 0,1 1 0 0 0,3 0 0 0 0,-10 50 0 0 0,7-27-413 0 0,6-25-221 0 0,1 0 0 0 0,3 1 1 0 0,1 0-1 0 0,2 0 0 0 0,3 49 0 0 0,1-76-136 0 0,2 0 1 0 0,0-1-1 0 0,0 1 0 0 0,2-1 0 0 0,0 0 0 0 0,0 0 0 0 0,2 0 0 0 0,0-1 0 0 0,1 0 0 0 0,0 0 0 0 0,1 0 0 0 0,1-1 0 0 0,1 0 0 0 0,0-1 0 0 0,0 0 0 0 0,22 20 0 0 0,-25-27-58 0 0,0-1 0 0 0,0 0 0 0 0,1 0 0 0 0,0-1 0 0 0,0 0 0 0 0,0 0 0 0 0,0-1 0 0 0,1 0 0 0 0,0 0 1 0 0,8 1-1 0 0,0-2-354 0 0,0 0 1 0 0,0-1 0 0 0,-1 0 0 0 0,25-4-1 0 0,-17 1-703 0 0</inkml:trace>
</inkml:ink>
</file>

<file path=ppt/ink/ink1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07.7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131 62 8754 0 0,'0'-1'102'0'0,"-1"1"-1"0"0,1-1 1 0 0,-1 0 0 0 0,0 1 0 0 0,1-1 0 0 0,-1 0-1 0 0,0 1 1 0 0,1-1 0 0 0,-1 1 0 0 0,0-1 0 0 0,0 1-1 0 0,0 0 1 0 0,1-1 0 0 0,-1 1 0 0 0,0 0 0 0 0,0-1-1 0 0,0 1 1 0 0,0 0 0 0 0,0 0 0 0 0,0 0 0 0 0,1 0-1 0 0,-1 0 1 0 0,0 0 0 0 0,0 0 0 0 0,0 0 0 0 0,0 0-1 0 0,-1 0 1 0 0,0 1 81 0 0,-1 0-1 0 0,0 1 0 0 0,1-1 1 0 0,-1 0-1 0 0,1 1 1 0 0,-1-1-1 0 0,1 1 1 0 0,0 0-1 0 0,-2 2 1 0 0,-3 2 255 0 0,1 1 0 0 0,0 0 0 0 0,0 1 0 0 0,-9 15 0 0 0,8-8-309 0 0,0 0-1 0 0,2 0 0 0 0,-1 1 1 0 0,2 0-1 0 0,0 0 1 0 0,1 0-1 0 0,0 1 0 0 0,2-1 1 0 0,0 1-1 0 0,1-1 1 0 0,0 1-1 0 0,1 0 0 0 0,1-1 1 0 0,4 18-1 0 0,-5-31-139 0 0,0 0-1 0 0,0-1 0 0 0,0 1 1 0 0,1 0-1 0 0,-1-1 1 0 0,0 1-1 0 0,1 0 1 0 0,0-1-1 0 0,0 0 1 0 0,0 1-1 0 0,0-1 0 0 0,0 0 1 0 0,0 0-1 0 0,0 0 1 0 0,1 0-1 0 0,-1-1 1 0 0,1 1-1 0 0,-1-1 0 0 0,1 1 1 0 0,0-1-1 0 0,-1 0 1 0 0,1 0-1 0 0,0 0 1 0 0,0 0-1 0 0,0-1 1 0 0,0 1-1 0 0,0-1 0 0 0,0 0 1 0 0,0 1-1 0 0,0-1 1 0 0,0-1-1 0 0,0 1 1 0 0,0 0-1 0 0,0-1 1 0 0,3-1-1 0 0,2 0-11 0 0,0 0-1 0 0,-1 0 1 0 0,0-1-1 0 0,1-1 1 0 0,-1 1 0 0 0,-1-1-1 0 0,1 0 1 0 0,0-1-1 0 0,-1 1 1 0 0,0-1 0 0 0,0-1-1 0 0,8-8 1 0 0,-5 2 95 0 0,-1-1 1 0 0,0 0 0 0 0,-1 0-1 0 0,-1 0 1 0 0,0-1-1 0 0,0 0 1 0 0,-2 0-1 0 0,6-26 1 0 0,-7 27 31 0 0,-1 0 1 0 0,-1 0-1 0 0,0 0 0 0 0,-1 0 1 0 0,0-1-1 0 0,-1 1 0 0 0,0 0 0 0 0,-1 0 1 0 0,-1 0-1 0 0,-4-14 0 0 0,6 23-87 0 0,-1 0-1 0 0,1 0 1 0 0,-1 0-1 0 0,0 0 1 0 0,0 1-1 0 0,-1-1 1 0 0,1 1-1 0 0,-1 0 0 0 0,0-1 1 0 0,0 1-1 0 0,0 0 1 0 0,0 1-1 0 0,0-1 1 0 0,0 0-1 0 0,-1 1 1 0 0,1 0-1 0 0,-1 0 1 0 0,-6-3-1 0 0,7 4-435 0 0,-1 0 0 0 0,0 1 0 0 0,1-1 0 0 0,-1 1 0 0 0,1-1 0 0 0,-1 1 0 0 0,0 0 0 0 0,1 1 0 0 0,-1-1 0 0 0,1 0 0 0 0,-1 1 0 0 0,1 0 0 0 0,-1 0 0 0 0,-3 2 0 0 0,-11 5-5040 0 0</inkml:trace>
</inkml:ink>
</file>

<file path=ppt/ink/ink1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08.0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142 0 10138 0 0,'-2'1'200'0'0,"0"-1"-1"0"0,1 1 1 0 0,-1 0-1 0 0,0 0 1 0 0,0-1-1 0 0,1 1 1 0 0,-1 0 0 0 0,1 1-1 0 0,-1-1 1 0 0,1 0-1 0 0,-1 0 1 0 0,1 1-1 0 0,0-1 1 0 0,-2 3-1 0 0,-1-1 112 0 0,-10 10 238 0 0,1 1 0 0 0,0 0 1 0 0,1 1-1 0 0,0 0 1 0 0,1 0-1 0 0,1 2 1 0 0,-14 28-1 0 0,24-44-536 0 0,-1 0 0 0 0,1 1 1 0 0,-1-1-1 0 0,1 1 0 0 0,-1-1 0 0 0,1 1 0 0 0,0-1 0 0 0,0 1 0 0 0,-1-1 0 0 0,1 1 0 0 0,0-1 1 0 0,0 1-1 0 0,1-1 0 0 0,-1 1 0 0 0,0-1 0 0 0,0 1 0 0 0,1-1 0 0 0,-1 1 0 0 0,1-1 1 0 0,0 0-1 0 0,-1 1 0 0 0,1-1 0 0 0,0 0 0 0 0,0 1 0 0 0,-1-1 0 0 0,1 0 0 0 0,0 0 1 0 0,0 0-1 0 0,0 0 0 0 0,1 0 0 0 0,-1 0 0 0 0,0 0 0 0 0,0 0 0 0 0,1 0 0 0 0,-1 0 0 0 0,0-1 1 0 0,3 2-1 0 0,6 1-33 0 0,0 1 0 0 0,0-1 0 0 0,1-1 0 0 0,17 2 0 0 0,16 5 17 0 0,-41-8-4 0 0,0 0-1 0 0,0 0 1 0 0,0 1-1 0 0,0-1 1 0 0,-1 1-1 0 0,1 0 1 0 0,-1 0 0 0 0,1 0-1 0 0,-1 0 1 0 0,0 0-1 0 0,0 0 1 0 0,0 1-1 0 0,0-1 1 0 0,0 1-1 0 0,0-1 1 0 0,-1 1-1 0 0,1 0 1 0 0,1 5 0 0 0,-2-3 0 0 0,0 0 1 0 0,0 0-1 0 0,0 0 1 0 0,-1 0-1 0 0,0 0 1 0 0,0 0-1 0 0,0 0 1 0 0,-1 0-1 0 0,1 0 1 0 0,-3 9-1 0 0,-3 3 24 0 0,0-1 0 0 0,-1 1 0 0 0,-1-1 0 0 0,0-1 0 0 0,-16 24 1 0 0,10-19-501 0 0,1-2-185 0 0</inkml:trace>
</inkml:ink>
</file>

<file path=ppt/ink/ink1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08.3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50 6449 0 0,'2'-4'231'0'0,"0"-1"-1"0"0,1 1 1 0 0,-1-1-1 0 0,1 1 1 0 0,0 0-1 0 0,0 0 1 0 0,1 1-1 0 0,6-7 1 0 0,-9 9-103 0 0,0 0 1 0 0,0 1 0 0 0,0-1-1 0 0,0 1 1 0 0,0-1 0 0 0,0 0-1 0 0,1 1 1 0 0,-1 0 0 0 0,0-1-1 0 0,0 1 1 0 0,1 0 0 0 0,-1 0-1 0 0,0 0 1 0 0,0 0 0 0 0,1 0 0 0 0,-1 0-1 0 0,0 0 1 0 0,0 0 0 0 0,1 0-1 0 0,-1 0 1 0 0,0 1 0 0 0,0-1-1 0 0,1 1 1 0 0,-1-1 0 0 0,0 1-1 0 0,0-1 1 0 0,0 1 0 0 0,0-1-1 0 0,0 1 1 0 0,0 0 0 0 0,0 0-1 0 0,0 0 1 0 0,0 0 0 0 0,0 0 0 0 0,0 0-1 0 0,0 0 1 0 0,-1 0 0 0 0,1 0-1 0 0,1 2 1 0 0,4 6 599 0 0,0 1 1 0 0,0 1-1 0 0,-1-1 0 0 0,0 1 1 0 0,5 19-1 0 0,12 62 665 0 0,-14-55-900 0 0,32 169 404 0 0,24 95-2162 0 0,-36-223-2292 0 0,-19-57-2339 0 0</inkml:trace>
</inkml:ink>
</file>

<file path=ppt/ink/ink1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08.5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134 184 7834 0 0,'-10'-3'672'0'0,"0"-1"1"0"0,0-1 0 0 0,1 0 0 0 0,-1 0 0 0 0,1-1 0 0 0,0 0-1 0 0,1-1 1 0 0,-1 0 0 0 0,2 0 0 0 0,-1-1 0 0 0,1 1-1 0 0,0-2 1 0 0,-9-13 0 0 0,15 21-556 0 0,1 0 0 0 0,-1-1 0 0 0,0 1 0 0 0,1 0 0 0 0,-1-1 0 0 0,1 1 0 0 0,0-1 0 0 0,0 1 0 0 0,-1 0 0 0 0,1-1 0 0 0,0 1 0 0 0,0-1 0 0 0,0 1 0 0 0,1-1 0 0 0,-1 1 0 0 0,0-1 0 0 0,0 1 0 0 0,1 0 0 0 0,-1-1-1 0 0,1 1 1 0 0,-1 0 0 0 0,1-1 0 0 0,0 1 0 0 0,-1 0 0 0 0,1 0 0 0 0,0-1 0 0 0,0 1 0 0 0,0 0 0 0 0,0 0 0 0 0,0 0 0 0 0,1-1 0 0 0,19-13 152 0 0,2 3-3660 0 0,-16 9 982 0 0,14-7-4230 0 0</inkml:trace>
</inkml:ink>
</file>

<file path=ppt/ink/ink1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09.0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216 38 9218 0 0,'-1'-2'175'0'0,"0"0"1"0"0,0 0-1 0 0,0 0 1 0 0,0 0-1 0 0,0 0 1 0 0,-1 0-1 0 0,1 0 1 0 0,0 0-1 0 0,-1 0 1 0 0,0 1-1 0 0,1-1 1 0 0,-1 1-1 0 0,0-1 1 0 0,0 1-1 0 0,0 0 1 0 0,0-1-1 0 0,0 1 1 0 0,0 0-1 0 0,0 0 0 0 0,0 1 1 0 0,0-1-1 0 0,0 0 1 0 0,-1 1-1 0 0,1-1 1 0 0,-4 0-1 0 0,3 1 63 0 0,-1-1-1 0 0,0 1 0 0 0,0 0 1 0 0,0 0-1 0 0,0 1 1 0 0,0-1-1 0 0,0 1 0 0 0,0-1 1 0 0,0 1-1 0 0,1 1 1 0 0,-1-1-1 0 0,0 0 0 0 0,1 1 1 0 0,-7 3-1 0 0,1 2-104 0 0,1 1-1 0 0,-1 0 1 0 0,1 1-1 0 0,1-1 1 0 0,-1 1-1 0 0,2 1 1 0 0,-1 0-1 0 0,1 0 1 0 0,1 0-1 0 0,-1 0 1 0 0,2 1-1 0 0,0 0 1 0 0,0 0-1 0 0,1 0 1 0 0,0 0-1 0 0,1 1 1 0 0,0-1-1 0 0,0 15 1 0 0,1-1 29 0 0,1 0 0 0 0,1 0 0 0 0,1 0 0 0 0,1-1 0 0 0,1 1 0 0 0,2 0 0 0 0,11 34 0 0 0,-7-34-115 0 0,0-1 0 0 0,2 0 1 0 0,23 36-1 0 0,-26-47-499 0 0,0-1 0 0 0,0 0 1 0 0,1 0-1 0 0,1-1 0 0 0,0-1 1 0 0,1 1-1 0 0,20 13 0 0 0,-5-16-2510 0 0</inkml:trace>
</inkml:ink>
</file>

<file path=ppt/ink/ink1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09.2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1 175 6913 0 0,'45'-30'165'0'0,"1"3"-1"0"0,1 2 0 0 0,84-31 0 0 0,-105 47 132 0 0,0 1 1 0 0,0 2 0 0 0,45-6 0 0 0,-61 10-3389 0 0</inkml:trace>
</inkml:ink>
</file>

<file path=ppt/ink/ink1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09.8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47 16 3225 0 0,'-2'-2'208'0'0,"1"0"1"0"0,0 1 0 0 0,-1-1 0 0 0,1 0-1 0 0,-1 1 1 0 0,0-1 0 0 0,0 1 0 0 0,1 0 0 0 0,-1 0-1 0 0,-28 6 12809 0 0,30-4-12769 0 0,0 15 69 0 0,2 0-1 0 0,0 0 1 0 0,0 0-1 0 0,2-1 1 0 0,0 1 0 0 0,8 20-1 0 0,-8-27-154 0 0,0 0-1 0 0,0-1 1 0 0,0 1 0 0 0,1-1-1 0 0,1 0 1 0 0,-1 0 0 0 0,1 0-1 0 0,1-1 1 0 0,-1 0 0 0 0,1 0-1 0 0,13 10 1 0 0,-18-16-166 0 0,0 0 1 0 0,0 0-1 0 0,0 0 1 0 0,0 0-1 0 0,0 0 1 0 0,0-1-1 0 0,0 1 1 0 0,0 0-1 0 0,0-1 1 0 0,0 0-1 0 0,0 1 1 0 0,0-1-1 0 0,0 0 1 0 0,0 0-1 0 0,0 0 1 0 0,0-1-1 0 0,0 1 1 0 0,1 0-1 0 0,1-2 1 0 0,0 1-11 0 0,0-1 0 0 0,-1 0 0 0 0,0 0 0 0 0,1 0 0 0 0,-1 0 0 0 0,0 0 0 0 0,0-1 0 0 0,0 1 0 0 0,-1-1 0 0 0,4-3 0 0 0,0-2-14 0 0,0 0 0 0 0,-1 0 0 0 0,0-1 0 0 0,0 1 0 0 0,-1-1 0 0 0,0-1 0 0 0,4-13 0 0 0,28-97 92 0 0,-25 152 320 0 0,0-4-439 0 0,1 0 1 0 0,1-1 0 0 0,2-1-1 0 0,1 0 1 0 0,26 33-1 0 0,-4-4-98 0 0,-36-53-62 0 0,-1 1 0 0 0,0-1 0 0 0,1 0 0 0 0,0 0 0 0 0,-1 0 0 0 0,1-1 0 0 0,0 1 0 0 0,0 0 0 0 0,0-1 0 0 0,0 1 0 0 0,0-1 0 0 0,5 3 0 0 0,-6-4-12 0 0,1 0-1 0 0,-1 0 1 0 0,0 0-1 0 0,1 0 1 0 0,-1 0-1 0 0,1 0 1 0 0,-1 0-1 0 0,0 0 1 0 0,1-1-1 0 0,-1 1 1 0 0,0 0-1 0 0,1-1 1 0 0,-1 1-1 0 0,0-1 1 0 0,1 0-1 0 0,-1 1 1 0 0,0-1-1 0 0,0 0 1 0 0,0 0-1 0 0,0 0 1 0 0,1 0-1 0 0,-1 0 1 0 0,-1 0-1 0 0,2-1 1 0 0,5-5-925 0 0</inkml:trace>
</inkml:ink>
</file>

<file path=ppt/ink/ink1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10.3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12 6449 0 0,'0'0'126'0'0,"-1"-1"0"0"0,1 1 0 0 0,-1 0-1 0 0,1 0 1 0 0,-1 0 0 0 0,0-1-1 0 0,1 1 1 0 0,-1 0 0 0 0,1 0-1 0 0,-1 0 1 0 0,0 0 0 0 0,1 0 0 0 0,-1 0-1 0 0,1 0 1 0 0,-1 0 0 0 0,0 1-1 0 0,1-1 1 0 0,-1 0 0 0 0,1 0 0 0 0,-1 0-1 0 0,0 1 1 0 0,1-1 0 0 0,-1 0-1 0 0,1 1 1 0 0,-1-1 0 0 0,1 0 0 0 0,-1 1-1 0 0,1-1 1 0 0,-1 1 0 0 0,2 18 4420 0 0,0-13-4799 0 0,4 18 1922 0 0,13 38 1 0 0,16 19-2118 0 0,-32-90 131 0 0,0 1-1 0 0,0-1 1 0 0,0 1-1 0 0,1-1 1 0 0,7-13 0 0 0,-2 7 456 0 0,1 0 1 0 0,0 0 0 0 0,17-21-1 0 0,-21 29 58 0 0,1 1-1 0 0,0 0 1 0 0,0 0 0 0 0,0 1-1 0 0,1 0 1 0 0,0 0-1 0 0,0 0 1 0 0,0 1 0 0 0,11-5-1 0 0,-16 8-115 0 0,0 1 0 0 0,0-1 1 0 0,-1 1-1 0 0,1 0 0 0 0,0-1 0 0 0,0 1 0 0 0,0 0 0 0 0,0 0 0 0 0,0 1 0 0 0,0-1 0 0 0,0 0 1 0 0,-1 1-1 0 0,1-1 0 0 0,0 1 0 0 0,0-1 0 0 0,0 1 0 0 0,-1 0 0 0 0,1 0 0 0 0,0 0 0 0 0,-1 0 1 0 0,1 0-1 0 0,-1 0 0 0 0,1 0 0 0 0,-1 1 0 0 0,0-1 0 0 0,1 0 0 0 0,-1 1 0 0 0,0-1 1 0 0,0 1-1 0 0,0-1 0 0 0,0 1 0 0 0,0 0 0 0 0,0 0 0 0 0,0 2 0 0 0,5 9 57 0 0,0 1 0 0 0,-1-1 0 0 0,4 23 0 0 0,-4-15-80 0 0,17 40-2545 0 0,-13-41-4393 0 0</inkml:trace>
</inkml:ink>
</file>

<file path=ppt/ink/ink1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10.6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162 31 5529 0 0,'1'-1'203'0'0,"-1"0"0"0"0,0-1-1 0 0,0 1 1 0 0,0 0 0 0 0,0 0 0 0 0,-1 0 0 0 0,1 0-1 0 0,0 0 1 0 0,0-1 0 0 0,-1 1 0 0 0,1 0-1 0 0,-1 0 1 0 0,1 0 0 0 0,-1 0 0 0 0,1 0-1 0 0,-1 0 1 0 0,1 0 0 0 0,-1 0 0 0 0,0 0 0 0 0,0 0-1 0 0,0 1 1 0 0,1-1 0 0 0,-1 0 0 0 0,0 0-1 0 0,0 1 1 0 0,0-1 0 0 0,0 1 0 0 0,0-1-1 0 0,0 1 1 0 0,0-1 0 0 0,0 1 0 0 0,-1-1-1 0 0,1 1 1 0 0,0 0 0 0 0,0 0 0 0 0,0-1 0 0 0,0 1-1 0 0,0 0 1 0 0,-1 0 0 0 0,1 0 0 0 0,0 0-1 0 0,-2 1 1 0 0,-2 0 208 0 0,1 0 0 0 0,-1 0 1 0 0,1 0-1 0 0,0 1 0 0 0,-1-1 0 0 0,1 1 0 0 0,0 0 1 0 0,0 0-1 0 0,-7 6 0 0 0,4-1-224 0 0,0 0 0 0 0,0 0 1 0 0,0 1-1 0 0,1 0 0 0 0,0 1 0 0 0,1-1 0 0 0,0 1 1 0 0,0 0-1 0 0,1 1 0 0 0,0-1 0 0 0,1 1 1 0 0,0-1-1 0 0,0 1 0 0 0,1 0 0 0 0,0 0 0 0 0,0 11 1 0 0,2-16-188 0 0,-1 0 1 0 0,1 0 0 0 0,0 0 0 0 0,0 0 0 0 0,1 0-1 0 0,-1 0 1 0 0,1 0 0 0 0,0 0 0 0 0,1 0 0 0 0,-1-1-1 0 0,1 1 1 0 0,0 0 0 0 0,0-1 0 0 0,1 1 0 0 0,-1-1-1 0 0,1 0 1 0 0,0 1 0 0 0,0-2 0 0 0,0 1 0 0 0,1 0 0 0 0,-1 0-1 0 0,1-1 1 0 0,0 0 0 0 0,0 0 0 0 0,0 0 0 0 0,0 0-1 0 0,1-1 1 0 0,-1 0 0 0 0,1 1 0 0 0,-1-2 0 0 0,1 1-1 0 0,0 0 1 0 0,9 1 0 0 0,-3-2-205 0 0,0-1 0 0 0,1 0 0 0 0,0 0 0 0 0,-1-1 0 0 0,0 0 0 0 0,1-1 0 0 0,15-5 0 0 0,8-1-738 0 0</inkml:trace>
</inkml:ink>
</file>

<file path=ppt/ink/ink1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10.8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117 46 7370 0 0,'-2'-4'614'0'0,"0"1"1"0"0,-1-1 0 0 0,1 0-1 0 0,-1 1 1 0 0,0 0-1 0 0,0-1 1 0 0,-1 1 0 0 0,1 0-1 0 0,-1 1 1 0 0,1-1 0 0 0,-1 1-1 0 0,-5-3 1 0 0,8 4-474 0 0,-1 1-1 0 0,1-1 1 0 0,-1 1-1 0 0,1 0 1 0 0,-1-1-1 0 0,1 1 1 0 0,-1 0 0 0 0,1 0-1 0 0,0 0 1 0 0,-1 0-1 0 0,1 1 1 0 0,-1-1-1 0 0,1 0 1 0 0,-1 0 0 0 0,1 1-1 0 0,-1-1 1 0 0,1 1-1 0 0,0-1 1 0 0,-1 1 0 0 0,1 0-1 0 0,0 0 1 0 0,0-1-1 0 0,-1 1 1 0 0,1 0-1 0 0,0 0 1 0 0,0 0 0 0 0,0 0-1 0 0,0 0 1 0 0,0 1-1 0 0,0-1 1 0 0,0 0 0 0 0,1 0-1 0 0,-1 1 1 0 0,0-1-1 0 0,1 0 1 0 0,-1 1-1 0 0,1-1 1 0 0,-1 0 0 0 0,1 3-1 0 0,-7 15 18 0 0,2 0 1 0 0,1 1-1 0 0,0-1 0 0 0,2 1 1 0 0,0 0-1 0 0,1 0 0 0 0,1 0 1 0 0,1 0-1 0 0,0 0 0 0 0,2-1 0 0 0,0 1 1 0 0,8 24-1 0 0,8 18-467 0 0,2-2 0 0 0,44 86 0 0 0,-50-116-1009 0 0,1-1-3847 0 0,0-4-1568 0 0</inkml:trace>
</inkml:ink>
</file>

<file path=ppt/ink/ink1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11.0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8 170 6017 0 0,'0'0'36'0'0,"-1"-1"-1"0"0,0 0 0 0 0,1 0 0 0 0,-1 1 0 0 0,0-1 1 0 0,1 0-1 0 0,-1 0 0 0 0,1 0 0 0 0,-1 0 0 0 0,1 0 1 0 0,-1 0-1 0 0,1 0 0 0 0,0 0 0 0 0,0 0 1 0 0,-1 0-1 0 0,1 0 0 0 0,0 0 0 0 0,0 0 0 0 0,0 0 1 0 0,0 0-1 0 0,0 0 0 0 0,0 0 0 0 0,1 0 0 0 0,-1 0 1 0 0,0 0-1 0 0,0 0 0 0 0,1 0 0 0 0,-1 0 1 0 0,1 0-1 0 0,-1 0 0 0 0,1 0 0 0 0,-1 0 0 0 0,1 0 1 0 0,-1 1-1 0 0,1-1 0 0 0,0 0 0 0 0,-1 0 0 0 0,1 1 1 0 0,0-1-1 0 0,0 0 0 0 0,0 1 0 0 0,-1-1 1 0 0,1 1-1 0 0,0-1 0 0 0,0 1 0 0 0,0-1 0 0 0,1 1 1 0 0,8-6 684 0 0,1 1 0 0 0,0 0 0 0 0,15-5-1 0 0,-15 7-210 0 0,37-13 808 0 0,75-15 0 0 0,53 1-3550 0 0,-60 12-1002 0 0,-86 12 3103 0 0</inkml:trace>
</inkml:ink>
</file>

<file path=ppt/ink/ink1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11.1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6449 0 0,'1'1'141'0'0,"0"-1"-1"0"0,0 1 0 0 0,0 0 1 0 0,0-1-1 0 0,0 1 0 0 0,0 0 0 0 0,-1 0 1 0 0,1-1-1 0 0,0 1 0 0 0,0 0 1 0 0,-1 0-1 0 0,1 0 0 0 0,0 0 0 0 0,-1 0 1 0 0,1 0-1 0 0,-1 0 0 0 0,0 0 1 0 0,1 0-1 0 0,-1 1 0 0 0,0-1 1 0 0,1 0-1 0 0,-1 1 0 0 0,6 37 2631 0 0,-3-16-1150 0 0,2 0-767 0 0,23 103 4680 0 0,-13-41-10919 0 0,-12-67-1084 0 0</inkml:trace>
</inkml:ink>
</file>

<file path=ppt/ink/ink1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11.3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40 9674 0 0,'-4'-14'424'0'0,"1"4"96"0"0,1 3-416 0 0,1 3-104 0 0,1 0 1409 0 0,1 7-1785 0 0,-1 5-145 0 0,3 3-31 0 0,1 5-8 0 0,3 3 456 0 0,-1 3 104 0 0,-2-1 0 0 0</inkml:trace>
</inkml:ink>
</file>

<file path=ppt/ink/ink1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11.9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79 222 7834 0 0,'-3'8'560'0'0,"-1"1"1"0"0,0-1-1 0 0,0 0 1 0 0,-1 0 0 0 0,-5 8-1 0 0,-10 17 1376 0 0,15-23-1383 0 0,0 0-1 0 0,1 0 0 0 0,0 1 0 0 0,1 0 0 0 0,-3 17 0 0 0,6-25-455 0 0,-1 0 1 0 0,1-1-1 0 0,0 1 0 0 0,-1 0 0 0 0,1 0 0 0 0,1 0 0 0 0,-1 0 0 0 0,0 0 0 0 0,1-1 0 0 0,-1 1 0 0 0,1 0 0 0 0,0 0 0 0 0,0 0 0 0 0,0-1 0 0 0,1 1 0 0 0,-1-1 0 0 0,0 1 0 0 0,1-1 1 0 0,0 1-1 0 0,-1-1 0 0 0,1 0 0 0 0,0 0 0 0 0,0 0 0 0 0,0 0 0 0 0,1 0 0 0 0,-1 0 0 0 0,3 1 0 0 0,-4-2-100 0 0,0-1 1 0 0,0 1-1 0 0,0-1 0 0 0,0 1 0 0 0,0-1 1 0 0,0 1-1 0 0,0-1 0 0 0,0 1 0 0 0,0-1 1 0 0,0 0-1 0 0,1 0 0 0 0,-1 0 0 0 0,0 0 1 0 0,0 0-1 0 0,0 0 0 0 0,0 0 0 0 0,0 0 1 0 0,0 0-1 0 0,1 0 0 0 0,-1 0 1 0 0,0-1-1 0 0,0 1 0 0 0,0 0 0 0 0,0-1 1 0 0,0 1-1 0 0,0-1 0 0 0,0 0 0 0 0,0 1 1 0 0,0-1-1 0 0,0 0 0 0 0,-1 1 0 0 0,1-1 1 0 0,0 0-1 0 0,0 0 0 0 0,0 0 0 0 0,-1 1 1 0 0,1-1-1 0 0,-1 0 0 0 0,1 0 0 0 0,-1 0 1 0 0,1 0-1 0 0,-1 0 0 0 0,1-1 0 0 0,-1 1 1 0 0,0 0-1 0 0,1 0 0 0 0,-1 0 0 0 0,0-2 1 0 0,1-3 5 0 0,0 1-1 0 0,0-1 1 0 0,-1 0 0 0 0,1 0 0 0 0,-1 0 0 0 0,-1 0-1 0 0,-1-11 1 0 0,-18-34 173 0 0,16 43-160 0 0,0-1 0 0 0,1 1 1 0 0,0-1-1 0 0,0 1 0 0 0,-3-19 0 0 0,6 24-29 0 0,0 1-1 0 0,0-1 0 0 0,1 0 0 0 0,-1 0 1 0 0,1 0-1 0 0,-1 0 0 0 0,1 1 1 0 0,0-1-1 0 0,0 0 0 0 0,0 1 0 0 0,0-1 1 0 0,0 0-1 0 0,1 1 0 0 0,-1-1 1 0 0,1 1-1 0 0,0 0 0 0 0,-1 0 0 0 0,1 0 1 0 0,0 0-1 0 0,1 0 0 0 0,-1 0 0 0 0,0 0 1 0 0,4-2-1 0 0,11-7-112 0 0,1 1 1 0 0,0 0-1 0 0,0 1 0 0 0,37-11 1 0 0,-43 16 175 0 0,0 1 1 0 0,0 0 0 0 0,0 1 0 0 0,0 0 0 0 0,0 1 0 0 0,1 0-1 0 0,-1 1 1 0 0,0 1 0 0 0,17 2 0 0 0,-26-3-6 0 0,1 1 1 0 0,0 0-1 0 0,-1 0 0 0 0,1 0 1 0 0,-1 1-1 0 0,0-1 0 0 0,1 1 1 0 0,-1 0-1 0 0,0 0 1 0 0,0 0-1 0 0,0 0 0 0 0,-1 0 1 0 0,1 1-1 0 0,0 0 0 0 0,-1-1 1 0 0,1 1-1 0 0,-1 0 0 0 0,0 0 1 0 0,0 0-1 0 0,0 0 0 0 0,1 5 1 0 0,1 2-22 0 0,-1 1 1 0 0,-1-1 0 0 0,0 1 0 0 0,0 0-1 0 0,0 17 1 0 0,4 27-460 0 0,-6-54 438 0 0,0-1 1 0 0,0 0-1 0 0,0 1 0 0 0,0-1 1 0 0,0 0-1 0 0,0 1 0 0 0,0-1 1 0 0,1 0-1 0 0,-1 1 0 0 0,0-1 1 0 0,0 0-1 0 0,0 1 1 0 0,0-1-1 0 0,0 0 0 0 0,1 1 1 0 0,-1-1-1 0 0,0 0 0 0 0,0 0 1 0 0,0 1-1 0 0,1-1 0 0 0,-1 0 1 0 0,0 0-1 0 0,1 0 0 0 0,-1 1 1 0 0,0-1-1 0 0,0 0 1 0 0,1 0-1 0 0,-1 0 0 0 0,0 0 1 0 0,1 1-1 0 0,-1-1 0 0 0,0 0 1 0 0,1 0-1 0 0,0 0 0 0 0,10-8 154 0 0,9-22 126 0 0,-19 28-261 0 0,49-93 484 0 0,-32 58-365 0 0,2 0-1 0 0,44-61 1 0 0,-63 96-98 0 0,0 1 1 0 0,0-1-1 0 0,0 1 1 0 0,0 0-1 0 0,0 0 0 0 0,0 0 1 0 0,0-1-1 0 0,1 1 1 0 0,-1 0-1 0 0,0 0 1 0 0,1 0-1 0 0,-1 1 1 0 0,0-1-1 0 0,1 0 0 0 0,-1 0 1 0 0,1 1-1 0 0,-1-1 1 0 0,1 1-1 0 0,0-1 1 0 0,1 1-1 0 0,-2 1-9 0 0,0-1 0 0 0,0 1 0 0 0,0 0 0 0 0,0 0 0 0 0,-1 0 0 0 0,1 0 0 0 0,0 0 0 0 0,-1 0 0 0 0,1 0 0 0 0,0 0 0 0 0,-1 0 0 0 0,1 0 0 0 0,-1 0 0 0 0,1 1 0 0 0,-1-1 0 0 0,0 0 0 0 0,0 0 0 0 0,1 0 0 0 0,-1 1 0 0 0,0-1 0 0 0,0 0 0 0 0,0 0 0 0 0,0 0 0 0 0,0 1 0 0 0,-1-1 0 0 0,1 1 0 0 0,-1 46 186 0 0,0-6 224 0 0,7 61 1 0 0,-5-90-650 0 0,1-1-1 0 0,1 0 1 0 0,0 1 0 0 0,1-1 0 0 0,0 0 0 0 0,1-1-1 0 0,0 1 1 0 0,1-1 0 0 0,9 14 0 0 0,7 3-7677 0 0</inkml:trace>
</inkml:ink>
</file>

<file path=ppt/ink/ink1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25.3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433 111 5065 0 0,'1'-3'260'0'0,"-1"0"-1"0"0,1 1 1 0 0,0-1-1 0 0,-1 1 1 0 0,0-1 0 0 0,1 0-1 0 0,-1 0 1 0 0,0 1-1 0 0,0-1 1 0 0,-1 0 0 0 0,1 1-1 0 0,0-1 1 0 0,-1 0-1 0 0,0 1 1 0 0,0-1 0 0 0,1 1-1 0 0,-1-1 1 0 0,-1 1-1 0 0,1-1 1 0 0,0 1 0 0 0,-1 0-1 0 0,-1-3 1 0 0,0 1 118 0 0,0 0 0 0 0,0 0 0 0 0,0 1 0 0 0,-1-1 0 0 0,1 1 0 0 0,-1 0 0 0 0,0 0 0 0 0,0 0-1 0 0,0 0 1 0 0,0 1 0 0 0,-6-3 0 0 0,6 3-216 0 0,0 1-1 0 0,0-1 1 0 0,-1 2-1 0 0,1-1 1 0 0,0 0-1 0 0,0 1 1 0 0,0-1-1 0 0,-1 1 1 0 0,1 0-1 0 0,0 1 1 0 0,-1-1 0 0 0,1 1-1 0 0,0 0 1 0 0,0 0-1 0 0,0 0 1 0 0,-7 3-1 0 0,5 0-81 0 0,0-1 1 0 0,0 1-1 0 0,0 0 1 0 0,1 1-1 0 0,-1-1 0 0 0,1 1 1 0 0,0 0-1 0 0,0 1 1 0 0,-4 6-1 0 0,-6 11-53 0 0,1 1 1 0 0,2 0-1 0 0,0 0 1 0 0,-8 28-1 0 0,19-51-20 0 0,-42 132 18 0 0,5 1 0 0 0,-22 154 0 0 0,52-245-27 0 0,2 0 0 0 0,1 0 0 0 0,3 0 1 0 0,2 0-1 0 0,5 54 0 0 0,-2-76 13 0 0,1-1 1 0 0,0 0-1 0 0,2 0 1 0 0,0 0 0 0 0,1 0-1 0 0,1-1 1 0 0,1 0-1 0 0,1-1 1 0 0,0 0-1 0 0,1-1 1 0 0,1 0-1 0 0,28 31 1 0 0,-15-24 136 0 0,1-1 1 0 0,1-1-1 0 0,1-1 0 0 0,1-2 1 0 0,59 30-1 0 0,-36-26 211 0 0,0-2-1 0 0,101 25 1 0 0,-100-32-137 0 0,94 20 394 0 0,-126-30-494 0 0,0-2 0 0 0,0 0 0 0 0,0-1 0 0 0,41-5 0 0 0,-58 4-112 0 0,1-1 0 0 0,-1 0 0 0 0,0 0 0 0 0,1 0 0 0 0,-1-1 0 0 0,0 1 0 0 0,0-1 1 0 0,7-4-1 0 0,-2-2-101 0 0</inkml:trace>
</inkml:ink>
</file>

<file path=ppt/ink/ink1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28.2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47 215 3225 0 0,'-16'-12'2265'0'0,"13"10"-1906"0"0,1 1-1 0 0,0-1 1 0 0,-1 1 0 0 0,1-1 0 0 0,0 1 0 0 0,0-1-1 0 0,1 0 1 0 0,-1 0 0 0 0,0 0 0 0 0,1 0-1 0 0,-1-1 1 0 0,1 1 0 0 0,-1 0 0 0 0,1-1 0 0 0,-1-2-1 0 0,2 5-283 0 0,0-1-1 0 0,0 0 0 0 0,0 1 0 0 0,0-1 0 0 0,0 1 1 0 0,0-1-1 0 0,0 0 0 0 0,0 1 0 0 0,0-1 0 0 0,0 0 1 0 0,1 1-1 0 0,-1-1 0 0 0,0 1 0 0 0,0-1 0 0 0,1 0 1 0 0,-1 1-1 0 0,0-1 0 0 0,1 1 0 0 0,-1-1 0 0 0,0 1 1 0 0,1-1-1 0 0,-1 1 0 0 0,1-1 0 0 0,-1 1 0 0 0,1 0 1 0 0,-1-1-1 0 0,1 1 0 0 0,-1 0 0 0 0,1-1 0 0 0,0 1 1 0 0,-1 0-1 0 0,1 0 0 0 0,-1-1 0 0 0,1 1 0 0 0,0 0 1 0 0,-1 0-1 0 0,1 0 0 0 0,-1 0 0 0 0,1 0 0 0 0,0 0 1 0 0,-1 0-1 0 0,1 0 0 0 0,0 0 0 0 0,-1 0 0 0 0,2 1 1 0 0,1-1 103 0 0,0 0 1 0 0,0 0 0 0 0,0 1-1 0 0,0-1 1 0 0,0 1 0 0 0,-1 0-1 0 0,1 0 1 0 0,4 2-1 0 0,0 2 15 0 0,1 1 0 0 0,-1 0 0 0 0,0 1 0 0 0,-1 0 0 0 0,1 0 0 0 0,-2 0 0 0 0,7 10-1 0 0,33 61 371 0 0,-28-47-337 0 0,7 16-195 0 0,-15-29-22 0 0,0 0 0 0 0,1 0 1 0 0,1-1-1 0 0,1 0 0 0 0,15 17 0 0 0,-29-37 288 0 0,0 0 0 0 0,1-1-1 0 0,0 1 1 0 0,-1 0 0 0 0,1 0-1 0 0,0-1 1 0 0,1 1 0 0 0,-1-1-1 0 0,0 1 1 0 0,1-7 0 0 0,-1-40 551 0 0,3 13-782 0 0,3 1 0 0 0,1 0 0 0 0,1 0 0 0 0,2 1-1 0 0,2-1 1 0 0,25-54 0 0 0,-30 76-116 0 0,1 1 0 0 0,13-21-1 0 0,-18 31-166 0 0,1 0 0 0 0,-1-1 0 0 0,1 1-1 0 0,0 1 1 0 0,0-1 0 0 0,0 0 0 0 0,0 1 0 0 0,1-1 0 0 0,-1 1-1 0 0,1 0 1 0 0,-1 0 0 0 0,1 0 0 0 0,0 1 0 0 0,7-3 0 0 0</inkml:trace>
</inkml:ink>
</file>

<file path=ppt/ink/ink1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28.9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43 387 6913 0 0,'-5'3'560'0'0,"1"1"0"0"0,0 1 0 0 0,0-1-1 0 0,1 0 1 0 0,-6 9 0 0 0,8-11-324 0 0,-1 0 1 0 0,1 0 0 0 0,0 0-1 0 0,-1 0 1 0 0,1 1 0 0 0,0-1-1 0 0,0 0 1 0 0,0 1 0 0 0,1-1-1 0 0,-1 1 1 0 0,1-1 0 0 0,-1 1-1 0 0,1-1 1 0 0,0 5 0 0 0,0-7-164 0 0,1 0 0 0 0,-1 1 0 0 0,1-1-1 0 0,-1 1 1 0 0,1-1 0 0 0,0 0 0 0 0,-1 0 0 0 0,1 1 0 0 0,-1-1 0 0 0,1 0 0 0 0,0 0 0 0 0,-1 0 0 0 0,1 1 0 0 0,0-1 0 0 0,-1 0 0 0 0,1 0 0 0 0,0 0 0 0 0,-1 0 0 0 0,1 0 0 0 0,0 0 0 0 0,-1-1 0 0 0,1 1 0 0 0,-1 0 0 0 0,1 0 0 0 0,0 0 0 0 0,-1-1 0 0 0,1 1 0 0 0,-1 0-1 0 0,1 0 1 0 0,0-1 0 0 0,20-9 1032 0 0,-11 3-877 0 0,0 0 1 0 0,0 0-1 0 0,-1-1 1 0 0,0-1-1 0 0,-1 1 1 0 0,0-2-1 0 0,8-9 1 0 0,5-11-82 0 0,18-33 1 0 0,-26 38-294 0 0,0 0 1 0 0,16-46-1 0 0,-26 61 87 0 0,0 1 0 0 0,-1-1 0 0 0,0 0 0 0 0,0-1 0 0 0,-1 1-1 0 0,0 0 1 0 0,-1 0 0 0 0,0 0 0 0 0,-1-1 0 0 0,-3-17 0 0 0,3 26 58 0 0,1 0 1 0 0,0 1-1 0 0,-1-1 0 0 0,1 1 1 0 0,-1-1-1 0 0,0 1 0 0 0,1 0 1 0 0,-1-1-1 0 0,0 1 1 0 0,0 0-1 0 0,0-1 0 0 0,0 1 1 0 0,0 0-1 0 0,0 0 0 0 0,0 0 1 0 0,-1 0-1 0 0,1 0 0 0 0,0 0 1 0 0,0 0-1 0 0,-1 0 1 0 0,1 1-1 0 0,-1-1 0 0 0,1 0 1 0 0,-1 1-1 0 0,1-1 0 0 0,-1 1 1 0 0,1 0-1 0 0,-1-1 0 0 0,1 1 1 0 0,-1 0-1 0 0,0 0 1 0 0,1 0-1 0 0,-1 0 0 0 0,1 0 1 0 0,-1 0-1 0 0,1 1 0 0 0,-1-1 1 0 0,0 0-1 0 0,1 1 1 0 0,-1-1-1 0 0,-1 2 0 0 0,-3 0-43 0 0,0 1 0 0 0,0 0-1 0 0,1 0 1 0 0,-1 0 0 0 0,1 1 0 0 0,0 0-1 0 0,0 0 1 0 0,0 0 0 0 0,-5 5-1 0 0,1 2-73 0 0,1 0-1 0 0,0 0 1 0 0,0 1-1 0 0,1 0 0 0 0,0 1 1 0 0,1 0-1 0 0,1 0 1 0 0,0 0-1 0 0,-5 24 0 0 0,8-32 140 0 0,1-1-1 0 0,1 1 0 0 0,-1 0 1 0 0,1 0-1 0 0,0 0 1 0 0,0 0-1 0 0,0-1 0 0 0,1 1 1 0 0,-1 0-1 0 0,1 0 0 0 0,0 0 1 0 0,1-1-1 0 0,-1 1 0 0 0,1-1 1 0 0,0 1-1 0 0,0-1 0 0 0,0 0 1 0 0,1 1-1 0 0,0-1 0 0 0,0 0 1 0 0,0-1-1 0 0,0 1 1 0 0,0 0-1 0 0,1-1 0 0 0,-1 0 1 0 0,1 0-1 0 0,0 0 0 0 0,0 0 1 0 0,0-1-1 0 0,0 1 0 0 0,7 1 1 0 0,-1 0-150 0 0,0 0 0 0 0,1-1 0 0 0,-1-1 0 0 0,1 0 1 0 0,0 0-1 0 0,0-1 0 0 0,0-1 0 0 0,-1 1 0 0 0,18-3 0 0 0,4-2-5608 0 0</inkml:trace>
</inkml:ink>
</file>

<file path=ppt/ink/ink1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29.3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87 5 3225 0 0,'0'-1'105'0'0,"0"1"0"0"0,0 0 1 0 0,-1 0-1 0 0,1-1 211 0 0,-1 1-210 0 0,1-1-1 0 0,0 1 0 0 0,0 0 1 0 0,-1 0-1 0 0,1 0 1 0 0,0 0-1 0 0,-1-1 0 0 0,1 1 1 0 0,0 0-1 0 0,0 0 0 0 0,-1 0 1 0 0,1 0-1 0 0,0 0 1 0 0,-1 0-1 0 0,1 0 0 0 0,0 0 1 0 0,-1 0-1 0 0,1 0 0 0 0,0 0 1 0 0,-1 0-1 0 0,1 0 1 0 0,0 0-1 0 0,-1 0 0 0 0,1 0 1 0 0,0 0-1 0 0,-1 0 1 0 0,1 1-1 0 0,0-1 0 0 0,-1 0 1 0 0,1 0-1 0 0,0 0 0 0 0,0 1 1 0 0,-1-1 210 0 0,0 1-211 0 0,-14 18 2274 0 0,-7 29-460 0 0,18-37-1816 0 0,-1 0 100 0 0,1-1 1 0 0,0 1 0 0 0,1 0 0 0 0,0 0 0 0 0,-1 15-1 0 0,4-24-176 0 0,-1 1 0 0 0,1-1 0 0 0,0 1 0 0 0,1-1-1 0 0,-1 0 1 0 0,0 1 0 0 0,1-1 0 0 0,0 1 0 0 0,-1-1-1 0 0,1 0 1 0 0,0 1 0 0 0,0-1 0 0 0,0 0-1 0 0,0 0 1 0 0,1 0 0 0 0,-1 0 0 0 0,0 0 0 0 0,1 0-1 0 0,0 0 1 0 0,-1 0 0 0 0,1-1 0 0 0,0 1 0 0 0,0-1-1 0 0,0 1 1 0 0,0-1 0 0 0,0 0 0 0 0,0 1 0 0 0,1-1-1 0 0,-1 0 1 0 0,3 0 0 0 0,32 10 32 0 0,-25-9 1 0 0,-1 2 1 0 0,1-1 0 0 0,18 9-1 0 0,-28-10-49 0 0,1-1 1 0 0,-1 0-1 0 0,0 1 0 0 0,1 0 0 0 0,-1-1 0 0 0,0 1 0 0 0,0 0 0 0 0,0 0 0 0 0,0 0 1 0 0,0 1-1 0 0,-1-1 0 0 0,1 0 0 0 0,-1 1 0 0 0,1-1 0 0 0,-1 1 0 0 0,0-1 0 0 0,0 1 0 0 0,0 0 1 0 0,0-1-1 0 0,0 5 0 0 0,-1-3 90 0 0,0-1 1 0 0,0 1 0 0 0,0-1-1 0 0,-1 0 1 0 0,0 1 0 0 0,0-1-1 0 0,0 0 1 0 0,0 1 0 0 0,0-1-1 0 0,-1 0 1 0 0,1 0 0 0 0,-1 0-1 0 0,0 0 1 0 0,0 0 0 0 0,0-1-1 0 0,-4 4 1 0 0,-40 39 1652 0 0,34-34-1617 0 0,0-2 1 0 0,-1 1-1 0 0,-1-1 0 0 0,0-1 1 0 0,0 0-1 0 0,-15 5 0 0 0,19-10-794 0 0</inkml:trace>
</inkml:ink>
</file>

<file path=ppt/ink/ink1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30.0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 9218 0 0,'4'3'5357'0'0,"5"29"-4864"0"0,2 0 0 0 0,2 0 0 0 0,17 32 1 0 0,-30-62-522 0 0,1 0 0 0 0,0-1 0 0 0,0 1 1 0 0,0 0-1 0 0,0-1 0 0 0,0 1 0 0 0,0 0 1 0 0,0-1-1 0 0,1 1 0 0 0,-1-1 0 0 0,1 0 1 0 0,-1 1-1 0 0,1-1 0 0 0,-1 0 0 0 0,1 0 1 0 0,-1 0-1 0 0,1 0 0 0 0,0 0 0 0 0,0-1 1 0 0,0 1-1 0 0,-1 0 0 0 0,1-1 0 0 0,0 1 1 0 0,0-1-1 0 0,0 0 0 0 0,0 0 0 0 0,0 0 1 0 0,0 0-1 0 0,0 0 0 0 0,0 0 0 0 0,0 0 1 0 0,0 0-1 0 0,-1-1 0 0 0,1 1 0 0 0,0-1 1 0 0,0 0-1 0 0,0 1 0 0 0,0-1 0 0 0,-1 0 1 0 0,1 0-1 0 0,0 0 0 0 0,-1 0 0 0 0,1 0 1 0 0,-1-1-1 0 0,1 1 0 0 0,1-2 0 0 0,3-3-117 0 0,1-1 0 0 0,-2 1 1 0 0,1-1-1 0 0,-1 0 0 0 0,0-1 0 0 0,0 1 0 0 0,-1-1 0 0 0,7-16 0 0 0,9-54-15 0 0,-14 56 5069 0 0,-7 30-4820 0 0,1 1 0 0 0,1-1 0 0 0,0 1-1 0 0,0-1 1 0 0,0 1 0 0 0,1-1 0 0 0,0 0 0 0 0,1 0 0 0 0,0 0 0 0 0,0 0-1 0 0,1 0 1 0 0,0-1 0 0 0,0 1 0 0 0,0-1 0 0 0,1 0 0 0 0,0-1-1 0 0,1 1 1 0 0,0-1 0 0 0,0 0 0 0 0,0 0 0 0 0,1-1 0 0 0,-1 1 0 0 0,9 3-1 0 0,39 18-2557 0 0,-42-23 1258 0 0</inkml:trace>
</inkml:ink>
</file>

<file path=ppt/ink/ink1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36.1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52 11867 0 0,'-1'-5'466'0'0,"1"0"1"0"0,-1 0 0 0 0,1 0 0 0 0,0 0 0 0 0,0 0 0 0 0,0 0 0 0 0,0 0 0 0 0,2-6 0 0 0,-1 11-409 0 0,-1-1 0 0 0,1 1 0 0 0,-1 0 0 0 0,0 0 0 0 0,1 0 0 0 0,-1 0-1 0 0,0 0 1 0 0,1 0 0 0 0,-1 0 0 0 0,0 0 0 0 0,1 0 0 0 0,-1 1 0 0 0,1-1 0 0 0,-1 0 0 0 0,0 0 0 0 0,1 0 0 0 0,-1 0 0 0 0,0 0 0 0 0,1 1 0 0 0,-1-1 0 0 0,0 0 0 0 0,0 0 0 0 0,1 1 0 0 0,-1-1 0 0 0,0 0 0 0 0,0 0 0 0 0,1 1 0 0 0,-1-1 0 0 0,0 0-1 0 0,0 1 1 0 0,0-1 0 0 0,1 0 0 0 0,-1 1 0 0 0,0-1 0 0 0,0 0 0 0 0,0 1 0 0 0,0-1 0 0 0,0 0 0 0 0,0 1 0 0 0,0-1 0 0 0,0 0 0 0 0,0 1 0 0 0,9 17 488 0 0,4 16-283 0 0,-1 0 0 0 0,-2 1 0 0 0,7 48 0 0 0,7 110-291 0 0,-22-174 11 0 0,9 144-260 0 0,-4-36-1877 0 0,2-43-2868 0 0,-2-37-445 0 0</inkml:trace>
</inkml:ink>
</file>

<file path=ppt/ink/ink1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36.8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36 142 4145 0 0,'-20'-55'2832'0'0,"16"42"-1145"0"0,1 0 0 0 0,0-1 0 0 0,1 0-1 0 0,-1-18 352 0 0,5 35-1756 0 0,0 1-1 0 0,0-1 1 0 0,0 1 0 0 0,0 0-1 0 0,-1 0 1 0 0,0 0 0 0 0,0 0-1 0 0,0 0 1 0 0,1 4 0 0 0,-1-5-110 0 0,40 196 453 0 0,8 31-638 0 0,-37-188 23 0 0,1 0 1 0 0,3-1-1 0 0,27 53 0 0 0,-42-91-61 0 0,1-1-1 0 0,-1 1 0 0 0,1 0 1 0 0,-1-1-1 0 0,1 0 1 0 0,0 1-1 0 0,0-1 1 0 0,0 0-1 0 0,0 0 0 0 0,0 0 1 0 0,1 0-1 0 0,-1 0 1 0 0,0-1-1 0 0,1 1 0 0 0,0-1 1 0 0,4 3-1 0 0,-5-4-85 0 0,1 0 1 0 0,0 0-1 0 0,0 0 0 0 0,-1 0 0 0 0,1 0 0 0 0,0 0 0 0 0,-1-1 1 0 0,1 1-1 0 0,0-1 0 0 0,-1 0 0 0 0,1 0 0 0 0,-1 0 0 0 0,1 0 1 0 0,-1 0-1 0 0,0-1 0 0 0,1 1 0 0 0,-1-1 0 0 0,4-3 0 0 0,26-20-2862 0 0,53-57 0 0 0,-63 58-785 0 0</inkml:trace>
</inkml:ink>
</file>

<file path=ppt/ink/ink1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37.1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17 168 10594 0 0,'-17'-1'4519'0'0,"17"1"-4482"0"0,24-16 3665 0 0,-12 9-3937 0 0,51-31 686 0 0,125-52 0 0 0,-155 74-462 0 0</inkml:trace>
</inkml:ink>
</file>

<file path=ppt/ink/ink1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37.5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59 62 6913 0 0,'-23'12'588'0'0,"-13"2"5287"0"0,58-34-3572 0 0,53-24 1758 0 0,-34 27-4156 0 0,0 11-5339 0 0</inkml:trace>
</inkml:ink>
</file>

<file path=ppt/ink/ink1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38.4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145 20 6913 0 0,'-1'-2'216'0'0,"0"1"0"0"0,0 0 0 0 0,0 0 0 0 0,0-1 0 0 0,0 1-1 0 0,0 0 1 0 0,0 0 0 0 0,0 0 0 0 0,0 0 0 0 0,0 0 0 0 0,-1 0 0 0 0,1 0-1 0 0,0 1 1 0 0,-1-1 0 0 0,1 0 0 0 0,-1 1 0 0 0,1-1 0 0 0,-1 1-1 0 0,1 0 1 0 0,-1-1 0 0 0,1 1 0 0 0,-1 0 0 0 0,1 0 0 0 0,-1 0-1 0 0,1 0 1 0 0,-3 0 0 0 0,1 1 215 0 0,-1-1 0 0 0,1 1 0 0 0,0 0 0 0 0,-1-1 0 0 0,1 2 0 0 0,0-1 0 0 0,0 0 0 0 0,0 1 0 0 0,0-1 0 0 0,-4 4 0 0 0,2 0-166 0 0,0 0 0 0 0,0 1 0 0 0,0 0 0 0 0,1 0 0 0 0,0 0 0 0 0,0 0 0 0 0,0 1 0 0 0,1-1 0 0 0,0 1 0 0 0,1 0 0 0 0,-3 10 0 0 0,-1 4 27 0 0,1 0 1 0 0,-3 35-1 0 0,8-46-244 0 0,-1-1 0 0 0,1 1 0 0 0,1 0 0 0 0,0-1 0 0 0,1 1 0 0 0,-1-1-1 0 0,2 0 1 0 0,-1 1 0 0 0,1-1 0 0 0,1 0 0 0 0,0-1 0 0 0,0 1 0 0 0,0 0-1 0 0,1-1 1 0 0,1 0 0 0 0,9 11 0 0 0,-11-14-83 0 0,1-1 1 0 0,-1 1-1 0 0,1-1 0 0 0,1 0 0 0 0,-1 0 0 0 0,1-1 1 0 0,-1 1-1 0 0,1-1 0 0 0,0 0 0 0 0,0-1 0 0 0,0 0 1 0 0,1 0-1 0 0,-1 0 0 0 0,1 0 0 0 0,-1-1 0 0 0,1 0 1 0 0,-1-1-1 0 0,1 1 0 0 0,-1-1 0 0 0,1-1 0 0 0,-1 1 1 0 0,1-1-1 0 0,0 0 0 0 0,11-4 0 0 0,18-8-1518 0 0,-19 4 259 0 0</inkml:trace>
</inkml:ink>
</file>

<file path=ppt/ink/ink1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38.8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78 46 920 0 0,'-1'-2'246'0'0,"1"1"1"0"0,-1 0-1 0 0,0-1 0 0 0,1 1 1 0 0,-1 0-1 0 0,0-1 0 0 0,0 1 0 0 0,0 0 1 0 0,0 0-1 0 0,0 0 0 0 0,0 0 0 0 0,0 0 1 0 0,-1 0-1 0 0,1 0 0 0 0,0 0 0 0 0,-1 0 1 0 0,1 0-1 0 0,0 1 0 0 0,-1-1 1 0 0,1 1-1 0 0,-1-1 0 0 0,1 1 0 0 0,-1-1 1 0 0,-1 1-1 0 0,1-1 46 0 0,0 1 0 0 0,1-1-1 0 0,-1 1 1 0 0,0-1 0 0 0,1 1 0 0 0,-1 0 0 0 0,0 0 0 0 0,0 0 0 0 0,1 0-1 0 0,-1 0 1 0 0,0 0 0 0 0,0 0 0 0 0,1 1 0 0 0,-1-1 0 0 0,0 1 0 0 0,0-1-1 0 0,1 1 1 0 0,-1 0 0 0 0,1-1 0 0 0,-1 1 0 0 0,1 0 0 0 0,-3 2 0 0 0,3-1 26 0 0,0 0 1 0 0,0 0-1 0 0,0 1 1 0 0,1-1-1 0 0,-1 1 1 0 0,1-1 0 0 0,-1 0-1 0 0,1 1 1 0 0,0-1-1 0 0,0 1 1 0 0,0-1-1 0 0,1 5 1 0 0,5 35 448 0 0,-4-34-422 0 0,0 8-156 0 0,2-1 0 0 0,0 1 0 0 0,0-1 0 0 0,1 0-1 0 0,10 19 1 0 0,-14-32-178 0 0,0 1 0 0 0,0-1 0 0 0,1 0 0 0 0,-1 0 0 0 0,1 0 0 0 0,-1 0 0 0 0,1 0 0 0 0,0 0 0 0 0,0 0 0 0 0,0 0 0 0 0,0-1 0 0 0,0 1 0 0 0,0-1 0 0 0,0 1 0 0 0,1-1 0 0 0,-1 0 0 0 0,0 0 0 0 0,1 0 0 0 0,-1 0-1 0 0,1 0 1 0 0,-1-1 0 0 0,1 1 0 0 0,-1-1 0 0 0,1 1 0 0 0,0-1 0 0 0,-1 0 0 0 0,1 0 0 0 0,-1 0 0 0 0,1-1 0 0 0,0 1 0 0 0,-1-1 0 0 0,1 1 0 0 0,-1-1 0 0 0,1 0 0 0 0,-1 0 0 0 0,0 0 0 0 0,1 0 0 0 0,-1 0 0 0 0,0 0 0 0 0,0-1-1 0 0,3-2 1 0 0,1 0-14 0 0,1 0 0 0 0,-1 0 0 0 0,-1-1 0 0 0,1 0-1 0 0,-1-1 1 0 0,0 1 0 0 0,0-1 0 0 0,-1 0-1 0 0,1 0 1 0 0,-1 0 0 0 0,-1-1 0 0 0,1 1 0 0 0,-1-1-1 0 0,0 0 1 0 0,-1 0 0 0 0,1 0 0 0 0,1-10-1 0 0,-4 13 1 0 0,1-1 0 0 0,-1 1-1 0 0,0-1 1 0 0,0 1-1 0 0,0-1 1 0 0,-1 1 0 0 0,0-1-1 0 0,0 1 1 0 0,0-1-1 0 0,0 1 1 0 0,0 0 0 0 0,-1-1-1 0 0,0 1 1 0 0,0 0-1 0 0,0 0 1 0 0,-1 0 0 0 0,1 0-1 0 0,-1 1 1 0 0,0-1-1 0 0,0 1 1 0 0,0 0 0 0 0,0-1-1 0 0,-1 1 1 0 0,1 1-1 0 0,-1-1 1 0 0,0 0 0 0 0,0 1-1 0 0,0 0 1 0 0,-5-2-1 0 0,3 1-642 0 0,-1 0 0 0 0,1 1 0 0 0,-1 0 0 0 0,0 0 0 0 0,0 1 0 0 0,-8-1 0 0 0,13 1 467 0 0,0 1 0 0 0,1 0 0 0 0,-1 0 0 0 0,1 0 0 0 0,-1 0 0 0 0,0 0 0 0 0,1 0-1 0 0,-1 0 1 0 0,1 1 0 0 0,-1-1 0 0 0,0 1 0 0 0,1-1 0 0 0,-1 1 0 0 0,1-1 0 0 0,-1 1 0 0 0,1 0 0 0 0,0 0 0 0 0,-1-1 0 0 0,1 1-1 0 0,0 0 1 0 0,-1 0 0 0 0,1 1 0 0 0,0-1 0 0 0,0 0 0 0 0,0 0 0 0 0,0 1 0 0 0,0-1 0 0 0,0 0 0 0 0,1 1 0 0 0,-1-1 0 0 0,-1 3 0 0 0,-1 6-2243 0 0</inkml:trace>
</inkml:ink>
</file>

<file path=ppt/ink/ink1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39.1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94 9218 0 0,'11'-3'630'0'0,"1"0"-1"0"0,-1 1 1 0 0,0 0-1 0 0,1 0 1 0 0,-1 2-1 0 0,1-1 1 0 0,12 2-1 0 0,-18 0-362 0 0,0 0 0 0 0,0 0 0 0 0,0 1-1 0 0,0 0 1 0 0,-1 0 0 0 0,1 0 0 0 0,-1 1 0 0 0,1 0-1 0 0,-1 0 1 0 0,0 0 0 0 0,0 1 0 0 0,0-1-1 0 0,0 1 1 0 0,-1 1 0 0 0,5 5 0 0 0,63 83 1920 0 0,-76-100-2010 0 0,0 0 0 0 0,1-1 1 0 0,0 1-1 0 0,0-1 0 0 0,0 1 1 0 0,1-1-1 0 0,0 0 0 0 0,0 0 1 0 0,1 0-1 0 0,0 0 0 0 0,1 0 1 0 0,0 0-1 0 0,1-15 0 0 0,8-20-2319 0 0,7 1-3449 0 0,-6 27-1066 0 0</inkml:trace>
</inkml:ink>
</file>

<file path=ppt/ink/ink1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39.6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1 114 6913 0 0,'0'-1'92'0'0,"0"0"0"0"0,1 1 0 0 0,-1-1 0 0 0,0 0 0 0 0,1 1 0 0 0,-1-1-1 0 0,1 1 1 0 0,-1-1 0 0 0,1 1 0 0 0,-1-1 0 0 0,1 1 0 0 0,-1-1 0 0 0,1 1-1 0 0,0-1 1 0 0,-1 1 0 0 0,1 0 0 0 0,-1-1 0 0 0,1 1 0 0 0,0 0-1 0 0,-1 0 1 0 0,1-1 0 0 0,0 1 0 0 0,0 0 0 0 0,-1 0 0 0 0,1 0 0 0 0,1 0-1 0 0,21-7 2185 0 0,-19 6-1960 0 0,1 1 0 0 0,-1 0 0 0 0,1 0 0 0 0,-1 1 0 0 0,1-1 0 0 0,-1 1 0 0 0,0 0 0 0 0,1 0-1 0 0,-1 0 1 0 0,0 1 0 0 0,0 0 0 0 0,0 0 0 0 0,0 0 0 0 0,0 0 0 0 0,0 0 0 0 0,0 1 0 0 0,-1-1 0 0 0,1 1 0 0 0,-1 0 0 0 0,4 5 0 0 0,8 8 84 0 0,-1 0 1 0 0,22 36-1 0 0,-24-35-143 0 0,3 18 1360 0 0,-15-34-1586 0 0,0-1 0 0 0,-1 0 0 0 0,1 0 0 0 0,0 0 0 0 0,0 0 0 0 0,0 0 0 0 0,0 0 0 0 0,0 0 0 0 0,0 0 0 0 0,0 0 0 0 0,0 0 0 0 0,1 0 0 0 0,-1 1 93 0 0,0-1-93 0 0,-11-19 885 0 0,8 13-842 0 0,0-1 0 0 0,1 1 0 0 0,0-1 0 0 0,0 0 0 0 0,0 1 0 0 0,1-1 0 0 0,0 0 0 0 0,0 0 0 0 0,1 0 0 0 0,0 0 0 0 0,0 0 0 0 0,1 0 0 0 0,-1 0 0 0 0,2 0 0 0 0,-1 1 0 0 0,5-14 0 0 0,-2 11-354 0 0,0-1 0 0 0,0 1-1 0 0,1 1 1 0 0,9-14 0 0 0,-6 12-1344 0 0,0 0 0 0 0,1 0 0 0 0,11-9 0 0 0,-2 5-5356 0 0</inkml:trace>
</inkml:ink>
</file>

<file path=ppt/ink/ink1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40.4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14 267 7370 0 0,'6'-1'741'0'0,"0"1"0"0"0,0-1 0 0 0,-1 0 0 0 0,1 0 1 0 0,0-1-1 0 0,-1 1 0 0 0,1-1 0 0 0,-1 0 1 0 0,6-4-1 0 0,-3 2-294 0 0,0-1 1 0 0,-1 0-1 0 0,0 0 1 0 0,0-1-1 0 0,10-11 1 0 0,-11 10-414 0 0,0 1 1 0 0,-1-1-1 0 0,0 0 0 0 0,0 0 1 0 0,-1-1-1 0 0,0 1 0 0 0,0-1 1 0 0,-1 0-1 0 0,0 0 0 0 0,0 0 1 0 0,-1 0-1 0 0,0-1 0 0 0,1-12 1 0 0,-3 16-25 0 0,0 0 0 0 0,0 0 1 0 0,0 0-1 0 0,-1 0 0 0 0,1 0 1 0 0,-1 0-1 0 0,-1 0 0 0 0,1 1 0 0 0,-1-1 1 0 0,0 0-1 0 0,-3-7 0 0 0,3 10 17 0 0,1 1 1 0 0,0-1-1 0 0,-1 0 0 0 0,1 1 0 0 0,-1-1 0 0 0,0 1 1 0 0,0-1-1 0 0,1 1 0 0 0,-1 0 0 0 0,0 0 0 0 0,0 0 1 0 0,0 0-1 0 0,0 0 0 0 0,0 0 0 0 0,-1 1 0 0 0,1-1 1 0 0,0 0-1 0 0,0 1 0 0 0,0 0 0 0 0,0 0 0 0 0,-1-1 1 0 0,1 1-1 0 0,0 1 0 0 0,0-1 0 0 0,-1 0 0 0 0,1 0 1 0 0,0 1-1 0 0,-3 0 0 0 0,0 0-6 0 0,-1 1-1 0 0,0-1 1 0 0,1 1 0 0 0,0 0-1 0 0,-1 0 1 0 0,1 1-1 0 0,0 0 1 0 0,0-1 0 0 0,0 2-1 0 0,0-1 1 0 0,1 1 0 0 0,0-1-1 0 0,-1 1 1 0 0,1 0-1 0 0,1 1 1 0 0,-1-1 0 0 0,0 1-1 0 0,1 0 1 0 0,0-1 0 0 0,0 1-1 0 0,1 1 1 0 0,-1-1-1 0 0,1 0 1 0 0,0 1 0 0 0,1-1-1 0 0,-1 1 1 0 0,1-1 0 0 0,0 1-1 0 0,0 0 1 0 0,1 0-1 0 0,0-1 1 0 0,0 1 0 0 0,0 0-1 0 0,1 0 1 0 0,0-1 0 0 0,0 1-1 0 0,0 0 1 0 0,1-1-1 0 0,-1 1 1 0 0,1-1 0 0 0,1 0-1 0 0,-1 1 1 0 0,1-1 0 0 0,6 8-1 0 0,-4-5-591 0 0,1 1-1 0 0,0-1 1 0 0,0-1 0 0 0,1 1-1 0 0,0-1 1 0 0,0 0-1 0 0,0-1 1 0 0,1 0 0 0 0,0 0-1 0 0,17 8 1 0 0,-3-4-5242 0 0</inkml:trace>
</inkml:ink>
</file>

<file path=ppt/ink/ink1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41.1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119 28 1840 0 0,'-1'-2'332'0'0,"0"1"-1"0"0,1-1 0 0 0,-1 1 1 0 0,0-1-1 0 0,0 1 0 0 0,0-1 1 0 0,0 1-1 0 0,0-1 0 0 0,0 1 1 0 0,0 0-1 0 0,0 0 0 0 0,-1-1 1 0 0,1 1-1 0 0,0 0 0 0 0,-1 0 1 0 0,1 0-1 0 0,-1 1 0 0 0,1-1 1 0 0,-1 0-1 0 0,0 1 0 0 0,1-1 1 0 0,-1 0-1 0 0,-1 1 1 0 0,1 0-57 0 0,0 0 0 0 0,0 1 0 0 0,0-1 0 0 0,0 1 1 0 0,0-1-1 0 0,0 1 0 0 0,0 0 0 0 0,1 0 0 0 0,-1-1 1 0 0,0 2-1 0 0,1-1 0 0 0,-1 0 0 0 0,1 0 0 0 0,-1 0 1 0 0,1 1-1 0 0,-3 2 0 0 0,-2 3 110 0 0,0 1 0 0 0,0 0 0 0 0,1 0 0 0 0,0 1 0 0 0,1 0 1 0 0,0-1-1 0 0,-3 11 0 0 0,3-6-117 0 0,1 1 0 0 0,1 0 1 0 0,0 1-1 0 0,1-1 0 0 0,0 0 1 0 0,3 26-1 0 0,-2-33-225 0 0,1 1 0 0 0,0-1 0 0 0,1 1 0 0 0,0-1 0 0 0,0 0 0 0 0,0 1 0 0 0,1-1 0 0 0,0 0 0 0 0,0-1 0 0 0,1 1 0 0 0,0 0 0 0 0,0-1 0 0 0,1 0 0 0 0,6 8 0 0 0,-8-12-81 0 0,-1 0-1 0 0,1 0 1 0 0,-1-1 0 0 0,1 1 0 0 0,0-1-1 0 0,-1 1 1 0 0,1-1 0 0 0,0 0 0 0 0,0 0-1 0 0,0 0 1 0 0,0-1 0 0 0,0 1 0 0 0,0-1-1 0 0,0 1 1 0 0,0-1 0 0 0,0 0 0 0 0,0 0-1 0 0,0 0 1 0 0,6-2 0 0 0,-2 0-425 0 0,0 0 1 0 0,0 0-1 0 0,0-1 1 0 0,0 0-1 0 0,-1 0 1 0 0,1-1-1 0 0,6-4 1 0 0,8-7-5314 0 0</inkml:trace>
</inkml:ink>
</file>

<file path=ppt/ink/ink1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41.4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106 99 4609 0 0,'-2'-9'542'0'0,"0"1"-1"0"0,0-1 1 0 0,0 0-1 0 0,-1 1 1 0 0,-7-15-1 0 0,9 20-199 0 0,0 1 0 0 0,0 0-1 0 0,0 0 1 0 0,-1 0 0 0 0,1 1-1 0 0,-1-1 1 0 0,1 0 0 0 0,-1 0-1 0 0,1 1 1 0 0,-1-1 0 0 0,0 1-1 0 0,0 0 1 0 0,0-1 0 0 0,0 1-1 0 0,0 0 1 0 0,0 0 0 0 0,0 0-1 0 0,0 0 1 0 0,0 0-1 0 0,0 1 1 0 0,-1-1 0 0 0,1 1-1 0 0,0 0 1 0 0,-1-1 0 0 0,1 1-1 0 0,0 0 1 0 0,0 0 0 0 0,-4 1-1 0 0,4-1-203 0 0,0 1 0 0 0,1 0 0 0 0,-1 0 0 0 0,0 0 0 0 0,1 0 0 0 0,-1 1 0 0 0,1-1 0 0 0,0 0 0 0 0,-1 1 0 0 0,1-1 0 0 0,0 1 0 0 0,0-1 0 0 0,0 1 0 0 0,0-1 0 0 0,0 1 0 0 0,0 0 0 0 0,0-1 0 0 0,0 1 0 0 0,1 0 0 0 0,-1 0 0 0 0,1 0 0 0 0,-1 0 0 0 0,1 0 0 0 0,0-1 0 0 0,0 1 0 0 0,0 0 0 0 0,0 0 0 0 0,0 2 0 0 0,3 57 533 0 0,-2-61-665 0 0,3 26 141 0 0,1-1 0 0 0,2 0 0 0 0,19 46 0 0 0,41 71 58 0 0,-23-53-174 0 0,-36-72-149 0 0,54 106-3279 0 0</inkml:trace>
</inkml:ink>
</file>

<file path=ppt/ink/ink1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41.5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7 171 7370 0 0,'-4'-7'656'0'0,"1"2"-528"0"0,3 1-128 0 0,9-7 3889 0 0,-2 5-2489 0 0,4-2-408 0 0,4-6-88 0 0,5 0-8 0 0,2-3-7 0 0,-1 2-761 0 0,1 0-128 0 0,2 1 0 0 0,0 0-104 0 0,2 1 104 0 0,-2-1 0 0 0</inkml:trace>
</inkml:ink>
</file>

<file path=ppt/ink/ink1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42.3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6 12899 0 0,'-9'-6'4620'0'0,"9"13"-2066"0"0,6 11-1727 0 0,4-4-619 0 0,0 0-1 0 0,1 0 1 0 0,1-1-1 0 0,0 0 1 0 0,23 18-1 0 0,-7-5-125 0 0,36 34 24 0 0,110 109-64 0 0,-140-132-103 0 0,-2 2 0 0 0,50 78 1 0 0,-65-87-16 0 0,-1 1 1 0 0,-2 1 0 0 0,-1 0-1 0 0,-1 1 1 0 0,-1 0-1 0 0,-3 1 1 0 0,10 67 0 0 0,-15-58-19 0 0,-1 1 1 0 0,-3-1-1 0 0,-1 1 1 0 0,-2-1-1 0 0,-19 84 0 0 0,-16 22 630 0 0,-100 254-1 0 0,79-278-30 0 0,52-110-415 0 0,-2 0 1 0 0,0-1 0 0 0,0 0 0 0 0,-1 0 0 0 0,-24 21 0 0 0,9-17 94 0 0,26-17-272 0 0,-1-1-1 0 0,0 1 0 0 0,0-1 0 0 0,0 1 0 0 0,0-1 0 0 0,0 0 0 0 0,0 1 0 0 0,0-1 0 0 0,0 0 0 0 0,0 0 0 0 0,0 1 0 0 0,1-1 0 0 0,-1 0 0 0 0,0 0 1 0 0,0 0-1 0 0,0 0 0 0 0,0-1 0 0 0,0 1 0 0 0,0 0 0 0 0,0 0 0 0 0,0 0 0 0 0,0-1 0 0 0,0 1 0 0 0,0 0 0 0 0,0-1 0 0 0,-2 0 0 0 0</inkml:trace>
</inkml:ink>
</file>

<file path=ppt/ink/ink1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43.9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5 251 1840 0 0,'-4'4'9181'0'0,"13"14"-7463"0"0,3 8-110 0 0,-10-21-1528 0 0,0-1-1 0 0,0 1 1 0 0,1 0-1 0 0,0-1 1 0 0,0 0 0 0 0,0 1-1 0 0,0-1 1 0 0,1 0-1 0 0,-1-1 1 0 0,1 1 0 0 0,0-1-1 0 0,0 0 1 0 0,0 1-1 0 0,1-2 1 0 0,-1 1 0 0 0,10 4-1 0 0,5 0 598 0 0,1 1 0 0 0,39 7-1 0 0,-37-10 595 0 0,-21-4-1201 0 0,1-1 0 0 0,0 0-1 0 0,0 0 1 0 0,0 1-1 0 0,-1-1 1 0 0,1 0 0 0 0,0-1-1 0 0,0 1 1 0 0,0 0-1 0 0,-1 0 1 0 0,1-1 0 0 0,0 1-1 0 0,0-1 1 0 0,-1 0 0 0 0,1 1-1 0 0,-1-1 1 0 0,1 0-1 0 0,0 0 1 0 0,-1 0 0 0 0,0 0-1 0 0,1 0 1 0 0,-1-1-1 0 0,0 1 1 0 0,1 0 0 0 0,0-3-1 0 0,4-3 182 0 0,-1-1 1 0 0,0 0-1 0 0,-1 0 0 0 0,4-9 0 0 0,9-15 320 0 0,13-9-539 0 0,2 2-1 0 0,2 1 0 0 0,1 2 1 0 0,1 1-1 0 0,82-59 0 0 0,-96 81-1744 0 0,0 2-5877 0 0</inkml:trace>
</inkml:ink>
</file>

<file path=ppt/ink/ink1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4:44.8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57 432 1840 0 0,'-24'-2'1278'0'0,"0"0"517"0"0,23 1-1718 0 0,1 1 0 0 0,-1 0 0 0 0,1-1 0 0 0,-1 1 0 0 0,1-1-1 0 0,-1 1 1 0 0,1-1 0 0 0,-1 1 0 0 0,1-1 0 0 0,-1 0 0 0 0,1 1 0 0 0,0-1-1 0 0,-1 1 1 0 0,1-1 0 0 0,0 0 0 0 0,0 1 0 0 0,-1-1 0 0 0,1 0 0 0 0,0 1-1 0 0,0-1 1 0 0,0 0 0 0 0,0 0 0 0 0,0 1 0 0 0,0-1 0 0 0,0 0 0 0 0,0 1-1 0 0,0-1 1 0 0,0 0 0 0 0,1 1 0 0 0,-1-1 0 0 0,0 0 0 0 0,1 0 0 0 0,0-6 632 0 0,1 0 1 0 0,0 0 0 0 0,1 0 0 0 0,-1 1-1 0 0,1-1 1 0 0,1 1 0 0 0,-1 0-1 0 0,1-1 1 0 0,0 2 0 0 0,0-1 0 0 0,1 0-1 0 0,8-7 1 0 0,-10 11-550 0 0,1-1 0 0 0,-1 1 0 0 0,1-1 0 0 0,-1 1 0 0 0,1 0 0 0 0,0 1-1 0 0,0-1 1 0 0,0 1 0 0 0,0 0 0 0 0,0 0 0 0 0,0 0 0 0 0,0 0 0 0 0,0 0 0 0 0,0 1 0 0 0,0 0 0 0 0,1 0-1 0 0,-1 0 1 0 0,0 1 0 0 0,0-1 0 0 0,0 1 0 0 0,0 0 0 0 0,0 0 0 0 0,5 2 0 0 0,0 1-97 0 0,1 1 0 0 0,-1 0 1 0 0,-1 1-1 0 0,1-1 0 0 0,-1 2 1 0 0,0-1-1 0 0,0 1 0 0 0,0 0 1 0 0,-1 1-1 0 0,-1 0 0 0 0,1 0 1 0 0,5 10-1 0 0,-3-5-65 0 0,-1 1 0 0 0,-1 0 0 0 0,0 0 1 0 0,-1 0-1 0 0,0 1 0 0 0,-1 0 0 0 0,4 22 0 0 0,-9-33 54 0 0,0 1 0 0 0,0-1 0 0 0,0 0 0 0 0,-1 1 0 0 0,1-1 1 0 0,-1 0-1 0 0,0 0 0 0 0,0 1 0 0 0,0-1 0 0 0,-1 0 0 0 0,0 0 0 0 0,1 0 0 0 0,-1 0 0 0 0,-1-1 0 0 0,1 1 1 0 0,-1-1-1 0 0,1 1 0 0 0,-1-1 0 0 0,0 0 0 0 0,0 0 0 0 0,0 0 0 0 0,-1 0 0 0 0,1 0 0 0 0,-1-1 0 0 0,1 0 1 0 0,-1 1-1 0 0,0-1 0 0 0,0-1 0 0 0,-4 2 0 0 0,37-46 291 0 0,79-106-305 0 0,50-66 1113 0 0,-72 114-3154 0 0,10 7-3582 0 0,-59 62-1650 0 0</inkml:trace>
</inkml:ink>
</file>

<file path=ppt/ink/ink1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49.90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63 415 3225 0 0,'-7'-7'790'0'0,"1"0"0"0"0,0-1 0 0 0,0 1 1 0 0,0-1-1 0 0,1 0 0 0 0,1-1 0 0 0,-1 1 1 0 0,1-1-1 0 0,1 0 0 0 0,-5-16 0 0 0,8 25-686 0 0,0 0-1 0 0,-1 0 1 0 0,1-1 0 0 0,0 1-1 0 0,0 0 1 0 0,-1-1 0 0 0,1 1-1 0 0,0-1 1 0 0,0 1-1 0 0,0 0 1 0 0,0-1 0 0 0,0 1-1 0 0,0-1 1 0 0,-1 1-1 0 0,1 0 1 0 0,0-1 0 0 0,0 1-1 0 0,0 0 1 0 0,0-1 0 0 0,0 1-1 0 0,1-1 1 0 0,-1 1-1 0 0,0 0 1 0 0,0-1 0 0 0,0 1-1 0 0,0-1 1 0 0,0 1 0 0 0,0 0-1 0 0,1-1 1 0 0,-1 1-1 0 0,0 0 1 0 0,0-1 0 0 0,1 1-1 0 0,-1 0 1 0 0,0-1-1 0 0,0 1 1 0 0,1 0 0 0 0,-1 0-1 0 0,0-1 1 0 0,1 1 0 0 0,-1 0-1 0 0,1 0 1 0 0,17 9 1399 0 0,18 24-1040 0 0,-22-19-316 0 0,99 111 193 0 0,-92-100-406 0 0,-2 2 0 0 0,-1 0 0 0 0,17 34 1 0 0,-37-71 742 0 0,1 0 0 0 0,-1 1 1 0 0,1-1-1 0 0,1-17 1 0 0,-1 4-247 0 0,2-19-372 0 0,1-1 0 0 0,2 1 0 0 0,2-1 0 0 0,2 1 0 0 0,2 1 1 0 0,1 0-1 0 0,3 0 0 0 0,27-58 0 0 0,-36 87-421 0 0,1 1 1 0 0,0 0-1 0 0,1 0 0 0 0,0 1 1 0 0,11-12-1 0 0,-2 6-1097 0 0</inkml:trace>
</inkml:ink>
</file>

<file path=ppt/ink/ink1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0.24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39 452 8754 0 0,'44'-62'4722'0'0,"-25"36"-3198"0"0,0-1 0 0 0,-2-1-1 0 0,25-53 1 0 0,-36 64-1414 0 0,0 0-1 0 0,-1 0 1 0 0,5-34 0 0 0,-9 44-101 0 0,0 0 0 0 0,-1 0-1 0 0,0 1 1 0 0,0-1 0 0 0,-1 0-1 0 0,1 0 1 0 0,-1 1 0 0 0,-1-1 0 0 0,1 0-1 0 0,-1 1 1 0 0,-1-1 0 0 0,1 1 0 0 0,-5-9-1 0 0,5 13-11 0 0,1 0 0 0 0,0 1 0 0 0,0-1 0 0 0,-1 0-1 0 0,1 1 1 0 0,-1 0 0 0 0,1-1 0 0 0,-1 1 0 0 0,0 0 0 0 0,1 0-1 0 0,-1 0 1 0 0,0 0 0 0 0,0 0 0 0 0,0 0 0 0 0,0 0 0 0 0,0 1-1 0 0,0-1 1 0 0,-4 0 0 0 0,2 1-15 0 0,0 0 0 0 0,0 0 1 0 0,0 0-1 0 0,0 1 0 0 0,0-1 0 0 0,0 1 0 0 0,1 0 0 0 0,-1 0 1 0 0,-5 2-1 0 0,-1 2-76 0 0,1-1 1 0 0,0 1 0 0 0,1 1 0 0 0,-1-1 0 0 0,1 2 0 0 0,-14 12-1 0 0,19-15 104 0 0,-1-1 0 0 0,1 0-1 0 0,0 1 1 0 0,1 0 0 0 0,-1 0-1 0 0,1 0 1 0 0,-1 0 0 0 0,1 0-1 0 0,0 0 1 0 0,1 0 0 0 0,-1 1-1 0 0,1-1 1 0 0,0 1 0 0 0,0-1-1 0 0,0 1 1 0 0,1 0 0 0 0,-1-1-1 0 0,1 1 1 0 0,0 0 0 0 0,0-1-1 0 0,1 1 1 0 0,0-1 0 0 0,0 1-1 0 0,0 0 1 0 0,0-1 0 0 0,0 0-1 0 0,1 1 1 0 0,0-1 0 0 0,0 0-1 0 0,0 0 1 0 0,1 0 0 0 0,-1 0-1 0 0,1 0 1 0 0,0 0 0 0 0,0-1-1 0 0,4 4 1 0 0,1 2-187 0 0,1-1 0 0 0,0 0 1 0 0,0-1-1 0 0,1 0 0 0 0,0 0 0 0 0,0-1 0 0 0,17 7 0 0 0,-17-9-696 0 0,0 0 0 0 0,0-1-1 0 0,0 0 1 0 0,17 3 0 0 0,1-4-5063 0 0</inkml:trace>
</inkml:ink>
</file>

<file path=ppt/ink/ink1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0.74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247 46 5065 0 0,'0'-1'125'0'0,"0"0"1"0"0,0 1-1 0 0,1-1 0 0 0,-1 0 1 0 0,0 0-1 0 0,0 1 0 0 0,0-1 1 0 0,0 0-1 0 0,0 1 0 0 0,0-1 0 0 0,0 0 1 0 0,0 0-1 0 0,0 1 0 0 0,0-1 1 0 0,0 0-1 0 0,0 1 0 0 0,0-1 1 0 0,-1 0-1 0 0,1 0 0 0 0,0 1 0 0 0,0-1 1 0 0,-1 1-1 0 0,1-1 0 0 0,-1 0 1 0 0,1 1-1 0 0,0-1 0 0 0,-1 1 1 0 0,1-1-1 0 0,-1 1 0 0 0,0-1 1 0 0,1 1-1 0 0,-1-1 0 0 0,1 1 0 0 0,-1-1 1 0 0,0 1-1 0 0,1 0 0 0 0,-1-1 1 0 0,0 1-1 0 0,1 0 0 0 0,-1 0 1 0 0,0 0-1 0 0,1-1 0 0 0,-1 1 0 0 0,0 0 1 0 0,0 0-1 0 0,1 0 0 0 0,-1 0 1 0 0,0 0-1 0 0,-1 1 0 0 0,-2-2 268 0 0,1 1-1 0 0,-1 0 0 0 0,0 0 1 0 0,0 0-1 0 0,0 0 1 0 0,0 1-1 0 0,0-1 0 0 0,-5 3 1 0 0,-5 4 45 0 0,0 1 0 0 0,1 0 1 0 0,1 1-1 0 0,-1 1 0 0 0,2 0 1 0 0,-1 0-1 0 0,-10 13 0 0 0,11-11-551 0 0,1 1 0 0 0,0 0 0 0 0,1 0-1 0 0,1 1 1 0 0,0 0 0 0 0,-10 26 0 0 0,18-40 50 0 0,-1 1 0 0 0,1 0 0 0 0,-1-1 1 0 0,1 1-1 0 0,0 0 0 0 0,0 0 0 0 0,0-1 1 0 0,-1 1-1 0 0,1 0 0 0 0,0 0 0 0 0,0 0 1 0 0,0-1-1 0 0,0 1 0 0 0,0 0 0 0 0,0 0 0 0 0,0 0 1 0 0,0-1-1 0 0,1 1 0 0 0,-1 0 0 0 0,0 0 1 0 0,0-1-1 0 0,1 1 0 0 0,-1 0 0 0 0,1 0 1 0 0,-1-1-1 0 0,0 1 0 0 0,1 0 0 0 0,0 0-39 0 0,1-1 0 0 0,-1 1 0 0 0,0-1-1 0 0,0 1 1 0 0,0-1 0 0 0,0 0 0 0 0,0 0-1 0 0,1 0 1 0 0,-1 1 0 0 0,0-1 0 0 0,0 0-1 0 0,0-1 1 0 0,0 1 0 0 0,1 0 0 0 0,-1 0 0 0 0,1-1-1 0 0,46-16-2400 0 0,-47 17 2440 0 0,12-7-418 0 0,0-1-1 0 0,0 0 0 0 0,-1 0 1 0 0,0-1-1 0 0,-1-1 0 0 0,0 0 1 0 0,0 0-1 0 0,13-18 1 0 0,4-9 1425 0 0,39-63 4139 0 0,-64 111-3642 0 0,0 10-151 0 0,-2 15 213 0 0,-1-16-1003 0 0,1 0 0 0 0,4 26 0 0 0,-4-39-833 0 0,1-1 1 0 0,0 0-1 0 0,0 1 1 0 0,0-1-1 0 0,1 0 0 0 0,5 9 1 0 0</inkml:trace>
</inkml:ink>
</file>

<file path=ppt/ink/ink1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1.05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160 30 5065 0 0,'1'-1'95'0'0,"-1"0"0"0"0,0 0 1 0 0,1 0-1 0 0,-1 0 0 0 0,0 0 0 0 0,0 0 1 0 0,0 0-1 0 0,0 0 0 0 0,0 0 0 0 0,0 0 0 0 0,0 0 1 0 0,0 0-1 0 0,0 0 0 0 0,0 0 0 0 0,0 0 0 0 0,-1 1 1 0 0,1-1-1 0 0,0 0 0 0 0,-1 0 0 0 0,1 0 0 0 0,-1 0 1 0 0,1 0-1 0 0,-1 0 0 0 0,1 1 0 0 0,-1-1 0 0 0,0 0 1 0 0,1 0-1 0 0,-1 1 0 0 0,0-1 0 0 0,0 1 0 0 0,1-1 1 0 0,-1 0-1 0 0,-1 0 0 0 0,0 1 137 0 0,0 0 0 0 0,0 0-1 0 0,0 1 1 0 0,1-1 0 0 0,-1 0 0 0 0,0 1 0 0 0,0-1 0 0 0,0 1-1 0 0,1 0 1 0 0,-1-1 0 0 0,0 1 0 0 0,1 0 0 0 0,-1 0-1 0 0,1 0 1 0 0,-1 0 0 0 0,1 0 0 0 0,-3 3 0 0 0,-5 5 205 0 0,0 0 0 0 0,0 1 0 0 0,1 0 0 0 0,0 1 0 0 0,1 0 1 0 0,0 0-1 0 0,-8 19 0 0 0,5-8-402 0 0,1 1 0 0 0,1 0 0 0 0,-5 27-1 0 0,12-47-38 0 0,0 1 0 0 0,0-1 0 0 0,0 1 0 0 0,1 0 0 0 0,0-1 0 0 0,0 1 0 0 0,0 0 0 0 0,0-1 0 0 0,1 1 0 0 0,-1-1 0 0 0,1 1 0 0 0,0 0 0 0 0,0-1 0 0 0,0 0 0 0 0,0 1-1 0 0,1-1 1 0 0,0 0 0 0 0,-1 1 0 0 0,1-1 0 0 0,0 0 0 0 0,4 4 0 0 0,-2-4-9 0 0,-1 0 0 0 0,1-1 1 0 0,0 1-1 0 0,0-1 0 0 0,0 0 0 0 0,0 0 0 0 0,0 0 1 0 0,0-1-1 0 0,0 1 0 0 0,1-1 0 0 0,-1 0 0 0 0,0-1 0 0 0,1 1 1 0 0,-1-1-1 0 0,1 0 0 0 0,-1 0 0 0 0,7 0 0 0 0,58-11-94 0 0,-54 8 87 0 0,0 0-1 0 0,-1 1 0 0 0,1 1 0 0 0,0 0 1 0 0,0 1-1 0 0,15 2 0 0 0,-29-2 38 0 0,0 0-1 0 0,0 0 1 0 0,1 0-1 0 0,-1 0 0 0 0,0 1 1 0 0,0-1-1 0 0,0 0 1 0 0,0 1-1 0 0,0-1 0 0 0,0 1 1 0 0,1-1-1 0 0,-1 1 1 0 0,0-1-1 0 0,-1 1 0 0 0,1 0 1 0 0,0 0-1 0 0,0-1 1 0 0,0 1-1 0 0,0 0 0 0 0,0 0 1 0 0,-1 0-1 0 0,1 0 1 0 0,0 0-1 0 0,-1 0 0 0 0,1 0 1 0 0,0 1-1 0 0,-1 0 50 0 0,0 0 1 0 0,0 0-1 0 0,0 0 0 0 0,0 0 0 0 0,-1-1 0 0 0,1 1 0 0 0,0 0 1 0 0,-1 0-1 0 0,1 0 0 0 0,-1 0 0 0 0,0-1 0 0 0,0 1 1 0 0,1 0-1 0 0,-3 2 0 0 0,-5 7 340 0 0,-1 0 0 0 0,1 0 0 0 0,-16 14 0 0 0,20-22-389 0 0,-29 27-705 0 0,10-11-3988 0 0,6-5-1022 0 0</inkml:trace>
</inkml:ink>
</file>

<file path=ppt/ink/ink1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1.39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157 1 9218 0 0,'-17'27'2518'0'0,"-31"34"0"0"0,29-38-716 0 0,-26 41 0 0 0,42-60-1679 0 0,-1 3 53 0 0,0 0-1 0 0,1 0 1 0 0,-1 0-1 0 0,1 0 1 0 0,-2 10-1 0 0,4-16-167 0 0,1 0 0 0 0,0 0 0 0 0,0 0-1 0 0,0 0 1 0 0,0 0 0 0 0,-1 0 0 0 0,2 0-1 0 0,-1 0 1 0 0,0 0 0 0 0,0 1 0 0 0,0-1-1 0 0,0 0 1 0 0,1 0 0 0 0,-1 0 0 0 0,1 0-1 0 0,-1 0 1 0 0,0 0 0 0 0,1 0 0 0 0,0 0-1 0 0,-1-1 1 0 0,1 1 0 0 0,0 0 0 0 0,-1 0-1 0 0,1 0 1 0 0,0 0 0 0 0,0-1 0 0 0,-1 1-1 0 0,1 0 1 0 0,0-1 0 0 0,0 1 0 0 0,0-1-1 0 0,0 1 1 0 0,0-1 0 0 0,0 1 0 0 0,0-1-1 0 0,0 0 1 0 0,0 0 0 0 0,0 1 0 0 0,1-1-1 0 0,-1 0 1 0 0,0 0 0 0 0,0 0 0 0 0,0 0-1 0 0,0 0 1 0 0,2-1 0 0 0,10 1-120 0 0,0-1 0 0 0,1-1 0 0 0,-1 0 0 0 0,0-1 0 0 0,24-8 1 0 0,33-7-357 0 0,-61 17 409 0 0,1 0-1 0 0,-1 1 1 0 0,1 0 0 0 0,-1 0 0 0 0,1 1-1 0 0,-1 0 1 0 0,1 1 0 0 0,-1 0 0 0 0,0 1-1 0 0,0 0 1 0 0,0 0 0 0 0,15 8-1 0 0,-20-9 98 0 0,-1 0-1 0 0,0 0 0 0 0,0 1 0 0 0,0-1 0 0 0,0 1 0 0 0,0-1 0 0 0,-1 1 1 0 0,1 0-1 0 0,-1 0 0 0 0,0 0 0 0 0,0 0 0 0 0,0 0 0 0 0,0 1 0 0 0,0-1 1 0 0,-1 1-1 0 0,0-1 0 0 0,1 1 0 0 0,-1-1 0 0 0,-1 1 0 0 0,1 0 0 0 0,0 0 1 0 0,-1-1-1 0 0,0 1 0 0 0,0 0 0 0 0,0 0 0 0 0,0-1 0 0 0,-1 1 0 0 0,1 0 0 0 0,-1 0 1 0 0,0-1-1 0 0,0 1 0 0 0,0 0 0 0 0,-1-1 0 0 0,-3 7 0 0 0,-5 8 52 0 0,-1 0 0 0 0,0 0-1 0 0,-2-1 1 0 0,0-1 0 0 0,-1 0-1 0 0,0-1 1 0 0,-22 17 0 0 0,17-14-864 0 0</inkml:trace>
</inkml:ink>
</file>

<file path=ppt/ink/ink1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1.59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6 6913 0 0,'29'-5'675'0'0,"9"4"5114"0"0,-34 2-5189 0 0,-1 0 0 0 0,0 0 0 0 0,0 0-1 0 0,1 0 1 0 0,-1 0 0 0 0,0 1 0 0 0,0-1 0 0 0,0 1 0 0 0,2 2-1 0 0,17 17 449 0 0,-11-3-684 0 0,0 1 0 0 0,-1 0 0 0 0,0 1-1 0 0,-2 0 1 0 0,9 34 0 0 0,-3-15-668 0 0,-11-28 154 0 0,16 36-1711 0 0,-17-44 1339 0 0,0 0 1 0 0,-1 0-1 0 0,1 0 1 0 0,0 0 0 0 0,0-1-1 0 0,1 1 1 0 0,-1-1-1 0 0,0 1 1 0 0,1-1-1 0 0,0 0 1 0 0,-1 0 0 0 0,4 2-1 0 0,7 1-2100 0 0</inkml:trace>
</inkml:ink>
</file>

<file path=ppt/ink/ink1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1.74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 10 12899 0 0,'-7'-4'576'0'0,"5"1"112"0"0,0 2-552 0 0,2 0-136 0 0,2 2-80 0 0,-1 0-48 0 0,2 4 0 0 0,4 9-2377 0 0,3 2-471 0 0,2 5-97 0 0</inkml:trace>
</inkml:ink>
</file>

<file path=ppt/ink/ink1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2.29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143 27 6913 0 0,'-7'1'350'0'0,"1"0"-1"0"0,-1 0 1 0 0,1 1-1 0 0,0-1 1 0 0,-1 1-1 0 0,1 1 0 0 0,0-1 1 0 0,0 1-1 0 0,0 0 1 0 0,1 0-1 0 0,-1 1 1 0 0,1 0-1 0 0,0 0 0 0 0,-6 5 1 0 0,7-5-129 0 0,0 0 0 0 0,0 0 1 0 0,0 0-1 0 0,0 1 0 0 0,1-1 1 0 0,0 1-1 0 0,0 0 0 0 0,0 0 0 0 0,0 0 1 0 0,1 0-1 0 0,0 1 0 0 0,0-1 1 0 0,0 0-1 0 0,1 1 0 0 0,-1 0 0 0 0,1 7 1 0 0,0-12-260 0 0,1-1 0 0 0,0 1 0 0 0,0 0 0 0 0,0-1 0 0 0,0 1 1 0 0,0 0-1 0 0,0-1 0 0 0,0 1 0 0 0,1 0 0 0 0,-1-1 0 0 0,0 1 0 0 0,0-1 0 0 0,0 1 1 0 0,1 0-1 0 0,-1-1 0 0 0,0 1 0 0 0,1-1 0 0 0,-1 1 0 0 0,0-1 0 0 0,1 1 0 0 0,-1-1 1 0 0,1 1-1 0 0,-1-1 0 0 0,1 1 0 0 0,-1-1 0 0 0,1 0 0 0 0,-1 1 0 0 0,1-1 1 0 0,0 1-1 0 0,1-1-34 0 0,-1 0 0 0 0,0 0 1 0 0,1 0-1 0 0,-1 0 0 0 0,0 0 1 0 0,1 0-1 0 0,-1-1 0 0 0,0 1 0 0 0,1 0 1 0 0,-1-1-1 0 0,0 1 0 0 0,0-1 1 0 0,2 0-1 0 0,35-24-820 0 0,-37 25 898 0 0,56-56 802 0 0,-49 46-528 0 0,0 0 0 0 0,1 1 0 0 0,0 0 0 0 0,1 1 0 0 0,0 0 0 0 0,0 0 0 0 0,0 1 0 0 0,1 1 0 0 0,19-9 1 0 0,-28 14-243 0 0,-1 1 0 0 0,1-1 1 0 0,0 1-1 0 0,-1 0 1 0 0,1-1-1 0 0,0 1 1 0 0,0 0-1 0 0,-1 0 1 0 0,1 0-1 0 0,0 0 1 0 0,-1 1-1 0 0,1-1 1 0 0,0 0-1 0 0,0 1 1 0 0,-1-1-1 0 0,1 1 1 0 0,-1-1-1 0 0,1 1 1 0 0,0 0-1 0 0,-1 0 1 0 0,3 2-1 0 0,-2-1 87 0 0,0 0-1 0 0,0 1 1 0 0,0-1 0 0 0,0 1-1 0 0,0-1 1 0 0,-1 1 0 0 0,1 0-1 0 0,-1 0 1 0 0,1 0-1 0 0,-1-1 1 0 0,1 5 0 0 0,1 9 443 0 0,0-1 0 0 0,-1 1 0 0 0,0 28 0 0 0,-2-39-549 0 0,1 13-451 0 0,-1-1 0 0 0,0 0 0 0 0,-2 0 0 0 0,0 0 0 0 0,0 0 1 0 0,-2-1-1 0 0,0 1 0 0 0,-1-1 0 0 0,-7 17 0 0 0,25-108 2 0 0,28-42 921 0 0,-34 98-58 0 0,2 1 1 0 0,0 1-1 0 0,1-1 1 0 0,15-19 0 0 0,-24 35-350 0 0,1 1 0 0 0,-1-1 0 0 0,0 0 1 0 0,1 1-1 0 0,-1-1 0 0 0,1 1 0 0 0,0 0 0 0 0,-1 0 1 0 0,1-1-1 0 0,0 1 0 0 0,0 0 0 0 0,-1 1 1 0 0,1-1-1 0 0,0 0 0 0 0,0 0 0 0 0,0 1 0 0 0,0-1 1 0 0,0 1-1 0 0,0 0 0 0 0,1-1 0 0 0,2 1 0 0 0,-2 1-2 0 0,0 0-1 0 0,0-1 0 0 0,1 1 1 0 0,-1 0-1 0 0,0 1 0 0 0,0-1 1 0 0,0 1-1 0 0,0-1 0 0 0,0 1 1 0 0,-1 0-1 0 0,1 0 0 0 0,3 3 1 0 0,5 5 22 0 0,-1 2 1 0 0,0-1 0 0 0,0 2 0 0 0,13 21 0 0 0,-23-33-121 0 0,13 19-105 0 0,-2 1 1 0 0,11 23-1 0 0,-11-4-3063 0 0,-10-31 2081 0 0</inkml:trace>
</inkml:ink>
</file>

<file path=ppt/ink/ink1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2.96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86 8290 0 0,'7'-8'574'0'0,"0"1"0"0"0,0 0 0 0 0,1 0 1 0 0,0 0-1 0 0,0 1 0 0 0,0 0 0 0 0,1 0 0 0 0,0 1 1 0 0,0 1-1 0 0,0-1 0 0 0,1 1 0 0 0,-1 1 0 0 0,1 0 1 0 0,0 0-1 0 0,17-2 0 0 0,-22 5-331 0 0,0 1-1 0 0,0 0 1 0 0,0-1-1 0 0,-1 2 0 0 0,1-1 1 0 0,0 0-1 0 0,0 1 1 0 0,-1 0-1 0 0,1 0 1 0 0,-1 0-1 0 0,0 1 1 0 0,0-1-1 0 0,0 1 1 0 0,0 0-1 0 0,0 1 1 0 0,0-1-1 0 0,-1 0 1 0 0,6 8-1 0 0,4 6 50 0 0,-1 1 0 0 0,-1 0 0 0 0,11 24 0 0 0,-13-24-686 0 0,1 1 1 0 0,13 17-1 0 0,4-6-1930 0 0</inkml:trace>
</inkml:ink>
</file>

<file path=ppt/ink/ink1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3.66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97 52 7546 0 0,'-3'0'147'0'0,"0"-1"1"0"0,0 1 0 0 0,0 0 0 0 0,0 1-1 0 0,0-1 1 0 0,0 1 0 0 0,0-1 0 0 0,1 1-1 0 0,-1 0 1 0 0,0 0 0 0 0,0 0 0 0 0,0 0-1 0 0,1 0 1 0 0,-1 1 0 0 0,1 0 0 0 0,-1-1-1 0 0,1 1 1 0 0,0 0 0 0 0,-1 0 0 0 0,1 0-1 0 0,0 0 1 0 0,0 0 0 0 0,1 1 0 0 0,-1-1-1 0 0,0 1 1 0 0,-2 4 0 0 0,0 0 267 0 0,1 0 1 0 0,-1 0-1 0 0,1 0 1 0 0,0 1-1 0 0,1-1 1 0 0,0 1-1 0 0,0 0 0 0 0,-1 15 1 0 0,3-16-231 0 0,0 1 0 0 0,0-1 0 0 0,0 0 0 0 0,1 0 0 0 0,0 0 0 0 0,1 1 1 0 0,0-1-1 0 0,0 0 0 0 0,0-1 0 0 0,1 1 0 0 0,0 0 0 0 0,5 8 0 0 0,-5-12-104 0 0,-1 1 0 0 0,1-1 0 0 0,1 1 0 0 0,-1-1 0 0 0,0 0 0 0 0,1 0 0 0 0,0-1 0 0 0,0 1 0 0 0,-1-1 0 0 0,1 1 0 0 0,1-1 0 0 0,-1 0 0 0 0,0-1-1 0 0,0 1 1 0 0,1-1 0 0 0,-1 0 0 0 0,1 0 0 0 0,-1 0 0 0 0,1-1 0 0 0,7 1 0 0 0,-6-1-84 0 0,1 0 0 0 0,0-1 0 0 0,0 1 0 0 0,0-1 0 0 0,-1 0 0 0 0,1-1 0 0 0,-1 1 0 0 0,1-2 0 0 0,-1 1 0 0 0,1-1 0 0 0,-1 1 0 0 0,0-2 0 0 0,0 1 0 0 0,-1-1 0 0 0,1 0 0 0 0,-1 0 0 0 0,1 0 0 0 0,-1-1 0 0 0,0 0 0 0 0,4-5 0 0 0,-4 3 16 0 0,0-1-1 0 0,-1 1 1 0 0,0-1 0 0 0,0 0 0 0 0,0 0-1 0 0,-1-1 1 0 0,0 1 0 0 0,-1-1 0 0 0,0 1-1 0 0,0-1 1 0 0,-1 0 0 0 0,0 0 0 0 0,-1 0-1 0 0,-1-16 1 0 0,1 13 124 0 0,-1 0 1 0 0,-1 0-1 0 0,0 1 0 0 0,-1-1 0 0 0,0 1 0 0 0,-7-17 0 0 0,15 45 462 0 0,-4-10-502 0 0,1 0 1 0 0,0 0 0 0 0,0-1 0 0 0,5 10-1 0 0,-3-10-66 0 0,0 0 1 0 0,1-1-1 0 0,0 1 0 0 0,0-1 0 0 0,0 0 0 0 0,0 0 0 0 0,1-1 0 0 0,0 0 1 0 0,0 0-1 0 0,0 0 0 0 0,1 0 0 0 0,-1-1 0 0 0,1 0 0 0 0,-1-1 1 0 0,1 0-1 0 0,13 3 0 0 0,-14-3-16 0 0,0-1 1 0 0,0-1-1 0 0,0 1 1 0 0,0-1-1 0 0,0 0 1 0 0,0 0-1 0 0,0 0 1 0 0,0-1-1 0 0,0 0 1 0 0,0 0-1 0 0,0-1 1 0 0,0 0-1 0 0,-1 0 1 0 0,1 0-1 0 0,-1 0 1 0 0,1-1-1 0 0,-1 0 1 0 0,0 0-1 0 0,0-1 1 0 0,7-5-1 0 0,-10 6 8 0 0,0 1-1 0 0,0 0 1 0 0,-1 0 0 0 0,1-1-1 0 0,-1 1 1 0 0,0-1 0 0 0,1 0-1 0 0,-1 1 1 0 0,0-1-1 0 0,-1 0 1 0 0,1 1 0 0 0,0-1-1 0 0,-1 0 1 0 0,1 0 0 0 0,-1-5-1 0 0,-6-45-1631 0 0,2 31-3371 0 0</inkml:trace>
</inkml:ink>
</file>

<file path=ppt/ink/ink1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4.07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1 247 7370 0 0,'1'2'119'0'0,"0"-1"1"0"0,1 1 0 0 0,-1-1-1 0 0,0 1 1 0 0,1-1 0 0 0,-1 0-1 0 0,1 0 1 0 0,-1 0 0 0 0,1 0-1 0 0,0 0 1 0 0,-1 0 0 0 0,1 0 0 0 0,0 0-1 0 0,0-1 1 0 0,0 1 0 0 0,0-1-1 0 0,0 1 1 0 0,-1-1 0 0 0,1 0-1 0 0,0 0 1 0 0,0 0 0 0 0,3 0-1 0 0,-2 0 95 0 0,0-1 0 0 0,1 0 0 0 0,-1-1 0 0 0,0 1 0 0 0,0 0 1 0 0,0-1-1 0 0,0 0 0 0 0,0 1 0 0 0,0-1 0 0 0,-1 0 0 0 0,5-5 0 0 0,2-2 283 0 0,-1 0 0 0 0,-1-1 0 0 0,1 1 1 0 0,-2-2-1 0 0,1 1 0 0 0,5-14 0 0 0,-6 10-47 0 0,-1-1-1 0 0,0 1 0 0 0,4-20 0 0 0,-8 29-321 0 0,0 1 1 0 0,-1-1 0 0 0,1 1 0 0 0,-1-1 0 0 0,0 0-1 0 0,0 1 1 0 0,0-1 0 0 0,0 1 0 0 0,-1-1 0 0 0,0 1-1 0 0,0-1 1 0 0,0 1 0 0 0,-1 0 0 0 0,0-1-1 0 0,-3-6 1 0 0,5 11-123 0 0,0 0 0 0 0,0-1 0 0 0,0 1 0 0 0,0 0 0 0 0,0-1-1 0 0,0 1 1 0 0,-1 0 0 0 0,1 0 0 0 0,0-1 0 0 0,0 1 0 0 0,0 0-1 0 0,0 0 1 0 0,-1-1 0 0 0,1 1 0 0 0,0 0 0 0 0,0 0 0 0 0,0 0-1 0 0,-1-1 1 0 0,1 1 0 0 0,0 0 0 0 0,0 0 0 0 0,-1 0 0 0 0,1 0 0 0 0,0 0-1 0 0,-1-1 1 0 0,1 1 0 0 0,0 0 0 0 0,0 0 0 0 0,-1 0 0 0 0,1 0-1 0 0,0 0 1 0 0,-1 0 0 0 0,1 0 0 0 0,0 0 0 0 0,-1 0 0 0 0,1 0 0 0 0,0 0-1 0 0,0 0 1 0 0,-1 0 0 0 0,1 0 0 0 0,0 1 0 0 0,-1-1 0 0 0,1 0-1 0 0,-4 16 149 0 0,6 21 11 0 0,-1-30-179 0 0,1-1 0 0 0,-1 1 0 0 0,1-1 0 0 0,1 1 0 0 0,-1-1 0 0 0,1 0 0 0 0,1 0 0 0 0,-1 0 0 0 0,1 0 0 0 0,0 0 0 0 0,0-1 0 0 0,0 0 0 0 0,1 0 0 0 0,0 0-1 0 0,0 0 1 0 0,0-1 0 0 0,9 6 0 0 0,-6-6-223 0 0,-1 0 0 0 0,1-1 0 0 0,0 0 0 0 0,0-1 0 0 0,0 1 0 0 0,0-1-1 0 0,1-1 1 0 0,-1 0 0 0 0,1 0 0 0 0,-1-1 0 0 0,1 0 0 0 0,-1 0 0 0 0,16-3 0 0 0,-17 2-88 0 0,0 0 0 0 0,0-1 0 0 0,0 0 0 0 0,0 0 0 0 0,0-1 0 0 0,-1 0 0 0 0,1 0 0 0 0,-1-1 0 0 0,1 1 0 0 0,-1-1 0 0 0,-1-1 0 0 0,1 1 0 0 0,0-1 0 0 0,-1 0 0 0 0,0 0 0 0 0,0-1 0 0 0,19 0 8371 0 0,-24 7-7837 0 0,20 29 2004 0 0,-6-7-1749 0 0,-8-16-507 0 0,-1-1 0 0 0,0-1-1 0 0,1 1 1 0 0,10 6-1 0 0,15 4-2887 0 0</inkml:trace>
</inkml:ink>
</file>

<file path=ppt/ink/ink1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4.23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22 5 11058 0 0,'-16'-5'6962'0'0,"14"11"-6426"0"0,-1 4-200 0 0,2 4-40 0 0,1 3-8 0 0,4 2-288 0 0,0-2 0 0 0</inkml:trace>
</inkml:ink>
</file>

<file path=ppt/ink/ink1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5.00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141 260 8754 0 0,'-7'3'685'0'0,"0"-1"1"0"0,0 1-1 0 0,0 0 0 0 0,1 0 1 0 0,-1 1-1 0 0,1-1 1 0 0,0 2-1 0 0,0-1 0 0 0,-6 6 1 0 0,0 2 215 0 0,0-1 0 0 0,-20 27 0 0 0,31-37-934 0 0,-1 1 1 0 0,1 0-1 0 0,0-1 1 0 0,0 1-1 0 0,-1 0 1 0 0,1 0-1 0 0,1 0 1 0 0,-1 0-1 0 0,0 0 1 0 0,0 0-1 0 0,1 0 1 0 0,-1 0 0 0 0,1 0-1 0 0,0 0 1 0 0,0 1-1 0 0,-1-1 1 0 0,1 0-1 0 0,1 3 1 0 0,0-4-42 0 0,-1 0 0 0 0,1 0 0 0 0,0 0 0 0 0,0 0 1 0 0,0 0-1 0 0,0 0 0 0 0,0 0 0 0 0,0 0 0 0 0,0-1 1 0 0,0 1-1 0 0,0 0 0 0 0,0-1 0 0 0,1 1 0 0 0,-1-1 0 0 0,0 1 1 0 0,0-1-1 0 0,1 0 0 0 0,-1 1 0 0 0,0-1 0 0 0,0 0 0 0 0,1 0 1 0 0,-1 0-1 0 0,0 0 0 0 0,1 0 0 0 0,-1 0 0 0 0,0 0 0 0 0,1-1 1 0 0,-1 1-1 0 0,0 0 0 0 0,0-1 0 0 0,2 0 0 0 0,9-2-45 0 0,0 0 0 0 0,0-2 1 0 0,0 1-1 0 0,-1-1 0 0 0,13-8 0 0 0,-16 8 225 0 0,1 0 0 0 0,0 1 0 0 0,0 0 0 0 0,0 0 0 0 0,1 1 0 0 0,-1 0-1 0 0,1 1 1 0 0,19-2 0 0 0,-27 4-88 0 0,0 0-1 0 0,0 0 0 0 0,-1 0 0 0 0,1 0 0 0 0,0 1 1 0 0,0-1-1 0 0,-1 1 0 0 0,1-1 0 0 0,0 1 1 0 0,-1 0-1 0 0,1 0 0 0 0,0 0 0 0 0,-1 0 0 0 0,1 0 1 0 0,-1 0-1 0 0,1 0 0 0 0,-1 0 0 0 0,0 1 1 0 0,0-1-1 0 0,2 2 0 0 0,0 1 18 0 0,-1 0 0 0 0,0 0-1 0 0,0 0 1 0 0,-1 0 0 0 0,1 0 0 0 0,-1 0-1 0 0,0 1 1 0 0,1 4 0 0 0,1 9 19 0 0,-2 0-1 0 0,0 0 1 0 0,-3 21 0 0 0,2-37-62 0 0,-1 14-108 0 0,-1 1 0 0 0,0-1 0 0 0,-2 0-1 0 0,-5 18 1 0 0,7-27 119 0 0,0-1 0 0 0,-1 1-1 0 0,0-1 1 0 0,0 0 0 0 0,-1 0-1 0 0,1 0 1 0 0,-1 0 0 0 0,-1-1 0 0 0,1 1-1 0 0,-1-1 1 0 0,0 0 0 0 0,-7 6-1 0 0,11-11 7 0 0,1 1-1 0 0,-1 0 0 0 0,0 0 0 0 0,0-1 0 0 0,0 1 1 0 0,0 0-1 0 0,0-1 0 0 0,0 1 0 0 0,0-1 0 0 0,1 1 0 0 0,-1-1 1 0 0,-1 0-1 0 0,1 1 0 0 0,0-1 0 0 0,0 0 0 0 0,0 0 1 0 0,0 1-1 0 0,0-1 0 0 0,0 0 0 0 0,0 0 0 0 0,0 0 1 0 0,0 0-1 0 0,0-1 0 0 0,0 1 0 0 0,0 0 0 0 0,-1 0 0 0 0,1-1 1 0 0,0 1-1 0 0,0 0 0 0 0,0-1 0 0 0,1 1 0 0 0,-1-1 1 0 0,0 0-1 0 0,0 1 0 0 0,0-1 0 0 0,0 0 0 0 0,0 1 1 0 0,1-1-1 0 0,-1 0 0 0 0,0 0 0 0 0,0 0 0 0 0,1 0 0 0 0,-1 1 1 0 0,1-1-1 0 0,-1 0 0 0 0,1 0 0 0 0,-1 0 0 0 0,1 0 1 0 0,0 0-1 0 0,-1 0 0 0 0,1-1 0 0 0,0 1 0 0 0,0 0 0 0 0,0-2 1 0 0,-2-4-141 0 0,2-1 0 0 0,-1 0 0 0 0,1 0 0 0 0,0 1 0 0 0,0-1 0 0 0,2-11 0 0 0,56-187-1910 0 0,-15 69 1613 0 0,-17 50 304 0 0,-13 48 1559 0 0,-2 0 0 0 0,8-51 0 0 0,-20 97-775 0 0,1 0 0 0 0,0-1 0 0 0,0 1 1 0 0,1 0-1 0 0,0-1 0 0 0,0 1 0 0 0,4 11 0 0 0,-1-6-335 0 0,1-1-1 0 0,0 1 0 0 0,11 17 1 0 0,8 6-1237 0 0,47 51 0 0 0,-29-37 1421 0 0,-35-40-563 0 0,41 44-189 0 0,-46-50 154 0 0,1 0 0 0 0,1-1 0 0 0,-1 1 0 0 0,0-1 0 0 0,0 0 0 0 0,1 0 0 0 0,0 0 0 0 0,-1 0 0 0 0,1 0-1 0 0,0-1 1 0 0,0 0 0 0 0,0 0 0 0 0,0 0 0 0 0,5 1 0 0 0,-7-3 29 0 0,0 1 0 0 0,0 0 0 0 0,-1-1 0 0 0,1 1 0 0 0,0-1 0 0 0,-1 0 0 0 0,1 1 0 0 0,0-1 1 0 0,-1 0-1 0 0,1 0 0 0 0,-1 0 0 0 0,0 0 0 0 0,1 0 0 0 0,-1-1 0 0 0,0 1 0 0 0,0 0 0 0 0,1-1 0 0 0,-1 1 0 0 0,0-1 0 0 0,0 1 0 0 0,1-4 0 0 0,17-40-97 0 0,-13 30 130 0 0,4-10 73 0 0,25-54 545 0 0,-32 74-417 0 0,0-1-1 0 0,0 1 1 0 0,0 0-1 0 0,1 0 1 0 0,0 1-1 0 0,0-1 0 0 0,0 1 1 0 0,1 0-1 0 0,-1 0 1 0 0,1 0-1 0 0,7-3 1 0 0,-11 6-132 0 0,1 0 1 0 0,-1 1 0 0 0,1 0 0 0 0,-1-1-1 0 0,1 1 1 0 0,-1 0 0 0 0,1 0 0 0 0,-1 0-1 0 0,1 0 1 0 0,-1 0 0 0 0,1 0 0 0 0,-1 0 0 0 0,1 1-1 0 0,-1-1 1 0 0,1 0 0 0 0,-1 1 0 0 0,1-1-1 0 0,-1 1 1 0 0,1 0 0 0 0,-1-1 0 0 0,0 1-1 0 0,0 0 1 0 0,1 0 0 0 0,-1 0 0 0 0,0 0-1 0 0,0 0 1 0 0,0 0 0 0 0,1 2 0 0 0,6 4-95 0 0,-2 2 0 0 0,1-1 0 0 0,5 12 1 0 0,2 1-71 0 0,24 17-1070 0 0,-23-28 300 0 0</inkml:trace>
</inkml:ink>
</file>

<file path=ppt/ink/ink1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5.16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16 65 8290 0 0,'-3'-16'307'0'0,"2"9"-137"0"0,0-1 1 0 0,-1 0 0 0 0,0 0-1 0 0,-5-10 1 0 0,25 49 11613 0 0,13 18-9270 0 0,42 69-3417 0 0,-10-15-1004 0 0,-48-79-5604 0 0</inkml:trace>
</inkml:ink>
</file>

<file path=ppt/ink/ink1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5.35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3 103 12899 0 0,'-1'-1'46'0'0,"1"1"0"0"0,0-1 1 0 0,-1 1-1 0 0,1-1 0 0 0,0 1 0 0 0,0-1 1 0 0,0 1-1 0 0,-1-1 0 0 0,1 1 0 0 0,0-1 1 0 0,0 1-1 0 0,0-1 0 0 0,0 0 0 0 0,0 1 1 0 0,0-1-1 0 0,0 1 0 0 0,0-1 1 0 0,0 1-1 0 0,0-1 0 0 0,1 1 0 0 0,-1-1 1 0 0,0 1-1 0 0,0-1 0 0 0,0 1 0 0 0,1-1 1 0 0,-1 1-1 0 0,0-1 0 0 0,0 1 1 0 0,1-1-1 0 0,18-10 1613 0 0,35-1 1006 0 0,-38 10-2365 0 0,233-52 2038 0 0,-207 47-2350 0 0</inkml:trace>
</inkml:ink>
</file>

<file path=ppt/ink/ink1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6.91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80 41 1840 0 0,'-12'-23'2273'0'0,"12"21"-1841"0"0,-1 1-1 0 0,0 0 1 0 0,1 0 0 0 0,-1 0-1 0 0,-3-4 1727 0 0,3 4-1726 0 0,-9-4 3550 0 0,3 19 347 0 0,4-5-4027 0 0,-6 17 93 0 0,0 0 1 0 0,2 0 0 0 0,-6 41-1 0 0,12-59-390 0 0,1 0 0 0 0,0 0 0 0 0,0-1 0 0 0,1 1 0 0 0,0 0 0 0 0,0 0 0 0 0,4 11 0 0 0,-4-15-13 0 0,1 0 0 0 0,0 0-1 0 0,-1 0 1 0 0,2 0 0 0 0,-1-1 0 0 0,0 1 0 0 0,1-1 0 0 0,0 0 0 0 0,-1 1 0 0 0,1-1 0 0 0,0 0 0 0 0,1-1 0 0 0,-1 1 0 0 0,7 4 0 0 0,-5-5-24 0 0,0-1 1 0 0,-1 1-1 0 0,1-1 1 0 0,0 0-1 0 0,0 0 1 0 0,-1 0-1 0 0,1 0 1 0 0,0-1-1 0 0,0 0 1 0 0,0 0-1 0 0,0-1 1 0 0,0 1-1 0 0,0-1 1 0 0,-1 0-1 0 0,1 0 1 0 0,0-1-1 0 0,-1 1 1 0 0,1-1 0 0 0,-1 0-1 0 0,1 0 1 0 0,-1-1-1 0 0,0 1 1 0 0,0-1-1 0 0,0 0 1 0 0,5-4-1 0 0,-4 3 91 0 0,-1 0 0 0 0,1 0 0 0 0,-1 0 1 0 0,1 0-1 0 0,-1-1 0 0 0,-1 0 0 0 0,1 0 0 0 0,-1 0 0 0 0,1 0 0 0 0,-2 0 0 0 0,1-1 0 0 0,0 1 1 0 0,-1-1-1 0 0,0 0 0 0 0,-1 0 0 0 0,1 0 0 0 0,-1 0 0 0 0,0 0 0 0 0,0 0 0 0 0,-1-7 0 0 0,0 13-27 0 0,0 0-1 0 0,0-1 0 0 0,0 1 0 0 0,0-1 0 0 0,0 1 0 0 0,0-1 0 0 0,0 1 0 0 0,0 0 0 0 0,0-1 0 0 0,0 1 0 0 0,0-1 0 0 0,0 1 0 0 0,0-1 0 0 0,-1 1 0 0 0,1 0 0 0 0,0-1 1 0 0,0 1-1 0 0,0 0 0 0 0,-1-1 0 0 0,1 1 0 0 0,0-1 0 0 0,0 1 0 0 0,-1 0 0 0 0,1 0 0 0 0,0-1 0 0 0,-1 1 0 0 0,1 0 0 0 0,-1 0 0 0 0,1-1 0 0 0,0 1 0 0 0,-1 0 0 0 0,1 0 1 0 0,-1 0-1 0 0,1-1 0 0 0,0 1 0 0 0,-1 0 0 0 0,1 0 0 0 0,-1 0 0 0 0,0 0 0 0 0,1 0-22 0 0,-1 1 0 0 0,1-1 0 0 0,-1 1 0 0 0,1-1-1 0 0,-1 1 1 0 0,1-1 0 0 0,0 1 0 0 0,-1-1 0 0 0,1 1 0 0 0,0-1 0 0 0,0 1 0 0 0,-1-1 0 0 0,1 1-1 0 0,0-1 1 0 0,0 1 0 0 0,0-1 0 0 0,0 1 0 0 0,0 0 0 0 0,0-1 0 0 0,0 1 0 0 0,0-1 0 0 0,0 1-1 0 0,0 0 1 0 0,0-1 0 0 0,0 1 0 0 0,0-1 0 0 0,0 1 0 0 0,0-1 0 0 0,1 1 0 0 0,-1 0 0 0 0,1 0-1 0 0,2 5-69 0 0,0 0-1 0 0,0 0 1 0 0,1 0-1 0 0,0 0 1 0 0,0-1-1 0 0,1 0 0 0 0,-1 0 1 0 0,1 0-1 0 0,0 0 1 0 0,1-1-1 0 0,-1 0 1 0 0,7 4-1 0 0,-7-5 118 0 0,0 1 0 0 0,0-1 0 0 0,1 0 0 0 0,-1-1 0 0 0,1 1 0 0 0,-1-1 0 0 0,1 0 0 0 0,0-1 0 0 0,0 1 0 0 0,0-1 0 0 0,0 0 0 0 0,0-1 0 0 0,11 1 0 0 0,-13-2-5 0 0,0 0 0 0 0,-1 0 0 0 0,1 0-1 0 0,0-1 1 0 0,0 1 0 0 0,0-1-1 0 0,-1 0 1 0 0,1 0 0 0 0,-1 0-1 0 0,0 0 1 0 0,1-1 0 0 0,-1 1 0 0 0,0-1-1 0 0,0 0 1 0 0,-1 0 0 0 0,1 0-1 0 0,-1 0 1 0 0,1 0 0 0 0,-1-1-1 0 0,0 1 1 0 0,0-1 0 0 0,0 1-1 0 0,-1-1 1 0 0,1 0 0 0 0,-1 0 0 0 0,0 0-1 0 0,0 0 1 0 0,0-5 0 0 0,0 2-30 0 0,0-1 1 0 0,-1 0-1 0 0,0 0 1 0 0,0 0-1 0 0,-1 0 1 0 0,0 1-1 0 0,0-1 1 0 0,0 0-1 0 0,-1 1 1 0 0,-1-1-1 0 0,1 1 1 0 0,-1-1-1 0 0,-6-10 1 0 0,-20-19-136 0 0,28 35-167 0 0,-1 0 1 0 0,1 1-1 0 0,0-1 1 0 0,-1 1 0 0 0,1-1-1 0 0,-1 1 1 0 0,0 0-1 0 0,0 0 1 0 0,1-1-1 0 0,-1 1 1 0 0,0 0 0 0 0,0 1-1 0 0,0-1 1 0 0,0 0-1 0 0,0 1 1 0 0,0-1-1 0 0,0 1 1 0 0,0-1-1 0 0,-4 1 1 0 0</inkml:trace>
</inkml:ink>
</file>

<file path=ppt/ink/ink1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7.10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0 6913 0 0,'3'0'311'0'0,"0"1"0"0"0,-1-1-1 0 0,1 1 1 0 0,-1 0 0 0 0,1-1-1 0 0,-1 1 1 0 0,0 0-1 0 0,1 0 1 0 0,-1 1 0 0 0,0-1-1 0 0,0 0 1 0 0,0 1 0 0 0,0-1-1 0 0,0 1 1 0 0,0 0-1 0 0,0 0 1 0 0,0 0 0 0 0,-1 0-1 0 0,1 0 1 0 0,-1 0-1 0 0,1 0 1 0 0,-1 0 0 0 0,0 1-1 0 0,0-1 1 0 0,0 0 0 0 0,1 5-1 0 0,3 9-24 0 0,0 0 0 0 0,-1 1 0 0 0,2 18 0 0 0,-2-7 504 0 0,-2-18-1117 0 0,1-1 0 0 0,0 1-1 0 0,6 15 1 0 0,-2-11-5388 0 0</inkml:trace>
</inkml:ink>
</file>

<file path=ppt/ink/ink1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8.32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41 1 3681 0 0,'-1'11'12472'0'0,"-3"0"-11931"0"0,-20 72 2251 0 0,13-24-5716 0 0,11-44-3140 0 0</inkml:trace>
</inkml:ink>
</file>

<file path=ppt/ink/ink1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8.69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 25 10594 0 0,'-1'0'66'0'0,"1"-1"0"0"0,0 1 0 0 0,-1-1 0 0 0,1 1 0 0 0,0-1 0 0 0,-1 0 0 0 0,1 1 0 0 0,0-1 0 0 0,0 1 0 0 0,0-1-1 0 0,-1 0 1 0 0,1 1 0 0 0,0-1 0 0 0,0 0 0 0 0,0 1 0 0 0,0-1 0 0 0,0 0 0 0 0,0 1 0 0 0,0-1 0 0 0,0 0 0 0 0,1 1 0 0 0,-1-1 0 0 0,0 1-1 0 0,0-1 1 0 0,0 0 0 0 0,1 1 0 0 0,-1-1 0 0 0,0 1 0 0 0,1-1 0 0 0,-1 1 0 0 0,1-1 0 0 0,-1 0 0 0 0,0 1 0 0 0,1 0 0 0 0,-1-1 0 0 0,1 1 0 0 0,-1-1-1 0 0,1 1 1 0 0,-1 0 0 0 0,1-1 0 0 0,0 1 0 0 0,-1 0 0 0 0,1-1 0 0 0,-1 1 0 0 0,1 0 0 0 0,0 0 0 0 0,-1 0 0 0 0,1 0 0 0 0,0 0 0 0 0,-1-1-1 0 0,1 1 1 0 0,0 0 0 0 0,-1 0 0 0 0,1 1 0 0 0,1-1 0 0 0,-2 0-136 0 0,2 0 97 0 0,0 0 0 0 0,0 0 0 0 0,0 0 0 0 0,-1 1 0 0 0,1-1 0 0 0,0 0 0 0 0,0 1 0 0 0,-1 0 0 0 0,1-1 0 0 0,0 1-1 0 0,-1 0 1 0 0,1 0 0 0 0,0 0 0 0 0,-1 0 0 0 0,1 0 0 0 0,-1 0 0 0 0,0 1 0 0 0,1-1 0 0 0,-1 0 0 0 0,0 1 0 0 0,0-1 0 0 0,0 1-1 0 0,0-1 1 0 0,0 1 0 0 0,2 3 0 0 0,1 2 141 0 0,-1 1-1 0 0,1 0 1 0 0,4 16-1 0 0,-6-13-193 0 0,0 1 1 0 0,0-1-1 0 0,-1 1 0 0 0,-1 0 1 0 0,0-1-1 0 0,0 1 1 0 0,-5 21-1 0 0,-1-2 657 0 0,-18 49-1 0 0,47-98 3427 0 0,27-46-2625 0 0,8-8-1682 0 0,-13 30-6020 0 0</inkml:trace>
</inkml:ink>
</file>

<file path=ppt/ink/ink1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9.94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1 146 5681 0 0,'10'-8'13489'0'0,"-9"19"-15018"0"0,2 26 2504 0 0,-3-22-629 0 0,1 0 0 0 0,1 0 1 0 0,0 0-1 0 0,8 26 0 0 0,-9-38-326 0 0,0 0-1 0 0,1 0 1 0 0,-1-1-1 0 0,0 1 1 0 0,1 0-1 0 0,0 0 1 0 0,0-1-1 0 0,0 1 1 0 0,0-1 0 0 0,0 0-1 0 0,0 1 1 0 0,0-1-1 0 0,1 0 1 0 0,-1 0-1 0 0,1-1 1 0 0,0 1-1 0 0,-1 0 1 0 0,1-1-1 0 0,0 0 1 0 0,0 0-1 0 0,0 1 1 0 0,0-2 0 0 0,0 1-1 0 0,0 0 1 0 0,0-1-1 0 0,0 1 1 0 0,1-1-1 0 0,3 0 1 0 0,-3-1-60 0 0,0 1-1 0 0,0-1 1 0 0,0 0 0 0 0,-1-1 0 0 0,1 1 0 0 0,0-1 0 0 0,0 0 0 0 0,-1 0-1 0 0,1 0 1 0 0,-1 0 0 0 0,0 0 0 0 0,0-1 0 0 0,0 1 0 0 0,0-1-1 0 0,0 0 1 0 0,0 0 0 0 0,-1 0 0 0 0,1-1 0 0 0,-1 1 0 0 0,0 0 0 0 0,2-5-1 0 0,0 1 117 0 0,0 0-1 0 0,0-1 0 0 0,-1 1 0 0 0,0-1 1 0 0,-1 0-1 0 0,1 0 0 0 0,-1 0 1 0 0,-1 0-1 0 0,1-12 0 0 0,-3 7 287 0 0,0 18-258 0 0,2 26-475 0 0,0-28 358 0 0,0-1 0 0 0,0 1 0 0 0,0 0 0 0 0,0-1 0 0 0,1 1 0 0 0,-1-1 0 0 0,1 1 0 0 0,0-1 0 0 0,0 0 0 0 0,0 1 0 0 0,0-1 0 0 0,0 0 0 0 0,0-1 0 0 0,0 1 1 0 0,1 0-1 0 0,-1 0 0 0 0,4 1 0 0 0,-2-1 43 0 0,1-1 0 0 0,0 1 1 0 0,0-1-1 0 0,0 1 1 0 0,0-2-1 0 0,0 1 1 0 0,0 0-1 0 0,0-1 0 0 0,7 0 1 0 0,-2-1 71 0 0,-1 0-1 0 0,1-1 1 0 0,-1 0 0 0 0,1 0 0 0 0,-1-1 0 0 0,0 0-1 0 0,0-1 1 0 0,0 1 0 0 0,0-2 0 0 0,8-5 0 0 0,-11 6-57 0 0,-1-1 0 0 0,1 0 0 0 0,-1 0 0 0 0,0 0 1 0 0,-1-1-1 0 0,1 1 0 0 0,-1-1 0 0 0,0 0 0 0 0,-1 0 1 0 0,1-1-1 0 0,-1 1 0 0 0,0-1 0 0 0,-1 0 0 0 0,0 1 1 0 0,0-1-1 0 0,1-9 0 0 0,-2 11-151 0 0,0-1 0 0 0,-1 0 1 0 0,0 0-1 0 0,0 1 0 0 0,-1-1 0 0 0,1 0 0 0 0,-1 0 1 0 0,0 1-1 0 0,-1-1 0 0 0,1 1 0 0 0,-1-1 0 0 0,0 1 0 0 0,-1 0 1 0 0,1-1-1 0 0,-1 1 0 0 0,0 0 0 0 0,-1 1 0 0 0,1-1 1 0 0,-1 1-1 0 0,-7-8 0 0 0,2 5-2066 0 0</inkml:trace>
</inkml:ink>
</file>

<file path=ppt/ink/ink1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00.54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61 10138 0 0,'2'-4'208'0'0,"0"1"1"0"0,0 0-1 0 0,0-1 0 0 0,0 1 0 0 0,1 0 1 0 0,-1 1-1 0 0,1-1 0 0 0,0 0 0 0 0,0 1 1 0 0,0-1-1 0 0,0 1 0 0 0,0 0 0 0 0,7-3 1 0 0,-5 2 163 0 0,1 0 0 0 0,-1 1 0 0 0,1 0 0 0 0,-1 0 0 0 0,1 0 0 0 0,0 1 0 0 0,0-1 0 0 0,8 1 0 0 0,-12 1-316 0 0,0-1-1 0 0,-1 2 1 0 0,1-1-1 0 0,-1 0 0 0 0,1 0 1 0 0,0 0-1 0 0,-1 1 1 0 0,1-1-1 0 0,0 1 1 0 0,-1-1-1 0 0,1 1 1 0 0,-1 0-1 0 0,1-1 1 0 0,-1 1-1 0 0,0 0 1 0 0,1 0-1 0 0,-1 0 0 0 0,0 0 1 0 0,0 0-1 0 0,1 0 1 0 0,-1 1-1 0 0,0-1 1 0 0,0 0-1 0 0,1 3 1 0 0,0 0-39 0 0,-1-1 1 0 0,0 1 0 0 0,0-1 0 0 0,-1 1-1 0 0,1-1 1 0 0,-1 1 0 0 0,1-1 0 0 0,-1 1-1 0 0,0-1 1 0 0,0 1 0 0 0,-1 3 0 0 0,-2 10-12 0 0,-1-1 1 0 0,0 0-1 0 0,-12 29 1 0 0,11-35 97 0 0,-8 23 547 0 0,13-32-580 0 0,-1 0-1 0 0,1 1 1 0 0,0-1 0 0 0,-1 0 0 0 0,1 0-1 0 0,0 1 1 0 0,0-1 0 0 0,0 0-1 0 0,0 1 1 0 0,0-1 0 0 0,0 0 0 0 0,0 1-1 0 0,1-1 1 0 0,-1 0 0 0 0,0 0 0 0 0,1 1-1 0 0,-1-1 1 0 0,1 0 0 0 0,-1 0 0 0 0,1 0-1 0 0,1 2 1 0 0,-1-3-38 0 0,0 1 1 0 0,0-1-1 0 0,0 0 1 0 0,0 1-1 0 0,0-1 1 0 0,-1 0-1 0 0,1 0 1 0 0,0 0-1 0 0,0 0 1 0 0,0 0-1 0 0,0 0 0 0 0,0 0 1 0 0,0 0-1 0 0,0 0 1 0 0,0-1-1 0 0,0 1 1 0 0,0 0-1 0 0,0-1 1 0 0,0 1-1 0 0,0 0 1 0 0,0-1-1 0 0,0 1 0 0 0,0-1 1 0 0,0 0-1 0 0,28-19-463 0 0,-22 15-25 0 0,7-3-1328 0 0</inkml:trace>
</inkml:ink>
</file>

<file path=ppt/ink/ink1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00.72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35 1 2761 0 0,'-5'4'7727'0'0,"2"6"-3417"0"0,1 15-1285 0 0,1-18-2168 0 0,-8 78 2127 0 0,-3 0-5473 0 0,10-66-4443 0 0</inkml:trace>
</inkml:ink>
</file>

<file path=ppt/ink/ink1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01.02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2 9674 0 0,'2'-1'418'0'0,"0"1"0"0"0,0 0 1 0 0,0 0-1 0 0,0 0 0 0 0,1 0 0 0 0,-1 0 0 0 0,0 0 1 0 0,0 0-1 0 0,0 1 0 0 0,0-1 0 0 0,0 1 0 0 0,0-1 0 0 0,0 1 1 0 0,0 0-1 0 0,0 0 0 0 0,0 0 0 0 0,-1 0 0 0 0,1 0 1 0 0,0 1-1 0 0,0-1 0 0 0,-1 0 0 0 0,1 1 0 0 0,-1-1 0 0 0,2 3 1 0 0,1 0-90 0 0,0 1 1 0 0,-1-1-1 0 0,0 1 1 0 0,0 0-1 0 0,0 0 1 0 0,-1 0-1 0 0,1 0 1 0 0,1 6-1 0 0,11 55 202 0 0,-9-40-1293 0 0,0 0-1 0 0,19 45 1 0 0,-15-50-6909 0 0</inkml:trace>
</inkml:ink>
</file>

<file path=ppt/ink/ink1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02.31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20 89 3225 0 0,'-2'-2'231'0'0,"1"1"0"0"0,-1 0 1 0 0,1 0-1 0 0,-1-1 1 0 0,1 1-1 0 0,0-1 0 0 0,0 1 1 0 0,-1-1-1 0 0,1 0 1 0 0,0 1-1 0 0,1-1 0 0 0,-1 0 1 0 0,0 0-1 0 0,0 0 1 0 0,1 1-1 0 0,-1-1 1 0 0,1 0-1 0 0,0 0 0 0 0,-1 0 1 0 0,1 0-1 0 0,0 0 1 0 0,0 0-1 0 0,0 0 0 0 0,0 0 1 0 0,1 0-1 0 0,-1 0 1 0 0,1 0-1 0 0,-1 0 0 0 0,1 1 1 0 0,-1-1-1 0 0,1 0 1 0 0,0 0-1 0 0,0 0 0 0 0,0 1 1 0 0,0-1-1 0 0,2-2 1 0 0,0 1 138 0 0,0 1 0 0 0,0 0 0 0 0,0 0 0 0 0,0 0 0 0 0,1 0 0 0 0,-1 1 1 0 0,0-1-1 0 0,1 1 0 0 0,0 0 0 0 0,-1 0 0 0 0,1 0 0 0 0,-1 0 0 0 0,1 1 1 0 0,0-1-1 0 0,0 1 0 0 0,-1 0 0 0 0,8 1 0 0 0,-9-1-287 0 0,1 1-1 0 0,0 0 0 0 0,-1 0 1 0 0,1 0-1 0 0,0 0 1 0 0,-1 0-1 0 0,1 1 0 0 0,-1-1 1 0 0,0 1-1 0 0,0-1 1 0 0,1 1-1 0 0,-1 0 1 0 0,0 0-1 0 0,0 0 0 0 0,0 0 1 0 0,-1 1-1 0 0,1-1 1 0 0,-1 0-1 0 0,1 1 0 0 0,-1-1 1 0 0,0 1-1 0 0,1-1 1 0 0,0 5-1 0 0,3 13-109 0 0,-1 0 0 0 0,-1 0-1 0 0,-1 0 1 0 0,0 0 0 0 0,-2 0 0 0 0,-3 37 0 0 0,1 11 24 0 0,2-68 47 0 0,0 1 0 0 0,0 0 0 0 0,0 0 0 0 0,0-1-1 0 0,0 1 1 0 0,0 0 0 0 0,0 0 0 0 0,0 0 0 0 0,0-1 0 0 0,0 1 0 0 0,0 0 0 0 0,1 0 0 0 0,-1-1 0 0 0,0 1 0 0 0,1 0 0 0 0,-1 0 0 0 0,1-1 0 0 0,-1 1 0 0 0,0 0 0 0 0,1-1 0 0 0,-1 1 0 0 0,1-1 0 0 0,0 1 0 0 0,-1-1 0 0 0,1 1 0 0 0,1 0 0 0 0,-1-1 2 0 0,0 1 1 0 0,0-1 0 0 0,1 0 0 0 0,-1 0 0 0 0,0 0-1 0 0,0 0 1 0 0,1-1 0 0 0,-1 1 0 0 0,0 0-1 0 0,0 0 1 0 0,1-1 0 0 0,-1 1 0 0 0,0-1 0 0 0,0 1-1 0 0,2-2 1 0 0,7-4 183 0 0,0-1 0 0 0,17-15-1 0 0,-20 16-141 0 0,58-48 324 0 0,-9 6-865 0 0,68-45-1 0 0,-106 82-1423 0 0</inkml:trace>
</inkml:ink>
</file>

<file path=ppt/ink/ink1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03.40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49 77 7370 0 0,'0'-1'208'0'0,"0"0"-1"0"0,-1 1 1 0 0,1-1 0 0 0,-1 0 0 0 0,0 1 0 0 0,1-1 0 0 0,-1 1 0 0 0,1-1 0 0 0,-1 1 0 0 0,0-1 0 0 0,1 1 0 0 0,-1-1 0 0 0,0 1 0 0 0,0 0 0 0 0,1-1 0 0 0,-1 1 0 0 0,0 0 0 0 0,0 0 0 0 0,0 0 0 0 0,1 0 0 0 0,-1-1 0 0 0,0 1 0 0 0,0 0 0 0 0,0 0 0 0 0,1 1 0 0 0,-1-1 0 0 0,0 0-1 0 0,0 0 1 0 0,0 0 0 0 0,1 0 0 0 0,-1 1 0 0 0,0-1 0 0 0,-1 1 0 0 0,1 0-24 0 0,-1 1-1 0 0,1 0 1 0 0,0-1-1 0 0,-1 1 1 0 0,1 0-1 0 0,0 0 1 0 0,0 0-1 0 0,0 0 1 0 0,0 0 0 0 0,1 0-1 0 0,-1 0 1 0 0,0 3-1 0 0,-2 8 117 0 0,0 1-1 0 0,0 25 1 0 0,3-32-239 0 0,0 0-1 0 0,0 0 0 0 0,1 0 1 0 0,0 0-1 0 0,0 0 1 0 0,0 0-1 0 0,1 0 0 0 0,0 0 1 0 0,1-1-1 0 0,0 1 1 0 0,0-1-1 0 0,6 11 0 0 0,-7-14-21 0 0,1 0 0 0 0,-1-1 0 0 0,0 0 0 0 0,1 1-1 0 0,-1-1 1 0 0,1 0 0 0 0,0 0 0 0 0,0 0 0 0 0,0 0 0 0 0,0-1-1 0 0,0 1 1 0 0,0-1 0 0 0,0 0 0 0 0,1 0 0 0 0,-1 0-1 0 0,0 0 1 0 0,1-1 0 0 0,-1 1 0 0 0,0-1 0 0 0,1 0 0 0 0,-1 0-1 0 0,1 0 1 0 0,-1 0 0 0 0,0 0 0 0 0,1-1 0 0 0,-1 0 0 0 0,0 0-1 0 0,5-1 1 0 0,-6 1-13 0 0,0 1 0 0 0,-1-1-1 0 0,1 1 1 0 0,0-1 0 0 0,-1 0-1 0 0,1 1 1 0 0,-1-1 0 0 0,1 0 0 0 0,-1 0-1 0 0,0 0 1 0 0,1 0 0 0 0,-1 0 0 0 0,0 0-1 0 0,0-1 1 0 0,0 1 0 0 0,0 0-1 0 0,0-1 1 0 0,0 1 0 0 0,0-1 0 0 0,0 1-1 0 0,0-1 1 0 0,-1 1 0 0 0,2-3-1 0 0,-2-1 46 0 0,1 1-1 0 0,-1-1 0 0 0,0 1 1 0 0,0-1-1 0 0,-1 0 0 0 0,-1-8 1 0 0,-1-17-5 0 0,45 56-1823 0 0,-38-24 1814 0 0,1 1 0 0 0,0-1 0 0 0,0 0 1 0 0,0-1-1 0 0,0 1 0 0 0,1-1 0 0 0,-1 0 1 0 0,0 0-1 0 0,0-1 0 0 0,1 1 0 0 0,-1-1 1 0 0,0-1-1 0 0,1 1 0 0 0,-1-1 0 0 0,0 1 1 0 0,0-2-1 0 0,1 1 0 0 0,-1 0 0 0 0,0-1 1 0 0,0 0-1 0 0,0 0 0 0 0,-1-1 0 0 0,1 1 1 0 0,0-1-1 0 0,-1 0 0 0 0,0 0 0 0 0,6-5 1 0 0,-4 1 43 0 0,0 1 0 0 0,0 0 0 0 0,0-1 0 0 0,-1 0 1 0 0,0-1-1 0 0,0 1 0 0 0,-1-1 0 0 0,0 0 0 0 0,0 0 1 0 0,-1 0-1 0 0,0 0 0 0 0,-1-1 0 0 0,0 1 0 0 0,0-1 1 0 0,1-15-1 0 0,-3 22-110 0 0,1-3-238 0 0,-1 0 1 0 0,1-1 0 0 0,-2 1 0 0 0,1 0 0 0 0,0 0 0 0 0,-1 0 0 0 0,0 1 0 0 0,0-1 0 0 0,-3-7 0 0 0</inkml:trace>
</inkml:ink>
</file>

<file path=ppt/ink/ink1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03.99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56 6449 0 0,'0'-2'281'0'0,"1"0"0"0"0,-1 0 0 0 0,1 0-1 0 0,-1 0 1 0 0,1 0 0 0 0,-1 0 0 0 0,1 1-1 0 0,0-1 1 0 0,0 0 0 0 0,0 0-1 0 0,0 1 1 0 0,0-1 0 0 0,0 1 0 0 0,1-1-1 0 0,-1 1 1 0 0,0-1 0 0 0,1 1 0 0 0,-1 0-1 0 0,3-2 1 0 0,-1 1 94 0 0,1-1-1 0 0,0 1 1 0 0,1 0 0 0 0,-1 0-1 0 0,0 0 1 0 0,1 0-1 0 0,-1 1 1 0 0,8-2 0 0 0,-9 2-227 0 0,0 1 1 0 0,1-1 0 0 0,-1 1 0 0 0,0 0 0 0 0,1 0 0 0 0,-1 0-1 0 0,0 1 1 0 0,0-1 0 0 0,1 1 0 0 0,-1 0 0 0 0,0 0 0 0 0,4 1-1 0 0,-6-1-95 0 0,1 0-1 0 0,-1-1 0 0 0,0 1 0 0 0,1 0 0 0 0,-1 0 0 0 0,0 1 1 0 0,1-1-1 0 0,-1 0 0 0 0,0 0 0 0 0,0 1 0 0 0,0-1 0 0 0,0 0 1 0 0,0 1-1 0 0,0-1 0 0 0,-1 1 0 0 0,1-1 0 0 0,0 1 0 0 0,-1 0 1 0 0,1-1-1 0 0,-1 1 0 0 0,0 0 0 0 0,1-1 0 0 0,-1 1 1 0 0,0 1-1 0 0,0 7-128 0 0,-1 0 0 0 0,-1 0 1 0 0,1 0-1 0 0,-1 0 0 0 0,-1 0 0 0 0,-7 17 1 0 0,7-19-99 0 0,-1 1 0 0 0,2 0 0 0 0,-1 0 1 0 0,1-1-1 0 0,0 1 0 0 0,1 1 0 0 0,0-1 1 0 0,1 14-1 0 0,0-22 182 0 0,1 1 0 0 0,-1-1 0 0 0,1 1 0 0 0,-1-1 0 0 0,1 1 0 0 0,0-1 0 0 0,0 1 0 0 0,-1-1 0 0 0,1 0 0 0 0,0 1 0 0 0,0-1 0 0 0,0 0 0 0 0,1 0 0 0 0,-1 0 0 0 0,0 1 0 0 0,0-1 0 0 0,1-1 0 0 0,-1 1 0 0 0,0 0 0 0 0,1 0 0 0 0,-1 0 0 0 0,1-1 0 0 0,-1 1 0 0 0,1-1 0 0 0,-1 1 0 0 0,1-1 0 0 0,-1 0 0 0 0,1 1 0 0 0,0-1 0 0 0,-1 0 0 0 0,1 0 0 0 0,2 0 0 0 0,8 0 276 0 0,1-1 0 0 0,-1 0 0 0 0,17-3 0 0 0,-10 1 131 0 0,-17 2-365 0 0,0 1 1 0 0,0 0-1 0 0,-1-1 1 0 0,1 1-1 0 0,0 0 1 0 0,0 0-1 0 0,0 0 0 0 0,0 0 1 0 0,0 1-1 0 0,-1-1 1 0 0,1 0-1 0 0,0 1 1 0 0,0-1-1 0 0,-1 1 0 0 0,1 0 1 0 0,0-1-1 0 0,-1 1 1 0 0,1 0-1 0 0,0 0 1 0 0,-1 0-1 0 0,1 0 0 0 0,2 3 1 0 0,-4-2 9 0 0,1 0 0 0 0,0 0 0 0 0,-1 0 0 0 0,1 1 0 0 0,-1-1 0 0 0,0 0 1 0 0,0 0-1 0 0,0 0 0 0 0,0 0 0 0 0,0 1 0 0 0,0-1 0 0 0,0 0 0 0 0,-1 0 0 0 0,1 0 0 0 0,-1 0 0 0 0,0 1 0 0 0,1-1 1 0 0,-1 0-1 0 0,-1 2 0 0 0,-23 43 467 0 0,20-40-1002 0 0,1-1-1 0 0,0 1 1 0 0,0 0 0 0 0,1 0 0 0 0,0 0-1 0 0,0 1 1 0 0,1-1 0 0 0,0 1 0 0 0,0 0-1 0 0,1-1 1 0 0,-1 11 0 0 0,3-8 528 0 0</inkml:trace>
</inkml:ink>
</file>

<file path=ppt/ink/ink1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04.19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58 0 12443 0 0,'0'1'167'0'0,"1"-1"1"0"0,-1 0 0 0 0,1 0 0 0 0,0 1 0 0 0,-1-1 0 0 0,1 0-1 0 0,-1 1 1 0 0,1-1 0 0 0,-1 1 0 0 0,1-1 0 0 0,-1 1-1 0 0,1-1 1 0 0,-1 1 0 0 0,1-1 0 0 0,-1 1 0 0 0,0-1 0 0 0,1 1-1 0 0,-1-1 1 0 0,0 1 0 0 0,1 0 0 0 0,-1-1 0 0 0,0 1-1 0 0,0 0 1 0 0,0-1 0 0 0,0 1 0 0 0,0 0 0 0 0,1-1-1 0 0,-1 1 1 0 0,0 0 0 0 0,0-1 0 0 0,-1 1 0 0 0,1 0 0 0 0,0 1-1 0 0,-3 26 1335 0 0,3-25-1288 0 0,-8 36 616 0 0,-20 60 0 0 0,5-24-3899 0 0,17-55-3663 0 0</inkml:trace>
</inkml:ink>
</file>

<file path=ppt/ink/ink1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04.56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48 6449 0 0,'22'-12'383'0'0,"-14"7"412"0"0,0 0 0 0 0,0 1 0 0 0,0 0 0 0 0,1 1 0 0 0,-1 0 1 0 0,1 0-1 0 0,0 1 0 0 0,0 0 0 0 0,0 0 0 0 0,9 0 0 0 0,-17 2-742 0 0,1 1-1 0 0,-1-1 1 0 0,1 0-1 0 0,-1 1 1 0 0,1 0-1 0 0,-1-1 1 0 0,0 1-1 0 0,0 0 1 0 0,1 0-1 0 0,-1-1 1 0 0,0 1-1 0 0,0 0 1 0 0,0 0-1 0 0,0 0 1 0 0,0 1-1 0 0,0-1 1 0 0,0 0-1 0 0,0 0 1 0 0,0 0-1 0 0,0 1 1 0 0,-1-1-1 0 0,1 1 1 0 0,-1-1-1 0 0,1 0 1 0 0,-1 1-1 0 0,1-1 1 0 0,-1 1-1 0 0,0-1 1 0 0,0 1 0 0 0,1 2-1 0 0,0 6 206 0 0,-1 1 1 0 0,0-1-1 0 0,-1 13 1 0 0,1-15-68 0 0,-3 18 474 0 0,-11 45 1 0 0,9-51-191 0 0,1-1 1 0 0,1 1 0 0 0,0 0 0 0 0,1 27 0 0 0,2-46-416 0 0,0 1 0 0 0,0-1 0 0 0,0 1-1 0 0,1-1 1 0 0,-1 1 0 0 0,0-1 0 0 0,0 1 0 0 0,1-1 0 0 0,-1 0 0 0 0,1 1 0 0 0,0-1 0 0 0,-1 0 0 0 0,1 1 0 0 0,0-1 0 0 0,0 0 0 0 0,-1 0 0 0 0,1 0 0 0 0,0 1 0 0 0,0-1 0 0 0,0 0-1 0 0,1 0 1 0 0,1 1 0 0 0,-1-1-10 0 0,0-1 0 0 0,0 1 0 0 0,0-1 0 0 0,0 1 0 0 0,0-1-1 0 0,0 0 1 0 0,0 0 0 0 0,0 0 0 0 0,0 0 0 0 0,0 0 0 0 0,0 0 0 0 0,0-1-1 0 0,0 1 1 0 0,3-2 0 0 0,9-3 91 0 0,-1 0-1 0 0,0-2 1 0 0,23-14 0 0 0,-24 14-20 0 0,14-8 144 0 0,26-15-1841 0 0,-17 11-3636 0 0,8-2-2694 0 0</inkml:trace>
</inkml:ink>
</file>

<file path=ppt/ink/ink1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0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73 55 6913 0 0,'-10'-55'8162'0'0,"6"76"-4470"0"0,0 2-3128 0 0,-13 85-52 0 0,-14 117 96 0 0,27-170-1495 0 0,1 0 0 0 0,7 63 0 0 0,-2-95-1185 0 0,2-4-3772 0 0</inkml:trace>
</inkml:ink>
</file>

<file path=ppt/ink/ink1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1.1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12 10594 0 0,'-9'-12'2513'0'0,"10"29"395"0"0,0 2-2702 0 0,-1-8-309 0 0,0 0-1 0 0,0 0 1 0 0,1 0 0 0 0,1 0-1 0 0,0 0 1 0 0,0 0 0 0 0,1-1 0 0 0,7 18-1 0 0,0-11 104 0 0</inkml:trace>
</inkml:ink>
</file>

<file path=ppt/ink/ink1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1.6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1 119 8754 0 0,'1'-3'238'0'0,"0"1"1"0"0,1-1-1 0 0,-1 0 0 0 0,1 1 1 0 0,0-1-1 0 0,-1 1 0 0 0,1-1 1 0 0,0 1-1 0 0,1 0 1 0 0,-1 0-1 0 0,0 0 0 0 0,0 0 1 0 0,1 0-1 0 0,-1 1 0 0 0,1-1 1 0 0,0 1-1 0 0,-1 0 1 0 0,1-1-1 0 0,0 1 0 0 0,0 0 1 0 0,0 1-1 0 0,0-1 0 0 0,0 0 1 0 0,0 1-1 0 0,5 0 1 0 0,-4 0-28 0 0,0 0 0 0 0,0 0 0 0 0,0 1 0 0 0,-1-1 0 0 0,1 1 0 0 0,0 0 0 0 0,0 0 0 0 0,-1 1 0 0 0,1-1 0 0 0,-1 1 0 0 0,1-1 0 0 0,-1 1 0 0 0,0 1 0 0 0,1-1 0 0 0,-1 0 0 0 0,0 1 0 0 0,0-1 0 0 0,-1 1 0 0 0,5 5 0 0 0,16 27 483 0 0,32 64 0 0 0,-8-12-153 0 0,-47-87-542 0 0,0 0 1 0 0,1 0-1 0 0,-1 0 1 0 0,0 1-1 0 0,0-1 1 0 0,0 0-1 0 0,0 0 1 0 0,0 0-1 0 0,0 0 1 0 0,0 0-1 0 0,0 1 1 0 0,1-1-1 0 0,-1 0 1 0 0,0 0-1 0 0,0 0 1 0 0,0 0-1 0 0,0 0 1 0 0,0 0-1 0 0,1 0 1 0 0,-1 0-1 0 0,0 0 1 0 0,0 0-1 0 0,0 1 1 0 0,0-1-1 0 0,1 0 1 0 0,-1 0-1 0 0,0 0 1 0 0,0 0-1 0 0,0 0 1 0 0,0 0-1 0 0,1 0 1 0 0,-1 0 0 0 0,0 0-1 0 0,0 0 1 0 0,0-1-1 0 0,0 1 1 0 0,1 0-1 0 0,-1 0 1 0 0,0 0-1 0 0,0 0 1 0 0,0 0-1 0 0,0 0 1 0 0,1 0-1 0 0,-1 0 1 0 0,7-11-53 0 0,5-19-67 0 0,-10 25 98 0 0,13-36 29 0 0,40-77 0 0 0,-49 107 37 0 0,0 1 1 0 0,1-1 0 0 0,0 1 0 0 0,1 1 0 0 0,1-1-1 0 0,-1 1 1 0 0,1 1 0 0 0,1 0 0 0 0,-1 0 0 0 0,1 0-1 0 0,21-10 1 0 0,-30 17-21 0 0,0 0 0 0 0,1 0 0 0 0,-1 1 0 0 0,0-1-1 0 0,0 1 1 0 0,1-1 0 0 0,-1 0 0 0 0,1 1 0 0 0,-1 0 0 0 0,0-1-1 0 0,1 1 1 0 0,-1 0 0 0 0,1 0 0 0 0,-1 0 0 0 0,1 0 0 0 0,-1 0 0 0 0,1 0-1 0 0,-1 0 1 0 0,0 1 0 0 0,1-1 0 0 0,-1 0 0 0 0,1 1 0 0 0,-1-1-1 0 0,0 1 1 0 0,1-1 0 0 0,-1 1 0 0 0,0 0 0 0 0,0 0 0 0 0,1 0-1 0 0,-1-1 1 0 0,0 1 0 0 0,0 0 0 0 0,0 0 0 0 0,0 1 0 0 0,0-1-1 0 0,0 0 1 0 0,-1 0 0 0 0,1 0 0 0 0,0 1 0 0 0,0-1 0 0 0,-1 0-1 0 0,1 0 1 0 0,-1 1 0 0 0,1-1 0 0 0,-1 3 0 0 0,3 7 13 0 0,-1 0 0 0 0,-1 1 0 0 0,0-1 0 0 0,-1 22 0 0 0,0-14-42 0 0,0-17-13 0 0,0 20-329 0 0,1 0 1 0 0,0 0-1 0 0,2 0 1 0 0,1-1-1 0 0,0 1 1 0 0,10 24-1 0 0,-6-25-6974 0 0</inkml:trace>
</inkml:ink>
</file>

<file path=ppt/ink/ink1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1.9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 6449 0 0,'11'-8'10082'0'0,"2"43"-8441"0"0,56 321 1126 0 0,-53-252-4724 0 0,2-1-3326 0 0,-14-82-622 0 0</inkml:trace>
</inkml:ink>
</file>

<file path=ppt/ink/ink1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2.1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0 214 5065 0 0,'1'-6'130'0'0,"0"-1"0"0"0,0 0 0 0 0,1 0 0 0 0,0 1 0 0 0,0-1 0 0 0,0 1 1 0 0,1-1-1 0 0,0 1 0 0 0,1 0 0 0 0,-1 0 0 0 0,1 0 0 0 0,0 0 0 0 0,0 1 0 0 0,1 0 0 0 0,-1 0 0 0 0,7-5 0 0 0,7-6 956 0 0,1 2 0 0 0,0 0 0 0 0,1 1 0 0 0,24-12 0 0 0,-37 21-726 0 0,0 1-1 0 0,1 0 1 0 0,-1 0-1 0 0,1 0 1 0 0,0 1 0 0 0,0 0-1 0 0,-1 1 1 0 0,1 0-1 0 0,0 0 1 0 0,0 1-1 0 0,0 0 1 0 0,0 0-1 0 0,0 1 1 0 0,0 0 0 0 0,0 0-1 0 0,10 3 1 0 0,-16-3-320 0 0,0 0 1 0 0,0-1-1 0 0,-1 1 1 0 0,1 0-1 0 0,0 0 1 0 0,0 0 0 0 0,-1 0-1 0 0,1 1 1 0 0,-1-1-1 0 0,1 0 1 0 0,-1 1-1 0 0,0-1 1 0 0,1 1-1 0 0,-1-1 1 0 0,0 1-1 0 0,0 0 1 0 0,0-1 0 0 0,0 1-1 0 0,0 0 1 0 0,-1 0-1 0 0,2 2 1 0 0,-2 0-14 0 0,1 0 0 0 0,-1 0 0 0 0,0 0 0 0 0,1 0 1 0 0,-2 0-1 0 0,1 0 0 0 0,0 0 0 0 0,-1 0 0 0 0,-2 7 0 0 0,-2 4-49 0 0,0-1-1 0 0,-2 0 0 0 0,1 0 0 0 0,-13 17 0 0 0,0-1-473 0 0,-28 35 0 0 0,13-30-2649 0 0</inkml:trace>
</inkml:ink>
</file>

<file path=ppt/ink/ink1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2.5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2304 0 0,'1'15'7314'0'0,"0"-1"-6619"0"0,1-1 0 0 0,0 1 0 0 0,0 0 0 0 0,2-1 0 0 0,0 0 0 0 0,6 15 0 0 0,-9-24-590 0 0,1 1 0 0 0,0-1 1 0 0,1 0-1 0 0,-1 0 1 0 0,1 0-1 0 0,0 0 1 0 0,0-1-1 0 0,0 1 1 0 0,0-1-1 0 0,1 1 0 0 0,-1-1 1 0 0,1 0-1 0 0,0-1 1 0 0,0 1-1 0 0,0-1 1 0 0,0 1-1 0 0,0-1 0 0 0,1 0 1 0 0,-1-1-1 0 0,1 1 1 0 0,-1-1-1 0 0,7 1 1 0 0,-7-2-143 0 0,0 0 1 0 0,-1 0-1 0 0,1-1 1 0 0,0 1-1 0 0,-1-1 1 0 0,1 0-1 0 0,0 0 1 0 0,-1 0-1 0 0,1-1 1 0 0,-1 1-1 0 0,0-1 1 0 0,0 0-1 0 0,1 0 1 0 0,-1 0-1 0 0,0 0 1 0 0,0-1 0 0 0,-1 1-1 0 0,1-1 1 0 0,-1 1-1 0 0,1-1 1 0 0,-1 0-1 0 0,0 0 1 0 0,3-4-1 0 0,5-9 68 0 0,-1-1 0 0 0,0 0 0 0 0,7-19-1 0 0,-15 33-3 0 0,13-34 652 0 0,-11 26-233 0 0,1 0-1 0 0,0 1 1 0 0,1-1-1 0 0,0 1 1 0 0,0 0 0 0 0,12-15-1 0 0,-17 24-402 0 0,1 1-1 0 0,-1-1 0 0 0,0 1 0 0 0,1-1 1 0 0,-1 1-1 0 0,1-1 0 0 0,-1 1 1 0 0,1 0-1 0 0,-1-1 0 0 0,1 1 0 0 0,0 0 1 0 0,-1-1-1 0 0,1 1 0 0 0,-1 0 1 0 0,1 0-1 0 0,-1 0 0 0 0,1-1 1 0 0,0 1-1 0 0,-1 0 0 0 0,1 0 0 0 0,0 0 1 0 0,-1 0-1 0 0,1 0 0 0 0,0 0 1 0 0,-1 0-1 0 0,1 0 0 0 0,-1 0 0 0 0,1 1 1 0 0,0-1-1 0 0,-1 0 0 0 0,1 0 1 0 0,-1 1-1 0 0,1-1 0 0 0,0 0 0 0 0,-1 0 1 0 0,1 1-1 0 0,-1-1 0 0 0,1 1 1 0 0,-1-1-1 0 0,1 0 0 0 0,-1 1 1 0 0,0-1-1 0 0,1 1 0 0 0,-1-1 0 0 0,1 1 1 0 0,-1 0-1 0 0,0-1 0 0 0,0 1 1 0 0,1-1-1 0 0,-1 1 0 0 0,0-1 0 0 0,0 1 1 0 0,0 0-1 0 0,1-1 0 0 0,-1 2 1 0 0,12 37 163 0 0,-12-37-178 0 0,7 32-66 0 0,-5-22-366 0 0,0 0-1 0 0,1 0 1 0 0,1 0 0 0 0,0 0 0 0 0,0 0-1 0 0,1 0 1 0 0,12 19 0 0 0,-3-12-6632 0 0</inkml:trace>
</inkml:ink>
</file>

<file path=ppt/ink/ink1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2.8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 6449 0 0,'28'-1'14046'0'0,"-25"15"-14582"0"0,58 356 3686 0 0,-48-242-4627 0 0,11 68-4773 0 0,-17-165-378 0 0</inkml:trace>
</inkml:ink>
</file>

<file path=ppt/ink/ink1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3.0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97 158 6913 0 0,'-11'-4'-270'0'0,"0"-1"875"0"0,0 1-1 0 0,0-2 0 0 0,-13-7 1 0 0,22 11-285 0 0,0 1 0 0 0,0 0 1 0 0,0-1-1 0 0,0 1 0 0 0,0-1 0 0 0,1 0 0 0 0,-1 0 1 0 0,0 0-1 0 0,1 0 0 0 0,0 0 0 0 0,-1 0 1 0 0,1 0-1 0 0,0 0 0 0 0,0 0 0 0 0,0 0 1 0 0,0-1-1 0 0,0 1 0 0 0,1 0 0 0 0,-1-1 0 0 0,1 1 1 0 0,0-1-1 0 0,-1-3 0 0 0,2 4-155 0 0,-1 1-1 0 0,1-1 0 0 0,0 0 1 0 0,0 1-1 0 0,-1-1 0 0 0,1 0 1 0 0,0 1-1 0 0,0-1 1 0 0,0 1-1 0 0,1-1 0 0 0,-1 1 1 0 0,0 0-1 0 0,1 0 0 0 0,-1-1 1 0 0,0 1-1 0 0,1 0 0 0 0,-1 0 1 0 0,1 0-1 0 0,0 1 1 0 0,-1-1-1 0 0,1 0 0 0 0,0 0 1 0 0,2 0-1 0 0,47-12 326 0 0,-40 11-160 0 0,73-15-112 0 0,-28 9-5978 0 0,-17 3-959 0 0</inkml:trace>
</inkml:ink>
</file>

<file path=ppt/ink/ink1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4.2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1019 160 5529 0 0,'0'-6'314'0'0,"-1"1"-1"0"0,0 0 1 0 0,0-1-1 0 0,-1 1 1 0 0,0 0-1 0 0,1 0 1 0 0,-2 0 0 0 0,1 0-1 0 0,-1 0 1 0 0,1 1-1 0 0,-1-1 1 0 0,-1 1-1 0 0,-4-6 1 0 0,1 2 88 0 0,0 1 0 0 0,0 0 0 0 0,-1 0 0 0 0,0 1 0 0 0,0-1 0 0 0,-10-4 0 0 0,8 6-129 0 0,1 0 0 0 0,-1 1 1 0 0,-1 0-1 0 0,1 1 0 0 0,0 0 0 0 0,-1 0 0 0 0,0 1 0 0 0,1 1 0 0 0,-1 0 0 0 0,0 0 0 0 0,-19 2 0 0 0,15 1-54 0 0,0 1 1 0 0,0 0 0 0 0,0 1-1 0 0,1 1 1 0 0,-1 0-1 0 0,1 1 1 0 0,-20 11-1 0 0,-8 11 40 0 0,1 1 0 0 0,2 2-1 0 0,-70 70 1 0 0,108-99-256 0 0,-50 48 258 0 0,-85 112 0 0 0,115-133-144 0 0,1 2 0 0 0,2 1 0 0 0,1 0 0 0 0,1 1 0 0 0,-19 62 0 0 0,9-4-9 0 0,4 1-1 0 0,4 1 0 0 0,5 1 0 0 0,-4 161 0 0 0,18-208-104 0 0,3 1 0 0 0,1-1-1 0 0,3 1 1 0 0,1-2-1 0 0,3 1 1 0 0,18 45-1 0 0,-18-61 2 0 0,1-1-1 0 0,2 0 1 0 0,1-1-1 0 0,2 0 1 0 0,0-2 0 0 0,2 0-1 0 0,1-1 1 0 0,1-1-1 0 0,37 33 1 0 0,15-2-92 0 0,1-2 1 0 0,3-4 0 0 0,163 76-1 0 0,-191-104 179 0 0,0-2-1 0 0,1-3 0 0 0,1-2 0 0 0,0-2 1 0 0,63 7-1 0 0,-89-18-40 0 0,-1-1 1 0 0,1-2-1 0 0,0 0 1 0 0,-1-2-1 0 0,43-9 1 0 0,-21 0-27 0 0,-2-2 0 0 0,50-22 0 0 0,-68 23-18 0 0,-1-2 0 0 0,0 0 0 0 0,-2-1 0 0 0,0-2 1 0 0,0 0-1 0 0,-2-2 0 0 0,0 0 0 0 0,19-25 1 0 0,-5 2 238 0 0,-2-2 0 0 0,-2-1 0 0 0,34-65 0 0 0,-46 68-109 0 0,-1-1 0 0 0,-2 0 0 0 0,-2-1 0 0 0,-2-1 0 0 0,10-67 0 0 0,-9 12 163 0 0,0-149 1 0 0,-14 178-234 0 0,-4 0 0 0 0,-3 0 0 0 0,-3 1 0 0 0,-3 0 0 0 0,-3 0 0 0 0,-41-111 0 0 0,41 145-5 0 0,-1 1 0 0 0,-2 1 0 0 0,-47-64-1 0 0,27 48-123 0 0,-79-76 0 0 0,94 105-61 0 0,-1 1 1 0 0,-1 2-1 0 0,-1 0 1 0 0,0 2-1 0 0,-2 0 1 0 0,-43-17-1 0 0,-39-8-6825 0 0,84 34-98 0 0</inkml:trace>
</inkml:ink>
</file>

<file path=ppt/ink/ink1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5.1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37 10138 0 0,'-2'3'541'0'0,"0"1"-1"0"0,0-1 1 0 0,0 1-1 0 0,1 0 1 0 0,-1-1 0 0 0,1 1-1 0 0,-1 4 1 0 0,1-7-240 0 0,-1 6-146 0 0,1 0 0 0 0,-1 1 0 0 0,2-1-1 0 0,-1 0 1 0 0,1 1 0 0 0,0-1 0 0 0,0 1-1 0 0,1-1 1 0 0,0 0 0 0 0,0 1 0 0 0,1-1-1 0 0,0 0 1 0 0,0 0 0 0 0,0 0-1 0 0,1 0 1 0 0,1 0 0 0 0,-1-1 0 0 0,1 1-1 0 0,4 5 1 0 0,-2-3-199 0 0,1-1 0 0 0,0 1-1 0 0,0-2 1 0 0,0 1 0 0 0,1-1 0 0 0,0 0-1 0 0,1-1 1 0 0,-1 0 0 0 0,1 0-1 0 0,1 0 1 0 0,-1-2 0 0 0,19 8 0 0 0,-26-11 108 0 0,0 0 1 0 0,0 0-1 0 0,0 0 1 0 0,0-1-1 0 0,-1 1 1 0 0,1-1-1 0 0,0 0 1 0 0,0 1-1 0 0,0-1 1 0 0,0 0 0 0 0,0 0-1 0 0,0 0 1 0 0,0 0-1 0 0,0-1 1 0 0,0 1-1 0 0,0 0 1 0 0,0-1-1 0 0,0 0 1 0 0,0 1-1 0 0,0-1 1 0 0,0 0-1 0 0,-1 0 1 0 0,1 0-1 0 0,0 0 1 0 0,-1 0 0 0 0,1 0-1 0 0,-1-1 1 0 0,1 1-1 0 0,-1 0 1 0 0,1-1-1 0 0,-1 1 1 0 0,0-1-1 0 0,0 0 1 0 0,0 1-1 0 0,0-1 1 0 0,0 0-1 0 0,0 0 1 0 0,0 1-1 0 0,0-1 1 0 0,-1 0-1 0 0,1 0 1 0 0,-1 0 0 0 0,0 0-1 0 0,1-4 1 0 0,0-4 110 0 0,-1 1 0 0 0,0-1 0 0 0,0 1 0 0 0,-1-1 0 0 0,0 1 0 0 0,-1 0 0 0 0,0-1 0 0 0,-3-10 0 0 0,0 8-231 0 0,1-1 0 0 0,-1 1 1 0 0,-1 0-1 0 0,0 1 0 0 0,-1-1 0 0 0,0 1 0 0 0,-1 1 0 0 0,0-1 0 0 0,0 1 0 0 0,-1 1 0 0 0,-1 0 0 0 0,1 0 0 0 0,-2 0 0 0 0,1 2 0 0 0,-15-9 0 0 0,15 11-976 0 0</inkml:trace>
</inkml:ink>
</file>

<file path=ppt/ink/ink1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5.5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93 7834 0 0,'0'6'7499'0'0,"1"5"-3676"0"0,0 0-3249 0 0,0 0 0 0 0,0 1 0 0 0,6 19 1 0 0,-2-20-480 0 0,0 0 0 0 0,0-1 1 0 0,1 0-1 0 0,8 10 0 0 0,-11-16-130 0 0,0 0 0 0 0,0 0 0 0 0,1 0 0 0 0,0 0 0 0 0,0 0 0 0 0,0-1 0 0 0,0 0 0 0 0,1 0 0 0 0,-1 0 0 0 0,1 0 0 0 0,5 2 0 0 0,-8-5-23 0 0,0 1 1 0 0,-1-1-1 0 0,1 1 1 0 0,0-1-1 0 0,0 0 0 0 0,0 0 1 0 0,0 0-1 0 0,0 0 1 0 0,-1 0-1 0 0,1 0 1 0 0,0 0-1 0 0,0-1 1 0 0,0 1-1 0 0,0-1 1 0 0,-1 1-1 0 0,1-1 1 0 0,0 0-1 0 0,-1 0 1 0 0,3-1-1 0 0,0-1-14 0 0,-1 1-1 0 0,0-1 1 0 0,0 0-1 0 0,0 0 1 0 0,0 0-1 0 0,0-1 1 0 0,-1 1-1 0 0,3-5 1 0 0,2-5-52 0 0,0 0 1 0 0,-2-1 0 0 0,9-26-1 0 0,-9 24 247 0 0,-1-1 0 0 0,0 0 1 0 0,-1 0-1 0 0,-1-1 0 0 0,-1 1 0 0 0,0 0 0 0 0,-3-28 1 0 0,-3 57 1883 0 0,0 13-1738 0 0,6-5-586 0 0,0 0 1 0 0,1 1-1 0 0,1-1 0 0 0,0 0 0 0 0,10 27 1 0 0,-6-29-7087 0 0</inkml:trace>
</inkml:ink>
</file>

<file path=ppt/ink/ink1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5.9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16 9674 0 0,'8'-16'9466'0'0,"-10"54"-4658"0"0,1-21-5538 0 0,1 44 922 0 0,3 0 0 0 0,12 66 1 0 0,31 120-1302 0 0,-35-199 433 0 0,-4-12-418 0 0</inkml:trace>
</inkml:ink>
</file>

<file path=ppt/ink/ink1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6.1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1 126 9218 0 0,'0'-1'84'0'0,"0"0"-1"0"0,0 0 1 0 0,0 0 0 0 0,-1-1 0 0 0,1 1-1 0 0,0 0 1 0 0,0 0 0 0 0,1 0 0 0 0,-1 0-1 0 0,0 0 1 0 0,0 0 0 0 0,0 0 0 0 0,1 0-1 0 0,-1 0 1 0 0,0 0 0 0 0,1 0 0 0 0,-1 0-1 0 0,1 0 1 0 0,0 0 0 0 0,-1 0 0 0 0,1 0-1 0 0,-1 0 1 0 0,1 0 0 0 0,0 1 0 0 0,0-1-1 0 0,0 0 1 0 0,-1 0 0 0 0,1 1 0 0 0,0-1-1 0 0,0 1 1 0 0,2-2 0 0 0,39-23 2964 0 0,-33 19-2959 0 0,5-2 20 0 0,0-1-1 0 0,0 2 0 0 0,1 0 1 0 0,0 0-1 0 0,1 2 0 0 0,-1 0 1 0 0,1 1-1 0 0,0 0 0 0 0,0 1 1 0 0,0 1-1 0 0,1 0 0 0 0,18 2 1 0 0,-13 2-109 0 0</inkml:trace>
</inkml:ink>
</file>

<file path=ppt/ink/ink1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6.7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13363 0 0,'3'-1'238'0'0,"0"1"-1"0"0,0-1 1 0 0,1 1 0 0 0,-1 0 0 0 0,0 0-1 0 0,0 0 1 0 0,0 0 0 0 0,0 1 0 0 0,0-1-1 0 0,0 1 1 0 0,0 0 0 0 0,0 0 0 0 0,0 0-1 0 0,0 0 1 0 0,0 0 0 0 0,-1 1 0 0 0,1-1-1 0 0,0 1 1 0 0,-1 0 0 0 0,1 0 0 0 0,-1 0-1 0 0,0 0 1 0 0,0 0 0 0 0,3 4 0 0 0,2 1 117 0 0,-1 0 1 0 0,-1 1-1 0 0,1 0 1 0 0,-1 0-1 0 0,0 0 1 0 0,5 16-1 0 0,-2 1-216 0 0,-1 1-1 0 0,-1-1 0 0 0,-2 1 0 0 0,3 49 1 0 0,-5 1-6645 0 0,-1-47-369 0 0</inkml:trace>
</inkml:ink>
</file>

<file path=ppt/ink/ink1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6.9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46 5529 0 0,'17'-9'823'0'0,"1"2"-1"0"0,0 0 0 0 0,0 1 1 0 0,32-6-1 0 0,-40 10-189 0 0,0 1 0 0 0,0 0 0 0 0,0 0 0 0 0,0 1 0 0 0,0 1 0 0 0,0-1 0 0 0,0 2 0 0 0,0-1 0 0 0,0 2 0 0 0,14 4 0 0 0,-22-7-530 0 0,0 1 0 0 0,0 0 0 0 0,-1-1 0 0 0,1 1 0 0 0,0 0 1 0 0,-1 0-1 0 0,1 0 0 0 0,-1 0 0 0 0,1 0 0 0 0,-1 0 0 0 0,1 1 1 0 0,-1-1-1 0 0,0 0 0 0 0,0 1 0 0 0,1-1 0 0 0,-1 1 0 0 0,0-1 1 0 0,0 1-1 0 0,-1 0 0 0 0,1-1 0 0 0,0 1 0 0 0,0 0 0 0 0,0 2 1 0 0,-1-1-34 0 0,0 0 0 0 0,-1 0 0 0 0,1-1 0 0 0,0 1 1 0 0,-1 0-1 0 0,0 0 0 0 0,1-1 0 0 0,-1 1 1 0 0,0-1-1 0 0,0 1 0 0 0,-1 0 0 0 0,1-1 0 0 0,-4 5 1 0 0,-5 6-97 0 0,0-1 0 0 0,-1 0 1 0 0,-1-1-1 0 0,-13 11 0 0 0,22-20 12 0 0,-65 52-2681 0 0,46-37-3576 0 0</inkml:trace>
</inkml:ink>
</file>

<file path=ppt/ink/ink1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7.3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 8754 0 0,'5'4'817'0'0,"-2"0"0"0"0,1 1-1 0 0,-1-1 1 0 0,1 1 0 0 0,-1 0 0 0 0,0 0 0 0 0,-1 0 0 0 0,1 1 0 0 0,-1-1-1 0 0,2 9 1 0 0,-1 1-395 0 0,-1-1-1 0 0,1 25 1 0 0,-2-24-331 0 0,0 1-1 0 0,7 28 1 0 0,-8-44-115 0 0,0 1 0 0 0,0 0 0 0 0,0 0 0 0 0,0-1 1 0 0,0 1-1 0 0,0 0 0 0 0,0 0 0 0 0,0-1 0 0 0,1 1 0 0 0,-1 0 0 0 0,0 0 0 0 0,1-1 0 0 0,-1 1 0 0 0,0 0 0 0 0,1-1 1 0 0,-1 1-1 0 0,1-1 0 0 0,-1 1 0 0 0,1 0 0 0 0,-1-1 0 0 0,1 1 0 0 0,-1-1 0 0 0,1 1 0 0 0,0-1 0 0 0,-1 0 0 0 0,1 1 0 0 0,0-1 1 0 0,-1 0-1 0 0,1 1 0 0 0,0-1 0 0 0,0 0 0 0 0,-1 0 0 0 0,1 0 0 0 0,0 1 0 0 0,0-1 0 0 0,-1 0 0 0 0,1 0 0 0 0,0 0 0 0 0,0 0 1 0 0,-1 0-1 0 0,1 0 0 0 0,0-1 0 0 0,0 1 0 0 0,-1 0 0 0 0,1 0 0 0 0,0-1 0 0 0,0 1 0 0 0,-1 0 0 0 0,1-1 0 0 0,0 1 1 0 0,-1 0-1 0 0,1-1 0 0 0,-1 1 0 0 0,1-1 0 0 0,0 1 0 0 0,-1-1 0 0 0,1 1 0 0 0,-1-1 0 0 0,1 0 0 0 0,-1 1 0 0 0,1-2 1 0 0,3-2-103 0 0,0-1 1 0 0,0 0-1 0 0,0 0 1 0 0,-1-1-1 0 0,0 1 1 0 0,3-6 0 0 0,0-8 313 0 0,-1 0 1 0 0,5-29 0 0 0,-7 30 636 0 0,0-1 0 0 0,12-29-1 0 0,-10 42-508 0 0,0 13 207 0 0,5 27 620 0 0,-4-11-716 0 0,-2-15-1208 0 0,-1-1 1 0 0,1 0-1 0 0,1 0 0 0 0,0 0 1 0 0,0 0-1 0 0,0-1 1 0 0,0 1-1 0 0,10 7 0 0 0,3 1-5820 0 0</inkml:trace>
</inkml:ink>
</file>

<file path=ppt/ink/ink1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7.5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5065 0 0,'5'52'8558'0'0,"5"4"-4465"0"0,-2-15-2485 0 0,-2-10-927 0 0,2 0 0 0 0,1 0-1 0 0,15 34 1 0 0,46 85-768 0 0,-24-57-1825 0 0,-34-65-5309 0 0</inkml:trace>
</inkml:ink>
</file>

<file path=ppt/ink/ink1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27.7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1 156 7370 0 0,'0'-1'171'0'0,"1"-1"0"0"0,0 1 0 0 0,0 0 1 0 0,0-1-1 0 0,0 1 0 0 0,0 0 0 0 0,0-1 1 0 0,0 1-1 0 0,0 0 0 0 0,0 0 1 0 0,1 0-1 0 0,-1 0 0 0 0,1 0 0 0 0,-1 1 1 0 0,3-3-1 0 0,32-15 2589 0 0,-26 13-2407 0 0,26-13 1074 0 0,0 3 0 0 0,52-17 0 0 0,-39 19-2393 0 0,71-11-1 0 0,-93 20 242 0 0,-4-3 426 0 0</inkml:trace>
</inkml:ink>
</file>

<file path=ppt/ink/ink1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2.4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1 177 7834 0 0,'19'-5'3226'0'0,"169"-63"3255"0"0,-116 40-6787 0 0,1 2-1 0 0,81-16 0 0 0,-119 35-967 0 0</inkml:trace>
</inkml:ink>
</file>

<file path=ppt/ink/ink1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2.7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6 9218 0 0,'0'0'63'0'0,"0"0"0"0"0,0 0 1 0 0,0 0-1 0 0,0-1 0 0 0,0 1 0 0 0,0 0 1 0 0,0 0-1 0 0,0 0 0 0 0,0 0 0 0 0,1-4 1455 0 0,0 4-1455 0 0,-1 0 0 0 0,0 0 0 0 0,0 0 1 0 0,0 0-1 0 0,0 0 0 0 0,1 0 0 0 0,-1 0 0 0 0,0 0 1 0 0,0 0-1 0 0,0 0 0 0 0,0 0 0 0 0,1 0 1 0 0,-1 0-1 0 0,0 0 0 0 0,0 0 0 0 0,0 0 1 0 0,0 0-1 0 0,1 0 0 0 0,-1 0 0 0 0,0 0 0 0 0,0 0 1 0 0,0 0-1 0 0,1 0 0 0 0,19 4 2370 0 0,19 10 174 0 0,-31-8-2348 0 0,0 1-1 0 0,-1-1 1 0 0,0 1 0 0 0,0 1-1 0 0,0-1 1 0 0,-1 1-1 0 0,0 1 1 0 0,-1-1-1 0 0,0 1 1 0 0,0-1 0 0 0,-1 1-1 0 0,0 1 1 0 0,0-1-1 0 0,3 15 1 0 0,2 16-172 0 0,-1 1 0 0 0,4 48 0 0 0,-8-46 98 0 0,1-7-382 0 0,16 98-31 0 0,-18-121-228 0 0,1 1 0 0 0,1 0 0 0 0,0-1-1 0 0,0 0 1 0 0,2 0 0 0 0,-1-1 0 0 0,13 17 0 0 0,0-6-6198 0 0</inkml:trace>
</inkml:ink>
</file>

<file path=ppt/ink/ink1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3.0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0 186 1840 0 0,'26'29'3257'0'0,"-18"-21"-2192"0"0,1 1 0 0 0,-1-1-1 0 0,-1 1 1 0 0,10 15 0 0 0,20 23 3863 0 0,-41-60 60 0 0,-2-23-3807 0 0,2 11-773 0 0,0 5-434 0 0,1 1-1 0 0,1 0 0 0 0,1-1 1 0 0,1-20-1 0 0,0 32-465 0 0,1-1-1 0 0,0 1 0 0 0,1-1 1 0 0,0 1-1 0 0,0 0 0 0 0,1-1 0 0 0,0 1 1 0 0,1 0-1 0 0,-1 1 0 0 0,1-1 0 0 0,9-11 1 0 0,2 0-5467 0 0</inkml:trace>
</inkml:ink>
</file>

<file path=ppt/ink/ink1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3.4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157 15 4609 0 0,'0'-1'63'0'0,"0"1"0"0"0,0-1 0 0 0,0 0 1 0 0,-1 1-1 0 0,1-1 0 0 0,0 1 0 0 0,0-1 0 0 0,0 0 0 0 0,0 1 1 0 0,-1-1-1 0 0,1 1 0 0 0,0-1 0 0 0,-1 1 0 0 0,1-1 0 0 0,0 1 0 0 0,-1-1 1 0 0,1 1-1 0 0,0-1 0 0 0,-1 1 0 0 0,1 0 0 0 0,-1-1 0 0 0,1 1 1 0 0,-1 0-1 0 0,1-1 0 0 0,-1 1 0 0 0,1 0 0 0 0,-1 0 0 0 0,0-1 0 0 0,1 1 1 0 0,-1 0-1 0 0,1 0 0 0 0,-1 0 0 0 0,-1 0 0 0 0,-20 10 2428 0 0,21-10-2493 0 0,-8 7 318 0 0,-1-1 1 0 0,1 2-1 0 0,1-1 1 0 0,-1 1 0 0 0,1 1-1 0 0,1 0 1 0 0,0 0-1 0 0,0 0 1 0 0,1 1-1 0 0,0-1 1 0 0,-7 18 0 0 0,9-20-327 0 0,1 0 1 0 0,0 0 0 0 0,1 1 0 0 0,0-1 0 0 0,0 1 0 0 0,0-1 0 0 0,1 1 0 0 0,0 0 0 0 0,1-1 0 0 0,0 1 0 0 0,0 0-1 0 0,0 0 1 0 0,1-1 0 0 0,0 1 0 0 0,1 0 0 0 0,0-1 0 0 0,0 1 0 0 0,3 6 0 0 0,-4-12-99 0 0,0 0-1 0 0,-1 0 1 0 0,1-1 0 0 0,0 1 0 0 0,0 0 0 0 0,0-1-1 0 0,0 1 1 0 0,0-1 0 0 0,1 1 0 0 0,-1-1 0 0 0,0 1-1 0 0,1-1 1 0 0,-1 0 0 0 0,1 0 0 0 0,-1 0 0 0 0,1 0-1 0 0,0 0 1 0 0,-1 0 0 0 0,1 0 0 0 0,0 0 0 0 0,0-1-1 0 0,0 1 1 0 0,3 0 0 0 0,-3-1 37 0 0,0-1 0 0 0,0 1 0 0 0,1-1 0 0 0,-1 0 0 0 0,0 1 1 0 0,0-1-1 0 0,0 0 0 0 0,0 0 0 0 0,0 0 0 0 0,0-1 0 0 0,0 1 0 0 0,0 0 0 0 0,0-1 0 0 0,-1 1 0 0 0,1-1 0 0 0,2-2 0 0 0,4-6 171 0 0,-1 0 1 0 0,0 0-1 0 0,-1-1 0 0 0,0 0 0 0 0,0 0 0 0 0,4-12 0 0 0,2-17 337 0 0,-9 27 412 0 0,1 1 0 0 0,1-1 0 0 0,-1 1-1 0 0,2 0 1 0 0,13-22 0 0 0,-19 34-827 0 0,0 0-1 0 0,0 0 1 0 0,0 0-1 0 0,0-1 1 0 0,0 1-1 0 0,1 0 1 0 0,-1 0-1 0 0,0 0 1 0 0,0 0 0 0 0,0 0-1 0 0,0 0 1 0 0,1-1-1 0 0,-1 1 1 0 0,0 0-1 0 0,0 0 1 0 0,0 0-1 0 0,1 0 1 0 0,-1 0-1 0 0,0 0 1 0 0,0 0-1 0 0,1 0 1 0 0,-1 0-1 0 0,0 0 1 0 0,0 0-1 0 0,0 0 1 0 0,1 0 0 0 0,-1 0-1 0 0,0 0 1 0 0,0 0-1 0 0,0 0 1 0 0,1 0-1 0 0,-1 0 1 0 0,0 0-1 0 0,0 1 1 0 0,0-1-1 0 0,1 0 1 0 0,-1 0-1 0 0,0 0 1 0 0,0 0-1 0 0,0 0 1 0 0,0 1-1 0 0,1-1 1 0 0,-1 0-1 0 0,9 14 1533 0 0,2 14 538 0 0,7 19-3272 0 0,-13-34 80 0 0</inkml:trace>
</inkml:ink>
</file>

<file path=ppt/ink/ink1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3.6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25 8290 0 0,'14'-24'4809'0'0,"-13"24"-4621"0"0,0 1 1 0 0,-1-1-1 0 0,1 0 1 0 0,0 1-1 0 0,-1-1 1 0 0,1 1-1 0 0,0-1 1 0 0,-1 1 0 0 0,1-1-1 0 0,0 1 1 0 0,-1-1-1 0 0,1 1 1 0 0,-1 0-1 0 0,1-1 1 0 0,-1 1-1 0 0,0 0 1 0 0,1 0 0 0 0,-1-1-1 0 0,1 1 1 0 0,-1 0-1 0 0,0 0 1 0 0,0-1-1 0 0,0 1 1 0 0,1 0-1 0 0,-1 0 1 0 0,0 0 0 0 0,0 0-1 0 0,0-1 1 0 0,0 1-1 0 0,0 0 1 0 0,0 0-1 0 0,-1 0 1 0 0,1 1 0 0 0,1 26 403 0 0,0 0-284 0 0,6 34 0 0 0,-5-53-833 0 0,-1 0 0 0 0,2-1 0 0 0,0 1 0 0 0,0-1 1 0 0,0 1-1 0 0,1-1 0 0 0,0 0 0 0 0,6 8 0 0 0,-2-6-906 0 0</inkml:trace>
</inkml:ink>
</file>

<file path=ppt/ink/ink1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3.8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53 13827 0 0,'-4'-13'608'0'0,"1"3"128"0"0,0 2-584 0 0,2 2-152 0 0,1 2 720 0 0,0 1 113 0 0,0 1 31 0 0,0-3 0 0 0,1 4-864 0 0,2 1-224 0 0,-1 4-24 0 0,2 4 0 0 0,0 5-2129 0 0,3 2-431 0 0,3 4-81 0 0,2 1-24 0 0</inkml:trace>
</inkml:ink>
</file>

<file path=ppt/ink/ink1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4.2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34 5185 0 0,'-2'-5'231'0'0,"-6"-11"-245"0"0,8 16 75 0 0,-1-1 1 0 0,1 1-1 0 0,0 0 1 0 0,0-1-1 0 0,0 1 1 0 0,0 0-1 0 0,0-1 1 0 0,0 1-1 0 0,0-1 1 0 0,0 1-1 0 0,0 0 1 0 0,0-1-1 0 0,0 1 1 0 0,0-1-1 0 0,0 1 1 0 0,0 0-1 0 0,0-1 1 0 0,0 1-1 0 0,0 0 1 0 0,1-1-1 0 0,-1 1 1 0 0,0 0-1 0 0,0-1 1 0 0,0 1-1 0 0,1 0 1 0 0,-1-1-1 0 0,0 1 1 0 0,0 0-1 0 0,1-1 1 0 0,-1 1-1 0 0,0 0 1 0 0,1 0-1 0 0,-1 0 1 0 0,0-1-1 0 0,1 1 1 0 0,-1 0-1 0 0,1 0 1 0 0,0 1 86 0 0,0 0 1 0 0,0 1-1 0 0,0-1 0 0 0,0 1 1 0 0,0 0-1 0 0,0-1 1 0 0,0 1-1 0 0,-1 0 0 0 0,1-1 1 0 0,-1 1-1 0 0,1 0 0 0 0,-1 0 1 0 0,0 0-1 0 0,1 3 0 0 0,-1-4-90 0 0,10 51 1159 0 0,-9-39-1167 0 0,0 0 0 0 0,2-1 0 0 0,0 1 0 0 0,0 0 0 0 0,1-1 0 0 0,0 0 0 0 0,1 0 0 0 0,1 0 0 0 0,10 16 0 0 0,-16-27-86 0 0,1 0 0 0 0,0-1 0 0 0,-1 1 0 0 0,1 0 0 0 0,-1 0 0 0 0,1 0 0 0 0,0-1 0 0 0,0 1 0 0 0,-1 0 0 0 0,1-1 1 0 0,0 1-1 0 0,0-1 0 0 0,0 1 0 0 0,0-1 0 0 0,0 1 0 0 0,0-1 0 0 0,0 0 0 0 0,0 1 0 0 0,0-1 0 0 0,0 0 0 0 0,0 0 1 0 0,0 0-1 0 0,0 0 0 0 0,0 0 0 0 0,0 0 0 0 0,0 0 0 0 0,0 0 0 0 0,0 0 0 0 0,0 0 0 0 0,0-1 0 0 0,0 1 0 0 0,0 0 1 0 0,0-1-1 0 0,-1 1 0 0 0,1 0 0 0 0,0-1 0 0 0,0 1 0 0 0,0-1 0 0 0,0 0 0 0 0,0 1 0 0 0,-1-1 0 0 0,1 0 1 0 0,0 1-1 0 0,-1-1 0 0 0,1 0 0 0 0,0 0 0 0 0,-1 0 0 0 0,1 1 0 0 0,-1-1 0 0 0,1 0 0 0 0,-1 0 0 0 0,1-1 0 0 0,4-9 162 0 0,1 1 0 0 0,-2-1 0 0 0,6-19-1 0 0,-6 18-197 0 0,1 1-18 0 0,-1 0-1 0 0,2 0 0 0 0,-1 0 1 0 0,2 0-1 0 0,9-12 1 0 0,-14 20 215 0 0,0 1 1 0 0,0 0 0 0 0,0 0-1 0 0,0 0 1 0 0,1 0 0 0 0,-1 0 0 0 0,0 1-1 0 0,1-1 1 0 0,-1 1 0 0 0,1-1 0 0 0,0 1-1 0 0,4-1 1 0 0,-6 1 31 0 0,1 1 1 0 0,0 0-1 0 0,0 0 1 0 0,0 0-1 0 0,0 0 1 0 0,-1 0-1 0 0,1 1 1 0 0,0-1-1 0 0,0 0 1 0 0,0 1-1 0 0,-1 0 1 0 0,1-1-1 0 0,0 1 1 0 0,-1 0-1 0 0,1 0 1 0 0,-1 0-1 0 0,1 0 1 0 0,-1 0-1 0 0,1 0 1 0 0,-1 0-1 0 0,0 0 1 0 0,2 2-1 0 0,3 5-46 0 0,-1 0 0 0 0,0 0-1 0 0,-1 0 1 0 0,0 0 0 0 0,0 1 0 0 0,-1 0 0 0 0,0 0-1 0 0,0 0 1 0 0,-1 0 0 0 0,1 11 0 0 0,10 29-1967 0 0,-8-36 618 0 0,1 0 1 0 0,0-1 0 0 0,13 21 0 0 0,-4-11-546 0 0</inkml:trace>
</inkml:ink>
</file>

<file path=ppt/ink/ink1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4.5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8290 0 0,'10'34'6284'0'0,"0"-3"-4116"0"0,0 52-1259 0 0,-8-61-3096 0 0,1 1 0 0 0,7 31 0 0 0,1-32-1923 0 0,-4-16 3355 0 0</inkml:trace>
</inkml:ink>
</file>

<file path=ppt/ink/ink1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4.6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18 7834 0 0,'1'-7'696'0'0,"2"2"-560"0"0,0 2-136 0 0,-2 3 0 0 0,0 0 328 0 0,2 0 40 0 0,0-1 8 0 0,4-1 0 0 0,0 4-208 0 0,1 0-40 0 0,2 4 0 0 0,0 4-8 0 0,1 2-120 0 0,0 2 0 0 0,5 3 0 0 0</inkml:trace>
</inkml:ink>
</file>

<file path=ppt/ink/ink1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5.3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90 8290 0 0,'1'-1'264'0'0,"0"-1"0"0"0,0 0 0 0 0,-1 0-1 0 0,1 1 1 0 0,0-1 0 0 0,1 0 0 0 0,-1 1 0 0 0,0-1 0 0 0,0 1 0 0 0,1 0 0 0 0,-1-1 0 0 0,1 1 0 0 0,-1 0 0 0 0,1 0 0 0 0,-1 0 0 0 0,4-2 0 0 0,29-13 2978 0 0,-33 16-3189 0 0,1 0 0 0 0,0 0 0 0 0,0 0 0 0 0,0 0 0 0 0,0 0 0 0 0,0 0 0 0 0,0 1 0 0 0,0-1 0 0 0,0 1 0 0 0,-1 0 0 0 0,1-1 0 0 0,0 1 0 0 0,0 0 0 0 0,-1 0 0 0 0,1 0 0 0 0,0 0 0 0 0,-1 0 0 0 0,1 1 0 0 0,-1-1 0 0 0,0 0 0 0 0,1 1 0 0 0,-1-1 0 0 0,0 1 0 0 0,0-1 0 0 0,0 1 0 0 0,0 0 0 0 0,0-1 0 0 0,0 1 0 0 0,1 2 0 0 0,4 9 390 0 0,-1 0 0 0 0,0 1 0 0 0,3 14-1 0 0,-3-8-226 0 0,-2-14-226 0 0,7 28-148 0 0,-10-33 152 0 0,0 1 0 0 0,1-1 0 0 0,-1 0 0 0 0,0 0 0 0 0,0 1 0 0 0,0-1 0 0 0,0 0 0 0 0,0 1 0 0 0,0-1 0 0 0,0 0 0 0 0,0 0 0 0 0,0 1-1 0 0,-1-1 1 0 0,1 0 0 0 0,-1 0 0 0 0,1 1 0 0 0,-1-1 0 0 0,1 0 0 0 0,-1 0 0 0 0,0 0 0 0 0,-1 2 0 0 0,2-2 5 0 0,0-1 1 0 0,0 0-1 0 0,0 0 1 0 0,0 0-1 0 0,-1 0 1 0 0,1 1-1 0 0,0-1 1 0 0,0 0-1 0 0,0 0 1 0 0,0 0-1 0 0,-1 0 1 0 0,1 0-1 0 0,0 0 1 0 0,0 1-1 0 0,0-1 1 0 0,-1 0-1 0 0,1 0 1 0 0,0 0-1 0 0,0 0 1 0 0,-1 0-1 0 0,1 0 1 0 0,0 0-1 0 0,0 0 1 0 0,0 0-1 0 0,-1 0 1 0 0,1 0-1 0 0,0 0 1 0 0,0 0-1 0 0,-1 0 1 0 0,1 0-1 0 0,0 0 1 0 0,0 0-1 0 0,0 0 1 0 0,-1-1-1 0 0,1 1 1 0 0,0 0-1 0 0,0 0 1 0 0,0 0-1 0 0,-1 0 1 0 0,1 0-1 0 0,0-1 1 0 0,-1-11-37 0 0,8-13 20 0 0,9-5 289 0 0,2 0 1 0 0,1 1-1 0 0,36-42 1 0 0,-52 68-191 0 0,0-1 1 0 0,0 1-1 0 0,1 0 1 0 0,-1 0-1 0 0,1 0 0 0 0,0 0 1 0 0,-1 1-1 0 0,1-1 1 0 0,0 1-1 0 0,1 0 1 0 0,-1 0-1 0 0,0 1 1 0 0,9-3-1 0 0,-10 4-64 0 0,-1 0 1 0 0,1 0-1 0 0,0 0 0 0 0,-1 0 1 0 0,1 1-1 0 0,-1-1 0 0 0,1 1 1 0 0,0 0-1 0 0,-1 0 0 0 0,0 0 1 0 0,1 0-1 0 0,-1 0 0 0 0,1 0 1 0 0,-1 1-1 0 0,0-1 0 0 0,0 1 1 0 0,0-1-1 0 0,0 1 0 0 0,0 0 1 0 0,0 0-1 0 0,-1 0 0 0 0,1 0 1 0 0,0 0-1 0 0,-1 0 0 0 0,2 4 1 0 0,10 17 52 0 0,-1 0 0 0 0,12 35 0 0 0,-15-33-954 0 0,2-2-1 0 0,21 38 1 0 0,-21-44-1197 0 0,-1-2-4342 0 0</inkml:trace>
</inkml:ink>
</file>

<file path=ppt/ink/ink1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5.6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8 3225 0 0,'3'-3'-131'0'0,"2"-2"988"0"0,-6 13 1947 0 0,0-3-2149 0 0,-2 7-169 0 0,-1-1-54 0 0,1 0-1 0 0,1 0 1 0 0,0 0-1 0 0,0 1 1 0 0,1-1-1 0 0,1 0 1 0 0,0 1-1 0 0,0-1 1 0 0,1 0-1 0 0,3 15 1 0 0,-4-26-400 0 0,0 0 0 0 0,0 0 1 0 0,0 0-1 0 0,0 0 0 0 0,0 0 0 0 0,0 0 1 0 0,0 1-1 0 0,0-1 0 0 0,0 0 0 0 0,1 0 1 0 0,-1 0-1 0 0,0 0 0 0 0,0 0 1 0 0,0 0-1 0 0,0 0 0 0 0,0 0 0 0 0,0 1 1 0 0,0-1-1 0 0,0 0 0 0 0,0 0 1 0 0,0 0-1 0 0,0 0 0 0 0,0 0 0 0 0,1 0 1 0 0,-1 0-1 0 0,0 0 0 0 0,0 0 0 0 0,0 0 1 0 0,0 0-1 0 0,0 0 0 0 0,0 0 1 0 0,0 0-1 0 0,1 0 0 0 0,-1 1 0 0 0,0-1 1 0 0,0 0-1 0 0,0 0 0 0 0,0 0 0 0 0,0 0 1 0 0,0-1-1 0 0,1 1 0 0 0,-1 0 1 0 0,0 0-1 0 0,0 0 0 0 0,0 0 0 0 0,0 0 1 0 0,0 0-1 0 0,0 0 0 0 0,0 0 1 0 0,0 0-1 0 0,1 0 0 0 0,-1 0 0 0 0,0 0 1 0 0,0 0-1 0 0,0 0 0 0 0,7-10 1054 0 0,5-18 56 0 0,-11 24-858 0 0,4-8 31 0 0,2-5 308 0 0,17-33 0 0 0,-22 47-514 0 0,0 0 0 0 0,0 0 0 0 0,0 0 0 0 0,0 0 0 0 0,0 0 0 0 0,1 1 0 0 0,-1-1 0 0 0,1 1 0 0 0,-1-1 0 0 0,1 1 0 0 0,0 0 0 0 0,0 0-1 0 0,0 0 1 0 0,0 1 0 0 0,1-1 0 0 0,-1 1 0 0 0,4-2 0 0 0,-5 3-61 0 0,0 0 1 0 0,0 1-1 0 0,-1-1 0 0 0,1 0 0 0 0,0 1 0 0 0,0-1 0 0 0,0 1 0 0 0,-1 0 0 0 0,1-1 0 0 0,0 1 1 0 0,-1 0-1 0 0,1 0 0 0 0,-1 0 0 0 0,1 0 0 0 0,-1 1 0 0 0,1-1 0 0 0,-1 0 0 0 0,0 1 0 0 0,1-1 0 0 0,-1 0 1 0 0,0 1-1 0 0,0-1 0 0 0,0 1 0 0 0,0 0 0 0 0,0-1 0 0 0,-1 1 0 0 0,1 0 0 0 0,0 0 0 0 0,0 2 1 0 0,3 9 40 0 0,0 0 1 0 0,4 23 0 0 0,-8-35-82 0 0,4 21-51 0 0,-1 1 0 0 0,-2 0 0 0 0,0-1 0 0 0,-1 1 0 0 0,-2 0 0 0 0,-6 40 0 0 0,4-47-59 0 0,0 0 0 0 0,-1 0 0 0 0,-1 0 1 0 0,0-1-1 0 0,-1 0 0 0 0,0 0 0 0 0,-1-1 1 0 0,-1 0-1 0 0,-1 0 0 0 0,-12 13 0 0 0,10-13-398 0 0</inkml:trace>
</inkml:ink>
</file>

<file path=ppt/ink/ink1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6.7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60 13827 0 0,'4'-23'2558'0'0,"6"-13"1109"0"0,-11 91-2040 0 0,-3 19-1438 0 0,-4 58-13 0 0,13 171 1 0 0,21-96-3459 0 0,-18-165-3630 0 0</inkml:trace>
</inkml:ink>
</file>

<file path=ppt/ink/ink1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7.0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1 102 11058 0 0,'0'0'212'0'0,"0"-1"-1"0"0,0 0 1 0 0,0 0 0 0 0,1 0-1 0 0,-1 0 1 0 0,0 1-1 0 0,1-1 1 0 0,-1 0-1 0 0,0 0 1 0 0,1 0-1 0 0,-1 1 1 0 0,1-1 0 0 0,-1 0-1 0 0,1 1 1 0 0,-1-1-1 0 0,1 0 1 0 0,0 1-1 0 0,-1-1 1 0 0,1 1-1 0 0,0-1 1 0 0,0 1 0 0 0,-1-1-1 0 0,2 0 1 0 0,21-17 1584 0 0,-7 8-1430 0 0,0 0 0 0 0,0 0 0 0 0,1 2 0 0 0,26-10 0 0 0,-36 16-625 0 0,1 0 0 0 0,0 0 0 0 0,1 0 0 0 0,-1 1 0 0 0,0 0 0 0 0,0 0 0 0 0,1 1 0 0 0,-1 0 0 0 0,0 1 0 0 0,1 0 0 0 0,-1 0 0 0 0,13 4 1 0 0,-3 3 258 0 0</inkml:trace>
</inkml:ink>
</file>

<file path=ppt/ink/ink1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7.6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31 9218 0 0,'-1'-5'-45'0'0,"-6"-21"9451"0"0,5 39-7886 0 0,8 196 726 0 0,1-64-2005 0 0,-7-84-822 0 0,7 149 1724 0 0,6-107-3387 0 0,-7-70-1527 0 0,12 35 1 0 0,-11-47-2015 0 0</inkml:trace>
</inkml:ink>
</file>

<file path=ppt/ink/ink1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7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267 121 5529 0 0,'5'-10'144'0'0,"12"-41"3442"0"0,-16 48-3326 0 0,0 1 0 0 0,-1-1 0 0 0,0 1 0 0 0,1-1 0 0 0,-1 1 1 0 0,0-1-1 0 0,0 0 0 0 0,0 1 0 0 0,-1-1 0 0 0,1 1 0 0 0,-1-1 0 0 0,1 1 0 0 0,-1-1 0 0 0,0 1 0 0 0,0-1 0 0 0,0 1 0 0 0,-2-3 0 0 0,2 4-138 0 0,0 0 0 0 0,0 0 0 0 0,-1 0 0 0 0,1 0 0 0 0,-1 0-1 0 0,1 0 1 0 0,-1 0 0 0 0,1 0 0 0 0,-1 1 0 0 0,1-1 0 0 0,-1 1-1 0 0,0-1 1 0 0,1 1 0 0 0,-1 0 0 0 0,0-1 0 0 0,1 1 0 0 0,-1 0 0 0 0,0 0-1 0 0,1 0 1 0 0,-1 0 0 0 0,0 1 0 0 0,1-1 0 0 0,-1 0 0 0 0,0 1 0 0 0,-3 1-1 0 0,-41 17 888 0 0,42-17-871 0 0,-18 10-135 0 0,1 1 0 0 0,0 0 0 0 0,-25 23 0 0 0,38-30-4 0 0,0 1 0 0 0,1 0 0 0 0,0 0 0 0 0,0 1 0 0 0,1 0 0 0 0,0 0 0 0 0,1 1 0 0 0,0-1 0 0 0,0 1 0 0 0,0 0 0 0 0,-2 11 0 0 0,6-18 42 0 0,0 1 0 0 0,1-1 1 0 0,0 1-1 0 0,-1 0 1 0 0,1-1-1 0 0,0 1 1 0 0,0-1-1 0 0,1 1 1 0 0,-1 0-1 0 0,0-1 0 0 0,1 1 1 0 0,0-1-1 0 0,0 1 1 0 0,-1-1-1 0 0,1 1 1 0 0,1-1-1 0 0,1 4 1 0 0,0-2 50 0 0,0 1 0 0 0,1-1 0 0 0,0 0 0 0 0,0 0 0 0 0,0 0 0 0 0,0-1 1 0 0,9 7-1 0 0,5 0-99 0 0,-1-1 0 0 0,1-1 0 0 0,29 10 0 0 0,25 3-2363 0 0,-34-14-3952 0 0</inkml:trace>
</inkml:ink>
</file>

<file path=ppt/ink/ink1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8.2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0 114 6449 0 0,'3'-3'476'0'0,"1"0"-1"0"0,-1 0 0 0 0,0 0 0 0 0,1 1 1 0 0,0 0-1 0 0,-1-1 0 0 0,1 2 0 0 0,0-1 1 0 0,0 0-1 0 0,1 1 0 0 0,-1-1 0 0 0,0 1 0 0 0,0 0 1 0 0,1 1-1 0 0,-1-1 0 0 0,0 1 0 0 0,1 0 1 0 0,-1 0-1 0 0,0 0 0 0 0,1 0 0 0 0,-1 1 1 0 0,0 0-1 0 0,1 0 0 0 0,-1 0 0 0 0,5 2 1 0 0,-6-1-302 0 0,0-1 1 0 0,0 1 0 0 0,0 0-1 0 0,0 0 1 0 0,-1 0 0 0 0,1 1-1 0 0,-1-1 1 0 0,1 0 0 0 0,-1 1-1 0 0,0 0 1 0 0,0-1 0 0 0,0 1 0 0 0,2 4-1 0 0,2 9 86 0 0,1 1 0 0 0,-2-1-1 0 0,0 2 1 0 0,-2-1 0 0 0,4 34-1 0 0,3 8-90 0 0,6-128-957 0 0,-6 30 675 0 0,19-50 1 0 0,-26 79 179 0 0,2 0 1 0 0,-1 1 0 0 0,1-1-1 0 0,0 1 1 0 0,1 1 0 0 0,0-1-1 0 0,1 1 1 0 0,-1 0 0 0 0,2 0-1 0 0,12-10 1 0 0,-18 16-48 0 0,0 0 0 0 0,0 1 1 0 0,0-1-1 0 0,0 1 0 0 0,1-1 1 0 0,-1 1-1 0 0,0 0 0 0 0,1 0 1 0 0,-1 0-1 0 0,1 0 0 0 0,0 1 0 0 0,-1-1 1 0 0,1 1-1 0 0,-1-1 0 0 0,1 1 1 0 0,0 0-1 0 0,-1 0 0 0 0,1 0 1 0 0,0 1-1 0 0,-1-1 0 0 0,1 0 0 0 0,0 1 1 0 0,-1 0-1 0 0,5 1 0 0 0,-3 1-4 0 0,0 0 0 0 0,-1 0 0 0 0,1 0 0 0 0,-1 0 0 0 0,0 0 0 0 0,0 1 0 0 0,0-1 0 0 0,-1 1 0 0 0,1 0 0 0 0,-1 0 0 0 0,0 0 0 0 0,0 0 0 0 0,3 7 0 0 0,49 109-859 0 0,-14-42-2973 0 0,-29-56-3074 0 0</inkml:trace>
</inkml:ink>
</file>

<file path=ppt/ink/ink1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8.6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72 9 8290 0 0,'-2'0'285'0'0,"0"-1"0"0"0,1 1 0 0 0,-1 0 0 0 0,0 0 0 0 0,0 0 0 0 0,0 0 0 0 0,1 0 0 0 0,-1 0 0 0 0,0 1 0 0 0,0-1 0 0 0,1 1 0 0 0,-1-1 1 0 0,0 1-1 0 0,1 0 0 0 0,-1-1 0 0 0,1 1 0 0 0,-1 0 0 0 0,1 0 0 0 0,-1 0 0 0 0,-1 2 0 0 0,0 0 153 0 0,1 0-1 0 0,-1 0 1 0 0,1 0 0 0 0,0 0-1 0 0,-1 1 1 0 0,2-1 0 0 0,-1 1-1 0 0,-3 7 1 0 0,3-3-92 0 0,-1 1 1 0 0,1 0-1 0 0,0 1 0 0 0,1-1 1 0 0,0 0-1 0 0,0 0 0 0 0,2 14 1 0 0,0-15-293 0 0,1 1 0 0 0,1-1 0 0 0,-1 0 0 0 0,1 1 0 0 0,1-1 0 0 0,-1-1 0 0 0,2 1 0 0 0,-1 0 0 0 0,7 8 0 0 0,-9-13-39 0 0,1 0-1 0 0,-1-1 1 0 0,1 1-1 0 0,-1-1 1 0 0,1 1-1 0 0,0-1 1 0 0,0 0 0 0 0,0 0-1 0 0,0 0 1 0 0,0 0-1 0 0,4 1 1 0 0,-5-2-14 0 0,1-1-1 0 0,-1 1 1 0 0,0-1 0 0 0,0 0 0 0 0,0 0 0 0 0,0 1-1 0 0,1-2 1 0 0,-1 1 0 0 0,0 0 0 0 0,0 0 0 0 0,0-1-1 0 0,0 1 1 0 0,0-1 0 0 0,1 1 0 0 0,-1-1-1 0 0,0 0 1 0 0,0 0 0 0 0,0 0 0 0 0,3-2 0 0 0,-3 0-61 0 0,0 1 0 0 0,1 0 0 0 0,-1 0 0 0 0,0-1 0 0 0,-1 1 0 0 0,1-1 0 0 0,0 0 0 0 0,-1 1 1 0 0,0-1-1 0 0,1 0 0 0 0,-1 0 0 0 0,0 0 0 0 0,0 0 0 0 0,-1 0 0 0 0,1 0 0 0 0,-1 0 0 0 0,0 0 1 0 0,1 0-1 0 0,-1 0 0 0 0,0-1 0 0 0,-1 1 0 0 0,0-5 0 0 0,-2-9-154 0 0,0 0 1 0 0,-9-28-1 0 0,11 42 184 0 0,-19-49-718 0 0,18 48 545 0 0,0 0 0 0 0,0 0 0 0 0,0 0-1 0 0,-1 1 1 0 0,1-1 0 0 0,-1 1 0 0 0,0 0 0 0 0,0 0 0 0 0,0 0 0 0 0,-6-4 0 0 0,-2 0-968 0 0</inkml:trace>
</inkml:ink>
</file>

<file path=ppt/ink/ink1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9.1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24 9218 0 0,'2'-1'123'0'0,"1"0"0"0"0,-1 0 0 0 0,1 0 0 0 0,-1 1-1 0 0,1-1 1 0 0,-1 1 0 0 0,1 0 0 0 0,-1-1 0 0 0,1 1 0 0 0,-1 0 0 0 0,1 1 0 0 0,0-1-1 0 0,-1 0 1 0 0,1 1 0 0 0,-1-1 0 0 0,1 1 0 0 0,-1 0 0 0 0,0 0 0 0 0,1 0 0 0 0,-1 0 0 0 0,3 1-1 0 0,-3 1 32 0 0,0-1 0 0 0,0 0 0 0 0,0 1 0 0 0,-1-1 0 0 0,1 1 0 0 0,-1-1 0 0 0,1 1-1 0 0,-1 0 1 0 0,0 0 0 0 0,0-1 0 0 0,0 1 0 0 0,0 0 0 0 0,0 0 0 0 0,-1 0 0 0 0,0 0-1 0 0,1 0 1 0 0,-1 5 0 0 0,0 30 447 0 0,-1-28-492 0 0,1 0 0 0 0,0-1 0 0 0,0 1-1 0 0,1 0 1 0 0,0 0 0 0 0,1 0 0 0 0,0-1-1 0 0,0 1 1 0 0,1-1 0 0 0,8 18 0 0 0,-11-27-101 0 0,0 1-1 0 0,1 0 1 0 0,-1-1 0 0 0,1 1 0 0 0,-1-1 0 0 0,0 1-1 0 0,1-1 1 0 0,-1 1 0 0 0,1-1 0 0 0,-1 0 0 0 0,1 1-1 0 0,-1-1 1 0 0,1 1 0 0 0,-1-1 0 0 0,1 0 0 0 0,0 0-1 0 0,-1 1 1 0 0,1-1 0 0 0,-1 0 0 0 0,1 0 0 0 0,0 0-1 0 0,-1 0 1 0 0,1 1 0 0 0,0-1 0 0 0,-1 0 0 0 0,1 0-1 0 0,0 0 1 0 0,-1-1 0 0 0,1 1 0 0 0,0 0 0 0 0,0 0-1 0 0,1-1-6 0 0,0 0 0 0 0,0 0 0 0 0,0 0 0 0 0,-1-1 0 0 0,1 1-1 0 0,-1 0 1 0 0,1-1 0 0 0,-1 0 0 0 0,1 1 0 0 0,1-3 0 0 0,24-43-788 0 0,-27 46 732 0 0,19-59-2041 0 0,-17 50 2048 0 0,0 1-1 0 0,1 0 0 0 0,0 0 1 0 0,0 0-1 0 0,1 0 1 0 0,0 0-1 0 0,6-9 1 0 0,-9 18 151 0 0,-1-1 1 0 0,1 1-1 0 0,-1-1 1 0 0,1 1-1 0 0,0-1 1 0 0,-1 1-1 0 0,1 0 1 0 0,-1-1-1 0 0,1 1 1 0 0,0 0-1 0 0,-1-1 1 0 0,1 1 0 0 0,0 0-1 0 0,0 0 1 0 0,-1 0-1 0 0,1-1 1 0 0,0 1-1 0 0,-1 0 1 0 0,1 0-1 0 0,0 0 1 0 0,0 0-1 0 0,-1 0 1 0 0,1 1-1 0 0,0-1 1 0 0,-1 0 0 0 0,1 0-1 0 0,0 0 1 0 0,0 1-1 0 0,-1-1 1 0 0,1 0-1 0 0,-1 0 1 0 0,1 1-1 0 0,0-1 1 0 0,-1 1-1 0 0,1-1 1 0 0,-1 1-1 0 0,2 0 1 0 0,25 26 1658 0 0,-14-13-840 0 0,-3-6-517 0 0,0-1 0 0 0,1 0 0 0 0,-1-1 0 0 0,16 6 0 0 0,-22-10-358 0 0,-1 0-1 0 0,1-1 0 0 0,0 0 1 0 0,-1 0-1 0 0,1 0 0 0 0,0 0 0 0 0,0 0 1 0 0,0-1-1 0 0,-1 0 0 0 0,1 0 1 0 0,0 0-1 0 0,0 0 0 0 0,0 0 0 0 0,0-1 1 0 0,-1 0-1 0 0,1 0 0 0 0,0 0 1 0 0,3-2-1 0 0,-5 2-43 0 0,0-1 1 0 0,0 0 0 0 0,-1 1-1 0 0,1-1 1 0 0,0 0-1 0 0,-1 0 1 0 0,0 0-1 0 0,1-1 1 0 0,-1 1 0 0 0,0 0-1 0 0,0 0 1 0 0,0-1-1 0 0,-1 1 1 0 0,1 0-1 0 0,0-1 1 0 0,-1 1 0 0 0,0-1-1 0 0,1 1 1 0 0,-1-1-1 0 0,0 1 1 0 0,0-1-1 0 0,0 1 1 0 0,-1-1 0 0 0,0-2-1 0 0,-1-10-982 0 0,-1 0 0 0 0,-7-22 0 0 0,10 35 628 0 0</inkml:trace>
</inkml:ink>
</file>

<file path=ppt/ink/ink1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39.5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45 10594 0 0,'8'-12'8750'0'0,"-19"61"-7595"0"0,5-25-778 0 0,-6 46 0 0 0,12-60-363 0 0,0-1 0 0 0,0 1 0 0 0,1 0 1 0 0,0-1-1 0 0,0 1 0 0 0,1-1 0 0 0,0 1 0 0 0,6 12 1 0 0,-5-14-46 0 0,1-1 1 0 0,-1 1 0 0 0,2-1 0 0 0,-1 0 0 0 0,1-1 0 0 0,0 1 0 0 0,0-1-1 0 0,1 0 1 0 0,0 0 0 0 0,0-1 0 0 0,0 1 0 0 0,1-1 0 0 0,11 7-1 0 0,-14-10 3 0 0,-1-1-1 0 0,1 1 0 0 0,-1-1 0 0 0,1 0 0 0 0,0 0 0 0 0,0 0 0 0 0,-1 0 0 0 0,1 0 0 0 0,0-1 0 0 0,0 0 1 0 0,0 0-1 0 0,0 0 0 0 0,0 0 0 0 0,-1-1 0 0 0,1 1 0 0 0,0-1 0 0 0,0 0 0 0 0,-1 0 0 0 0,1 0 0 0 0,0-1 1 0 0,-1 1-1 0 0,1-1 0 0 0,-1 0 0 0 0,0 0 0 0 0,1 0 0 0 0,-1-1 0 0 0,0 1 0 0 0,-1-1 0 0 0,1 1 0 0 0,0-1 1 0 0,3-4-1 0 0,-1-1 31 0 0,0 1 1 0 0,-1-1 0 0 0,0 0-1 0 0,0-1 1 0 0,-1 1 0 0 0,0 0-1 0 0,0-1 1 0 0,-1 0-1 0 0,0 0 1 0 0,0 1 0 0 0,-1-1-1 0 0,0 0 1 0 0,-1 0 0 0 0,0 0-1 0 0,0 0 1 0 0,-4-18 0 0 0,2 15-42 0 0,0 0-1 0 0,-1-1 1 0 0,0 2 0 0 0,-1-1 0 0 0,0 0 0 0 0,-1 1 0 0 0,-1 0-1 0 0,0 0 1 0 0,0 0 0 0 0,-1 1 0 0 0,0 0 0 0 0,-8-9 0 0 0,11 16-130 0 0,1 0 1 0 0,0 0 0 0 0,-1 1-1 0 0,1-1 1 0 0,-1 1 0 0 0,0 0-1 0 0,1 0 1 0 0,-1 1 0 0 0,-5-2-1 0 0,-5-1-897 0 0</inkml:trace>
</inkml:ink>
</file>

<file path=ppt/ink/ink1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0.0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9 5065 0 0,'7'-9'5215'0'0,"-6"19"-1317"0"0,-5 20-1611 0 0,-1-12-1762 0 0,1 0 1 0 0,1 0-1 0 0,1 0 0 0 0,-1 33 1 0 0,3-46-522 0 0,1 1 0 0 0,0-1 0 0 0,-1 1 1 0 0,2-1-1 0 0,-1 0 0 0 0,1 0 0 0 0,0 1 1 0 0,0-1-1 0 0,3 6 0 0 0,-3-9 1 0 0,0 1 0 0 0,0-1 0 0 0,0 1 0 0 0,0-1 0 0 0,0 0 0 0 0,0 1 0 0 0,1-1-1 0 0,-1 0 1 0 0,1-1 0 0 0,0 1 0 0 0,-1 0 0 0 0,1-1 0 0 0,0 0 0 0 0,0 1 0 0 0,0-1 0 0 0,0 0 0 0 0,4 0 0 0 0,-4 0-44 0 0,0-1 0 0 0,0 0-1 0 0,1 0 1 0 0,-1 0 0 0 0,0-1 0 0 0,0 1 0 0 0,1-1 0 0 0,-1 0 0 0 0,0 0-1 0 0,0 0 1 0 0,0 0 0 0 0,0 0 0 0 0,0-1 0 0 0,0 1 0 0 0,0-1 0 0 0,-1 0 0 0 0,1 0-1 0 0,0 0 1 0 0,-1 0 0 0 0,0 0 0 0 0,1-1 0 0 0,2-3 0 0 0,7-9-192 0 0,-2 1-1 0 0,18-31 1 0 0,-17 26 135 0 0,1 0 83 0 0,-3 2 70 0 0,1 1 0 0 0,1 1 0 0 0,0-1 0 0 0,19-18 0 0 0,-29 33-33 0 0,-1 1 1 0 0,1-1-1 0 0,-1 1 0 0 0,1-1 0 0 0,-1 1 1 0 0,1-1-1 0 0,-1 1 0 0 0,1-1 0 0 0,0 1 1 0 0,-1 0-1 0 0,1-1 0 0 0,0 1 1 0 0,-1 0-1 0 0,1 0 0 0 0,0-1 0 0 0,0 1 1 0 0,-1 0-1 0 0,1 0 0 0 0,0 0 0 0 0,1 0 1 0 0,-2 0 0 0 0,1 0 0 0 0,-1 1 0 0 0,1-1 0 0 0,-1 1 1 0 0,0-1-1 0 0,1 0 0 0 0,-1 1 0 0 0,0-1 1 0 0,0 1-1 0 0,1-1 0 0 0,-1 0 0 0 0,0 1 1 0 0,0-1-1 0 0,1 1 0 0 0,-1-1 0 0 0,0 1 0 0 0,0-1 1 0 0,0 1-1 0 0,0-1 0 0 0,0 1 0 0 0,0-1 1 0 0,0 2-1 0 0,-4 39 1049 0 0,3-28-749 0 0,0-8-333 0 0,1 0 0 0 0,0 0-1 0 0,0 0 1 0 0,1 0 0 0 0,0 0 0 0 0,-1-1 0 0 0,2 1 0 0 0,-1 0 0 0 0,0 0 0 0 0,1-1 0 0 0,0 1 0 0 0,0-1 0 0 0,0 1 0 0 0,1-1 0 0 0,0 0-1 0 0,3 4 1 0 0,-3-4-288 0 0,1-1 0 0 0,0 0-1 0 0,0 0 1 0 0,1 0-1 0 0,-1 0 1 0 0,1 0 0 0 0,-1-1-1 0 0,1 0 1 0 0,0 0-1 0 0,-1 0 1 0 0,1-1 0 0 0,0 0-1 0 0,0 0 1 0 0,1 0-1 0 0,5 0 1 0 0,12 0-1982 0 0,0-1-2736 0 0</inkml:trace>
</inkml:ink>
</file>

<file path=ppt/ink/ink1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0.2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0 10138 0 0,'-5'4'4183'0'0,"5"-3"-4101"0"0,1 17 2510 0 0,8 28 77 0 0,-8-41-2242 0 0,48 247 2657 0 0,14 55-6089 0 0,-54-273-4314 0 0</inkml:trace>
</inkml:ink>
</file>

<file path=ppt/ink/ink1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0.4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75 11979 0 0,'-4'-4'528'0'0,"3"1"112"0"0,-1 0-512 0 0,1 0-128 0 0,1 2 0 0 0,1-2 656 0 0,4 0 104 0 0,0 1 16 0 0,6-5 8 0 0,5-2-375 0 0,2 2-81 0 0,1 0-8 0 0,4 0-8 0 0,0 2-1536 0 0,4 1-313 0 0,2 1-55 0 0,3 0-9 0 0</inkml:trace>
</inkml:ink>
</file>

<file path=ppt/ink/ink1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0.8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32 9218 0 0,'0'0'30'0'0,"-11"-19"1925"0"0,11 19-1764 0 0,0-1-1 0 0,0 1 1 0 0,-1-1 0 0 0,1 1 0 0 0,0-1 0 0 0,0 1-1 0 0,0-1 1 0 0,0 1 0 0 0,0-1 0 0 0,0 1 0 0 0,0-1-1 0 0,0 1 1 0 0,0-1 0 0 0,0 1 0 0 0,0-1 0 0 0,0 1-1 0 0,1-1 1 0 0,-1 1 0 0 0,0-1 0 0 0,0 1 0 0 0,1-1 381 0 0,0 0-381 0 0,4 10 3507 0 0,0 15-2910 0 0,5 42-370 0 0,4 0 1 0 0,2-2-1 0 0,30 75 1 0 0,-33-87-3820 0 0</inkml:trace>
</inkml:ink>
</file>

<file path=ppt/ink/ink1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1.1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81 5065 0 0,'2'-5'280'0'0,"1"0"0"0"0,0 1 0 0 0,0-1 0 0 0,0 1-1 0 0,0 0 1 0 0,1 0 0 0 0,0 0 0 0 0,0 1 0 0 0,0-1 0 0 0,0 1-1 0 0,0 0 1 0 0,1 0 0 0 0,-1 0 0 0 0,1 0 0 0 0,0 1 0 0 0,0 0 0 0 0,0 0-1 0 0,9-2 1 0 0,-3 1 566 0 0,1 0-1 0 0,-1 0 1 0 0,1 2-1 0 0,-1-1 1 0 0,1 1-1 0 0,-1 1 1 0 0,23 2-1 0 0,-32-2-752 0 0,0 0 0 0 0,0 0 0 0 0,0 0-1 0 0,-1 1 1 0 0,1-1 0 0 0,0 1 0 0 0,0-1-1 0 0,0 1 1 0 0,0 0 0 0 0,-1 0-1 0 0,1 0 1 0 0,0 0 0 0 0,-1 0 0 0 0,1 0-1 0 0,-1 0 1 0 0,1 0 0 0 0,-1 1 0 0 0,1-1-1 0 0,-1 0 1 0 0,0 1 0 0 0,0 0 0 0 0,0-1-1 0 0,2 4 1 0 0,-2-3-59 0 0,-1 1 0 0 0,0-1 0 0 0,0 1 0 0 0,0-1 0 0 0,0 1 0 0 0,0-1 0 0 0,0 1 1 0 0,-1-1-1 0 0,1 1 0 0 0,-1-1 0 0 0,0 1 0 0 0,1-1 0 0 0,-1 0 0 0 0,0 1 0 0 0,-3 3 0 0 0,-4 7-79 0 0,-1 0 0 0 0,0-1 0 0 0,-1 0 0 0 0,-18 18 0 0 0,7-11-580 0 0,-1-2 0 0 0,0 0 0 0 0,-1-1 0 0 0,-40 21 1 0 0,48-29-5390 0 0</inkml:trace>
</inkml:ink>
</file>

<file path=ppt/ink/ink1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1.4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39 5529 0 0,'3'0'334'0'0,"0"0"-1"0"0,0 1 0 0 0,0-1 1 0 0,0 1-1 0 0,0 0 1 0 0,-1 0-1 0 0,1 0 0 0 0,0 0 1 0 0,0 0-1 0 0,-1 0 1 0 0,1 1-1 0 0,-1 0 1 0 0,1-1-1 0 0,-1 1 0 0 0,0 0 1 0 0,0 0-1 0 0,1 0 1 0 0,-1 0-1 0 0,-1 1 0 0 0,1-1 1 0 0,0 0-1 0 0,2 6 1 0 0,3 5 656 0 0,-1 1 1 0 0,0 0 0 0 0,6 22 0 0 0,6 13-508 0 0,-16-43-395 0 0,1 0 1 0 0,1-1-1 0 0,-1 1 1 0 0,1-1 0 0 0,0 0-1 0 0,0 0 1 0 0,0 0-1 0 0,7 5 1 0 0,-10-10-58 0 0,1 1 1 0 0,-1 0-1 0 0,0 0 1 0 0,0-1-1 0 0,1 1 1 0 0,-1 0-1 0 0,1-1 1 0 0,-1 1-1 0 0,1-1 0 0 0,-1 0 1 0 0,1 0-1 0 0,-1 1 1 0 0,1-1-1 0 0,-1 0 1 0 0,1 0-1 0 0,-1 0 1 0 0,1-1-1 0 0,-1 1 1 0 0,1 0-1 0 0,-1 0 1 0 0,1-1-1 0 0,-1 1 1 0 0,0-1-1 0 0,1 1 0 0 0,-1-1 1 0 0,1 0-1 0 0,-1 0 1 0 0,0 1-1 0 0,0-1 1 0 0,1 0-1 0 0,-1 0 1 0 0,0 0-1 0 0,0 0 1 0 0,0-1-1 0 0,0 1 1 0 0,0 0-1 0 0,-1 0 0 0 0,1-1 1 0 0,0 1-1 0 0,1-2 1 0 0,4-9 29 0 0,0 1 0 0 0,-1-1 1 0 0,0 0-1 0 0,-1 0 0 0 0,-1 0 1 0 0,1 0-1 0 0,2-26 0 0 0,-4 23-63 0 0,0 0-1 0 0,2 1 1 0 0,-1 0 0 0 0,2 0-1 0 0,8-20 1 0 0,-12 34 28 0 0,-1-1-1 0 0,0 0 1 0 0,0 1-1 0 0,0-1 1 0 0,0 0-1 0 0,1 1 1 0 0,-1-1 0 0 0,0 0-1 0 0,1 1 1 0 0,-1-1-1 0 0,0 1 1 0 0,1-1-1 0 0,-1 1 1 0 0,1-1-1 0 0,-1 1 1 0 0,1-1 0 0 0,-1 1-1 0 0,1-1 1 0 0,-1 1-1 0 0,1 0 1 0 0,-1-1-1 0 0,1 1 1 0 0,0 0 0 0 0,-1-1-1 0 0,1 1 1 0 0,0 0-1 0 0,-1 0 1 0 0,1 0-1 0 0,0-1 1 0 0,-1 1 0 0 0,1 0-1 0 0,0 0 1 0 0,-1 0-1 0 0,1 0 1 0 0,0 0-1 0 0,-1 0 1 0 0,1 1 0 0 0,0-1-1 0 0,0 0 1 0 0,-1 0-1 0 0,1 0 1 0 0,-1 1-1 0 0,1-1 1 0 0,0 0 0 0 0,-1 0-1 0 0,1 1 1 0 0,-1-1-1 0 0,1 1 1 0 0,0-1-1 0 0,-1 1 1 0 0,1-1-1 0 0,-1 1 1 0 0,0-1 0 0 0,1 1-1 0 0,-1-1 1 0 0,1 1-1 0 0,-1-1 1 0 0,0 1-1 0 0,1 0 1 0 0,-1-1 0 0 0,0 1-1 0 0,0 0 1 0 0,1 0-1 0 0,18 50 758 0 0,-17-44-804 0 0,1 1-11 0 0,0-1 1 0 0,0 1-1 0 0,1-1 0 0 0,0 0 1 0 0,0 0-1 0 0,1 0 1 0 0,0-1-1 0 0,0 0 0 0 0,9 9 1 0 0,-8-10-1067 0 0,0 0 1 0 0,0-1-1 0 0,0 0 1 0 0,0 0-1 0 0,1 0 0 0 0,8 3 1 0 0,5 0-5203 0 0</inkml:trace>
</inkml:ink>
</file>

<file path=ppt/ink/ink1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1.7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0 160 5985 0 0,'7'-54'401'0'0,"6"-25"8577"0"0,-10 64-6738 0 0,-3 15-2145 0 0,0-1 0 0 0,-1 1 0 0 0,1-1 0 0 0,0 1 0 0 0,1-1 0 0 0,-1 1 0 0 0,0-1 0 0 0,0 1 0 0 0,0-1 0 0 0,0 1 0 0 0,0-1 0 0 0,0 1 0 0 0,1-1 0 0 0,-1 1 0 0 0,0-1 0 0 0,0 1 0 0 0,1-1 0 0 0,-1 1 0 0 0,0 0 0 0 0,1-1 0 0 0,-1 1 0 0 0,0 0 0 0 0,1-1 0 0 0,-1 1 0 0 0,1-1 0 0 0,6 11 1100 0 0,2 22-541 0 0,-9-32-652 0 0,13 61 416 0 0,31 125 83 0 0,-34-152-500 0 0,3 0 0 0 0,0 0 0 0 0,24 41 0 0 0,3-9-2071 0 0,-27-44-2451 0 0,4 5-2470 0 0</inkml:trace>
</inkml:ink>
</file>

<file path=ppt/ink/ink1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1.8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5 149 9674 0 0,'-1'0'55'0'0,"1"-1"0"0"0,0 0 0 0 0,-1 1 0 0 0,1-1 0 0 0,-1 0 0 0 0,1 1 0 0 0,0-1 0 0 0,-1 0 0 0 0,1 1 0 0 0,0-1 0 0 0,0 0 1 0 0,-1 0-1 0 0,1 1 0 0 0,0-1 0 0 0,0 0 0 0 0,0 0 0 0 0,0 1 0 0 0,0-1 0 0 0,0 0 0 0 0,0 0 0 0 0,0 0 0 0 0,0 1 0 0 0,1-1 0 0 0,-1 0 0 0 0,0 0 0 0 0,0 1 0 0 0,1-1 0 0 0,0-1 0 0 0,0 0 131 0 0,1 0-1 0 0,0 0 1 0 0,-1 1-1 0 0,1-1 1 0 0,0 0-1 0 0,0 1 1 0 0,0-1-1 0 0,1 1 1 0 0,2-2-1 0 0,10-4 727 0 0,0 0-1 0 0,21-5 1 0 0,-22 8-754 0 0,192-58 324 0 0,-182 56-471 0 0,0 2 1 0 0,0 1-1 0 0,0 1 0 0 0,0 1 1 0 0,0 0-1 0 0,45 7 1 0 0,-43 0-12 0 0</inkml:trace>
</inkml:ink>
</file>

<file path=ppt/ink/ink1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3.6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207 31 7714 0 0,'0'0'28'0'0,"0"-1"1"0"0,0 1 0 0 0,-1 0 0 0 0,1 0 0 0 0,0-1 0 0 0,0 1 0 0 0,0 0-1 0 0,0-1 1 0 0,0 1 0 0 0,0 0 0 0 0,0-1 0 0 0,0 1 0 0 0,0 0-1 0 0,0 0 1 0 0,0-1 0 0 0,0 1 0 0 0,0 0 0 0 0,0-1 0 0 0,0 1-1 0 0,0 0 1 0 0,0-1 0 0 0,0 1 0 0 0,0 0 0 0 0,0 0 0 0 0,0-1-1 0 0,1 1 1 0 0,-1 0 0 0 0,0 0 0 0 0,0-1 0 0 0,0 1 0 0 0,1 0-1 0 0,-1 0 1 0 0,0-1 0 0 0,0 1 0 0 0,0 0 0 0 0,1 0 0 0 0,-1 0 0 0 0,0 0-1 0 0,0-1 1 0 0,19-17 8154 0 0,-24 17-8073 0 0,0 1 0 0 0,1-1 0 0 0,-1 1 0 0 0,0 1 0 0 0,0-1 0 0 0,1 1 0 0 0,-1 0 0 0 0,0 0 0 0 0,1 0 0 0 0,-1 0 0 0 0,1 1 0 0 0,-1 0 0 0 0,1 0 0 0 0,0 0 0 0 0,-1 0 0 0 0,1 1 0 0 0,0 0 0 0 0,1 0 0 0 0,-1 0 0 0 0,1 0 0 0 0,-1 1 0 0 0,1-1 0 0 0,-6 8 0 0 0,-36 54 657 0 0,41-58-762 0 0,0-1 0 0 0,1 1 0 0 0,-1 0 0 0 0,2 1 1 0 0,-1-1-1 0 0,1 0 0 0 0,0 1 0 0 0,-1 9 0 0 0,3-15-43 0 0,0-1 1 0 0,1 1-1 0 0,-1-1 1 0 0,0 1-1 0 0,0-1 0 0 0,1 0 1 0 0,-1 1-1 0 0,1-1 1 0 0,-1 0-1 0 0,1 1 1 0 0,0-1-1 0 0,-1 0 0 0 0,1 1 1 0 0,0-1-1 0 0,0 0 1 0 0,0 0-1 0 0,0 0 0 0 0,0 0 1 0 0,0 0-1 0 0,0 0 1 0 0,0 0-1 0 0,0 0 0 0 0,1 0 1 0 0,-1-1-1 0 0,0 1 1 0 0,1 0-1 0 0,-1-1 0 0 0,0 1 1 0 0,1-1-1 0 0,-1 0 1 0 0,1 1-1 0 0,-1-1 0 0 0,3 0 1 0 0,7 2-252 0 0,1-1 0 0 0,0 0 0 0 0,15-1 0 0 0,-5 0 121 0 0,-4 1 32 0 0,39 4-84 0 0,-55-5 211 0 0,1 1 0 0 0,0 0 0 0 0,0-1 0 0 0,0 1 0 0 0,-1 0 0 0 0,1 0 0 0 0,0 1-1 0 0,-1-1 1 0 0,1 0 0 0 0,-1 1 0 0 0,1 0 0 0 0,-1-1 0 0 0,0 1 0 0 0,0 0 0 0 0,3 4 0 0 0,-4-5-1 0 0,-1 0 0 0 0,0 0-1 0 0,1 0 1 0 0,-1 0 0 0 0,0 0 0 0 0,0 1 0 0 0,0-1 0 0 0,0 0 0 0 0,0 0 0 0 0,0 0 0 0 0,0 0 0 0 0,-1 0 0 0 0,1 1 0 0 0,0-1-1 0 0,-1 0 1 0 0,1 0 0 0 0,0 0 0 0 0,-1 0 0 0 0,1 0 0 0 0,-1 0 0 0 0,0 0 0 0 0,1 0 0 0 0,-1 0 0 0 0,0 0 0 0 0,0-1 0 0 0,1 1 0 0 0,-1 0-1 0 0,0 0 1 0 0,0-1 0 0 0,0 1 0 0 0,-1 0 0 0 0,-37 26 295 0 0,32-22-203 0 0,-139 81 879 0 0,81-55-6466 0 0,52-26-41 0 0</inkml:trace>
</inkml:ink>
</file>

<file path=ppt/ink/ink1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3.9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43 2 7834 0 0,'-4'5'306'0'0,"0"0"0"0"0,1 1 0 0 0,-1-1 0 0 0,1 1 1 0 0,0-1-1 0 0,1 1 0 0 0,0 0 0 0 0,-1 0 0 0 0,2 1 1 0 0,-1-1-1 0 0,0 7 0 0 0,-7 71 2189 0 0,9-71-2199 0 0,0-1 0 0 0,0 0 0 0 0,2 0 0 0 0,-1 0-1 0 0,2-1 1 0 0,4 17 0 0 0,-6-24-166 0 0,0 0 1 0 0,0-1-1 0 0,1 1 0 0 0,-1-1 1 0 0,1 1-1 0 0,0-1 0 0 0,0 0 1 0 0,0 0-1 0 0,0 0 0 0 0,1 0 1 0 0,-1 0-1 0 0,1 0 0 0 0,0-1 1 0 0,0 1-1 0 0,0-1 0 0 0,0 0 1 0 0,0 1-1 0 0,0-2 0 0 0,0 1 1 0 0,1 0-1 0 0,-1-1 0 0 0,1 1 1 0 0,0-1-1 0 0,4 1 0 0 0,-6-2-61 0 0,1 0 1 0 0,-1 0-1 0 0,0-1 0 0 0,0 1 1 0 0,1-1-1 0 0,-1 1 0 0 0,0-1 1 0 0,0 0-1 0 0,0 0 0 0 0,0 0 1 0 0,1 0-1 0 0,-1 0 0 0 0,-1 0 0 0 0,1-1 1 0 0,0 1-1 0 0,0-1 0 0 0,0 1 1 0 0,-1-1-1 0 0,1 0 0 0 0,-1 1 1 0 0,1-1-1 0 0,-1 0 0 0 0,0 0 1 0 0,0 0-1 0 0,0 0 0 0 0,0 0 0 0 0,0-1 1 0 0,0 1-1 0 0,0 0 0 0 0,0-3 1 0 0,2-6 110 0 0,0 1 1 0 0,0-1-1 0 0,-1 0 1 0 0,1-22-1 0 0,-3 19-140 0 0,-1-1-1 0 0,0 1 1 0 0,-1 0-1 0 0,-1-1 1 0 0,0 1-1 0 0,-6-16 1 0 0,7 23-217 0 0,0 1 1 0 0,-1-1-1 0 0,0 1 0 0 0,0 0 1 0 0,0 0-1 0 0,-1 1 0 0 0,0-1 1 0 0,0 1-1 0 0,0-1 0 0 0,-1 1 1 0 0,0 0-1 0 0,0 1 0 0 0,0-1 1 0 0,-1 1-1 0 0,-6-4 1 0 0</inkml:trace>
</inkml:ink>
</file>

<file path=ppt/ink/ink1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4.5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58 44 7834 0 0,'-18'-29'4696'0'0,"17"28"-4414"0"0,0 0 0 0 0,1 0 0 0 0,-1 0 0 0 0,0 0 0 0 0,0 0 0 0 0,0 0 0 0 0,0 0 1 0 0,0 0-1 0 0,0 1 0 0 0,0-1 0 0 0,0 0 0 0 0,0 1 0 0 0,0-1 0 0 0,-1 1 0 0 0,1-1 0 0 0,0 1 0 0 0,0-1 1 0 0,-1 1-1 0 0,1 0 0 0 0,0 0 0 0 0,-1-1 0 0 0,1 1 0 0 0,-2 0 0 0 0,2 1-180 0 0,1-1 0 0 0,-1 1 1 0 0,0 0-1 0 0,0-1 0 0 0,1 1 0 0 0,-1 0 0 0 0,0-1 0 0 0,1 1 0 0 0,-1 0 1 0 0,0 0-1 0 0,1 0 0 0 0,0 0 0 0 0,-1 0 0 0 0,1 0 0 0 0,-1-1 0 0 0,1 1 0 0 0,0 0 1 0 0,-1 0-1 0 0,1 0 0 0 0,0 0 0 0 0,0 0 0 0 0,0 0 0 0 0,0 2 0 0 0,-1 30 518 0 0,1-23-508 0 0,0-3-102 0 0,9 518 350 0 0,-5-497-945 0 0,14 53 0 0 0,-4-36-5301 0 0,-4-16-909 0 0</inkml:trace>
</inkml:ink>
</file>

<file path=ppt/ink/ink1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4.7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25 154 7834 0 0,'-3'-5'445'0'0,"0"0"1"0"0,0 0-1 0 0,0-1 1 0 0,1 1 0 0 0,-1-1-1 0 0,1 0 1 0 0,1 1-1 0 0,-1-1 1 0 0,0-7-1 0 0,2 11-233 0 0,0-1-1 0 0,0 0 1 0 0,1 0-1 0 0,-1 0 0 0 0,1 0 1 0 0,-1 1-1 0 0,1-1 0 0 0,0 0 1 0 0,0 0-1 0 0,0 1 1 0 0,0-1-1 0 0,1 1 0 0 0,-1-1 1 0 0,1 1-1 0 0,0 0 0 0 0,-1-1 1 0 0,1 1-1 0 0,0 0 1 0 0,0 0-1 0 0,0 0 0 0 0,4-2 1 0 0,-2 0-290 0 0,1 1 1 0 0,0-1 0 0 0,0 1 0 0 0,0 0 0 0 0,1 0-1 0 0,-1 0 1 0 0,1 1 0 0 0,0 0 0 0 0,0 0-1 0 0,-1 1 1 0 0,1-1 0 0 0,0 1 0 0 0,0 1 0 0 0,0-1-1 0 0,0 1 1 0 0,1 0 0 0 0,-1 0 0 0 0,0 1-1 0 0,0-1 1 0 0,6 3 0 0 0,-3 0-52 0 0,-1 0 0 0 0,0 0 0 0 0,1 1 0 0 0,-1 1 0 0 0,-1-1 0 0 0,1 1 0 0 0,-1 0 0 0 0,0 1 0 0 0,0 0 0 0 0,0 0 0 0 0,-1 0 1 0 0,11 15-1 0 0,3 8 194 0 0</inkml:trace>
</inkml:ink>
</file>

<file path=ppt/ink/ink1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4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15 151 10594 0 0,'-9'6'944'0'0,"5"-5"-751"0"0,3 1-193 0 0,2-4 0 0 0,2 1 424 0 0,0-2 56 0 0,1-1 0 0 0,4-2 8 0 0,3-3-376 0 0,8-5-112 0 0,4-5 0 0 0,4 1 64 0 0,1-1-64 0 0,1 2 64 0 0,4 2-64 0 0,-2-2 72 0 0,0 2-72 0 0</inkml:trace>
</inkml:ink>
</file>

<file path=ppt/ink/ink1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5.2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223 24 12443 0 0,'-1'-2'176'0'0,"0"1"1"0"0,0-1 0 0 0,0 1 0 0 0,0-1 0 0 0,-1 1-1 0 0,1-1 1 0 0,0 1 0 0 0,-1 0 0 0 0,0-1-1 0 0,1 1 1 0 0,-1 0 0 0 0,0 0 0 0 0,1 0 0 0 0,-1 1-1 0 0,0-1 1 0 0,0 0 0 0 0,0 1 0 0 0,0-1-1 0 0,-3 0 1 0 0,1 1 109 0 0,0 0 0 0 0,0 0 0 0 0,0 0 0 0 0,0 1 0 0 0,0 0 0 0 0,0-1 0 0 0,0 1 0 0 0,0 1 0 0 0,-5 1 0 0 0,-1 2 110 0 0,1-1 0 0 0,0 2 0 0 0,1-1 0 0 0,-1 1 0 0 0,1 0 0 0 0,0 1 0 0 0,-8 8 0 0 0,9-6-366 0 0,0 1 1 0 0,0-1-1 0 0,1 1 1 0 0,0 0-1 0 0,0 0 1 0 0,1 1-1 0 0,1 0 0 0 0,0-1 1 0 0,0 2-1 0 0,1-1 1 0 0,-2 16-1 0 0,4-20-261 0 0,0 0-1 0 0,1-1 1 0 0,0 1-1 0 0,0 0 1 0 0,0 0-1 0 0,1 0 0 0 0,0 0 1 0 0,0 0-1 0 0,1-1 1 0 0,0 1-1 0 0,0-1 1 0 0,1 1-1 0 0,0-1 1 0 0,0 0-1 0 0,0 0 1 0 0,1 0-1 0 0,-1 0 1 0 0,1 0-1 0 0,1-1 1 0 0,7 8-1 0 0,5 1-1650 0 0</inkml:trace>
</inkml:ink>
</file>

<file path=ppt/ink/ink1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5.9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131 95 6913 0 0,'2'-4'96'0'0,"17"-38"790"0"0,-18 40-732 0 0,0 0-1 0 0,-1 0 1 0 0,1 0 0 0 0,-1 0 0 0 0,1 0 0 0 0,-1 0 0 0 0,0 0 0 0 0,0-1 0 0 0,0 1-1 0 0,0 0 1 0 0,0 0 0 0 0,-1 0 0 0 0,1 0 0 0 0,-1 0 0 0 0,1 0 0 0 0,-1 0 0 0 0,0 0-1 0 0,-1-4 1 0 0,1 6-55 0 0,0-1 0 0 0,0 0 1 0 0,0 1-1 0 0,0-1 0 0 0,1 1 0 0 0,-1-1 0 0 0,0 1 0 0 0,0-1 0 0 0,0 1 0 0 0,0 0 0 0 0,0 0 0 0 0,0-1 0 0 0,0 1 0 0 0,0 0 1 0 0,0 0-1 0 0,0 0 0 0 0,0 0 0 0 0,0 0 0 0 0,0 0 0 0 0,0 0 0 0 0,0 1 0 0 0,0-1 0 0 0,0 0 0 0 0,0 1 0 0 0,0-1 0 0 0,0 0 1 0 0,0 1-1 0 0,0-1 0 0 0,0 1 0 0 0,0-1 0 0 0,0 1 0 0 0,1 0 0 0 0,-1-1 0 0 0,0 1 0 0 0,0 0 0 0 0,1 0 0 0 0,-2 0 1 0 0,-29 31 274 0 0,30-30-329 0 0,-11 11 72 0 0,2 2 0 0 0,0 0 1 0 0,0 0-1 0 0,-13 31 0 0 0,20-40-130 0 0,0 1 1 0 0,1-1 0 0 0,0 0 0 0 0,0 1 0 0 0,0 0-1 0 0,1-1 1 0 0,0 1 0 0 0,1 0 0 0 0,-1 0-1 0 0,1 0 1 0 0,1-1 0 0 0,-1 1 0 0 0,1 0-1 0 0,0 0 1 0 0,1-1 0 0 0,1 8 0 0 0,-2-13-37 0 0,-1 0 1 0 0,1 1 0 0 0,-1-1 0 0 0,1 1-1 0 0,0-1 1 0 0,0 0 0 0 0,-1 0 0 0 0,1 1-1 0 0,0-1 1 0 0,0 0 0 0 0,0 0 0 0 0,0 0-1 0 0,0 0 1 0 0,1 0 0 0 0,-1 0 0 0 0,0 0-1 0 0,0 0 1 0 0,1-1 0 0 0,-1 1 0 0 0,0 0-1 0 0,1-1 1 0 0,-1 1 0 0 0,1-1 0 0 0,-1 1-1 0 0,3-1 1 0 0,-2 0-22 0 0,1 0 0 0 0,-1-1 0 0 0,0 1 0 0 0,1-1 0 0 0,-1 0 0 0 0,0 0 0 0 0,1 0 0 0 0,-1 0 1 0 0,0 0-1 0 0,0 0 0 0 0,0-1 0 0 0,0 1 0 0 0,4-4 0 0 0,4-4 73 0 0,-1-1 0 0 0,0-1 0 0 0,0 0 1 0 0,9-15-1 0 0,5-15 671 0 0,-18 30-202 0 0,1 0 0 0 0,0 0-1 0 0,1 0 1 0 0,1 1 0 0 0,12-15 0 0 0,-19 24-403 0 0,0 0 1 0 0,0 0 0 0 0,-1 0-1 0 0,1 1 1 0 0,0-1 0 0 0,0 0-1 0 0,0 0 1 0 0,0 1 0 0 0,0-1-1 0 0,0 0 1 0 0,0 1 0 0 0,0-1-1 0 0,0 1 1 0 0,0 0 0 0 0,1-1-1 0 0,-1 1 1 0 0,0 0 0 0 0,0 0-1 0 0,0-1 1 0 0,0 1 0 0 0,1 0-1 0 0,-1 0 1 0 0,0 0-1 0 0,0 1 1 0 0,0-1 0 0 0,0 0-1 0 0,1 0 1 0 0,-1 1 0 0 0,0-1-1 0 0,0 0 1 0 0,0 1 0 0 0,0-1-1 0 0,0 1 1 0 0,0-1 0 0 0,0 1-1 0 0,0 0 1 0 0,0 0 0 0 0,0-1-1 0 0,0 1 1 0 0,0 0 0 0 0,0 0-1 0 0,0 1 1 0 0,4 5 49 0 0,0 1-1 0 0,-1 0 1 0 0,-1-1 0 0 0,1 1-1 0 0,2 10 1 0 0,6 11-211 0 0,-11-27-17 0 0,0 1 0 0 0,1-1 0 0 0,-1 0 0 0 0,1 1 0 0 0,0-1 0 0 0,0 0 0 0 0,-1 0 0 0 0,1 0 0 0 0,0 0 0 0 0,1 0 0 0 0,-1 0 0 0 0,0 0 0 0 0,1-1 0 0 0,-1 1 0 0 0,1-1 0 0 0,-1 0 0 0 0,6 2 0 0 0,-6-3 35 0 0,1 0 0 0 0,-1 0 0 0 0,0 0-1 0 0,1-1 1 0 0,-1 1 0 0 0,1-1-1 0 0,-1 1 1 0 0,0-1 0 0 0,0 0 0 0 0,1 0-1 0 0,-1 0 1 0 0,0 0 0 0 0,0 0 0 0 0,0-1-1 0 0,0 1 1 0 0,0-1 0 0 0,0 1 0 0 0,0-1-1 0 0,-1 0 1 0 0,1 1 0 0 0,1-4 0 0 0,28-37-17 0 0,-28 37 163 0 0,0-1 1 0 0,1 1-1 0 0,-1 0 1 0 0,1 0 0 0 0,0 0-1 0 0,0 1 1 0 0,1 0 0 0 0,-1-1-1 0 0,1 1 1 0 0,0 1-1 0 0,0-1 1 0 0,0 1 0 0 0,1 0-1 0 0,-1 0 1 0 0,8-3-1 0 0,-10 5 17 0 0,0 0 0 0 0,-1 1 0 0 0,1-1 0 0 0,0 0 0 0 0,0 1 0 0 0,0-1-1 0 0,0 1 1 0 0,1 0 0 0 0,-1 0 0 0 0,0 1 0 0 0,0-1 0 0 0,0 0-1 0 0,0 1 1 0 0,0 0 0 0 0,-1-1 0 0 0,1 1 0 0 0,0 1 0 0 0,0-1 0 0 0,0 0-1 0 0,-1 1 1 0 0,1-1 0 0 0,3 4 0 0 0,1 1 145 0 0,-1 1 0 0 0,0 1 1 0 0,0-1-1 0 0,0 1 0 0 0,8 16 0 0 0,47 66-3245 0 0,-60-91 2938 0 0,1 0 1 0 0,-1 0-1 0 0,1-1 0 0 0,-1 1 1 0 0,0 0-1 0 0,1 0 1 0 0,-1-1-1 0 0,0 1 0 0 0,0-1 1 0 0,0 1-1 0 0,0-1 0 0 0,1-2 1 0 0,1-1 61 0 0,15-21 207 0 0,-4 4 107 0 0,1 2 0 0 0,0-1 0 0 0,2 2 0 0 0,35-34 0 0 0,-48 50-180 0 0,0-1 1 0 0,1 1-1 0 0,-1 0 1 0 0,1 1-1 0 0,-1-1 1 0 0,1 1-1 0 0,0 0 1 0 0,0 0-1 0 0,0 0 1 0 0,0 1-1 0 0,0-1 1 0 0,0 1-1 0 0,0 1 0 0 0,0-1 1 0 0,1 1-1 0 0,-1 0 1 0 0,0 0-1 0 0,0 0 1 0 0,1 1-1 0 0,-1-1 1 0 0,0 1-1 0 0,0 1 1 0 0,0-1-1 0 0,0 1 1 0 0,0 0-1 0 0,0 0 1 0 0,0 0-1 0 0,-1 1 1 0 0,1 0-1 0 0,3 3 1 0 0,-2-2-109 0 0,-1 0 1 0 0,0 1 0 0 0,0 0 0 0 0,7 10 0 0 0,4 3-6540 0 0</inkml:trace>
</inkml:ink>
</file>

<file path=ppt/ink/ink1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6.7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243 26 9218 0 0,'-1'-2'281'0'0,"-1"0"0"0"0,1 0 1 0 0,-1 0-1 0 0,1 1 0 0 0,-1-1 0 0 0,0 1 0 0 0,1-1 1 0 0,-1 1-1 0 0,0-1 0 0 0,0 1 0 0 0,0 0 1 0 0,0 0-1 0 0,0 0 0 0 0,0 0 0 0 0,0 0 0 0 0,-1 1 1 0 0,1-1-1 0 0,0 1 0 0 0,0-1 0 0 0,-1 1 0 0 0,1 0 1 0 0,0 0-1 0 0,-1 0 0 0 0,-3 0 0 0 0,2 0 34 0 0,-1 1 0 0 0,1 0 0 0 0,0-1-1 0 0,-1 1 1 0 0,1 1 0 0 0,0-1 0 0 0,0 0-1 0 0,0 1 1 0 0,0 0 0 0 0,0 0 0 0 0,0 0 0 0 0,-5 5-1 0 0,-1 3-132 0 0,1 0-1 0 0,0 1 1 0 0,0 0-1 0 0,1 1 0 0 0,1 0 1 0 0,0 1-1 0 0,1-1 0 0 0,0 1 1 0 0,0 0-1 0 0,-5 24 1 0 0,-1 10-120 0 0,-10 85 1 0 0,18-91 115 0 0,1 0 1 0 0,1 0-1 0 0,3 0 1 0 0,8 62 0 0 0,-5-83-432 0 0,0 0 0 0 0,2 0-1 0 0,0 0 1 0 0,13 27 0 0 0,-12-35-716 0 0,-1 0 0 0 0,1 0-1 0 0,1-1 1 0 0,0 0 0 0 0,1 0-1 0 0,0-1 1 0 0,16 15 0 0 0</inkml:trace>
</inkml:ink>
</file>

<file path=ppt/ink/ink1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6.9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1 130 6449 0 0,'1'-3'205'0'0,"1"0"0"0"0,0 0-1 0 0,0 0 1 0 0,0 0-1 0 0,1 1 1 0 0,-1-1 0 0 0,1 0-1 0 0,0 1 1 0 0,-1 0 0 0 0,1 0-1 0 0,6-4 1 0 0,40-19 3033 0 0,-33 17-2725 0 0,11-3 495 0 0,0 1 1 0 0,1 2-1 0 0,0 0 0 0 0,0 2 1 0 0,0 1-1 0 0,30-1 1 0 0,-20 1-1789 0 0,-23 3-5968 0 0</inkml:trace>
</inkml:ink>
</file>

<file path=ppt/ink/ink1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7.1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10138 0 0,'1'1'266'0'0,"0"0"-1"0"0,0-1 0 0 0,1 1 1 0 0,-1 0-1 0 0,0 0 0 0 0,0 0 1 0 0,0 0-1 0 0,0 0 0 0 0,0 0 1 0 0,0 0-1 0 0,-1 0 0 0 0,1 0 1 0 0,0 0-1 0 0,0 0 1 0 0,-1 0-1 0 0,1 1 0 0 0,-1-1 1 0 0,1 0-1 0 0,-1 1 0 0 0,1-1 1 0 0,-1 3-1 0 0,9 31 1883 0 0,-9-34-2069 0 0,7 72 1730 0 0,-4-23-3916 0 0,7-3-4449 0 0,-8-44 6385 0 0</inkml:trace>
</inkml:ink>
</file>

<file path=ppt/ink/ink1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7.3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16 9218 0 0,'0'-6'408'0'0,"0"4"80"0"0,1-1-392 0 0,0 0-96 0 0,2 2 0 0 0,-1 1 0 0 0,0 1 0 0 0,3 0-120 0 0,2 2 24 0 0,2 4 8 0 0,4 4 88 0 0,-2 3 0 0 0,-3 0 0 0 0</inkml:trace>
</inkml:ink>
</file>

<file path=ppt/ink/ink1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7.5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98 2761 0 0,'2'0'82'0'0,"0"1"1"0"0,0-1 0 0 0,-1 0 0 0 0,1 1 0 0 0,0-1 0 0 0,-1 1 0 0 0,1 0 0 0 0,0 0 0 0 0,-1-1 0 0 0,1 1-1 0 0,-1 0 1 0 0,1 0 0 0 0,-1 1 0 0 0,1-1 0 0 0,-1 0 0 0 0,0 0 0 0 0,0 1 0 0 0,1-1 0 0 0,-1 0 0 0 0,0 1-1 0 0,0-1 1 0 0,-1 1 0 0 0,2 1 0 0 0,18 48 3282 0 0,-6-14-1950 0 0,-14-37-1413 0 0,0 1 1 0 0,0-1-1 0 0,1 1 1 0 0,-1 0-1 0 0,1-1 0 0 0,-1 1 1 0 0,1-1-1 0 0,-1 0 1 0 0,1 1-1 0 0,-1-1 0 0 0,1 1 1 0 0,-1-1-1 0 0,1 0 0 0 0,-1 1 1 0 0,1-1-1 0 0,0 0 1 0 0,-1 1-1 0 0,1-1 0 0 0,0 0 1 0 0,-1 0-1 0 0,1 0 1 0 0,-1 0-1 0 0,1 0 0 0 0,0 0 1 0 0,-1 1-1 0 0,1-2 0 0 0,0 1 1 0 0,0 0-1 0 0,-1 0 1 0 0,1 0-1 0 0,-1 0 0 0 0,1 0 1 0 0,0 0-1 0 0,-1-1 1 0 0,1 1-1 0 0,0 0 0 0 0,-1-1 1 0 0,1 1-1 0 0,-1 0 0 0 0,1-1 1 0 0,-1 1-1 0 0,1-1 1 0 0,-1 1-1 0 0,1-1 0 0 0,-1 1 1 0 0,1-1-1 0 0,0 0 1 0 0,24-32 203 0 0,-18 22-142 0 0,22-28 607 0 0,27-34-187 0 0,-51 67-251 0 0,1 0 1 0 0,-1 1 0 0 0,2-1-1 0 0,-1 1 1 0 0,0 0-1 0 0,1 1 1 0 0,0 0 0 0 0,11-6-1 0 0,-17 10-118 0 0,1-1 0 0 0,-1 0 0 0 0,0 1 0 0 0,1-1 0 0 0,-1 1 0 0 0,0 0 0 0 0,1-1 0 0 0,-1 1 0 0 0,0 0 0 0 0,1 0 0 0 0,-1 0 1 0 0,1 0-1 0 0,-1 0 0 0 0,1 0 0 0 0,-1 0 0 0 0,0 0 0 0 0,1 1 0 0 0,-1-1 0 0 0,0 1 0 0 0,1-1 0 0 0,-1 1 0 0 0,0-1 0 0 0,1 1 0 0 0,-1 0 0 0 0,0-1 0 0 0,0 1 0 0 0,0 0 0 0 0,0 0 0 0 0,0 0 0 0 0,2 1 0 0 0,-1 3 180 0 0,1 0-1 0 0,-1-1 1 0 0,1 1-1 0 0,-1 0 1 0 0,-1 0-1 0 0,3 10 1 0 0,8 19-2728 0 0</inkml:trace>
</inkml:ink>
</file>

<file path=ppt/ink/ink1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8.2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201 421 2328 0 0,'2'-2'245'0'0,"-1"1"-1"0"0,0-1 1 0 0,1 1-1 0 0,-1-1 1 0 0,1 1-1 0 0,-1-1 0 0 0,1 1 1 0 0,0 0-1 0 0,-1 0 1 0 0,10 0 3481 0 0,-13 13-1823 0 0,2-12-1790 0 0,0 1 1 0 0,0 0-1 0 0,0-1 0 0 0,0 1 1 0 0,0-1-1 0 0,0 1 0 0 0,0-1 0 0 0,0 1 1 0 0,0 0-1 0 0,0-1 0 0 0,0 1 0 0 0,0-1 1 0 0,0 1-1 0 0,0-1 0 0 0,1 1 0 0 0,-1-1 1 0 0,0 1-1 0 0,0-1 0 0 0,1 1 0 0 0,-1-1 1 0 0,0 1-1 0 0,1-1 0 0 0,-1 1 0 0 0,0-1 1 0 0,1 1-1 0 0,-1-1 0 0 0,1 0 1 0 0,-1 1-1 0 0,1-1 0 0 0,-1 0 0 0 0,1 1 1 0 0,-1-1-1 0 0,11 1 4473 0 0,-26-5-3502 0 0,12 3-1086 0 0,0 0 1 0 0,0 0 0 0 0,0-1-1 0 0,0 1 1 0 0,0-1 0 0 0,1 0-1 0 0,-1 0 1 0 0,0 0 0 0 0,1 0-1 0 0,0 0 1 0 0,-1 0 0 0 0,1-1-1 0 0,-3-3 1 0 0,3 3 49 0 0,-1 0 0 0 0,1 0 0 0 0,-1 0 0 0 0,0 1-1 0 0,1-1 1 0 0,-1 1 0 0 0,0 0 0 0 0,-1 0 0 0 0,1 0 0 0 0,0 0 0 0 0,-7-2 0 0 0,5 3-34 0 0,0 0 0 0 0,1 0 0 0 0,-1 1 0 0 0,0 0 1 0 0,0 0-1 0 0,0 0 0 0 0,0 0 0 0 0,0 1 0 0 0,0 0 0 0 0,1 0 1 0 0,-1 0-1 0 0,0 1 0 0 0,1 0 0 0 0,-1-1 0 0 0,1 2 0 0 0,-1-1 1 0 0,1 0-1 0 0,0 1 0 0 0,0 0 0 0 0,0 0 0 0 0,0 0 0 0 0,1 0 1 0 0,-1 1-1 0 0,1 0 0 0 0,0-1 0 0 0,0 1 0 0 0,0 0 0 0 0,0 0 1 0 0,1 1-1 0 0,0-1 0 0 0,0 1 0 0 0,-3 7 0 0 0,3-7-119 0 0,0 1 0 0 0,0 0 0 0 0,0 1 0 0 0,0-1 0 0 0,1 0 0 0 0,0 1 1 0 0,1-1-1 0 0,-1 0 0 0 0,1 1 0 0 0,1-1 0 0 0,-1 0 0 0 0,1 1 0 0 0,0-1 0 0 0,0 0 0 0 0,1 1 0 0 0,0-1 0 0 0,0 0 0 0 0,0 0 0 0 0,1-1 0 0 0,0 1 0 0 0,0 0 0 0 0,0-1 0 0 0,1 0 0 0 0,8 10 0 0 0,-11-14 66 0 0,1 1-1 0 0,-1-1 0 0 0,1 0 1 0 0,0 1-1 0 0,-1-1 1 0 0,1 0-1 0 0,0 0 1 0 0,0 0-1 0 0,0 0 0 0 0,0 0 1 0 0,0-1-1 0 0,0 1 1 0 0,0 0-1 0 0,0-1 0 0 0,1 0 1 0 0,-1 1-1 0 0,0-1 1 0 0,0 0-1 0 0,0 0 1 0 0,0 0-1 0 0,4-1 0 0 0,-2-1-16 0 0,-1 1-1 0 0,1 0 1 0 0,-1-1-1 0 0,0 0 1 0 0,1 0-1 0 0,-1 0 1 0 0,0 0-1 0 0,0-1 1 0 0,-1 1-1 0 0,1-1 1 0 0,4-4-1 0 0,1-4-113 0 0,0 0 1 0 0,0-1-1 0 0,-2 0 0 0 0,1 0 1 0 0,8-24-1 0 0,-9 15-135 0 0,0-1-1 0 0,-2 1 1 0 0,0-1-1 0 0,-2 0 1 0 0,0 0 0 0 0,-3-34-1 0 0,-20-135 2100 0 0,13 133 82 0 0,7 49-1435 0 0,-4-24 865 0 0,5 31-1181 0 0,0 1 0 0 0,0 0 0 0 0,-1-1 0 0 0,1 1 0 0 0,-1 0 0 0 0,1 0 0 0 0,-1-1 0 0 0,1 1 0 0 0,-1 0 0 0 0,0 0 0 0 0,1 0 0 0 0,-1 0 0 0 0,0 0 0 0 0,0-1 0 0 0,0 2 0 0 0,0-1 0 0 0,-2-2 0 0 0,3 3-81 0 0,-1 1 0 0 0,0-1 0 0 0,1 0 1 0 0,-1 0-1 0 0,0 1 0 0 0,1-1 0 0 0,-1 1 0 0 0,0-1 0 0 0,1 0 0 0 0,-1 1 0 0 0,1-1 0 0 0,-1 1 0 0 0,1-1 0 0 0,-1 1 1 0 0,1 0-1 0 0,0-1 0 0 0,-1 1 0 0 0,1-1 0 0 0,-1 1 0 0 0,1 0 0 0 0,0-1 0 0 0,0 1 0 0 0,-1 0 0 0 0,1-1 0 0 0,0 1 1 0 0,0 0-1 0 0,0-1 0 0 0,0 1 0 0 0,0 0 0 0 0,0 0 0 0 0,0-1 0 0 0,0 2 0 0 0,-3 27 183 0 0,4-5-137 0 0,0 0 1 0 0,2 0-1 0 0,0 0 1 0 0,2-1-1 0 0,0 1 1 0 0,2-1-1 0 0,12 28 1 0 0,80 153 113 0 0,-78-163-175 0 0,33 55-2196 0 0,-36-68-5617 0 0</inkml:trace>
</inkml:ink>
</file>

<file path=ppt/ink/ink1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9.1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69 6913 0 0,'-1'-21'2618'0'0,"0"15"-1573"0"0,1 0 0 0 0,0 0 0 0 0,0 0 1 0 0,0 0-1 0 0,2-11 0 0 0,4 31 2467 0 0,5 13-2838 0 0,-3 15-386 0 0,5 55 0 0 0,4 29 433 0 0,-14-111-670 0 0,1 0 1 0 0,1 0-1 0 0,0-1 1 0 0,1 1-1 0 0,0-1 0 0 0,9 13 1 0 0,-11-21-33 0 0,0 0 1 0 0,0 0-1 0 0,0-1 1 0 0,1 0-1 0 0,-1 0 1 0 0,1 0-1 0 0,1 0 1 0 0,-1-1-1 0 0,0 0 1 0 0,1 0-1 0 0,0-1 1 0 0,0 1-1 0 0,0-1 1 0 0,1 0-1 0 0,6 2 1 0 0,-7-4-3 0 0,-1 0 1 0 0,1 0 0 0 0,0-1-1 0 0,-1 0 1 0 0,1 0 0 0 0,0 0 0 0 0,-1 0-1 0 0,1-1 1 0 0,-1 0 0 0 0,1 0-1 0 0,-1-1 1 0 0,1 1 0 0 0,-1-1-1 0 0,0 0 1 0 0,1-1 0 0 0,-1 1-1 0 0,0-1 1 0 0,7-5 0 0 0,-5 2-21 0 0,1 0 0 0 0,-1 0 0 0 0,0-1 0 0 0,0 0 0 0 0,-1 0 1 0 0,0 0-1 0 0,0-1 0 0 0,-1 0 0 0 0,0 0 0 0 0,0 0 0 0 0,-1-1 0 0 0,0 0 0 0 0,0 0 1 0 0,-1 0-1 0 0,3-11 0 0 0,-1-10-40 0 0,-1 1 1 0 0,-2-1-1 0 0,-1-45 1 0 0,-1 57 66 0 0,0 17-35 0 0,0 1 0 0 0,0 0 0 0 0,0 0 0 0 0,0-1-1 0 0,0 1 1 0 0,0 0 0 0 0,-1 0 0 0 0,1 0 0 0 0,0-1 0 0 0,0 1 0 0 0,1 0 0 0 0,-1 0 0 0 0,0-1 0 0 0,0 1 0 0 0,0 0 0 0 0,0 0 0 0 0,0-1 0 0 0,0 1 0 0 0,0 0 0 0 0,0 0 0 0 0,0 0 0 0 0,0-1 0 0 0,0 1 0 0 0,1 0 0 0 0,-1 0 0 0 0,0 0-1 0 0,0-1 1 0 0,0 1 0 0 0,0 0 0 0 0,1 0 0 0 0,-1 0 0 0 0,0 0 0 0 0,0 0 0 0 0,0 0 0 0 0,1-1 0 0 0,-1 1 0 0 0,0 0 0 0 0,0 0 0 0 0,1 0 0 0 0,-1 0 0 0 0,0 0 0 0 0,0 0 0 0 0,0 0 0 0 0,1 0 0 0 0,-1 0 0 0 0,0 0 0 0 0,0 0-1 0 0,1 0 1 0 0,-1 0 0 0 0,15 11-211 0 0,20 27 321 0 0,-28-29-29 0 0,3 2 15 0 0,0-1-1 0 0,1 0 0 0 0,1 0 1 0 0,-1-1-1 0 0,1-1 1 0 0,1 0-1 0 0,-1 0 1 0 0,1-1-1 0 0,1-1 0 0 0,-1 0 1 0 0,21 5-1 0 0,-28-9-54 0 0,0-1-1 0 0,0 0 0 0 0,0 0 1 0 0,0 0-1 0 0,0-1 1 0 0,0 0-1 0 0,0 0 1 0 0,0-1-1 0 0,0 0 1 0 0,0 0-1 0 0,0 0 1 0 0,0 0-1 0 0,0-1 0 0 0,0 0 1 0 0,-1-1-1 0 0,1 1 1 0 0,-1-1-1 0 0,1 0 1 0 0,-1 0-1 0 0,0-1 1 0 0,0 1-1 0 0,-1-1 0 0 0,1 0 1 0 0,-1-1-1 0 0,0 1 1 0 0,0-1-1 0 0,0 0 1 0 0,0 0-1 0 0,-1 0 1 0 0,3-5-1 0 0,0-3-251 0 0,-1-1-1 0 0,0 1 1 0 0,0-1 0 0 0,-2 0-1 0 0,0 0 1 0 0,0 0 0 0 0,-1 0-1 0 0,-1 0 1 0 0,-1-19 0 0 0,-1 14-1100 0 0</inkml:trace>
</inkml:ink>
</file>

<file path=ppt/ink/ink1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9.4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0 268 3225 0 0,'2'2'238'0'0,"0"0"0"0"0,0 0 0 0 0,0 0 0 0 0,0 0 0 0 0,1 0 0 0 0,-1-1 0 0 0,0 1 0 0 0,1-1 0 0 0,-1 1 0 0 0,1-1 0 0 0,0 0 0 0 0,-1 0 0 0 0,1 0 0 0 0,0-1 0 0 0,0 1 0 0 0,0 0 1 0 0,4-1-1 0 0,-2 0 259 0 0,-1 0 0 0 0,1-1-1 0 0,0 1 1 0 0,-1-1 0 0 0,1 0 0 0 0,0-1 0 0 0,-1 1 0 0 0,1-1 0 0 0,-1 0 0 0 0,5-3 0 0 0,-3 1-225 0 0,0 0 0 0 0,0 0 0 0 0,0-1 0 0 0,-1 0 0 0 0,0 0 0 0 0,0-1 0 0 0,0 1 0 0 0,-1-1 0 0 0,0 0 0 0 0,0 0 0 0 0,0-1 0 0 0,-1 1 0 0 0,0-1 0 0 0,4-10 0 0 0,-3 5-30 0 0,-1 0-1 0 0,0 0 1 0 0,-1 0 0 0 0,0 0 0 0 0,-1-1 0 0 0,0 1 0 0 0,-2-23 0 0 0,-8-2 73 0 0,9 35-305 0 0,-1 1 0 0 0,1 0 0 0 0,0-1 0 0 0,-1 1 1 0 0,0 0-1 0 0,1-1 0 0 0,-1 1 0 0 0,0 0 0 0 0,0 0 0 0 0,1-1 0 0 0,-1 1 0 0 0,0 0 0 0 0,0 0 0 0 0,0 0 0 0 0,-1 0 0 0 0,1 0 1 0 0,0 0-1 0 0,0 1 0 0 0,0-1 0 0 0,-1 0 0 0 0,1 0 0 0 0,0 1 0 0 0,-3-1 0 0 0,3 1 13 0 0,0 0-1 0 0,0 1 1 0 0,1-1-1 0 0,-1 1 0 0 0,0-1 1 0 0,1 1-1 0 0,-1-1 1 0 0,0 1-1 0 0,1 0 1 0 0,-1-1-1 0 0,1 1 1 0 0,-1 0-1 0 0,1-1 1 0 0,-1 1-1 0 0,1 0 0 0 0,-1 0 1 0 0,1-1-1 0 0,0 1 1 0 0,-1 0-1 0 0,1 0 1 0 0,0 0-1 0 0,0 0 1 0 0,0-1-1 0 0,-1 3 1 0 0,-3 23 434 0 0,4-25-428 0 0,0 6 26 0 0,0 0 0 0 0,0-1-1 0 0,0 1 1 0 0,1 0 0 0 0,0-1-1 0 0,0 1 1 0 0,1 0 0 0 0,0-1-1 0 0,0 0 1 0 0,0 1-1 0 0,1-1 1 0 0,0 0 0 0 0,0 0-1 0 0,1-1 1 0 0,-1 1 0 0 0,1-1-1 0 0,9 10 1 0 0,-8-10-312 0 0,0 0 0 0 0,1-1 0 0 0,0 1 0 0 0,0-1 0 0 0,0 0-1 0 0,0 0 1 0 0,1-1 0 0 0,-1 0 0 0 0,1 0 0 0 0,8 2 0 0 0,4 0-6540 0 0</inkml:trace>
</inkml:ink>
</file>

<file path=ppt/ink/ink1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9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57 5985 0 0,'14'-23'422'0'0,"-12"20"488"0"0,0-1 1 0 0,1 1-1 0 0,0 0 1 0 0,0 0-1 0 0,0 0 1 0 0,0 0-1 0 0,4-2 1 0 0,-6 4-573 0 0,0 0 0 0 0,0 0 0 0 0,1 1 0 0 0,-1-1 1 0 0,0 1-1 0 0,1-1 0 0 0,-1 1 0 0 0,1-1 0 0 0,-1 1 1 0 0,0 0-1 0 0,1 0 0 0 0,-1 0 0 0 0,1 0 0 0 0,-1 0 1 0 0,1 0-1 0 0,-1 0 0 0 0,0 0 0 0 0,1 0 0 0 0,-1 1 1 0 0,1-1-1 0 0,0 1 0 0 0,1 0-268 0 0,-1 0 0 0 0,0 1 0 0 0,0-1 0 0 0,0 1-1 0 0,0-1 1 0 0,0 1 0 0 0,0 0 0 0 0,-1-1 0 0 0,4 5 0 0 0,4 9-115 0 0,-1-1 0 0 0,-1 1 0 0 0,0 1 0 0 0,-1-1 0 0 0,0 1 0 0 0,-2 0 0 0 0,4 19-1 0 0,-3-15-1343 0 0,-1-1-5896 0 0</inkml:trace>
</inkml:ink>
</file>

<file path=ppt/ink/ink1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49.7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 18 11522 0 0,'-11'-3'1025'0'0,"-3"-6"3848"0"0,15 8-4481 0 0,2-2-168 0 0,1 2-32 0 0,2 1 0 0 0,2 4-2417 0 0,2 3-479 0 0,1 4-97 0 0,0 2-15 0 0</inkml:trace>
</inkml:ink>
</file>

<file path=ppt/ink/ink1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0.4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60 358 10138 0 0,'-1'0'163'0'0,"0"0"12"0"0,0 0 0 0 0,0-1 0 0 0,0 1 0 0 0,1 0 0 0 0,-1 0 0 0 0,0 0-1 0 0,0 0 1 0 0,0 0 0 0 0,0 0 0 0 0,0 0 0 0 0,0 0 0 0 0,1 0 0 0 0,-1 1 0 0 0,0-1-1 0 0,0 0 1 0 0,0 1 0 0 0,0-1 0 0 0,1 0 0 0 0,-1 1 0 0 0,0-1 0 0 0,0 1-1 0 0,1-1 1 0 0,-1 1 0 0 0,0-1 0 0 0,1 1 0 0 0,-1 0 0 0 0,0-1 0 0 0,1 1-1 0 0,-1 0 1 0 0,1-1 0 0 0,-1 1 0 0 0,1 0 0 0 0,0 0 0 0 0,-1 0 0 0 0,1-1-1 0 0,0 1 1 0 0,-1 0 0 0 0,1 0 0 0 0,0 0 0 0 0,0 0 0 0 0,0 1 0 0 0,-1 0-327 0 0,-6 17 101 0 0,1 0 0 0 0,1 0 0 0 0,1 1 0 0 0,0-1 0 0 0,2 1 0 0 0,-1 30 0 0 0,32-95-875 0 0,-21 35 932 0 0,0 0 0 0 0,0 1 0 0 0,1 0 0 0 0,0 1 0 0 0,1-1 0 0 0,0 2 0 0 0,0-1-1 0 0,1 2 1 0 0,15-9 0 0 0,-22 13 26 0 0,-1 1 1 0 0,1-1-1 0 0,-1 1 1 0 0,1 0-1 0 0,0 0 0 0 0,-1 0 1 0 0,1 0-1 0 0,0 1 1 0 0,0 0-1 0 0,0 0 0 0 0,-1 0 1 0 0,1 0-1 0 0,0 0 1 0 0,0 1-1 0 0,0-1 0 0 0,-1 1 1 0 0,1 0-1 0 0,0 1 0 0 0,-1-1 1 0 0,1 0-1 0 0,-1 1 1 0 0,1 0-1 0 0,-1 0 0 0 0,0 0 1 0 0,0 0-1 0 0,0 0 1 0 0,0 1-1 0 0,0 0 0 0 0,-1-1 1 0 0,1 1-1 0 0,-1 0 1 0 0,1 0-1 0 0,-1 0 0 0 0,3 5 1 0 0,0 3 23 0 0,0-1-1 0 0,-1 1 1 0 0,0 0 0 0 0,0 0 0 0 0,-1 0-1 0 0,-1 1 1 0 0,0-1 0 0 0,0 1 0 0 0,-1-1 0 0 0,-1 1-1 0 0,-1 15 1 0 0,1-21-143 0 0,-1-1-1 0 0,0 1 0 0 0,0 0 1 0 0,0 0-1 0 0,-1-1 0 0 0,0 1 1 0 0,0-1-1 0 0,-1 0 0 0 0,1 1 1 0 0,-7 8-1 0 0,7-11 9 0 0,-1-1 0 0 0,1 1-1 0 0,-1 0 1 0 0,0-1 0 0 0,0 0 0 0 0,0 0-1 0 0,0 0 1 0 0,0 0 0 0 0,0 0 0 0 0,-1 0-1 0 0,1-1 1 0 0,-1 0 0 0 0,1 1 0 0 0,-1-1-1 0 0,1-1 1 0 0,-1 1 0 0 0,0 0 0 0 0,-4-1-1 0 0,6 0 83 0 0,1 1 0 0 0,0-1 0 0 0,-1 0 0 0 0,1 0 0 0 0,0 0-1 0 0,-1 0 1 0 0,1-1 0 0 0,-1 1 0 0 0,1 0 0 0 0,0-1 0 0 0,-1 1 0 0 0,1-1 0 0 0,0 1-1 0 0,0-1 1 0 0,-1 1 0 0 0,1-1 0 0 0,0 0 0 0 0,0 0 0 0 0,0 1 0 0 0,0-1-1 0 0,0 0 1 0 0,0 0 0 0 0,-1-2 0 0 0,1 1-10 0 0,0 0 0 0 0,0 0 0 0 0,1 0 0 0 0,-1 0 0 0 0,0 0 0 0 0,1 0 0 0 0,0 0 0 0 0,-1 0 0 0 0,1-1 0 0 0,0 1 0 0 0,0 0 0 0 0,0 0 0 0 0,1-3 0 0 0,1-9-114 0 0,1 1-1 0 0,1-1 1 0 0,9-22 0 0 0,-9 26 9 0 0,31-76-176 0 0,61-109 0 0 0,67-70 4420 0 0,-163 264-4045 0 0,1-1-1 0 0,0 1 0 0 0,0 0 0 0 0,0-1 1 0 0,0 1-1 0 0,0 0 0 0 0,0 0 1 0 0,0-1-1 0 0,0 1 0 0 0,0 0 1 0 0,0 0-1 0 0,1 0 0 0 0,-1 0 0 0 0,0 1 1 0 0,1-1-1 0 0,-1 0 0 0 0,3 0 1 0 0,-3 1-49 0 0,0 1 0 0 0,0 0 1 0 0,-1-1-1 0 0,1 1 0 0 0,0 0 1 0 0,0-1-1 0 0,-1 1 0 0 0,1 0 1 0 0,0 0-1 0 0,-1 0 0 0 0,1 0 1 0 0,-1 0-1 0 0,1 0 0 0 0,-1 0 1 0 0,0 0-1 0 0,1 0 0 0 0,-1 0 1 0 0,0 0-1 0 0,0 0 0 0 0,1 0 1 0 0,-1 0-1 0 0,0 0 0 0 0,0 0 1 0 0,0 0-1 0 0,0 0 1 0 0,-1 2-1 0 0,7 129 824 0 0,-6-86-878 0 0,2 1 0 0 0,2-1 0 0 0,2 1 0 0 0,13 47 1 0 0,-14-72-116 0 0,-4-16 72 0 0,0 0-1 0 0,0-1 1 0 0,1 1 0 0 0,-1 0-1 0 0,1-1 1 0 0,1 0 0 0 0,-1 1-1 0 0,1-1 1 0 0,3 6 0 0 0,-5-11 70 0 0,0 0 1 0 0,-1 0-1 0 0,1 0 0 0 0,-1 0 1 0 0,1 0-1 0 0,0 0 1 0 0,-1 0-1 0 0,1 0 1 0 0,-1 0-1 0 0,1 0 1 0 0,-1 0-1 0 0,1 0 1 0 0,0 0-1 0 0,-1-1 1 0 0,1 1-1 0 0,-1 0 1 0 0,1 0-1 0 0,-1-1 1 0 0,1 1-1 0 0,-1 0 1 0 0,1-1-1 0 0,-1 1 1 0 0,0 0-1 0 0,1-1 1 0 0,-1 1-1 0 0,1-1 1 0 0,-1 1-1 0 0,0-1 1 0 0,1 1-1 0 0,-1-1 1 0 0,0 1-1 0 0,0-1 1 0 0,1 1-1 0 0,-1-2 1 0 0,13-19 140 0 0,-13 20-146 0 0,24-46 135 0 0,26-48 158 0 0,-45 86-238 0 0,1 1 0 0 0,0-1 0 0 0,1 2 1 0 0,-1-1-1 0 0,1 1 0 0 0,1 0 0 0 0,0 0 0 0 0,9-5 1 0 0,-15 10-43 0 0,0 1 1 0 0,0 0 0 0 0,0 0-1 0 0,0 1 1 0 0,0-1 0 0 0,1 0-1 0 0,-1 1 1 0 0,0-1 0 0 0,0 1-1 0 0,1 0 1 0 0,-1 0 0 0 0,0 0-1 0 0,1 0 1 0 0,-1 0 0 0 0,0 0-1 0 0,0 1 1 0 0,1-1 0 0 0,-1 1-1 0 0,0 0 1 0 0,0-1 0 0 0,0 1-1 0 0,0 0 1 0 0,0 0 0 0 0,0 0-1 0 0,0 1 1 0 0,0-1 0 0 0,0 0-1 0 0,3 4 1 0 0,5 5 31 0 0,0 0 1 0 0,0 1-1 0 0,14 21 0 0 0,-2-3-58 0 0,-11-17-774 0 0,0-1 0 0 0,18 14 1 0 0,-9-11-6847 0 0</inkml:trace>
</inkml:ink>
</file>

<file path=ppt/ink/ink1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0.7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5 10138 0 0,'-12'-5'10151'0'0,"9"34"-8082"0"0,3-28-2100 0 0,-1 64 551 0 0,4 0 0 0 0,14 85-1 0 0,-12-112-456 0 0,29 168-1859 0 0,-27-179 824 0 0</inkml:trace>
</inkml:ink>
</file>

<file path=ppt/ink/ink1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0.9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31 142 9674 0 0,'-1'-1'139'0'0,"-1"1"1"0"0,0-1-1 0 0,1 1 0 0 0,-1-1 0 0 0,1 0 0 0 0,-1 1 1 0 0,1-1-1 0 0,0 0 0 0 0,-1 0 0 0 0,1 0 1 0 0,0 0-1 0 0,-1 0 0 0 0,1 0 0 0 0,0-1 1 0 0,0 1-1 0 0,0 0 0 0 0,0 0 0 0 0,0-1 0 0 0,0 1 1 0 0,1-1-1 0 0,-1 1 0 0 0,0-1 0 0 0,1 1 1 0 0,-1-1-1 0 0,1 0 0 0 0,-1 1 0 0 0,1-4 1 0 0,0 3 68 0 0,0-1 1 0 0,1 0 0 0 0,-1 0 0 0 0,1 1-1 0 0,0-1 1 0 0,0 0 0 0 0,0 1-1 0 0,0-1 1 0 0,0 1 0 0 0,1-1 0 0 0,-1 1-1 0 0,1 0 1 0 0,0-1 0 0 0,-1 1 0 0 0,1 0-1 0 0,4-3 1 0 0,1-2-205 0 0,1 1 1 0 0,0 0-1 0 0,0 1 0 0 0,0 0 1 0 0,1 0-1 0 0,0 1 0 0 0,0 0 0 0 0,0 0 1 0 0,0 1-1 0 0,0 0 0 0 0,18-3 1 0 0,-11 4-129 0 0,1 1 1 0 0,-1 0-1 0 0,1 1 0 0 0,-1 1 1 0 0,1 0-1 0 0,20 5 0 0 0,4 4 124 0 0</inkml:trace>
</inkml:ink>
</file>

<file path=ppt/ink/ink1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1.4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212 8 3225 0 0,'-4'-2'533'0'0,"-1"1"0"0"0,0-1 0 0 0,0 1 0 0 0,1 0 0 0 0,-1 1 1 0 0,0-1-1 0 0,0 1 0 0 0,0 0 0 0 0,0 0 0 0 0,0 1 0 0 0,1-1 0 0 0,-1 1 1 0 0,0 0-1 0 0,0 1 0 0 0,1-1 0 0 0,-1 1 0 0 0,1 0 0 0 0,-1 0 0 0 0,1 0 1 0 0,0 0-1 0 0,0 1 0 0 0,-8 6 0 0 0,9-7-374 0 0,0 0 0 0 0,0 0 0 0 0,1 0 0 0 0,-1 1-1 0 0,0 0 1 0 0,1-1 0 0 0,0 1 0 0 0,0 0 0 0 0,-1 0 0 0 0,2 0 0 0 0,-1 1 0 0 0,0-1 0 0 0,1 0-1 0 0,-1 1 1 0 0,1-1 0 0 0,0 1 0 0 0,0-1 0 0 0,0 1 0 0 0,1-1 0 0 0,-1 1 0 0 0,1 0-1 0 0,0-1 1 0 0,0 1 0 0 0,0 0 0 0 0,1-1 0 0 0,-1 1 0 0 0,1 0 0 0 0,0-1 0 0 0,0 1 0 0 0,2 4-1 0 0,2 0-125 0 0,1 0 0 0 0,-1-1-1 0 0,2 1 1 0 0,-1-1 0 0 0,1-1 0 0 0,0 1-1 0 0,0-1 1 0 0,15 9 0 0 0,-15-10-140 0 0,0-1 1 0 0,-1 1-1 0 0,1 0 1 0 0,-1 0-1 0 0,0 1 0 0 0,-1 0 1 0 0,1 0-1 0 0,-1 1 1 0 0,0-1-1 0 0,-1 1 1 0 0,7 13-1 0 0,-10-19 26 0 0,-1 1 1 0 0,1 0-1 0 0,-1 0 1 0 0,0-1-1 0 0,0 1 0 0 0,0 0 1 0 0,0 0-1 0 0,0 0 0 0 0,0 0 1 0 0,0-1-1 0 0,0 1 0 0 0,-1 0 1 0 0,1 0-1 0 0,-1 0 0 0 0,1-1 1 0 0,-1 1-1 0 0,0 0 0 0 0,1-1 1 0 0,-3 3-1 0 0,1 0 7 0 0,-1 0 0 0 0,0-1 0 0 0,0 1 0 0 0,-1-1 0 0 0,1 0 0 0 0,-1 0-1 0 0,-5 4 1 0 0,-4 1 171 0 0,0-1-1 0 0,-1-1 0 0 0,-25 10 1 0 0,23-11-414 0 0,0-1 1 0 0,-27 4-1 0 0,20-5-5619 0 0</inkml:trace>
</inkml:ink>
</file>

<file path=ppt/ink/ink1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1.6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12899 0 0,'16'5'1152'0'0,"-8"-2"-928"0"0,2 0-224 0 0,-2-2 0 0 0,-1 3 2465 0 0,-3-2-1105 0 0,3 0 8 0 0,4 3-600 0 0,2-1-128 0 0,0 1-15 0 0</inkml:trace>
</inkml:ink>
</file>

<file path=ppt/ink/ink1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2.9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330 180 8754 0 0,'-6'-16'896'0'0,"-1"0"1"0"0,-1 1-1 0 0,0 0 1 0 0,-1 0 0 0 0,-1 1-1 0 0,-22-25 1 0 0,29 34-697 0 0,-1 1 1 0 0,0 0-1 0 0,0 0 1 0 0,-1 1-1 0 0,1-1 0 0 0,-1 1 1 0 0,0 0-1 0 0,0 0 1 0 0,0 0-1 0 0,0 1 1 0 0,0 0-1 0 0,-1 0 1 0 0,1 0-1 0 0,-1 0 1 0 0,1 1-1 0 0,-1 0 1 0 0,0 0-1 0 0,1 1 1 0 0,-1 0-1 0 0,0 0 1 0 0,0 0-1 0 0,1 0 1 0 0,-1 1-1 0 0,-6 2 1 0 0,6-1-118 0 0,0 1 0 0 0,0 0 0 0 0,1 0 1 0 0,0 0-1 0 0,0 1 0 0 0,0 0 0 0 0,0 0 0 0 0,0 0 1 0 0,1 1-1 0 0,-1-1 0 0 0,1 1 0 0 0,0 0 1 0 0,1 0-1 0 0,-1 1 0 0 0,1-1 0 0 0,0 1 0 0 0,1-1 1 0 0,-4 11-1 0 0,0 2 49 0 0,0 1 0 0 0,1 0-1 0 0,1 1 1 0 0,-3 32 0 0 0,5 5-32 0 0,2-1-1 0 0,3 1 1 0 0,2-1-1 0 0,21 95 1 0 0,78 214 529 0 0,-59-219-545 0 0,-39-127-338 0 0,-1 1-1 0 0,4 28 1 0 0,-8-42 35 0 0,-1 0 0 0 0,1 0 0 0 0,-1-1 0 0 0,-1 1 0 0 0,1 0 0 0 0,-1 0 0 0 0,0 0 0 0 0,-1-1 0 0 0,1 1 0 0 0,-1 0 0 0 0,0-1 0 0 0,0 1 0 0 0,-4 5 0 0 0</inkml:trace>
</inkml:ink>
</file>

<file path=ppt/ink/ink1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3.1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1 252 9218 0 0,'3'-6'440'0'0,"0"0"1"0"0,1 1-1 0 0,0-1 0 0 0,0 1 0 0 0,0 0 1 0 0,0 0-1 0 0,1 0 0 0 0,0 1 0 0 0,7-6 1 0 0,2-3 58 0 0,25-23 1583 0 0,50-36 1 0 0,-75 61-1800 0 0,0 2 1 0 0,1 0-1 0 0,0 1 0 0 0,0 0 1 0 0,1 2-1 0 0,0 0 1 0 0,32-8-1 0 0,-39 12-500 0 0,0 2 0 0 0,0-1 0 0 0,1 1 0 0 0,-1 0 0 0 0,0 1 0 0 0,17 3 0 0 0,53 19-5725 0 0,-66-18 4652 0 0,20 6-1597 0 0</inkml:trace>
</inkml:ink>
</file>

<file path=ppt/ink/ink1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3.5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224 8 10138 0 0,'-1'-1'144'0'0,"0"0"0"0"0,0 0 0 0 0,0 0 0 0 0,-1 1 0 0 0,1-1 0 0 0,0 1 1 0 0,0-1-1 0 0,0 1 0 0 0,-1-1 0 0 0,1 1 0 0 0,0 0 0 0 0,-1-1 0 0 0,1 1 0 0 0,0 0 0 0 0,-1 0 0 0 0,1 0 0 0 0,0 0 0 0 0,-1 0 0 0 0,1 0 0 0 0,0 1 0 0 0,0-1 0 0 0,-1 0 0 0 0,1 1 0 0 0,0-1 0 0 0,0 1 0 0 0,-1-1 0 0 0,1 1 1 0 0,0 0-1 0 0,0-1 0 0 0,-2 2 0 0 0,-37 26 2696 0 0,29-17-2517 0 0,1 1 0 0 0,0 1 0 0 0,0-1 0 0 0,1 2 0 0 0,1-1 0 0 0,0 1 0 0 0,1 0 0 0 0,-9 26 0 0 0,2 3 122 0 0,-16 80 0 0 0,26-96-311 0 0,0-1 0 0 0,2 0 1 0 0,1 1-1 0 0,2 0 1 0 0,0-1-1 0 0,1 1 0 0 0,2-1 1 0 0,1 0-1 0 0,10 34 1 0 0,-11-47-108 0 0,1 0 1 0 0,0 0 0 0 0,0-1-1 0 0,2 1 1 0 0,-1-2-1 0 0,1 1 1 0 0,1-1 0 0 0,0 0-1 0 0,1 0 1 0 0,0-1 0 0 0,0 0-1 0 0,1-1 1 0 0,1 0 0 0 0,-1-1-1 0 0,1 0 1 0 0,1 0-1 0 0,0-1 1 0 0,0-1 0 0 0,0 0-1 0 0,13 5 1 0 0,-16-9-138 0 0,-1 0 0 0 0,1 0 0 0 0,0-1 0 0 0,0 0 0 0 0,-1 0 0 0 0,11-1 0 0 0,27-8-6691 0 0,-22 0 89 0 0</inkml:trace>
</inkml:ink>
</file>

<file path=ppt/ink/ink1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5.9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11 184 8754 0 0,'-2'-2'282'0'0,"1"-1"1"0"0,0 1 0 0 0,0 0-1 0 0,0 0 1 0 0,0 0 0 0 0,0-1-1 0 0,1 1 1 0 0,-1 0-1 0 0,1-1 1 0 0,-1 1 0 0 0,1 0-1 0 0,0-1 1 0 0,0 1-1 0 0,0 0 1 0 0,0-1 0 0 0,0 1-1 0 0,1-1 1 0 0,-1 1-1 0 0,1 0 1 0 0,0-1 0 0 0,-1 1-1 0 0,1 0 1 0 0,0 0-1 0 0,0 0 1 0 0,0-1 0 0 0,1 1-1 0 0,-1 0 1 0 0,1 0-1 0 0,1-2 1 0 0,3 0-95 0 0,-1 0-1 0 0,1 0 0 0 0,-1 1 1 0 0,1-1-1 0 0,0 1 1 0 0,0 1-1 0 0,1-1 1 0 0,-1 1-1 0 0,11-2 1 0 0,-13 3-141 0 0,0-1-1 0 0,1 2 1 0 0,-1-1 0 0 0,1 0 0 0 0,-1 1 0 0 0,0 0 0 0 0,1 0-1 0 0,-1 0 1 0 0,1 1 0 0 0,-1-1 0 0 0,0 1 0 0 0,1 0 0 0 0,-1 0-1 0 0,0 1 1 0 0,0-1 0 0 0,0 1 0 0 0,0 0 0 0 0,8 5 0 0 0,-8-4-85 0 0,-1 1 1 0 0,1-1 0 0 0,-1 1 0 0 0,0 0-1 0 0,1 0 1 0 0,-2 0 0 0 0,1 0-1 0 0,0 1 1 0 0,-1-1 0 0 0,0 1 0 0 0,0-1-1 0 0,-1 1 1 0 0,1 0 0 0 0,-1 0-1 0 0,0 0 1 0 0,1 7 0 0 0,0 9-252 0 0,-2-1 0 0 0,0 1 0 0 0,-1-1 0 0 0,-1 0-1 0 0,0 1 1 0 0,-2-1 0 0 0,-6 20 0 0 0,-53 135-1150 0 0,47-136 1461 0 0,54-109 243 0 0,-5 12-1049 0 0,65-160-1987 0 0,-87 184 3017 0 0,10-46 1 0 0,-16 55 1066 0 0,-2-1 1 0 0,-1-34 3541 0 0,-12 115-3912 0 0,7-22-800 0 0,2 1 0 0 0,2 0 1 0 0,0-1-1 0 0,9 42 1 0 0,0-20 140 0 0,32 95 0 0 0,-38-140-356 0 0,-1 0-1 0 0,1 0 1 0 0,1 0 0 0 0,0-1-1 0 0,0 0 1 0 0,1 0-1 0 0,0 0 1 0 0,1-1 0 0 0,13 14-1 0 0,-17-19-187 0 0,1 0 0 0 0,0 0 0 0 0,0-1 0 0 0,0 1 0 0 0,0-1 0 0 0,0 0-1 0 0,0 0 1 0 0,1-1 0 0 0,-1 1 0 0 0,1-1 0 0 0,-1 0 0 0 0,1 0 0 0 0,0 0 0 0 0,-1-1-1 0 0,1 0 1 0 0,0 0 0 0 0,-1 0 0 0 0,1 0 0 0 0,0-1 0 0 0,-1 0 0 0 0,1 0 0 0 0,0 0 0 0 0,-1 0-1 0 0,6-3 1 0 0,18-8-384 0 0</inkml:trace>
</inkml:ink>
</file>

<file path=ppt/ink/ink1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6.1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0 10594 0 0,'-1'6'592'0'0,"0"0"-1"0"0,0 0 0 0 0,0 0 0 0 0,1 0 1 0 0,0 0-1 0 0,0 0 0 0 0,1 0 1 0 0,-1 0-1 0 0,1 0 0 0 0,2 5 1 0 0,-1 4 95 0 0,1 2-123 0 0,1 0-1 0 0,8 23 0 0 0,17 32-5663 0 0,-29-71 5004 0 0,0 0 0 0 0,1 0 0 0 0,-1 0-1 0 0,1 1 1 0 0,0-1 0 0 0,-1 0-1 0 0,1 0 1 0 0,0 0 0 0 0,0 0 0 0 0,-1 0-1 0 0,1 0 1 0 0,0-1 0 0 0,0 1-1 0 0,0 0 1 0 0,0 0 0 0 0,0-1 0 0 0,0 1-1 0 0,0 0 1 0 0,2 0 0 0 0,-2-3 80 0 0</inkml:trace>
</inkml:ink>
</file>

<file path=ppt/ink/ink1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6.30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60 10138 0 0,'-8'-9'448'0'0,"4"3"96"0"0,1-1-440 0 0,1 2-104 0 0,2 2 0 0 0,0 0 0 0 0,2 2 120 0 0,1-4 0 0 0,1-2 0 0 0,4 0 1 0 0,3 3-121 0 0,3 1 72 0 0,0 5-72 0 0,0 5 88 0 0</inkml:trace>
</inkml:ink>
</file>

<file path=ppt/ink/ink1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6.7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1 6913 0 0,'-1'0'94'0'0,"1"0"-1"0"0,-1 0 0 0 0,1 0 0 0 0,-1 0 0 0 0,1-1 0 0 0,-1 1 1 0 0,1 0-1 0 0,-1 0 0 0 0,1 0 0 0 0,-1 0 0 0 0,1 0 0 0 0,-1 0 0 0 0,1 0 1 0 0,-1 1-1 0 0,1-1 0 0 0,-1 0 0 0 0,1 0 0 0 0,-1 0 0 0 0,1 0 1 0 0,-1 1-1 0 0,1-1 0 0 0,-1 0 0 0 0,1 0 0 0 0,-1 1 0 0 0,1-1 0 0 0,0 0 1 0 0,-1 1-1 0 0,1-1 0 0 0,-1 0 0 0 0,1 1 0 0 0,0-1 0 0 0,-1 1 0 0 0,-7 23 2001 0 0,6 39 366 0 0,3-52-1950 0 0,-2 18-58 0 0,1 11-135 0 0,1-1 0 0 0,7 45 0 0 0,-7-75-315 0 0,1 1 1 0 0,0-1-1 0 0,0 0 1 0 0,1 0-1 0 0,1 0 1 0 0,-1-1-1 0 0,1 1 1 0 0,1-1-1 0 0,-1 0 1 0 0,1 0-1 0 0,1 0 1 0 0,0 0-1 0 0,0-1 1 0 0,11 10 0 0 0,-15-15-23 0 0,0 0 1 0 0,0-1-1 0 0,0 1 1 0 0,0-1-1 0 0,0 0 0 0 0,1 1 1 0 0,-1-1-1 0 0,0 0 1 0 0,1 0-1 0 0,-1 0 1 0 0,1-1-1 0 0,0 1 1 0 0,-1-1-1 0 0,1 1 1 0 0,-1-1-1 0 0,1 0 1 0 0,0 0-1 0 0,-1 0 1 0 0,1 0-1 0 0,4-1 1 0 0,-3-1-62 0 0,-1 1 1 0 0,0-1-1 0 0,0 1 0 0 0,0-1 1 0 0,0 0-1 0 0,0 0 0 0 0,0-1 1 0 0,0 1-1 0 0,-1-1 0 0 0,1 1 1 0 0,-1-1-1 0 0,0 0 0 0 0,3-4 1 0 0,2-4-134 0 0,-1 0 0 0 0,-1-1 1 0 0,0 0-1 0 0,0 0 0 0 0,-1 0 0 0 0,-1 0 1 0 0,4-21-1 0 0,-3-26-240 0 0,-3 37 990 0 0,5-35 1 0 0,-6 56-515 0 0,0 1 1 0 0,0 0 0 0 0,0 0-1 0 0,0 0 1 0 0,0 0 0 0 0,0-1 0 0 0,0 1-1 0 0,0 0 1 0 0,0 0 0 0 0,0 0-1 0 0,0 0 1 0 0,0-1 0 0 0,0 1-1 0 0,0 0 1 0 0,0 0 0 0 0,0 0 0 0 0,1 0-1 0 0,-1-1 1 0 0,0 1 0 0 0,0 0-1 0 0,0 0 1 0 0,0 0 0 0 0,0 0 0 0 0,0 0-1 0 0,0-1 1 0 0,0 1 0 0 0,1 0-1 0 0,-1 0 1 0 0,0 0 0 0 0,0 0-1 0 0,0 0 1 0 0,0 0 0 0 0,1 0 0 0 0,-1 0-1 0 0,0-1 1 0 0,0 1 0 0 0,0 0-1 0 0,0 0 1 0 0,1 0 0 0 0,-1 0-1 0 0,0 0 1 0 0,0 0 0 0 0,0 0 0 0 0,0 0-1 0 0,1 0 1 0 0,5 9 530 0 0,5 18-145 0 0,-10-24-322 0 0,3 5 35 0 0,0 1 0 0 0,1-1-1 0 0,0 0 1 0 0,1 0 0 0 0,-1 0 0 0 0,1-1 0 0 0,1 0 0 0 0,-1 0 0 0 0,1-1 0 0 0,1 1-1 0 0,10 6 1 0 0,-14-10-7 0 0,0 0 0 0 0,0-1-1 0 0,0 1 1 0 0,0-1 0 0 0,0 0-1 0 0,1 0 1 0 0,-1-1-1 0 0,1 1 1 0 0,-1-1 0 0 0,1 0-1 0 0,-1 0 1 0 0,1-1 0 0 0,0 1-1 0 0,0-1 1 0 0,-1 0 0 0 0,1 0-1 0 0,0-1 1 0 0,-1 0-1 0 0,1 1 1 0 0,0-1 0 0 0,-1-1-1 0 0,1 1 1 0 0,-1-1 0 0 0,9-3-1 0 0,-9 1-8 0 0,0 1 1 0 0,0-1-1 0 0,-1 0 0 0 0,1 0 0 0 0,-1 0 0 0 0,0 0 0 0 0,0 0 0 0 0,0-1 1 0 0,0 0-1 0 0,-1 1 0 0 0,0-1 0 0 0,0 0 0 0 0,0 0 0 0 0,-1 0 0 0 0,1 0 1 0 0,0-9-1 0 0,1-9-21 0 0,0 0 0 0 0,-2-31 1 0 0,-4 3-491 0 0,-2 17-3040 0 0</inkml:trace>
</inkml:ink>
</file>

<file path=ppt/ink/ink1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6.9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1 12443 0 0,'-2'7'713'0'0,"1"1"1"0"0,0 0 0 0 0,0-1-1 0 0,1 1 1 0 0,0 0 0 0 0,2 13-1 0 0,-1 22 1016 0 0,-2-26-1320 0 0,-3 27-1307 0 0,-3-19-5219 0 0</inkml:trace>
</inkml:ink>
</file>

<file path=ppt/ink/ink1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7.1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58 11 9218 0 0,'-15'-5'774'0'0,"-13"0"6117"0"0,27 4-6733 0 0,1 1 0 0 0,-1 0 0 0 0,1 0 0 0 0,-1 0 0 0 0,0 0 0 0 0,1 0 0 0 0,-1 0 0 0 0,0 0-1 0 0,1 0 1 0 0,-1 1 0 0 0,1-1 0 0 0,-1 0 0 0 0,0 0 0 0 0,1 0 0 0 0,-1 1 0 0 0,1-1 0 0 0,-1 0 0 0 0,1 1 0 0 0,-1-1 0 0 0,1 0 0 0 0,-1 1 0 0 0,1-1 0 0 0,-1 1 0 0 0,1 0-395 0 0,0 0 1 0 0,0 0-1 0 0,0 0 0 0 0,0 0 1 0 0,0 0-1 0 0,0 0 0 0 0,0 0 1 0 0,1 0-1 0 0,-1 0 1 0 0,0 0-1 0 0,1 0 0 0 0,-1 0 1 0 0,1 0-1 0 0,-1-1 0 0 0,1 1 1 0 0,-1 0-1 0 0,1 0 1 0 0,0-1-1 0 0,-1 1 0 0 0,3 1 1 0 0,5 7-2094 0 0,1-1-27 0 0</inkml:trace>
</inkml:ink>
</file>

<file path=ppt/ink/ink1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7.7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78 0 6913 0 0,'-9'1'1247'0'0,"0"1"0"0"0,0 0 0 0 0,0 1 0 0 0,0-1 0 0 0,1 2 0 0 0,-16 7 0 0 0,56-4 1671 0 0,62-3-1511 0 0,120 4 795 0 0,-71-6-5764 0 0,-119-2 1285 0 0,-2 2-3819 0 0</inkml:trace>
</inkml:ink>
</file>

<file path=ppt/ink/ink1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8.0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22 8754 0 0,'43'-17'2842'0'0,"-41"16"-2543"0"0,1 0 0 0 0,-1 1 1 0 0,1-1-1 0 0,-1 1 0 0 0,1-1 0 0 0,0 1 0 0 0,-1 0 0 0 0,1 0 0 0 0,-1 0 0 0 0,1 0 0 0 0,-1 0 0 0 0,1 1 0 0 0,0-1 0 0 0,-1 1 0 0 0,4 1 0 0 0,-4-1-122 0 0,-1 0 0 0 0,0 1-1 0 0,0-1 1 0 0,0 0 0 0 0,0 1 0 0 0,0-1 0 0 0,-1 1 0 0 0,1-1 0 0 0,0 1-1 0 0,-1-1 1 0 0,1 1 0 0 0,-1-1 0 0 0,1 1 0 0 0,-1 0 0 0 0,0-1 0 0 0,1 1-1 0 0,-1 2 1 0 0,0 35 947 0 0,0-24-719 0 0,2 48 260 0 0,6 142 795 0 0,-4-161-2465 0 0,3 0 1 0 0,18 69-1 0 0,-18-88-6300 0 0</inkml:trace>
</inkml:ink>
</file>

<file path=ppt/ink/ink1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8.4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7370 0 0,'1'1'251'0'0,"1"-1"1"0"0,-1 0 0 0 0,1 1 0 0 0,-1-1 0 0 0,0 1 0 0 0,0 0-1 0 0,1-1 1 0 0,-1 1 0 0 0,0 0 0 0 0,0 0 0 0 0,0 0 0 0 0,0 0 0 0 0,0 0-1 0 0,0 0 1 0 0,0 0 0 0 0,0 0 0 0 0,0 0 0 0 0,0 0 0 0 0,0 0-1 0 0,-1 1 1 0 0,1-1 0 0 0,-1 0 0 0 0,1 1 0 0 0,-1-1 0 0 0,1 0 0 0 0,-1 1-1 0 0,0-1 1 0 0,1 1 0 0 0,-1-1 0 0 0,0 2 0 0 0,4 52 1517 0 0,-4-46-1338 0 0,1 34 139 0 0,2 1-1 0 0,11 56 1 0 0,-12-88-519 0 0,1 0 1 0 0,0-1-1 0 0,1 1 0 0 0,0-1 1 0 0,1 0-1 0 0,0 0 0 0 0,1-1 0 0 0,0 1 1 0 0,0-1-1 0 0,1-1 0 0 0,1 1 1 0 0,0-1-1 0 0,14 13 0 0 0,-20-20 10 0 0,1 0 0 0 0,-1-1 1 0 0,0 1-1 0 0,1 0 0 0 0,-1-1 0 0 0,1 0 0 0 0,-1 1 0 0 0,1-1 0 0 0,0 0 1 0 0,0-1-1 0 0,-1 1 0 0 0,1 0 0 0 0,0-1 0 0 0,0 1 0 0 0,0-1 0 0 0,0 0 0 0 0,0 0 1 0 0,0 0-1 0 0,0-1 0 0 0,4 0 0 0 0,-3 0-2 0 0,0-1 0 0 0,0 0 0 0 0,0 0 0 0 0,0 0 0 0 0,0-1 0 0 0,0 1 0 0 0,-1-1 0 0 0,1 0 0 0 0,-1 0 0 0 0,1 0 0 0 0,4-7 0 0 0,3-6-27 0 0,-1 1 0 0 0,0-2 0 0 0,-1 1 0 0 0,-1-1 0 0 0,7-21-1 0 0,-13 34-121 0 0,-1 1-54 0 0,1 0-1 0 0,-1 1 1 0 0,0-1 0 0 0,0 0 0 0 0,-1 0 0 0 0,1 0 0 0 0,-1 0 0 0 0,1 0-1 0 0,-1 0 1 0 0,0 0 0 0 0,0-4 0 0 0</inkml:trace>
</inkml:ink>
</file>

<file path=ppt/ink/ink1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8.8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15 11979 0 0,'-11'-15'6548'0'0,"28"23"-3979"0"0,28 23-1547 0 0,-23-13-942 0 0,-1 0 0 0 0,-1 0-1 0 0,-1 2 1 0 0,-1 1 0 0 0,-1 0 0 0 0,-1 1-1 0 0,0 1 1 0 0,-2 1 0 0 0,-1 0 0 0 0,0 0 0 0 0,-2 1-1 0 0,-1 1 1 0 0,12 49 0 0 0,-12-36-204 0 0,-3 0-1 0 0,-1 1 1 0 0,-2 0 0 0 0,-2 0 0 0 0,-1 0-1 0 0,-2 0 1 0 0,-2 0 0 0 0,-15 74 0 0 0,11-86-352 0 0,-1 0 0 0 0,-18 39 1 0 0,11-34-283 0 0</inkml:trace>
</inkml:ink>
</file>

<file path=ppt/ink/ink1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1:59.7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1 193 9674 0 0,'0'0'748'0'0,"31"18"3896"0"0,-11-4-3743 0 0,-1 1-1 0 0,25 22 1 0 0,-32-25-782 0 0,1 0 0 0 0,0-1-1 0 0,1-1 1 0 0,1 0-1 0 0,-1-1 1 0 0,28 13 0 0 0,-39-21-98 0 0,0 0 0 0 0,1 0 0 0 0,-1 0 0 0 0,1 0 0 0 0,-1-1 0 0 0,0 1-1 0 0,1-1 1 0 0,-1 0 0 0 0,1 0 0 0 0,-1 0 0 0 0,1-1 0 0 0,-1 1 0 0 0,1-1 0 0 0,-1 0 0 0 0,0 0 0 0 0,0 0 0 0 0,7-3 0 0 0,-5 1-3 0 0,0 0-1 0 0,-1-1 1 0 0,1 1 0 0 0,-1-1-1 0 0,1 0 1 0 0,-1-1-1 0 0,0 1 1 0 0,-1-1 0 0 0,6-8-1 0 0,3-8-119 0 0,-2-1 0 0 0,0 0 0 0 0,-1 0 0 0 0,5-25 0 0 0,-13 43 48 0 0,41-159 263 0 0,-42 162-174 0 0,0 1-1 0 0,0-1 1 0 0,0 1 0 0 0,0 0-1 0 0,0-1 1 0 0,0 1-1 0 0,1-1 1 0 0,-1 1-1 0 0,0 0 1 0 0,0-1-1 0 0,0 1 1 0 0,0-1 0 0 0,1 1-1 0 0,-1 0 1 0 0,0-1-1 0 0,0 1 1 0 0,1 0-1 0 0,-1-1 1 0 0,0 1-1 0 0,0 0 1 0 0,1 0-1 0 0,-1-1 1 0 0,0 1 0 0 0,1 0-1 0 0,-1 0 1 0 0,0 0-1 0 0,1-1 1 0 0,-1 1-1 0 0,1 0 1 0 0,-1 0-1 0 0,0 0 1 0 0,1 0 0 0 0,-1 0-1 0 0,1 0 1 0 0,-1 0-1 0 0,1 0 1 0 0,10 13 689 0 0,5 28-194 0 0,-15-39-499 0 0,11 36 89 0 0,-2 0 1 0 0,-1 0 0 0 0,-2 1 0 0 0,3 59 0 0 0,-10-74-100 0 0,0-1 0 0 0,-2 0 0 0 0,-1 1 0 0 0,0-1-1 0 0,-2 0 1 0 0,0-1 0 0 0,-2 1 0 0 0,-1-1 0 0 0,-10 21 0 0 0,7-19 39 0 0,-1 0 1 0 0,-2 0-1 0 0,0-2 0 0 0,-1 1 0 0 0,-28 29 0 0 0,37-47 849 0 0,4-25-9670 0 0</inkml:trace>
</inkml:ink>
</file>

<file path=ppt/ink/ink1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00.0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87 8754 0 0,'11'-2'638'0'0,"0"0"0"0"0,0 0-1 0 0,0-1 1 0 0,0-1 0 0 0,0 0 0 0 0,-1 0 0 0 0,18-11-1 0 0,10-3 93 0 0,26-4 155 0 0,-52 19-1569 0 0,-1 0 0 0 0,1 1 0 0 0,0 0-1 0 0,0 1 1 0 0,0 1 0 0 0,0 0 0 0 0,0 1 0 0 0,0 0 0 0 0,0 0 0 0 0,20 6 0 0 0,-21-3 684 0 0</inkml:trace>
</inkml:ink>
</file>

<file path=ppt/ink/ink1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00.1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95 8754 0 0,'0'0'384'0'0,"0"-1"88"0"0,1-1-376 0 0,1 1-96 0 0,0 0 0 0 0,0-2 0 0 0,2 0 352 0 0,3-3 64 0 0,4-2 0 0 0,6-3 8 0 0,2-2-888 0 0,1 1-176 0 0,2 1-40 0 0,1 2-8 0 0,2 2 528 0 0,1 2 160 0 0,-1 3-64 0 0</inkml:trace>
</inkml:ink>
</file>

<file path=ppt/ink/ink1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07.5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29 6449 0 0,'-1'1'79'0'0,"1"-1"0"0"0,-1 1 0 0 0,0-1 0 0 0,1 1-1 0 0,-1 0 1 0 0,1-1 0 0 0,-1 1 0 0 0,1 0-1 0 0,-1-1 1 0 0,1 1 0 0 0,-1 0 0 0 0,1 0 0 0 0,0-1-1 0 0,-1 1 1 0 0,1 0 0 0 0,0 0 0 0 0,0 0 0 0 0,-1-1-1 0 0,1 1 1 0 0,0 0 0 0 0,0 0 0 0 0,0 0-1 0 0,0 0 1 0 0,0-1 0 0 0,0 1 0 0 0,1 1 0 0 0,1 25 626 0 0,-1-25-665 0 0,1 1-1 0 0,0 0 1 0 0,0 0-1 0 0,0-1 1 0 0,0 1 0 0 0,1-1-1 0 0,-1 0 1 0 0,1 0-1 0 0,-1 0 1 0 0,1 0 0 0 0,0 0-1 0 0,-1 0 1 0 0,1-1 0 0 0,0 1-1 0 0,0-1 1 0 0,1 0-1 0 0,-1 0 1 0 0,0 0 0 0 0,5 0-1 0 0,10 3-45 0 0,1-1 0 0 0,21 1 0 0 0,-26-3 35 0 0,228-1 1320 0 0,-137-3-546 0 0,244-17 1952 0 0,-175 7-2666 0 0,103-16-522 0 0,9-1 460 0 0,350 10 453 0 0,-322 13-617 0 0,226 3-87 0 0,-2 33 273 0 0,-106 7-137 0 0,112 7 96 0 0,-204-15-110 0 0,-107-7-476 0 0,11 2 0 0 0,159 8 292 0 0,893-36 1557 0 0,-690-18-2542 0 0,-90 6 2495 0 0,-148-1 1026 0 0,-204 8-1717 0 0,10-1-381 0 0,209-5-1711 0 0,-276 16 853 0 0,85 4 2098 0 0,-165-1-664 0 0,-1 1 0 0 0,0 1 0 0 0,-1 1 1 0 0,1 1-1 0 0,32 14 0 0 0,-55-20-703 0 0,-1 1 0 0 0,1-1 0 0 0,0 1 0 0 0,-1 0 0 0 0,1-1 0 0 0,-1 1 0 0 0,0 0 0 0 0,0 1 0 0 0,1-1 0 0 0,-2 0 0 0 0,1 1 0 0 0,0-1 0 0 0,0 1 0 0 0,-1-1 0 0 0,1 1 1 0 0,-1 0-1 0 0,0-1 0 0 0,0 1 0 0 0,0 0 0 0 0,0 0 0 0 0,0 0 0 0 0,-1 0 0 0 0,1 0 0 0 0,-1 0 0 0 0,0 0 0 0 0,0 5 0 0 0,-1 8 160 0 0,-1 0-1 0 0,-1 0 1 0 0,0-1-1 0 0,-6 18 1 0 0,-4 18 43 0 0,9-13-228 0 0,1 1 0 0 0,5 73 0 0 0,19 77 0 0 0,0-17 0 0 0,100 839 128 0 0,-41-551-128 0 0,25-4 0 0 0,-1-55 0 0 0,-85-306 0 0 0,-4 1 0 0 0,3 125 0 0 0,-25 248-839 0 0,1-227 515 0 0,4-129 410 0 0,-6 0 0 0 0,-22 116 1 0 0,22-181-18 0 0,0 53 1 0 0,7-74-249 0 0,0-20 157 0 0,-1 0 1 0 0,1-1-1 0 0,-1 1 1 0 0,0 0 0 0 0,-1-1-1 0 0,-4 10 1 0 0,3-9 3 0 0,1 0 0 0 0,0 0 0 0 0,1 0 0 0 0,-3 12 0 0 0,3 10 93 0 0,2-24-48 0 0,0 0 0 0 0,0-1 0 0 0,-1 1-1 0 0,1 0 1 0 0,-1 0 0 0 0,0-1 0 0 0,-1 1 0 0 0,1 0 0 0 0,-3 5 0 0 0,2-11 70 0 0,-1 1-1 0 0,1-1 1 0 0,0 1 0 0 0,0 0 0 0 0,0 0 0 0 0,0 0 0 0 0,-1 0 0 0 0,1 0-1 0 0,0 0 1 0 0,0 0 0 0 0,0 1 0 0 0,0-1 0 0 0,0 1 0 0 0,0 0 0 0 0,0 0-1 0 0,0-1 1 0 0,0 1 0 0 0,-2 2 0 0 0,-30 23-152 0 0,-1 1-161 0 0,0-1 0 0 0,-2-2-1 0 0,-1-1 1 0 0,-40 17 0 0 0,4-12 114 0 0,-2-3 0 0 0,0-4 1 0 0,-128 19-1 0 0,-170 12 450 0 0,93-15-451 0 0,-77 1-74 0 0,194-23 132 0 0,-98 5 153 0 0,-40 5 72 0 0,-677 102 71 0 0,413-36-324 0 0,-367 51 79 0 0,385-73-6 0 0,346-39 4 0 0,-58 7-75 0 0,151-27 8 0 0,-414 31-31 0 0,304-31 94 0 0,-194 2-88 0 0,-415-68 295 0 0,742 47-202 0 0,-1 3 0 0 0,1 4 0 0 0,-95 10 0 0 0,68 4-60 0 0,27-4-230 0 0,-128 29 0 0 0,14 4 94 0 0,8-2 713 0 0,173-33-535 0 0,0 0 0 0 0,-29 16 0 0 0,31-14-5 0 0,-1 0 0 0 0,-31 10 0 0 0,46-21 44 0 0,1 1 1 0 0,0-1-1 0 0,0 0 0 0 0,0 1 1 0 0,0-1-1 0 0,0 0 1 0 0,1 0-1 0 0,-1 0 0 0 0,1 0 1 0 0,-1-4-1 0 0,0 4-9 0 0,-19-55-75 0 0,2 0 1 0 0,3-2-1 0 0,-10-68 1 0 0,9 47 136 0 0,-154-777 213 0 0,63 293-343 0 0,37-5 219 0 0,35-509 133 0 0,36 1062-295 0 0,-26-500 148 0 0,16 377-40 0 0,7 44-54 0 0,3-1 0 0 0,5 0 0 0 0,4 0 0 0 0,26-115 0 0 0,3 39-90 0 0,24-128-95 0 0,-49 223 87 0 0,3-146-1 0 0,-17 194 95 0 0,-1 0 1 0 0,-2 1-1 0 0,-1-1 1 0 0,-1 1-1 0 0,-1 1 1 0 0,-2-1-1 0 0,0 1 1 0 0,-2 1-1 0 0,-2-1 1 0 0,0 2-1 0 0,-25-36 1 0 0,17 25-166 0 0,-16-23 365 0 0,34 55-824 0 0,-1 0-1 0 0,0 1 1 0 0,0-1-1 0 0,-1 1 0 0 0,1 0 1 0 0,-1 0-1 0 0,0 0 1 0 0,-9-5-1 0 0,10 7-1132 0 0</inkml:trace>
</inkml:ink>
</file>

<file path=ppt/ink/ink1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09.2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25 188 5529 0 0,'-3'-2'258'0'0,"1"-1"0"0"0,0 0 0 0 0,0 1 0 0 0,0-1 1 0 0,0 0-1 0 0,0 0 0 0 0,1 0 0 0 0,-1 0 0 0 0,1 0 0 0 0,0-1 0 0 0,0 1 0 0 0,0 0 0 0 0,0-1 0 0 0,1 1 0 0 0,-1 0 0 0 0,1-1 0 0 0,0 1 0 0 0,0-1 0 0 0,0 1 0 0 0,0-1 1 0 0,1 1-1 0 0,-1 0 0 0 0,1-1 0 0 0,0 1 0 0 0,0 0 0 0 0,0-1 0 0 0,3-4 0 0 0,-1 0 383 0 0,1-1 1 0 0,0 1-1 0 0,1 0 0 0 0,0 0 1 0 0,0 0-1 0 0,1 1 0 0 0,0-1 0 0 0,0 2 1 0 0,9-9-1 0 0,-13 14-524 0 0,-1 0 1 0 0,1 0-1 0 0,0 0 1 0 0,0 0-1 0 0,0 0 0 0 0,-1 1 1 0 0,1-1-1 0 0,0 1 1 0 0,0 0-1 0 0,0-1 0 0 0,0 1 1 0 0,0 0-1 0 0,0 0 0 0 0,0 0 1 0 0,0 0-1 0 0,3 1 1 0 0,37 11 539 0 0,-12-4-549 0 0,-27-7-93 0 0,1 0 0 0 0,-1 0 0 0 0,1 0 0 0 0,-1 1 0 0 0,0-1 0 0 0,1 1 0 0 0,-1 0 1 0 0,0 0-1 0 0,0 0 0 0 0,0 0 0 0 0,0 0 0 0 0,0 1 0 0 0,-1 0 0 0 0,1-1 0 0 0,-1 1 0 0 0,0 0 1 0 0,0 0-1 0 0,0 0 0 0 0,0 0 0 0 0,2 6 0 0 0,2 5 89 0 0,-1 1 0 0 0,0-1 0 0 0,4 27 1 0 0,-4-16-67 0 0,-1-8-34 0 0,-2 0 1 0 0,0 0 0 0 0,-1 0-1 0 0,-1 0 1 0 0,0 0-1 0 0,-3 17 1 0 0,-24 101 58 0 0,3-8-18 0 0,13-61 85 0 0,-2-1 0 0 0,-33 97 1 0 0,36-138-80 0 0,7-19-25 0 0,1 0 0 0 0,0 1-1 0 0,0-1 1 0 0,0 1 0 0 0,1 0 0 0 0,-1-1-1 0 0,0 8 1 0 0,6-10-1339 0 0</inkml:trace>
</inkml:ink>
</file>

<file path=ppt/ink/ink1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10.1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101 309 920 0 0,'-3'-4'777'0'0,"-1"0"0"0"0,1 0 0 0 0,-1 1 0 0 0,0-1-1 0 0,0 1 1 0 0,0 0 0 0 0,-1 1 0 0 0,1-1 0 0 0,-1 1 0 0 0,1 0-1 0 0,-1 0 1 0 0,0 0 0 0 0,-14-5 5984 0 0,7 2-2476 0 0,-3 4-3620 0 0,15 5-609 0 0,1 1-58 0 0,0 0-1 0 0,0 0 1 0 0,0 0 0 0 0,0-1-1 0 0,1 1 1 0 0,0 0 0 0 0,0-1-1 0 0,0 1 1 0 0,1-1 0 0 0,-1 0-1 0 0,1 0 1 0 0,0 0 0 0 0,0 0-1 0 0,0 0 1 0 0,1-1-1 0 0,0 1 1 0 0,-1-1 0 0 0,1 0-1 0 0,0 0 1 0 0,0-1 0 0 0,1 1-1 0 0,-1-1 1 0 0,0 0 0 0 0,1 0-1 0 0,6 2 1 0 0,-8-3 2 0 0,-1 0 0 0 0,0 0 0 0 0,0 0 0 0 0,0 0-1 0 0,0 1 1 0 0,0-1 0 0 0,0 1 0 0 0,0-1 0 0 0,0 1 0 0 0,-1 0 0 0 0,3 2 0 0 0,-4-3-14 0 0,1 0 1 0 0,0 0-1 0 0,0 0 0 0 0,0 0 1 0 0,0 0-1 0 0,0 0 1 0 0,0 0-1 0 0,0 0 1 0 0,1 0-1 0 0,-1 0 0 0 0,0 0 1 0 0,0-1-1 0 0,1 1 1 0 0,-1 0-1 0 0,0-1 0 0 0,1 0 1 0 0,-1 1-1 0 0,0-1 1 0 0,1 0-1 0 0,-1 1 1 0 0,1-1-1 0 0,-1 0 0 0 0,1 0 1 0 0,-1 0-1 0 0,1 0 1 0 0,-1-1-1 0 0,3 1 0 0 0,47-22-210 0 0,-45 18 223 0 0,0 1 0 0 0,0 0-1 0 0,0 0 1 0 0,0 0 0 0 0,1 1 0 0 0,-1 0-1 0 0,1 0 1 0 0,0 1 0 0 0,0 0 0 0 0,-1 0 0 0 0,1 0-1 0 0,0 1 1 0 0,0 0 0 0 0,8 1 0 0 0,-10-1-25 0 0,0-1 1 0 0,0 1-1 0 0,-1-1 1 0 0,1 0 0 0 0,-1-1-1 0 0,1 1 1 0 0,-1-1-1 0 0,1 0 1 0 0,-1 0 0 0 0,0-1-1 0 0,0 1 1 0 0,0-1-1 0 0,4-3 1 0 0,5-2-11 0 0,-2 0 106 0 0,1 0 1 0 0,-1 0 0 0 0,-1-1-1 0 0,1 0 1 0 0,-2-1 0 0 0,1-1-1 0 0,11-15 1 0 0,-6 3 131 0 0,-2 0 0 0 0,21-46 0 0 0,-5 26 80 0 0,-25 38-547 0 0,0 0 0 0 0,0 0 1 0 0,-1 0-1 0 0,1 0 0 0 0,-1-1 0 0 0,0 1 0 0 0,-1-1 0 0 0,1 0 1 0 0,2-11-1 0 0</inkml:trace>
</inkml:ink>
</file>

<file path=ppt/ink/ink1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17.6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13 311 12443 0 0,'-12'-7'7734'0'0,"12"7"-7669"0"0,1 12-72 0 0,2-1 1 0 0,0 1-1 0 0,0 0 1 0 0,1-1-1 0 0,1 0 1 0 0,0 0-1 0 0,7 11 1 0 0,48 76 438 0 0,-56-91-390 0 0,1 0 0 0 0,0-1 1 0 0,1 1-1 0 0,-1-1 0 0 0,1-1 1 0 0,1 1-1 0 0,-1-1 0 0 0,1 0 0 0 0,0 0 1 0 0,0-1-1 0 0,0 0 0 0 0,16 6 1 0 0,-20-9-85 0 0,1 0 1 0 0,0 0-1 0 0,0 0 0 0 0,0-1 1 0 0,0 1-1 0 0,0-1 1 0 0,0 0-1 0 0,0 0 0 0 0,0-1 1 0 0,0 1-1 0 0,0-1 1 0 0,0 0-1 0 0,0 0 0 0 0,0 0 1 0 0,0 0-1 0 0,0-1 1 0 0,-1 0-1 0 0,1 0 0 0 0,-1 0 1 0 0,1 0-1 0 0,-1 0 1 0 0,0-1-1 0 0,0 1 1 0 0,0-1-1 0 0,0 0 0 0 0,0 0 1 0 0,0 0-1 0 0,2-4 1 0 0,0 0-199 0 0,0-1-1 0 0,0 0 1 0 0,0 1 0 0 0,-1-1 0 0 0,-1-1 0 0 0,1 1 0 0 0,-1-1 0 0 0,-1 1 0 0 0,1-1 0 0 0,0-11 0 0 0,-1 2-53 0 0,-2-1 0 0 0,0 1 0 0 0,-5-37 0 0 0,5 55 295 0 0,1-1 0 0 0,-1 0 0 0 0,0 1-1 0 0,0-1 1 0 0,1 1 0 0 0,-1-1 0 0 0,1 0 0 0 0,-1 1 0 0 0,1-1 0 0 0,-1 1 0 0 0,0-1 0 0 0,1 1 0 0 0,0-1 0 0 0,-1 1 0 0 0,1 0 0 0 0,-1-1 0 0 0,1 1-1 0 0,0 0 1 0 0,-1-1 0 0 0,1 1 0 0 0,-1 0 0 0 0,1 0 0 0 0,0-1 0 0 0,-1 1 0 0 0,1 0 0 0 0,0 0 0 0 0,0 0 0 0 0,-1 0 0 0 0,1 0 0 0 0,0 0-1 0 0,-1 0 1 0 0,1 0 0 0 0,0 0 0 0 0,-1 0 0 0 0,1 1 0 0 0,1-1 0 0 0,36 4 64 0 0,-28-2 128 0 0,-2-1 52 0 0,0-1 0 0 0,-1 0 0 0 0,1 0 0 0 0,0 0 0 0 0,0-1 1 0 0,-1 0-1 0 0,1-1 0 0 0,0 1 0 0 0,-1-2 0 0 0,14-4 0 0 0,-18 5-126 0 0,1 0 0 0 0,-1-1 0 0 0,0 1 0 0 0,0-1 0 0 0,0 1 0 0 0,0-1 0 0 0,0 0-1 0 0,0 0 1 0 0,-1 0 0 0 0,1-1 0 0 0,-1 1 0 0 0,0-1 0 0 0,0 1 0 0 0,0-1 0 0 0,-1 0 0 0 0,1 1-1 0 0,-1-1 1 0 0,0 0 0 0 0,0 0 0 0 0,0 0 0 0 0,-1 0 0 0 0,1-6 0 0 0,0-7-176 0 0,-1 0 0 0 0,0 0 1 0 0,-1 0-1 0 0,-1 0 0 0 0,-1 0 1 0 0,0 0-1 0 0,-1 1 0 0 0,-1 0 1 0 0,-1 0-1 0 0,0 0 0 0 0,-16-28 1 0 0,17 38-1931 0 0</inkml:trace>
</inkml:ink>
</file>

<file path=ppt/ink/ink1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18.3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 75 920 0 0,'-20'6'3526'0'0,"20"-5"-3452"0"0,-1-1 0 0 0,1 0 0 0 0,0 0 0 0 0,0 0-1 0 0,-1 0 1 0 0,1 0 0 0 0,0 1 0 0 0,-1-1 0 0 0,1 0 0 0 0,0 0 0 0 0,-1 0 0 0 0,1 0 0 0 0,0 0 0 0 0,0 0-1 0 0,-1 0 1 0 0,1 0 0 0 0,0 0 0 0 0,-1 0 0 0 0,1 0 0 0 0,0-1 0 0 0,-1 1 0 0 0,1 0 0 0 0,0 0 0 0 0,0 0-1 0 0,-1 0 1 0 0,1 0 0 0 0,0-1 0 0 0,0 1 0 0 0,-1 0 0 0 0,1 0 0 0 0,0 0 0 0 0,0-1 0 0 0,-1 1 0 0 0,1 0-1 0 0,0 0 1 0 0,0-1 0 0 0,0 1 0 0 0,0 0 0 0 0,-1 0 0 0 0,1-1 0 0 0,0 1 0 0 0,0 0 0 0 0,0-1 0 0 0,0 1 0 0 0,0 0-1 0 0,0 0 1 0 0,0-1 0 0 0,0 1 0 0 0,0 0 0 0 0,0-1 0 0 0,0 1 0 0 0,0 0 0 0 0,0-1 0 0 0,0 1 0 0 0,0 0-1 0 0,0-1 1 0 0,0 1 0 0 0,0 0 0 0 0,0 0 0 0 0,1-1 0 0 0,0-2 303 0 0,1 1-1 0 0,-1 0 1 0 0,1-1 0 0 0,0 1 0 0 0,0 0-1 0 0,0 0 1 0 0,0 0 0 0 0,0 0 0 0 0,0 0-1 0 0,1 1 1 0 0,3-3 0 0 0,14-7 1684 0 0,-10 6-1466 0 0,0-1-1 0 0,0 2 1 0 0,1-1-1 0 0,0 1 1 0 0,0 1 0 0 0,12-3-1 0 0,-20 6-548 0 0,0 0 0 0 0,1 0-1 0 0,-1 0 1 0 0,0 0 0 0 0,0 0 0 0 0,1 1-1 0 0,-1-1 1 0 0,0 1 0 0 0,0 0-1 0 0,0 0 1 0 0,0 0 0 0 0,0 1 0 0 0,0-1-1 0 0,0 1 1 0 0,0 0 0 0 0,-1-1-1 0 0,1 1 1 0 0,-1 0 0 0 0,1 1-1 0 0,-1-1 1 0 0,0 0 0 0 0,0 1 0 0 0,0-1-1 0 0,0 1 1 0 0,0 0 0 0 0,2 4-1 0 0,-1 0-30 0 0,0 0-1 0 0,0 1 0 0 0,-1-1 0 0 0,0 1 0 0 0,0 0 0 0 0,-1 0 0 0 0,0-1 0 0 0,0 1 0 0 0,-1 0 0 0 0,0 0 1 0 0,0 0-1 0 0,-1 0 0 0 0,0 0 0 0 0,0 0 0 0 0,-1-1 0 0 0,0 1 0 0 0,0 0 0 0 0,-1-1 0 0 0,0 0 0 0 0,-6 10 1 0 0,11-19-7 0 0,-1 1 0 0 0,0 0 1 0 0,0-1-1 0 0,0 1 1 0 0,1 0-1 0 0,-1 0 1 0 0,1 0-1 0 0,-1 0 1 0 0,1 0-1 0 0,-1 0 0 0 0,1 0 1 0 0,0 0-1 0 0,-1 0 1 0 0,1 1-1 0 0,0-1 1 0 0,0 1-1 0 0,-1-1 1 0 0,1 1-1 0 0,0 0 0 0 0,0 0 1 0 0,0 0-1 0 0,-1 0 1 0 0,1 0-1 0 0,0 0 1 0 0,0 0-1 0 0,0 1 1 0 0,-1-1-1 0 0,1 1 0 0 0,0-1 1 0 0,0 1-1 0 0,-1 0 1 0 0,3 0-1 0 0,3 2-15 0 0,-1 0 0 0 0,1 0 0 0 0,0 0 0 0 0,-1 1-1 0 0,1 0 1 0 0,-1 0 0 0 0,6 6 0 0 0,-9-7 29 0 0,0 0 1 0 0,0 0-1 0 0,0 0 0 0 0,0 0 0 0 0,-1 0 1 0 0,1 1-1 0 0,-1-1 0 0 0,0 1 1 0 0,0 0-1 0 0,0 0 0 0 0,-1 0 0 0 0,1 0 1 0 0,-1 0-1 0 0,0 0 0 0 0,0 0 1 0 0,-1 0-1 0 0,1 0 0 0 0,-1 5 1 0 0,0-4 38 0 0,-1 0 0 0 0,0 0 0 0 0,0 0 1 0 0,0 0-1 0 0,-1 0 0 0 0,0 0 1 0 0,0 0-1 0 0,0-1 0 0 0,0 1 0 0 0,-1-1 1 0 0,0 1-1 0 0,-6 7 0 0 0,0-3 24 0 0,1 0 0 0 0,-1-1-1 0 0,0 0 1 0 0,-1-1 0 0 0,0 0-1 0 0,0 0 1 0 0,-1-1 0 0 0,0 0-1 0 0,0-1 1 0 0,0 0 0 0 0,-20 5-1 0 0,11-5-221 0 0</inkml:trace>
</inkml:ink>
</file>

<file path=ppt/ink/ink1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15.4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 70 6449 0 0,'-9'-14'369'0'0,"7"12"-80"0"0,1 1 0 0 0,-1-1 0 0 0,1 0 0 0 0,0 0 0 0 0,0 0 1 0 0,0 0-1 0 0,0 0 0 0 0,0 0 0 0 0,1 0 0 0 0,-1 0 1 0 0,0 0-1 0 0,1-3 0 0 0,6 72 3974 0 0,0-23-3636 0 0,-6-39-555 0 0,4 37 608 0 0,16 76 1 0 0,-17-107-675 0 0,0 0 1 0 0,1 0 0 0 0,0 0-1 0 0,1-1 1 0 0,0 1 0 0 0,0-1-1 0 0,1 0 1 0 0,1 0 0 0 0,-1-1-1 0 0,2 0 1 0 0,15 16 0 0 0,-21-24-16 0 0,0 1 0 0 0,-1-1-1 0 0,1 1 1 0 0,0-1 0 0 0,0 0 0 0 0,0 0 0 0 0,0 0 0 0 0,0 0 0 0 0,0 0 0 0 0,0-1 0 0 0,0 1 0 0 0,0 0 0 0 0,1-1 0 0 0,-1 0 0 0 0,0 1 0 0 0,0-1 0 0 0,1 0 0 0 0,-1 0 0 0 0,0 0 0 0 0,0-1 0 0 0,5 0 0 0 0,-4 0-16 0 0,0-1 0 0 0,1 1 0 0 0,-1-1 0 0 0,0 0 0 0 0,0 0 0 0 0,0 0 0 0 0,0-1 0 0 0,0 1 0 0 0,-1-1 0 0 0,1 1 0 0 0,-1-1 0 0 0,3-4 0 0 0,2-3-52 0 0,-1 1 0 0 0,-1-1 1 0 0,0-1-1 0 0,0 1 0 0 0,-1-1 0 0 0,0 0 0 0 0,3-21 0 0 0,-4-34-143 0 0,-4 51 182 0 0,2 0-1 0 0,3-28 1 0 0,-4 44 47 0 0,0 0 1 0 0,1 0-1 0 0,-1 0 1 0 0,1 1-1 0 0,-1-1 0 0 0,1-1 1 0 0,-1 1-1 0 0,1 0 1 0 0,-1 0-1 0 0,1 0 1 0 0,0 0-1 0 0,0 0 0 0 0,0 0 1 0 0,-1-1-1 0 0,1 1 1 0 0,0 0-1 0 0,0-1 0 0 0,0 1 1 0 0,0-1-1 0 0,0 1 1 0 0,0-1-1 0 0,0 1 0 0 0,0-1 1 0 0,2 1-1 0 0,28 9 643 0 0,-17-9-312 0 0,0 0 0 0 0,0 0-1 0 0,0-1 1 0 0,0-1 0 0 0,0 0 0 0 0,27-6 0 0 0,-37 6-282 0 0,1 0 0 0 0,0 0 0 0 0,-1-1 0 0 0,1 1 0 0 0,-1-1 0 0 0,1 0 0 0 0,-1-1 0 0 0,0 1 0 0 0,0-1 0 0 0,0 1 0 0 0,0-1 0 0 0,-1 0 0 0 0,1-1 0 0 0,-1 1 0 0 0,1-1 0 0 0,-1 1 0 0 0,0-1 0 0 0,-1 0 0 0 0,1 0 0 0 0,-1 0 0 0 0,1 0 0 0 0,-1-1 0 0 0,2-7 0 0 0,-3 8 17 0 0,-1 0-1 0 0,0 1 0 0 0,0-1 0 0 0,0 0 1 0 0,0 0-1 0 0,0 0 0 0 0,-1 0 1 0 0,0 1-1 0 0,1-1 0 0 0,-2 0 0 0 0,1 1 1 0 0,0-1-1 0 0,-1 1 0 0 0,-1-5 1 0 0,-33-44-2529 0 0,24 38-1404 0 0</inkml:trace>
</inkml:ink>
</file>

<file path=ppt/ink/ink1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15.6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13827 0 0,'6'74'2002'0'0,"-5"-43"-1063"0"0,2-1-1 0 0,9 44 1 0 0,-10-66-1268 0 0,0 0-1 0 0,1 0 1 0 0,0 0 0 0 0,0 0-1 0 0,1 0 1 0 0,0-1-1 0 0,1 1 1 0 0,-1-1 0 0 0,1 0-1 0 0,1 0 1 0 0,-1-1-1 0 0,1 0 1 0 0,9 8 0 0 0,1-3-126 0 0</inkml:trace>
</inkml:ink>
</file>

<file path=ppt/ink/ink1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16.5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35 156 8754 0 0,'-1'-2'438'0'0,"0"1"0"0"0,0-1 1 0 0,0 0-1 0 0,0 0 0 0 0,0 0 1 0 0,-1 1-1 0 0,1-1 0 0 0,0 1 1 0 0,-1-1-1 0 0,0 1 0 0 0,1 0 0 0 0,-1-1 1 0 0,-2 0-1 0 0,3 2-365 0 0,1-1-1 0 0,0 1 1 0 0,-1 0 0 0 0,1 0 0 0 0,0 0-1 0 0,-1 0 1 0 0,1 0 0 0 0,0 0-1 0 0,-1 0 1 0 0,1 0 0 0 0,0 0-1 0 0,-1 0 1 0 0,1 0 0 0 0,0 0 0 0 0,-1 0-1 0 0,1 0 1 0 0,0 1 0 0 0,-1-1-1 0 0,1 0 1 0 0,0 0 0 0 0,0 0 0 0 0,-1 0-1 0 0,1 1 1 0 0,0-1 0 0 0,0 0-1 0 0,-1 0 1 0 0,1 0 0 0 0,0 1-1 0 0,-1-1 1 0 0,-3 19 899 0 0,5-4-886 0 0,1-1 1 0 0,0 1-1 0 0,1-1 0 0 0,1 1 1 0 0,0-1-1 0 0,1 0 1 0 0,1-1-1 0 0,0 1 1 0 0,0-1-1 0 0,1 0 1 0 0,1-1-1 0 0,0 0 1 0 0,1 0-1 0 0,0 0 1 0 0,1-1-1 0 0,0-1 1 0 0,1 0-1 0 0,0 0 1 0 0,21 13-1 0 0,-28-21-24 0 0,0 1-1 0 0,1-1 0 0 0,-1 0 1 0 0,1 0-1 0 0,-1 0 1 0 0,1-1-1 0 0,0 0 1 0 0,0 1-1 0 0,0-2 0 0 0,0 1 1 0 0,0-1-1 0 0,0 1 1 0 0,6-2-1 0 0,-8 0-54 0 0,0 1 1 0 0,0-1-1 0 0,0 0 1 0 0,-1-1-1 0 0,1 1 0 0 0,0 0 1 0 0,-1-1-1 0 0,1 0 1 0 0,-1 1-1 0 0,0-1 0 0 0,1 0 1 0 0,-1 0-1 0 0,0 0 1 0 0,0-1-1 0 0,0 1 1 0 0,-1 0-1 0 0,1-1 0 0 0,0 1 1 0 0,-1-1-1 0 0,0 0 1 0 0,1 1-1 0 0,-1-1 0 0 0,1-4 1 0 0,1-4-7 0 0,0 1 1 0 0,-1-1 0 0 0,0 0-1 0 0,-1 1 1 0 0,0-1-1 0 0,-1 0 1 0 0,0 0 0 0 0,-1-13-1 0 0,-2 2-54 0 0,-1 0 0 0 0,-1 0 0 0 0,-8-21 0 0 0,15 47 91 0 0,0-1-1 0 0,0 1 1 0 0,0-1-1 0 0,0 0 1 0 0,1 0-1 0 0,0 0 0 0 0,-1 0 1 0 0,1-1-1 0 0,0 1 1 0 0,0-1-1 0 0,1 1 1 0 0,-1-1-1 0 0,0 0 1 0 0,1 0-1 0 0,0-1 0 0 0,-1 1 1 0 0,1-1-1 0 0,0 0 1 0 0,-1 1-1 0 0,1-2 1 0 0,0 1-1 0 0,0 0 0 0 0,0-1 1 0 0,0 0-1 0 0,0 0 1 0 0,0 0-1 0 0,5-1 1 0 0,-5 1-6 0 0,-1 0 1 0 0,1 0-1 0 0,-1-1 1 0 0,1 1-1 0 0,-1-1 1 0 0,0 0-1 0 0,1 0 1 0 0,-1 0-1 0 0,0 0 1 0 0,1-1-1 0 0,-1 0 1 0 0,0 1-1 0 0,0-1 1 0 0,-1 0-1 0 0,1 0 1 0 0,0 0-1 0 0,0-1 0 0 0,-1 1 1 0 0,0-1-1 0 0,1 1 1 0 0,-1-1-1 0 0,0 0 1 0 0,0 0-1 0 0,-1 0 1 0 0,1 0-1 0 0,0 0 1 0 0,-1 0-1 0 0,0-1 1 0 0,0 1-1 0 0,0 0 1 0 0,0-1-1 0 0,0-5 1 0 0,-1-3-246 0 0,-1-1 1 0 0,0 0-1 0 0,-1 0 1 0 0,-5-19-1 0 0,-4-16-866 0 0,10 33-388 0 0</inkml:trace>
</inkml:ink>
</file>

<file path=ppt/ink/ink1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16.8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14 6913 0 0,'-23'20'7309'0'0,"35"-32"-5344"0"0,-11 10-1825 0 0,0 0-1 0 0,1 1 1 0 0,-1-1-1 0 0,1 1 1 0 0,0-1-1 0 0,-1 1 1 0 0,1 0-1 0 0,0-1 1 0 0,0 1-1 0 0,0 0 0 0 0,0 0 1 0 0,0 0-1 0 0,0 1 1 0 0,0-1-1 0 0,0 0 1 0 0,0 1-1 0 0,0-1 1 0 0,0 1-1 0 0,1 0 1 0 0,-1 0-1 0 0,0 0 1 0 0,0 0-1 0 0,0 0 0 0 0,1 0 1 0 0,-1 1-1 0 0,0-1 1 0 0,0 1-1 0 0,0-1 1 0 0,4 3-1 0 0,-2-1-40 0 0,-1 1-1 0 0,0-1 1 0 0,0 1 0 0 0,0 0-1 0 0,0 0 1 0 0,-1 1-1 0 0,1-1 1 0 0,-1 0 0 0 0,0 1-1 0 0,0 0 1 0 0,0-1-1 0 0,0 1 1 0 0,-1 0-1 0 0,1 0 1 0 0,0 5 0 0 0,6 47 290 0 0,-3-9-2 0 0,-5-47-379 0 0,0 0 1 0 0,0 1 0 0 0,0-1-1 0 0,0 0 1 0 0,0 0 0 0 0,0 1-1 0 0,0-1 1 0 0,0 0-1 0 0,0 0 1 0 0,0 0 0 0 0,0 1-1 0 0,1-1 1 0 0,-1 0 0 0 0,0 0-1 0 0,0 0 1 0 0,0 1-1 0 0,0-1 1 0 0,0 0 0 0 0,0 0-1 0 0,0 0 1 0 0,1 1 0 0 0,-1-1-1 0 0,0 0 1 0 0,0 0-1 0 0,0 0 1 0 0,1 0 0 0 0,-1 0-1 0 0,0 1 1 0 0,0-1 0 0 0,0 0-1 0 0,1 0 1 0 0,-1 0-1 0 0,0 0 1 0 0,0 0 0 0 0,0 0-1 0 0,1 0 1 0 0,-1 0 0 0 0,0 0-1 0 0,0 0 1 0 0,1 0-1 0 0,-1 0 1 0 0,0 0 0 0 0,0 0-1 0 0,1 0 1 0 0,9-10 205 0 0,6-18-3 0 0,-15 27-192 0 0,48-108-1887 0 0,-40 89-5922 0 0</inkml:trace>
</inkml:ink>
</file>

<file path=ppt/ink/ink1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2:23.4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8080 3088 14371 0 0,'-4'3'231'0'0,"0"0"0"0"0,0-1 0 0 0,1 1 0 0 0,0 0-1 0 0,-1 1 1 0 0,1-1 0 0 0,0 1 0 0 0,1-1 0 0 0,-1 1 0 0 0,-2 4 0 0 0,1-1 311 0 0,-18 24-430 0 0,15-20-90 0 0,0 0 0 0 0,-1 0-1 0 0,-1 0 1 0 0,0-1 0 0 0,0-1 0 0 0,-1 1 0 0 0,-13 8 0 0 0,-3-2 60 0 0,-1-1 0 0 0,0-1 0 0 0,-1-1 1 0 0,-34 10-1 0 0,-123 28 604 0 0,91-27-494 0 0,57-15-130 0 0,-2-1-1 0 0,1-3 0 0 0,-41 2 1 0 0,-116-8 218 0 0,49 0-191 0 0,-83-2-217 0 0,-121 6-144 0 0,208 5 216 0 0,0-7-1 0 0,-213-25 1 0 0,245 6 261 0 0,2-6-1 0 0,0-4 1 0 0,-162-65 0 0 0,-295-165 696 0 0,514 233-892 0 0,-33-19-81 0 0,-110-77-1 0 0,-67-71-138 0 0,160 115 183 0 0,-218-189 291 0 0,16-22 202 0 0,96 91-282 0 0,8-3-1392 0 0,-31-28-721 0 0,192 196 1885 0 0,0 2 1 0 0,-64-38 0 0 0,-93-37 93 0 0,53 29 74 0 0,-91-50-159 0 0,-147-87-75 0 0,103 55 708 0 0,211 126-379 0 0,-2 2 1 0 0,-92-25-1 0 0,-108-10 468 0 0,-7-3-18 0 0,173 45-331 0 0,70 17-151 0 0,0-2 1 0 0,0-1-1 0 0,-55-23 1 0 0,48 8-218 0 0,32 18 21 0 0,-1 0 0 0 0,0 1 0 0 0,-1 1 0 0 0,-13-6 1 0 0,21 9 9 0 0,-1 1 0 0 0,2 0-6 0 0,0 0 1 0 0,1 0 0 0 0,-1 0-1 0 0,0 0 1 0 0,0 1 0 0 0,0-1 0 0 0,0 0-1 0 0,0 0 1 0 0,1 0 0 0 0,-1 0-1 0 0,0 0 1 0 0,0 0 0 0 0,0 0 0 0 0,0 0-1 0 0,0 0 1 0 0,0 0 0 0 0,0 0-1 0 0,1 1 1 0 0,-1-1 0 0 0,0 0-1 0 0,0 0 1 0 0,0 0 0 0 0,0 0 0 0 0,0 0-1 0 0,0 0 1 0 0,0 1 0 0 0,0-1-1 0 0,0 0 1 0 0,0 0 0 0 0,0 0 0 0 0,0 0-1 0 0,0 0 1 0 0,0 1 0 0 0,0-1-1 0 0,0 0 1 0 0,0 0 0 0 0,0 0 0 0 0,0 0-1 0 0,0 0 1 0 0,0 1 0 0 0,0-1-1 0 0,0 0 1 0 0,0 0 0 0 0,0 0-1 0 0,0 0 1 0 0,0 0 0 0 0,0 0 0 0 0,0 1-1 0 0,-1-1 1 0 0,1 0 0 0 0,0 0-1 0 0,0 0 1 0 0,0 0 0 0 0,0 0 0 0 0,0 0-1 0 0,0 0 1 0 0,0 0 0 0 0,-1 0-1 0 0,1 1 1 0 0,0-1 0 0 0,0 0-1 0 0,0 0 1 0 0,0 0 0 0 0,-1 0 0 0 0,2 0 23 0 0,0 1 1 0 0,-1 0 0 0 0,1-1 0 0 0,0 1-1 0 0,-1-1 1 0 0,1 1 0 0 0,0-1-1 0 0,0 0 1 0 0,0 1 0 0 0,-1-1 0 0 0,1 0-1 0 0,0 1 1 0 0,0-1 0 0 0,0 0 0 0 0,0 0-1 0 0,-1 0 1 0 0,1 0 0 0 0,0 0 0 0 0,0 0-1 0 0,0 0 1 0 0,0 0 0 0 0,0 0 0 0 0,1-1-1 0 0,15-14 323 0 0,-6 3-477 0 0,99-107-790 0 0,-103 114 884 0 0,1 1 0 0 0,-1 0 1 0 0,0 0-1 0 0,1 0 1 0 0,0 1-1 0 0,0 0 0 0 0,16-3 1 0 0,-2-1-11 0 0,-19 7 80 0 0,-9 9 703 0 0,-30 22-471 0 0,23-21-272 0 0,0 0 0 0 0,1 1 0 0 0,0 1 0 0 0,1 0 0 0 0,-12 17 0 0 0,-16 16 86 0 0,32-38-62 0 0,1-1 0 0 0,-1 1 0 0 0,1 1 0 0 0,0-1 0 0 0,1 1 0 0 0,-6 11 0 0 0,11-18-10 0 0,0 0 1 0 0,-1 0-1 0 0,1-1 1 0 0,0 1 0 0 0,0 0-1 0 0,0 0 1 0 0,0 0-1 0 0,0-1 1 0 0,1 1 0 0 0,-1 0-1 0 0,0 0 1 0 0,0-1-1 0 0,0 1 1 0 0,1 0-1 0 0,-1 0 1 0 0,0-1 0 0 0,1 1-1 0 0,-1 0 1 0 0,1-1-1 0 0,-1 1 1 0 0,1-1 0 0 0,-1 1-1 0 0,1 0 1 0 0,-1-1-1 0 0,1 1 1 0 0,-1-1 0 0 0,1 1-1 0 0,0-1 1 0 0,-1 0-1 0 0,1 1 1 0 0,0-1-1 0 0,-1 0 1 0 0,1 1 0 0 0,0-1-1 0 0,1 1 1 0 0,35 10 163 0 0,-26-8-113 0 0,5 4 32 0 0,-1 1 1 0 0,0 0-1 0 0,-1 1 1 0 0,0 1-1 0 0,0 0 1 0 0,-1 1-1 0 0,-1 1 1 0 0,19 21-1 0 0,33 28 154 0 0,-61-60-235 0 0,4 6-124 0 0,0-1 1 0 0,1 0-1 0 0,-1-1 0 0 0,1 0 1 0 0,1 0-1 0 0,-1 0 1 0 0,1-1-1 0 0,0-1 0 0 0,9 4 1 0 0,5-4-7691 0 0</inkml:trace>
</inkml:ink>
</file>

<file path=ppt/ink/ink1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6.91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80 41 1840 0 0,'-12'-23'2273'0'0,"12"21"-1841"0"0,-1 1-1 0 0,0 0 1 0 0,1 0 0 0 0,-1 0-1 0 0,-3-4 1727 0 0,3 4-1726 0 0,-9-4 3550 0 0,3 19 347 0 0,4-5-4027 0 0,-6 17 93 0 0,0 0 1 0 0,2 0 0 0 0,-6 41-1 0 0,12-59-390 0 0,1 0 0 0 0,0 0 0 0 0,0-1 0 0 0,1 1 0 0 0,0 0 0 0 0,0 0 0 0 0,4 11 0 0 0,-4-15-13 0 0,1 0 0 0 0,0 0-1 0 0,-1 0 1 0 0,2 0 0 0 0,-1-1 0 0 0,0 1 0 0 0,1-1 0 0 0,0 0 0 0 0,-1 1 0 0 0,1-1 0 0 0,0 0 0 0 0,1-1 0 0 0,-1 1 0 0 0,7 4 0 0 0,-5-5-24 0 0,0-1 1 0 0,-1 1-1 0 0,1-1 1 0 0,0 0-1 0 0,0 0 1 0 0,-1 0-1 0 0,1 0 1 0 0,0-1-1 0 0,0 0 1 0 0,0 0-1 0 0,0-1 1 0 0,0 1-1 0 0,0-1 1 0 0,-1 0-1 0 0,1 0 1 0 0,0-1-1 0 0,-1 1 1 0 0,1-1 0 0 0,-1 0-1 0 0,1 0 1 0 0,-1-1-1 0 0,0 1 1 0 0,0-1-1 0 0,0 0 1 0 0,5-4-1 0 0,-4 3 91 0 0,-1 0 0 0 0,1 0 0 0 0,-1 0 1 0 0,1 0-1 0 0,-1-1 0 0 0,-1 0 0 0 0,1 0 0 0 0,-1 0 0 0 0,1 0 0 0 0,-2 0 0 0 0,1-1 0 0 0,0 1 1 0 0,-1-1-1 0 0,0 0 0 0 0,-1 0 0 0 0,1 0 0 0 0,-1 0 0 0 0,0 0 0 0 0,0 0 0 0 0,-1-7 0 0 0,0 13-27 0 0,0 0-1 0 0,0-1 0 0 0,0 1 0 0 0,0-1 0 0 0,0 1 0 0 0,0-1 0 0 0,0 1 0 0 0,0 0 0 0 0,0-1 0 0 0,0 1 0 0 0,0-1 0 0 0,0 1 0 0 0,0-1 0 0 0,-1 1 0 0 0,1 0 0 0 0,0-1 1 0 0,0 1-1 0 0,0 0 0 0 0,-1-1 0 0 0,1 1 0 0 0,0-1 0 0 0,0 1 0 0 0,-1 0 0 0 0,1 0 0 0 0,0-1 0 0 0,-1 1 0 0 0,1 0 0 0 0,-1 0 0 0 0,1-1 0 0 0,0 1 0 0 0,-1 0 0 0 0,1 0 1 0 0,-1 0-1 0 0,1-1 0 0 0,0 1 0 0 0,-1 0 0 0 0,1 0 0 0 0,-1 0 0 0 0,0 0 0 0 0,1 0-22 0 0,-1 1 0 0 0,1-1 0 0 0,-1 1 0 0 0,1-1-1 0 0,-1 1 1 0 0,1-1 0 0 0,0 1 0 0 0,-1-1 0 0 0,1 1 0 0 0,0-1 0 0 0,0 1 0 0 0,-1-1 0 0 0,1 1-1 0 0,0-1 1 0 0,0 1 0 0 0,0-1 0 0 0,0 1 0 0 0,0 0 0 0 0,0-1 0 0 0,0 1 0 0 0,0-1 0 0 0,0 1-1 0 0,0 0 1 0 0,0-1 0 0 0,0 1 0 0 0,0-1 0 0 0,0 1 0 0 0,0-1 0 0 0,1 1 0 0 0,-1 0 0 0 0,1 0-1 0 0,2 5-69 0 0,0 0-1 0 0,0 0 1 0 0,1 0-1 0 0,0 0 1 0 0,0-1-1 0 0,1 0 0 0 0,-1 0 1 0 0,1 0-1 0 0,0 0 1 0 0,1-1-1 0 0,-1 0 1 0 0,7 4-1 0 0,-7-5 118 0 0,0 1 0 0 0,0-1 0 0 0,1 0 0 0 0,-1-1 0 0 0,1 1 0 0 0,-1-1 0 0 0,1 0 0 0 0,0-1 0 0 0,0 1 0 0 0,0-1 0 0 0,0 0 0 0 0,0-1 0 0 0,11 1 0 0 0,-13-2-5 0 0,0 0 0 0 0,-1 0 0 0 0,1 0-1 0 0,0-1 1 0 0,0 1 0 0 0,0-1-1 0 0,-1 0 1 0 0,1 0 0 0 0,-1 0-1 0 0,0 0 1 0 0,1-1 0 0 0,-1 1 0 0 0,0-1-1 0 0,0 0 1 0 0,-1 0 0 0 0,1 0-1 0 0,-1 0 1 0 0,1 0 0 0 0,-1-1-1 0 0,0 1 1 0 0,0-1 0 0 0,0 1-1 0 0,-1-1 1 0 0,1 0 0 0 0,-1 0 0 0 0,0 0-1 0 0,0 0 1 0 0,0-5 0 0 0,0 2-30 0 0,0-1 1 0 0,-1 0-1 0 0,0 0 1 0 0,0 0-1 0 0,-1 0 1 0 0,0 1-1 0 0,0-1 1 0 0,0 0-1 0 0,-1 1 1 0 0,-1-1-1 0 0,1 1 1 0 0,-1-1-1 0 0,-6-10 1 0 0,-20-19-136 0 0,28 35-167 0 0,-1 0 1 0 0,1 1-1 0 0,0-1 1 0 0,-1 1 0 0 0,1-1-1 0 0,-1 1 1 0 0,0 0-1 0 0,0 0 1 0 0,1-1-1 0 0,-1 1 1 0 0,0 0 0 0 0,0 1-1 0 0,0-1 1 0 0,0 0-1 0 0,0 1 1 0 0,0-1-1 0 0,0 1 1 0 0,0-1-1 0 0,-4 1 1 0 0</inkml:trace>
</inkml:ink>
</file>

<file path=ppt/ink/ink1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7.10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0 6913 0 0,'3'0'311'0'0,"0"1"0"0"0,-1-1-1 0 0,1 1 1 0 0,-1 0 0 0 0,1-1-1 0 0,-1 1 1 0 0,0 0-1 0 0,1 0 1 0 0,-1 1 0 0 0,0-1-1 0 0,0 0 1 0 0,0 1 0 0 0,0-1-1 0 0,0 1 1 0 0,0 0-1 0 0,0 0 1 0 0,0 0 0 0 0,-1 0-1 0 0,1 0 1 0 0,-1 0-1 0 0,1 0 1 0 0,-1 0 0 0 0,0 1-1 0 0,0-1 1 0 0,0 0 0 0 0,1 5-1 0 0,3 9-24 0 0,0 0 0 0 0,-1 1 0 0 0,2 18 0 0 0,-2-7 504 0 0,-2-18-1117 0 0,1-1 0 0 0,0 1-1 0 0,6 15 1 0 0,-2-11-5388 0 0</inkml:trace>
</inkml:ink>
</file>

<file path=ppt/ink/ink1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8.32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41 1 3681 0 0,'-1'11'12472'0'0,"-3"0"-11931"0"0,-20 72 2251 0 0,13-24-5716 0 0,11-44-3140 0 0</inkml:trace>
</inkml:ink>
</file>

<file path=ppt/ink/ink1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8.69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 25 10594 0 0,'-1'0'66'0'0,"1"-1"0"0"0,0 1 0 0 0,-1-1 0 0 0,1 1 0 0 0,0-1 0 0 0,-1 0 0 0 0,1 1 0 0 0,0-1 0 0 0,0 1 0 0 0,0-1-1 0 0,-1 0 1 0 0,1 1 0 0 0,0-1 0 0 0,0 0 0 0 0,0 1 0 0 0,0-1 0 0 0,0 0 0 0 0,0 1 0 0 0,0-1 0 0 0,0 0 0 0 0,1 1 0 0 0,-1-1 0 0 0,0 1-1 0 0,0-1 1 0 0,0 0 0 0 0,1 1 0 0 0,-1-1 0 0 0,0 1 0 0 0,1-1 0 0 0,-1 1 0 0 0,1-1 0 0 0,-1 0 0 0 0,0 1 0 0 0,1 0 0 0 0,-1-1 0 0 0,1 1 0 0 0,-1-1-1 0 0,1 1 1 0 0,-1 0 0 0 0,1-1 0 0 0,0 1 0 0 0,-1 0 0 0 0,1-1 0 0 0,-1 1 0 0 0,1 0 0 0 0,0 0 0 0 0,-1 0 0 0 0,1 0 0 0 0,0 0 0 0 0,-1-1-1 0 0,1 1 1 0 0,0 0 0 0 0,-1 0 0 0 0,1 1 0 0 0,1-1 0 0 0,-2 0-136 0 0,2 0 97 0 0,0 0 0 0 0,0 0 0 0 0,0 0 0 0 0,-1 1 0 0 0,1-1 0 0 0,0 0 0 0 0,0 1 0 0 0,-1 0 0 0 0,1-1 0 0 0,0 1-1 0 0,-1 0 1 0 0,1 0 0 0 0,0 0 0 0 0,-1 0 0 0 0,1 0 0 0 0,-1 0 0 0 0,0 1 0 0 0,1-1 0 0 0,-1 0 0 0 0,0 1 0 0 0,0-1 0 0 0,0 1-1 0 0,0-1 1 0 0,0 1 0 0 0,2 3 0 0 0,1 2 141 0 0,-1 1-1 0 0,1 0 1 0 0,4 16-1 0 0,-6-13-193 0 0,0 1 1 0 0,0-1-1 0 0,-1 1 0 0 0,-1 0 1 0 0,0-1-1 0 0,0 1 1 0 0,-5 21-1 0 0,-1-2 657 0 0,-18 49-1 0 0,47-98 3427 0 0,27-46-2625 0 0,8-8-1682 0 0,-13 30-6020 0 0</inkml:trace>
</inkml:ink>
</file>

<file path=ppt/ink/ink1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5:59.94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1 146 5681 0 0,'10'-8'13489'0'0,"-9"19"-15018"0"0,2 26 2504 0 0,-3-22-629 0 0,1 0 0 0 0,1 0 1 0 0,0 0-1 0 0,8 26 0 0 0,-9-38-326 0 0,0 0-1 0 0,1 0 1 0 0,-1-1-1 0 0,0 1 1 0 0,1 0-1 0 0,0 0 1 0 0,0-1-1 0 0,0 1 1 0 0,0-1 0 0 0,0 0-1 0 0,0 1 1 0 0,0-1-1 0 0,1 0 1 0 0,-1 0-1 0 0,1-1 1 0 0,0 1-1 0 0,-1 0 1 0 0,1-1-1 0 0,0 0 1 0 0,0 0-1 0 0,0 1 1 0 0,0-2 0 0 0,0 1-1 0 0,0 0 1 0 0,0-1-1 0 0,0 1 1 0 0,1-1-1 0 0,3 0 1 0 0,-3-1-60 0 0,0 1-1 0 0,0-1 1 0 0,0 0 0 0 0,-1-1 0 0 0,1 1 0 0 0,0-1 0 0 0,0 0 0 0 0,-1 0-1 0 0,1 0 1 0 0,-1 0 0 0 0,0 0 0 0 0,0-1 0 0 0,0 1 0 0 0,0-1-1 0 0,0 0 1 0 0,0 0 0 0 0,-1 0 0 0 0,1-1 0 0 0,-1 1 0 0 0,0 0 0 0 0,2-5-1 0 0,0 1 117 0 0,0 0-1 0 0,0-1 0 0 0,-1 1 0 0 0,0-1 1 0 0,-1 0-1 0 0,1 0 0 0 0,-1 0 1 0 0,-1 0-1 0 0,1-12 0 0 0,-3 7 287 0 0,0 18-258 0 0,2 26-475 0 0,0-28 358 0 0,0-1 0 0 0,0 1 0 0 0,0 0 0 0 0,0-1 0 0 0,1 1 0 0 0,-1-1 0 0 0,1 1 0 0 0,0-1 0 0 0,0 0 0 0 0,0 1 0 0 0,0-1 0 0 0,0 0 0 0 0,0-1 0 0 0,0 1 1 0 0,1 0-1 0 0,-1 0 0 0 0,4 1 0 0 0,-2-1 43 0 0,1-1 0 0 0,0 1 1 0 0,0-1-1 0 0,0 1 1 0 0,0-2-1 0 0,0 1 1 0 0,0 0-1 0 0,0-1 0 0 0,7 0 1 0 0,-2-1 71 0 0,-1 0-1 0 0,1-1 1 0 0,-1 0 0 0 0,1 0 0 0 0,-1-1 0 0 0,0 0-1 0 0,0-1 1 0 0,0 1 0 0 0,0-2 0 0 0,8-5 0 0 0,-11 6-57 0 0,-1-1 0 0 0,1 0 0 0 0,-1 0 0 0 0,0 0 1 0 0,-1-1-1 0 0,1 1 0 0 0,-1-1 0 0 0,0 0 0 0 0,-1 0 1 0 0,1-1-1 0 0,-1 1 0 0 0,0-1 0 0 0,-1 0 0 0 0,0 1 1 0 0,0-1-1 0 0,1-9 0 0 0,-2 11-151 0 0,0-1 0 0 0,-1 0 1 0 0,0 0-1 0 0,0 1 0 0 0,-1-1 0 0 0,1 0 0 0 0,-1 0 1 0 0,0 1-1 0 0,-1-1 0 0 0,1 1 0 0 0,-1-1 0 0 0,0 1 0 0 0,-1 0 1 0 0,1-1-1 0 0,-1 1 0 0 0,0 0 0 0 0,-1 1 0 0 0,1-1 1 0 0,-1 1-1 0 0,-7-8 0 0 0,2 5-2066 0 0</inkml:trace>
</inkml:ink>
</file>

<file path=ppt/ink/ink1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00.54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61 10138 0 0,'2'-4'208'0'0,"0"1"1"0"0,0 0-1 0 0,0-1 0 0 0,0 1 0 0 0,1 0 1 0 0,-1 1-1 0 0,1-1 0 0 0,0 0 0 0 0,0 1 1 0 0,0-1-1 0 0,0 1 0 0 0,0 0 0 0 0,7-3 1 0 0,-5 2 163 0 0,1 0 0 0 0,-1 1 0 0 0,1 0 0 0 0,-1 0 0 0 0,1 0 0 0 0,0 1 0 0 0,0-1 0 0 0,8 1 0 0 0,-12 1-316 0 0,0-1-1 0 0,-1 2 1 0 0,1-1-1 0 0,-1 0 0 0 0,1 0 1 0 0,0 0-1 0 0,-1 1 1 0 0,1-1-1 0 0,0 1 1 0 0,-1-1-1 0 0,1 1 1 0 0,-1 0-1 0 0,1-1 1 0 0,-1 1-1 0 0,0 0 1 0 0,1 0-1 0 0,-1 0 0 0 0,0 0 1 0 0,0 0-1 0 0,1 0 1 0 0,-1 1-1 0 0,0-1 1 0 0,0 0-1 0 0,1 3 1 0 0,0 0-39 0 0,-1-1 1 0 0,0 1 0 0 0,0-1 0 0 0,-1 1-1 0 0,1-1 1 0 0,-1 1 0 0 0,1-1 0 0 0,-1 1-1 0 0,0-1 1 0 0,0 1 0 0 0,-1 3 0 0 0,-2 10-12 0 0,-1-1 1 0 0,0 0-1 0 0,-12 29 1 0 0,11-35 97 0 0,-8 23 547 0 0,13-32-580 0 0,-1 0-1 0 0,1 1 1 0 0,0-1 0 0 0,-1 0 0 0 0,1 0-1 0 0,0 1 1 0 0,0-1 0 0 0,0 0-1 0 0,0 1 1 0 0,0-1 0 0 0,0 0 0 0 0,0 1-1 0 0,1-1 1 0 0,-1 0 0 0 0,0 0 0 0 0,1 1-1 0 0,-1-1 1 0 0,1 0 0 0 0,-1 0 0 0 0,1 0-1 0 0,1 2 1 0 0,-1-3-38 0 0,0 1 1 0 0,0-1-1 0 0,0 0 1 0 0,0 1-1 0 0,0-1 1 0 0,-1 0-1 0 0,1 0 1 0 0,0 0-1 0 0,0 0 1 0 0,0 0-1 0 0,0 0 0 0 0,0 0 1 0 0,0 0-1 0 0,0 0 1 0 0,0-1-1 0 0,0 1 1 0 0,0 0-1 0 0,0-1 1 0 0,0 1-1 0 0,0 0 1 0 0,0-1-1 0 0,0 1 0 0 0,0-1 1 0 0,0 0-1 0 0,28-19-463 0 0,-22 15-25 0 0,7-3-1328 0 0</inkml:trace>
</inkml:ink>
</file>

<file path=ppt/ink/ink1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00.72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35 1 2761 0 0,'-5'4'7727'0'0,"2"6"-3417"0"0,1 15-1285 0 0,1-18-2168 0 0,-8 78 2127 0 0,-3 0-5473 0 0,10-66-4443 0 0</inkml:trace>
</inkml:ink>
</file>

<file path=ppt/ink/ink1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01.02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2 9674 0 0,'2'-1'418'0'0,"0"1"0"0"0,0 0 1 0 0,0 0-1 0 0,0 0 0 0 0,1 0 0 0 0,-1 0 0 0 0,0 0 1 0 0,0 0-1 0 0,0 1 0 0 0,0-1 0 0 0,0 1 0 0 0,0-1 0 0 0,0 1 1 0 0,0 0-1 0 0,0 0 0 0 0,0 0 0 0 0,-1 0 0 0 0,1 0 1 0 0,0 1-1 0 0,0-1 0 0 0,-1 0 0 0 0,1 1 0 0 0,-1-1 0 0 0,2 3 1 0 0,1 0-90 0 0,0 1 1 0 0,-1-1-1 0 0,0 1 1 0 0,0 0-1 0 0,0 0 1 0 0,-1 0-1 0 0,1 0 1 0 0,1 6-1 0 0,11 55 202 0 0,-9-40-1293 0 0,0 0-1 0 0,19 45 1 0 0,-15-50-6909 0 0</inkml:trace>
</inkml:ink>
</file>

<file path=ppt/ink/ink1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02.31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20 89 3225 0 0,'-2'-2'231'0'0,"1"1"0"0"0,-1 0 1 0 0,1 0-1 0 0,-1-1 1 0 0,1 1-1 0 0,0-1 0 0 0,0 1 1 0 0,-1-1-1 0 0,1 0 1 0 0,0 1-1 0 0,1-1 0 0 0,-1 0 1 0 0,0 0-1 0 0,0 0 1 0 0,1 1-1 0 0,-1-1 1 0 0,1 0-1 0 0,0 0 0 0 0,-1 0 1 0 0,1 0-1 0 0,0 0 1 0 0,0 0-1 0 0,0 0 0 0 0,0 0 1 0 0,1 0-1 0 0,-1 0 1 0 0,1 0-1 0 0,-1 0 0 0 0,1 1 1 0 0,-1-1-1 0 0,1 0 1 0 0,0 0-1 0 0,0 0 0 0 0,0 1 1 0 0,0-1-1 0 0,2-2 1 0 0,0 1 138 0 0,0 1 0 0 0,0 0 0 0 0,0 0 0 0 0,0 0 0 0 0,1 0 0 0 0,-1 1 1 0 0,0-1-1 0 0,1 1 0 0 0,0 0 0 0 0,-1 0 0 0 0,1 0 0 0 0,-1 0 0 0 0,1 1 1 0 0,0-1-1 0 0,0 1 0 0 0,-1 0 0 0 0,8 1 0 0 0,-9-1-287 0 0,1 1-1 0 0,0 0 0 0 0,-1 0 1 0 0,1 0-1 0 0,0 0 1 0 0,-1 0-1 0 0,1 1 0 0 0,-1-1 1 0 0,0 1-1 0 0,0-1 1 0 0,1 1-1 0 0,-1 0 1 0 0,0 0-1 0 0,0 0 0 0 0,0 0 1 0 0,-1 1-1 0 0,1-1 1 0 0,-1 0-1 0 0,1 1 0 0 0,-1-1 1 0 0,0 1-1 0 0,1-1 1 0 0,0 5-1 0 0,3 13-109 0 0,-1 0 0 0 0,-1 0-1 0 0,-1 0 1 0 0,0 0 0 0 0,-2 0 0 0 0,-3 37 0 0 0,1 11 24 0 0,2-68 47 0 0,0 1 0 0 0,0 0 0 0 0,0 0 0 0 0,0-1-1 0 0,0 1 1 0 0,0 0 0 0 0,0 0 0 0 0,0 0 0 0 0,0-1 0 0 0,0 1 0 0 0,0 0 0 0 0,1 0 0 0 0,-1-1 0 0 0,0 1 0 0 0,1 0 0 0 0,-1 0 0 0 0,1-1 0 0 0,-1 1 0 0 0,0 0 0 0 0,1-1 0 0 0,-1 1 0 0 0,1-1 0 0 0,0 1 0 0 0,-1-1 0 0 0,1 1 0 0 0,1 0 0 0 0,-1-1 2 0 0,0 1 1 0 0,0-1 0 0 0,1 0 0 0 0,-1 0 0 0 0,0 0-1 0 0,0 0 1 0 0,1-1 0 0 0,-1 1 0 0 0,0 0-1 0 0,0 0 1 0 0,1-1 0 0 0,-1 1 0 0 0,0-1 0 0 0,0 1-1 0 0,2-2 1 0 0,7-4 183 0 0,0-1 0 0 0,17-15-1 0 0,-20 16-141 0 0,58-48 324 0 0,-9 6-865 0 0,68-45-1 0 0,-106 82-1423 0 0</inkml:trace>
</inkml:ink>
</file>

<file path=ppt/ink/ink1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03.40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49 77 7370 0 0,'0'-1'208'0'0,"0"0"-1"0"0,-1 1 1 0 0,1-1 0 0 0,-1 0 0 0 0,0 1 0 0 0,1-1 0 0 0,-1 1 0 0 0,1-1 0 0 0,-1 1 0 0 0,0-1 0 0 0,1 1 0 0 0,-1-1 0 0 0,0 1 0 0 0,0 0 0 0 0,1-1 0 0 0,-1 1 0 0 0,0 0 0 0 0,0 0 0 0 0,0 0 0 0 0,1 0 0 0 0,-1-1 0 0 0,0 1 0 0 0,0 0 0 0 0,0 0 0 0 0,1 1 0 0 0,-1-1 0 0 0,0 0-1 0 0,0 0 1 0 0,0 0 0 0 0,1 0 0 0 0,-1 1 0 0 0,0-1 0 0 0,-1 1 0 0 0,1 0-24 0 0,-1 1-1 0 0,1 0 1 0 0,0-1-1 0 0,-1 1 1 0 0,1 0-1 0 0,0 0 1 0 0,0 0-1 0 0,0 0 1 0 0,0 0 0 0 0,1 0-1 0 0,-1 0 1 0 0,0 3-1 0 0,-2 8 117 0 0,0 1-1 0 0,0 25 1 0 0,3-32-239 0 0,0 0-1 0 0,0 0 0 0 0,1 0 1 0 0,0 0-1 0 0,0 0 1 0 0,0 0-1 0 0,1 0 0 0 0,0 0 1 0 0,1-1-1 0 0,0 1 1 0 0,0-1-1 0 0,6 11 0 0 0,-7-14-21 0 0,1 0 0 0 0,-1-1 0 0 0,0 0 0 0 0,1 1-1 0 0,-1-1 1 0 0,1 0 0 0 0,0 0 0 0 0,0 0 0 0 0,0 0 0 0 0,0-1-1 0 0,0 1 1 0 0,0-1 0 0 0,0 0 0 0 0,1 0 0 0 0,-1 0-1 0 0,0 0 1 0 0,1-1 0 0 0,-1 1 0 0 0,0-1 0 0 0,1 0 0 0 0,-1 0-1 0 0,1 0 1 0 0,-1 0 0 0 0,0 0 0 0 0,1-1 0 0 0,-1 0 0 0 0,0 0-1 0 0,5-1 1 0 0,-6 1-13 0 0,0 1 0 0 0,-1-1-1 0 0,1 1 1 0 0,0-1 0 0 0,-1 0-1 0 0,1 1 1 0 0,-1-1 0 0 0,1 0 0 0 0,-1 0-1 0 0,0 0 1 0 0,1 0 0 0 0,-1 0 0 0 0,0 0-1 0 0,0-1 1 0 0,0 1 0 0 0,0 0-1 0 0,0-1 1 0 0,0 1 0 0 0,0-1 0 0 0,0 1-1 0 0,0-1 1 0 0,-1 1 0 0 0,2-3-1 0 0,-2-1 46 0 0,1 1-1 0 0,-1-1 0 0 0,0 1 1 0 0,0-1-1 0 0,-1 0 0 0 0,-1-8 1 0 0,-1-17-5 0 0,45 56-1823 0 0,-38-24 1814 0 0,1 1 0 0 0,0-1 0 0 0,0 0 1 0 0,0-1-1 0 0,0 1 0 0 0,1-1 0 0 0,-1 0 1 0 0,0 0-1 0 0,0-1 0 0 0,1 1 0 0 0,-1-1 1 0 0,0-1-1 0 0,1 1 0 0 0,-1-1 0 0 0,0 1 1 0 0,0-2-1 0 0,1 1 0 0 0,-1 0 0 0 0,0-1 1 0 0,0 0-1 0 0,0 0 0 0 0,-1-1 0 0 0,1 1 1 0 0,0-1-1 0 0,-1 0 0 0 0,0 0 0 0 0,6-5 1 0 0,-4 1 43 0 0,0 1 0 0 0,0 0 0 0 0,0-1 0 0 0,-1 0 1 0 0,0-1-1 0 0,0 1 0 0 0,-1-1 0 0 0,0 0 0 0 0,0 0 1 0 0,-1 0-1 0 0,0 0 0 0 0,-1-1 0 0 0,0 1 0 0 0,0-1 1 0 0,1-15-1 0 0,-3 22-110 0 0,1-3-238 0 0,-1 0 1 0 0,1-1 0 0 0,-2 1 0 0 0,1 0 0 0 0,0 0 0 0 0,-1 0 0 0 0,0 1 0 0 0,0-1 0 0 0,-3-7 0 0 0</inkml:trace>
</inkml:ink>
</file>

<file path=ppt/ink/ink1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03.99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56 6449 0 0,'0'-2'281'0'0,"1"0"0"0"0,-1 0 0 0 0,1 0-1 0 0,-1 0 1 0 0,1 0 0 0 0,-1 0 0 0 0,1 1-1 0 0,0-1 1 0 0,0 0 0 0 0,0 0-1 0 0,0 1 1 0 0,0-1 0 0 0,0 1 0 0 0,1-1-1 0 0,-1 1 1 0 0,0-1 0 0 0,1 1 0 0 0,-1 0-1 0 0,3-2 1 0 0,-1 1 94 0 0,1-1-1 0 0,0 1 1 0 0,1 0 0 0 0,-1 0-1 0 0,0 0 1 0 0,1 0-1 0 0,-1 1 1 0 0,8-2 0 0 0,-9 2-227 0 0,0 1 1 0 0,1-1 0 0 0,-1 1 0 0 0,0 0 0 0 0,1 0 0 0 0,-1 0-1 0 0,0 1 1 0 0,0-1 0 0 0,1 1 0 0 0,-1 0 0 0 0,0 0 0 0 0,4 1-1 0 0,-6-1-95 0 0,1 0-1 0 0,-1-1 0 0 0,0 1 0 0 0,1 0 0 0 0,-1 0 0 0 0,0 1 1 0 0,1-1-1 0 0,-1 0 0 0 0,0 0 0 0 0,0 1 0 0 0,0-1 0 0 0,0 0 1 0 0,0 1-1 0 0,0-1 0 0 0,-1 1 0 0 0,1-1 0 0 0,0 1 0 0 0,-1 0 1 0 0,1-1-1 0 0,-1 1 0 0 0,0 0 0 0 0,1-1 0 0 0,-1 1 1 0 0,0 1-1 0 0,0 7-128 0 0,-1 0 0 0 0,-1 0 1 0 0,1 0-1 0 0,-1 0 0 0 0,-1 0 0 0 0,-7 17 1 0 0,7-19-99 0 0,-1 1 0 0 0,2 0 0 0 0,-1 0 1 0 0,1-1-1 0 0,0 1 0 0 0,1 1 0 0 0,0-1 1 0 0,1 14-1 0 0,0-22 182 0 0,1 1 0 0 0,-1-1 0 0 0,1 1 0 0 0,-1-1 0 0 0,1 1 0 0 0,0-1 0 0 0,0 1 0 0 0,-1-1 0 0 0,1 0 0 0 0,0 1 0 0 0,0-1 0 0 0,0 0 0 0 0,1 0 0 0 0,-1 0 0 0 0,0 1 0 0 0,0-1 0 0 0,1-1 0 0 0,-1 1 0 0 0,0 0 0 0 0,1 0 0 0 0,-1 0 0 0 0,1-1 0 0 0,-1 1 0 0 0,1-1 0 0 0,-1 1 0 0 0,1-1 0 0 0,-1 0 0 0 0,1 1 0 0 0,0-1 0 0 0,-1 0 0 0 0,1 0 0 0 0,2 0 0 0 0,8 0 276 0 0,1-1 0 0 0,-1 0 0 0 0,17-3 0 0 0,-10 1 131 0 0,-17 2-365 0 0,0 1 1 0 0,0 0-1 0 0,-1-1 1 0 0,1 1-1 0 0,0 0 1 0 0,0 0-1 0 0,0 0 0 0 0,0 0 1 0 0,0 1-1 0 0,-1-1 1 0 0,1 0-1 0 0,0 1 1 0 0,0-1-1 0 0,-1 1 0 0 0,1 0 1 0 0,0-1-1 0 0,-1 1 1 0 0,1 0-1 0 0,0 0 1 0 0,-1 0-1 0 0,1 0 0 0 0,2 3 1 0 0,-4-2 9 0 0,1 0 0 0 0,0 0 0 0 0,-1 0 0 0 0,1 1 0 0 0,-1-1 0 0 0,0 0 1 0 0,0 0-1 0 0,0 0 0 0 0,0 0 0 0 0,0 1 0 0 0,0-1 0 0 0,0 0 0 0 0,-1 0 0 0 0,1 0 0 0 0,-1 0 0 0 0,0 1 0 0 0,1-1 1 0 0,-1 0-1 0 0,-1 2 0 0 0,-23 43 467 0 0,20-40-1002 0 0,1-1-1 0 0,0 1 1 0 0,0 0 0 0 0,1 0 0 0 0,0 0-1 0 0,0 1 1 0 0,1-1 0 0 0,0 1 0 0 0,0 0-1 0 0,1-1 1 0 0,-1 11 0 0 0,3-8 528 0 0</inkml:trace>
</inkml:ink>
</file>

<file path=ppt/ink/ink1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04.19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58 0 12443 0 0,'0'1'167'0'0,"1"-1"1"0"0,-1 0 0 0 0,1 0 0 0 0,0 1 0 0 0,-1-1 0 0 0,1 0-1 0 0,-1 1 1 0 0,1-1 0 0 0,-1 1 0 0 0,1-1 0 0 0,-1 1-1 0 0,1-1 1 0 0,-1 1 0 0 0,1-1 0 0 0,-1 1 0 0 0,0-1 0 0 0,1 1-1 0 0,-1-1 1 0 0,0 1 0 0 0,1 0 0 0 0,-1-1 0 0 0,0 1-1 0 0,0 0 1 0 0,0-1 0 0 0,0 1 0 0 0,0 0 0 0 0,1-1-1 0 0,-1 1 1 0 0,0 0 0 0 0,0-1 0 0 0,-1 1 0 0 0,1 0 0 0 0,0 1-1 0 0,-3 26 1335 0 0,3-25-1288 0 0,-8 36 616 0 0,-20 60 0 0 0,5-24-3899 0 0,17-55-3663 0 0</inkml:trace>
</inkml:ink>
</file>

<file path=ppt/ink/ink1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04.56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48 6449 0 0,'22'-12'383'0'0,"-14"7"412"0"0,0 0 0 0 0,0 1 0 0 0,0 0 0 0 0,1 1 0 0 0,-1 0 1 0 0,1 0-1 0 0,0 1 0 0 0,0 0 0 0 0,0 0 0 0 0,9 0 0 0 0,-17 2-742 0 0,1 1-1 0 0,-1-1 1 0 0,1 0-1 0 0,-1 1 1 0 0,1 0-1 0 0,-1-1 1 0 0,0 1-1 0 0,0 0 1 0 0,1 0-1 0 0,-1-1 1 0 0,0 1-1 0 0,0 0 1 0 0,0 0-1 0 0,0 0 1 0 0,0 1-1 0 0,0-1 1 0 0,0 0-1 0 0,0 0 1 0 0,0 0-1 0 0,0 1 1 0 0,-1-1-1 0 0,1 1 1 0 0,-1-1-1 0 0,1 0 1 0 0,-1 1-1 0 0,1-1 1 0 0,-1 1-1 0 0,0-1 1 0 0,0 1 0 0 0,1 2-1 0 0,0 6 206 0 0,-1 1 1 0 0,0-1-1 0 0,-1 13 1 0 0,1-15-68 0 0,-3 18 474 0 0,-11 45 1 0 0,9-51-191 0 0,1-1 1 0 0,1 1 0 0 0,0 0 0 0 0,1 27 0 0 0,2-46-416 0 0,0 1 0 0 0,0-1 0 0 0,0 1-1 0 0,1-1 1 0 0,-1 1 0 0 0,0-1 0 0 0,0 1 0 0 0,1-1 0 0 0,-1 0 0 0 0,1 1 0 0 0,0-1 0 0 0,-1 0 0 0 0,1 1 0 0 0,0-1 0 0 0,0 0 0 0 0,-1 0 0 0 0,1 0 0 0 0,0 1 0 0 0,0-1 0 0 0,0 0-1 0 0,1 0 1 0 0,1 1 0 0 0,-1-1-10 0 0,0-1 0 0 0,0 1 0 0 0,0-1 0 0 0,0 1 0 0 0,0-1-1 0 0,0 0 1 0 0,0 0 0 0 0,0 0 0 0 0,0 0 0 0 0,0 0 0 0 0,0 0 0 0 0,0-1-1 0 0,0 1 1 0 0,3-2 0 0 0,9-3 91 0 0,-1 0-1 0 0,0-2 1 0 0,23-14 0 0 0,-24 14-20 0 0,14-8 144 0 0,26-15-1841 0 0,-17 11-3636 0 0,8-2-2694 0 0</inkml:trace>
</inkml:ink>
</file>

<file path=ppt/ink/ink1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43.83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78 43 920 0 0,'-21'-35'11484'0'0,"21"28"-9621"0"0,5 38 1151 0 0,3 6-2725 0 0,-2 1 0 0 0,-1 0-1 0 0,-1 62 1 0 0,0-19-34 0 0,14 386 98 0 0,-15 238-1357 0 0,-35-2-130 0 0,29-648 1122 0 0,-26 651 247 0 0,16-338 1732 0 0,-11 34-227 0 0,16-289-5616 0 0</inkml:trace>
</inkml:ink>
</file>

<file path=ppt/ink/ink1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44.49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164 476 5529 0 0,'-13'-2'672'0'0,"-1"2"0"0"0,0-1 0 0 0,0 2 1 0 0,0 0-1 0 0,0 0 0 0 0,0 2 0 0 0,1 0 0 0 0,-19 6 0 0 0,10-4 961 0 0,153-33-215 0 0,234-19 0 0 0,-236 31-843 0 0,156-40 0 0 0,24 6 501 0 0,-123 25-585 0 0,146-7-215 0 0,-116 16 8 0 0,392-24 819 0 0,-93 9-518 0 0,-334 16-484 0 0,361-41 239 0 0,-433 39-61 0 0,401-48 86 0 0,-490 64-496 0 0,-1 0 1 0 0,32 5 0 0 0,-13 3-6491 0 0</inkml:trace>
</inkml:ink>
</file>

<file path=ppt/ink/ink1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44.97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137 6 2761 0 0,'-9'-2'877'0'0,"1"1"0"0"0,-1 0 0 0 0,0 0 0 0 0,1 1 0 0 0,-1 0 1 0 0,0 0-1 0 0,1 1 0 0 0,-1 0 0 0 0,0 0 0 0 0,1 1 0 0 0,-1 1 1 0 0,1-1-1 0 0,0 1 0 0 0,-8 4 0 0 0,16-6-674 0 0,0 0-1 0 0,1 0 1 0 0,-1-1 0 0 0,0 1 0 0 0,1 0-1 0 0,-1-1 1 0 0,1 1 0 0 0,-1 0-1 0 0,1-1 1 0 0,0 1 0 0 0,-1-1 0 0 0,1 1-1 0 0,0-1 1 0 0,-1 1 0 0 0,1-1-1 0 0,0 1 1 0 0,-1-1 0 0 0,1 0-1 0 0,0 1 1 0 0,0-1 0 0 0,-1 0 0 0 0,1 0-1 0 0,0 1 1 0 0,1-1 0 0 0,33 15-324 0 0,-31-13 509 0 0,30 12-12 0 0,0 2 0 0 0,42 27 0 0 0,-67-36-367 0 0,0-1-1 0 0,1 1 1 0 0,-2 0-1 0 0,1 1 1 0 0,-1 0 0 0 0,0 0-1 0 0,-1 1 1 0 0,0 0-1 0 0,-1 0 1 0 0,1 1 0 0 0,-2-1-1 0 0,6 12 1 0 0,-10-14-15 0 0,1 0 1 0 0,-1 0-1 0 0,0 0 1 0 0,0 0-1 0 0,-1 0 1 0 0,0 0 0 0 0,0 0-1 0 0,-1 0 1 0 0,0 0-1 0 0,0 0 1 0 0,-1-1-1 0 0,0 1 1 0 0,0 0-1 0 0,0 0 1 0 0,-1-1-1 0 0,0 0 1 0 0,-8 13-1 0 0,-2 3 40 0 0,-2-1 0 0 0,-1 0 0 0 0,-26 27 0 0 0,26-31-60 0 0,-1-1 1 0 0,-37 29-1 0 0,42-37-158 0 0</inkml:trace>
</inkml:ink>
</file>

<file path=ppt/ink/ink1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45.98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162 104 4145 0 0,'-7'-19'6909'0'0,"7"19"-6833"0"0,-18 24 3659 0 0,14-18-4009 0 0,-126 215-1872 0 0,127-214 1232 0 0,13-18 566 0 0,14-20 119 0 0,-2-5 349 0 0,21-45 0 0 0,-31 53 864 0 0,2 1 0 0 0,1 1 1 0 0,2 1-1 0 0,21-28 0 0 0,-36 51-831 0 0,0 0 0 0 0,-1 0-1 0 0,1 0 1 0 0,0 1 0 0 0,0-1-1 0 0,0 0 1 0 0,0 1 0 0 0,0-1-1 0 0,0 1 1 0 0,0 0 0 0 0,1 0-1 0 0,-1 0 1 0 0,0 0-1 0 0,1 0 1 0 0,-1 1 0 0 0,1-1-1 0 0,-1 1 1 0 0,1-1 0 0 0,-1 1-1 0 0,1 0 1 0 0,-1 0 0 0 0,6 0-1 0 0,-4 2 45 0 0,1-1 0 0 0,0 1 0 0 0,-1 0 0 0 0,1 0-1 0 0,-1 1 1 0 0,0 0 0 0 0,0-1 0 0 0,0 1 0 0 0,0 0 0 0 0,7 7-1 0 0,10 13 182 0 0,23 30-1 0 0,5 5-2219 0 0,-28-37-5579 0 0</inkml:trace>
</inkml:ink>
</file>

<file path=ppt/ink/ink1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46.60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0 11522 0 0,'7'9'4582'0'0,"11"30"-2030"0"0,-13-23-2120 0 0,0 0 0 0 0,-1 1 0 0 0,-1-1-1 0 0,0 1 1 0 0,-1 20 0 0 0,-3 89-69 0 0,-2-47-607 0 0,3-65-342 0 0,-1 27-710 0 0,-6-16-6225 0 0</inkml:trace>
</inkml:ink>
</file>

<file path=ppt/ink/ink1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46.82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0 249 920 0 0,'8'-19'952'0'0,"2"1"0"0"0,-1 1 0 0 0,2-1 0 0 0,1 2-1 0 0,0-1 1 0 0,1 2 0 0 0,0 0 0 0 0,1 0 0 0 0,1 1 0 0 0,0 1 0 0 0,1 1-1 0 0,1 0 1 0 0,0 1 0 0 0,31-16 0 0 0,-45 26-960 0 0,1-1 0 0 0,-1 1 0 0 0,1 0 1 0 0,-1 0-1 0 0,1 0 0 0 0,-1 0 0 0 0,1 0 0 0 0,0 1 1 0 0,-1 0-1 0 0,1 0 0 0 0,0 0 0 0 0,4 0 0 0 0,-6 1-236 0 0,-1-1-1 0 0,1 1 1 0 0,-1 0-1 0 0,1-1 1 0 0,-1 1-1 0 0,0 0 1 0 0,1 0-1 0 0,-1 0 1 0 0,0 0-1 0 0,1 0 1 0 0,-1 0-1 0 0,0 0 1 0 0,0 1-1 0 0,0-1 1 0 0,0 0-1 0 0,0 1 1 0 0,0-1-1 0 0,0 0 1 0 0,-1 1 0 0 0,1-1-1 0 0,0 1 1 0 0,-1 0-1 0 0,1-1 1 0 0,-1 1-1 0 0,0-1 1 0 0,1 1-1 0 0,-1 0 1 0 0,0-1-1 0 0,0 3 1 0 0,-1 11-1591 0 0,-4 2 1109 0 0</inkml:trace>
</inkml:ink>
</file>

<file path=ppt/ink/ink1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46.98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0 122 1840 0 0,'6'-7'160'0'0,"-4"1"-160"0"0,3 0 0 0 0,-3 2 0 0 0,1 2 641 0 0,0-1 87 0 0,1-1 16 0 0,5-5 8 0 0,3-3-88 0 0,2-2-24 0 0,3 0 0 0 0,-2 3 1 0 0,0 2-1218 0 0,-1 2-239 0 0,-1 0-48 0 0,-3 0-16 0 0</inkml:trace>
</inkml:ink>
</file>

<file path=ppt/ink/ink1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47.14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67 5985 0 0,'4'0'536'0'0,"0"0"-432"0"0,0 0-104 0 0,-1 0 0 0 0,1-1 817 0 0,2-1 143 0 0,5 1 24 0 0,6-3 8 0 0,5-2-520 0 0,5-2-104 0 0,-4-2-16 0 0,4-1-7 0 0,1 0-273 0 0,-3-2-72 0 0</inkml:trace>
</inkml:ink>
</file>

<file path=ppt/ink/ink1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47.59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59 234 7834 0 0,'-1'2'379'0'0,"0"0"0"0"0,0 0 0 0 0,0 1 0 0 0,0-1 1 0 0,1 0-1 0 0,-1 1 0 0 0,1-1 0 0 0,0 1 0 0 0,0-1 0 0 0,0 1 1 0 0,0-1-1 0 0,0 1 0 0 0,0-1 0 0 0,1 4 0 0 0,10 43 2218 0 0,-6-25-1346 0 0,8 40 419 0 0,6 38-274 0 0,-11-35-3268 0 0,-7-66 1507 0 0,-1 0 0 0 0,0 0 0 0 0,0 0 0 0 0,0 1 1 0 0,0-1-1 0 0,0 0 0 0 0,0 0 0 0 0,0 0 0 0 0,-1 0 0 0 0,1 0 1 0 0,0 0-1 0 0,-1 0 0 0 0,1 0 0 0 0,0 0 0 0 0,-1 0 0 0 0,0 2 1 0 0,0-3 221 0 0,1 0 0 0 0,0 0 0 0 0,-1 1 0 0 0,1-1 0 0 0,-1 0 0 0 0,1 0 0 0 0,0 0 0 0 0,-1 0 0 0 0,1 0 0 0 0,-1 1 0 0 0,1-1 1 0 0,0 0-1 0 0,-1 0 0 0 0,1 0 0 0 0,-1 0 0 0 0,1 0 0 0 0,-1-1 0 0 0,1 1 0 0 0,0 0 0 0 0,-1 0 0 0 0,1 0 0 0 0,-1 0 0 0 0,1 0 0 0 0,0 0 0 0 0,-1-1 1 0 0,1 1-1 0 0,0 0 0 0 0,-1-1 0 0 0,-2 0 22 0 0,1-1 1 0 0,-1 0 0 0 0,1 0-1 0 0,0-1 1 0 0,0 1 0 0 0,0 0-1 0 0,0-1 1 0 0,0 1 0 0 0,-3-7-1 0 0,-8-19 47 0 0,2 0 1 0 0,1-1-1 0 0,1-1 0 0 0,1 1 0 0 0,1-1 0 0 0,-2-33 1 0 0,8 45 325 0 0,0 1 0 0 0,1 0 0 0 0,0-1 0 0 0,2 1 0 0 0,0 0 0 0 0,1 0 0 0 0,0 0 0 0 0,2 0 0 0 0,0 1-1 0 0,1 0 1 0 0,0 0 0 0 0,12-21 0 0 0,-12 29 304 0 0,-1 0 0 0 0,2 0-1 0 0,-1 0 1 0 0,1 1-1 0 0,0 0 1 0 0,1 0-1 0 0,0 1 1 0 0,0 0 0 0 0,11-7-1 0 0,-16 11-415 0 0,0 1 0 0 0,1-1 1 0 0,-1 0-1 0 0,0 1 0 0 0,1-1 0 0 0,-1 1 0 0 0,1 0 1 0 0,-1 0-1 0 0,1 0 0 0 0,0 1 0 0 0,-1-1 0 0 0,1 1 0 0 0,0 0 1 0 0,-1 0-1 0 0,1 0 0 0 0,0 1 0 0 0,-1-1 0 0 0,1 1 0 0 0,-1 0 1 0 0,1 0-1 0 0,0 0 0 0 0,-1 0 0 0 0,0 1 0 0 0,1 0 0 0 0,-1-1 1 0 0,0 1-1 0 0,0 0 0 0 0,4 3 0 0 0,-5-2-80 0 0,0 0-1 0 0,1 1 1 0 0,-1-1-1 0 0,-1 0 1 0 0,1 1-1 0 0,0-1 1 0 0,-1 1-1 0 0,1 0 0 0 0,-1-1 1 0 0,0 1-1 0 0,-1 0 1 0 0,1 0-1 0 0,-1 0 1 0 0,1-1-1 0 0,-1 1 1 0 0,0 0-1 0 0,0 0 1 0 0,-1 0-1 0 0,1 0 1 0 0,-1 0-1 0 0,0-1 1 0 0,-2 7-1 0 0,-3 8-41 0 0,0 1 0 0 0,-1-1 0 0 0,-10 17 0 0 0,-48 78-1971 0 0,53-98 934 0 0</inkml:trace>
</inkml:ink>
</file>

<file path=ppt/ink/ink1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47.96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94 75 8290 0 0,'-20'14'3219'0'0,"13"-7"-2829"0"0,0 1 0 0 0,1-1 0 0 0,0 1 0 0 0,1 0 0 0 0,0 1 0 0 0,0-1-1 0 0,1 1 1 0 0,0 0 0 0 0,0 0 0 0 0,1 0 0 0 0,0 1 0 0 0,1-1 0 0 0,-3 19 0 0 0,4-23-334 0 0,1 1 1 0 0,0-1-1 0 0,0 1 1 0 0,0-1-1 0 0,1 0 1 0 0,-1 1-1 0 0,1-1 1 0 0,1 1 0 0 0,-1-1-1 0 0,1 0 1 0 0,4 9-1 0 0,-5-11-56 0 0,1 0-1 0 0,0 0 1 0 0,1 0-1 0 0,-1-1 1 0 0,0 1-1 0 0,1-1 1 0 0,0 1-1 0 0,-1-1 0 0 0,1 0 1 0 0,0 0-1 0 0,0 0 1 0 0,0 0-1 0 0,1-1 1 0 0,-1 1-1 0 0,0-1 1 0 0,1 0-1 0 0,-1 0 1 0 0,0 0-1 0 0,6 1 1 0 0,-5-1 58 0 0,0-1-1 0 0,1 1 1 0 0,-1-1 0 0 0,0 0 0 0 0,1 0 0 0 0,-1 0-1 0 0,0 0 1 0 0,1-1 0 0 0,-1 0 0 0 0,0 0 0 0 0,0 0 0 0 0,0 0-1 0 0,0-1 1 0 0,0 1 0 0 0,0-1 0 0 0,0 0 0 0 0,0 0-1 0 0,-1-1 1 0 0,1 1 0 0 0,-1-1 0 0 0,1 0 0 0 0,-1 1 0 0 0,0-2-1 0 0,0 1 1 0 0,0 0 0 0 0,-1 0 0 0 0,1-1 0 0 0,2-6-1 0 0,-1 3 96 0 0,-2 1 0 0 0,1-1 0 0 0,-1 0 0 0 0,0-1 0 0 0,0 1 0 0 0,-1 0-1 0 0,0 0 1 0 0,0-1 0 0 0,-1 1 0 0 0,0 0 0 0 0,0-1 0 0 0,-1 1-1 0 0,0-1 1 0 0,0 1 0 0 0,-5-14 0 0 0,1 8-45 0 0,0 1-1 0 0,-1 0 1 0 0,0 0-1 0 0,-1 1 1 0 0,0-1 0 0 0,-1 1-1 0 0,-11-12 1 0 0,15 18-344 0 0,0 1 0 0 0,-1-1 0 0 0,1 1-1 0 0,-1 0 1 0 0,0 0 0 0 0,0 1 0 0 0,0-1 0 0 0,-1 1 0 0 0,1 0 0 0 0,-1 1 0 0 0,0-1 0 0 0,0 1 0 0 0,1 0 0 0 0,-1 1 0 0 0,-1-1-1 0 0,1 1 1 0 0,-10 0 0 0 0,0 4-1705 0 0,0 2-12 0 0</inkml:trace>
</inkml:ink>
</file>

<file path=ppt/ink/ink1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48.73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155 220 10594 0 0,'-3'-4'381'0'0,"0"0"-1"0"0,-1 0 1 0 0,1 0 0 0 0,-1 1-1 0 0,0-1 1 0 0,0 1-1 0 0,0 0 1 0 0,-1 0 0 0 0,-5-3-1 0 0,8 6-232 0 0,0-1 0 0 0,0 1 1 0 0,0-1-1 0 0,0 1 0 0 0,0 0 0 0 0,-1 0 0 0 0,1 0 0 0 0,0 1 0 0 0,0-1 0 0 0,0 0 0 0 0,0 1 0 0 0,0-1 0 0 0,0 1 0 0 0,-1 0 1 0 0,1 0-1 0 0,1 0 0 0 0,-1 0 0 0 0,0 0 0 0 0,0 0 0 0 0,0 0 0 0 0,0 1 0 0 0,1-1 0 0 0,-1 1 0 0 0,1-1 0 0 0,-2 3 1 0 0,-4 3-157 0 0,1 0 1 0 0,1 1 0 0 0,-1 0 0 0 0,1 0 0 0 0,1 0 0 0 0,-1 0 0 0 0,1 1 0 0 0,1-1 0 0 0,0 1-1 0 0,0 0 1 0 0,1 1 0 0 0,0-1 0 0 0,0 0 0 0 0,1 0 0 0 0,0 1 0 0 0,1 14 0 0 0,0-19-91 0 0,1-1 0 0 0,-1 1 1 0 0,1-1-1 0 0,0 1 1 0 0,0-1-1 0 0,1 1 1 0 0,-1-1-1 0 0,1 0 1 0 0,0 0-1 0 0,0 0 1 0 0,0 0-1 0 0,1 0 1 0 0,-1 0-1 0 0,1-1 0 0 0,4 5 1 0 0,-4-5-7 0 0,1-1-1 0 0,0 1 1 0 0,-1-1 0 0 0,1 0-1 0 0,0 0 1 0 0,0-1 0 0 0,0 1-1 0 0,0-1 1 0 0,1 1 0 0 0,-1-1 0 0 0,0-1-1 0 0,1 1 1 0 0,-1-1 0 0 0,0 1-1 0 0,1-1 1 0 0,-1-1 0 0 0,0 1-1 0 0,8-2 1 0 0,4 0-51 0 0,-1-2 0 0 0,1 0 0 0 0,-1-1 0 0 0,0 0 0 0 0,0-2 1 0 0,-1 1-1 0 0,0-2 0 0 0,0 0 0 0 0,0 0 0 0 0,-1-2 0 0 0,0 1 0 0 0,-1-2 0 0 0,0 0 0 0 0,-1 0 0 0 0,13-17 0 0 0,-12 13-179 0 0,-1-1-1 0 0,0 0 1 0 0,-2 0-1 0 0,0-1 0 0 0,-1-1 1 0 0,0 1-1 0 0,-1-1 1 0 0,-2 0-1 0 0,1-1 1 0 0,-2 1-1 0 0,-1-1 1 0 0,2-29-1 0 0,-5 31 1584 0 0,-5-12-4732 0 0,4 28 3425 0 0,1 1 0 0 0,0-1 0 0 0,-1 0-1 0 0,1 0 1 0 0,0 1 0 0 0,-1-1 0 0 0,1 0-1 0 0,-1 1 1 0 0,1-1 0 0 0,-1 0 0 0 0,1 1-1 0 0,-1-1 1 0 0,1 0 0 0 0,-1 1 0 0 0,0-1-1 0 0,1 1 1 0 0,-1 0 0 0 0,0-1 0 0 0,-1 0-1 0 0,1 1 371 0 0,0 0 0 0 0,0 0 0 0 0,0 0 0 0 0,0 0 0 0 0,0 1-1 0 0,0-1 1 0 0,0 0 0 0 0,0 0 0 0 0,0 1 0 0 0,0-1 0 0 0,0 1 0 0 0,0-1-1 0 0,1 1 1 0 0,-1-1 0 0 0,0 1 0 0 0,0-1 0 0 0,0 1 0 0 0,1 0 0 0 0,-1-1-1 0 0,0 1 1 0 0,0 1 0 0 0,0-1 136 0 0,-1 0 1 0 0,1 0-1 0 0,0 0 0 0 0,0 1 0 0 0,0-1 0 0 0,0 0 1 0 0,0 1-1 0 0,0-1 0 0 0,0 1 0 0 0,1-1 0 0 0,-1 1 1 0 0,0 0-1 0 0,1-1 0 0 0,-1 1 0 0 0,1-1 1 0 0,0 1-1 0 0,-1 0 0 0 0,1-1 0 0 0,0 4 0 0 0,1-3-261 0 0,-1 1 0 0 0,1-1 0 0 0,0 0-1 0 0,0 0 1 0 0,0 1 0 0 0,1-1 0 0 0,-1 0-1 0 0,0 0 1 0 0,1 0 0 0 0,-1 0-1 0 0,1 0 1 0 0,3 2 0 0 0,-5-3-248 0 0,0-1 1 0 0,1 0 0 0 0,-1 0-1 0 0,0 1 1 0 0,0-1-1 0 0,0 0 1 0 0,0 1 0 0 0,0-1-1 0 0,1 0 1 0 0,-1 0-1 0 0,0 1 1 0 0,0-1 0 0 0,0 0-1 0 0,0 1 1 0 0,0-1-1 0 0,0 0 1 0 0,0 1 0 0 0,0-1-1 0 0,0 0 1 0 0,0 1-1 0 0,0-1 1 0 0,0 0 0 0 0,0 1-1 0 0,0-1 1 0 0,-1 0-1 0 0,1 1 1 0 0,0-1 0 0 0,0 0-1 0 0,0 0 1 0 0,0 1-1 0 0,-1-1 1 0 0,-3-23 502 0 0,-2 42 89 0 0,4-5-344 0 0,1-1 1 0 0,0 0-1 0 0,1 1 1 0 0,0-1-1 0 0,5 25 1 0 0,-3-14-113 0 0,3 33-100 0 0,10 84-59 0 0,-12-124-78 0 0,1-1-1 0 0,0 0 0 0 0,1 0 1 0 0,1-1-1 0 0,1 1 1 0 0,10 18-1 0 0,-14-30-93 0 0,-1 0-1 0 0,1 0 1 0 0,1 0-1 0 0,-1-1 1 0 0,0 1-1 0 0,7 4 1 0 0,5 2-671 0 0</inkml:trace>
</inkml:ink>
</file>

<file path=ppt/ink/ink1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49.05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21 2 14283 0 0,'0'0'96'0'0,"-1"-1"0"0"0,1 1 0 0 0,-1 0 0 0 0,1 0 0 0 0,-1 0 0 0 0,1 0 0 0 0,-1-1 0 0 0,1 1 0 0 0,-1 0 0 0 0,1 0 0 0 0,-1 0-1 0 0,1 0 1 0 0,-1 0 0 0 0,1 0 0 0 0,-1 0 0 0 0,1 1 0 0 0,-1-1 0 0 0,1 0 0 0 0,-1 0 0 0 0,1 0 0 0 0,-1 0 0 0 0,1 1 0 0 0,-1-1 0 0 0,1 0 0 0 0,-1 0 0 0 0,1 1 0 0 0,-1-1 0 0 0,1 0 0 0 0,0 1 0 0 0,-1-1 0 0 0,1 1-1 0 0,0-1 1 0 0,-1 0 0 0 0,1 1 0 0 0,0-1 0 0 0,-1 1 0 0 0,1-1 0 0 0,0 1 0 0 0,0-1 0 0 0,0 1 0 0 0,-1-1 0 0 0,1 1 0 0 0,0-1 0 0 0,0 1 0 0 0,0-1 0 0 0,0 1 0 0 0,0-1 0 0 0,0 1 0 0 0,0 0 0 0 0,0-1 0 0 0,0 1-1 0 0,0-1 1 0 0,0 1 0 0 0,1 0 0 0 0,-2 8 292 0 0,-1 15 1164 0 0,2 39 1 0 0,7 27-1734 0 0,-2-29-841 0 0,-3-30-4280 0 0,2 1-1804 0 0</inkml:trace>
</inkml:ink>
</file>

<file path=ppt/ink/ink1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49.42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0 303 1376 0 0,'15'-14'456'0'0,"0"0"-1"0"0,0 2 0 0 0,1 0 1 0 0,1 0-1 0 0,0 2 0 0 0,36-17 1 0 0,-14 7-35 0 0,37-23 1133 0 0,3 3-1 0 0,155-54 1 0 0,-232 93-1439 0 0,1 0 0 0 0,-1 0 0 0 0,0 1 0 0 0,1-1 1 0 0,-1 1-1 0 0,1-1 0 0 0,-1 1 0 0 0,1 0 0 0 0,-1 0 0 0 0,1 0 0 0 0,-1 1 0 0 0,0-1 0 0 0,1 0 0 0 0,3 2 0 0 0,-6-2-32 0 0,0 0-1 0 0,1 1 1 0 0,-1-1-1 0 0,0 0 1 0 0,1 1-1 0 0,-1-1 1 0 0,0 0-1 0 0,1 1 1 0 0,-1-1-1 0 0,0 1 1 0 0,0-1-1 0 0,1 0 0 0 0,-1 1 1 0 0,0-1-1 0 0,0 1 1 0 0,0-1-1 0 0,0 1 1 0 0,0-1-1 0 0,0 0 1 0 0,0 1-1 0 0,1-1 1 0 0,-1 1-1 0 0,0-1 1 0 0,0 1-1 0 0,-1-1 1 0 0,1 1-1 0 0,-11 22 1770 0 0,5-14-1524 0 0,-1 0-1 0 0,1 1 1 0 0,0 0-1 0 0,1 1 1 0 0,0-1-1 0 0,-4 14 1 0 0,8-20-333 0 0,0 0 0 0 0,1 1 1 0 0,-1-1-1 0 0,1 0 0 0 0,0 0 0 0 0,0 0 1 0 0,0 1-1 0 0,0-1 0 0 0,1 0 0 0 0,-1 0 0 0 0,1 0 1 0 0,0 0-1 0 0,1 1 0 0 0,-1-2 0 0 0,1 1 1 0 0,0 0-1 0 0,0 0 0 0 0,0 0 0 0 0,0-1 1 0 0,4 5-1 0 0,6 5 59 0 0,0 0 1 0 0,21 15-1 0 0,-18-15 251 0 0,0 0 0 0 0,17 20-1 0 0,-29-30-234 0 0,0 1 0 0 0,0 0 0 0 0,0 0 0 0 0,-1 1 0 0 0,1-1 0 0 0,-1 0-1 0 0,0 1 1 0 0,-1 0 0 0 0,1-1 0 0 0,-1 1 0 0 0,0 0 0 0 0,0 0 0 0 0,0-1 0 0 0,0 6 0 0 0,-4 6-1331 0 0,-4 1-5341 0 0</inkml:trace>
</inkml:ink>
</file>

<file path=ppt/ink/ink1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56.06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67 56 5985 0 0,'-12'-5'2118'0'0,"8"3"-1699"0"0,0 1-1 0 0,1 0 1 0 0,-1-1 0 0 0,1 0-1 0 0,-1 0 1 0 0,1 0-1 0 0,-1 0 1 0 0,1 0 0 0 0,0-1-1 0 0,0 0 1 0 0,0 1-1 0 0,1-1 1 0 0,-1 0-1 0 0,1 0 1 0 0,-1-1 0 0 0,0-9 1847 0 0,11 15-1282 0 0,6 7-143 0 0,0 5-533 0 0,-1 0 1 0 0,-1 1-1 0 0,0 0 0 0 0,-1 0 1 0 0,12 26-1 0 0,40 93-155 0 0,-28-55-214 0 0,-26-59 90 0 0,23 44-245 0 0,-29-59 278 0 0,1 1 0 0 0,0-1 0 0 0,-1 0 0 0 0,2 0 0 0 0,-1 0 0 0 0,0-1 0 0 0,1 1 0 0 0,7 5 0 0 0,-10-10-32 0 0,-1 1 1 0 0,0-1-1 0 0,0 0 0 0 0,1 1 1 0 0,-1-1-1 0 0,0 0 1 0 0,0 0-1 0 0,1 0 1 0 0,-1 0-1 0 0,0 0 1 0 0,1 0-1 0 0,-1 0 1 0 0,0 0-1 0 0,1-1 1 0 0,-1 1-1 0 0,0 0 1 0 0,0-1-1 0 0,1 1 1 0 0,-1-1-1 0 0,0 0 1 0 0,0 1-1 0 0,0-1 1 0 0,0 0-1 0 0,0 1 1 0 0,0-1-1 0 0,0 0 1 0 0,0 0-1 0 0,0 0 1 0 0,0 0-1 0 0,1-1 1 0 0,27-38 205 0 0,-23 32-181 0 0,69-103-1431 0 0,-58 87 283 0 0</inkml:trace>
</inkml:ink>
</file>

<file path=ppt/ink/ink1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56.39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97 0 6913 0 0,'-4'1'234'0'0,"0"-1"0"0"0,0 1 0 0 0,0 0 0 0 0,0 0 0 0 0,0 0 0 0 0,0 0 0 0 0,0 1 0 0 0,0 0 0 0 0,1 0 0 0 0,-1 0 0 0 0,1 0 0 0 0,-1 0 0 0 0,1 1-1 0 0,0-1 1 0 0,0 1 0 0 0,0 0 0 0 0,0 0 0 0 0,1 0 0 0 0,-1 0 0 0 0,1 1 0 0 0,0-1 0 0 0,-1 1 0 0 0,2-1 0 0 0,-1 1 0 0 0,0 0 0 0 0,-1 4 0 0 0,1-2-10 0 0,0 0 1 0 0,0 1 0 0 0,0-1 0 0 0,1 0 0 0 0,0 1 0 0 0,1-1 0 0 0,-1 1 0 0 0,1-1-1 0 0,0 0 1 0 0,0 1 0 0 0,1-1 0 0 0,0 1 0 0 0,0-1 0 0 0,1 0 0 0 0,4 12 0 0 0,-4-13-169 0 0,0-1 1 0 0,1 1-1 0 0,0-1 1 0 0,0 0-1 0 0,0 0 0 0 0,0 0 1 0 0,1 0-1 0 0,0 0 1 0 0,-1-1-1 0 0,1 0 1 0 0,0 0-1 0 0,1 0 1 0 0,-1 0-1 0 0,1-1 1 0 0,-1 1-1 0 0,1-1 1 0 0,0 0-1 0 0,-1-1 1 0 0,1 1-1 0 0,0-1 1 0 0,0 0-1 0 0,0 0 1 0 0,0 0-1 0 0,0-1 1 0 0,1 0-1 0 0,-1 0 1 0 0,0 0-1 0 0,0-1 1 0 0,0 1-1 0 0,0-1 0 0 0,0 0 1 0 0,0-1-1 0 0,0 1 1 0 0,0-1-1 0 0,-1 0 1 0 0,1-1-1 0 0,-1 1 1 0 0,1-1-1 0 0,-1 1 1 0 0,0-1-1 0 0,0 0 1 0 0,0-1-1 0 0,0 1 1 0 0,0-1-1 0 0,-1 0 1 0 0,0 0-1 0 0,0 0 1 0 0,0 0-1 0 0,0 0 1 0 0,-1-1-1 0 0,1 1 1 0 0,-1-1-1 0 0,0 0 1 0 0,-1 0-1 0 0,1 0 1 0 0,1-8-1 0 0,-3 11-52 0 0,0 0 0 0 0,1-1 0 0 0,-1 1 0 0 0,-1-1 0 0 0,1 1 1 0 0,0 0-1 0 0,0-1 0 0 0,-1 1 0 0 0,1 0 0 0 0,-1 0 0 0 0,0-1 0 0 0,0 1 0 0 0,0 0 0 0 0,0 0 1 0 0,0 0-1 0 0,0 0 0 0 0,-3-3 0 0 0,1 1-23 0 0,-1 0 1 0 0,0 1-1 0 0,1 0 1 0 0,-1 0 0 0 0,0 0-1 0 0,-1 0 1 0 0,1 0-1 0 0,-5-1 1 0 0,-2-1-223 0 0,0 1 1 0 0,0 0 0 0 0,0 1 0 0 0,-1 0 0 0 0,1 1-1 0 0,-19-1 1 0 0,2 2-1260 0 0,10 2-3190 0 0</inkml:trace>
</inkml:ink>
</file>

<file path=ppt/ink/ink1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56.74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73 38 3225 0 0,'17'-16'173'0'0,"20"-6"9221"0"0,-52 51-6797 0 0,-9 6-376 0 0,11-17-1486 0 0,0 1-1 0 0,1 0 0 0 0,1 1 1 0 0,1 0-1 0 0,-15 42 1 0 0,24-58-716 0 0,0 0 1 0 0,1 0 0 0 0,-1-1 0 0 0,1 1 0 0 0,-1 0-1 0 0,1 0 1 0 0,0 0 0 0 0,0 0 0 0 0,1 0-1 0 0,-1 0 1 0 0,1 0 0 0 0,0-1 0 0 0,0 1-1 0 0,0 0 1 0 0,1 0 0 0 0,-1-1 0 0 0,1 1-1 0 0,0-1 1 0 0,0 1 0 0 0,0-1 0 0 0,0 0 0 0 0,1 0-1 0 0,-1 0 1 0 0,1 0 0 0 0,0 0 0 0 0,0-1-1 0 0,0 1 1 0 0,0-1 0 0 0,5 3 0 0 0,0-1-17 0 0,0 0 0 0 0,1 0 1 0 0,-1-1-1 0 0,1 0 1 0 0,0-1-1 0 0,0 0 0 0 0,0 0 1 0 0,0-1-1 0 0,1 0 0 0 0,-1-1 1 0 0,12-1-1 0 0,2-1-85 0 0,-17 1 13 0 0,0 0 0 0 0,1 0 0 0 0,-1 0 0 0 0,0 1 0 0 0,0 0 0 0 0,0 1 0 0 0,1-1 0 0 0,-1 1 0 0 0,0 0-1 0 0,0 0 1 0 0,10 5 0 0 0,-15-6 37 0 0,0 1 0 0 0,0 0-1 0 0,0 0 1 0 0,-1 0-1 0 0,1 0 1 0 0,0 0-1 0 0,-1 0 1 0 0,1 0 0 0 0,0 0-1 0 0,-1 1 1 0 0,0-1-1 0 0,1 0 1 0 0,-1 0 0 0 0,0 0-1 0 0,1 1 1 0 0,-1-1-1 0 0,0 0 1 0 0,0 0 0 0 0,0 1-1 0 0,0-1 1 0 0,0 0-1 0 0,0 0 1 0 0,0 1-1 0 0,-1-1 1 0 0,1 0 0 0 0,0 0-1 0 0,-1 0 1 0 0,1 1-1 0 0,-1-1 1 0 0,0 2 0 0 0,-22 38-423 0 0,19-34 366 0 0,-73 99-2045 0 0,63-88 959 0 0,2-3 184 0 0</inkml:trace>
</inkml:ink>
</file>

<file path=ppt/ink/ink1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57.01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64 63 5529 0 0,'0'-5'633'0'0,"0"1"0"0"0,-1 0 0 0 0,0 0-1 0 0,0-1 1 0 0,0 1 0 0 0,-1 0 0 0 0,1 0 0 0 0,-1 0 0 0 0,0 0-1 0 0,0 1 1 0 0,-4-6 0 0 0,6 8-485 0 0,0 0-1 0 0,-1 1 1 0 0,1-1 0 0 0,-1 1 0 0 0,1-1-1 0 0,-1 1 1 0 0,1-1 0 0 0,-1 1 0 0 0,1-1-1 0 0,-1 1 1 0 0,0 0 0 0 0,1-1-1 0 0,-1 1 1 0 0,1 0 0 0 0,-1 0 0 0 0,0-1-1 0 0,1 1 1 0 0,-1 0 0 0 0,0 0 0 0 0,1 0-1 0 0,-1 0 1 0 0,0 0 0 0 0,0 0-1 0 0,1 0 1 0 0,-1 0 0 0 0,-1 0 0 0 0,1 1-38 0 0,-1 0-1 0 0,1 0 1 0 0,0 0 0 0 0,0 0 0 0 0,0 0 0 0 0,0 1 0 0 0,0-1 0 0 0,0 0 0 0 0,0 1 0 0 0,0-1 0 0 0,0 1 0 0 0,0-1 0 0 0,1 1 0 0 0,-1-1 0 0 0,1 1 0 0 0,-1-1 0 0 0,1 3 0 0 0,-3 7 83 0 0,0-1 1 0 0,1 1 0 0 0,0 0-1 0 0,1 0 1 0 0,0 0-1 0 0,1 0 1 0 0,0 0 0 0 0,1 0-1 0 0,2 13 1 0 0,-2-21-186 0 0,0 1-1 0 0,0 0 1 0 0,0 0 0 0 0,0-1 0 0 0,0 1-1 0 0,1 0 1 0 0,0-1 0 0 0,0 1-1 0 0,0-1 1 0 0,0 0 0 0 0,0 0 0 0 0,0 0-1 0 0,1 0 1 0 0,0 0 0 0 0,0 0 0 0 0,0-1-1 0 0,0 1 1 0 0,0-1 0 0 0,0 0 0 0 0,0 0-1 0 0,1 0 1 0 0,-1 0 0 0 0,1-1 0 0 0,-1 1-1 0 0,1-1 1 0 0,0 0 0 0 0,0 0-1 0 0,6 1 1 0 0,18-1 59 0 0,-18-1-38 0 0,-1 1 0 0 0,1 0-1 0 0,-1 0 1 0 0,1 1 0 0 0,-1 0-1 0 0,12 4 1 0 0,-20-5-17 0 0,1-1 0 0 0,-1 1 0 0 0,1 0 0 0 0,-1 0 0 0 0,1 0 0 0 0,-1 0 0 0 0,0 0 0 0 0,1 1 0 0 0,-1-1 0 0 0,0 0 1 0 0,0 1-1 0 0,0-1 0 0 0,0 1 0 0 0,0-1 0 0 0,0 1 0 0 0,1 1 0 0 0,-2 0 12 0 0,1-1 0 0 0,-1 1 0 0 0,1-1 0 0 0,-1 1 0 0 0,0 0 0 0 0,0-1 0 0 0,0 1 0 0 0,0 0 0 0 0,-1-1 0 0 0,1 1 1 0 0,-1-1-1 0 0,0 1 0 0 0,-1 4 0 0 0,-7 14-326 0 0,-1-1 1 0 0,0-1 0 0 0,-27 37-1 0 0,9-18-7126 0 0</inkml:trace>
</inkml:ink>
</file>

<file path=ppt/ink/ink1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6:59.31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149 25 2761 0 0,'-13'1'714'0'0,"-1"0"0"0"0,1 2 1 0 0,-25 6-1 0 0,-8 3 758 0 0,21-6-389 0 0,41-8-214 0 0,293-40 3015 0 0,-218 33-3255 0 0,-64 7-435 0 0,0 1 0 0 0,-1 1 0 0 0,52 8 1 0 0,75 24 214 0 0,11 1 437 0 0,310 39 1848 0 0,-443-67-2492 0 0,213 43 872 0 0,-214-39-960 0 0,-1 1 1 0 0,0 1 0 0 0,0 1-1 0 0,-1 2 1 0 0,51 33-1 0 0,-51-27-95 0 0,32 23 66 0 0,2-1-1 0 0,76 36 0 0 0,-104-61-85 0 0,0 2-1 0 0,-2 1 1 0 0,34 28-1 0 0,82 81-13 0 0,-41-34-1 0 0,20 9 153 0 0,117 103 430 0 0,-171-135-433 0 0,69 90-1 0 0,31 64-62 0 0,56 45 69 0 0,-209-246-133 0 0,36 48 192 0 0,102 103 0 0 0,60 15-4 0 0,112 98 197 0 0,-294-256-2801 0 0</inkml:trace>
</inkml:ink>
</file>

<file path=ppt/ink/ink1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05.4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28 169 5065 0 0,'0'-1'109'0'0,"0"1"-1"0"0,0 0 1 0 0,-1-1 434 0 0,0 0-434 0 0,1 1-1 0 0,0 0 1 0 0,0 0 0 0 0,-1 0-1 0 0,1-1 1 0 0,0 1-1 0 0,-1 0 1 0 0,1 0 0 0 0,0 0-1 0 0,-1 0 1 0 0,1 0 0 0 0,0 0-1 0 0,-1 0 1 0 0,1 0-1 0 0,0 0 1 0 0,-1 0 0 0 0,1 0-1 0 0,0 0 1 0 0,-1 0 0 0 0,1 0-1 0 0,0 0 1 0 0,-1 0-1 0 0,1 0 1 0 0,0 0 0 0 0,-1 0-1 0 0,1 0 1 0 0,0 0-1 0 0,0 1 1 0 0,-1-1 0 0 0,1 0-1 0 0,-1 0 1 0 0,-5 16 1999 0 0,6 21-735 0 0,1-34-1282 0 0,0 0 0 0 0,0-1 0 0 0,0 1 0 0 0,0 0 0 0 0,1-1 0 0 0,-1 1 0 0 0,1-1 0 0 0,-1 1 0 0 0,1-1 0 0 0,0 0 0 0 0,0 0 0 0 0,0 0 0 0 0,0 0 0 0 0,1 0 0 0 0,-1 0 0 0 0,0 0 1 0 0,1-1-1 0 0,-1 1 0 0 0,1-1 0 0 0,0 0 0 0 0,-1 1 0 0 0,1-1 0 0 0,0-1 0 0 0,4 2 0 0 0,-3-2-12 0 0,-1 0 0 0 0,1 0 0 0 0,0 0 0 0 0,0 0 0 0 0,-1-1 0 0 0,1 0 1 0 0,0 0-1 0 0,-1 0 0 0 0,1 0 0 0 0,-1 0 0 0 0,1-1 0 0 0,-1 0 0 0 0,0 1 0 0 0,1-1 0 0 0,-1 0 1 0 0,0-1-1 0 0,0 1 0 0 0,0-1 0 0 0,2-2 0 0 0,0 0 40 0 0,-1 0 0 0 0,0 0-1 0 0,0-1 1 0 0,0 1 0 0 0,-1-1 0 0 0,0 0 0 0 0,0 0-1 0 0,0 0 1 0 0,-1 0 0 0 0,0-1 0 0 0,0 1 0 0 0,-1 0-1 0 0,1-1 1 0 0,-1 0 0 0 0,-1 1 0 0 0,1-1 0 0 0,-1 1-1 0 0,0-1 1 0 0,-2-9 0 0 0,1 11-47 0 0,0-1 1 0 0,-1 0 0 0 0,1 1-1 0 0,-1-1 1 0 0,0 1-1 0 0,0 0 1 0 0,-1 0-1 0 0,0 0 1 0 0,0 0 0 0 0,0 0-1 0 0,0 0 1 0 0,-1 1-1 0 0,0 0 1 0 0,0-1-1 0 0,0 1 1 0 0,0 1-1 0 0,-1-1 1 0 0,1 1 0 0 0,-1 0-1 0 0,0 0 1 0 0,0 0-1 0 0,-10-3 1 0 0,14 5-69 0 0,-1 0 0 0 0,0 0 1 0 0,0 1-1 0 0,0-1 0 0 0,1 1 1 0 0,-1 0-1 0 0,0-1 0 0 0,0 1 1 0 0,0 0-1 0 0,0 0 0 0 0,0 0 1 0 0,0 1-1 0 0,0-1 0 0 0,1 0 1 0 0,-1 1-1 0 0,0-1 0 0 0,0 1 1 0 0,0-1-1 0 0,0 1 0 0 0,1 0 1 0 0,-1 0-1 0 0,0 0 1 0 0,-1 1-1 0 0,1 1-19 0 0,-1-1 1 0 0,1 1-1 0 0,-1 0 1 0 0,1 0-1 0 0,0 0 1 0 0,0 0-1 0 0,1 0 1 0 0,-1 0-1 0 0,1 0 1 0 0,-1 1-1 0 0,0 5 1 0 0,-1 2-79 0 0,1 1 1 0 0,0-1-1 0 0,1 1 1 0 0,0 0-1 0 0,1 0 1 0 0,1 19-1 0 0,0-28 60 0 0,-1 0 1 0 0,1 0-1 0 0,0 0 0 0 0,0 0 0 0 0,0 0 0 0 0,0 0 0 0 0,0 0 0 0 0,0 0 1 0 0,1 0-1 0 0,0 0 0 0 0,-1-1 0 0 0,1 1 0 0 0,0-1 0 0 0,0 1 0 0 0,1-1 1 0 0,-1 0-1 0 0,0 0 0 0 0,1 0 0 0 0,4 3 0 0 0,-5-4 20 0 0,0 0-1 0 0,0-1 1 0 0,0 1-1 0 0,0-1 1 0 0,1 1 0 0 0,-1-1-1 0 0,0 0 1 0 0,0 0-1 0 0,1 0 1 0 0,-1 0-1 0 0,0 0 1 0 0,1 0-1 0 0,-1-1 1 0 0,0 1 0 0 0,0-1-1 0 0,0 1 1 0 0,1-1-1 0 0,-1 0 1 0 0,0 0-1 0 0,0 0 1 0 0,0 0-1 0 0,0 0 1 0 0,0-1 0 0 0,-1 1-1 0 0,1 0 1 0 0,0-1-1 0 0,-1 0 1 0 0,3-2-1 0 0,-1 1 75 0 0,-1 0-1 0 0,0 0 0 0 0,0 0 0 0 0,0 0 0 0 0,0 0 0 0 0,0-1 0 0 0,-1 1 0 0 0,0-1 0 0 0,1 1 0 0 0,-1-1 1 0 0,-1 1-1 0 0,1-1 0 0 0,0 0 0 0 0,-1 0 0 0 0,0 1 0 0 0,0-1 0 0 0,0 0 0 0 0,0 0 0 0 0,0 1 0 0 0,-1-1 1 0 0,-1-6-1 0 0,0 6 18 0 0,1-1 0 0 0,0 1 0 0 0,-1-1 0 0 0,0 1 0 0 0,0 0 0 0 0,0 0 0 0 0,-1 0 0 0 0,1 0 0 0 0,-1 0 0 0 0,0 1 0 0 0,0-1 0 0 0,0 1 0 0 0,-1-1 0 0 0,1 1 0 0 0,-1 0 1 0 0,0 1-1 0 0,-4-4 0 0 0,7 6-57 0 0,0-1 0 0 0,-1 1 0 0 0,1-1 0 0 0,0 1 1 0 0,0-1-1 0 0,-1 1 0 0 0,1 0 0 0 0,0 0 1 0 0,-1-1-1 0 0,1 1 0 0 0,0 0 0 0 0,-1 0 0 0 0,1 0 1 0 0,0 1-1 0 0,-1-1 0 0 0,1 0 0 0 0,0 0 0 0 0,0 1 1 0 0,-1-1-1 0 0,1 1 0 0 0,0-1 0 0 0,0 1 0 0 0,0-1 1 0 0,-2 2-1 0 0,0 0-6 0 0,1 1 0 0 0,-1-1 0 0 0,1 1 1 0 0,0-1-1 0 0,0 1 0 0 0,0 0 0 0 0,0 0 0 0 0,0 0 0 0 0,-2 4 1 0 0,0 4-53 0 0,0 1 0 0 0,0-1 1 0 0,1 1-1 0 0,-3 18 0 0 0,5-26-27 0 0,1 0-1 0 0,0 0 0 0 0,0 0 0 0 0,0 1 1 0 0,0-1-1 0 0,1 0 0 0 0,-1 0 0 0 0,3 7 1 0 0,2 1-452 0 0</inkml:trace>
</inkml:ink>
</file>

<file path=ppt/ink/ink1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06.3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24 383 2304 0 0,'-2'-2'602'0'0,"0"1"-1"0"0,0 0 0 0 0,1 0 1 0 0,-1-1-1 0 0,1 1 0 0 0,-1-1 0 0 0,1 1 1 0 0,0-1-1 0 0,0 0 0 0 0,-1 1 0 0 0,1-1 1 0 0,0 0-1 0 0,0 0 0 0 0,1 0 0 0 0,-1 0 1 0 0,0 0-1 0 0,1 0 0 0 0,-1 0 1 0 0,1 0-1 0 0,0 0 0 0 0,-1 0 0 0 0,1 0 1 0 0,0 0-1 0 0,0 0 0 0 0,1 0 0 0 0,-1-4 1 0 0,2 4-382 0 0,0 0 0 0 0,-1 0-1 0 0,0 0 1 0 0,1 0 0 0 0,-1 0 0 0 0,0 0 0 0 0,0 0 0 0 0,0-1 0 0 0,0 1 0 0 0,-1 0 0 0 0,1-1 0 0 0,-1 1 0 0 0,1-1 0 0 0,-1 1 0 0 0,0-1 0 0 0,0 1 0 0 0,0-3 0 0 0,2-20-49 0 0,3 11-98 0 0,0 23 26 0 0,-1 3-154 0 0,5 6-7 0 0,0 4 30 0 0,1-2-1 0 0,1 1 0 0 0,22 29 0 0 0,-31-47-7 0 0,0 0-1 0 0,1 1 0 0 0,-1-1 0 0 0,1 0 1 0 0,0-1-1 0 0,0 1 0 0 0,0 0 0 0 0,0-1 1 0 0,1 1-1 0 0,-1-1 0 0 0,1 0 0 0 0,-1 0 0 0 0,1-1 1 0 0,0 1-1 0 0,0-1 0 0 0,-1 0 0 0 0,1 0 1 0 0,0 0-1 0 0,0 0 0 0 0,0-1 0 0 0,0 1 0 0 0,1-1 1 0 0,-1 0-1 0 0,0 0 0 0 0,0-1 0 0 0,7-1 1 0 0,-9 2 1 0 0,0-1 0 0 0,0 1 0 0 0,0-1 0 0 0,0 0 0 0 0,0 0 1 0 0,-1 1-1 0 0,1-1 0 0 0,0-1 0 0 0,0 1 0 0 0,0 0 0 0 0,-1 0 1 0 0,1-1-1 0 0,-1 1 0 0 0,1-1 0 0 0,-1 1 0 0 0,0-1 0 0 0,1 0 0 0 0,-1 1 1 0 0,0-1-1 0 0,0 0 0 0 0,0 0 0 0 0,0 0 0 0 0,-1 0 0 0 0,1 0 1 0 0,1-4-1 0 0,-2 3 86 0 0,0 0 0 0 0,-1-1 0 0 0,1 1 0 0 0,0 0 0 0 0,-1 0 0 0 0,0 0 0 0 0,1 0 0 0 0,-1-1 1 0 0,-1 1-1 0 0,1 0 0 0 0,0 1 0 0 0,-1-1 0 0 0,1 0 0 0 0,-1 0 0 0 0,0 1 0 0 0,-3-4 0 0 0,1 1 1 0 0,1 0-1 0 0,0-1 1 0 0,0 1-1 0 0,0-1 0 0 0,1 0 1 0 0,-1 0-1 0 0,1 0 1 0 0,1 0-1 0 0,-1 0 1 0 0,1 0-1 0 0,-1-9 1 0 0,3 15-58 0 0,-1-1 0 0 0,1 1 0 0 0,0 0 0 0 0,-1 0 0 0 0,1 0 0 0 0,0 0-1 0 0,-1 0 1 0 0,1-1 0 0 0,0 1 0 0 0,-1 0 0 0 0,1 1 0 0 0,0-1 0 0 0,-1 0 0 0 0,1 0 0 0 0,0 0 0 0 0,-1 0 0 0 0,1 0 0 0 0,0 1 0 0 0,-1-1 0 0 0,1 0 0 0 0,-1 1 0 0 0,1-1 0 0 0,0 0 0 0 0,-1 1 0 0 0,1-1 0 0 0,-1 1 0 0 0,1-1 0 0 0,-1 0 0 0 0,1 2 0 0 0,22 13-375 0 0,-15-11 326 0 0,-1 1 1 0 0,1-1-1 0 0,0-1 0 0 0,0 1 0 0 0,1-1 0 0 0,-1-1 0 0 0,1 1 0 0 0,-1-2 1 0 0,1 1-1 0 0,0-1 0 0 0,0 0 0 0 0,0-1 0 0 0,-1 0 0 0 0,1 0 1 0 0,9-2-1 0 0,-11 1 105 0 0,0 0 0 0 0,0-1 0 0 0,0 1 1 0 0,-1-1-1 0 0,1-1 0 0 0,-1 1 0 0 0,1-1 0 0 0,-1 0 1 0 0,0 0-1 0 0,0-1 0 0 0,0 0 0 0 0,0 0 0 0 0,-1 0 1 0 0,0-1-1 0 0,0 0 0 0 0,0 0 0 0 0,0 0 0 0 0,-1-1 1 0 0,7-9-1 0 0,-10 10 13 0 0,1 0 0 0 0,0 0 1 0 0,-1-1-1 0 0,0 1 0 0 0,-1 0 1 0 0,1-1-1 0 0,-1 1 0 0 0,0-1 0 0 0,0 1 1 0 0,-1-1-1 0 0,1 1 0 0 0,-1 0 1 0 0,0-1-1 0 0,-1 1 0 0 0,1 0 0 0 0,-1 0 1 0 0,0 0-1 0 0,-1 0 0 0 0,1 0 1 0 0,-4-5-1 0 0,-2-4-63 0 0,-1 1-1 0 0,0 0 1 0 0,0 0-1 0 0,-2 1 1 0 0,-19-19 0 0 0,-2 6-896 0 0,16 18-2333 0 0</inkml:trace>
</inkml:ink>
</file>

<file path=ppt/ink/ink1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06.6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9674 0 0,'8'3'8868'0'0,"14"11"-6955"0"0,51 66-2462 0 0,-60-64-761 0 0</inkml:trace>
</inkml:ink>
</file>

<file path=ppt/ink/ink1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07.90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126 88 1840 0 0,'-19'6'9442'0'0,"29"1"-7429"0"0,-20-6-2136 0 0,8-1 197 0 0,1 1-1 0 0,0-1 1 0 0,0 0 0 0 0,-1 0-1 0 0,1 1 1 0 0,-1-1 0 0 0,1 0 0 0 0,0 0-1 0 0,-9-2 3800 0 0,13 4-3820 0 0,9 3-42 0 0,-9-13-112 0 0,-12-24-150 0 0,9 30 243 0 0,-2-2-36 0 0,0-1-1 0 0,1 1 1 0 0,-2 0 0 0 0,1 0 0 0 0,0 0 0 0 0,-1 0 0 0 0,0 0-1 0 0,0 0 1 0 0,0 1 0 0 0,0 0 0 0 0,0-1 0 0 0,-1 1 0 0 0,1 0 0 0 0,-1 1-1 0 0,0-1 1 0 0,0 1 0 0 0,-9-5 0 0 0,12 8 73 0 0,0-1-1 0 0,0 0 1 0 0,0 0 0 0 0,0 1-1 0 0,0-1 1 0 0,0 0 0 0 0,-1 1-1 0 0,1-1 1 0 0,0 1 0 0 0,0-1-1 0 0,0 1 1 0 0,1 0 0 0 0,-1-1-1 0 0,0 1 1 0 0,0 0 0 0 0,0 0-1 0 0,0 0 1 0 0,1-1 0 0 0,-1 1-1 0 0,0 0 1 0 0,1 0 0 0 0,-1 0-1 0 0,1 0 1 0 0,-1 0 0 0 0,1 0-1 0 0,-1 0 1 0 0,1 1 0 0 0,0-1-1 0 0,0 0 1 0 0,-1 2 0 0 0,-6 35 373 0 0,7-35-385 0 0,0-1 0 0 0,0 1 0 0 0,0-1 0 0 0,0 1 0 0 0,0-1 0 0 0,1 1 0 0 0,-1-1 0 0 0,1 1 0 0 0,0-1 0 0 0,-1 0 0 0 0,1 1 0 0 0,0-1 0 0 0,0 0 0 0 0,1 1 0 0 0,-1-1 0 0 0,3 3 0 0 0,-3-4 40 0 0,1 0 0 0 0,-1 0 0 0 0,0 0 0 0 0,0 0 0 0 0,1 0 0 0 0,-1-1 0 0 0,0 1 0 0 0,1-1 0 0 0,-1 1 1 0 0,1-1-1 0 0,-1 1 0 0 0,1-1 0 0 0,-1 0 0 0 0,1 0 0 0 0,-1 0 0 0 0,1 0 0 0 0,-1 0 0 0 0,1 0 0 0 0,-1 0 0 0 0,1 0 1 0 0,-1 0-1 0 0,1-1 0 0 0,-1 1 0 0 0,0-1 0 0 0,1 1 0 0 0,-1-1 0 0 0,1 0 0 0 0,1-1 0 0 0,-3 2-46 0 0,0 0-1 0 0,0 0 0 0 0,1 0 1 0 0,-1 0-1 0 0,0 0 1 0 0,0 0-1 0 0,0 0 0 0 0,0 0 1 0 0,1 0-1 0 0,-1 0 1 0 0,0 0-1 0 0,0 0 0 0 0,0-1 1 0 0,0 1-1 0 0,0 0 0 0 0,1 0 1 0 0,-1 0-1 0 0,0 0 1 0 0,0 0-1 0 0,0 0 0 0 0,0-1 1 0 0,0 1-1 0 0,0 0 1 0 0,0 0-1 0 0,0 0 0 0 0,0 0 1 0 0,1-1-1 0 0,-1 1 1 0 0,0 0-1 0 0,0 0 0 0 0,0 0 1 0 0,0 0-1 0 0,0-1 0 0 0,0 1 1 0 0,0 0-1 0 0,0 0 1 0 0,0 0-1 0 0,0-1 0 0 0,0 1 1 0 0,0 0-1 0 0,-1 0 1 0 0,1 0-1 0 0,0 0 0 0 0,0-1 1 0 0,-9-5-28 0 0,-13 0-875 0 0,21 6 670 0 0,0 0-1 0 0,0 0 1 0 0,0 0 0 0 0,0 0-1 0 0,0 1 1 0 0,0-1 0 0 0,0 0-1 0 0,0 0 1 0 0,0 1 0 0 0,0-1 0 0 0,0 0-1 0 0,0 1 1 0 0,0-1 0 0 0,0 1-1 0 0,-2 1 1 0 0</inkml:trace>
</inkml:ink>
</file>

<file path=ppt/ink/ink1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08.5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49 217 6913 0 0,'-2'-3'488'0'0,"0"1"0"0"0,-1-1 0 0 0,1 1 0 0 0,-1 0 0 0 0,0 0 0 0 0,0 0 0 0 0,1 0 0 0 0,-1 1 0 0 0,-5-3-1 0 0,7 4-347 0 0,1 0 0 0 0,-1 0 0 0 0,1 0 0 0 0,-1 0 0 0 0,1 0 0 0 0,-1 0 0 0 0,1 0 0 0 0,-1 0-1 0 0,1 0 1 0 0,0 0 0 0 0,-1 0 0 0 0,1 0 0 0 0,-1 0 0 0 0,1 1 0 0 0,-1-1 0 0 0,1 0-1 0 0,0 0 1 0 0,-1 1 0 0 0,1-1 0 0 0,-1 0 0 0 0,1 0 0 0 0,0 1 0 0 0,-1-1 0 0 0,1 0 0 0 0,0 1-1 0 0,-1-1 1 0 0,-4 22 1480 0 0,4-14-1544 0 0,1 0-1 0 0,1 0 1 0 0,-1 0-1 0 0,1 0 1 0 0,0 0 0 0 0,1 0-1 0 0,0 0 1 0 0,0 0-1 0 0,1 0 1 0 0,0-1 0 0 0,1 1-1 0 0,-1-1 1 0 0,1 0-1 0 0,0 0 1 0 0,1 0 0 0 0,5 6-1 0 0,-6-9-52 0 0,0-1 0 0 0,0 1 0 0 0,0-1 0 0 0,0 0 1 0 0,0 0-1 0 0,1 0 0 0 0,-1-1 0 0 0,1 0 0 0 0,0 0 0 0 0,0 0 0 0 0,-1 0 0 0 0,1-1 0 0 0,1 1 0 0 0,-1-1 0 0 0,0 0 0 0 0,0-1 1 0 0,0 0-1 0 0,0 1 0 0 0,1-2 0 0 0,-1 1 0 0 0,0 0 0 0 0,0-1 0 0 0,0 0 0 0 0,0-1 0 0 0,0 1 0 0 0,5-3 0 0 0,-6 4-27 0 0,-1-1 0 0 0,0-1 0 0 0,1 1 0 0 0,-1 0 0 0 0,0-1 0 0 0,0 0 0 0 0,0 0 0 0 0,0 0 0 0 0,0 0 0 0 0,0 0-1 0 0,-1 0 1 0 0,1-1 0 0 0,-1 1 0 0 0,1-1 0 0 0,-1 0 0 0 0,0 0 0 0 0,0 0 0 0 0,0 0 0 0 0,-1 0 0 0 0,1 0-1 0 0,-1 0 1 0 0,1-1 0 0 0,-1 1 0 0 0,0 0 0 0 0,-1-1 0 0 0,1 1 0 0 0,0-1 0 0 0,-1 1 0 0 0,0-1 0 0 0,0 1 0 0 0,0-1-1 0 0,0 0 1 0 0,-1 1 0 0 0,1-1 0 0 0,-1 1 0 0 0,0-1 0 0 0,0 1 0 0 0,0 0 0 0 0,0-1 0 0 0,-1 1 0 0 0,1 0 0 0 0,-1 0-1 0 0,-4-6 1 0 0,3 5 85 0 0,0-1 0 0 0,1 1 0 0 0,0-1 0 0 0,-1 0 0 0 0,-1-9 0 0 0,3 13-63 0 0,1 1-1 0 0,0-1 0 0 0,0 1 1 0 0,0-1-1 0 0,0 1 1 0 0,0-1-1 0 0,0 1 0 0 0,0-1 1 0 0,0 1-1 0 0,0-1 0 0 0,0 1 1 0 0,1-1-1 0 0,-1 1 1 0 0,0-1-1 0 0,0 1 0 0 0,0-1 1 0 0,1 1-1 0 0,-1-1 1 0 0,0 1-1 0 0,1-1 0 0 0,-1 1 1 0 0,0 0-1 0 0,1-1 1 0 0,0 0-1 0 0,0 1 13 0 0,0-1 1 0 0,0 1-1 0 0,1-1 0 0 0,-1 1 1 0 0,0 0-1 0 0,1-1 1 0 0,-1 1-1 0 0,0 0 0 0 0,1 0 1 0 0,-1 0-1 0 0,0 0 1 0 0,1 0-1 0 0,-1 0 0 0 0,3 1 1 0 0,27 5 474 0 0,-18-3-306 0 0,0 0 1 0 0,0-1-1 0 0,0-1 1 0 0,1 0-1 0 0,18-2 1 0 0,-28 1-166 0 0,1-1 0 0 0,-1 0 0 0 0,0 0 1 0 0,0-1-1 0 0,0 1 0 0 0,0-1 0 0 0,0 0 1 0 0,0 0-1 0 0,0 0 0 0 0,-1-1 0 0 0,1 1 0 0 0,-1-1 1 0 0,1 0-1 0 0,-1 0 0 0 0,0 0 0 0 0,0 0 1 0 0,0-1-1 0 0,-1 1 0 0 0,1-1 0 0 0,-1 0 1 0 0,2-4-1 0 0,-2 5-16 0 0,-1 0 0 0 0,1 0 0 0 0,-1-1-1 0 0,0 1 1 0 0,0 0 0 0 0,0-1 0 0 0,0 1 0 0 0,-1-1 0 0 0,1 1 0 0 0,-1-1 0 0 0,0 1 0 0 0,0-1 0 0 0,0 1-1 0 0,-1-1 1 0 0,1 1 0 0 0,-1-1 0 0 0,0 1 0 0 0,0-1 0 0 0,0 1 0 0 0,-2-4 0 0 0,-2-3-181 0 0,-1 0 1 0 0,0 1 0 0 0,-1-1-1 0 0,-13-13 1 0 0,0-1-1757 0 0</inkml:trace>
</inkml:ink>
</file>

<file path=ppt/ink/ink1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08.7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7834 0 0,'2'7'771'0'0,"0"0"1"0"0,1 0 0 0 0,0 0-1 0 0,0-1 1 0 0,0 1 0 0 0,0-1-1 0 0,1 0 1 0 0,0 0 0 0 0,5 5-1 0 0,-3-3 304 0 0,-1-1-1 0 0,0 1 1 0 0,0 0-1 0 0,6 14 1 0 0,-10-18-1018 0 0,0 0 0 0 0,0 0-1 0 0,0 0 1 0 0,0 1 0 0 0,-1-1 0 0 0,1 0-1 0 0,-1 0 1 0 0,-1 6 0 0 0,1-3-1748 0 0</inkml:trace>
</inkml:ink>
</file>

<file path=ppt/ink/ink1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09.0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10138 0 0,'0'7'957'0'0,"2"1"0"0"0,-1-1 1 0 0,1 1-1 0 0,0-1 0 0 0,4 8 0 0 0,4 20 662 0 0,2 43-38 0 0,3 16-4104 0 0,-8-79 2437 0 0,-4-12 74 0 0</inkml:trace>
</inkml:ink>
</file>

<file path=ppt/ink/ink1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09.3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1 185 4145 0 0,'0'-2'145'0'0,"1"1"1"0"0,-1-1-1 0 0,1 1 1 0 0,0-1-1 0 0,-1 1 1 0 0,1-1-1 0 0,0 1 1 0 0,0-1-1 0 0,0 1 1 0 0,0 0-1 0 0,1 0 1 0 0,-1-1-1 0 0,0 1 1 0 0,3-1-1 0 0,24-19 2476 0 0,-20 15-1870 0 0,1 0 208 0 0,0-1-1 0 0,1 1 0 0 0,0 1 1 0 0,0 0-1 0 0,1 0 0 0 0,0 1 1 0 0,12-3-1 0 0,-21 7-859 0 0,0-1 0 0 0,1 0 0 0 0,-1 1 0 0 0,1 0 1 0 0,-1 0-1 0 0,1-1 0 0 0,-1 1 0 0 0,1 1 0 0 0,-1-1 0 0 0,1 0 0 0 0,-1 1 0 0 0,1-1 1 0 0,-1 1-1 0 0,0 0 0 0 0,1-1 0 0 0,-1 1 0 0 0,0 0 0 0 0,0 1 0 0 0,1-1 1 0 0,-1 0-1 0 0,0 1 0 0 0,0-1 0 0 0,0 1 0 0 0,-1 0 0 0 0,1-1 0 0 0,0 1 0 0 0,-1 0 1 0 0,1 0-1 0 0,-1 0 0 0 0,1 0 0 0 0,-1 0 0 0 0,0 1 0 0 0,0-1 0 0 0,0 0 1 0 0,0 1-1 0 0,0-1 0 0 0,-1 0 0 0 0,1 1 0 0 0,0 2 0 0 0,4 7 1004 0 0,4-21-224 0 0,-2-1-952 0 0,28-34 183 0 0,40-45-2313 0 0</inkml:trace>
</inkml:ink>
</file>

<file path=ppt/ink/ink1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09.9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20 3681 0 0,'-19'28'8295'0'0,"18"-28"-8124"0"0,1 1 0 0 0,-1 0-1 0 0,1 0 1 0 0,-1 0 0 0 0,1 0 0 0 0,0 0-1 0 0,-1 0 1 0 0,1 0 0 0 0,0 0-1 0 0,0 0 1 0 0,-1 0 0 0 0,1 0 0 0 0,0 0-1 0 0,0 0 1 0 0,0 0 0 0 0,0 1 0 0 0,1-1-1 0 0,-1 0 1 0 0,0 0 0 0 0,0 0 0 0 0,1 0-1 0 0,-1 0 1 0 0,0 0 0 0 0,1 0 0 0 0,-1 0-1 0 0,1-1 1 0 0,-1 1 0 0 0,1 0 0 0 0,1 2-1 0 0,-2-3-125 0 0,1 0-1 0 0,-1 0 0 0 0,1 0 0 0 0,0 0 0 0 0,-1 0 1 0 0,1 0-1 0 0,-1 0 0 0 0,1 0 0 0 0,-1 0 0 0 0,1 0 0 0 0,-1 0 1 0 0,1 0-1 0 0,-1-1 0 0 0,1 1 0 0 0,-1 0 0 0 0,1 0 1 0 0,-1-1-1 0 0,1 1 0 0 0,-1 0 0 0 0,1 0 0 0 0,-1-1 1 0 0,0 1-1 0 0,1 0 0 0 0,-1-1 0 0 0,0 1 0 0 0,1-1 1 0 0,-1 1-1 0 0,0-1 0 0 0,1 1 0 0 0,-1 0 0 0 0,0-1 1 0 0,0 1-1 0 0,1-1 0 0 0,-1 1 0 0 0,0-1 0 0 0,0 1 1 0 0,0-1-1 0 0,0 1 0 0 0,0-1 0 0 0,0 0 0 0 0,0 1 1 0 0,0-1-1 0 0,0 1 0 0 0,0-1 0 0 0,0 1 0 0 0,0-1 1 0 0,0 1-1 0 0,0-1 0 0 0,-1 0 0 0 0,-24-53 900 0 0,25 47-574 0 0,7 11-1268 0 0,-3 2-78 0 0</inkml:trace>
</inkml:ink>
</file>

<file path=ppt/ink/ink1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10.6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89 186 4609 0 0,'-23'-13'825'0'0,"11"5"1549"0"0,0 1 0 0 0,-1 0 1 0 0,-16 1 3211 0 0,39 36-4957 0 0,-5-18-563 0 0,0 0 0 0 0,1 0-1 0 0,1-1 1 0 0,0 0 0 0 0,1 0 0 0 0,0-1-1 0 0,15 16 1 0 0,-19-23-48 0 0,-1 0-1 0 0,1 0 1 0 0,0-1 0 0 0,0 1-1 0 0,0-1 1 0 0,0 0-1 0 0,0 0 1 0 0,0 0 0 0 0,0 0-1 0 0,1-1 1 0 0,-1 0 0 0 0,1 0-1 0 0,-1 0 1 0 0,1 0-1 0 0,0-1 1 0 0,-1 0 0 0 0,1 1-1 0 0,0-2 1 0 0,-1 1-1 0 0,1-1 1 0 0,-1 1 0 0 0,1-1-1 0 0,-1-1 1 0 0,1 1 0 0 0,4-3-1 0 0,-5 2-55 0 0,-1 0 0 0 0,1 0 0 0 0,-1 0 1 0 0,0-1-1 0 0,0 0 0 0 0,0 0 0 0 0,0 0 0 0 0,0 0 0 0 0,-1 0 0 0 0,1 0 0 0 0,-1-1 0 0 0,0 1 0 0 0,0-1 0 0 0,0 0 0 0 0,0 0 0 0 0,2-7 0 0 0,-3 9 19 0 0,-1 0-1 0 0,1-1 1 0 0,0 1-1 0 0,-1 0 1 0 0,1 0-1 0 0,-1-1 1 0 0,0 1-1 0 0,0 0 1 0 0,0 0-1 0 0,0-1 1 0 0,0 1-1 0 0,0 0 1 0 0,-1-1-1 0 0,1 1 1 0 0,-1 0-1 0 0,0 0 1 0 0,1 0-1 0 0,-1 0 0 0 0,0-1 1 0 0,0 1-1 0 0,0 0 1 0 0,-1 1-1 0 0,1-1 1 0 0,0 0-1 0 0,-1 0 1 0 0,1 0-1 0 0,-1 1 1 0 0,0-1-1 0 0,1 1 1 0 0,-1-1-1 0 0,-4-1 1 0 0,6 3 28 0 0,0 0 0 0 0,0 0 0 0 0,0 0 0 0 0,0 0 0 0 0,0 0 0 0 0,0 0 0 0 0,-1-1 0 0 0,1 1 0 0 0,0 0 0 0 0,0 0 0 0 0,0 0 0 0 0,0 0 0 0 0,0 0 0 0 0,-1 0 0 0 0,1 0 0 0 0,0 0 0 0 0,0 0 0 0 0,0 0 0 0 0,0 1 0 0 0,0-1 0 0 0,0 0 0 0 0,-1 0 0 0 0,1 0 0 0 0,0 0 0 0 0,0 0 0 0 0,0 0 0 0 0,0 0 0 0 0,0 0 0 0 0,0 0 0 0 0,-1 0 0 0 0,1 0 0 0 0,0 0 0 0 0,0 1 0 0 0,0-1 0 0 0,0 0 0 0 0,0 0 0 0 0,0 0 0 0 0,0 0 0 0 0,0 0 0 0 0,0 0 0 0 0,0 0 0 0 0,0 1 0 0 0,0-1 0 0 0,0 0 0 0 0,0 0 0 0 0,0 0 0 0 0,-1 1 0 0 0,1 10 206 0 0,4 9-97 0 0,-2-17-96 0 0,-1 0 0 0 0,1-1 0 0 0,0 1 0 0 0,-1-1 0 0 0,1 1 0 0 0,0-1 0 0 0,1 0 0 0 0,-1 0 0 0 0,0 0 0 0 0,1 0 0 0 0,-1 0 0 0 0,1 0 0 0 0,-1-1 0 0 0,1 1 0 0 0,0-1 0 0 0,0 0 0 0 0,0 0 0 0 0,0 0 0 0 0,0 0 0 0 0,0 0 0 0 0,0-1 0 0 0,0 1 0 0 0,0-1-1 0 0,0 0 1 0 0,0 0 0 0 0,0 0 0 0 0,0 0 0 0 0,0 0 0 0 0,0-1 0 0 0,0 0 0 0 0,0 1 0 0 0,0-1 0 0 0,5-2 0 0 0,-2 1 75 0 0,-1 0 0 0 0,1 0 0 0 0,-1-1-1 0 0,1 0 1 0 0,-1 0 0 0 0,0 0 0 0 0,0 0 0 0 0,0-1-1 0 0,-1 0 1 0 0,1 0 0 0 0,-1 0 0 0 0,0-1-1 0 0,0 1 1 0 0,0-1 0 0 0,-1 0 0 0 0,5-9 0 0 0,-6 6-46 0 0,0 1 1 0 0,0-1-1 0 0,-1 0 1 0 0,0 0-1 0 0,-1 1 1 0 0,0-1 0 0 0,0 0-1 0 0,-1 0 1 0 0,0 1-1 0 0,0-1 1 0 0,-1 0-1 0 0,0 1 1 0 0,0-1 0 0 0,-5-10-1 0 0,5 12-675 0 0,-1 0 0 0 0,0 1 0 0 0,0-1 0 0 0,-1 1 0 0 0,0 0 0 0 0,-6-7 1 0 0</inkml:trace>
</inkml:ink>
</file>

<file path=ppt/ink/ink1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10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1 456 0 0,'4'15'8992'0'0,"-1"7"-3291"0"0,0 33-1327 0 0,-3-30-4164 0 0,1 0 1 0 0,9 43 0 0 0,1-31-1991 0 0,-4-22-4840 0 0</inkml:trace>
</inkml:ink>
</file>

<file path=ppt/ink/ink1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11.2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20 5985 0 0,'1'-2'308'0'0,"1"0"0"0"0,0 0-1 0 0,0 1 1 0 0,-1-1 0 0 0,1 1-1 0 0,0 0 1 0 0,0-1 0 0 0,1 1-1 0 0,-1 0 1 0 0,0 0 0 0 0,0 0-1 0 0,1 1 1 0 0,-1-1 0 0 0,0 0-1 0 0,4 0 1 0 0,-4 1-105 0 0,0 1 0 0 0,-1-1 0 0 0,1 0 0 0 0,0 0 0 0 0,-1 1 0 0 0,1-1 0 0 0,0 1 0 0 0,-1-1 1 0 0,1 1-1 0 0,-1 0 0 0 0,1 0 0 0 0,-1 0 0 0 0,1 0 0 0 0,-1 0 0 0 0,0 0 0 0 0,0 0 0 0 0,2 2 0 0 0,0 1 79 0 0,1 0 1 0 0,-1 1-1 0 0,-1-1 1 0 0,1 1-1 0 0,-1 0 1 0 0,0 0-1 0 0,0 0 0 0 0,0 0 1 0 0,-1 0-1 0 0,1 0 1 0 0,-1 0-1 0 0,0 8 1 0 0,0 9-152 0 0,0 0 1 0 0,-4 23 0 0 0,-3-7-6109 0 0</inkml:trace>
</inkml:ink>
</file>

<file path=ppt/ink/ink1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11.7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34 2304 0 0,'8'-9'2048'0'0,"-5"6"-1144"0"0,-1 0 0 0 0,1 0 1 0 0,-1 1-1 0 0,1-1 0 0 0,0 1 0 0 0,0 0 1 0 0,5-4-1 0 0,-7 6-777 0 0,0 0 0 0 0,0 0-1 0 0,-1 0 1 0 0,1 0 0 0 0,0 0 0 0 0,0 0 0 0 0,0 0-1 0 0,0 0 1 0 0,0 0 0 0 0,0 0 0 0 0,0 0-1 0 0,0 0 1 0 0,0 1 0 0 0,-1-1 0 0 0,1 0-1 0 0,0 1 1 0 0,0-1 0 0 0,0 0 0 0 0,-1 1 0 0 0,1-1-1 0 0,0 1 1 0 0,0 0 0 0 0,-1-1 0 0 0,1 1-1 0 0,0-1 1 0 0,-1 1 0 0 0,1 0 0 0 0,-1 0-1 0 0,1-1 1 0 0,-1 1 0 0 0,1 0 0 0 0,-1 0 0 0 0,1 0-1 0 0,-1 0 1 0 0,0-1 0 0 0,0 1 0 0 0,1 0-1 0 0,-1 1 1 0 0,14 51 1660 0 0,-12-43-1715 0 0,0 0-1 0 0,1 0 1 0 0,0 0 0 0 0,0-1-1 0 0,5 10 1 0 0,-6-16-62 0 0,-1-1-1 0 0,1 0 0 0 0,-1 1 1 0 0,1-1-1 0 0,0 0 1 0 0,0 0-1 0 0,0 0 1 0 0,0 0-1 0 0,0-1 0 0 0,1 1 1 0 0,-1 0-1 0 0,1-1 1 0 0,-1 0-1 0 0,1 1 1 0 0,-1-1-1 0 0,1 0 0 0 0,-1-1 1 0 0,1 1-1 0 0,0 0 1 0 0,0-1-1 0 0,-1 1 1 0 0,6-1-1 0 0,19 0 252 0 0,-21-1-106 0 0,0 1 1 0 0,0 0-1 0 0,0 0 1 0 0,-1 0-1 0 0,1 1 1 0 0,9 2-1 0 0,-14-3-115 0 0,1 1 1 0 0,-1 0-1 0 0,1 0 0 0 0,-1 0 0 0 0,1 0 0 0 0,-1 0 0 0 0,1 0 0 0 0,-1 0 0 0 0,0 0 1 0 0,0 0-1 0 0,0 1 0 0 0,0-1 0 0 0,0 0 0 0 0,0 1 0 0 0,0-1 0 0 0,0 1 0 0 0,0-1 0 0 0,0 1 1 0 0,-1 0-1 0 0,1-1 0 0 0,-1 1 0 0 0,1 0 0 0 0,-1-1 0 0 0,0 1 0 0 0,0 0 0 0 0,0 3 1 0 0,1 12-5 0 0,-2 0 0 0 0,-1 0 1 0 0,0-1-1 0 0,-1 1 1 0 0,0 0-1 0 0,-2-1 1 0 0,0 1-1 0 0,-8 17 1 0 0,4-12-405 0 0</inkml:trace>
</inkml:ink>
</file>

<file path=ppt/ink/ink1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12.9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72 100 4609 0 0,'-6'1'15022'0'0,"0"14"-15889"0"0,0-53 2095 0 0,6 36-1182 0 0,-1 0 0 0 0,1 0 0 0 0,-1 1 0 0 0,1-1 0 0 0,-1 0 0 0 0,1 0 0 0 0,-1 1 0 0 0,0-1 0 0 0,0 0 0 0 0,0 1 0 0 0,0-1 0 0 0,0 1 0 0 0,0-1 0 0 0,0 1 0 0 0,-1 0 0 0 0,1-1 0 0 0,0 1 0 0 0,-1 0 0 0 0,1 0 0 0 0,-1 0 0 0 0,0 0 1 0 0,1 0-1 0 0,-1 0 0 0 0,0 0 0 0 0,-2 0 0 0 0,3 2-57 0 0,1-1 0 0 0,-1 1 1 0 0,1-1-1 0 0,-1 1 0 0 0,1 0 1 0 0,-1 0-1 0 0,1-1 0 0 0,0 1 1 0 0,-1 0-1 0 0,1 0 0 0 0,0-1 1 0 0,0 1-1 0 0,-1 0 1 0 0,1 0-1 0 0,0 0 0 0 0,0-1 1 0 0,0 1-1 0 0,0 0 0 0 0,0 0 1 0 0,0 0-1 0 0,0 0 0 0 0,0-1 1 0 0,0 1-1 0 0,1 1 0 0 0,4 23-291 0 0,-4-24 305 0 0,0 0 0 0 0,0-1-1 0 0,0 1 1 0 0,0 0-1 0 0,0 0 1 0 0,0 0 0 0 0,0-1-1 0 0,0 1 1 0 0,1-1 0 0 0,-1 1-1 0 0,0-1 1 0 0,0 1-1 0 0,1-1 1 0 0,-1 0 0 0 0,0 1-1 0 0,1-1 1 0 0,-1 0-1 0 0,0 0 1 0 0,1 0 0 0 0,-1 0-1 0 0,0 0 1 0 0,1 0 0 0 0,-1-1-1 0 0,0 1 1 0 0,1 0-1 0 0,-1-1 1 0 0,0 1 0 0 0,1-1-1 0 0,-1 1 1 0 0,0-1-1 0 0,0 0 1 0 0,0 1 0 0 0,0-1-1 0 0,1 0 1 0 0,-1 0-1 0 0,0 0 1 0 0,0-1 0 0 0,1 1 43 0 0,0 0 1 0 0,0-1 0 0 0,-1 1 0 0 0,1 0-1 0 0,-1-1 1 0 0,1 0 0 0 0,-1 1-1 0 0,0-1 1 0 0,1 0 0 0 0,-1 0-1 0 0,0 1 1 0 0,0-1 0 0 0,0 0 0 0 0,0 0-1 0 0,-1 0 1 0 0,1 0 0 0 0,-1 0-1 0 0,1-1 1 0 0,-1 1 0 0 0,0 0 0 0 0,1 0-1 0 0,-1 0 1 0 0,0 0 0 0 0,-1-3-1 0 0,0 2-31 0 0,0 1 0 0 0,0 0 0 0 0,0 0-1 0 0,0 0 1 0 0,0 0 0 0 0,-1 0 0 0 0,1 0-1 0 0,-1 0 1 0 0,1 1 0 0 0,-1-1 0 0 0,0 1-1 0 0,0-1 1 0 0,0 1 0 0 0,0-1 0 0 0,0 1-1 0 0,0 0 1 0 0,0 0 0 0 0,0 0 0 0 0,0 0 0 0 0,0 0-1 0 0,-1 1 1 0 0,1-1 0 0 0,0 1 0 0 0,-1-1-1 0 0,1 1 1 0 0,-3 0 0 0 0,3 0-8 0 0,0 0 0 0 0,0 0 0 0 0,1 0 0 0 0,-1 0 0 0 0,1 1 0 0 0,-1-1 1 0 0,0 1-1 0 0,1-1 0 0 0,-1 1 0 0 0,1-1 0 0 0,-1 1 0 0 0,1 0 0 0 0,-1 0 0 0 0,1 0 0 0 0,-1 0 1 0 0,1 0-1 0 0,0 0 0 0 0,0 0 0 0 0,0 0 0 0 0,-1 0 0 0 0,1 1 0 0 0,0-1 0 0 0,0 0 0 0 0,1 1 1 0 0,-1-1-1 0 0,0 1 0 0 0,0-1 0 0 0,1 1 0 0 0,-1-1 0 0 0,1 1 0 0 0,-1 0 0 0 0,1-1 0 0 0,0 1 0 0 0,-1-1 1 0 0,1 1-1 0 0,0 3 0 0 0,0-4-10 0 0,0-1-1 0 0,0 0 1 0 0,0 1 0 0 0,0-1 0 0 0,0 1 0 0 0,0-1-1 0 0,0 1 1 0 0,1-1 0 0 0,-1 0 0 0 0,0 1-1 0 0,0-1 1 0 0,0 1 0 0 0,0-1 0 0 0,0 0 0 0 0,1 1-1 0 0,-1-1 1 0 0,0 1 0 0 0,0-1 0 0 0,1 0 0 0 0,-1 1-1 0 0,0-1 1 0 0,1 0 0 0 0,-1 0 0 0 0,0 1-1 0 0,1-1 1 0 0,-1 0 0 0 0,0 0 0 0 0,1 1 0 0 0,-1-1-1 0 0,1 0 1 0 0,-1 0 0 0 0,0 0 0 0 0,1 0 0 0 0,-1 0-1 0 0,1 1 1 0 0,-1-1 0 0 0,1 0 0 0 0,21-6-85 0 0,17-16 42 0 0,-35 18-69 0 0,-4 3 50 0 0,0 1-1 0 0,1-1 0 0 0,-1 1 1 0 0,0-1-1 0 0,0 1 0 0 0,1-1 1 0 0,-1 1-1 0 0,0-1 0 0 0,1 1 1 0 0,-1 0-1 0 0,1-1 0 0 0,-1 1 0 0 0,0 0 1 0 0,1-1-1 0 0,-1 1 0 0 0,1 0 1 0 0,-1 0-1 0 0,1-1 0 0 0,-1 1 1 0 0,1 0-1 0 0,-1 0 0 0 0,1 0 0 0 0,-1 0 1 0 0,1 0-1 0 0,-1 0 0 0 0,1 0 1 0 0,0 0-1 0 0,2 3-717 0 0</inkml:trace>
</inkml:ink>
</file>

<file path=ppt/ink/ink1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1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31 179 3225 0 0,'-17'-39'3229'0'0,"6"11"2384"0"0,10 49-1124 0 0,-1-6-3724 0 0,2 1-603 0 0,1-1 0 0 0,1 1 0 0 0,0 0 0 0 0,1-1 0 0 0,9 26 0 0 0,-11-36-129 0 0,1 0 0 0 0,-1-1 0 0 0,1 1 0 0 0,1-1-1 0 0,-1 1 1 0 0,0-1 0 0 0,1 0 0 0 0,0 0 0 0 0,0 0 0 0 0,0 0 0 0 0,1-1 0 0 0,-1 1 0 0 0,1-1-1 0 0,0 0 1 0 0,0 0 0 0 0,0 0 0 0 0,0-1 0 0 0,0 1 0 0 0,1-1 0 0 0,-1 0 0 0 0,1 0 0 0 0,5 1-1 0 0,-8-2 19 0 0,0-1 1 0 0,-1 0-1 0 0,1 0 0 0 0,-1 0 0 0 0,1 0 0 0 0,0 0 0 0 0,-1-1 0 0 0,1 1 0 0 0,-1 0 0 0 0,1-1 0 0 0,-1 1 0 0 0,1-1 0 0 0,-1 0 0 0 0,1 1 1 0 0,-1-1-1 0 0,0 0 0 0 0,1 0 0 0 0,-1 0 0 0 0,2-2 0 0 0,0 0-63 0 0,0 0 0 0 0,0 0-1 0 0,-1 0 1 0 0,1-1 0 0 0,-1 1 0 0 0,0-1 0 0 0,3-6 0 0 0,-1 0-239 0 0,-1 0 1 0 0,0 0 0 0 0,0-1 0 0 0,-1 1-1 0 0,1-14 1 0 0,-6-25 21 0 0,4 52 250 0 0,0-1 0 0 0,0 1 0 0 0,0 0 1 0 0,0 0-1 0 0,1-1 0 0 0,-1 1 0 0 0,1-1 1 0 0,-1 0-1 0 0,1 1 0 0 0,0-1 0 0 0,0 0 1 0 0,0 0-1 0 0,0 0 0 0 0,1 0 1 0 0,-1 0-1 0 0,3 1 0 0 0,0 1-54 0 0,1 0-1 0 0,0 0 0 0 0,0-1 1 0 0,0 0-1 0 0,0 0 1 0 0,9 3-1 0 0,-6-5 108 0 0,0 0-1 0 0,0-1 1 0 0,0 0 0 0 0,-1 0-1 0 0,1-1 1 0 0,0 0-1 0 0,0-1 1 0 0,-1 0-1 0 0,1 0 1 0 0,-1-1 0 0 0,0 0-1 0 0,0 0 1 0 0,0-1-1 0 0,0 0 1 0 0,0 0 0 0 0,-1-1-1 0 0,10-7 1 0 0,-11 7 62 0 0,0 0 0 0 0,-1 0 1 0 0,1-1-1 0 0,-1 0 0 0 0,0 0 0 0 0,0 0 1 0 0,-1 0-1 0 0,0-1 0 0 0,4-7 1 0 0,-7 10-70 0 0,1-1 0 0 0,0 0 0 0 0,-1 1 0 0 0,0-1 0 0 0,0 0 0 0 0,0 0 0 0 0,0 1 0 0 0,-1-1 0 0 0,0 0 0 0 0,0 0 0 0 0,0 0 0 0 0,-1 0 0 0 0,0 0 0 0 0,-2-8 0 0 0,1 9-71 0 0,1 0 0 0 0,-1 0 0 0 0,0 1-1 0 0,0-1 1 0 0,-1 1 0 0 0,1 0 0 0 0,-1-1 0 0 0,0 1 0 0 0,0 0 0 0 0,0 1-1 0 0,0-1 1 0 0,0 1 0 0 0,0-1 0 0 0,-1 1 0 0 0,1 0 0 0 0,-7-3 0 0 0,7 4-243 0 0,1 0 0 0 0,0 1 0 0 0,0-1 0 0 0,-1 1 0 0 0,1-1 0 0 0,0 1 0 0 0,-1 0 0 0 0,1 0 0 0 0,-1 0 0 0 0,1 0 0 0 0,-3 0 0 0 0,0 3-1249 0 0</inkml:trace>
</inkml:ink>
</file>

<file path=ppt/ink/ink1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13.7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10594 0 0,'12'25'1706'0'0,"-1"0"-1"0"0,-1 0 1 0 0,-1 1-1 0 0,-1 0 1 0 0,6 38-1 0 0,0-6-4455 0 0</inkml:trace>
</inkml:ink>
</file>

<file path=ppt/ink/ink1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14.1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10594 0 0,'0'0'819'0'0,"24"20"3030"0"0,-21-14-3384 0 0,0-1 0 0 0,0 1 0 0 0,-1 0 0 0 0,0 0 0 0 0,0 0 0 0 0,0 0 0 0 0,-1 0 0 0 0,1 1-1 0 0,-2-1 1 0 0,1 0 0 0 0,-1 1 0 0 0,0-1 0 0 0,-1 13 0 0 0,-2 0-594 0 0,0 0 0 0 0,-1 0 0 0 0,-9 24 0 0 0,7-29-5029 0 0</inkml:trace>
</inkml:ink>
</file>

<file path=ppt/ink/ink1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14.6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4609 0 0,'4'73'10973'0'0,"-1"-51"-10507"0"0,0 1 0 0 0,1-1-1 0 0,2 1 1 0 0,0-1 0 0 0,1 0 0 0 0,13 24 0 0 0,-19-43-415 0 0,0 0 1 0 0,1 0 0 0 0,-1 0-1 0 0,1-1 1 0 0,0 1-1 0 0,0-1 1 0 0,0 1 0 0 0,0-1-1 0 0,1 0 1 0 0,-1 0 0 0 0,1 0-1 0 0,-1 0 1 0 0,1 0 0 0 0,0 0-1 0 0,0-1 1 0 0,-1 1-1 0 0,1-1 1 0 0,0 0 0 0 0,0 0-1 0 0,0 0 1 0 0,1 0 0 0 0,4 0-1 0 0,-3-1 25 0 0,-1 0-1 0 0,0-1 1 0 0,0 1-1 0 0,0-1 1 0 0,0 0-1 0 0,0-1 0 0 0,0 1 1 0 0,0-1-1 0 0,0 1 1 0 0,0-1-1 0 0,-1 0 1 0 0,1-1-1 0 0,-1 1 1 0 0,0 0-1 0 0,1-1 1 0 0,-1 0-1 0 0,3-3 1 0 0,14-16-68 0 0,-1-2 0 0 0,-1 0 0 0 0,16-26 1 0 0,-1-5-6027 0 0,-30 49 4925 0 0,7-11-5080 0 0</inkml:trace>
</inkml:ink>
</file>

<file path=ppt/ink/ink1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14.8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 1 7370 0 0,'-1'0'181'0'0,"0"0"0"0"0,0 0 0 0 0,1 0 0 0 0,-1 0 0 0 0,0 0 0 0 0,0 1 0 0 0,0-1 0 0 0,0 0 0 0 0,0 0 0 0 0,0 1 0 0 0,1-1 0 0 0,-1 1 0 0 0,0-1 0 0 0,0 1 0 0 0,0-1 0 0 0,1 1 0 0 0,-1 0 0 0 0,0-1 0 0 0,1 1 0 0 0,-1 0 0 0 0,1-1 0 0 0,-1 1 0 0 0,1 0 0 0 0,-1 1 0 0 0,-6 26 2765 0 0,7-14-1904 0 0,1 0 1 0 0,4 21-1 0 0,-4-29-727 0 0,32 176 3858 0 0,-7-93-4731 0 0,10-3-5186 0 0,-24-61-1200 0 0</inkml:trace>
</inkml:ink>
</file>

<file path=ppt/ink/ink1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15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16 141 6449 0 0,'-2'1'381'0'0,"1"0"-1"0"0,0 1 1 0 0,0-1-1 0 0,-1 0 0 0 0,1 1 1 0 0,0-1-1 0 0,0 1 1 0 0,0-1-1 0 0,0 1 0 0 0,1 0 1 0 0,-1-1-1 0 0,0 1 1 0 0,0 3-1 0 0,1-5-268 0 0,0 1 0 0 0,0-1 1 0 0,0 1-1 0 0,0-1 0 0 0,0 0 0 0 0,0 1 0 0 0,1-1 1 0 0,-1 1-1 0 0,0-1 0 0 0,0 0 0 0 0,0 1 0 0 0,1-1 0 0 0,-1 1 1 0 0,0-1-1 0 0,0 0 0 0 0,1 1 0 0 0,-1-1 0 0 0,0 0 0 0 0,1 1 1 0 0,-1-1-1 0 0,0 0 0 0 0,1 0 0 0 0,-1 1 0 0 0,1-1 0 0 0,-1 0 1 0 0,0 0-1 0 0,1 0 0 0 0,-1 0 0 0 0,1 1 0 0 0,-1-1 0 0 0,1 0 1 0 0,0 0-1 0 0,2 0 79 0 0,-1 0 0 0 0,1 0 0 0 0,0 0 0 0 0,0 0 0 0 0,0 0 0 0 0,0-1 0 0 0,0 1 0 0 0,-1-1-1 0 0,1 0 1 0 0,0 0 0 0 0,0 0 0 0 0,-1 0 0 0 0,1-1 0 0 0,3-2 0 0 0,-2 2-112 0 0,0-1 0 0 0,-1 0 0 0 0,1-1 0 0 0,-1 1 0 0 0,0 0 0 0 0,0-1 0 0 0,0 0 0 0 0,0 0 1 0 0,-1 0-1 0 0,1 0 0 0 0,-1 0 0 0 0,0 0 0 0 0,0-1 0 0 0,-1 1 0 0 0,2-8 0 0 0,-2 8-93 0 0,-1 1 1 0 0,0 0 0 0 0,0 0-1 0 0,0 0 1 0 0,0 0 0 0 0,0 0-1 0 0,-1-1 1 0 0,1 1 0 0 0,-1 0-1 0 0,0 0 1 0 0,0 0 0 0 0,0 0-1 0 0,-1 1 1 0 0,1-1 0 0 0,-1 0-1 0 0,1 0 1 0 0,-1 1 0 0 0,0-1-1 0 0,0 1 1 0 0,0-1-1 0 0,0 1 1 0 0,-1 0 0 0 0,1 0-1 0 0,-5-3 1 0 0,6 4 26 0 0,0 1 0 0 0,1-1 0 0 0,-1 1 0 0 0,0-1 0 0 0,1 1 0 0 0,-1 0 0 0 0,0-1 0 0 0,1 1 0 0 0,-1 0-1 0 0,0 0 1 0 0,0-1 0 0 0,1 1 0 0 0,-1 0 0 0 0,0 0 0 0 0,0 0 0 0 0,0 0 0 0 0,1 0 0 0 0,-1 0 0 0 0,0 0 0 0 0,0 0 0 0 0,1 0 0 0 0,-1 1 0 0 0,0-1 0 0 0,0 0-1 0 0,1 0 1 0 0,-1 1 0 0 0,0-1 0 0 0,0 0 0 0 0,1 1 0 0 0,-2 0 0 0 0,0 1-3 0 0,1-1-1 0 0,-1 1 1 0 0,0 0-1 0 0,1 0 1 0 0,0 0 0 0 0,-1 1-1 0 0,1-1 1 0 0,0 0-1 0 0,-2 5 1 0 0,0 4-145 0 0,0 0 0 0 0,0 0 0 0 0,-1 14 0 0 0,3-24 122 0 0,1 1-1 0 0,0 0 1 0 0,0 0-1 0 0,-1 0 0 0 0,1 0 1 0 0,0-1-1 0 0,0 1 0 0 0,1 0 1 0 0,-1 0-1 0 0,0 0 0 0 0,1-1 1 0 0,-1 1-1 0 0,1 0 1 0 0,-1 0-1 0 0,1-1 0 0 0,0 1 1 0 0,0 0-1 0 0,0-1 0 0 0,0 1 1 0 0,0-1-1 0 0,0 1 1 0 0,0-1-1 0 0,1 0 0 0 0,-1 1 1 0 0,0-1-1 0 0,1 0 0 0 0,1 2 1 0 0,-1-3 47 0 0,0 0-1 0 0,0 1 1 0 0,-1-1 0 0 0,1 0 0 0 0,0 0 0 0 0,0 0-1 0 0,0 0 1 0 0,0 0 0 0 0,-1 0 0 0 0,1-1 0 0 0,0 1-1 0 0,0-1 1 0 0,-1 1 0 0 0,1-1 0 0 0,0 0 0 0 0,-1 1 0 0 0,1-1-1 0 0,-1 0 1 0 0,1 0 0 0 0,-1 0 0 0 0,1 0 0 0 0,-1-1-1 0 0,1 1 1 0 0,-1 0 0 0 0,0-1 0 0 0,0 1 0 0 0,0 0-1 0 0,1-2 1 0 0,1 0 25 0 0,-1 0 0 0 0,0 0 1 0 0,0 0-1 0 0,1 0 0 0 0,-2 0 0 0 0,1 0 0 0 0,0-1 0 0 0,-1 1 0 0 0,0 0 0 0 0,1-1 0 0 0,-1 1 0 0 0,-1-1 0 0 0,1 0 0 0 0,0 1 1 0 0,-1-1-1 0 0,0 0 0 0 0,0 1 0 0 0,0-1 0 0 0,0 0 0 0 0,-1 1 0 0 0,1-1 0 0 0,-1 1 0 0 0,0-1 0 0 0,0 0 0 0 0,0 1 1 0 0,-1 0-1 0 0,1-1 0 0 0,-1 1 0 0 0,1 0 0 0 0,-1 0 0 0 0,0 0 0 0 0,-1 0 0 0 0,1 0 0 0 0,0 0 0 0 0,-1 0 0 0 0,0 1 1 0 0,1 0-1 0 0,-5-4 0 0 0,-2 3-877 0 0,5 5-53 0 0</inkml:trace>
</inkml:ink>
</file>

<file path=ppt/ink/ink1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16.4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30 192 5065 0 0,'-2'-1'74'0'0,"1"0"-1"0"0,-1 1 0 0 0,1-1 1 0 0,0 0-1 0 0,-1 0 1 0 0,1 0-1 0 0,0 0 1 0 0,0 0-1 0 0,0 0 1 0 0,-1-1-1 0 0,1 1 0 0 0,1 0 1 0 0,-1 0-1 0 0,0-1 1 0 0,0 1-1 0 0,0-1 1 0 0,1 1-1 0 0,-1-1 1 0 0,0 1-1 0 0,1-2 1 0 0,-7-21 10111 0 0,8 44-9660 0 0,1 1 1 0 0,1-1-1 0 0,1 0 0 0 0,1 0 1 0 0,13 33-1 0 0,-17-48-529 0 0,1-1-1 0 0,0 0 0 0 0,0 0 1 0 0,1 0-1 0 0,-1 0 0 0 0,1 0 1 0 0,0 0-1 0 0,0-1 1 0 0,0 1-1 0 0,0-1 0 0 0,0 0 1 0 0,1 0-1 0 0,0 0 1 0 0,-1 0-1 0 0,1-1 0 0 0,0 1 1 0 0,1-1-1 0 0,-1 0 1 0 0,0 0-1 0 0,0-1 0 0 0,1 0 1 0 0,-1 1-1 0 0,1-1 0 0 0,-1-1 1 0 0,1 1-1 0 0,0 0 1 0 0,-1-1-1 0 0,1 0 0 0 0,0 0 1 0 0,-1-1-1 0 0,10-1 1 0 0,-11 1-38 0 0,0 1 0 0 0,0-1 1 0 0,1 0-1 0 0,-1 0 1 0 0,0 0-1 0 0,0 0 1 0 0,0-1-1 0 0,0 1 1 0 0,0-1-1 0 0,0 0 1 0 0,-1 0-1 0 0,1 0 1 0 0,-1 0-1 0 0,1 0 1 0 0,-1-1-1 0 0,0 1 0 0 0,0-1 1 0 0,0 0-1 0 0,0 1 1 0 0,0-1-1 0 0,0 0 1 0 0,-1 0-1 0 0,1 0 1 0 0,-1 0-1 0 0,1-5 1 0 0,1-4-142 0 0,-2 0 1 0 0,0 0 0 0 0,0 0 0 0 0,-1 0-1 0 0,-3-20 1 0 0,1-9 232 0 0,2 40-7 0 0,0 0-1 0 0,0 0 0 0 0,0 0 0 0 0,0 0 0 0 0,0 0 0 0 0,0 0 0 0 0,0 0 0 0 0,0 0 0 0 0,0 0 0 0 0,0 0 0 0 0,1 0 0 0 0,-1 0 0 0 0,0 0 0 0 0,1 0 0 0 0,-1 0 0 0 0,1 0 0 0 0,-1 0 0 0 0,1 1 0 0 0,0-1 0 0 0,-1 0 0 0 0,1 0 0 0 0,0 0 0 0 0,-1 1 1 0 0,1-1-1 0 0,0 0 0 0 0,0 1 0 0 0,0-1 0 0 0,0 1 0 0 0,0-1 0 0 0,0 1 0 0 0,-1-1 0 0 0,1 1 0 0 0,0 0 0 0 0,0 0 0 0 0,0-1 0 0 0,0 1 0 0 0,0 0 0 0 0,0 0 0 0 0,1 0 0 0 0,-1 0 0 0 0,0 0 0 0 0,0 0 0 0 0,0 0 0 0 0,0 0 0 0 0,0 0 0 0 0,0 1 1 0 0,0-1-1 0 0,0 0 0 0 0,0 1 0 0 0,0-1 0 0 0,1 1 0 0 0,10 4 150 0 0,-1 0 0 0 0,0 1 0 0 0,18 11 1 0 0,-12-7 61 0 0,-7-5-115 0 0,-1 0-1 0 0,1-1 1 0 0,0 0-1 0 0,1-1 1 0 0,-1 0-1 0 0,1-1 1 0 0,18 2-1 0 0,-27-3-110 0 0,1-1 0 0 0,0 0 0 0 0,-1 0 0 0 0,1 0 0 0 0,0-1 0 0 0,0 1 0 0 0,-1-1 0 0 0,1 1 0 0 0,-1-1 0 0 0,1 0 0 0 0,0 0 0 0 0,-1 0 0 0 0,0 0 0 0 0,1 0 0 0 0,-1-1 0 0 0,0 1 0 0 0,1-1 0 0 0,-1 0 0 0 0,0 1 0 0 0,0-1 0 0 0,0 0 0 0 0,-1 0 0 0 0,1 0 0 0 0,0-1 0 0 0,-1 1 0 0 0,1 0 0 0 0,-1 0 0 0 0,0-1 0 0 0,0 1 0 0 0,0-1 0 0 0,0 1 0 0 0,0-1 0 0 0,-1 0 0 0 0,1 1 0 0 0,0-4 0 0 0,0-2 13 0 0,-1 1 0 0 0,0-1 0 0 0,0 1 0 0 0,-1-1 0 0 0,1 1 0 0 0,-2-1 0 0 0,1 1 0 0 0,-1-1 0 0 0,0 1 0 0 0,-1 0 0 0 0,1 0 0 0 0,-1 0 0 0 0,-1 0 0 0 0,-6-10 0 0 0,-10-22-542 0 0,19 31-1745 0 0</inkml:trace>
</inkml:ink>
</file>

<file path=ppt/ink/ink1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16.7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43 19 5529 0 0,'-19'-11'100'0'0,"2"4"7231"0"0,17 7-7096 0 0,-1 1 0 0 0,0 0 0 0 0,1 0 0 0 0,-1-1 1 0 0,1 1-1 0 0,-1 0 0 0 0,1 0 0 0 0,-1 0 0 0 0,1-1 0 0 0,0 1 1 0 0,-1 0-1 0 0,1 0 0 0 0,0 0 0 0 0,0 0 0 0 0,-1 0 1 0 0,1 0-1 0 0,0 0 0 0 0,0 0 0 0 0,0 0 0 0 0,0 0 0 0 0,0-1 1 0 0,1 1-1 0 0,-1 2 0 0 0,0 16 666 0 0,1 0 0 0 0,1 1 0 0 0,1-1 0 0 0,6 26 0 0 0,-6-35-1123 0 0,1 0-1 0 0,0-1 1 0 0,9 18 0 0 0,-9-21-625 0 0,0 1 1 0 0,1-1 0 0 0,0 0 0 0 0,0 0 0 0 0,11 9-1 0 0,-4-5 746 0 0,-1 0 88 0 0</inkml:trace>
</inkml:ink>
</file>

<file path=ppt/ink/ink1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17.2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6913 0 0,'4'4'943'0'0,"-1"0"-1"0"0,0 1 0 0 0,0-1 0 0 0,0 1 0 0 0,0 0 0 0 0,-1 0 0 0 0,0 0 0 0 0,0 0 1 0 0,2 8-1 0 0,11 64 2069 0 0,-13-61-2817 0 0,0 0 0 0 0,2 0 0 0 0,-1 0 0 0 0,2 0 1 0 0,0-1-1 0 0,1 0 0 0 0,8 15 0 0 0,-12-27-149 0 0,0 0 1 0 0,-1 0-1 0 0,1-1 0 0 0,0 0 0 0 0,1 1 0 0 0,-1-1 1 0 0,0 0-1 0 0,1 0 0 0 0,-1 0 0 0 0,1 0 0 0 0,-1 0 1 0 0,1-1-1 0 0,0 1 0 0 0,0-1 0 0 0,0 0 1 0 0,0 0-1 0 0,0 0 0 0 0,0 0 0 0 0,0 0 0 0 0,0-1 1 0 0,0 1-1 0 0,0-1 0 0 0,1 0 0 0 0,-1 0 0 0 0,0 0 1 0 0,0 0-1 0 0,0 0 0 0 0,0-1 0 0 0,0 0 1 0 0,0 0-1 0 0,1 1 0 0 0,-1-2 0 0 0,-1 1 0 0 0,1 0 1 0 0,3-2-1 0 0,10-7-91 0 0,0 0 1 0 0,0 0-1 0 0,-1-2 1 0 0,24-23-1 0 0,-18 17-410 0 0,21-15-4663 0 0</inkml:trace>
</inkml:ink>
</file>

<file path=ppt/ink/ink1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17.7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47 1376 0 0,'-13'-47'18129'0'0,"22"64"-15728"0"0,37 128-750 0 0,-37-110-2128 0 0,2 1-1 0 0,1-2 1 0 0,30 61-1 0 0</inkml:trace>
</inkml:ink>
</file>

<file path=ppt/ink/ink1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18.5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99 301 3225 0 0,'-16'11'410'0'0,"6"-3"1594"0"0,-1-1 0 0 0,0 0-1 0 0,0-1 1 0 0,-1 0 0 0 0,-16 0 4291 0 0,48-35-5313 0 0,32-38-787 0 0,61-83-2171 0 0,-46 44-5930 0 0</inkml:trace>
</inkml:ink>
</file>

<file path=ppt/ink/ink1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19.0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33 93 3769 0 0,'-24'-65'4237'0'0,"16"38"2855"0"0,15 64-1483 0 0,1 7-5521 0 0,-5-34-78 0 0,1 6-7 0 0,2 0 0 0 0,0 0 1 0 0,11 22-1 0 0,-16-36-4 0 0,0 1 1 0 0,1-1-1 0 0,-1 1 1 0 0,0-1 0 0 0,1 0-1 0 0,0 0 1 0 0,-1 0-1 0 0,1 0 1 0 0,0 0-1 0 0,0 0 1 0 0,0 0-1 0 0,0-1 1 0 0,1 1 0 0 0,-1-1-1 0 0,0 1 1 0 0,1-1-1 0 0,-1 0 1 0 0,1 0-1 0 0,-1 0 1 0 0,1 0-1 0 0,0 0 1 0 0,-1-1 0 0 0,1 1-1 0 0,0-1 1 0 0,-1 0-1 0 0,1 0 1 0 0,0 0-1 0 0,-1 0 1 0 0,5 0-1 0 0,0-4 14 0 0,1 1 0 0 0,-1-1 0 0 0,0 0-1 0 0,0-1 1 0 0,0 0 0 0 0,0 0-1 0 0,-1 0 1 0 0,0-1 0 0 0,0 0-1 0 0,8-10 1 0 0,26-24 58 0 0,-36 37-53 0 0,-1 1 1 0 0,1-1-1 0 0,-1 1 0 0 0,1 0 1 0 0,0 0-1 0 0,0 0 0 0 0,-1 1 0 0 0,1-1 1 0 0,1 1-1 0 0,-1 0 0 0 0,5-1 1 0 0,-7 2-5 0 0,-1 0 1 0 0,1 1-1 0 0,0-1 1 0 0,0 0 0 0 0,-1 1-1 0 0,1-1 1 0 0,0 1-1 0 0,-1-1 1 0 0,1 1 0 0 0,0 0-1 0 0,-1 0 1 0 0,1 0-1 0 0,-1 0 1 0 0,0 0 0 0 0,1 0-1 0 0,-1 0 1 0 0,0 1-1 0 0,0-1 1 0 0,1 0 0 0 0,-1 1-1 0 0,0-1 1 0 0,0 1-1 0 0,0-1 1 0 0,-1 1 0 0 0,1-1-1 0 0,0 1 1 0 0,-1 0-1 0 0,2 3 1 0 0,1 4 37 0 0,0 0 1 0 0,0 1-1 0 0,-1-1 1 0 0,-1 1-1 0 0,1 0 0 0 0,-2 0 1 0 0,1 0-1 0 0,-1 0 1 0 0,-1-1-1 0 0,0 1 0 0 0,0 0 1 0 0,-1 0-1 0 0,0-1 1 0 0,0 1-1 0 0,-1-1 1 0 0,-1 1-1 0 0,1-1 0 0 0,-2 0 1 0 0,1-1-1 0 0,-1 1 1 0 0,-1-1-1 0 0,1 0 0 0 0,-1 0 1 0 0,-1 0-1 0 0,1-1 1 0 0,-1 0-1 0 0,-1 0 0 0 0,1-1 1 0 0,-1 0-1 0 0,0-1 1 0 0,0 1-1 0 0,-1-1 1 0 0,0-1-1 0 0,0 0 0 0 0,0 0 1 0 0,0 0-1 0 0,-1-2 1 0 0,1 1-1 0 0,-17 2 0 0 0,6-5-3363 0 0</inkml:trace>
</inkml:ink>
</file>

<file path=ppt/ink/ink1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20.1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2 151 4145 0 0,'1'-1'277'0'0,"-1"0"0"0"0,1 0 0 0 0,-1 0 0 0 0,0 0 0 0 0,1 0 0 0 0,-1 0 0 0 0,0 0 0 0 0,1 0 0 0 0,-1 0 0 0 0,0 0 0 0 0,0 0 0 0 0,0 0 0 0 0,0 0 0 0 0,0-1 0 0 0,0 1 0 0 0,0 0 0 0 0,-1 0 1 0 0,1 0-1 0 0,0 0 0 0 0,0 0 0 0 0,-1 0 0 0 0,0-1 0 0 0,0 0-166 0 0,1 0 0 0 0,-1 0 0 0 0,1 0 1 0 0,0 0-1 0 0,-1 0 0 0 0,1 0 0 0 0,0 0 1 0 0,0 0-1 0 0,1-4 0 0 0,1-2 165 0 0,0 1 1 0 0,1 0-1 0 0,0 0 0 0 0,0 0 0 0 0,1 0 1 0 0,0 1-1 0 0,0-1 0 0 0,0 1 0 0 0,1 0 1 0 0,0 0-1 0 0,0 1 0 0 0,0-1 0 0 0,1 1 0 0 0,7-5 1 0 0,-12 10-42 0 0,-1 0 0 0 0,1-1 0 0 0,0 1 0 0 0,0 0 0 0 0,-1 0 0 0 0,1 0 0 0 0,0 0 0 0 0,0 0 0 0 0,0 0 1 0 0,-1 0-1 0 0,1 0 0 0 0,0 0 0 0 0,0 0 0 0 0,-1 0 0 0 0,1 1 0 0 0,0-1 0 0 0,0 0 0 0 0,-1 0 0 0 0,1 1 0 0 0,0-1 0 0 0,-1 1 0 0 0,1-1 1 0 0,1 1-1 0 0,17 20 968 0 0,-14-13-1240 0 0,-1-1 1 0 0,1 2-1 0 0,-1-1 0 0 0,3 10 0 0 0,27 103 336 0 0,-14-46-259 0 0,32 77 0 0 0,-48-132-930 0 0,-6-6-4947 0 0</inkml:trace>
</inkml:ink>
</file>

<file path=ppt/ink/ink1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20.4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4489 0 0,'0'3'192'0'0,"0"-2"56"0"0,0 1-248 0 0,0-1 0 0 0,0 1 0 0 0,1-1 0 0 0,1 0 0 0 0,-2 2 64 0 0,1 0-64 0 0,0 1 0 0 0,1-1 0 0 0,-2 0 0 0 0,1 0-88 0 0</inkml:trace>
</inkml:ink>
</file>

<file path=ppt/ink/ink1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2:57:20.7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41 42 3225 0 0,'0'-9'1229'0'0,"10"-24"12227"0"0,-10 33-13331 0 0,1 0-1 0 0,-1 0 1 0 0,1 0 0 0 0,-1 0-1 0 0,0 0 1 0 0,1 1 0 0 0,-1-1 0 0 0,1 0-1 0 0,-1 0 1 0 0,1 0 0 0 0,-1 0-1 0 0,0 0 1 0 0,1 1 0 0 0,-1-1 0 0 0,0 0-1 0 0,1 0 1 0 0,-1 0 0 0 0,0 1-1 0 0,1-1 1 0 0,-1 0 0 0 0,0 1 0 0 0,1-1-1 0 0,-1 0 1 0 0,0 1 0 0 0,0-1-1 0 0,0 0 1 0 0,1 1 0 0 0,-1-1 0 0 0,0 1-1 0 0,0-1 1 0 0,0 1 0 0 0,2 4 32 0 0,0 0 1 0 0,-1 0 0 0 0,0 0 0 0 0,0 1-1 0 0,0-1 1 0 0,-1 0 0 0 0,0 0 0 0 0,0 1-1 0 0,0-1 1 0 0,-2 10 0 0 0,1 2 50 0 0,-5 65-14 0 0,-4-2-1 0 0,-27 111 1 0 0,24-143-534 0 0</inkml:trace>
</inkml:ink>
</file>

<file path=ppt/ink/ink1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1:56.5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8754 0 0,'0'2'90'0'0,"0"1"0"0"0,0 0 1 0 0,0-1-1 0 0,0 1 0 0 0,0-1 1 0 0,1 1-1 0 0,0 0 0 0 0,-1-1 1 0 0,1 1-1 0 0,0-1 0 0 0,0 1 1 0 0,2 1-1 0 0,18 35-69 0 0,-13-27 104 0 0,0 0 46 0 0,1 1 0 0 0,0-2 1 0 0,1 0-1 0 0,0 0 0 0 0,1 0 0 0 0,0-1 0 0 0,1-1 0 0 0,0 0 0 0 0,0-1 0 0 0,1 0 0 0 0,0-1 1 0 0,0 0-1 0 0,1-1 0 0 0,18 6 0 0 0,15 2 636 0 0,0-2 0 0 0,0-2 1 0 0,53 4-1 0 0,326 14-398 0 0,-317-24-385 0 0,310 11-200 0 0,-314-18 193 0 0,181-29 0 0 0,-53 2-135 0 0,112-19-368 0 0,-205 25 133 0 0,164-7 0 0 0,51 31 797 0 0,-5 1 106 0 0,180-27 777 0 0,-327 24-1263 0 0,0 9 0 0 0,225 37 0 0 0,-395-38-1259 0 0,0-3 1 0 0,1-1-1 0 0,53-3 0 0 0,-69-1-4212 0 0</inkml:trace>
</inkml:ink>
</file>

<file path=ppt/ink/ink1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09.0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35 114 456 0 0,'0'-10'530'0'0,"-1"1"0"0"0,0 0 1 0 0,0 0-1 0 0,-1-1 0 0 0,0 1 0 0 0,0 0 0 0 0,-1 0 0 0 0,-1 1 1 0 0,1-1-1 0 0,-12-14 2259 0 0,15 33-1657 0 0,7 25-731 0 0,-1-11-115 0 0,1 201 2363 0 0,0-7-1854 0 0,58 255-463 0 0,-28 323-135 0 0,8-181 1668 0 0,-9-253-593 0 0,3 950 180 0 0,-52-762 1265 0 0,32-72-1918 0 0,0-45-1374 0 0,-20-399-434 0 0,2-28 321 0 0</inkml:trace>
</inkml:ink>
</file>

<file path=ppt/ink/ink1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10.0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184 309 920 0 0,'-140'-37'4001'0'0,"100"25"-1932"0"0,40 12-2041 0 0,0 0 0 0 0,0 0-1 0 0,0 0 1 0 0,0 0 0 0 0,0 0 0 0 0,0 0-1 0 0,0 0 1 0 0,0 0 0 0 0,-1 0-1 0 0,1 0 1 0 0,0 0 0 0 0,0 0 0 0 0,0 0-1 0 0,0 0 1 0 0,0 0 0 0 0,0 0 0 0 0,0 0-1 0 0,-1 0 1 0 0,1 0 0 0 0,0 0-1 0 0,0 0 1 0 0,0 0 0 0 0,0 0 0 0 0,0 0-1 0 0,0 0 1 0 0,0 0 0 0 0,0 0-1 0 0,-1 0 1 0 0,1 0 0 0 0,0 0 0 0 0,0-1-1 0 0,0 1 1 0 0,0 0 0 0 0,0 0-1 0 0,0 0 1 0 0,0 0 0 0 0,0 0 0 0 0,0 0-1 0 0,0 0 1 0 0,0 0 0 0 0,0-1-1 0 0,0 1 1 0 0,0 0 0 0 0,0 0 0 0 0,0 0-1 0 0,0 0 1 0 0,0 0 0 0 0,0 0 0 0 0,0 0-1 0 0,0-1 1 0 0,0 1 0 0 0,0 0-1 0 0,0 0 1 0 0,0 0 0 0 0,0 0 0 0 0,0 0-1 0 0,0 0 1 0 0,0 0 0 0 0,0-1-1 0 0,0 1 1 0 0,0 0 0 0 0,0 0 0 0 0,0 0-1 0 0,0 0 1 0 0,0 0 0 0 0,0 0-1 0 0,0 0 1 0 0,1 0 0 0 0,21-1 612 0 0,86 2-743 0 0,178-21 0 0 0,-51 1 11 0 0,-13 6 9 0 0,70-3-142 0 0,-33 8-82 0 0,619-3-449 0 0,-217 13 377 0 0,-2-40 363 0 0,295-23 651 0 0,164 68 256 0 0,-1105-6-852 0 0,440 6 1599 0 0,-399-11-1279 0 0,1-3-1 0 0,-2-3 0 0 0,56-16 0 0 0,53-10 290 0 0,-162 36-649 0 0,7-1-90 0 0,0 0-1 0 0,1 0 1 0 0,0 0-1 0 0,-1 1 1 0 0,13 1-1 0 0,-14 1-439 0 0</inkml:trace>
</inkml:ink>
</file>

<file path=ppt/ink/ink1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13.220"/>
    </inkml:context>
    <inkml:brush xml:id="br0">
      <inkml:brushProperty name="width" value="0.35" units="cm"/>
      <inkml:brushProperty name="height" value="0.35" units="cm"/>
      <inkml:brushProperty name="color" value="#CC0066"/>
    </inkml:brush>
  </inkml:definitions>
  <inkml:trace contextRef="#ctx0" brushRef="#br0">39 139 1840 0 0,'-26'-18'1280'0'0,"25"18"-1266"0"0,0-1 0 0 0,0 0 1 0 0,0 1-1 0 0,1-1 1 0 0,-1 0-1 0 0,0 1 1 0 0,0-1-1 0 0,1 0 0 0 0,-1 0 1 0 0,1 0-1 0 0,-1 0 1 0 0,0 0-1 0 0,1 1 1 0 0,0-1-1 0 0,-1 0 0 0 0,1 0 1 0 0,0 0-1 0 0,-1 0 1 0 0,1-1-1 0 0,0 1 0 0 0,0 0 1 0 0,0 0-1 0 0,0 0 1 0 0,0 0-1 0 0,0 0 1 0 0,0 0-1 0 0,0-1 0 0 0,3 1 13 0 0,0 0 0 0 0,0 0 0 0 0,0 1 0 0 0,0-1 0 0 0,0 1-1 0 0,0-1 1 0 0,0 1 0 0 0,0 0 0 0 0,0 0 0 0 0,0 1 0 0 0,-1-1-1 0 0,6 1 1 0 0,-2 0 189 0 0,138 15 2095 0 0,-83-7-2289 0 0,-1-3 0 0 0,99-3 0 0 0,104-33 1061 0 0,-35 3-205 0 0,-155 21-850 0 0,-1 1 58 0 0,90-18 0 0 0,30-9 510 0 0,-164 30-472 0 0,1 1 0 0 0,0 1 0 0 0,-1 2 0 0 0,51 9 0 0 0,-22 0-88 0 0,1-2 0 0 0,0-3 0 0 0,91-2 0 0 0,-46-6 256 0 0,-1 4-1 0 0,114 17 1 0 0,-100 3 1618 0 0,-113-21-1982 0 0,0 1-64 0 0</inkml:trace>
</inkml:ink>
</file>

<file path=ppt/ink/ink1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13.887"/>
    </inkml:context>
    <inkml:brush xml:id="br0">
      <inkml:brushProperty name="width" value="0.35" units="cm"/>
      <inkml:brushProperty name="height" value="0.35" units="cm"/>
      <inkml:brushProperty name="color" value="#CC0066"/>
    </inkml:brush>
  </inkml:definitions>
  <inkml:trace contextRef="#ctx0" brushRef="#br0">33 2656 1840 0 0,'-2'0'77'0'0,"1"0"0"0"0,0 0 0 0 0,-1 0 0 0 0,1-1 0 0 0,0 1 0 0 0,0 0 0 0 0,-1 0 0 0 0,1-1 0 0 0,0 1 0 0 0,0-1 0 0 0,-1 1 0 0 0,1-1-1 0 0,0 1 1 0 0,0-1 0 0 0,0 0 0 0 0,0 0 0 0 0,0 1 0 0 0,0-1 0 0 0,0 0 0 0 0,0 0 0 0 0,0 0 0 0 0,0 0 0 0 0,1 0 0 0 0,-1 0 0 0 0,0 0 0 0 0,1 0-1 0 0,-1-1 1 0 0,0 1 0 0 0,1 0 0 0 0,0 0 0 0 0,-1-3 0 0 0,1 2 84 0 0,1 0-1 0 0,-1-1 1 0 0,1 1 0 0 0,0 0-1 0 0,0 0 1 0 0,0-1 0 0 0,0 1-1 0 0,0 0 1 0 0,1 0 0 0 0,-1 0-1 0 0,0 0 1 0 0,1 0 0 0 0,0 1-1 0 0,-1-1 1 0 0,1 0 0 0 0,4-2 0 0 0,47-42 865 0 0,-2-2 1 0 0,46-55 0 0 0,20-29 899 0 0,-41 49-1200 0 0,104-148 0 0 0,-18-8 648 0 0,-112 173-896 0 0,87-88 0 0 0,393-448-369 0 0,-433 478-23 0 0,125-140 196 0 0,-96 139-227 0 0,56-58 99 0 0,-130 130 382 0 0,98-77 0 0 0,-141 119-1060 0 0</inkml:trace>
</inkml:ink>
</file>

<file path=ppt/ink/ink1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19.6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73 6449 0 0,'0'-4'427'0'0,"0"-1"-1"0"0,0 0 1 0 0,0 0-1 0 0,0 1 0 0 0,1-1 1 0 0,1-6-1 0 0,-1 9-166 0 0,-1 0-1 0 0,1 0 0 0 0,-1 0 0 0 0,1 0 1 0 0,0 0-1 0 0,0 0 0 0 0,0 0 1 0 0,0 0-1 0 0,0 0 0 0 0,0 0 0 0 0,1 0 1 0 0,-1 1-1 0 0,1-1 0 0 0,-1 0 1 0 0,4-2-1 0 0,-4 4-181 0 0,0 0-1 0 0,0 0 1 0 0,0 0-1 0 0,0 0 1 0 0,0 0 0 0 0,0 0-1 0 0,0 0 1 0 0,0 1-1 0 0,0-1 1 0 0,0 0 0 0 0,-1 0-1 0 0,1 1 1 0 0,0-1-1 0 0,0 1 1 0 0,0-1 0 0 0,0 1-1 0 0,0-1 1 0 0,-1 1-1 0 0,1-1 1 0 0,0 1 0 0 0,0 0-1 0 0,-1-1 1 0 0,1 1-1 0 0,-1 0 1 0 0,1 0 0 0 0,0-1-1 0 0,-1 1 1 0 0,0 0-1 0 0,1 0 1 0 0,-1 0 0 0 0,1 0-1 0 0,-1 0 1 0 0,0 0-1 0 0,0 0 1 0 0,1 1 0 0 0,11 38 957 0 0,-12-39-979 0 0,11 53 660 0 0,-2 0 0 0 0,2 83 0 0 0,-12 112-606 0 0,-2-89-368 0 0,3-143-764 0 0,-1-1 0 0 0,-1 1 0 0 0,-6 28-1 0 0,4-34-321 0 0</inkml:trace>
</inkml:ink>
</file>

<file path=ppt/ink/ink1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19.9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0 210 6449 0 0,'2'-11'201'0'0,"0"1"-1"0"0,0 0 1 0 0,1-1-1 0 0,0 1 1 0 0,1 0-1 0 0,0 0 1 0 0,1 1-1 0 0,0-1 1 0 0,0 1-1 0 0,13-17 1 0 0,-12 19 98 0 0,0 0 0 0 0,0 0 0 0 0,1 0 0 0 0,-1 1 1 0 0,1 0-1 0 0,1 0 0 0 0,-1 1 0 0 0,1-1 0 0 0,0 2 1 0 0,1-1-1 0 0,-1 1 0 0 0,16-5 0 0 0,-22 8-249 0 0,0 1 1 0 0,0-1-1 0 0,0 0 1 0 0,0 1-1 0 0,0 0 1 0 0,0-1-1 0 0,0 1 1 0 0,0 0-1 0 0,0 0 1 0 0,0 0-1 0 0,0 0 1 0 0,0 0-1 0 0,0 1 1 0 0,0-1-1 0 0,0 1 1 0 0,0-1-1 0 0,0 1 1 0 0,-1 0-1 0 0,1-1 1 0 0,0 1-1 0 0,0 0 1 0 0,0 0-1 0 0,-1 0 1 0 0,1 1-1 0 0,-1-1 1 0 0,1 0-1 0 0,-1 1 1 0 0,1-1-1 0 0,-1 1 1 0 0,0-1-1 0 0,0 1 1 0 0,1-1-1 0 0,-1 1 1 0 0,-1 0-1 0 0,1 0 1 0 0,0 0-1 0 0,0-1 0 0 0,0 1 1 0 0,0 4-1 0 0,0 1-16 0 0,0 0 0 0 0,-1 0 0 0 0,1 1 0 0 0,-2-1 0 0 0,1 0-1 0 0,-1 0 1 0 0,0 1 0 0 0,0-1 0 0 0,-5 13 0 0 0,-10 20-170 0 0,-2 0 0 0 0,-34 56 1 0 0,31-60 32 0 0,1 1 1 0 0,-26 70-1 0 0,45-104 225 0 0,0 0-1 0 0,0 1 1 0 0,0-1-1 0 0,0 1 1 0 0,1-1 0 0 0,-1 0-1 0 0,1 1 1 0 0,0-1-1 0 0,0 1 1 0 0,1-1-1 0 0,0 4 1 0 0,-1-6-32 0 0,1 0-1 0 0,-1 0 1 0 0,1 0-1 0 0,0 1 1 0 0,-1-2 0 0 0,1 1-1 0 0,0 0 1 0 0,0 0-1 0 0,0 0 1 0 0,0 0-1 0 0,0 0 1 0 0,0-1 0 0 0,0 1-1 0 0,0 0 1 0 0,0-1-1 0 0,0 1 1 0 0,0-1 0 0 0,0 1-1 0 0,0-1 1 0 0,0 0-1 0 0,1 1 1 0 0,-1-1 0 0 0,0 0-1 0 0,0 0 1 0 0,0 0-1 0 0,1 0 1 0 0,-1 0-1 0 0,0 0 1 0 0,0 0 0 0 0,1 0-1 0 0,-1-1 1 0 0,0 1-1 0 0,2-1 1 0 0,24-5 233 0 0,46-16 0 0 0,1 0-1924 0 0,-45 15 420 0 0</inkml:trace>
</inkml:ink>
</file>

<file path=ppt/ink/ink1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20.3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1 397 6449 0 0,'13'0'432'0'0,"-1"-2"0"0"0,1 0 0 0 0,0 0 0 0 0,0-1 0 0 0,-1-1 0 0 0,0 0-1 0 0,15-7 1 0 0,-3 0 478 0 0,-2-1 1 0 0,36-25-1 0 0,-46 28-759 0 0,-1 0 1 0 0,0-1 0 0 0,-1-1 0 0 0,-1 1 0 0 0,1-2-1 0 0,-1 1 1 0 0,-1-1 0 0 0,9-18 0 0 0,-12 22-152 0 0,-1-1 1 0 0,0 1 0 0 0,-1-1-1 0 0,0 1 1 0 0,-1-1 0 0 0,1 0-1 0 0,-2 0 1 0 0,1 0 0 0 0,-1-1 0 0 0,-1 1-1 0 0,0 0 1 0 0,0 0 0 0 0,0 0-1 0 0,-3-13 1 0 0,2 20 2 0 0,0-1 1 0 0,0 0-1 0 0,0 1 0 0 0,0-1 1 0 0,0 1-1 0 0,0 0 0 0 0,-1-1 1 0 0,1 1-1 0 0,-1 0 1 0 0,0 0-1 0 0,0 0 0 0 0,1 0 1 0 0,-1 0-1 0 0,-1 0 0 0 0,1 0 1 0 0,0 1-1 0 0,0-1 0 0 0,0 1 1 0 0,-1 0-1 0 0,1 0 0 0 0,-1-1 1 0 0,1 1-1 0 0,-1 1 0 0 0,0-1 1 0 0,1 0-1 0 0,-1 1 1 0 0,0-1-1 0 0,1 1 0 0 0,-1 0 1 0 0,0 0-1 0 0,1 0 0 0 0,-1 0 1 0 0,0 1-1 0 0,0-1 0 0 0,1 1 1 0 0,-1-1-1 0 0,1 1 0 0 0,-5 2 1 0 0,3-2 16 0 0,0 0 0 0 0,0 1 1 0 0,0-1-1 0 0,0 1 0 0 0,0 0 0 0 0,1 0 1 0 0,-1 0-1 0 0,0 1 0 0 0,1-1 0 0 0,0 1 1 0 0,0 0-1 0 0,0 0 0 0 0,0 0 1 0 0,0 0-1 0 0,1 1 0 0 0,-1-1 0 0 0,1 1 1 0 0,0 0-1 0 0,0-1 0 0 0,0 1 0 0 0,0 0 1 0 0,1 0-1 0 0,0 0 0 0 0,-2 7 0 0 0,3 0 126 0 0,1 1 0 0 0,0-1 0 0 0,1 0-1 0 0,0 1 1 0 0,1-1 0 0 0,0 0-1 0 0,1-1 1 0 0,0 1 0 0 0,11 19 0 0 0,-7-16-20 0 0,0 0 0 0 0,2 0 0 0 0,-1 0 0 0 0,2-1 1 0 0,0-1-1 0 0,14 14 0 0 0,-18-21-276 0 0,-1 0 0 0 0,1 0 0 0 0,0-1 0 0 0,0 0 1 0 0,0 0-1 0 0,15 5 0 0 0,-17-7-314 0 0,0-1 0 0 0,0 1 0 0 0,0-1 1 0 0,1-1-1 0 0,-1 1 0 0 0,0-1 0 0 0,6 0 0 0 0,9-2-4163 0 0</inkml:trace>
</inkml:ink>
</file>

<file path=ppt/ink/ink1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20.6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12 151 3681 0 0,'-2'-10'-25'0'0,"-7"-58"3100"0"0,9 61-2307 0 0,-1 1 1 0 0,1-1-1 0 0,1 1 1 0 0,-1-1 0 0 0,1 1-1 0 0,0-1 1 0 0,1 1 0 0 0,2-7-1 0 0,-4 12-692 0 0,0 1 0 0 0,0-1 0 0 0,0 1 0 0 0,1 0 0 0 0,-1-1 0 0 0,0 1-1 0 0,0 0 1 0 0,0-1 0 0 0,0 1 0 0 0,1 0 0 0 0,-1 0 0 0 0,0-1 0 0 0,0 1 0 0 0,1 0 0 0 0,-1 0-1 0 0,0-1 1 0 0,0 1 0 0 0,1 0 0 0 0,-1 0 0 0 0,0 0 0 0 0,1-1 0 0 0,-1 1 0 0 0,0 0 0 0 0,1 0 0 0 0,-1 0-1 0 0,0 0 1 0 0,1 0 0 0 0,-1 0 0 0 0,1 0 0 0 0,-1 0 0 0 0,0 0 0 0 0,1 0 0 0 0,-1 0 0 0 0,0 0-1 0 0,1 0 1 0 0,11 10 1131 0 0,5 19-279 0 0,-10-2-771 0 0,-1 0 0 0 0,-1 0 0 0 0,-2 1 1 0 0,0 0-1 0 0,-2-1 0 0 0,-3 29 0 0 0,6 73 653 0 0,-3-112-748 0 0,2-1 0 0 0,0 0 0 0 0,1 0 0 0 0,1 0 0 0 0,12 28-1 0 0,-17-42-56 0 0,1 0-1 0 0,0 1 1 0 0,0-2-1 0 0,0 1 0 0 0,0 0 1 0 0,0 0-1 0 0,0 0 1 0 0,1 0-1 0 0,-1-1 0 0 0,1 1 1 0 0,-1-1-1 0 0,1 1 1 0 0,0-1-1 0 0,-1 1 0 0 0,1-1 1 0 0,0 0-1 0 0,0 0 1 0 0,0 0-1 0 0,2 1 0 0 0,-2-2 4 0 0,1 0 0 0 0,-1 0-1 0 0,0-1 1 0 0,0 1-1 0 0,1-1 1 0 0,-1 1 0 0 0,0-1-1 0 0,0 0 1 0 0,0 0-1 0 0,0 1 1 0 0,0-2-1 0 0,0 1 1 0 0,0 0 0 0 0,0 0-1 0 0,0-1 1 0 0,0 1-1 0 0,-1-1 1 0 0,3-2-1 0 0,125-100 702 0 0,-111 92-764 0 0,2 0-1 0 0,-1 1 0 0 0,2 1 0 0 0,-1 1 0 0 0,31-8 0 0 0,-18 7-2033 0 0</inkml:trace>
</inkml:ink>
</file>

<file path=ppt/ink/ink1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21.1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3 144 3681 0 0,'-3'-7'8773'0'0,"10"22"-6978"0"0,10 33-1385 0 0,-8 0 134 0 0,1 0-1 0 0,22 60 1 0 0,-27-95-546 0 0,0 0 0 0 0,1 0 1 0 0,0 0-1 0 0,1-1 0 0 0,1 0 0 0 0,0 0 1 0 0,1-1-1 0 0,0 0 0 0 0,0 0 1 0 0,1-1-1 0 0,1-1 0 0 0,19 15 0 0 0,-26-21 93 0 0,0 0-1 0 0,1-1 0 0 0,-1 0 0 0 0,0 0 0 0 0,1 0 0 0 0,0-1 0 0 0,-1 1 0 0 0,1-1 0 0 0,0 0 0 0 0,-1 0 0 0 0,1-1 1 0 0,0 0-1 0 0,0 1 0 0 0,0-1 0 0 0,0-1 0 0 0,-1 1 0 0 0,9-3 0 0 0,-6 1 127 0 0,0-1 0 0 0,0 0 1 0 0,0 0-1 0 0,-1-1 0 0 0,1 1 0 0 0,-1-2 0 0 0,0 1 0 0 0,0-1 0 0 0,-1 0 1 0 0,9-8-1 0 0,-1-3 91 0 0,0-1 1 0 0,0 0-1 0 0,-2-1 1 0 0,0-1 0 0 0,-2 1-1 0 0,0-1 1 0 0,8-25-1 0 0,-13 32-280 0 0,0 0-1 0 0,-1-1 0 0 0,0 1 1 0 0,-1-1-1 0 0,0 0 0 0 0,-1 1 1 0 0,-1-1-1 0 0,0 0 1 0 0,0 0-1 0 0,-2 0 0 0 0,1 1 1 0 0,-2-1-1 0 0,0 1 1 0 0,-5-15-1 0 0,4 17-175 0 0,0-1 1 0 0,1 1-1 0 0,0 0 0 0 0,0-1 0 0 0,1 0 1 0 0,1 1-1 0 0,0-1 0 0 0,0 0 1 0 0,1 0-1 0 0,0 0 0 0 0,3-14 1 0 0,2 3-7515 0 0</inkml:trace>
</inkml:ink>
</file>

<file path=ppt/ink/ink1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25.4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28 117 4145 0 0,'-7'-36'935'0'0,"6"23"603"0"0,-1 1 0 0 0,-1 0 0 0 0,0 0 1 0 0,-9-20-1 0 0,27 63-148 0 0,-3 1 0 0 0,0 0 0 0 0,10 46 0 0 0,10 103-196 0 0,-21-105-3492 0 0,26 90 0 0 0,-33-154 628 0 0</inkml:trace>
</inkml:ink>
</file>

<file path=ppt/ink/ink1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25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0 276 2761 0 0,'2'-20'679'0'0,"1"0"1"0"0,1 1 0 0 0,1-1 0 0 0,0 1-1 0 0,12-26 1 0 0,-13 35-105 0 0,1 0 0 0 0,1 0 0 0 0,-1 0 0 0 0,2 1-1 0 0,-1-1 1 0 0,1 2 0 0 0,1-1 0 0 0,-1 1 0 0 0,1 0 0 0 0,1 0 0 0 0,10-6 0 0 0,-16 11-501 0 0,0 1 1 0 0,1 0-1 0 0,-1 0 1 0 0,1 0-1 0 0,-1 1 0 0 0,1 0 1 0 0,0-1-1 0 0,0 1 1 0 0,0 0-1 0 0,0 1 1 0 0,-1-1-1 0 0,1 1 1 0 0,0-1-1 0 0,0 1 1 0 0,0 1-1 0 0,0-1 1 0 0,0 0-1 0 0,0 1 1 0 0,0 0-1 0 0,0 0 1 0 0,0 0-1 0 0,-1 0 1 0 0,1 1-1 0 0,0-1 0 0 0,-1 1 1 0 0,1 0-1 0 0,-1 0 1 0 0,0 0-1 0 0,1 1 1 0 0,4 4-1 0 0,-2 0-37 0 0,0-1 0 0 0,-1 1 0 0 0,1 0 0 0 0,-2 0 0 0 0,1 0 0 0 0,-1 1 0 0 0,0-1 0 0 0,0 1 0 0 0,-1 0 0 0 0,0 1 0 0 0,-1-1 0 0 0,1 0 0 0 0,0 11 0 0 0,-1-3 67 0 0,-2 0 0 0 0,1 1 0 0 0,-2-1 0 0 0,0 0 0 0 0,-5 22 0 0 0,5-31-207 0 0,0 0 0 0 0,-1 0 0 0 0,0 0 0 0 0,-1 0 0 0 0,1-1 0 0 0,-1 1 0 0 0,0-1 0 0 0,-1 0 0 0 0,0 1 0 0 0,0-2 0 0 0,0 1 0 0 0,-1 0 0 0 0,1-1 0 0 0,-10 8 0 0 0</inkml:trace>
</inkml:ink>
</file>

<file path=ppt/ink/ink1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26.32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1 220 8754 0 0,'0'1'148'0'0,"0"0"1"0"0,0 0-1 0 0,0-1 1 0 0,0 1-1 0 0,0 0 1 0 0,0 0-1 0 0,0-1 0 0 0,0 1 1 0 0,0 0-1 0 0,0 0 1 0 0,1-1-1 0 0,-1 1 1 0 0,0 0-1 0 0,1-1 1 0 0,-1 1-1 0 0,0 0 0 0 0,1-1 1 0 0,-1 1-1 0 0,1 0 1 0 0,-1-1-1 0 0,1 1 1 0 0,-1-1-1 0 0,1 1 1 0 0,0-1-1 0 0,-1 1 0 0 0,1-1 1 0 0,1 1-1 0 0,-1-1 64 0 0,1 1 1 0 0,-1-1-1 0 0,1 0 0 0 0,-1 0 0 0 0,1 0 0 0 0,-1 0 0 0 0,0 0 0 0 0,1 0 0 0 0,-1-1 0 0 0,1 1 1 0 0,-1 0-1 0 0,1-1 0 0 0,1 0 0 0 0,2-1 48 0 0,0 0 0 0 0,0-1 0 0 0,0 0 0 0 0,-1 0 0 0 0,1 0 0 0 0,-1 0 0 0 0,5-5 0 0 0,38-49-42 0 0,27-29-341 0 0,-65 77 82 0 0,0 0-1 0 0,1 1 0 0 0,0 0 0 0 0,0 1 0 0 0,1 0 0 0 0,19-9 0 0 0,-29 16-51 0 0,-1-1 0 0 0,1 1-1 0 0,-1 0 1 0 0,1 0-1 0 0,-1-1 1 0 0,1 1-1 0 0,-1 0 1 0 0,1 0 0 0 0,0 0-1 0 0,-1 0 1 0 0,1-1-1 0 0,-1 1 1 0 0,1 0-1 0 0,0 0 1 0 0,-1 0-1 0 0,1 0 1 0 0,-1 1 0 0 0,1-1-1 0 0,-1 0 1 0 0,1 0-1 0 0,0 0 1 0 0,-1 0-1 0 0,1 1 1 0 0,0-1 0 0 0,0 12-4234 0 0,-21 9 9915 0 0,-6-26-4869 0 0,24 4-654 0 0,0 0 0 0 0,-1 0 0 0 0,1 1-1 0 0,0-1 1 0 0,-1 1 0 0 0,1-1 0 0 0,-1 1-1 0 0,1 0 1 0 0,-1 0 0 0 0,1 0 0 0 0,-1 0-1 0 0,1 1 1 0 0,-1-1 0 0 0,1 1-1 0 0,0-1 1 0 0,-4 2 0 0 0,3 0-9 0 0,1 0 0 0 0,-1 1 0 0 0,0-1 0 0 0,1 1 1 0 0,-1 0-1 0 0,1 0 0 0 0,0 0 0 0 0,0 0 0 0 0,0 0 0 0 0,0 0 0 0 0,0 0 0 0 0,1 1 0 0 0,0-1 1 0 0,-1 1-1 0 0,1-1 0 0 0,1 1 0 0 0,-1-1 0 0 0,0 1 0 0 0,1 7 0 0 0,-2-1 113 0 0,2 0 0 0 0,-1 0 0 0 0,1 0 0 0 0,1 1 0 0 0,0-1 0 0 0,3 12-1 0 0,-4-19-149 0 0,2 1-1 0 0,-1-1 0 0 0,0 1 0 0 0,1-1 0 0 0,-1 0 0 0 0,1 0 0 0 0,0 0 0 0 0,0 0 0 0 0,1 0 1 0 0,-1 0-1 0 0,0-1 0 0 0,1 1 0 0 0,0-1 0 0 0,-1 1 0 0 0,1-1 0 0 0,0 0 0 0 0,0 0 0 0 0,0 0 0 0 0,1-1 1 0 0,-1 1-1 0 0,0-1 0 0 0,1 1 0 0 0,-1-1 0 0 0,6 1 0 0 0,-2-1-168 0 0,-1-1 1 0 0,1 1-1 0 0,-1-1 0 0 0,1 0 1 0 0,-1-1-1 0 0,1 1 0 0 0,-1-1 0 0 0,1-1 1 0 0,-1 1-1 0 0,0-1 0 0 0,1 0 1 0 0,10-6-1 0 0</inkml:trace>
</inkml:ink>
</file>

<file path=ppt/ink/ink1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26.6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0 126 4145 0 0,'17'2'9563'0'0,"-14"-1"-9371"0"0,1 0 0 0 0,0 0 0 0 0,-1 1 0 0 0,1-1 0 0 0,-1 1 0 0 0,1 0 0 0 0,-1 0 0 0 0,0 0 0 0 0,0 0 0 0 0,0 0-1 0 0,4 5 1 0 0,85 100 6098 0 0,-100-125-6083 0 0,0 0 0 0 0,2-1-1 0 0,0 0 1 0 0,-5-25 0 0 0,9 33-550 0 0,0 0 1 0 0,1 0-1 0 0,0 0 0 0 0,1-1 1 0 0,0 1-1 0 0,1 0 0 0 0,1 0 1 0 0,-1 0-1 0 0,4-11 0 0 0,2 3-6898 0 0</inkml:trace>
</inkml:ink>
</file>

<file path=ppt/ink/ink1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26.9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133 11 9674 0 0,'-1'-1'82'0'0,"1"0"0"0"0,-1 0 0 0 0,0 1 0 0 0,0-1 0 0 0,1 0 0 0 0,-1 1 0 0 0,0-1 0 0 0,0 1 0 0 0,0-1 1 0 0,0 0-1 0 0,0 1 0 0 0,0 0 0 0 0,0-1 0 0 0,0 1 0 0 0,0 0 0 0 0,0-1 0 0 0,0 1 0 0 0,0 0 0 0 0,0 0 0 0 0,0 0 0 0 0,0 0 0 0 0,-1 0 0 0 0,-21 15 2220 0 0,14-6-1801 0 0,0 1 0 0 0,0 0 0 0 0,1 0 0 0 0,0 1 0 0 0,1 0 0 0 0,-11 21 0 0 0,15-26-363 0 0,0 0-1 0 0,0 0 1 0 0,1 1 0 0 0,0-1-1 0 0,0 1 1 0 0,1-1-1 0 0,-1 1 1 0 0,2-1 0 0 0,-1 1-1 0 0,1 0 1 0 0,0-1 0 0 0,0 1-1 0 0,0 0 1 0 0,1-1 0 0 0,2 9-1 0 0,-2-12-70 0 0,0-1 1 0 0,0 0-1 0 0,0 1 0 0 0,1-1 0 0 0,-1 0 0 0 0,1 0 0 0 0,-1 1 0 0 0,1-1 1 0 0,0 0-1 0 0,0-1 0 0 0,0 1 0 0 0,0 0 0 0 0,0-1 0 0 0,0 1 1 0 0,0-1-1 0 0,1 1 0 0 0,-1-1 0 0 0,0 0 0 0 0,1 0 0 0 0,-1 0 1 0 0,1 0-1 0 0,-1-1 0 0 0,1 1 0 0 0,0-1 0 0 0,4 1 0 0 0,0-1-151 0 0,1 0 0 0 0,-1 0-1 0 0,0-1 1 0 0,0 0 0 0 0,0 0-1 0 0,-1-1 1 0 0,1 0-1 0 0,10-4 1 0 0,0-2-983 0 0</inkml:trace>
</inkml:ink>
</file>

<file path=ppt/ink/ink1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27.4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1 288 10594 0 0,'1'1'221'0'0,"0"0"1"0"0,0 0-1 0 0,0-1 0 0 0,1 1 0 0 0,-1 0 0 0 0,0-1 1 0 0,0 1-1 0 0,1 0 0 0 0,-1-1 0 0 0,0 1 0 0 0,1-1 1 0 0,-1 0-1 0 0,0 0 0 0 0,1 1 0 0 0,-1-1 0 0 0,1 0 0 0 0,-1 0 1 0 0,0 0-1 0 0,1 0 0 0 0,2-1 0 0 0,0 0 112 0 0,1 0 0 0 0,-1-1-1 0 0,0 1 1 0 0,0-1 0 0 0,0 0 0 0 0,7-5-1 0 0,0 0 89 0 0,0-1 0 0 0,-1-1 0 0 0,17-18 0 0 0,-18 16-350 0 0,0 0 1 0 0,-1 0-1 0 0,-1-1 0 0 0,0 0 1 0 0,11-25-1 0 0,-16 32-52 0 0,0 1-1 0 0,-1-1 1 0 0,1 0 0 0 0,-1 0 0 0 0,0 1-1 0 0,0-1 1 0 0,-1 0 0 0 0,0 0 0 0 0,1 0-1 0 0,-2 0 1 0 0,1 0 0 0 0,0 0 0 0 0,-1 0-1 0 0,0 0 1 0 0,0 0 0 0 0,-1 1 0 0 0,1-1-1 0 0,-1 0 1 0 0,-4-8 0 0 0,5 12-5 0 0,0 0 0 0 0,1 0 0 0 0,-1 0 0 0 0,0 0 0 0 0,1 0 0 0 0,-1 1 0 0 0,0-1 0 0 0,0 0 0 0 0,0 0 0 0 0,1 1 0 0 0,-1-1 0 0 0,0 0 0 0 0,0 1 0 0 0,0-1 0 0 0,0 1 0 0 0,0-1 0 0 0,0 1 0 0 0,-1 0 0 0 0,1-1 0 0 0,0 1 0 0 0,0 0 0 0 0,0 0 0 0 0,0 0 0 0 0,0 0 0 0 0,0 0 0 0 0,-2 0 0 0 0,1 0 20 0 0,0 1-1 0 0,0 0 1 0 0,-1 0 0 0 0,1 0 0 0 0,0 0 0 0 0,0 0 0 0 0,1 0 0 0 0,-1 1 0 0 0,0-1-1 0 0,0 1 1 0 0,1-1 0 0 0,-3 3 0 0 0,-1 3 25 0 0,0-1 0 0 0,0 1-1 0 0,0 0 1 0 0,1 0 0 0 0,0 0 0 0 0,-4 11 0 0 0,7-13-63 0 0,0 0 1 0 0,0 0-1 0 0,0 0 1 0 0,0 0-1 0 0,1 0 1 0 0,-1 0 0 0 0,1 0-1 0 0,1 0 1 0 0,-1 0-1 0 0,1 0 1 0 0,0 0 0 0 0,0 0-1 0 0,0 0 1 0 0,1 0-1 0 0,-1-1 1 0 0,1 1-1 0 0,0-1 1 0 0,1 1 0 0 0,-1-1-1 0 0,1 1 1 0 0,0-1-1 0 0,0 0 1 0 0,0 0 0 0 0,6 5-1 0 0,-2-4-62 0 0,-1 1 0 0 0,1-1 0 0 0,-1-1 0 0 0,1 0 0 0 0,0 0 0 0 0,1 0 0 0 0,-1 0 0 0 0,1-1 0 0 0,0-1 0 0 0,0 1 1 0 0,0-1-1 0 0,0-1 0 0 0,0 1 0 0 0,11-1 0 0 0,-13 0-108 0 0,-1-1 1 0 0,1 0 0 0 0,0 0 0 0 0,0 0-1 0 0,0-1 1 0 0,0 1 0 0 0,-1-2-1 0 0,1 1 1 0 0,0-1 0 0 0,-1 1 0 0 0,1-2-1 0 0,-1 1 1 0 0,0 0 0 0 0,0-1-1 0 0,0 0 1 0 0,0-1 0 0 0,0 1 0 0 0,0-1-1 0 0,-1 1 1 0 0,0-1 0 0 0,0-1-1 0 0,0 1 1 0 0,0-1 0 0 0,-1 1 0 0 0,1-1-1 0 0,-1 0 1 0 0,0 0 0 0 0,-1-1-1 0 0,4-7 1 0 0,0-8 344 0 0,0 1 1 0 0,4-31-1 0 0,8-29 3732 0 0,-18 80-3871 0 0,0-1 0 0 0,0 1 0 0 0,0 0 0 0 0,0 0 0 0 0,0 0 0 0 0,0 0 0 0 0,0 0 0 0 0,0-1 0 0 0,1 1 0 0 0,-1 0 0 0 0,0 0 0 0 0,0 0 0 0 0,0 0 0 0 0,0 0 0 0 0,0 0 0 0 0,0 0 0 0 0,0-1 0 0 0,0 1 0 0 0,0 0 0 0 0,0 0 0 0 0,1 0 0 0 0,-1 0 0 0 0,0 0 0 0 0,0 0 0 0 0,0 0 0 0 0,0 0 0 0 0,0 0 0 0 0,0 0 0 0 0,1 0 0 0 0,-1 0 0 0 0,0 0 0 0 0,0 0 0 0 0,0 0 0 0 0,0 0 0 0 0,0 0 0 0 0,1 0 0 0 0,-1 0 0 0 0,0 0 0 0 0,0 0-1 0 0,0 0 1 0 0,0 0 0 0 0,0 0 0 0 0,0 0 0 0 0,1 0 0 0 0,-1 0 0 0 0,0 0 0 0 0,0 0 0 0 0,0 0 0 0 0,0 0 0 0 0,0 0 0 0 0,0 0 0 0 0,1 0 0 0 0,-1 0 0 0 0,0 1 0 0 0,0-1 0 0 0,8 11 664 0 0,4 13-244 0 0,41 140 472 0 0,-25-69-882 0 0,-7-23-119 0 0,5 19-265 0 0,0-34-6726 0 0</inkml:trace>
</inkml:ink>
</file>

<file path=ppt/ink/ink1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27.6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12 183 1840 0 0,'-3'-9'1013'0'0,"1"-1"-1"0"0,-1 0 1 0 0,2 0-1 0 0,-1 0 1 0 0,1 0 0 0 0,1-16-1 0 0,0 20-443 0 0,0 1-1 0 0,1-1 0 0 0,0 0 1 0 0,0 1-1 0 0,0-1 1 0 0,0 1-1 0 0,1-1 1 0 0,0 1-1 0 0,0 0 1 0 0,1 0-1 0 0,-1 0 1 0 0,7-10-1 0 0,-7 14-408 0 0,0-1-1 0 0,0 0 1 0 0,-1 1 0 0 0,1-1-1 0 0,0 1 1 0 0,0 0-1 0 0,0 0 1 0 0,1 0 0 0 0,-1 0-1 0 0,0 0 1 0 0,0 0 0 0 0,1 0-1 0 0,-1 1 1 0 0,0-1-1 0 0,1 1 1 0 0,-1 0 0 0 0,3-1-1 0 0,0 1 41 0 0,1 1 1 0 0,-1-1-1 0 0,0 1 0 0 0,0 0 0 0 0,0 0 0 0 0,0 1 0 0 0,9 3 0 0 0,-7-1-97 0 0,0-1 0 0 0,0 1 0 0 0,0 0 0 0 0,0 1 0 0 0,-1-1 0 0 0,0 1 0 0 0,0 1 0 0 0,0-1 0 0 0,0 1 0 0 0,6 9 0 0 0,-10-11-180 0 0,0 0 1 0 0,0-1-1 0 0,0 1 1 0 0,-1 0 0 0 0,0 0-1 0 0,0 1 1 0 0,0-1-1 0 0,0 0 1 0 0,-1 0 0 0 0,1 0-1 0 0,-1 1 1 0 0,0-1 0 0 0,0 0-1 0 0,-1 0 1 0 0,1 1-1 0 0,-1-1 1 0 0,0 0 0 0 0,0 0-1 0 0,0 0 1 0 0,-1 0-1 0 0,1 0 1 0 0,-1 0 0 0 0,0 0-1 0 0,0-1 1 0 0,-1 1-1 0 0,1-1 1 0 0,-4 4 0 0 0</inkml:trace>
</inkml:ink>
</file>

<file path=ppt/ink/ink1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27.8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56 7314 0 0,'17'-20'-32'0'0,"-13"15"818"0"0,1 1 1 0 0,0 0 0 0 0,-1 0 0 0 0,2 0 0 0 0,6-3-1 0 0,-11 6-565 0 0,0 0 0 0 0,1 0 0 0 0,-1 1 0 0 0,1-1 0 0 0,-1 0 0 0 0,1 1 0 0 0,-1-1 0 0 0,1 1 0 0 0,-1 0 0 0 0,1-1 0 0 0,0 1 0 0 0,-1 0 0 0 0,1 0-1 0 0,-1 0 1 0 0,1 0 0 0 0,0 0 0 0 0,-1 0 0 0 0,1 1 0 0 0,0-1 0 0 0,-1 0 0 0 0,1 1 0 0 0,-1 0 0 0 0,1-1 0 0 0,-1 1 0 0 0,1 0 0 0 0,-1-1 0 0 0,0 1-1 0 0,1 0 1 0 0,-1 0 0 0 0,0 0 0 0 0,0 0 0 0 0,1 1 0 0 0,-1-1 0 0 0,0 0 0 0 0,0 0 0 0 0,0 1 0 0 0,0-1 0 0 0,-1 0 0 0 0,1 1 0 0 0,1 2 0 0 0,4 10-73 0 0,-1 1 1 0 0,0-1 0 0 0,-1 1 0 0 0,-1 0 0 0 0,3 28 0 0 0,-2 81 635 0 0,-4-79-693 0 0,2 7-2485 0 0,3 0 0 0 0,14 70 0 0 0,-14-101-4339 0 0</inkml:trace>
</inkml:ink>
</file>

<file path=ppt/ink/ink1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28.0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1 159 8290 0 0,'1'-8'435'0'0,"2"1"-1"0"0,-1 1 1 0 0,1-1 0 0 0,0 0 0 0 0,0 1 0 0 0,1-1 0 0 0,-1 1-1 0 0,2 0 1 0 0,7-10 0 0 0,-1 4 382 0 0,0 0 0 0 0,1 1 0 0 0,17-13 0 0 0,-25 21-1102 0 0,0 0 0 0 0,0 1 0 0 0,1-1 0 0 0,-1 1 0 0 0,1 0 0 0 0,-1 0-1 0 0,1 1 1 0 0,0-1 0 0 0,0 1 0 0 0,0 0 0 0 0,0 1 0 0 0,9-1 0 0 0,0 1 248 0 0</inkml:trace>
</inkml:ink>
</file>

<file path=ppt/ink/ink1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28.3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1 140 3681 0 0,'0'0'853'0'0,"22"7"3791"0"0,5 7-3391 0 0,-1 1 0 0 0,-1 1 0 0 0,0 2 0 0 0,28 26 0 0 0,-57-50-912 0 0,0 0-1 0 0,0 0 1 0 0,1 0 0 0 0,-1 0-1 0 0,1 0 1 0 0,1-1-1 0 0,-1 1 1 0 0,1-1 0 0 0,0 0-1 0 0,1 0 1 0 0,0 0-1 0 0,0 0 1 0 0,0 0-1 0 0,1 0 1 0 0,0-8 0 0 0,0 6-616 0 0,1-1 1 0 0,0 1 0 0 0,0-1 0 0 0,1 0 0 0 0,0 1 0 0 0,0 0-1 0 0,1 0 1 0 0,1-1 0 0 0,0 2 0 0 0,0-1 0 0 0,9-14-1 0 0,-1 7-6157 0 0</inkml:trace>
</inkml:ink>
</file>

<file path=ppt/ink/ink1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28.60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61 13 1840 0 0,'-20'17'2163'0'0,"17"-15"-1900"0"0,0 0 1 0 0,1 0-1 0 0,-1 0 0 0 0,0 0 0 0 0,1 1 1 0 0,-1-1-1 0 0,1 1 0 0 0,0-1 1 0 0,0 1-1 0 0,0 0 0 0 0,0 0 0 0 0,0 0 1 0 0,0 0-1 0 0,1 0 0 0 0,0 0 0 0 0,-1 0 1 0 0,1 1-1 0 0,0-1 0 0 0,1 0 1 0 0,-1 1-1 0 0,1-1 0 0 0,-1 1 0 0 0,1-1 1 0 0,1 6-1 0 0,0-4 38 0 0,0-1 0 0 0,1 1 0 0 0,-1-1 0 0 0,1 0 0 0 0,0 1 0 0 0,1-1 0 0 0,-1 0 0 0 0,1-1 0 0 0,0 1 0 0 0,0 0 1 0 0,0-1-1 0 0,0 1 0 0 0,0-1 0 0 0,1 0 0 0 0,0 0 0 0 0,-1-1 0 0 0,1 1 0 0 0,7 3 0 0 0,-8-4-260 0 0,0-1-1 0 0,0 1 1 0 0,0-1-1 0 0,1 1 1 0 0,-1-1-1 0 0,0 0 1 0 0,1 0-1 0 0,-1-1 1 0 0,1 1 0 0 0,-1-1-1 0 0,1 1 1 0 0,-1-1-1 0 0,1 0 1 0 0,-1 0-1 0 0,1-1 1 0 0,-1 1 0 0 0,1-1-1 0 0,-1 0 1 0 0,1 0-1 0 0,-1 0 1 0 0,0 0-1 0 0,1 0 1 0 0,-1-1 0 0 0,0 0-1 0 0,3-1 1 0 0,-4 1-11 0 0,-1 0 0 0 0,0 1 0 0 0,0-1 0 0 0,0 0 0 0 0,0 1 0 0 0,0-1 0 0 0,0 0 0 0 0,0 0 0 0 0,0 0 0 0 0,-1 0 0 0 0,1 0 0 0 0,-1 0 0 0 0,1 0-1 0 0,-1 0 1 0 0,0 0 0 0 0,0 0 0 0 0,0 0 0 0 0,0 0 0 0 0,0 0 0 0 0,0 0 0 0 0,-1 0 0 0 0,1 0 0 0 0,0 0 0 0 0,-1 0 0 0 0,0 0 0 0 0,0 0 0 0 0,1 0 0 0 0,-1 0 0 0 0,0 0 0 0 0,0 1 0 0 0,-3-4 0 0 0,-3-6 45 0 0,-1 0 1 0 0,0 1-1 0 0,-14-16 0 0 0,15 20-194 0 0,1-1 0 0 0,-1 1 0 0 0,-1 0 1 0 0,1 1-1 0 0,-1 0 0 0 0,0 0 0 0 0,-11-5 0 0 0,1 3-954 0 0</inkml:trace>
</inkml:ink>
</file>

<file path=ppt/ink/ink1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29.0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9674 0 0,'8'17'1961'0'0,"-2"0"0"0"0,11 34 0 0 0,0 38-161 0 0,-10-52-1712 0 0,14 49 0 0 0,-21-86-91 0 0,0 0 0 0 0,0 0 1 0 0,0 0-1 0 0,1-1 0 0 0,-1 1 0 0 0,0 0 0 0 0,0 0 0 0 0,0 0 0 0 0,0 0 1 0 0,0 0-1 0 0,0 0 0 0 0,0 0 0 0 0,0 0 0 0 0,0 0 0 0 0,0 0 1 0 0,0 0-1 0 0,0 0 0 0 0,0 0 0 0 0,0 0 0 0 0,0 0 0 0 0,0 0 0 0 0,1 0 1 0 0,-1 0-1 0 0,0 0 0 0 0,0 0 0 0 0,0 0 0 0 0,0 0 0 0 0,0 0 0 0 0,0 0 1 0 0,0 0-1 0 0,0 0 0 0 0,0 0 0 0 0,0 0 0 0 0,0 0 0 0 0,0 0 1 0 0,1 0-1 0 0,-1 0 0 0 0,0 0 0 0 0,0 0 0 0 0,0 0 0 0 0,0 0 0 0 0,0 0 1 0 0,0 0-1 0 0,0 0 0 0 0,0 0 0 0 0,0 0 0 0 0,0 0 0 0 0,0 0 1 0 0,0 1-1 0 0,0-1 0 0 0,0 0 0 0 0,0 0 0 0 0,0 0 0 0 0,0 0 1 0 0,3-14-198 0 0,2-26-223 0 0,-4 26 263 0 0,2-8 16 0 0,1-1 0 0 0,1 1-1 0 0,9-25 1 0 0,-10 36 182 0 0,0 0 1 0 0,1 0 0 0 0,1 0-1 0 0,-1 1 1 0 0,2 0 0 0 0,-1 1-1 0 0,16-18 1 0 0,-21 26-6 0 0,-1 0-1 0 0,1 0 0 0 0,0 0 1 0 0,0 0-1 0 0,0 0 1 0 0,0 1-1 0 0,0-1 1 0 0,0 0-1 0 0,0 0 1 0 0,0 1-1 0 0,0-1 1 0 0,0 0-1 0 0,0 1 0 0 0,0-1 1 0 0,1 1-1 0 0,-1 0 1 0 0,0-1-1 0 0,0 1 1 0 0,1 0-1 0 0,-1 0 1 0 0,0 0-1 0 0,0 0 0 0 0,1 0 1 0 0,-1 0-1 0 0,0 0 1 0 0,0 0-1 0 0,1 0 1 0 0,-1 1-1 0 0,0-1 1 0 0,0 0-1 0 0,0 1 0 0 0,1-1 1 0 0,-1 1-1 0 0,0-1 1 0 0,0 1-1 0 0,0 0 1 0 0,0 0-1 0 0,0-1 1 0 0,0 1-1 0 0,0 0 0 0 0,0 0 1 0 0,0 0-1 0 0,0 1 1 0 0,5 6 269 0 0,-1 0 0 0 0,0 1-1 0 0,-1-1 1 0 0,7 19 0 0 0,-1-3-84 0 0,15 19-1703 0 0,-9-22-4965 0 0</inkml:trace>
</inkml:ink>
</file>

<file path=ppt/ink/ink1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33.551"/>
    </inkml:context>
    <inkml:brush xml:id="br0">
      <inkml:brushProperty name="width" value="0.35" units="cm"/>
      <inkml:brushProperty name="height" value="0.35" units="cm"/>
      <inkml:brushProperty name="color" value="#CC0066"/>
    </inkml:brush>
  </inkml:definitions>
  <inkml:trace contextRef="#ctx0" brushRef="#br0">68 127 456 0 0,'-67'4'12201'0'0,"101"-12"-9833"0"0,21-4-2149 0 0,0 2 1 0 0,74-4-1 0 0,28 10-137 0 0,177-10 2360 0 0,190 10-518 0 0,-249 10-1507 0 0,-77-2-384 0 0,73-1 455 0 0,-97-13-273 0 0,63-1-196 0 0,-5 15 104 0 0,224 6 184 0 0,-336-10-26 0 0,171-23 1 0 0,-17 0 27 0 0,-262 23-308 0 0,234-19 126 0 0,-241 18-127 0 0,0 0 0 0 0,0 0 0 0 0,0 1 0 0 0,0 0 0 0 0,0 0 0 0 0,0 0 0 0 0,5 2 0 0 0,-10-1 0 0 0,-9-2-495 0 0,-8-3 385 0 0</inkml:trace>
</inkml:ink>
</file>

<file path=ppt/ink/ink1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34.257"/>
    </inkml:context>
    <inkml:brush xml:id="br0">
      <inkml:brushProperty name="width" value="0.35" units="cm"/>
      <inkml:brushProperty name="height" value="0.35" units="cm"/>
      <inkml:brushProperty name="color" value="#CC0066"/>
    </inkml:brush>
  </inkml:definitions>
  <inkml:trace contextRef="#ctx0" brushRef="#br0">408 3286 2304 0 0,'-32'-40'19205'0'0,"24"21"-19397"0"0,-3-14 217 0 0,2-1 1 0 0,1 0 0 0 0,-5-61 0 0 0,3-108-168 0 0,9 131 61 0 0,-4-2-34 0 0,-25-139 0 0 0,-38-67 483 0 0,43 183-26 0 0,-6-55 185 0 0,-16-230 0 0 0,-12-61-493 0 0,49 397-67 0 0,3 1 0 0 0,1-1 1 0 0,2 0-1 0 0,2-1 0 0 0,2 1 0 0 0,9-62 0 0 0,14-22-114 0 0,10-83-385 0 0,-30 180 502 0 0,-1-1 0 0 0,-2 1 0 0 0,-1-1 0 0 0,-7-43 0 0 0,4 63 103 0 0,0-1-1 0 0,-1 0 1 0 0,0 1 0 0 0,-2 0-1 0 0,1 0 1 0 0,-2 1-1 0 0,-10-15 1 0 0,-4-9 38 0 0,19 24-499 0 0</inkml:trace>
</inkml:ink>
</file>

<file path=ppt/ink/ink1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34.938"/>
    </inkml:context>
    <inkml:brush xml:id="br0">
      <inkml:brushProperty name="width" value="0.35" units="cm"/>
      <inkml:brushProperty name="height" value="0.35" units="cm"/>
      <inkml:brushProperty name="color" value="#CC0066"/>
    </inkml:brush>
  </inkml:definitions>
  <inkml:trace contextRef="#ctx0" brushRef="#br0">41 321 920 0 0,'-24'2'253'0'0,"24"-2"-176"0"0,-1 1-1 0 0,0-1 1 0 0,0 0-1 0 0,0 0 0 0 0,1 0 1 0 0,-1 1-1 0 0,0-1 1 0 0,0 0-1 0 0,1 1 1 0 0,-1-1-1 0 0,0 1 1 0 0,-2 1 305 0 0,3-1-305 0 0,-1 0-1 0 0,1-1 1 0 0,-1 1-1 0 0,1 0 1 0 0,-1-1-1 0 0,1 1 1 0 0,0 0-1 0 0,-1 0 1 0 0,1 1-1 0 0,25-5 2495 0 0,-17 2-1899 0 0,259-31 5167 0 0,-75 8-4916 0 0,-105 14-921 0 0,494-43-16 0 0,614-17 1994 0 0,-470 23-1284 0 0,-162 9-71 0 0,-149 16 1846 0 0,-169-3 314 0 0,-155 12-2032 0 0,-81 13-402 0 0</inkml:trace>
</inkml:ink>
</file>

<file path=ppt/ink/ink1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29.6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3 15667 0 0,'-1'0'70'0'0,"1"-1"0"0"0,-1 1 0 0 0,1 0 0 0 0,-1-1 0 0 0,1 1-1 0 0,-1 0 1 0 0,1 0 0 0 0,-1 0 0 0 0,1-1 0 0 0,-1 1 0 0 0,0 0-1 0 0,1 0 1 0 0,-1 0 0 0 0,1 0 0 0 0,-1 0 0 0 0,0 0 0 0 0,1 0-1 0 0,-1 0 1 0 0,1 0 0 0 0,-1 1 0 0 0,1-1 0 0 0,-1 0 0 0 0,0 0 0 0 0,1 0-1 0 0,-1 1 1 0 0,0-1 0 0 0,11 12 361 0 0,2 0 10 0 0,11 18-12 0 0,-2 2 0 0 0,-1 0 0 0 0,-2 1 0 0 0,0 0 1 0 0,-3 2-1 0 0,-1 0 0 0 0,14 53 0 0 0,0 23-255 0 0,14 130 0 0 0,20 303-189 0 0,-1-12-19 0 0,13-64 34 0 0,36 287-14 0 0,-62 324-2367 0 0,-49-1038 483 0 0,-2-2-4628 0 0</inkml:trace>
</inkml:ink>
</file>

<file path=ppt/ink/ink1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2:30.6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856 251 3225 0 0,'-276'17'2547'0'0,"-25"3"1790"0"0,271-15-3421 0 0,-1 0 0 0 0,2 3 0 0 0,-1 0 0 0 0,1 2 0 0 0,1 1 0 0 0,-53 28 0 0 0,80-38-902 0 0,-1-1 0 0 0,1 1 0 0 0,0-1 1 0 0,0 1-1 0 0,0 0 0 0 0,0 0 0 0 0,0 0 0 0 0,0-1 1 0 0,0 1-1 0 0,0 0 0 0 0,0 0 0 0 0,0 0 0 0 0,0 0 1 0 0,0 1-1 0 0,0-1 0 0 0,1 0 0 0 0,-1 0 0 0 0,1 0 1 0 0,-1 1-1 0 0,1-1 0 0 0,-1 0 0 0 0,1 0 0 0 0,0 1 1 0 0,-1 0-1 0 0,2 0-15 0 0,-1-1-1 0 0,1 0 1 0 0,0 0 0 0 0,-1 0 0 0 0,1 0-1 0 0,0 0 1 0 0,0 0 0 0 0,0 0 0 0 0,-1 0-1 0 0,1 0 1 0 0,0 0 0 0 0,0 0 0 0 0,1 0-1 0 0,-1-1 1 0 0,0 1 0 0 0,0 0 0 0 0,0-1-1 0 0,0 1 1 0 0,2 0 0 0 0,8 2-24 0 0,0 0-1 0 0,-1 0 1 0 0,1-1-1 0 0,17 2 1 0 0,51-3 54 0 0,-1-3 0 0 0,122-20 0 0 0,-74 6 12 0 0,704-49 463 0 0,-345 35-39 0 0,542-13 1019 0 0,-630 54-1263 0 0,363-8 585 0 0,-45-95 416 0 0,-496 57-1043 0 0,409-30-51 0 0,-524 56-120 0 0,382-31 136 0 0,-121 18-144 0 0,-202 14 0 0 0,113 12-51 0 0,-34 1 654 0 0,-101-4-2017 0 0</inkml:trace>
</inkml:ink>
</file>

<file path=ppt/ink/ink1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3:23.3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303 414 4609 0 0,'-3'-16'1171'0'0,"-1"-1"1"0"0,0 1-1 0 0,-2 1 0 0 0,0-1 1 0 0,0 1-1 0 0,-15-24 0 0 0,19 36-971 0 0,0-1 0 0 0,0 1-1 0 0,-1 0 1 0 0,1 0-1 0 0,-1 0 1 0 0,1 0-1 0 0,-1 0 1 0 0,0 1-1 0 0,0-1 1 0 0,-1 1 0 0 0,1 0-1 0 0,0 0 1 0 0,-1 0-1 0 0,1 0 1 0 0,-1 0-1 0 0,0 1 1 0 0,1 0 0 0 0,-1 0-1 0 0,0 0 1 0 0,0 0-1 0 0,0 0 1 0 0,0 1-1 0 0,0 0 1 0 0,0 0-1 0 0,0 0 1 0 0,0 0 0 0 0,0 1-1 0 0,1-1 1 0 0,-1 1-1 0 0,0 0 1 0 0,0 0-1 0 0,0 0 1 0 0,-5 3 0 0 0,0 1-157 0 0,1-1 0 0 0,0 1 0 0 0,1 0 0 0 0,-1 0 0 0 0,1 1 0 0 0,0 0 0 0 0,0 1 1 0 0,1-1-1 0 0,0 1 0 0 0,0 1 0 0 0,0-1 0 0 0,1 1 0 0 0,1 0 0 0 0,-1 0 0 0 0,1 0 1 0 0,0 1-1 0 0,1-1 0 0 0,-4 13 0 0 0,3-3 29 0 0,0 0 0 0 0,1 1 0 0 0,1 0 0 0 0,1 0 0 0 0,0-1 0 0 0,2 1 0 0 0,0 0 0 0 0,4 19 0 0 0,0 1-95 0 0,3 0 1 0 0,1 0 0 0 0,1-2 0 0 0,3 1-1 0 0,16 36 1 0 0,-23-64 13 0 0,0 1-1 0 0,0-1 0 0 0,1 0 1 0 0,0-1-1 0 0,1 1 0 0 0,0-1 1 0 0,1-1-1 0 0,-1 0 1 0 0,11 8-1 0 0,-11-12 6 0 0,-1 1 0 0 0,1-1 1 0 0,0 0-1 0 0,0 0 0 0 0,0-1 0 0 0,1-1 0 0 0,-1 1 1 0 0,1-1-1 0 0,0 0 0 0 0,-1-1 0 0 0,1 0 0 0 0,0-1 1 0 0,15 0-1 0 0,-10-1 62 0 0,1-1 1 0 0,-1 0 0 0 0,0-1-1 0 0,1 0 1 0 0,-1-1 0 0 0,-1-1-1 0 0,1 0 1 0 0,-1-1 0 0 0,0 0-1 0 0,0-1 1 0 0,-1-1-1 0 0,1 0 1 0 0,-2 0 0 0 0,1-1-1 0 0,-1-1 1 0 0,-1 0 0 0 0,0 0-1 0 0,0-1 1 0 0,-1-1 0 0 0,0 1-1 0 0,-1-1 1 0 0,-1-1-1 0 0,0 1 1 0 0,0-2 0 0 0,-1 1-1 0 0,-1 0 1 0 0,0-1 0 0 0,-1 0-1 0 0,-1 0 1 0 0,3-20-1 0 0,-4 0 49 0 0,-2 0 0 0 0,-2 1-1 0 0,0-1 1 0 0,-3 0 0 0 0,0 1-1 0 0,-3 0 1 0 0,0 0-1 0 0,-2 0 1 0 0,-2 2 0 0 0,-1-1-1 0 0,-1 1 1 0 0,-1 1-1 0 0,-2 1 1 0 0,-1 0 0 0 0,-32-37-1 0 0,37 52-60 0 0,0 0 0 0 0,-1 1 0 0 0,-1 0-1 0 0,0 2 1 0 0,0 0 0 0 0,-18-10 0 0 0,25 17-242 0 0,-1-1 0 0 0,1 1-1 0 0,-1 1 1 0 0,0 0 0 0 0,0 0 0 0 0,0 0 0 0 0,0 1 0 0 0,0 1 0 0 0,-1 0 0 0 0,1 0 0 0 0,-1 0 0 0 0,1 1 0 0 0,-1 1 0 0 0,-9 1 0 0 0,-4 4-7634 0 0</inkml:trace>
</inkml:ink>
</file>

<file path=ppt/ink/ink1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3:23.9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15203 0 0,'2'-1'266'0'0,"1"1"1"0"0,0-1-1 0 0,-1 1 0 0 0,1 0 0 0 0,-1 0 0 0 0,1 0 1 0 0,-1 0-1 0 0,1 0 0 0 0,0 0 0 0 0,-1 1 1 0 0,1-1-1 0 0,-1 1 0 0 0,5 2 0 0 0,31 15 1304 0 0,-32-12-1439 0 0,1 1 1 0 0,-1-1-1 0 0,0 1 0 0 0,-1 0 0 0 0,0 1 0 0 0,0-1 0 0 0,-1 1 0 0 0,1 0 0 0 0,-2 0 0 0 0,1 0 0 0 0,-1 1 0 0 0,4 15 0 0 0,0 10 34 0 0,6 65-1 0 0,-9-18 15 0 0,-13 141 1 0 0,0-71-1292 0 0,13-1-3859 0 0,0-113-1340 0 0</inkml:trace>
</inkml:ink>
</file>

<file path=ppt/ink/ink1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3:24.3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225 48 7370 0 0,'1'-1'192'0'0,"-1"0"0"0"0,1-1 0 0 0,-1 1 1 0 0,1 0-1 0 0,-1-1 0 0 0,0 1 1 0 0,1-1-1 0 0,-1 1 0 0 0,0-1 1 0 0,0 1-1 0 0,0 0 0 0 0,0-1 0 0 0,0 1 1 0 0,-1-1-1 0 0,1 1 0 0 0,0 0 1 0 0,-1-1-1 0 0,1 1 0 0 0,-1 0 1 0 0,1-1-1 0 0,-1 1 0 0 0,0 0 0 0 0,1-1 1 0 0,-1 1-1 0 0,0 0 0 0 0,0 0 1 0 0,0 0-1 0 0,0 0 0 0 0,0 0 1 0 0,0 0-1 0 0,0 0 0 0 0,0 0 0 0 0,0 0 1 0 0,-1 1-1 0 0,1-1 0 0 0,0 0 1 0 0,0 1-1 0 0,-1-1 0 0 0,1 1 1 0 0,0-1-1 0 0,-1 1 0 0 0,1 0 0 0 0,-1 0 1 0 0,1-1-1 0 0,-1 1 0 0 0,1 0 1 0 0,-2 1-1 0 0,-4-1 80 0 0,1 0 0 0 0,-1 1 0 0 0,0 0 1 0 0,1 0-1 0 0,-1 1 0 0 0,1 0 0 0 0,-1 0 0 0 0,-11 6 0 0 0,6-2-173 0 0,0 1 0 0 0,1 1 0 0 0,-1 0 0 0 0,2 0 0 0 0,-1 1 0 0 0,-17 20-1 0 0,25-26-95 0 0,0 0-1 0 0,1 0 0 0 0,0 1 0 0 0,-1-1 1 0 0,1 1-1 0 0,1 0 0 0 0,-1-1 0 0 0,0 1 1 0 0,1 0-1 0 0,0 0 0 0 0,0 0 0 0 0,0 0 1 0 0,0 0-1 0 0,1 0 0 0 0,-1 0 0 0 0,1 0 1 0 0,0 0-1 0 0,0 0 0 0 0,1 1 0 0 0,-1-1 1 0 0,1 0-1 0 0,0 0 0 0 0,0 0 0 0 0,0-1 1 0 0,1 1-1 0 0,-1 0 0 0 0,4 4 0 0 0,0 1 5 0 0,0-1 0 0 0,1 0 0 0 0,0 0 0 0 0,1-1 0 0 0,0 0 0 0 0,0 0 0 0 0,0 0 0 0 0,16 9 1 0 0,2-1 129 0 0,44 20 1 0 0,-27-15-23 0 0,-41-20-112 0 0,0 1 0 0 0,0-1 0 0 0,0 1 1 0 0,1-1-1 0 0,-1 1 0 0 0,0 0 0 0 0,0 0 0 0 0,0-1 1 0 0,0 1-1 0 0,0 0 0 0 0,0 0 0 0 0,0 0 1 0 0,0 0-1 0 0,0 0 0 0 0,-1 0 0 0 0,1 1 1 0 0,0-1-1 0 0,-1 0 0 0 0,1 0 0 0 0,-1 0 0 0 0,1 1 1 0 0,-1-1-1 0 0,1 0 0 0 0,-1 3 0 0 0,0-3 2 0 0,0 1-1 0 0,-1 0 0 0 0,1 0 0 0 0,-1-1 1 0 0,0 1-1 0 0,1 0 0 0 0,-1-1 1 0 0,0 1-1 0 0,0-1 0 0 0,0 1 0 0 0,0-1 1 0 0,0 1-1 0 0,0-1 0 0 0,-1 0 0 0 0,-1 2 1 0 0,-6 4-54 0 0,1-1 0 0 0,-1 0 0 0 0,0 0 0 0 0,-18 7 0 0 0,-2-1-229 0 0</inkml:trace>
</inkml:ink>
</file>

<file path=ppt/ink/ink1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3:25.2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239 48 9674 0 0,'0'-3'626'0'0,"0"-2"-116"0"0,0 1 0 0 0,0-1 0 0 0,0 1 0 0 0,-1-1 1 0 0,1 1-1 0 0,-3-6 0 0 0,3 10-465 0 0,0-1-1 0 0,0 1 1 0 0,0 0 0 0 0,-1-1 0 0 0,1 1 0 0 0,0-1 0 0 0,-1 1 0 0 0,1-1-1 0 0,0 1 1 0 0,-1 0 0 0 0,1-1 0 0 0,0 1 0 0 0,-1 0 0 0 0,1-1 0 0 0,-1 1-1 0 0,1 0 1 0 0,0 0 0 0 0,-1-1 0 0 0,1 1 0 0 0,-1 0 0 0 0,1 0 0 0 0,-1 0-1 0 0,0-1 1 0 0,-1 1 18 0 0,1 1-1 0 0,0-1 0 0 0,0 0 1 0 0,-1 0-1 0 0,1 1 1 0 0,0-1-1 0 0,0 1 1 0 0,0-1-1 0 0,-1 1 0 0 0,1-1 1 0 0,0 1-1 0 0,0 0 1 0 0,0 0-1 0 0,-1 0 0 0 0,-7 8 136 0 0,0-1 0 0 0,0 1 1 0 0,1 0-1 0 0,1 0 0 0 0,-1 1 0 0 0,2 0 0 0 0,-1 1 0 0 0,2 0 0 0 0,-1 0 0 0 0,1 0 0 0 0,1 0 0 0 0,0 1 0 0 0,0-1 0 0 0,2 1 0 0 0,-4 24 0 0 0,6-33-192 0 0,0 1 1 0 0,1 0-1 0 0,-1-1 0 0 0,1 1 1 0 0,0-1-1 0 0,0 1 0 0 0,0-1 0 0 0,0 1 1 0 0,1-1-1 0 0,-1 0 0 0 0,1 0 1 0 0,0 1-1 0 0,0-1 0 0 0,0-1 1 0 0,4 5-1 0 0,2 1 16 0 0,1 1 0 0 0,1-1 0 0 0,13 8-1 0 0,-17-13 32 0 0,-1 1-1 0 0,1-1 0 0 0,-1 1 1 0 0,1 1-1 0 0,-1-1 0 0 0,0 1 1 0 0,-1 0-1 0 0,1 0 0 0 0,-1 0 1 0 0,0 0-1 0 0,0 1 0 0 0,-1 0 1 0 0,1 0-1 0 0,-1 0 0 0 0,2 8 1 0 0,-4-11 23 0 0,-1 1-1 0 0,0-1 1 0 0,0 1 0 0 0,0-1 0 0 0,-1 1 0 0 0,1-1 0 0 0,-1 1 0 0 0,0-1 0 0 0,0 1 0 0 0,0-1 0 0 0,0 0 0 0 0,-1 0-1 0 0,1 1 1 0 0,-1-1 0 0 0,0 0 0 0 0,0 0 0 0 0,0-1 0 0 0,0 1 0 0 0,0 0 0 0 0,-1-1 0 0 0,1 1 0 0 0,-1-1 0 0 0,0 0-1 0 0,0 0 1 0 0,1 0 0 0 0,-5 2 0 0 0,-4 3 61 0 0,-1-1 0 0 0,1 0 0 0 0,-1-1 0 0 0,0 0 0 0 0,-23 6 0 0 0,21-8-430 0 0,-1 0-1 0 0,0 0 1 0 0,0-2-1 0 0,-24 0 1 0 0,19-3-7402 0 0</inkml:trace>
</inkml:ink>
</file>

<file path=ppt/ink/ink1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02.763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173 223 5985 0 0,'0'4'68'0'0,"-1"-1"-1"0"0,1 0 0 0 0,0 1 0 0 0,0-1 1 0 0,0 0-1 0 0,0 1 0 0 0,1-1 1 0 0,-1 0-1 0 0,1 1 0 0 0,0-1 1 0 0,0 0-1 0 0,3 6 0 0 0,19 38 171 0 0,-17-36-100 0 0,1 0 0 0 0,1-1 0 0 0,0 0 0 0 0,0 0 1 0 0,1 0-1 0 0,0-2 0 0 0,0 1 0 0 0,1-1 1 0 0,1 0-1 0 0,10 6 0 0 0,-4-5 27 0 0,0 0 0 0 0,1-2 1 0 0,0 0-1 0 0,0-1 0 0 0,38 8 0 0 0,-5-7 181 0 0,1-3 0 0 0,0-1 0 0 0,0-3 1 0 0,53-7-1 0 0,-30 1 154 0 0,1143-84 3359 0 0,-1187 88-3849 0 0,682-24 92 0 0,-695 26-111 0 0,92 5-280 0 0,-95-4 227 0 0,0 1 0 0 0,0 1 0 0 0,0 0 0 0 0,28 11 0 0 0,-42-14 33 0 0,-1 0-1 0 0,1 0 1 0 0,-1 0-1 0 0,1 0 1 0 0,0 0-1 0 0,-1 0 1 0 0,1 0 0 0 0,-1 0-1 0 0,1 1 1 0 0,-1-1-1 0 0,1 0 1 0 0,-1 0-1 0 0,1 1 1 0 0,-1-1-1 0 0,1 0 1 0 0,-1 1-1 0 0,1-1 1 0 0,-1 0-1 0 0,0 1 1 0 0,1-1-1 0 0,-1 1 1 0 0,0-1 0 0 0,1 1-1 0 0,-1-1 1 0 0,0 1-1 0 0,1-1 1 0 0,-1 2-1 0 0,-17-2-34 0 0,-31-8 641 0 0,-169-27-2327 0 0,-285-11 1 0 0,-188 33 981 0 0,0 56 2021 0 0,169-8-2435 0 0,228-20 665 0 0,287-15 539 0 0,-28 4 406 0 0,32-4-397 0 0,0 0 0 0 0,0 0 1 0 0,1 1-1 0 0,-1-1 0 0 0,0 1 1 0 0,1-1-1 0 0,-1 1 0 0 0,1 0 1 0 0,-1 0-1 0 0,1-1 0 0 0,-1 1 1 0 0,1 0-1 0 0,-1 1 0 0 0,1-1 1 0 0,-2 2-1 0 0,3-3-12 0 0,0 1-1 0 0,0-1 0 0 0,0 1 1 0 0,0-1-1 0 0,0 1 1 0 0,0-1-1 0 0,0 1 1 0 0,0 0-1 0 0,1-1 1 0 0,-1 1-1 0 0,0-1 1 0 0,0 1-1 0 0,0-1 1 0 0,1 1-1 0 0,-1-1 1 0 0,0 0-1 0 0,1 1 1 0 0,-1-1-1 0 0,0 1 1 0 0,1-1-1 0 0,-1 0 1 0 0,1 1-1 0 0,-1-1 1 0 0,1 0-1 0 0,-1 1 1 0 0,0-1-1 0 0,1 0 1 0 0,-1 0-1 0 0,1 1 1 0 0,-1-1-1 0 0,1 0 1 0 0,0 0-1 0 0,-1 0 0 0 0,1 0 1 0 0,-1 0-1 0 0,1 0 1 0 0,24 7 542 0 0,-24-7-556 0 0,64 12 291 0 0,0-2 1 0 0,116 0 0 0 0,131-20 761 0 0,-298 9-1046 0 0,576-55 1219 0 0,-1-27-309 0 0,-75 9-584 0 0,247-33 428 0 0,-638 97-375 0 0,-549-56-196 0 0,195 31-1944 0 0,112 20-368 0 0,64 12-3117 0 0</inkml:trace>
</inkml:ink>
</file>

<file path=ppt/ink/ink1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03.969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317 55 3681 0 0,'-127'8'1910'0'0,"47"-2"-359"0"0,67-9-426 0 0,44-1 90 0 0,22 4 520 0 0,89 13 0 0 0,-84-6-1447 0 0,66-1 0 0 0,114-20 1034 0 0,-195 8-656 0 0,0-1-1 0 0,-1-2 0 0 0,62-23 1 0 0,-63 14-388 0 0,-37 17-9 0 0,-18 7-37 0 0,9-4-199 0 0,-86 39-446 0 0,-113 32-1 0 0,-102 14-989 0 0,84-26 955 0 0,172-48 439 0 0,30-9 44 0 0,0 1 1 0 0,0 1 0 0 0,-29 14-1 0 0,48-20-24 0 0,0 0-1 0 0,0 1 1 0 0,0-1 0 0 0,0 1-1 0 0,0-1 1 0 0,0 1-1 0 0,1-1 1 0 0,-1 1-1 0 0,0-1 1 0 0,0 1 0 0 0,0 0-1 0 0,1-1 1 0 0,-1 1-1 0 0,0 0 1 0 0,1 0-1 0 0,-1-1 1 0 0,1 1-1 0 0,-1 0 1 0 0,0 0 0 0 0,1 0-1 0 0,0 0 1 0 0,-1 0-1 0 0,1 0 1 0 0,0 0-1 0 0,-1 0 1 0 0,1 0 0 0 0,0 0-1 0 0,0 0 1 0 0,0 2-1 0 0,1-1 0 0 0,0-1-1 0 0,0 1 1 0 0,0-1 0 0 0,0 1-1 0 0,0-1 1 0 0,0 1 0 0 0,0-1-1 0 0,1 0 1 0 0,-1 1-1 0 0,1-1 1 0 0,-1 0 0 0 0,1 0-1 0 0,-1 0 1 0 0,4 1-1 0 0,6 4-33 0 0,1-1-1 0 0,0 0 0 0 0,20 5 0 0 0,41 2 304 0 0,127 8 1 0 0,-55-9-232 0 0,217 13-789 0 0,-153-13 924 0 0,-191-10-91 0 0,0 0 43 0 0,0 0 0 0 0,1 1 0 0 0,-1 1 0 0 0,0 0 0 0 0,0 1 1 0 0,17 8-1 0 0,-34-12-133 0 0,-1 0 1 0 0,1 0-1 0 0,-1 0 0 0 0,1 1 1 0 0,0-1-1 0 0,-1 0 1 0 0,1 0-1 0 0,-1 1 1 0 0,1-1-1 0 0,-1 1 0 0 0,1-1 1 0 0,-1 0-1 0 0,1 1 1 0 0,-1-1-1 0 0,0 1 1 0 0,1-1-1 0 0,-1 1 1 0 0,0-1-1 0 0,1 1 0 0 0,-1 0 1 0 0,0-1-1 0 0,0 1 1 0 0,1-1-1 0 0,-1 1 1 0 0,0-1-1 0 0,0 1 0 0 0,0 0 1 0 0,0-1-1 0 0,0 1 1 0 0,0 0-1 0 0,0 0 1 0 0,0 1-2 0 0,-1-1 1 0 0,0 1 0 0 0,0-1 0 0 0,1 1-1 0 0,-1-1 1 0 0,0 0 0 0 0,0 1 0 0 0,-1-1-1 0 0,1 0 1 0 0,0 0 0 0 0,0 0 0 0 0,-2 1-1 0 0,-45 27-117 0 0,45-27 85 0 0,-70 33-281 0 0,-1-2-1 0 0,-2-5 1 0 0,-1-2 0 0 0,-156 30-1 0 0,232-56 314 0 0,-8 2-12 0 0,-1-1 1 0 0,1 0-1 0 0,0 0 0 0 0,-1-1 0 0 0,-11-1 0 0 0,20-2-48 0 0,8-2-67 0 0,9-4-105 0 0,88-27-1893 0 0,-68 25-2601 0 0</inkml:trace>
</inkml:ink>
</file>

<file path=ppt/ink/ink1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06.650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302 591 6505 0 0,'442'68'3668'0'0,"-117"-60"-2610"0"0,-199-8-574 0 0,91-2 306 0 0,119 3 808 0 0,79 8 41 0 0,-225-7-1322 0 0,478-15 382 0 0,62-13-645 0 0,-191 21-138 0 0,-461 8-86 0 0,0 2 1 0 0,116 25-1 0 0,-176-27-2056 0 0,-31-10 409 0 0,-29-10 450 0 0,-90-16 339 0 0,0 5 0 0 0,-160-12 1 0 0,16 15-1746 0 0,-357 15 1 0 0,-276 66 1925 0 0,421-12 4858 0 0,-244 18-974 0 0,550-49-2816 0 0,-103 6 98 0 0,129-11-41 0 0,61-2 158 0 0,-153-9-1 0 0,213-4-363 0 0,27 0-20 0 0,9 6-46 0 0,0 1 0 0 0,-1-1 0 0 0,1 0 0 0 0,0 1-1 0 0,-1-1 1 0 0,1 1 0 0 0,0-1 0 0 0,-1 1 0 0 0,1-1 0 0 0,0 1 0 0 0,0-1 0 0 0,0 1-1 0 0,0 0 1 0 0,0-1 0 0 0,-1 1 0 0 0,1 0 0 0 0,2 0 0 0 0,205-44 396 0 0,-107 26-80 0 0,236-37 747 0 0,-114 21-850 0 0,-197 30-212 0 0,987-161 1674 0 0,4 34-159 0 0,-900 119-1522 0 0,840-67 0 0 0,-435 48 296 0 0,-103-15 369 0 0,-226 21 335 0 0,-146 20-730 0 0,-18 2-148 0 0,1 0 0 0 0,-1-2 0 0 0,0-1 0 0 0,48-16 0 0 0,-77 22-121 0 0,0 0-1 0 0,0 0 1 0 0,0 0-1 0 0,0-1 1 0 0,0 1 0 0 0,-1 0-1 0 0,1 0 1 0 0,0 0 0 0 0,0 0-1 0 0,0 0 1 0 0,0 0-1 0 0,0 0 1 0 0,0 0 0 0 0,0 0-1 0 0,0 0 1 0 0,0-1 0 0 0,0 1-1 0 0,0 0 1 0 0,0 0-1 0 0,0 0 1 0 0,0 0 0 0 0,0 0-1 0 0,0 0 1 0 0,0 0 0 0 0,0 0-1 0 0,0-1 1 0 0,0 1-1 0 0,0 0 1 0 0,0 0 0 0 0,0 0-1 0 0,0 0 1 0 0,0 0 0 0 0,0 0-1 0 0,0 0 1 0 0,0 0-1 0 0,0 0 1 0 0,0-1 0 0 0,0 1-1 0 0,0 0 1 0 0,0 0 0 0 0,0 0-1 0 0,0 0 1 0 0,0 0 0 0 0,0 0-1 0 0,1 0 1 0 0,-1 0-1 0 0,0 0 1 0 0,0 0 0 0 0,0 0-1 0 0,0 0 1 0 0,0-1 0 0 0,0 1-1 0 0,0 0 1 0 0,0 0-1 0 0,0 0 1 0 0,1 0 0 0 0,-1 0-1 0 0,0 0 1 0 0,0 0 0 0 0,0 0-1 0 0,0 0 1 0 0,0 0-1 0 0,0 0 1 0 0,-14-2-377 0 0,-19 0-840 0 0,-271 36-7505 0 0,196-19 7563 0 0,-546 86 1174 0 0,465-63 1064 0 0,-86 13 237 0 0,-95 29-41 0 0,206-41-1050 0 0,-348 94-736 0 0,476-123 1053 0 0,1 2 0 0 0,0 1 0 0 0,-58 30-1 0 0,92-42-477 0 0,0-1 0 0 0,0 1 0 0 0,0-1 0 0 0,0 1-1 0 0,0 0 1 0 0,0-1 0 0 0,0 1 0 0 0,0 0 0 0 0,0 0 0 0 0,0-1-1 0 0,0 1 1 0 0,0 0 0 0 0,1 0 0 0 0,-1 0 0 0 0,0 0 0 0 0,1 0-1 0 0,-1 0 1 0 0,1 0 0 0 0,-1 0 0 0 0,1 1 0 0 0,-1-1 0 0 0,1 0-1 0 0,0 0 1 0 0,-1 0 0 0 0,1 3 0 0 0,1-3-22 0 0,-1 1-1 0 0,1-1 1 0 0,0 0 0 0 0,0 0 0 0 0,0 1 0 0 0,0-1-1 0 0,0 0 1 0 0,0 0 0 0 0,0 0 0 0 0,0 0-1 0 0,0 0 1 0 0,0 0 0 0 0,0 0 0 0 0,1-1-1 0 0,-1 1 1 0 0,0 0 0 0 0,3 0 0 0 0,8 4-58 0 0,0-1 0 0 0,1 0 0 0 0,18 3 0 0 0,48 5-121 0 0,1-3 1 0 0,109-3-1 0 0,163-23 387 0 0,-320 15-221 0 0,730-105 793 0 0,-331 36 820 0 0,-123 39-322 0 0,-103 21-3443 0 0,-154 9-3832 0 0</inkml:trace>
</inkml:ink>
</file>

<file path=ppt/ink/ink1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07.634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637 1 3225 0 0,'-141'36'1984'0'0,"-205"47"-3620"0"0,197-59 4184 0 0,337-43 1916 0 0,108-2-2539 0 0,-205 16-1575 0 0,450-32 2355 0 0,-513 32-2045 0 0,-25 3-316 0 0,-17 4-680 0 0,-10 4-380 0 0,1 1 0 0 0,0 1 0 0 0,0 1 0 0 0,1 1 0 0 0,-22 13 0 0 0,19-7 769 0 0,-43 34 0 0 0,58-41 1130 0 0,19-14-59 0 0,13-8-703 0 0,80-29 1124 0 0,-87 37-1512 0 0,-1 1 1 0 0,1 0-1 0 0,-1 1 1 0 0,1 1-1 0 0,19-1 1 0 0,-77 24-3676 0 0,-118 16 1629 0 0,3-2 361 0 0,136-28 1652 0 0</inkml:trace>
</inkml:ink>
</file>

<file path=ppt/ink/ink1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09.845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0 544 6449 0 0,'47'-8'1366'0'0,"129"-19"-770"0"0,253-28 723 0 0,247 23-115 0 0,231-16 2293 0 0,128-38-990 0 0,-515 35-2307 0 0,-139 13-92 0 0,-196 19-62 0 0,309-39-46 0 0,-193 21-3 0 0,19-2 18 0 0,356-4 765 0 0,-662 43-783 0 0,7-2-38 0 0,1 1 0 0 0,-1 2 1 0 0,0 0-1 0 0,0 1 1 0 0,0 1-1 0 0,0 1 0 0 0,35 11 1 0 0,-71-7-1644 0 0,-18-6 1519 0 0,-733 53 82 0 0,495-27-210 0 0,-112 17-1349 0 0,158-16 93 0 0,-207 43-1575 0 0,291-45 2839 0 0,-369 100-411 0 0,391-93 479 0 0,-36 7-97 0 0,42-13 181 0 0,1 5 0 0 0,-138 60 1 0 0,240-88 128 0 0,5-3-17 0 0,1-1-1 0 0,0 1 1 0 0,0 0 0 0 0,0 1-1 0 0,0-1 1 0 0,0 1-1 0 0,0 0 1 0 0,0 0 0 0 0,1 0-1 0 0,-4 4 1 0 0,6-6 11 0 0,1-1-1 0 0,0 1 1 0 0,0-1 0 0 0,0 1-1 0 0,0-1 1 0 0,0 1 0 0 0,0-1-1 0 0,0 1 1 0 0,0-1 0 0 0,0 1 0 0 0,0-1-1 0 0,0 0 1 0 0,0 1 0 0 0,1-1-1 0 0,-1 1 1 0 0,0-1 0 0 0,0 1 0 0 0,0-1-1 0 0,1 0 1 0 0,-1 1 0 0 0,0-1-1 0 0,0 1 1 0 0,1-1 0 0 0,-1 0-1 0 0,0 1 1 0 0,1-1 0 0 0,-1 0 0 0 0,0 1-1 0 0,1-1 1 0 0,-1 0 0 0 0,1 0-1 0 0,-1 1 1 0 0,0-1 0 0 0,1 0-1 0 0,-1 0 1 0 0,1 0 0 0 0,-1 0 0 0 0,1 0-1 0 0,-1 0 1 0 0,1 1 0 0 0,-1-1-1 0 0,1 0 1 0 0,-1 0 0 0 0,0 0-1 0 0,1 0 1 0 0,0-1 0 0 0,29 4-236 0 0,-28-2 220 0 0,440-6 2450 0 0,93-47-269 0 0,-3-26-303 0 0,218-26-339 0 0,-367 68-1488 0 0,120-13-30 0 0,15-31 869 0 0,-384 57-704 0 0,332-46 360 0 0,-382 56-404 0 0,-51 7 744 0 0,0 1 0 0 0,35 0 0 0 0,-111 11-2644 0 0,-43 11 0 0 0</inkml:trace>
</inkml:ink>
</file>

<file path=ppt/ink/ink1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11.262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1390 235 5985 0 0,'2'-2'20'0'0,"-1"0"0"0"0,1 0-1 0 0,-1 0 1 0 0,0-1-1 0 0,0 1 1 0 0,0 0 0 0 0,0-1-1 0 0,0 1 1 0 0,0 0 0 0 0,-1-1-1 0 0,1 1 1 0 0,-1-1 0 0 0,0 1-1 0 0,1-1 1 0 0,-1 0 0 0 0,0 1-1 0 0,-1-1 1 0 0,1 1-1 0 0,0-1 1 0 0,-1 1 0 0 0,1-1-1 0 0,-1 1 1 0 0,0 0 0 0 0,0-1-1 0 0,0 1 1 0 0,0 0 0 0 0,0-1-1 0 0,-1 1 1 0 0,1 0 0 0 0,-1 0-1 0 0,1 0 1 0 0,-1 0-1 0 0,0 0 1 0 0,0 1 0 0 0,1-1-1 0 0,-1 1 1 0 0,0-1 0 0 0,-1 1-1 0 0,1-1 1 0 0,-3 0 0 0 0,-7-4-258 0 0,-1 0 1 0 0,0 1 0 0 0,0 1-1 0 0,-1 0 1 0 0,1 1-1 0 0,-16-2 1 0 0,-38-4-962 0 0,-1 3 0 0 0,-104 4 1 0 0,-136 31 1059 0 0,178-13 1427 0 0,-203 35 3917 0 0,282-41-4287 0 0,34-7-599 0 0,1 0 0 0 0,-1 0 0 0 0,1 2 0 0 0,-25 10 0 0 0,41-15-329 0 0,0 0 0 0 0,0 0 0 0 0,0 0 0 0 0,0 0 0 0 0,0 0 1 0 0,0 0-1 0 0,0 0 0 0 0,0 0 0 0 0,0 0 0 0 0,-1 0 0 0 0,1 0 0 0 0,0 0 1 0 0,0 0-1 0 0,0 0 0 0 0,0 0 0 0 0,0 0 0 0 0,0 0 0 0 0,0 0 1 0 0,0 0-1 0 0,0 0 0 0 0,0 0 0 0 0,0 0 0 0 0,-1 1 0 0 0,1-1 1 0 0,0 0-1 0 0,0 0 0 0 0,0 0 0 0 0,0 0 0 0 0,0 0 0 0 0,0 0 1 0 0,0 0-1 0 0,0 0 0 0 0,0 0 0 0 0,0 1 0 0 0,0-1 0 0 0,0 0 0 0 0,0 0 1 0 0,0 0-1 0 0,0 0 0 0 0,0 0 0 0 0,0 0 0 0 0,0 0 0 0 0,0 0 1 0 0,0 1-1 0 0,0-1 0 0 0,0 0 0 0 0,0 0 0 0 0,0 0 0 0 0,0 0 1 0 0,0 0-1 0 0,1 0 0 0 0,-1 0 0 0 0,0 0 0 0 0,0 0 0 0 0,0 0 1 0 0,0 0-1 0 0,0 1 0 0 0,0-1 0 0 0,0 0 0 0 0,0 0 0 0 0,0 0 1 0 0,10 3-339 0 0,12 0-68 0 0,17-4 226 0 0,0-2 0 0 0,0-2 0 0 0,45-11 0 0 0,113-39 1355 0 0,-95 24 104 0 0,-95 29-1279 0 0,-1-1 1 0 0,1 1-1 0 0,-1-1 1 0 0,1 0 0 0 0,-1-1-1 0 0,0 0 1 0 0,0 0-1 0 0,-1 0 1 0 0,7-6 0 0 0,-11 9-13 0 0,0 0 0 0 0,0 0 0 0 0,0-1 1 0 0,0 1-1 0 0,0-1 0 0 0,0 1 0 0 0,0-1 1 0 0,-1 1-1 0 0,1-1 0 0 0,0 1 0 0 0,-1-1 1 0 0,1 0-1 0 0,-1 1 0 0 0,1-1 0 0 0,-1 0 1 0 0,0 1-1 0 0,0-3 0 0 0,0 2-16 0 0,-1 0 1 0 0,0 0-1 0 0,1 0 0 0 0,-1 0 0 0 0,0 0 0 0 0,0 0 0 0 0,0 1 1 0 0,0-1-1 0 0,0 0 0 0 0,0 1 0 0 0,-1-1 0 0 0,1 1 0 0 0,0-1 1 0 0,-1 1-1 0 0,1 0 0 0 0,-1-1 0 0 0,0 1 0 0 0,-2-2 0 0 0,-4-1-96 0 0,0 0-1 0 0,0 1 0 0 0,0-1 0 0 0,0 1 0 0 0,0 1 0 0 0,-1 0 1 0 0,0 0-1 0 0,1 1 0 0 0,-1-1 0 0 0,-13 2 0 0 0,-14 0-409 0 0,-45 7-1 0 0,41-3 311 0 0,-167 5 2 0 0,189 5 2031 0 0,19-14-1765 0 0,-1 0 1 0 0,0 0-1 0 0,0 0 0 0 0,1 0 0 0 0,4 3 101 0 0,0-1 1 0 0,0 0-1 0 0,0 0 0 0 0,0-1 0 0 0,8 2 0 0 0,23 0-91 0 0,1-2 0 0 0,0-1 0 0 0,-1-2 0 0 0,1-1 0 0 0,50-12 0 0 0,45-1 3868 0 0,-132 16-3890 0 0,0 0 1 0 0,0 0-1 0 0,0 0 1 0 0,0 0-1 0 0,0 1 0 0 0,0-1 1 0 0,0 0-1 0 0,0 0 1 0 0,0 0-1 0 0,0 1 1 0 0,0-1-1 0 0,0 0 1 0 0,-10 10-55 0 0,-21 9-1007 0 0,-11 0-282 0 0,-2-1-1 0 0,0-2 1 0 0,-61 13 0 0 0,-142 11-2466 0 0,221-36 4154 0 0,25-4-334 0 0,0 0 0 0 0,1 0 0 0 0,-1 0 0 0 0,0 0 0 0 0,0 0 0 0 0,0 1 0 0 0,0-1 0 0 0,0 0 0 0 0,1 0 0 0 0,-1 1 0 0 0,0-1 0 0 0,0 1-1 0 0,0-1 1 0 0,1 0 0 0 0,-1 1 0 0 0,0-1 0 0 0,0 1 0 0 0,1 0 0 0 0,-1-1 0 0 0,1 1 0 0 0,-1 0 0 0 0,0-1 0 0 0,0 2 0 0 0,4-1-32 0 0,-1 0 0 0 0,1 0 0 0 0,-1 0 0 0 0,1 0 0 0 0,0 0 0 0 0,-1-1 0 0 0,1 1 0 0 0,0-1 0 0 0,0 0 1 0 0,2 0-1 0 0,-2 0-32 0 0,33 1 473 0 0,0-2-1 0 0,0-2 0 0 0,0-1 0 0 0,53-14 0 0 0,63-7 2206 0 0,-74 19-1612 0 0,-1 3-1 0 0,1 4 0 0 0,96 13 0 0 0,-168-13-1042 0 0,-1 0 0 0 0,1 0-1 0 0,-1 0 1 0 0,0 1 0 0 0,0 0-1 0 0,8 3 1 0 0,-12-4-9 0 0,-1-1 0 0 0,1 0 0 0 0,0 1-1 0 0,-1-1 1 0 0,1 1 0 0 0,-1-1 0 0 0,1 1 0 0 0,-1-1-1 0 0,0 1 1 0 0,1-1 0 0 0,-1 1 0 0 0,1-1 0 0 0,-1 1-1 0 0,0-1 1 0 0,0 1 0 0 0,1 0 0 0 0,-1-1 0 0 0,0 1-1 0 0,0 0 1 0 0,0-1 0 0 0,1 1 0 0 0,-1 0 0 0 0,0 0 0 0 0,-1 1-24 0 0,1-1 0 0 0,-1 0 0 0 0,1 1 1 0 0,-1-1-1 0 0,1 0 0 0 0,-1 0 0 0 0,0 1 0 0 0,0-1 1 0 0,0 0-1 0 0,1 0 0 0 0,-1 0 0 0 0,0 0 1 0 0,0 0-1 0 0,-1 0 0 0 0,-1 1 0 0 0,-26 18-298 0 0,0-2 0 0 0,-2-1-1 0 0,0-1 1 0 0,-1-2 0 0 0,-1-1-1 0 0,-44 11 1 0 0,-142 30-190 0 0,322-61 561 0 0,-88 5-212 0 0,213-24-995 0 0,-161 22 2519 0 0,95 5 0 0 0,-158-1-1166 0 0,0 1 0 0 0,0-1 0 0 0,0 1 0 0 0,0 0 0 0 0,0 0 0 0 0,-1 0-1 0 0,5 2 1 0 0,-7-3-165 0 0,-1 0 0 0 0,0 0-1 0 0,0 0 1 0 0,0 0 0 0 0,0 0 0 0 0,1 1-1 0 0,-1-1 1 0 0,0 0 0 0 0,0 0 0 0 0,0 0-1 0 0,0 0 1 0 0,0 0 0 0 0,1 1-1 0 0,-1-1 1 0 0,0 0 0 0 0,0 0 0 0 0,0 0-1 0 0,0 0 1 0 0,0 1 0 0 0,0-1 0 0 0,0 0-1 0 0,0 0 1 0 0,0 0 0 0 0,0 1-1 0 0,0-1 1 0 0,0 0 0 0 0,0 0 0 0 0,0 0-1 0 0,0 0 1 0 0,0 1 0 0 0,0-1 0 0 0,0 0-1 0 0,0 0 1 0 0,0 0 0 0 0,0 1 0 0 0,0-1-1 0 0,0 0 1 0 0,0 0 0 0 0,0 0-1 0 0,0 1 1 0 0,0-1 0 0 0,0 0 0 0 0,-1 0-1 0 0,1 0 1 0 0,-19 10-156 0 0,-51 11-410 0 0,-133 20 1 0 0,78-19 264 0 0,-5 6-46 0 0,70-14-44 0 0</inkml:trace>
</inkml:ink>
</file>

<file path=ppt/ink/ink1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26.6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285 843 5065 0 0,'8'-65'203'0'0,"4"-1"0"0"0,2 2 1 0 0,28-81-1 0 0,-11 44 674 0 0,-5 5 271 0 0,49-153 3858 0 0,-72 241-4764 0 0,-2 2 19 0 0,1 0 0 0 0,1 0 0 0 0,-1 1-1 0 0,1-1 1 0 0,0 0 0 0 0,6-7 0 0 0,-17 23 202 0 0,1 0 0 0 0,1 1 0 0 0,-1 0 1 0 0,2 0-1 0 0,0 0 0 0 0,-5 15 1 0 0,-3 6-147 0 0,-32 69-471 0 0,5 1 1 0 0,-38 151-1 0 0,-103 670-134 0 0,108-245 1017 0 0,67-599-706 0 0,4-41-492 0 0,-2 1 0 0 0,-2-1 1 0 0,-17 59-1 0 0</inkml:trace>
</inkml:ink>
</file>

<file path=ppt/ink/ink1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26.9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2 5065 0 0,'-1'-1'97'0'0,"1"1"0"0"0,-1 0 0 0 0,0 0 0 0 0,0 0-1 0 0,0 0 1 0 0,1 0 0 0 0,-1 0 0 0 0,0 0 0 0 0,0 0 0 0 0,1 0 0 0 0,-1 0 0 0 0,0 0-1 0 0,0 0 1 0 0,1 0 0 0 0,-1 1 0 0 0,0-1 0 0 0,0 0 0 0 0,1 1 0 0 0,-1-1 0 0 0,0 0-1 0 0,1 1 1 0 0,-1-1 0 0 0,1 1 0 0 0,-1-1 0 0 0,0 1 0 0 0,1-1 0 0 0,-1 1 0 0 0,1 0-1 0 0,0-1 1 0 0,-1 1 0 0 0,0 0 0 0 0,10 22 4510 0 0,-3-9-4938 0 0,21 46 2169 0 0,2-1 1 0 0,60 91-1 0 0,-85-145-1686 0 0,-1 0 1 0 0,1-1 0 0 0,1 1-1 0 0,-1-1 1 0 0,1 0 0 0 0,-1 0-1 0 0,1-1 1 0 0,0 1 0 0 0,1-1-1 0 0,-1 0 1 0 0,0 0-1 0 0,11 3 1 0 0,-13-5-63 0 0,0-1 0 0 0,0 1 1 0 0,0-1-1 0 0,0 1 0 0 0,-1-1 0 0 0,1 0 0 0 0,0 0 0 0 0,0-1 0 0 0,0 1 1 0 0,0-1-1 0 0,0 1 0 0 0,0-1 0 0 0,0 0 0 0 0,-1 0 0 0 0,1 0 0 0 0,0 0 0 0 0,-1-1 1 0 0,1 1-1 0 0,-1-1 0 0 0,1 1 0 0 0,-1-1 0 0 0,0 0 0 0 0,0 0 0 0 0,0 0 1 0 0,0 0-1 0 0,0-1 0 0 0,0 1 0 0 0,2-4 0 0 0,7-11 20 0 0,-1-1-1 0 0,-1 0 1 0 0,-1 0-1 0 0,0-1 1 0 0,7-28-1 0 0,17-102-2009 0 0,-26 118-5736 0 0</inkml:trace>
</inkml:ink>
</file>

<file path=ppt/ink/ink1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27.7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87 7834 0 0,'3'-61'3064'0'0,"-3"35"1068"0"0,0 32-2038 0 0,-5 70-1691 0 0,7 100 0 0 0,0-154-342 0 0,1 1 0 0 0,0-1 0 0 0,2 0 0 0 0,1 0 0 0 0,0 0 0 0 0,2-1 0 0 0,0 0 0 0 0,2 0 0 0 0,12 20 0 0 0,-21-38-77 0 0,0-1 0 0 0,1 0 0 0 0,0 1 0 0 0,-1-1 0 0 0,1 0 0 0 0,0 0 1 0 0,0 0-1 0 0,0 0 0 0 0,0 0 0 0 0,0 0 0 0 0,1-1 0 0 0,-1 1 0 0 0,0-1 0 0 0,1 0 0 0 0,-1 1 0 0 0,1-1 0 0 0,0 0 1 0 0,-1-1-1 0 0,1 1 0 0 0,0 0 0 0 0,4 0 0 0 0,-4-2-6 0 0,0 1 1 0 0,-1-1-1 0 0,1 0 1 0 0,0 1-1 0 0,-1-2 1 0 0,1 1-1 0 0,0 0 0 0 0,-1 0 1 0 0,1-1-1 0 0,-1 1 1 0 0,0-1-1 0 0,1 0 1 0 0,-1 0-1 0 0,0 0 1 0 0,0 0-1 0 0,0 0 1 0 0,0 0-1 0 0,-1 0 0 0 0,1-1 1 0 0,-1 1-1 0 0,3-4 1 0 0,4-11-14 0 0,0-1-1 0 0,-2 0 1 0 0,0 0 0 0 0,0 0-1 0 0,-2 0 1 0 0,0-1 0 0 0,-2 0 0 0 0,2-38-1 0 0,8-49 158 0 0,-8 103-214 0 0,3 9 58 0 0,10 17 52 0 0,-10-12-12 0 0,-2-5 66 0 0,0-1 0 0 0,0 0-1 0 0,1 0 1 0 0,0-1 0 0 0,0 0-1 0 0,0 0 1 0 0,0 0 0 0 0,0-1-1 0 0,1 1 1 0 0,0-2-1 0 0,0 1 1 0 0,7 1 0 0 0,-10-3-31 0 0,-1 0-1 0 0,1 0 1 0 0,0 0 0 0 0,-1-1 0 0 0,1 0 0 0 0,0 0 0 0 0,-1 0 0 0 0,1 0-1 0 0,0 0 1 0 0,-1-1 0 0 0,1 0 0 0 0,0 1 0 0 0,-1-1 0 0 0,1-1 0 0 0,-1 1 0 0 0,0 0-1 0 0,1-1 1 0 0,-1 0 0 0 0,0 0 0 0 0,0 0 0 0 0,0 0 0 0 0,0 0 0 0 0,0 0-1 0 0,-1-1 1 0 0,6-5 0 0 0,-7 6-101 0 0,0 0 1 0 0,0-1-1 0 0,0 1 0 0 0,0 0 0 0 0,0-1 0 0 0,0 1 1 0 0,-1 0-1 0 0,1-1 0 0 0,-1 1 0 0 0,1-1 0 0 0,-1 1 1 0 0,0-1-1 0 0,0 1 0 0 0,0-1 0 0 0,0 1 0 0 0,-1-1 1 0 0,1 1-1 0 0,-2-4 0 0 0</inkml:trace>
</inkml:ink>
</file>

<file path=ppt/ink/ink1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28.0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9674 0 0,'7'35'2586'0'0,"-1"1"1"0"0,2 54-1 0 0,-6 19-1795 0 0,-1-95-3674 0 0</inkml:trace>
</inkml:ink>
</file>

<file path=ppt/ink/ink1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28.2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4 11522 0 0,'-3'-1'-8'0'0,"3"1"83"0"0,0-1 0 0 0,-1 1 0 0 0,1 0 0 0 0,0 0 0 0 0,0-1 0 0 0,-1 1 0 0 0,1 0 0 0 0,0 0 0 0 0,0 0 0 0 0,-1 0 0 0 0,-10 6 4894 0 0,12-2-5137 0 0,0 5-86 0 0,2 0 1 0 0,-1-1 0 0 0,1 1-1 0 0,1-1 1 0 0,6 12-1 0 0,-2-7 254 0 0</inkml:trace>
</inkml:ink>
</file>

<file path=ppt/ink/ink1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28.6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60 6449 0 0,'2'-21'3947'0'0,"-4"34"-1754"0"0,-8 129 1071 0 0,10-123-2835 0 0,1 0 0 0 0,0 1 0 0 0,2-1 1 0 0,0 0-1 0 0,8 25 0 0 0,-10-40-502 0 0,0 0 0 0 0,1-1 0 0 0,-1 1 0 0 0,1-1 0 0 0,0 0 0 0 0,0 1 0 0 0,0-1 0 0 0,1 0-1 0 0,-1 0 1 0 0,1 0 0 0 0,-1-1 0 0 0,1 1 0 0 0,0-1 0 0 0,0 1 0 0 0,0-1 0 0 0,1 0 0 0 0,5 3 0 0 0,-6-4 17 0 0,-1 0 0 0 0,1-1 1 0 0,-1 1-1 0 0,1-1 0 0 0,0 1 0 0 0,-1-1 0 0 0,1 0 0 0 0,-1 0 1 0 0,1 0-1 0 0,-1-1 0 0 0,1 1 0 0 0,0-1 0 0 0,-1 1 1 0 0,1-1-1 0 0,-1 0 0 0 0,0 0 0 0 0,1 0 0 0 0,-1 0 1 0 0,0 0-1 0 0,1 0 0 0 0,-1-1 0 0 0,0 1 0 0 0,0-1 0 0 0,0 0 1 0 0,0 0-1 0 0,2-3 0 0 0,5-6-241 0 0,0 0 0 0 0,-1-1 0 0 0,0 0 0 0 0,-2-1 1 0 0,1 0-1 0 0,-1 0 0 0 0,6-22 0 0 0,1-8 224 0 0,7-47 0 0 0,-17 75 385 0 0,6-48 1020 0 0,-8 58-766 0 0,-1 0 0 0 0,-1 0 1 0 0,1 1-1 0 0,0-1 0 0 0,-1 0 0 0 0,-2-5 0 0 0,5 25 2869 0 0,-3 17-3062 0 0,0-10-296 0 0,-3 107 113 0 0,-1 30 167 0 0,6-130-842 0 0,1 0 1 0 0,1-1-1 0 0,10 41 1 0 0,-3-35-7115 0 0</inkml:trace>
</inkml:ink>
</file>

<file path=ppt/ink/ink1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29.2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38 124 8290 0 0,'-2'-41'1851'0'0,"2"34"-877"0"0,1 0 0 0 0,-2 0 0 0 0,1-1 0 0 0,-1 1 0 0 0,0 0 0 0 0,0 0 0 0 0,-1 0-1 0 0,0 0 1 0 0,-5-11 0 0 0,0 41 947 0 0,2 33-1563 0 0,3 85 1 0 0,2-40-283 0 0,-4-21-90 0 0,0 77 150 0 0,5-130-490 0 0,1 0 0 0 0,1-1 0 0 0,12 46 1 0 0,-13-65-120 0 0,0 1 0 0 0,1-1 0 0 0,1 1 0 0 0,6 10 0 0 0,3 0-1563 0 0</inkml:trace>
</inkml:ink>
</file>

<file path=ppt/ink/ink1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29.7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9 187 3681 0 0,'-1'0'13'0'0,"1"0"-1"0"0,-1-1 1 0 0,1 1 0 0 0,-1-1 0 0 0,1 1 0 0 0,-1-1 0 0 0,1 1-1 0 0,-1-1 1 0 0,1 1 0 0 0,-1-1 0 0 0,1 1 0 0 0,0-1 0 0 0,-1 0-1 0 0,1 1 1 0 0,0-1 0 0 0,0 0 0 0 0,-1 1 0 0 0,1-1 0 0 0,0 0-1 0 0,0 1 1 0 0,0-1 0 0 0,0 0 0 0 0,0 1 0 0 0,0-1 0 0 0,0 0-1 0 0,0 1 1 0 0,0-1 0 0 0,0 0 0 0 0,0 0 0 0 0,1 0 0 0 0,0-1 18 0 0,0 0 1 0 0,0 0-1 0 0,1 1 1 0 0,-1-1 0 0 0,1 0-1 0 0,-1 1 1 0 0,1-1 0 0 0,-1 1-1 0 0,1 0 1 0 0,3-2-1 0 0,7-5 202 0 0,1 1 0 0 0,19-7 0 0 0,-25 12-92 0 0,36-17-54 0 0,1 3 0 0 0,0 2 0 0 0,1 1-1 0 0,1 3 1 0 0,0 1 0 0 0,61-2-1 0 0,-97 10-87 0 0,20 1-31 0 0,0-2 0 0 0,0-1 1 0 0,0-2-1 0 0,36-9 0 0 0,-121 16 7447 0 0,45 2-6968 0 0,0-1 0 0 0,0 2 0 0 0,0-1 0 0 0,1 1 0 0 0,-1 1 0 0 0,1 0 0 0 0,-12 10 0 0 0,10-8-370 0 0,1 1-1 0 0,1 1 0 0 0,0 0 1 0 0,0 0-1 0 0,1 0 0 0 0,0 1 1 0 0,1 1-1 0 0,0-1 0 0 0,-9 22 1 0 0,15-31-88 0 0,1-1 0 0 0,-1 1 1 0 0,0-1-1 0 0,1 1 0 0 0,-1 0 1 0 0,1-1-1 0 0,-1 1 0 0 0,1 0 1 0 0,0 0-1 0 0,0-1 0 0 0,0 1 1 0 0,0 0-1 0 0,0 0 0 0 0,0-1 1 0 0,1 1-1 0 0,-1 0 0 0 0,0 0 1 0 0,1-1-1 0 0,-1 1 0 0 0,1 0 1 0 0,0-1-1 0 0,-1 1 0 0 0,1-1 1 0 0,0 1-1 0 0,0-1 0 0 0,0 1 1 0 0,2 1-1 0 0,-1-2-40 0 0,0 0-1 0 0,-1-1 0 0 0,1 1 1 0 0,0 0-1 0 0,0-1 0 0 0,-1 0 1 0 0,1 1-1 0 0,0-1 1 0 0,0 0-1 0 0,0 0 0 0 0,0 0 1 0 0,-1 0-1 0 0,1 0 1 0 0,0 0-1 0 0,0-1 0 0 0,0 1 1 0 0,0 0-1 0 0,-1-1 1 0 0,1 0-1 0 0,0 1 0 0 0,-1-1 1 0 0,1 0-1 0 0,0 0 1 0 0,-1 0-1 0 0,3-2 0 0 0,15-10-138 0 0,-2-1-1 0 0,1-1 1 0 0,28-33-1 0 0,18-16 747 0 0,-63 64-517 0 0,0-1 0 0 0,0 0 0 0 0,0 0 0 0 0,0 1 1 0 0,0-1-1 0 0,0 1 0 0 0,0-1 0 0 0,1 1 0 0 0,-1-1 1 0 0,0 1-1 0 0,0 0 0 0 0,0-1 0 0 0,0 1 0 0 0,1 0 1 0 0,-1 0-1 0 0,0 0 0 0 0,0 0 0 0 0,1 0 0 0 0,-1 0 0 0 0,0 0 1 0 0,0 0-1 0 0,0 1 0 0 0,0-1 0 0 0,1 0 0 0 0,-1 1 1 0 0,0-1-1 0 0,0 1 0 0 0,0-1 0 0 0,0 1 0 0 0,0 0 1 0 0,0-1-1 0 0,0 1 0 0 0,0 0 0 0 0,0 0 0 0 0,0 0 1 0 0,0 0-1 0 0,-1 0 0 0 0,2 1 0 0 0,5 7 294 0 0,-1 0-1 0 0,0 0 0 0 0,8 18 1 0 0,0-1-24 0 0,-9-19-283 0 0,0-1 1 0 0,1 0-1 0 0,-1 0 1 0 0,1 0-1 0 0,1-1 1 0 0,6 5-1 0 0,-8-7-1031 0 0,0 0 0 0 0,0 0 0 0 0,0-1 0 0 0,0 0 0 0 0,11 3 0 0 0,2 0-4568 0 0</inkml:trace>
</inkml:ink>
</file>

<file path=ppt/ink/ink1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29.9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13 5985 0 0,'-1'0'89'0'0,"1"0"0"0"0,0-1 0 0 0,0 1 0 0 0,0 0 0 0 0,-1-1 0 0 0,1 1 0 0 0,0-1 0 0 0,0 1 0 0 0,0 0 0 0 0,0-1 0 0 0,0 1 0 0 0,0-1 0 0 0,0 1 0 0 0,-1 0 0 0 0,1-1 0 0 0,1 1 0 0 0,-1-1 0 0 0,0 1 0 0 0,0-1 0 0 0,0 1 0 0 0,0 0 0 0 0,0-1 0 0 0,0 1 0 0 0,0-1 0 0 0,1 1 0 0 0,-1 0 0 0 0,0-1 0 0 0,0 1 0 0 0,0-1 0 0 0,1 1 0 0 0,-1 0 0 0 0,1-1 0 0 0,8 14 2277 0 0,10 27 205 0 0,-11-8-1810 0 0,-1 0 0 0 0,-1 1 0 0 0,-2-1 0 0 0,-2 1 0 0 0,-2 58 0 0 0,3 36 67 0 0,1-80-1401 0 0,2 0-1 0 0,16 61 0 0 0,-14-81-5748 0 0</inkml:trace>
</inkml:ink>
</file>

<file path=ppt/ink/ink1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30.2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195 1 7370 0 0,'-10'7'604'0'0,"-1"1"0"0"0,1 0 0 0 0,0 1 0 0 0,0 0 0 0 0,1 0 0 0 0,-14 19 1 0 0,3-4 552 0 0,13-17-756 0 0,-45 58 1563 0 0,47-59-1761 0 0,1 0 0 0 0,0 0-1 0 0,1 0 1 0 0,0 1 0 0 0,0-1-1 0 0,0 1 1 0 0,1 0-1 0 0,0 0 1 0 0,-1 7 0 0 0,2-12-132 0 0,1 0 1 0 0,0-1 0 0 0,0 1 0 0 0,0 0 0 0 0,0-1 0 0 0,0 1-1 0 0,1-1 1 0 0,-1 1 0 0 0,0 0 0 0 0,1-1 0 0 0,-1 1-1 0 0,1-1 1 0 0,0 1 0 0 0,-1-1 0 0 0,1 1 0 0 0,0-1 0 0 0,0 0-1 0 0,0 1 1 0 0,0-1 0 0 0,0 0 0 0 0,2 2 0 0 0,0-1 22 0 0,0 0 0 0 0,-1 0 0 0 0,1-1 0 0 0,0 1 0 0 0,0-1 0 0 0,0 0 0 0 0,0 0 0 0 0,1 0 0 0 0,-1 0 0 0 0,5 0 0 0 0,1 0-54 0 0,0-1-1 0 0,0 1 1 0 0,1-2-1 0 0,-1 1 0 0 0,0-2 1 0 0,0 1-1 0 0,9-3 1 0 0,22-10-2010 0 0,-19 6-4576 0 0</inkml:trace>
</inkml:ink>
</file>

<file path=ppt/ink/ink1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30.5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5 104 2761 0 0,'0'0'54'0'0,"0"0"0"0"0,0 0 1 0 0,-1 0-1 0 0,1 0 0 0 0,0 0 1 0 0,0 0-1 0 0,-1 0 0 0 0,1 0 1 0 0,0 1-1 0 0,0-1 0 0 0,0 0 1 0 0,-1 0-1 0 0,1 0 0 0 0,0 0 1 0 0,0 1-1 0 0,0-1 1 0 0,0 0-1 0 0,-1 0 0 0 0,1 0 1 0 0,0 1-1 0 0,0-1 0 0 0,0 0 1 0 0,0 0-1 0 0,0 0 0 0 0,0 1 1 0 0,-1-1-1 0 0,1 0 0 0 0,0 0 1 0 0,0 1-1 0 0,0-1 0 0 0,0 0 1 0 0,0 0-1 0 0,0 1 0 0 0,0-1 1 0 0,0 0-1 0 0,0 0 0 0 0,0 1 1 0 0,0-1-1 0 0,1 1 1 0 0,10 2 2632 0 0,19-6 536 0 0,-27 1-3245 0 0,1 0 0 0 0,-1 0-1 0 0,1-1 1 0 0,-1 1 0 0 0,0-1 0 0 0,0 0 0 0 0,0 0-1 0 0,0 0 1 0 0,-1 0 0 0 0,1 0 0 0 0,-1-1 0 0 0,0 1 0 0 0,0-1-1 0 0,3-5 1 0 0,-4 7 79 0 0,0 0 0 0 0,-1 0-1 0 0,1 0 1 0 0,0 1 0 0 0,-1-1-1 0 0,0 0 1 0 0,1 0 0 0 0,-1 0-1 0 0,0 0 1 0 0,0 0 0 0 0,0 0 0 0 0,0 0-1 0 0,0 1 1 0 0,0-1 0 0 0,-1 0-1 0 0,1 0 1 0 0,0 0 0 0 0,-1 0-1 0 0,0 0 1 0 0,1 1 0 0 0,-1-1 0 0 0,0 0-1 0 0,0 0 1 0 0,0 1 0 0 0,0-1-1 0 0,0 1 1 0 0,-1-1 0 0 0,1 1 0 0 0,0-1-1 0 0,-1 1 1 0 0,1 0 0 0 0,-1 0-1 0 0,-1-2 1 0 0,3 3 92 0 0,-1 0 0 0 0,1 0 0 0 0,0-1-1 0 0,-1 1 1 0 0,1 0 0 0 0,-1 0 0 0 0,1 0 0 0 0,-1-1 0 0 0,1 1 0 0 0,-1 0 0 0 0,1 0-1 0 0,-1 0 1 0 0,1 0 0 0 0,-1 0 0 0 0,1 0 0 0 0,-1 0 0 0 0,1 0 0 0 0,-1 0 0 0 0,1 0-1 0 0,-1 0 1 0 0,1 0 0 0 0,-1 1 0 0 0,1-1 0 0 0,-1 0 0 0 0,1 0 0 0 0,-1 0 0 0 0,1 1-1 0 0,0-1 1 0 0,-1 0 0 0 0,1 0 0 0 0,-1 1 0 0 0,1-1 0 0 0,0 0 0 0 0,-1 1 0 0 0,1-1-1 0 0,0 1 1 0 0,-1-1 0 0 0,1 0 0 0 0,0 1 0 0 0,0-1 0 0 0,-1 1 0 0 0,1-1 0 0 0,0 1-1 0 0,0-1 1 0 0,0 1 0 0 0,0-1 0 0 0,0 1 0 0 0,-1-1 0 0 0,1 1 0 0 0,0-1 0 0 0,0 1-1 0 0,0-1 1 0 0,0 1 0 0 0,1 0 0 0 0,-2 2 2 0 0,1 0 1 0 0,0-1-1 0 0,0 1 0 0 0,0 0 0 0 0,1-1 1 0 0,-1 1-1 0 0,1 0 0 0 0,-1-1 0 0 0,2 4 1 0 0,1-2-107 0 0,0 0 0 0 0,0-1 1 0 0,0 1-1 0 0,1-1 0 0 0,0 0 1 0 0,-1 0-1 0 0,1 0 0 0 0,0 0 1 0 0,0-1-1 0 0,1 1 0 0 0,-1-1 1 0 0,0 0-1 0 0,1 0 0 0 0,0-1 1 0 0,-1 1-1 0 0,7 0 0 0 0,36 7-1078 0 0,-5-6-4612 0 0,-41-3 5493 0 0,27 2-6759 0 0</inkml:trace>
</inkml:ink>
</file>

<file path=ppt/ink/ink1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31.0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63 7834 0 0,'-1'-1'155'0'0,"1"1"0"0"0,0-1 0 0 0,0 1 1 0 0,0 0-1 0 0,-3-4 1242 0 0,3 4-1241 0 0,-1 0-1 0 0,1 0 0 0 0,0-1 0 0 0,-1 1 1 0 0,1 0-1 0 0,-1 0 0 0 0,1 0 0 0 0,0-1 1 0 0,-1 1-1 0 0,1 0 0 0 0,-1 0 1 0 0,1 0-1 0 0,-1 0 0 0 0,1 0 0 0 0,-1 0 1 0 0,1 0-1 0 0,-1 0 0 0 0,1 0 0 0 0,0 0 1 0 0,-1 0-1 0 0,1 0 0 0 0,-2 1 0 0 0,5 17 2606 0 0,15 29-1117 0 0,-18-46-1620 0 0,12 26 669 0 0,2 0 0 0 0,18 27 1 0 0,-28-46-534 0 0,1-2 0 0 0,0 1 1 0 0,0-1-1 0 0,1 1 0 0 0,0-1 1 0 0,0-1-1 0 0,0 1 1 0 0,1-1-1 0 0,-1 0 0 0 0,1-1 1 0 0,1 1-1 0 0,11 4 0 0 0,-17-9-132 0 0,0 1-1 0 0,0-1 0 0 0,-1 0 1 0 0,1 0-1 0 0,0-1 0 0 0,-1 1 1 0 0,1 0-1 0 0,0-1 0 0 0,0 1 1 0 0,-1-1-1 0 0,1 1 0 0 0,-1-1 1 0 0,1 1-1 0 0,0-1 0 0 0,-1 0 1 0 0,0 0-1 0 0,1 0 0 0 0,-1 0 1 0 0,1 0-1 0 0,-1 0 0 0 0,0-1 1 0 0,0 1-1 0 0,0 0 0 0 0,0-1 0 0 0,0 1 1 0 0,0-1-1 0 0,0 1 0 0 0,0-1 1 0 0,0 1-1 0 0,-1-1 0 0 0,2-1 1 0 0,3-9 123 0 0,0 0 1 0 0,7-23-1 0 0,-12 32-118 0 0,16-61-58 0 0,-9 31-83 0 0,11-31 0 0 0,-14 54-1664 0 0,0 0-1 0 0,1 0 1 0 0,11-18-1 0 0</inkml:trace>
</inkml:ink>
</file>

<file path=ppt/ink/ink1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31.4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222 11 1984 0 0,'-2'-1'287'0'0,"0"-1"-1"0"0,0 1 0 0 0,0 0 0 0 0,-1 0 1 0 0,1 0-1 0 0,-1 0 0 0 0,1 1 0 0 0,-1-1 1 0 0,1 0-1 0 0,-1 1 0 0 0,1 0 0 0 0,-1 0 1 0 0,1 0-1 0 0,-1 0 0 0 0,0 0 0 0 0,1 0 1 0 0,-1 1-1 0 0,-3 0 0 0 0,-47 14 3492 0 0,46-11-3396 0 0,1-1-1 0 0,-1 1 1 0 0,1 0 0 0 0,0 0 0 0 0,0 1-1 0 0,0-1 1 0 0,1 1 0 0 0,-1 1-1 0 0,1-1 1 0 0,0 1 0 0 0,1 0-1 0 0,-8 11 1 0 0,7-8-193 0 0,0 1-1 0 0,0 0 1 0 0,1 0-1 0 0,0 0 1 0 0,1 1-1 0 0,0 0 1 0 0,0-1-1 0 0,0 13 1 0 0,2-22-189 0 0,1 1-1 0 0,-1 0 1 0 0,1-1 0 0 0,0 1 0 0 0,0 0-1 0 0,0-1 1 0 0,0 1 0 0 0,0 0-1 0 0,0-1 1 0 0,0 1 0 0 0,0 0 0 0 0,1-1-1 0 0,-1 1 1 0 0,1 0 0 0 0,-1-1 0 0 0,1 1-1 0 0,0-1 1 0 0,-1 1 0 0 0,1-1 0 0 0,0 1-1 0 0,0-1 1 0 0,0 0 0 0 0,0 1 0 0 0,0-1-1 0 0,1 0 1 0 0,-1 0 0 0 0,0 0 0 0 0,0 0-1 0 0,1 0 1 0 0,-1 0 0 0 0,1 0 0 0 0,-1 0-1 0 0,1-1 1 0 0,-1 1 0 0 0,1 0 0 0 0,0-1-1 0 0,-1 1 1 0 0,1-1 0 0 0,-1 0-1 0 0,1 0 1 0 0,0 1 0 0 0,2-1 0 0 0,2-1-43 0 0,0 1 1 0 0,-1-1-1 0 0,1 0 1 0 0,-1-1-1 0 0,1 1 1 0 0,-1-1-1 0 0,1 0 0 0 0,-1 0 1 0 0,0-1-1 0 0,0 0 1 0 0,6-4-1 0 0,2-3-86 0 0,-1-1 0 0 0,0 0-1 0 0,14-18 1 0 0,-14 15 331 0 0,1 0 0 0 0,15-12 1 0 0,-28 26-171 0 0,1 0 0 0 0,-1-1 0 0 0,1 1 0 0 0,-1-1 0 0 0,1 1 0 0 0,-1 0 0 0 0,1-1 1 0 0,-1 1-1 0 0,1 0 0 0 0,-1 0 0 0 0,1 0 0 0 0,0-1 0 0 0,-1 1 0 0 0,1 0 0 0 0,-1 0 0 0 0,1 0 0 0 0,-1 0 0 0 0,1 0 1 0 0,0 0-1 0 0,-1 0 0 0 0,1 0 0 0 0,-1 0 0 0 0,1 0 0 0 0,0 0 0 0 0,-1 1 0 0 0,1-1 0 0 0,-1 0 0 0 0,1 0 1 0 0,-1 0-1 0 0,1 1 0 0 0,-1-1 0 0 0,1 0 0 0 0,-1 1 0 0 0,1-1 0 0 0,-1 0 0 0 0,1 1 0 0 0,-1-1 0 0 0,0 1 0 0 0,1-1 1 0 0,-1 1-1 0 0,1-1 0 0 0,-1 1 0 0 0,0-1 0 0 0,0 1 0 0 0,1-1 0 0 0,-1 1 0 0 0,0-1 0 0 0,0 2 0 0 0,11 36 243 0 0,-6-18-653 0 0,1-8-1099 0 0</inkml:trace>
</inkml:ink>
</file>

<file path=ppt/ink/ink1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31.6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55 12 3225 0 0,'0'-1'91'0'0,"-1"1"0"0"0,1-1 0 0 0,-1 0 1 0 0,1 0-1 0 0,-1 1 0 0 0,0-1 0 0 0,1 0 0 0 0,-1 1 1 0 0,0-1-1 0 0,0 0 0 0 0,1 1 0 0 0,-1-1 0 0 0,0 1 1 0 0,0-1-1 0 0,0 1 0 0 0,0 0 0 0 0,1-1 0 0 0,-1 1 1 0 0,0 0-1 0 0,0 0 0 0 0,0-1 0 0 0,0 1 1 0 0,0 0-1 0 0,0 0 0 0 0,0 0 0 0 0,0 0 0 0 0,0 0 1 0 0,0 0-1 0 0,0 1 0 0 0,0-1 0 0 0,-1 0 0 0 0,0 2 224 0 0,1-1-1 0 0,-1 1 1 0 0,0-1-1 0 0,1 1 0 0 0,-1-1 1 0 0,1 1-1 0 0,-1 0 1 0 0,1 0-1 0 0,0 0 0 0 0,0-1 1 0 0,0 1-1 0 0,0 0 1 0 0,-1 4-1 0 0,0 1 41 0 0,0-1-1 0 0,1 0 1 0 0,0 1 0 0 0,0-1 0 0 0,1 0 0 0 0,0 1-1 0 0,0-1 1 0 0,0 1 0 0 0,1-1 0 0 0,0 0-1 0 0,2 8 1 0 0,4 13 606 0 0,14 34 0 0 0,-8-27-153 0 0,25 89 1038 0 0,39 106-2080 0 0,-68-210-4454 0 0,1-3-1534 0 0</inkml:trace>
</inkml:ink>
</file>

<file path=ppt/ink/ink1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32.3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0 11058 0 0,'-1'5'5794'0'0,"-2"20"-3338"0"0,5-2-1896 0 0,1 1-1 0 0,10 40 1 0 0,-10-54-586 0 0,0 0 1 0 0,1 0-1 0 0,0 0 0 0 0,1 0 1 0 0,0-1-1 0 0,0 0 1 0 0,1 0-1 0 0,10 13 0 0 0,-15-21-4 0 0,0 0-1 0 0,0 0 0 0 0,0 0 1 0 0,0 0-1 0 0,0 0 0 0 0,0 0 0 0 0,1 0 1 0 0,-1 0-1 0 0,0-1 0 0 0,1 1 0 0 0,-1 0 1 0 0,0-1-1 0 0,1 1 0 0 0,-1-1 1 0 0,1 0-1 0 0,-1 1 0 0 0,1-1 0 0 0,-1 0 1 0 0,1 0-1 0 0,-1 0 0 0 0,1 0 0 0 0,-1 0 1 0 0,3-1-1 0 0,-1 1-69 0 0,0-2 0 0 0,0 1 0 0 0,0 0 0 0 0,-1 0 0 0 0,1-1 0 0 0,0 0 0 0 0,-1 1 0 0 0,1-1 0 0 0,-1 0 0 0 0,0 0 0 0 0,2-3 0 0 0,4-3-228 0 0,-2 0-1 0 0,1-1 0 0 0,-1 0 1 0 0,-1 0-1 0 0,8-17 1 0 0,5-37-477 0 0,-16 52 1075 0 0,1-1 0 0 0,0 1 0 0 0,0 0-1 0 0,1 1 1 0 0,1-1 0 0 0,6-12 0 0 0,-10 24-157 0 0,0-1 0 0 0,0 1 0 0 0,-1-1 0 0 0,1 1 0 0 0,0-1 0 0 0,-1 1 0 0 0,1 0 0 0 0,0-1 0 0 0,-1 1 0 0 0,1 0 0 0 0,-1-1 0 0 0,1 1 0 0 0,-1 0 0 0 0,0 0 0 0 0,1-1 0 0 0,-1 1 0 0 0,0 0 0 0 0,1 0 0 0 0,-1 0 0 0 0,0 0 0 0 0,0-1 0 0 0,0 1 0 0 0,0 0 0 0 0,1 0 0 0 0,-2 1 0 0 0,10 30 400 0 0,-8-26-528 0 0,1 9-203 0 0,1 0 0 0 0,1 0 0 0 0,0 0-1 0 0,1 0 1 0 0,10 20 0 0 0</inkml:trace>
</inkml:ink>
</file>

<file path=ppt/ink/ink1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32.6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0 221 5985 0 0,'7'-4'412'0'0,"0"0"0"0"0,0 0 0 0 0,0-1-1 0 0,-1 1 1 0 0,0-1 0 0 0,9-10 0 0 0,0 1 373 0 0,48-46 2810 0 0,-57 54-3317 0 0,-1-1 0 0 0,0 1 1 0 0,0-1-1 0 0,-1 0 0 0 0,0 0 1 0 0,0 0-1 0 0,-1-1 0 0 0,5-12 1 0 0,-8 19-252 0 0,1 0 1 0 0,-1 0-1 0 0,0 0 1 0 0,1 0-1 0 0,-1 0 1 0 0,0 0 0 0 0,0 0-1 0 0,0 0 1 0 0,0 0-1 0 0,0 0 1 0 0,0 0-1 0 0,0 0 1 0 0,0 0-1 0 0,0 0 1 0 0,-1 0-1 0 0,1 0 1 0 0,0 0 0 0 0,0 0-1 0 0,-1 0 1 0 0,1 0-1 0 0,-1 1 1 0 0,1-1-1 0 0,-1 0 1 0 0,1 0-1 0 0,-1 0 1 0 0,0 0-1 0 0,1 1 1 0 0,-1-1 0 0 0,0 0-1 0 0,-1 0 1 0 0,1 1 20 0 0,0-1-1 0 0,0 1 1 0 0,-1 0 0 0 0,1 0 0 0 0,0 0 0 0 0,0 0 0 0 0,-1 0 0 0 0,1 0 0 0 0,0 0 0 0 0,0 1-1 0 0,0-1 1 0 0,-1 0 0 0 0,1 1 0 0 0,0-1 0 0 0,0 1 0 0 0,0-1 0 0 0,0 1 0 0 0,0-1 0 0 0,0 1-1 0 0,0 0 1 0 0,0 0 0 0 0,0-1 0 0 0,0 1 0 0 0,0 0 0 0 0,-1 1 0 0 0,-5 6 93 0 0,0 1 0 0 0,1 0-1 0 0,0 0 1 0 0,0 0 0 0 0,0 0 0 0 0,1 1 0 0 0,1 0 0 0 0,-6 19 0 0 0,8-23-116 0 0,1-1 0 0 0,0 0 1 0 0,0 0-1 0 0,1 1 0 0 0,-1-1 1 0 0,1 0-1 0 0,0 1 0 0 0,1-1 1 0 0,0 6-1 0 0,0-8-30 0 0,0 0 0 0 0,0 0 0 0 0,0-1 0 0 0,0 1 0 0 0,0 0-1 0 0,1 0 1 0 0,-1-1 0 0 0,1 1 0 0 0,0-1 0 0 0,0 0 0 0 0,0 1 0 0 0,0-1 0 0 0,0 0 0 0 0,0 0 0 0 0,0 0 0 0 0,6 3 0 0 0,-4-3-305 0 0,0 0 1 0 0,0-1 0 0 0,1 0-1 0 0,-1 1 1 0 0,1-1-1 0 0,-1-1 1 0 0,1 1 0 0 0,-1-1-1 0 0,7 1 1 0 0,11-2-5634 0 0</inkml:trace>
</inkml:ink>
</file>

<file path=ppt/ink/ink1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32.8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195 16 4609 0 0,'0'0'130'0'0,"0"0"0"0"0,0-1 1 0 0,1 1-1 0 0,-1-1 0 0 0,0 1 0 0 0,0-1 0 0 0,0 1 1 0 0,0 0-1 0 0,0-1 0 0 0,-1 1 0 0 0,1-1 1 0 0,0 1-1 0 0,0-1 0 0 0,0 1 0 0 0,0 0 0 0 0,0-1 1 0 0,0 1-1 0 0,-1-1 0 0 0,1 1 0 0 0,0 0 0 0 0,0-1 1 0 0,-1 1-1 0 0,1 0 0 0 0,0-1 0 0 0,-1 1 1 0 0,1 0-1 0 0,0-1 0 0 0,-1 1 0 0 0,1 0 0 0 0,0 0 1 0 0,-1-1-1 0 0,1 1 0 0 0,-1 0 0 0 0,1 0 0 0 0,-22-3 3480 0 0,15 3-2668 0 0,0 1 0 0 0,1 0 0 0 0,-1 0 0 0 0,-10 4 0 0 0,7-1-668 0 0,1 1 0 0 0,0 1 0 0 0,0 0 0 0 0,1 0 0 0 0,0 1-1 0 0,0 0 1 0 0,0 0 0 0 0,-7 9 0 0 0,11-11-223 0 0,0-1 1 0 0,1 1-1 0 0,-1 0 0 0 0,1 0 1 0 0,0 0-1 0 0,0 0 0 0 0,1 0 1 0 0,-1 1-1 0 0,1-1 0 0 0,0 1 1 0 0,1 0-1 0 0,-1-1 0 0 0,1 1 1 0 0,0 0-1 0 0,0 10 0 0 0,2-12-48 0 0,0 0-1 0 0,0-1 0 0 0,0 1 1 0 0,0 0-1 0 0,1-1 0 0 0,-1 1 1 0 0,1-1-1 0 0,0 0 0 0 0,0 0 0 0 0,0 0 1 0 0,1 0-1 0 0,-1 0 0 0 0,1 0 1 0 0,0 0-1 0 0,-1-1 0 0 0,1 1 1 0 0,5 2-1 0 0,7 5-48 0 0,0-1 1 0 0,26 11 0 0 0,-1 0 51 0 0,-35-18-34 0 0,1 2 20 0 0,-1-1 1 0 0,1 0-1 0 0,-1 1 0 0 0,0 0 1 0 0,10 10-1 0 0,-15-14-2 0 0,1 1-1 0 0,-1 0 1 0 0,1 0 0 0 0,-1-1-1 0 0,1 1 1 0 0,-1 0 0 0 0,1 0-1 0 0,-1 0 1 0 0,0-1 0 0 0,0 1-1 0 0,1 0 1 0 0,-1 0 0 0 0,0 0-1 0 0,0 0 1 0 0,0 0 0 0 0,0-1-1 0 0,0 1 1 0 0,0 0 0 0 0,0 0 0 0 0,-1 1-1 0 0,1 0-28 0 0,-1-1-1 0 0,0 1 1 0 0,0-1-1 0 0,0 1 1 0 0,0-1-1 0 0,0 0 1 0 0,0 0-1 0 0,0 0 1 0 0,-1 1-1 0 0,1-1 1 0 0,0 0-1 0 0,-1-1 1 0 0,1 1 0 0 0,-1 0-1 0 0,-1 1 1 0 0,-12 6-679 0 0</inkml:trace>
</inkml:ink>
</file>

<file path=ppt/ink/ink1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33.4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65 69 10594 0 0,'-1'-2'210'0'0,"1"1"0"0"0,-1 0 0 0 0,1 0 0 0 0,-1 0 0 0 0,1 0 0 0 0,-1 0 0 0 0,0 0 0 0 0,1 0 0 0 0,-1 0 0 0 0,0 0 0 0 0,0 0 0 0 0,0 0 0 0 0,0 0 0 0 0,0 1 0 0 0,0-1 1 0 0,0 0-1 0 0,0 1 0 0 0,0-1 0 0 0,0 0 0 0 0,0 1 0 0 0,0 0 0 0 0,-1-1 0 0 0,1 1 0 0 0,0 0 0 0 0,0-1 0 0 0,0 1 0 0 0,-1 0 0 0 0,1 0 0 0 0,0 0 0 0 0,0 0 0 0 0,-1 0 0 0 0,1 0 0 0 0,0 0 0 0 0,0 1 0 0 0,0-1 0 0 0,-1 0 0 0 0,1 1 0 0 0,0-1 0 0 0,-1 1 0 0 0,0 1-101 0 0,0-1-1 0 0,0 0 1 0 0,1 1-1 0 0,-1-1 1 0 0,1 1 0 0 0,-1-1-1 0 0,1 1 1 0 0,0 0 0 0 0,-1 0-1 0 0,1-1 1 0 0,0 1 0 0 0,0 0-1 0 0,0 0 1 0 0,1 0 0 0 0,-1 0-1 0 0,0 0 1 0 0,1 0 0 0 0,-1 0-1 0 0,1 1 1 0 0,0-1 0 0 0,0 0-1 0 0,0 4 1 0 0,1 2-85 0 0,0-1 1 0 0,1 1 0 0 0,0 0-1 0 0,1-1 1 0 0,-1 1-1 0 0,2-1 1 0 0,-1 0-1 0 0,1 0 1 0 0,0 0 0 0 0,0 0-1 0 0,1-1 1 0 0,0 0-1 0 0,0 0 1 0 0,10 9-1 0 0,-9-9-5 0 0,0-1 1 0 0,0 0-1 0 0,0 0 0 0 0,0 0 0 0 0,1-1 0 0 0,0 0 0 0 0,0-1 0 0 0,0 1 0 0 0,0-1 0 0 0,1-1 0 0 0,-1 1 0 0 0,1-1 1 0 0,0-1-1 0 0,13 2 0 0 0,-19-3-18 0 0,0 0 0 0 0,0 0 0 0 0,0 0 0 0 0,0 0 0 0 0,-1-1 0 0 0,1 1 0 0 0,0-1 0 0 0,0 1 0 0 0,0-1 0 0 0,-1 1 0 0 0,1-1 0 0 0,0 0 0 0 0,-1 0 0 0 0,1 0 0 0 0,-1 0 0 0 0,1 0 0 0 0,-1 0 0 0 0,0-1 0 0 0,1 1 0 0 0,-1 0 0 0 0,1-2 0 0 0,0 0 3 0 0,0 0 1 0 0,-1 0 0 0 0,0 0-1 0 0,1-1 1 0 0,-1 1-1 0 0,0 0 1 0 0,-1-1 0 0 0,1 1-1 0 0,0 0 1 0 0,-1-6-1 0 0,0-4 12 0 0,-1 1-1 0 0,0-1 1 0 0,0 1-1 0 0,-2 0 1 0 0,-3-14-1 0 0,4 19-6 0 0,-1-1 0 0 0,0 0-1 0 0,0 1 1 0 0,-1 0 0 0 0,0 0 0 0 0,0 0-1 0 0,-1 0 1 0 0,0 1 0 0 0,0-1 0 0 0,0 1-1 0 0,-10-8 1 0 0,11 11-117 0 0,0 0 0 0 0,0 0 0 0 0,0 0 0 0 0,-1 1 0 0 0,1 0 0 0 0,-1-1 1 0 0,0 1-1 0 0,1 1 0 0 0,-1-1 0 0 0,0 1 0 0 0,0 0 0 0 0,0 0 0 0 0,0 0 0 0 0,-1 1 0 0 0,1 0 0 0 0,0 0 0 0 0,0 0 0 0 0,0 1 0 0 0,-6 0 0 0 0,-8 5-1236 0 0</inkml:trace>
</inkml:ink>
</file>

<file path=ppt/ink/ink1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33.6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219 32 5529 0 0,'0'-1'66'0'0,"0"0"-1"0"0,0 0 0 0 0,1 0 1 0 0,-1 0-1 0 0,0 0 1 0 0,0-1-1 0 0,0 1 1 0 0,0 0-1 0 0,-1 0 0 0 0,1 0 1 0 0,0 0-1 0 0,0 0 1 0 0,-1 0-1 0 0,1 0 0 0 0,0 0 1 0 0,-1 0-1 0 0,1 0 1 0 0,-1 0-1 0 0,1 0 1 0 0,-1 0-1 0 0,0 1 0 0 0,1-1 1 0 0,-1 0-1 0 0,0 0 1 0 0,0 1-1 0 0,0-1 1 0 0,1 0-1 0 0,-1 1 0 0 0,0-1 1 0 0,0 1-1 0 0,0-1 1 0 0,0 1-1 0 0,0-1 0 0 0,0 1 1 0 0,0-1-1 0 0,0 1 1 0 0,0 0-1 0 0,0 0 1 0 0,0 0-1 0 0,0 0 0 0 0,0 0 1 0 0,0 0-1 0 0,-3 0 1 0 0,0 0 227 0 0,0-1 1 0 0,0 2-1 0 0,0-1 1 0 0,0 0-1 0 0,0 1 0 0 0,0 0 1 0 0,0 0-1 0 0,0 0 1 0 0,0 0-1 0 0,0 1 1 0 0,-4 2-1 0 0,-2 3 16 0 0,0 1 0 0 0,1 0 0 0 0,0 0 0 0 0,1 1 0 0 0,0 1 0 0 0,0-1 0 0 0,1 1 0 0 0,0 1 0 0 0,-9 17 0 0 0,8-12-120 0 0,0 1 1 0 0,1 0 0 0 0,1 1-1 0 0,1-1 1 0 0,-6 34 0 0 0,10-37-168 0 0,0-1-1 0 0,1 0 1 0 0,1 1 0 0 0,0-1 0 0 0,1 0 0 0 0,0 0 0 0 0,1 0 0 0 0,1 0-1 0 0,0 0 1 0 0,0-1 0 0 0,1 1 0 0 0,12 18 0 0 0,7 9-207 0 0,2-1 1 0 0,41 46 0 0 0,10 14-2500 0 0,-61-76 2419 0 0,-3-3 233 0 0</inkml:trace>
</inkml:ink>
</file>

<file path=ppt/ink/ink1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33.8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6 197 6913 0 0,'-1'-1'39'0'0,"0"-1"-1"0"0,0 0 1 0 0,1 0-1 0 0,-1 0 1 0 0,1 0-1 0 0,-1 0 1 0 0,1 0-1 0 0,0 0 0 0 0,0 0 1 0 0,0 0-1 0 0,0 0 1 0 0,0 0-1 0 0,0 0 1 0 0,1 0-1 0 0,-1 0 0 0 0,1 0 1 0 0,-1 0-1 0 0,1 0 1 0 0,0 0-1 0 0,0 0 1 0 0,0 0-1 0 0,0 1 1 0 0,0-1-1 0 0,1-2 0 0 0,4-1 92 0 0,-1 0-1 0 0,0 0 1 0 0,1 1-1 0 0,0-1 0 0 0,10-4 1 0 0,-11 6 30 0 0,26-14 94 0 0,2 1 0 0 0,0 2 0 0 0,1 1 0 0 0,0 2 0 0 0,39-8 0 0 0,-32 8-187 0 0,-9 2-67 0 0</inkml:trace>
</inkml:ink>
</file>

<file path=ppt/ink/ink1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34.62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149 124 9674 0 0,'-3'-2'283'0'0,"1"0"-1"0"0,0 0 0 0 0,0 0 1 0 0,-1 0-1 0 0,1 0 1 0 0,-1 0-1 0 0,1 1 1 0 0,-1-1-1 0 0,0 1 1 0 0,0 0-1 0 0,0 0 1 0 0,0 0-1 0 0,1 0 1 0 0,-1 0-1 0 0,0 1 0 0 0,0-1 1 0 0,-1 1-1 0 0,1 0 1 0 0,0 0-1 0 0,0 0 1 0 0,0 0-1 0 0,0 1 1 0 0,0-1-1 0 0,0 1 1 0 0,0 0-1 0 0,-3 1 1 0 0,2 0-130 0 0,0 0 0 0 0,0 0 0 0 0,1 0-1 0 0,-1 1 1 0 0,1 0 0 0 0,0-1 0 0 0,-1 1 0 0 0,1 1 0 0 0,0-1 0 0 0,1 0 0 0 0,-1 1 0 0 0,1-1 0 0 0,-1 1 0 0 0,1 0 0 0 0,0 0 0 0 0,1 0 0 0 0,-1 0 0 0 0,-1 4 0 0 0,-1 10-80 0 0,0-1 0 0 0,1 1 1 0 0,1 0-1 0 0,1 0 0 0 0,1 0 1 0 0,2 29-1 0 0,2-18-81 0 0,1 0 0 0 0,0-1 0 0 0,14 38 0 0 0,-12-48 0 0 0,1 0 0 0 0,0-1 0 0 0,2 0 0 0 0,0 0 0 0 0,0-1 0 0 0,22 25 0 0 0,-21-30 63 0 0,-1 1 0 0 0,1-2 0 0 0,1 0 0 0 0,0 0-1 0 0,0-1 1 0 0,1 0 0 0 0,0-1 0 0 0,28 12 0 0 0,-37-19-24 0 0,0 1-1 0 0,0-1 1 0 0,0 0 0 0 0,1 0-1 0 0,-1 0 1 0 0,0-1 0 0 0,1 1-1 0 0,-1-1 1 0 0,0 0 0 0 0,1 0-1 0 0,-1-1 1 0 0,0 1 0 0 0,0-1-1 0 0,1 0 1 0 0,-1 0 0 0 0,0 0-1 0 0,0-1 1 0 0,5-2 0 0 0,-3 1-17 0 0,-1-1 1 0 0,1 0 0 0 0,-1 0 0 0 0,0-1 0 0 0,0 1-1 0 0,-1-1 1 0 0,1 0 0 0 0,-1-1 0 0 0,0 1-1 0 0,6-11 1 0 0,-2-1 4 0 0,0 0 1 0 0,-1 0-1 0 0,-1-1 1 0 0,-1 1-1 0 0,0-1 0 0 0,-1-1 1 0 0,2-31-1 0 0,-5 28 13 0 0,-2 1 1 0 0,-1-1-1 0 0,0 1 0 0 0,-1-1 1 0 0,-2 1-1 0 0,0 0 0 0 0,-1 0 1 0 0,-1 1-1 0 0,-16-32 0 0 0,10 27-145 0 0,0 1 1 0 0,-2 0-1 0 0,-1 1 0 0 0,-1 1 0 0 0,0 1 0 0 0,-2 0 0 0 0,-22-18 0 0 0,8 14-1050 0 0,11 12-4589 0 0</inkml:trace>
</inkml:ink>
</file>

<file path=ppt/ink/ink1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34.9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168 44 6449 0 0,'-3'-4'635'0'0,"1"1"0"0"0,-1-1 0 0 0,0 0 0 0 0,-1 1-1 0 0,1 0 1 0 0,0 0 0 0 0,-1 0 0 0 0,0 0 0 0 0,0 0 0 0 0,0 1-1 0 0,-8-4 1 0 0,9 5-402 0 0,0 1 0 0 0,1-1 0 0 0,-1 1 0 0 0,0 0 0 0 0,0 0 0 0 0,1 0 0 0 0,-1 0 0 0 0,0 1 0 0 0,0-1 0 0 0,1 1 0 0 0,-1 0 1 0 0,0-1-1 0 0,1 1 0 0 0,-1 0 0 0 0,1 1 0 0 0,-1-1 0 0 0,1 0 0 0 0,0 1 0 0 0,-1-1 0 0 0,1 1 0 0 0,0 0 0 0 0,-2 2 0 0 0,-1 0-119 0 0,-1 1 0 0 0,2 0 0 0 0,-1 1-1 0 0,0-1 1 0 0,1 1 0 0 0,0 0 0 0 0,1 0 0 0 0,-1 0 0 0 0,1 1 0 0 0,0-1 0 0 0,0 1 0 0 0,1-1 0 0 0,0 1-1 0 0,-1 10 1 0 0,2-12-111 0 0,0-1-1 0 0,1 0 0 0 0,0 1 1 0 0,0-1-1 0 0,0 1 0 0 0,1-1 1 0 0,0 1-1 0 0,0-1 0 0 0,0 1 1 0 0,0-1-1 0 0,0 0 0 0 0,1 0 1 0 0,0 1-1 0 0,0-1 0 0 0,0-1 1 0 0,0 1-1 0 0,1 0 0 0 0,-1 0 1 0 0,1-1-1 0 0,0 1 0 0 0,0-1 1 0 0,1 0-1 0 0,5 4 0 0 0,29 15-45 0 0,-32-19 29 0 0,0 0 0 0 0,0 0 0 0 0,-1 0 0 0 0,1 0 0 0 0,-1 1 0 0 0,1 0 0 0 0,-1 0 0 0 0,0 1 0 0 0,-1 0 0 0 0,1-1 0 0 0,5 9 0 0 0,-10-12 15 0 0,0 1-1 0 0,0-1 1 0 0,0 0-1 0 0,0 1 0 0 0,0-1 1 0 0,0 1-1 0 0,0-1 0 0 0,0 1 1 0 0,0-1-1 0 0,-1 0 0 0 0,1 1 1 0 0,-1-1-1 0 0,1 1 0 0 0,-1-1 1 0 0,1 0-1 0 0,-1 0 0 0 0,0 1 1 0 0,0-1-1 0 0,0 0 0 0 0,1 0 1 0 0,-1 0-1 0 0,0 0 0 0 0,-1 0 1 0 0,1 0-1 0 0,0 0 0 0 0,0 0 1 0 0,0 0-1 0 0,0-1 0 0 0,-1 1 1 0 0,1 0-1 0 0,-2 0 0 0 0,-42 22-183 0 0,2-9-1530 0 0,19-8-5147 0 0</inkml:trace>
</inkml:ink>
</file>

<file path=ppt/ink/ink1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35.7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715 150 8290 0 0,'6'-14'1309'0'0,"3"-8"849"0"0,0-1 0 0 0,-2 0 0 0 0,8-37 0 0 0,-15 60-2121 0 0,0-1 0 0 0,0 1 1 0 0,0 0-1 0 0,0 0 0 0 0,0 0 1 0 0,0-1-1 0 0,0 1 0 0 0,1 0 1 0 0,-1 0-1 0 0,0 0 0 0 0,0-1 1 0 0,0 1-1 0 0,0 0 0 0 0,0 0 1 0 0,0-1-1 0 0,0 1 1 0 0,-1 0-1 0 0,1 0 0 0 0,0 0 1 0 0,0-1-1 0 0,0 1 0 0 0,0 0 1 0 0,0 0-1 0 0,0 0 0 0 0,0-1 1 0 0,0 1-1 0 0,0 0 0 0 0,-1 0 1 0 0,1 0-1 0 0,0 0 0 0 0,0 0 1 0 0,0-1-1 0 0,0 1 0 0 0,-1 0 1 0 0,1 0-1 0 0,0 0 1 0 0,0 0-1 0 0,0 0 0 0 0,-1 0 1 0 0,1 0-1 0 0,0-1 0 0 0,0 1 1 0 0,-1 0-1 0 0,-9 6 880 0 0,-9 12-227 0 0,3 8-516 0 0,1 1 0 0 0,2 1 0 0 0,1 0 0 0 0,1 1 0 0 0,-9 40 0 0 0,5-20-121 0 0,-184 692 57 0 0,83-279-65 0 0,87-365-32 0 0,-3-2-1 0 0,-5-2 1 0 0,-3-1 0 0 0,-62 101 0 0 0,39-76-537 0 0,56-101-48 0 0</inkml:trace>
</inkml:ink>
</file>

<file path=ppt/ink/ink1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36.0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36 75 5065 0 0,'10'-34'2679'0'0,"3"-7"8084"0"0,-19 59-7260 0 0,2 16-2632 0 0,0-2-628 0 0,-13 52 90 0 0,-8 125 0 0 0,22-171-424 0 0,3 0 1 0 0,1 1-1 0 0,2-1 0 0 0,2 0 0 0 0,15 63 0 0 0,4-39-2083 0 0,-16-47 315 0 0</inkml:trace>
</inkml:ink>
</file>

<file path=ppt/ink/ink1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36.5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214 5 3225 0 0,'4'-4'5960'0'0,"-25"10"-2850"0"0,10-2-2118 0 0,1 0 1 0 0,-1 1 0 0 0,-12 8 0 0 0,17-9-757 0 0,1 1-1 0 0,-1 0 1 0 0,1 0-1 0 0,0 1 1 0 0,0 0-1 0 0,1 0 1 0 0,0 0-1 0 0,0 0 1 0 0,0 0 0 0 0,1 1-1 0 0,0 0 1 0 0,0-1-1 0 0,1 1 1 0 0,0 0-1 0 0,-3 13 1 0 0,5-15-174 0 0,0 0 1 0 0,0 0-1 0 0,0 0 0 0 0,0 0 1 0 0,1 0-1 0 0,-1 0 1 0 0,1 0-1 0 0,1 0 0 0 0,-1 0 1 0 0,1-1-1 0 0,0 1 1 0 0,0 0-1 0 0,0-1 1 0 0,0 1-1 0 0,1-1 0 0 0,0 0 1 0 0,0 0-1 0 0,0 0 1 0 0,0 0-1 0 0,1 0 0 0 0,0-1 1 0 0,-1 0-1 0 0,7 5 1 0 0,3 1 14 0 0,-4-3 6 0 0,0 0 0 0 0,0 0 0 0 0,-1 1 0 0 0,0 1 0 0 0,12 14 0 0 0,-18-20-54 0 0,-1 0 0 0 0,0-1-1 0 0,0 1 1 0 0,0 0 0 0 0,-1 0 0 0 0,1 0 0 0 0,0 0-1 0 0,-1 0 1 0 0,1 0 0 0 0,-1 0 0 0 0,1 0 0 0 0,-1 0 0 0 0,0 0-1 0 0,0 0 1 0 0,0 0 0 0 0,0 1 0 0 0,0-1 0 0 0,-1 0-1 0 0,1 0 1 0 0,-1 0 0 0 0,1 0 0 0 0,-1 0 0 0 0,0 0 0 0 0,0 0-1 0 0,0-1 1 0 0,0 1 0 0 0,0 0 0 0 0,0 0 0 0 0,0 0 0 0 0,0-1-1 0 0,-1 1 1 0 0,1-1 0 0 0,-1 1 0 0 0,1-1 0 0 0,-1 0-1 0 0,-2 2 1 0 0,-3 2 92 0 0,0 0-1 0 0,-1 0 0 0 0,1 0 1 0 0,-1-1-1 0 0,0-1 1 0 0,0 1-1 0 0,-1-1 1 0 0,1-1-1 0 0,-1 1 0 0 0,-10 0 1 0 0,8-1-536 0 0,-1-1 0 0 0,1 0 0 0 0,-1-1 1 0 0,-13-1-1 0 0,5-2-7639 0 0</inkml:trace>
</inkml:ink>
</file>

<file path=ppt/ink/ink1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43.1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33 1 6913 0 0,'-2'1'274'0'0,"0"1"-1"0"0,1-1 1 0 0,-1 1-1 0 0,0-1 0 0 0,1 1 1 0 0,0 0-1 0 0,-1 0 0 0 0,1 0 1 0 0,0 0-1 0 0,0 0 0 0 0,0 0 1 0 0,0 0-1 0 0,0 0 1 0 0,0 0-1 0 0,1 0 0 0 0,-1 0 1 0 0,1 1-1 0 0,-1 2 0 0 0,-3 51 1320 0 0,3-36-993 0 0,-4 207 1194 0 0,7-168-2855 0 0,19 108 0 0 0,-18-151 276 0 0</inkml:trace>
</inkml:ink>
</file>

<file path=ppt/ink/ink1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43.7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617 162 4145 0 0,'-7'-8'571'0'0,"-1"0"-1"0"0,1 0 1 0 0,-1 0 0 0 0,-1 1-1 0 0,1 0 1 0 0,-1 1-1 0 0,0 0 1 0 0,-1 1 0 0 0,0 0-1 0 0,0 0 1 0 0,-15-5 0 0 0,13 6-74 0 0,-1 0 1 0 0,0 1 0 0 0,0 0 0 0 0,0 1-1 0 0,0 0 1 0 0,0 1 0 0 0,-1 1 0 0 0,1 0-1 0 0,-15 2 1 0 0,13 2-208 0 0,0 0-1 0 0,1 0 1 0 0,0 2-1 0 0,0-1 1 0 0,0 2-1 0 0,1 0 0 0 0,0 1 1 0 0,0 0-1 0 0,1 1 1 0 0,0 0-1 0 0,0 1 1 0 0,1 0-1 0 0,0 1 1 0 0,-15 21-1 0 0,9-10-176 0 0,2 0-1 0 0,0 1 0 0 0,2 1 0 0 0,0 1 0 0 0,1 0 0 0 0,2 0 1 0 0,-9 35-1 0 0,10-20-116 0 0,1 0 0 0 0,3 0 1 0 0,1 0-1 0 0,2 1 0 0 0,2-1 0 0 0,1 1 1 0 0,3-1-1 0 0,1 1 0 0 0,11 42 1 0 0,-8-57-27 0 0,2 1 1 0 0,0-1-1 0 0,2-1 1 0 0,1 0-1 0 0,1-1 1 0 0,0 0 0 0 0,2-1-1 0 0,1-1 1 0 0,1 0-1 0 0,1-2 1 0 0,0 0 0 0 0,2-1-1 0 0,0-1 1 0 0,1-1-1 0 0,1 0 1 0 0,1-2 0 0 0,30 15-1 0 0,-41-25 24 0 0,1 1 1 0 0,0-2-1 0 0,1 0 1 0 0,-1-1-1 0 0,1 0 1 0 0,0-1-1 0 0,-1 0 0 0 0,1-2 1 0 0,0 1-1 0 0,15-3 1 0 0,-19 1 7 0 0,0-1 0 0 0,-1 0 0 0 0,1-1-1 0 0,-1 0 1 0 0,1 0 0 0 0,-1-1 0 0 0,0-1 0 0 0,0 1 0 0 0,-1-2 0 0 0,1 1 0 0 0,-1-1 0 0 0,0-1 0 0 0,-1 0 0 0 0,10-10 0 0 0,15-22 360 0 0,-2-2 0 0 0,-2-2 0 0 0,-2 0 0 0 0,32-69 0 0 0,-46 85-276 0 0,-1 0 0 0 0,-1-1 0 0 0,-2 0 0 0 0,-1-1 0 0 0,-1 0 0 0 0,-1-1 1 0 0,-2 1-1 0 0,0-1 0 0 0,-3 0 0 0 0,0 0 0 0 0,-2 0 0 0 0,-1 0 0 0 0,-1 1 0 0 0,-2-1 1 0 0,-1 1-1 0 0,-1 0 0 0 0,-2 0 0 0 0,0 1 0 0 0,-2 0 0 0 0,-16-27 0 0 0,4 10-72 0 0,-56-78 0 0 0,68 108-17 0 0,0 1 0 0 0,-1 0 0 0 0,-1 1 0 0 0,0 1 0 0 0,0 0 0 0 0,-1 1 0 0 0,-1 0 0 0 0,-30-16 1 0 0,42 26-80 0 0,0-1 0 0 0,-1 0 0 0 0,1 1 0 0 0,-1 0 0 0 0,1-1 0 0 0,-1 1 0 0 0,0 1 1 0 0,1-1-1 0 0,-1 1 0 0 0,0-1 0 0 0,0 1 0 0 0,0 0 0 0 0,1 0 0 0 0,-1 1 1 0 0,0-1-1 0 0,0 1 0 0 0,1 0 0 0 0,-1 0 0 0 0,1 0 0 0 0,-1 0 0 0 0,1 1 1 0 0,-1-1-1 0 0,1 1 0 0 0,-1 0 0 0 0,1 0 0 0 0,0 0 0 0 0,0 1 0 0 0,0-1 1 0 0,1 1-1 0 0,-1 0 0 0 0,0-1 0 0 0,1 1 0 0 0,-4 6 0 0 0,-5 15-7650 0 0</inkml:trace>
</inkml:ink>
</file>

<file path=ppt/ink/ink1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45.7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14 6449 0 0,'-2'-13'6559'0'0,"2"12"-6354"0"0,14 1 2235 0 0,-8 1-3011 0 0,12 2 717 0 0,-1 1 0 0 0,1 0 0 0 0,-1 2 0 0 0,0 0 0 0 0,0 1 0 0 0,23 13 0 0 0,-15-8-3286 0 0,38 14-1 0 0,-46-21-1113 0 0</inkml:trace>
</inkml:ink>
</file>

<file path=ppt/ink/ink1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45.9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39 5985 0 0,'-1'0'89'0'0,"1"0"0"0"0,0 0-1 0 0,0 0 1 0 0,-1 0-1 0 0,1-1 1 0 0,0 1 0 0 0,0 0-1 0 0,-1 0 90 0 0,1-1-90 0 0,0 1 1 0 0,0 0 0 0 0,0 0-1 0 0,-1 0 1 0 0,1-1 0 0 0,0 1-1 0 0,0 0 1 0 0,0 0-1 0 0,0-1 1 0 0,0 1 0 0 0,0 0-1 0 0,0-1 1 0 0,0 1 0 0 0,0 0-1 0 0,0 0 1 0 0,0-1 0 0 0,0 1-1 0 0,0 0 1 0 0,0-1 0 0 0,0 1-1 0 0,0 0 1 0 0,0 0-1 0 0,0-1 1 0 0,0 1 0 0 0,0 0-1 0 0,0 0 1 0 0,0-1 0 0 0,0 1-1 0 0,0 0 1 0 0,1 0 0 0 0,-1-1-1 0 0,0 1 1 0 0,0 0 0 0 0,1-1 88 0 0,-1 1-89 0 0,0 0 1 0 0,20-11 1857 0 0,25-3-470 0 0,-31 13-1474 0 0,1 0 0 0 0,0 1 0 0 0,0 0 0 0 0,0 2 1 0 0,0-1-1 0 0,-1 2 0 0 0,1 0 0 0 0,23 8 1 0 0,-15-4-50 0 0</inkml:trace>
</inkml:ink>
</file>

<file path=ppt/ink/ink1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41.8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59 8 4145 0 0,'0'-1'150'0'0,"-1"1"0"0"0,1-1 0 0 0,-1 1 1 0 0,1-1-1 0 0,-1 1 0 0 0,1-1 0 0 0,-1 1 0 0 0,1-1 1 0 0,-1 1-1 0 0,0-1 0 0 0,1 1 0 0 0,-1 0 0 0 0,1 0 0 0 0,-1-1 1 0 0,0 1-1 0 0,1 0 0 0 0,-1 0 0 0 0,0 0 0 0 0,0-1 1 0 0,1 1-1 0 0,-1 0 0 0 0,0 0 0 0 0,1 0 0 0 0,-1 0 0 0 0,0 1 1 0 0,1-1-1 0 0,-1 0 0 0 0,0 0 0 0 0,0 0 0 0 0,1 0 1 0 0,-1 1-1 0 0,0-1 0 0 0,1 0 0 0 0,-2 1 0 0 0,0 1 47 0 0,1 0 0 0 0,-1 0 0 0 0,0 0 0 0 0,1 0 0 0 0,0 0 0 0 0,-1 0 1 0 0,1 0-1 0 0,0 1 0 0 0,0-1 0 0 0,-1 3 0 0 0,-2 9 187 0 0,0 0 0 0 0,-2 22 0 0 0,3 3 486 0 0,1 0 1 0 0,2 0-1 0 0,5 44 0 0 0,4 2-2293 0 0,-2-30-2584 0 0,-5-35-636 0 0</inkml:trace>
</inkml:ink>
</file>

<file path=ppt/ink/ink1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42.4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564 100 6449 0 0,'-4'-8'211'0'0,"0"2"-1"0"0,-1-1 0 0 0,0 0 0 0 0,0 1 0 0 0,-1 0 1 0 0,1 0-1 0 0,-1 0 0 0 0,-1 1 0 0 0,1 0 0 0 0,-1 0 0 0 0,0 1 1 0 0,0 0-1 0 0,0 0 0 0 0,0 0 0 0 0,-1 1 0 0 0,1 0 1 0 0,-1 1-1 0 0,0 0 0 0 0,0 0 0 0 0,0 0 0 0 0,0 1 1 0 0,0 0-1 0 0,-1 1 0 0 0,1 0 0 0 0,0 0 0 0 0,0 1 0 0 0,-10 1 1 0 0,2 1 199 0 0,1 1 0 0 0,-1 1 0 0 0,1 0 0 0 0,0 1 0 0 0,0 0 0 0 0,1 1 0 0 0,0 1 0 0 0,0 0 0 0 0,1 1 1 0 0,0 1-1 0 0,0 0 0 0 0,1 0 0 0 0,-12 15 0 0 0,7-7-411 0 0,1 2 1 0 0,2 0-1 0 0,0 0 1 0 0,1 2-1 0 0,0 0 1 0 0,2 0-1 0 0,1 1 1 0 0,1 0-1 0 0,1 1 1 0 0,1 0-1 0 0,1 0 1 0 0,1 0-1 0 0,1 1 1 0 0,1 0-1 0 0,1 28 1 0 0,1-25-2 0 0,2 1 0 0 0,2 0 0 0 0,0-1 0 0 0,14 52 0 0 0,-11-61-41 0 0,0 0 1 0 0,2-1-1 0 0,0 0 0 0 0,1 0 0 0 0,1-1 0 0 0,1 0 1 0 0,23 29-1 0 0,-8-17-150 0 0,2 0 0 0 0,0-2 1 0 0,2-1-1 0 0,1-2 0 0 0,55 35 1 0 0,-69-50 120 0 0,1 0 1 0 0,0-1 0 0 0,0 0-1 0 0,1-2 1 0 0,0 0 0 0 0,0-1-1 0 0,0-1 1 0 0,1-1 0 0 0,0 0-1 0 0,23-1 1 0 0,-31-3 120 0 0,0 1 1 0 0,1-2-1 0 0,-1 0 0 0 0,0 0 1 0 0,0-2-1 0 0,0 1 0 0 0,0-1 0 0 0,-1-1 1 0 0,1 0-1 0 0,-1 0 0 0 0,-1-2 1 0 0,1 1-1 0 0,-1-1 0 0 0,0 0 0 0 0,0-1 1 0 0,-1-1-1 0 0,11-11 0 0 0,-2-2 233 0 0,0-2-1 0 0,-2 0 1 0 0,0 0-1 0 0,-2-2 0 0 0,-1 0 1 0 0,-1 0-1 0 0,-1-1 1 0 0,-1-1-1 0 0,-2 0 0 0 0,-1 0 1 0 0,-1 0-1 0 0,-1-1 1 0 0,1-32-1 0 0,-4 31-90 0 0,-2 0-1 0 0,-1 0 0 0 0,-1 0 1 0 0,-2 0-1 0 0,-1 0 0 0 0,-1 0 1 0 0,-2 1-1 0 0,0 0 0 0 0,-2 1 1 0 0,-2 0-1 0 0,0 1 1 0 0,-27-43-1 0 0,29 55-123 0 0,-1 0 0 0 0,0 1 0 0 0,-1 0-1 0 0,-1 1 1 0 0,0 0 0 0 0,-1 1 0 0 0,0 1 0 0 0,-25-15 0 0 0,32 21-145 0 0,-1 1 0 0 0,0 0 1 0 0,-1 0-1 0 0,1 1 0 0 0,0 0 0 0 0,-1 1 1 0 0,0 0-1 0 0,0 0 0 0 0,1 1 0 0 0,-1 0 0 0 0,0 0 1 0 0,0 1-1 0 0,0 0 0 0 0,0 1 0 0 0,0 0 0 0 0,0 0 1 0 0,0 1-1 0 0,1 0 0 0 0,-13 5 0 0 0,2 1-952 0 0</inkml:trace>
</inkml:ink>
</file>

<file path=ppt/ink/ink1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46.5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6913 0 0,'3'1'471'0'0,"1"0"0"0"0,-1 0 0 0 0,1-1 0 0 0,-1 1 0 0 0,1-1-1 0 0,0 1 1 0 0,0-1 0 0 0,5-1 0 0 0,-4 1-64 0 0,140 8-1165 0 0,-121-5-3153 0 0</inkml:trace>
</inkml:ink>
</file>

<file path=ppt/ink/ink1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46.7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 9674 0 0,'41'-5'744'0'0,"-26"3"-2414"0"0,-1 0 0 0 0,0 2-1 0 0,20 1 1 0 0,-23 0 1078 0 0</inkml:trace>
</inkml:ink>
</file>

<file path=ppt/ink/ink1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44.3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68 7 10594 0 0,'-1'0'186'0'0,"0"-1"0"0"0,0 0 0 0 0,1 1 0 0 0,-1-1 0 0 0,0 1 0 0 0,0-1 0 0 0,0 1 0 0 0,0-1 0 0 0,1 1 0 0 0,-1 0 0 0 0,0-1 0 0 0,0 1-1 0 0,0 0 1 0 0,0 0 0 0 0,0 0 0 0 0,0 0 0 0 0,0 0 0 0 0,0 0 0 0 0,0 0 0 0 0,0 0 0 0 0,0 0 0 0 0,0 0 0 0 0,0 0 0 0 0,0 0 0 0 0,0 1 0 0 0,1-1 0 0 0,-1 0-1 0 0,0 1 1 0 0,0-1 0 0 0,0 1 0 0 0,0-1 0 0 0,1 1 0 0 0,-1-1 0 0 0,0 1 0 0 0,0 0 0 0 0,1-1 0 0 0,-1 1 0 0 0,0 0 0 0 0,1 0 0 0 0,-1 0 0 0 0,-2 3 116 0 0,0-1-1 0 0,1 1 1 0 0,-1-1 0 0 0,1 1 0 0 0,0 0 0 0 0,0 0 0 0 0,-2 8-1 0 0,0 6-100 0 0,1 0 0 0 0,1 0-1 0 0,0 1 1 0 0,1-1 0 0 0,1 1-1 0 0,1-1 1 0 0,5 30 0 0 0,5 6-523 0 0,22 65 0 0 0,-23-86-388 0 0</inkml:trace>
</inkml:ink>
</file>

<file path=ppt/ink/ink1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44.8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628 100 7370 0 0,'-6'-8'422'0'0,"0"0"0"0"0,-1 0 0 0 0,0 1 1 0 0,-1 0-1 0 0,0 0 0 0 0,0 0 0 0 0,0 1 1 0 0,-1 1-1 0 0,0-1 0 0 0,0 1 0 0 0,0 1 1 0 0,-1 0-1 0 0,0 0 0 0 0,0 1 1 0 0,0 0-1 0 0,0 0 0 0 0,0 2 0 0 0,0-1 1 0 0,0 1-1 0 0,-1 0 0 0 0,1 1 0 0 0,-1 0 1 0 0,1 1-1 0 0,0 0 0 0 0,-16 5 0 0 0,9-2-183 0 0,0 0-1 0 0,0 2 1 0 0,0 0-1 0 0,1 1 1 0 0,0 1-1 0 0,1 0 0 0 0,-1 1 1 0 0,2 1-1 0 0,-1 1 1 0 0,1 0-1 0 0,1 0 0 0 0,0 1 1 0 0,1 1-1 0 0,-16 20 1 0 0,11-8-191 0 0,0 0 0 0 0,2 2 1 0 0,0 0-1 0 0,2 0 0 0 0,1 1 1 0 0,2 1-1 0 0,0 0 1 0 0,-9 54-1 0 0,15-58-67 0 0,2 0 0 0 0,0 0 0 0 0,2 0 0 0 0,1 0 0 0 0,1 0 0 0 0,1 0 0 0 0,1 0 0 0 0,2 0 0 0 0,0-1-1 0 0,1 0 1 0 0,12 25 0 0 0,-10-27-111 0 0,1-2 1 0 0,1 0-1 0 0,1 0 0 0 0,1-1 0 0 0,20 24 0 0 0,-21-30 24 0 0,1-1 1 0 0,0 0 0 0 0,0-1-1 0 0,1 0 1 0 0,0-2-1 0 0,1 1 1 0 0,27 11-1 0 0,-8-5-27 0 0,0-2 1 0 0,1-1-1 0 0,0-2 0 0 0,1-2 0 0 0,0-1 0 0 0,61 5 0 0 0,-81-12 119 0 0,0-1 0 0 0,0 0 0 0 0,-1-1 0 0 0,1-1 0 0 0,0-1 0 0 0,-1 0 0 0 0,1-1 0 0 0,-1-1 0 0 0,0 0 0 0 0,-1-1 0 0 0,1 0 0 0 0,-1-1 0 0 0,0-1 0 0 0,-1 0 0 0 0,0-1 0 0 0,0-1-1 0 0,22-22 1 0 0,-21 17 179 0 0,-1-1 0 0 0,-1-1 0 0 0,-1 0 0 0 0,0 0 0 0 0,-2-1-1 0 0,0 0 1 0 0,-1-1 0 0 0,0 0 0 0 0,-2-1 0 0 0,0 1 0 0 0,-1-1-1 0 0,-1 0 1 0 0,-1-1 0 0 0,0-21 0 0 0,-1-31 246 0 0,-3-1 0 0 0,-16-110-1 0 0,16 176-403 0 0,-1-18 46 0 0,-2 1 0 0 0,-1 1 0 0 0,-1-1 0 0 0,-1 1 0 0 0,-10-24 0 0 0,12 37-33 0 0,-1 1 1 0 0,1-1-1 0 0,-2 1 1 0 0,1 0-1 0 0,-2 1 1 0 0,1 0-1 0 0,-1 0 1 0 0,0 0-1 0 0,-1 1 1 0 0,0 1-1 0 0,-1-1 1 0 0,-17-10-1 0 0,-4 1-1192 0 0,-53-20 1 0 0,63 28-6488 0 0</inkml:trace>
</inkml:ink>
</file>

<file path=ppt/ink/ink1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47.6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29 11522 0 0,'0'-2'184'0'0,"1"1"-1"0"0,-1 0 1 0 0,1 0-1 0 0,-1 0 1 0 0,1 0-1 0 0,-1 0 1 0 0,1 0-1 0 0,-1 0 1 0 0,1 0-1 0 0,0 0 1 0 0,0 0-1 0 0,0 0 1 0 0,-1 0-1 0 0,1 0 1 0 0,0 1-1 0 0,0-1 1 0 0,0 0-1 0 0,0 1 1 0 0,0-1-1 0 0,0 1 1 0 0,1-1-1 0 0,-1 1 1 0 0,0-1-1 0 0,0 1 1 0 0,2-1-1 0 0,30-5 780 0 0,-16 5-1299 0 0,1 2 0 0 0,-1 0 0 0 0,0 1 0 0 0,0 1 0 0 0,18 5 0 0 0,-27-7-128 0 0,8 3-821 0 0</inkml:trace>
</inkml:ink>
</file>

<file path=ppt/ink/ink1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4:47.8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11 14283 0 0,'-1'0'43'0'0,"1"0"0"0"0,0 0 0 0 0,0 0 0 0 0,-1 0 0 0 0,1 1 0 0 0,0-1 0 0 0,0 0 0 0 0,-1 0 0 0 0,1 0 0 0 0,0 0 0 0 0,0 0 0 0 0,-1 1 0 0 0,1-1 0 0 0,0 0 0 0 0,0 0 0 0 0,-1 0 0 0 0,1 1 0 0 0,0-1 0 0 0,0 0 0 0 0,0 0 0 0 0,0 1 0 0 0,-1-1 0 0 0,1 0 0 0 0,0 0 0 0 0,0 1 0 0 0,0-1 0 0 0,0 0 0 0 0,0 0 0 0 0,0 1 0 0 0,0-1 0 0 0,0 0 0 0 0,0 1 0 0 0,0-1 0 0 0,0 0 0 0 0,0 0 0 0 0,0 1 0 0 0,0-1 0 0 0,0 0 0 0 0,0 1 0 0 0,0-1 0 0 0,14 4 1194 0 0,18-6-65 0 0,57-14-691 0 0,-66 13-2598 0 0,44 0 0 0 0,-42 4-430 0 0</inkml:trace>
</inkml:ink>
</file>

<file path=ppt/ink/ink1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1.7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 0 11979 0 0,'-2'1'218'0'0,"1"0"1"0"0,0 0 0 0 0,0-1 0 0 0,0 1 0 0 0,0 0-1 0 0,0 0 1 0 0,0 0 0 0 0,0 0 0 0 0,1 0 0 0 0,-1 0-1 0 0,0 0 1 0 0,0 1 0 0 0,1-1 0 0 0,-1 0 0 0 0,1 0-1 0 0,-1 1 1 0 0,1-1 0 0 0,-1 0 0 0 0,1 0 0 0 0,0 3-1 0 0,-8 31 581 0 0,2 8-329 0 0,3 1 0 0 0,1 0 0 0 0,2-1 0 0 0,11 80 0 0 0,0-54-285 0 0,3-1 0 0 0,30 86-1 0 0,-19-87-94 0 0,3-1 0 0 0,71 121 0 0 0,105 104 705 0 0,-177-256-479 0 0,1-2 1 0 0,2-1-1 0 0,45 36 1 0 0,-57-54-524 0 0,1-1 1 0 0,0 0-1 0 0,21 9 0 0 0,-23-14-1012 0 0,-1-2 1 0 0,1 0-1 0 0,0 0 1 0 0,27 4-1 0 0,-24-7-5522 0 0</inkml:trace>
</inkml:ink>
</file>

<file path=ppt/ink/ink1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2.2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100 182 5065 0 0,'-4'2'198'0'0,"0"0"0"0"0,0-1 0 0 0,0 1 1 0 0,0 1-1 0 0,0-1 0 0 0,0 1 0 0 0,1-1 0 0 0,0 1 0 0 0,-1 0 0 0 0,1 0 1 0 0,0 0-1 0 0,0 1 0 0 0,1-1 0 0 0,-1 1 0 0 0,1 0 0 0 0,0-1 0 0 0,0 1 1 0 0,0 0-1 0 0,0 0 0 0 0,1 0 0 0 0,-2 5 0 0 0,-3 9 70 0 0,1-1 0 0 0,1 1 0 0 0,-3 31 0 0 0,2-14-80 0 0,3-24 57 0 0,0 0 0 0 0,1 0 1 0 0,0 1-1 0 0,1-1 0 0 0,0 0 0 0 0,3 17 0 0 0,-3-28-200 0 0,0 0 1 0 0,1 0-1 0 0,-1 0 0 0 0,0 0 0 0 0,1 0 1 0 0,-1 1-1 0 0,0-1 0 0 0,0 0 1 0 0,1 0-1 0 0,-1 0 0 0 0,0-1 0 0 0,1 1 1 0 0,-1 0-1 0 0,0 0 0 0 0,1 0 0 0 0,-1 0 1 0 0,0 0-1 0 0,1 0 0 0 0,-1 0 1 0 0,0 0-1 0 0,0-1 0 0 0,1 1 0 0 0,-1 0 1 0 0,0 0-1 0 0,0 0 0 0 0,1-1 1 0 0,-1 1-1 0 0,0 0 0 0 0,0 0 0 0 0,0-1 1 0 0,1 1-1 0 0,-1 0 0 0 0,0 0 1 0 0,0-1-1 0 0,0 1 0 0 0,0 0 0 0 0,0-1 1 0 0,0 1-1 0 0,0 0 0 0 0,1 0 1 0 0,-1-1-1 0 0,0 1 0 0 0,9-15 877 0 0,7-23-65 0 0,-2 0 1 0 0,-1-1 0 0 0,-3-1 0 0 0,10-64 0 0 0,-9 44-579 0 0,18-58 0 0 0,-29 116-219 0 0,1 0 0 0 0,-1 0 0 0 0,1 1 0 0 0,0-1 0 0 0,-1 0-1 0 0,1 0 1 0 0,0 0 0 0 0,0 1 0 0 0,0-1 0 0 0,0 0 0 0 0,1 1-1 0 0,-1-1 1 0 0,0 1 0 0 0,2-2 0 0 0,-2 3-16 0 0,0 0-1 0 0,0 0 1 0 0,0 0 0 0 0,0 1-1 0 0,0-1 1 0 0,0 0-1 0 0,0 0 1 0 0,0 1 0 0 0,0-1-1 0 0,0 1 1 0 0,0-1 0 0 0,-1 1-1 0 0,1-1 1 0 0,0 1 0 0 0,0 0-1 0 0,-1-1 1 0 0,1 1 0 0 0,0 0-1 0 0,-1 0 1 0 0,1-1 0 0 0,-1 1-1 0 0,1 0 1 0 0,-1 0 0 0 0,1 0-1 0 0,-1 0 1 0 0,1 0-1 0 0,-1 0 1 0 0,0 0 0 0 0,1 1-1 0 0,27 46 117 0 0,2-1 0 0 0,3-1-1 0 0,1-2 1 0 0,3-1-1 0 0,62 57 1 0 0,-6-14-1882 0 0,-43-39-6002 0 0</inkml:trace>
</inkml:ink>
</file>

<file path=ppt/ink/ink1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2.8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66 75 7370 0 0,'-2'-13'596'0'0,"1"-1"1710"0"0,-1 1-1 0 0,-10-21 2144 0 0,12 34-4415 0 0,0 0 0 0 0,0 0 0 0 0,0 0 0 0 0,0 0 0 0 0,0 0 0 0 0,0 0 0 0 0,-5 11 958 0 0,-1 13-127 0 0,-11 98 633 0 0,-3 174 0 0 0,23-96-1621 0 0,9-118-2352 0 0,-9-67-2381 0 0</inkml:trace>
</inkml:ink>
</file>

<file path=ppt/ink/ink1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3.05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72 5065 0 0,'-1'-3'117'0'0,"0"-1"0"0"0,0 1 0 0 0,0 0 1 0 0,1 0-1 0 0,-1-1 0 0 0,1 1 0 0 0,0 0 0 0 0,0 0 0 0 0,0-1 0 0 0,1 1 0 0 0,-1 0 0 0 0,2-4 0 0 0,-1 5 27 0 0,-1 0 0 0 0,2 1-1 0 0,-1-1 1 0 0,0 1-1 0 0,0-1 1 0 0,0 1-1 0 0,1-1 1 0 0,-1 1-1 0 0,1 0 1 0 0,-1 0-1 0 0,1 0 1 0 0,-1 0-1 0 0,1 0 1 0 0,0 0-1 0 0,0 0 1 0 0,-1 0 0 0 0,1 1-1 0 0,0-1 1 0 0,0 1-1 0 0,0-1 1 0 0,0 1-1 0 0,3-1 1 0 0,0 1 10 0 0,-1 0 0 0 0,1 0 0 0 0,0 0 0 0 0,-1 1 1 0 0,1-1-1 0 0,0 1 0 0 0,-1 0 0 0 0,1 1 0 0 0,-1-1 0 0 0,1 1 1 0 0,-1 0-1 0 0,1 0 0 0 0,-1 0 0 0 0,0 0 0 0 0,0 1 1 0 0,0 0-1 0 0,-1 0 0 0 0,4 3 0 0 0,9 9 597 0 0,-1 0 1 0 0,22 29-1 0 0,-25-28-261 0 0,101 134 2374 0 0,-48-43-5036 0 0,-55-87-3712 0 0</inkml:trace>
</inkml:ink>
</file>

<file path=ppt/ink/ink1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3.2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1 142 13363 0 0,'0'-1'82'0'0,"0"0"0"0"0,0-1 0 0 0,0 1 0 0 0,0 0 0 0 0,0 0 0 0 0,0 0 0 0 0,1 0 0 0 0,-1 0 0 0 0,0 0 0 0 0,1 0 0 0 0,-1 0 0 0 0,1 0 0 0 0,-1 0 0 0 0,1 0 0 0 0,0 0 0 0 0,-1 0 0 0 0,1 1 0 0 0,0-1 0 0 0,0 0 0 0 0,-1 0 0 0 0,3-1 0 0 0,23-21 59 0 0,-19 18-23 0 0,8-7-421 0 0,0 0-1 0 0,2 1 1 0 0,23-13-1 0 0,-29 18-590 0 0,0 1 1 0 0,0 1-1 0 0,0 0 0 0 0,1 1 1 0 0,-1 0-1 0 0,24-2 0 0 0,-10 4 316 0 0</inkml:trace>
</inkml:ink>
</file>

<file path=ppt/ink/ink1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4.0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220 348 3681 0 0,'-15'-18'2349'0'0,"-14"-5"5450"0"0,28 22-7468 0 0,0 0 0 0 0,0 1-1 0 0,0-1 1 0 0,0 1 0 0 0,0 0 0 0 0,0-1 0 0 0,0 1 0 0 0,0 0 0 0 0,-1-1 0 0 0,1 1 0 0 0,0 0 0 0 0,0 0-1 0 0,0 0 1 0 0,0 0 0 0 0,-1 0 0 0 0,1 1 0 0 0,0-1 0 0 0,-2 1 0 0 0,2-1-215 0 0,0 1 0 0 0,-1 0 0 0 0,1 0 0 0 0,0 0 0 0 0,0 0 1 0 0,-1 0-1 0 0,1 1 0 0 0,0-1 0 0 0,0 0 0 0 0,0 1 0 0 0,1-1 0 0 0,-1 0 0 0 0,0 1 1 0 0,0-1-1 0 0,1 1 0 0 0,-1-1 0 0 0,0 3 0 0 0,4 0 16 0 0,-13-8-125 0 0,8 2-7 0 0,0 1 0 0 0,1 0 0 0 0,-1 0 0 0 0,0 0 0 0 0,0 0 0 0 0,0 0 0 0 0,0 0 1 0 0,0 1-1 0 0,0-1 0 0 0,0 0 0 0 0,0 1 0 0 0,-1 0 0 0 0,1 0 0 0 0,0-1 0 0 0,0 1 1 0 0,0 1-1 0 0,0-1 0 0 0,0 0 0 0 0,-1 0 0 0 0,1 1 0 0 0,0-1 0 0 0,0 1 0 0 0,0 0 0 0 0,0-1 1 0 0,0 1-1 0 0,0 0 0 0 0,0 0 0 0 0,1 1 0 0 0,-1-1 0 0 0,0 0 0 0 0,0 0 0 0 0,1 1 0 0 0,-1-1 1 0 0,1 1-1 0 0,-2 2 0 0 0,-4 4-4 0 0,1-1 1 0 0,0 1 0 0 0,1 1 0 0 0,0-1-1 0 0,0 1 1 0 0,1 0 0 0 0,0 0-1 0 0,0 0 1 0 0,1 0 0 0 0,-3 16-1 0 0,6-20 2 0 0,-1 1-1 0 0,1-1 1 0 0,0 1-1 0 0,0 0 1 0 0,1-1 0 0 0,-1 1-1 0 0,1-1 1 0 0,0 1-1 0 0,1-1 1 0 0,0 0-1 0 0,-1 1 1 0 0,2-1-1 0 0,-1 0 1 0 0,0 0-1 0 0,1 0 1 0 0,0-1 0 0 0,0 1-1 0 0,1-1 1 0 0,-1 1-1 0 0,6 4 1 0 0,-6-7-20 0 0,-1 1-1 0 0,0-1 1 0 0,1 0 0 0 0,0 0 0 0 0,-1 0 0 0 0,1 0 0 0 0,0-1 0 0 0,0 1-1 0 0,0-1 1 0 0,0 0 0 0 0,0 1 0 0 0,0-1 0 0 0,0-1 0 0 0,0 1 0 0 0,1 0 0 0 0,-1-1-1 0 0,0 0 1 0 0,0 1 0 0 0,1-1 0 0 0,-1-1 0 0 0,0 1 0 0 0,0 0 0 0 0,1-1-1 0 0,-1 0 1 0 0,0 1 0 0 0,0-1 0 0 0,0-1 0 0 0,0 1 0 0 0,0 0 0 0 0,0-1-1 0 0,0 1 1 0 0,0-1 0 0 0,-1 0 0 0 0,1 0 0 0 0,0 0 0 0 0,-1 0 0 0 0,4-4-1 0 0,1-2-551 0 0,1-1-1 0 0,-1 1 0 0 0,0-1 1 0 0,0-1-1 0 0,-1 1 0 0 0,-1-1 1 0 0,1 0-1 0 0,-2 0 0 0 0,7-19 1 0 0,-7 11 67 0 0,-2-1 1 0 0,0 1 0 0 0,-1-1 0 0 0,0 1-1 0 0,-2-1 1 0 0,0 1 0 0 0,-1-1 0 0 0,-5-21 0 0 0,2 9 643 0 0,-2-51 1 0 0,12 48 91 0 0,-3 30-428 0 0,-1 0 0 0 0,0 0 0 0 0,0 0 0 0 0,0-1-1 0 0,-1 1 1 0 0,0 0 0 0 0,1 0 0 0 0,-1 0 0 0 0,-1-1 0 0 0,1 1-1 0 0,-1 0 1 0 0,1 0 0 0 0,-1 0 0 0 0,-12-18 8549 0 0,-6 4-7277 0 0,5 5 1221 0 0,14 13-2232 0 0,-1 0 1 0 0,1 0-1 0 0,0 1 0 0 0,-1-1 1 0 0,1 0-1 0 0,0 1 0 0 0,0-1 1 0 0,-1 1-1 0 0,1-1 1 0 0,0 0-1 0 0,0 1 0 0 0,0-1 1 0 0,0 1-1 0 0,-1-1 1 0 0,1 0-1 0 0,0 1 0 0 0,0-1 1 0 0,0 1-1 0 0,0-1 1 0 0,0 1-1 0 0,0-1 0 0 0,0 1 1 0 0,0-1-1 0 0,0 0 0 0 0,0 1 1 0 0,1-1-1 0 0,-1 1 1 0 0,0-1-1 0 0,0 0 0 0 0,0 1 1 0 0,0-1-1 0 0,1 1 1 0 0,-1-1-1 0 0,4 24 71 0 0,56 208 607 0 0,-46-193-1175 0 0,1-1 1 0 0,1 0-1 0 0,41 64 1 0 0,-33-65-7377 0 0</inkml:trace>
</inkml:ink>
</file>

<file path=ppt/ink/ink1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4.3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6449 0 0,'0'0'499'0'0,"2"0"-61"0"0,1 0-1 0 0,-1 0 1 0 0,1 1-1 0 0,-1-1 1 0 0,1 1 0 0 0,-1 0-1 0 0,1-1 1 0 0,-1 1-1 0 0,3 1 1 0 0,4 3 42 0 0,0 0 1 0 0,-1 1-1 0 0,0 0 0 0 0,0 0 1 0 0,0 1-1 0 0,0 0 1 0 0,-1 0-1 0 0,-1 1 0 0 0,1-1 1 0 0,-1 2-1 0 0,0-1 1 0 0,-1 1-1 0 0,0-1 0 0 0,6 17 1 0 0,-3-6 38 0 0,0 1-1 0 0,-2 1 1 0 0,-1-1 0 0 0,0 1-1 0 0,3 42 1 0 0,-7-55-576 0 0,-1 0-1 0 0,0 0 1 0 0,0 0 0 0 0,-1 0-1 0 0,0 0 1 0 0,0 0 0 0 0,-1 0-1 0 0,0 0 1 0 0,-1 0 0 0 0,1-1-1 0 0,-2 1 1 0 0,1-1-1 0 0,-1 0 1 0 0,0 0 0 0 0,0 0-1 0 0,-10 12 1 0 0</inkml:trace>
</inkml:ink>
</file>

<file path=ppt/ink/ink1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4.4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58 12443 0 0,'15'-39'1742'0'0,"-15"38"-1594"0"0,1 0 0 0 0,-1 0 0 0 0,1 0 0 0 0,0-1 0 0 0,0 1 1 0 0,-1 0-1 0 0,1 0 0 0 0,0 0 0 0 0,0 1 0 0 0,0-1 0 0 0,0 0 1 0 0,0 0-1 0 0,0 0 0 0 0,0 1 0 0 0,0-1 0 0 0,1 1 0 0 0,-1-1 0 0 0,0 1 1 0 0,0-1-1 0 0,0 1 0 0 0,1-1 0 0 0,-1 1 0 0 0,0 0 0 0 0,0 0 1 0 0,1 0-1 0 0,-1 0 0 0 0,0 0 0 0 0,1 0 0 0 0,1 0 0 0 0,-2 1-70 0 0,1 0 0 0 0,-1 0 0 0 0,0-1 0 0 0,0 1 0 0 0,0 0 1 0 0,0 0-1 0 0,0 0 0 0 0,0 0 0 0 0,-1 0 0 0 0,1 0 0 0 0,0 0 0 0 0,0 0 0 0 0,-1 1 0 0 0,1-1 0 0 0,-1 0 0 0 0,1 0 0 0 0,0 2 0 0 0,8 29-601 0 0,-4-16-113 0 0,-2-7 470 0 0,1-1 0 0 0,0 0 1 0 0,10 14-1 0 0,-3-8 166 0 0</inkml:trace>
</inkml:ink>
</file>

<file path=ppt/ink/ink1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4.8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42 1464 0 0,'-1'3'82'0'0,"0"0"-1"0"0,1 0 1 0 0,-1 0 0 0 0,0 0-1 0 0,1 0 1 0 0,0 0-1 0 0,0 0 1 0 0,0 0-1 0 0,0 0 1 0 0,1 0 0 0 0,-1 0-1 0 0,1 0 1 0 0,-1 0-1 0 0,3 5 1 0 0,-1 2 268 0 0,-1-2 95 0 0,2 10 431 0 0,1 1 0 0 0,8 21-1 0 0,-11-36-579 0 0,0-1-1 0 0,0 0 0 0 0,0 0 1 0 0,0 0-1 0 0,1 0 1 0 0,0 0-1 0 0,0 0 1 0 0,0 0-1 0 0,0 0 0 0 0,0-1 1 0 0,0 1-1 0 0,0-1 1 0 0,1 1-1 0 0,0-1 0 0 0,-1 0 1 0 0,1 0-1 0 0,0 0 1 0 0,0-1-1 0 0,6 4 1 0 0,-8-5-186 0 0,0 0 0 0 0,1 0 0 0 0,-1 1 1 0 0,0-1-1 0 0,1 0 0 0 0,-1 0 1 0 0,1 0-1 0 0,-1 0 0 0 0,0-1 1 0 0,1 1-1 0 0,-1 0 0 0 0,0 0 0 0 0,1-1 1 0 0,-1 1-1 0 0,0-1 0 0 0,0 1 1 0 0,1-1-1 0 0,-1 0 0 0 0,0 0 0 0 0,0 1 1 0 0,0-1-1 0 0,1-1 0 0 0,1-1 18 0 0,-1 1-1 0 0,0-1 0 0 0,0 0 1 0 0,0 0-1 0 0,0 0 1 0 0,-1 0-1 0 0,1 0 0 0 0,1-5 1 0 0,1-6 97 0 0,-1 1 0 0 0,0-1 1 0 0,1-16-1 0 0,-4 29-216 0 0,1-23 317 0 0,5-35 483 0 0,-6 56-747 0 0,1 0 1 0 0,-1 0-1 0 0,1 0 1 0 0,0 1-1 0 0,0-1 1 0 0,0 0-1 0 0,0 1 1 0 0,1-1-1 0 0,-1 1 1 0 0,1-1-1 0 0,-1 1 1 0 0,1 0-1 0 0,0-1 1 0 0,0 1-1 0 0,0 0 1 0 0,3-2-1 0 0,-5 4-49 0 0,1 0 0 0 0,0-1 0 0 0,0 1 0 0 0,-1 0 0 0 0,1-1 0 0 0,0 1 0 0 0,0 0 0 0 0,0 0 0 0 0,0 0 0 0 0,-1 0 0 0 0,1 0 0 0 0,0 0-1 0 0,0 0 1 0 0,0 0 0 0 0,0 0 0 0 0,-1 0 0 0 0,1 0 0 0 0,0 0 0 0 0,0 1 0 0 0,0-1 0 0 0,0 0 0 0 0,-1 1 0 0 0,1-1 0 0 0,0 0 0 0 0,0 1 0 0 0,-1-1-1 0 0,1 1 1 0 0,0-1 0 0 0,-1 1 0 0 0,1 0 0 0 0,-1-1 0 0 0,1 1 0 0 0,-1 0 0 0 0,2 0 0 0 0,18 34-202 0 0,-9-14-1800 0 0</inkml:trace>
</inkml:ink>
</file>

<file path=ppt/ink/ink1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5.0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89 35 5529 0 0,'0'-2'188'0'0,"0"1"-1"0"0,0-1 1 0 0,-1 0-1 0 0,1 1 1 0 0,0-1-1 0 0,-1 0 1 0 0,0 1-1 0 0,1-1 1 0 0,-1 1-1 0 0,0-1 1 0 0,1 1-1 0 0,-1-1 1 0 0,0 1-1 0 0,0 0 1 0 0,0-1-1 0 0,-1 1 1 0 0,1 0-1 0 0,0 0 1 0 0,0-1-1 0 0,-1 1 1 0 0,1 0-1 0 0,-3-1 1 0 0,3 2-20 0 0,0 0 0 0 0,-1 0 0 0 0,1 0 1 0 0,-1 0-1 0 0,1 0 0 0 0,-1 0 0 0 0,1 0 0 0 0,0 1 1 0 0,-1-1-1 0 0,1 0 0 0 0,-1 1 0 0 0,1-1 0 0 0,0 1 0 0 0,-1 0 1 0 0,1-1-1 0 0,0 1 0 0 0,0 0 0 0 0,0 0 0 0 0,-1 0 1 0 0,1 0-1 0 0,0 0 0 0 0,0 0 0 0 0,0 0 0 0 0,1 0 1 0 0,-1 0-1 0 0,0 0 0 0 0,-1 2 0 0 0,-2 2-76 0 0,0 1 1 0 0,1 0-1 0 0,0 0 0 0 0,-1 0 0 0 0,2 0 1 0 0,-1 0-1 0 0,1 1 0 0 0,0-1 0 0 0,0 1 1 0 0,1 0-1 0 0,0-1 0 0 0,0 1 0 0 0,1 0 1 0 0,-1 0-1 0 0,2 13 0 0 0,0-16-82 0 0,0 1-1 0 0,0-1 1 0 0,0 1 0 0 0,1-1-1 0 0,0 1 1 0 0,-1-1 0 0 0,2 0-1 0 0,-1 0 1 0 0,0 0-1 0 0,1 0 1 0 0,-1 0 0 0 0,1-1-1 0 0,0 1 1 0 0,1-1-1 0 0,-1 1 1 0 0,0-1 0 0 0,1 0-1 0 0,0-1 1 0 0,0 1-1 0 0,0-1 1 0 0,0 1 0 0 0,0-1-1 0 0,0-1 1 0 0,5 3-1 0 0,32 4 255 0 0,-35-8-234 0 0,-1 1-1 0 0,1 0 1 0 0,-1 0 0 0 0,1 0-1 0 0,-1 0 1 0 0,0 1-1 0 0,1 0 1 0 0,-1 0 0 0 0,0 1-1 0 0,8 4 1 0 0,-12-6-29 0 0,0 1 1 0 0,0-1-1 0 0,0 0 0 0 0,0 0 1 0 0,-1 0-1 0 0,1 1 0 0 0,0-1 1 0 0,-1 0-1 0 0,1 0 0 0 0,-1 1 0 0 0,0-1 1 0 0,1 1-1 0 0,-1-1 0 0 0,0 0 1 0 0,0 1-1 0 0,0-1 0 0 0,0 1 1 0 0,0-1-1 0 0,0 1 0 0 0,0-1 1 0 0,0 0-1 0 0,-1 3 0 0 0,-12 30-335 0 0,13-34 331 0 0,-8 16-336 0 0</inkml:trace>
</inkml:ink>
</file>

<file path=ppt/ink/ink1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5.2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35 13363 0 0,'4'-11'596'0'0,"8"-13"402"0"0,-11 25-725 0 0,0-1 0 0 0,0 1 1 0 0,0-1-1 0 0,0 1 1 0 0,0 0-1 0 0,0 0 1 0 0,0-1-1 0 0,0 1 1 0 0,0 0-1 0 0,0 0 1 0 0,0 0-1 0 0,0 0 1 0 0,0 0-1 0 0,-1 0 1 0 0,1 0-1 0 0,0 2 1 0 0,8 18 365 0 0,-2-1 1 0 0,-1 1-1 0 0,0 0 1 0 0,4 41 0 0 0,3 11-198 0 0,-3-31-352 0 0,2-1-1 0 0,27 61 1 0 0,0-29-2370 0 0</inkml:trace>
</inkml:ink>
</file>

<file path=ppt/ink/ink1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5.4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58 143 8290 0 0,'-6'-1'270'0'0,"1"1"0"0"0,-1-1 0 0 0,1-1 1 0 0,-1 1-1 0 0,1-1 0 0 0,-8-3 0 0 0,12 4-144 0 0,0 1 0 0 0,0 0 0 0 0,1-1 0 0 0,-1 1 0 0 0,0-1 0 0 0,1 1 0 0 0,-1-1 0 0 0,0 1 0 0 0,1-1 0 0 0,-1 0 0 0 0,1 1-1 0 0,-1-1 1 0 0,1 0 0 0 0,-1 1 0 0 0,1-1 0 0 0,0 0 0 0 0,-1 1 0 0 0,1-1 0 0 0,0 0 0 0 0,0 0 0 0 0,-1-1 0 0 0,1 1 1 0 0,1 0 0 0 0,-1-1 0 0 0,0 1 0 0 0,1 0 0 0 0,-1 0 0 0 0,1 0 0 0 0,-1 0 0 0 0,1 0 0 0 0,0 0 0 0 0,0 0 0 0 0,-1 0 0 0 0,1 0 0 0 0,0 0-1 0 0,0 0 1 0 0,0 0 0 0 0,0 0 0 0 0,0 0 0 0 0,0 1 0 0 0,1-2 0 0 0,9-5-72 0 0,0 0 0 0 0,0 1 0 0 0,0 0-1 0 0,17-5 1 0 0,7-1-3369 0 0,50-8-1 0 0,3-1 2639 0 0,-74 17 610 0 0</inkml:trace>
</inkml:ink>
</file>

<file path=ppt/ink/ink1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5.5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0 1840 0 0,'-2'8'6180'0'0,"-4"13"-2720"0"0,5-13-2527 0 0,0-1 1 0 0,1 1-1 0 0,0 0 1 0 0,0 0-1 0 0,1-1 1 0 0,0 1-1 0 0,4 12 0 0 0,20 52 1713 0 0,-17-53-2486 0 0,-1 0 0 0 0,6 26 0 0 0,-12-44-257 0 0,-1-1 1 0 0,0 1-1 0 0,0-1 1 0 0,0 0-1 0 0,0 1 1 0 0,0-1-1 0 0,0 1 1 0 0,0-1-1 0 0,0 0 1 0 0,0 1-1 0 0,0-1 1 0 0,0 1-1 0 0,0-1 1 0 0,0 0-1 0 0,0 1 1 0 0,0-1-1 0 0,0 1 1 0 0,-1-1-1 0 0,1 0 1 0 0,0 1-1 0 0,0-1 1 0 0,0 0-1 0 0,0 1 1 0 0,-1-1-1 0 0,1 0 1 0 0,0 1-1 0 0,-1-1 1 0 0,1 0-1 0 0,0 0 1 0 0,0 1-1 0 0,-1-1 1 0 0,1 0 0 0 0,-1 1-1 0 0</inkml:trace>
</inkml:ink>
</file>

<file path=ppt/ink/ink1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5.75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19 7834 0 0,'-13'-19'1908'0'0,"10"32"1109"0"0,8 18-1829 0 0,-1-14-4085 0 0,0-2 1766 0 0,-1 0 726 0 0</inkml:trace>
</inkml:ink>
</file>

<file path=ppt/ink/ink1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6.0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99 456 0 0,'4'0'179'0'0,"1"0"0"0"0,-1 0 1 0 0,0 0-1 0 0,0 0 0 0 0,0 1 0 0 0,0 0 0 0 0,0 0 1 0 0,0 0-1 0 0,0 0 0 0 0,0 0 0 0 0,0 1 0 0 0,-1 0 1 0 0,1 0-1 0 0,0 0 0 0 0,-1 0 0 0 0,0 1 0 0 0,1-1 1 0 0,-1 1-1 0 0,0 0 0 0 0,0 0 0 0 0,-1 0 0 0 0,1 0 1 0 0,4 7-1 0 0,-3-5 433 0 0,-1 0 0 0 0,1 1 0 0 0,-1-1 0 0 0,0 1 0 0 0,-1 0 0 0 0,1 0 0 0 0,-1 0 0 0 0,0 0 0 0 0,-1 1 0 0 0,1-1 0 0 0,-1 0 1 0 0,-1 1-1 0 0,1-1 0 0 0,-1 0 0 0 0,0 8 0 0 0,-4-71-189 0 0,5 43-238 0 0,0 1 1 0 0,2 0-1 0 0,-1 1 1 0 0,2-1-1 0 0,0 0 1 0 0,0 1 0 0 0,1 0-1 0 0,0 0 1 0 0,2 0-1 0 0,-1 1 1 0 0,1-1-1 0 0,10-11 1 0 0,-15 21-176 0 0,-1 1 0 0 0,1-1 1 0 0,-1 1-1 0 0,1-1 0 0 0,-1 1 0 0 0,1 0 0 0 0,0 0 0 0 0,0-1 1 0 0,0 1-1 0 0,0 1 0 0 0,0-1 0 0 0,0 0 0 0 0,0 0 0 0 0,0 1 1 0 0,3-1-1 0 0,-3 1 17 0 0,-1 0 0 0 0,1 0 0 0 0,-1 0-1 0 0,1 0 1 0 0,-1 1 0 0 0,1-1 0 0 0,-1 1 0 0 0,1-1 0 0 0,-1 1 0 0 0,0-1 0 0 0,1 1 0 0 0,-1 0 0 0 0,0 0 0 0 0,1 0 0 0 0,-1 0 0 0 0,2 2 0 0 0,3 3-189 0 0,-1 1 0 0 0,0 1 1 0 0,0-1-1 0 0,-1 1 1 0 0,7 15-1 0 0,-6-12-655 0 0,4 7-5048 0 0</inkml:trace>
</inkml:ink>
</file>

<file path=ppt/ink/ink1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6.3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0 106 2761 0 0,'3'-9'1200'0'0,"0"-1"1"0"0,-1 0 0 0 0,2-17-1 0 0,4-16 980 0 0,-7 54-2260 0 0,0 1-1 0 0,1-1 1 0 0,0 0 0 0 0,1 1-1 0 0,5 11 1 0 0,-7-22 111 0 0,-1 1 0 0 0,1-1 0 0 0,-1 1 0 0 0,1-1 0 0 0,0 1 0 0 0,0-1 0 0 0,0 0-1 0 0,0 1 1 0 0,0-1 0 0 0,0 0 0 0 0,0 0 0 0 0,0 0 0 0 0,0 0 0 0 0,1 0 0 0 0,-1 0 0 0 0,0 0 0 0 0,1 0 0 0 0,-1 0 0 0 0,1-1 0 0 0,-1 1 0 0 0,1-1 0 0 0,-1 1 0 0 0,1-1 0 0 0,-1 1 0 0 0,1-1 0 0 0,0 0 0 0 0,-1 0 0 0 0,4 0 0 0 0,-3-1 6 0 0,0 0 0 0 0,0 0 0 0 0,1 0 0 0 0,-1 0-1 0 0,0 0 1 0 0,-1-1 0 0 0,1 1 0 0 0,0-1 0 0 0,0 0 0 0 0,-1 0 0 0 0,1 1 0 0 0,-1-1-1 0 0,1 0 1 0 0,-1 0 0 0 0,0 0 0 0 0,0-1 0 0 0,0 1 0 0 0,2-4 0 0 0,0-2 469 0 0,1-1 1 0 0,0 1 0 0 0,1 0 0 0 0,0 0 0 0 0,11-13 0 0 0,-15 20-424 0 0,0-1 0 0 0,0 1 0 0 0,0 0 0 0 0,1 0 0 0 0,-1 0 0 0 0,0 0-1 0 0,1 0 1 0 0,-1 0 0 0 0,1 0 0 0 0,-1 0 0 0 0,1 1 0 0 0,-1-1 0 0 0,1 0 0 0 0,0 1 0 0 0,-1 0 0 0 0,1-1 0 0 0,0 1 0 0 0,-1 0 0 0 0,1 0 0 0 0,0 0 0 0 0,0 0 0 0 0,-1 0 0 0 0,1 0 0 0 0,0 0 0 0 0,-1 1 0 0 0,1-1 0 0 0,0 0 0 0 0,-1 1 0 0 0,1 0 0 0 0,0-1 0 0 0,-1 1 0 0 0,1 0 0 0 0,-1 0 0 0 0,1 0 0 0 0,-1 0 0 0 0,0 0 0 0 0,1 0 0 0 0,-1 0 0 0 0,2 3 0 0 0,3 2 68 0 0,0 2 1 0 0,-1-1-1 0 0,0 0 1 0 0,0 1 0 0 0,-1 0-1 0 0,0 0 1 0 0,0 1-1 0 0,-1-1 1 0 0,0 1 0 0 0,4 17-1 0 0,-1 4 90 0 0,3 59 0 0 0,-8-50-218 0 0,-1 0-1 0 0,-2-1 0 0 0,-2 1 1 0 0,-1-1-1 0 0,-17 60 0 0 0,13-72-881 0 0,0 0 0 0 0,-19 37 0 0 0,8-28-5305 0 0</inkml:trace>
</inkml:ink>
</file>

<file path=ppt/ink/ink1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7.0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77 22 12443 0 0,'0'-2'105'0'0,"0"1"1"0"0,-1 0-1 0 0,1 0 1 0 0,0 0-1 0 0,-1 0 1 0 0,0 0-1 0 0,1 0 1 0 0,-1 0-1 0 0,0 0 1 0 0,1 0-1 0 0,-1 0 1 0 0,0 0-1 0 0,0 0 1 0 0,0 1-1 0 0,0-1 1 0 0,0 0-1 0 0,0 1 1 0 0,0-1-1 0 0,0 0 1 0 0,0 1-1 0 0,0-1 1 0 0,0 1-1 0 0,0 0 1 0 0,0-1 0 0 0,0 1-1 0 0,0 0 1 0 0,-1 0-1 0 0,1-1 1 0 0,0 1-1 0 0,0 0 1 0 0,0 0-1 0 0,0 0 1 0 0,-1 1-1 0 0,1-1 1 0 0,0 0-1 0 0,0 0 1 0 0,0 1-1 0 0,0-1 1 0 0,-1 0-1 0 0,1 1 1 0 0,0-1-1 0 0,0 1 1 0 0,0 0-1 0 0,0-1 1 0 0,0 1-1 0 0,0 0 1 0 0,1 0-1 0 0,-1-1 1 0 0,0 1-1 0 0,0 0 1 0 0,0 0-1 0 0,1 0 1 0 0,-1 0-1 0 0,0 0 1 0 0,1 0-1 0 0,-1 0 1 0 0,1 0-1 0 0,-1 2 1 0 0,-4 10 97 0 0,0 1 0 0 0,1-1 0 0 0,1 1-1 0 0,0 0 1 0 0,1 0 0 0 0,0 29 0 0 0,2-8 210 0 0,8 59 0 0 0,-5-79-332 0 0,0-1-1 0 0,0 1 1 0 0,2 0 0 0 0,10 24-1 0 0,-14-35-73 0 0,0-1-1 0 0,1 0 0 0 0,-1 0 0 0 0,1 1 0 0 0,0-1 0 0 0,0 0 0 0 0,0 0 0 0 0,0-1 1 0 0,1 1-1 0 0,-1 0 0 0 0,1-1 0 0 0,0 1 0 0 0,0-1 0 0 0,-1 0 0 0 0,1 0 0 0 0,1 0 0 0 0,-1 0 1 0 0,0-1-1 0 0,0 1 0 0 0,1-1 0 0 0,-1 0 0 0 0,1 0 0 0 0,-1 0 0 0 0,1-1 0 0 0,5 2 1 0 0,-6-3-23 0 0,0 0 1 0 0,0 1-1 0 0,-1-1 1 0 0,1 0-1 0 0,0 0 1 0 0,-1-1-1 0 0,1 1 0 0 0,-1 0 1 0 0,1-1-1 0 0,-1 0 1 0 0,0 1-1 0 0,1-1 1 0 0,-1 0-1 0 0,0 0 1 0 0,0 0-1 0 0,-1 0 1 0 0,1-1-1 0 0,0 1 1 0 0,-1-1-1 0 0,1 1 1 0 0,-1-1-1 0 0,0 1 1 0 0,2-5-1 0 0,3-8-145 0 0,-1 0-1 0 0,6-31 1 0 0,-8 33 80 0 0,10-75-490 0 0,-11 65 376 0 0,1 0 0 0 0,1 0 0 0 0,9-28 0 0 0,-13 50 194 0 0,0 0 1 0 0,1 1-1 0 0,-1-1 1 0 0,0 1-1 0 0,0-1 0 0 0,1 1 1 0 0,-1-1-1 0 0,0 1 1 0 0,1-1-1 0 0,-1 1 0 0 0,0-1 1 0 0,1 1-1 0 0,-1-1 1 0 0,1 1-1 0 0,-1-1 0 0 0,1 1 1 0 0,-1 0-1 0 0,1-1 1 0 0,-1 1-1 0 0,1 0 0 0 0,0 0 1 0 0,-1-1-1 0 0,1 1 1 0 0,-1 0-1 0 0,1 0 0 0 0,0 0 1 0 0,-1 0-1 0 0,1-1 1 0 0,-1 1-1 0 0,1 0 0 0 0,0 0 1 0 0,-1 0-1 0 0,1 1 1 0 0,-1-1-1 0 0,1 0 0 0 0,0 0 1 0 0,-1 0-1 0 0,1 0 0 0 0,-1 1 1 0 0,1-1-1 0 0,0 0 1 0 0,-1 0-1 0 0,1 1 0 0 0,-1-1 1 0 0,1 0-1 0 0,-1 1 1 0 0,1-1-1 0 0,-1 1 0 0 0,1-1 1 0 0,-1 0-1 0 0,0 1 1 0 0,1-1-1 0 0,-1 2 0 0 0,30 32 372 0 0,-22-25-166 0 0,-3-2 11 0 0,2-1 0 0 0,-1 1 0 0 0,1-2 0 0 0,-1 1 0 0 0,2-1 0 0 0,-1 0 0 0 0,1 0 0 0 0,-1-1 0 0 0,15 6 0 0 0,-19-9-184 0 0,0 0 0 0 0,0 0-1 0 0,0-1 1 0 0,0 1 0 0 0,0-1-1 0 0,0 0 1 0 0,0 0 0 0 0,0 0 0 0 0,0 0-1 0 0,0-1 1 0 0,0 1 0 0 0,0-1 0 0 0,0 0-1 0 0,0 1 1 0 0,0-1 0 0 0,-1-1 0 0 0,1 1-1 0 0,0 0 1 0 0,-1-1 0 0 0,1 1-1 0 0,-1-1 1 0 0,1 0 0 0 0,-1 0 0 0 0,0 0-1 0 0,1 0 1 0 0,-1 0 0 0 0,0 0 0 0 0,-1-1-1 0 0,1 1 1 0 0,0-1 0 0 0,-1 1-1 0 0,3-5 1 0 0,-1 0-42 0 0,1 0-1 0 0,-1 0 0 0 0,-1 0 1 0 0,1-1-1 0 0,-1 1 1 0 0,0-1-1 0 0,-1 0 0 0 0,1-12 1 0 0,-1-16-6199 0 0,-2 12-935 0 0</inkml:trace>
</inkml:ink>
</file>

<file path=ppt/ink/ink1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7.4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1 173 1840 0 0,'7'-2'704'0'0,"1"0"0"0"0,-1-1 0 0 0,0 0 0 0 0,0-1 0 0 0,0 1 0 0 0,-1-1-1 0 0,1-1 1 0 0,-1 1 0 0 0,0-1 0 0 0,0 0 0 0 0,7-9 0 0 0,-10 12-478 0 0,-1-1 1 0 0,1 0-1 0 0,-1 0 1 0 0,0 0-1 0 0,0 0 1 0 0,0 0 0 0 0,0 0-1 0 0,0-1 1 0 0,-1 1-1 0 0,0 0 1 0 0,0-1-1 0 0,0 0 1 0 0,0 1-1 0 0,0-1 1 0 0,0 1-1 0 0,-1-1 1 0 0,0 0 0 0 0,0 0-1 0 0,0 1 1 0 0,0-1-1 0 0,-1 0 1 0 0,1 1-1 0 0,-1-1 1 0 0,0 0-1 0 0,0 1 1 0 0,-2-5 0 0 0,3 7-154 0 0,-1 0 1 0 0,1 1-1 0 0,0-1 1 0 0,0 1-1 0 0,-1-1 1 0 0,1 0-1 0 0,-1 1 1 0 0,1-1-1 0 0,0 1 1 0 0,-1-1-1 0 0,1 1 1 0 0,-1-1-1 0 0,1 1 1 0 0,-1-1 0 0 0,0 1-1 0 0,1 0 1 0 0,-1-1-1 0 0,1 1 1 0 0,-1 0-1 0 0,0-1 1 0 0,1 1-1 0 0,-1 0 1 0 0,0 0-1 0 0,1 0 1 0 0,-1 0-1 0 0,0 0 1 0 0,1-1-1 0 0,-1 1 1 0 0,0 0 0 0 0,1 0-1 0 0,-2 1 1 0 0,0-1 50 0 0,0 1 0 0 0,0 0 1 0 0,0 0-1 0 0,1 0 0 0 0,-1 0 1 0 0,0 0-1 0 0,1 0 0 0 0,-1 1 0 0 0,1-1 1 0 0,-1 1-1 0 0,0 1 0 0 0,-3 2 50 0 0,1 0-1 0 0,0 1 0 0 0,1 0 0 0 0,-1-1 0 0 0,1 1 0 0 0,-3 7 1 0 0,5-8-162 0 0,0-1 1 0 0,0 0 0 0 0,0 1-1 0 0,1-1 1 0 0,-1 1 0 0 0,1-1-1 0 0,0 0 1 0 0,0 1 0 0 0,1-1 0 0 0,-1 1-1 0 0,1-1 1 0 0,0 1 0 0 0,0-1-1 0 0,1 0 1 0 0,-1 0 0 0 0,1 0-1 0 0,0 1 1 0 0,0-2 0 0 0,0 1 0 0 0,1 0-1 0 0,-1 0 1 0 0,1-1 0 0 0,0 1-1 0 0,0-1 1 0 0,0 0 0 0 0,0 0-1 0 0,1 0 1 0 0,-1 0 0 0 0,1-1-1 0 0,5 4 1 0 0,-3-4-29 0 0,-1 1-1 0 0,0-1 1 0 0,1 0 0 0 0,0 0-1 0 0,-1-1 1 0 0,1 1-1 0 0,0-1 1 0 0,0-1-1 0 0,0 1 1 0 0,0-1 0 0 0,-1 0-1 0 0,1 0 1 0 0,0-1-1 0 0,0 1 1 0 0,0-1 0 0 0,0-1-1 0 0,-1 1 1 0 0,1-1-1 0 0,0 0 1 0 0,-1 0-1 0 0,0-1 1 0 0,9-5 0 0 0,-1-2-274 0 0,-1-1 0 0 0,0 0 0 0 0,0-1 1 0 0,-1 0-1 0 0,-1-1 0 0 0,0 0 0 0 0,10-20 1 0 0,32-39-90 0 0,-51 71 426 0 0,-1 1-1 0 0,0 0 1 0 0,1 0-1 0 0,-1-1 1 0 0,1 1-1 0 0,-1 0 1 0 0,1 0-1 0 0,-1 0 1 0 0,1-1-1 0 0,-1 1 1 0 0,1 0-1 0 0,-1 0 1 0 0,1 0-1 0 0,-1 0 1 0 0,1 0-1 0 0,-1 0 1 0 0,0 0-1 0 0,1 0 1 0 0,-1 0-1 0 0,1 0 1 0 0,-1 0-1 0 0,1 0 1 0 0,-1 1-1 0 0,1-1 1 0 0,-1 0-1 0 0,1 0 1 0 0,-1 0-1 0 0,1 1 1 0 0,-1-1-1 0 0,0 0 1 0 0,1 0-1 0 0,-1 1 1 0 0,1-1-1 0 0,-1 0 1 0 0,0 1-1 0 0,1-1 1 0 0,-1 1-1 0 0,0-1 1 0 0,0 0-1 0 0,1 1 1 0 0,-1-1-1 0 0,0 1 1 0 0,0-1-1 0 0,0 1 1 0 0,1 0-1 0 0,15 30 1245 0 0,-11-20-1242 0 0,4 3-613 0 0,0-1-1 0 0,14 16 0 0 0,-20-25-156 0 0</inkml:trace>
</inkml:ink>
</file>

<file path=ppt/ink/ink1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7.5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0 8754 0 0,'-1'3'384'0'0,"-1"-2"88"0"0,2 1-376 0 0,2-1-96 0 0,-2 1 0 0 0,1-1-248 0 0,2 2-64 0 0,1 4-8 0 0,2 1-8 0 0,2 5 240 0 0,0 1 88 0 0,2 1 0 0 0,0 0 0 0 0</inkml:trace>
</inkml:ink>
</file>

<file path=ppt/ink/ink1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8.4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161 377 9218 0 0,'-1'-1'157'0'0,"0"-1"0"0"0,0 1 0 0 0,0 0 1 0 0,0-1-1 0 0,0 1 0 0 0,0 0 0 0 0,-1 0 0 0 0,1 0 1 0 0,-1 0-1 0 0,1 0 0 0 0,-1 0 0 0 0,1 0 0 0 0,-1 0 0 0 0,1 1 1 0 0,-1-1-1 0 0,0 1 0 0 0,1-1 0 0 0,-1 1 0 0 0,0-1 0 0 0,1 1 1 0 0,-1 0-1 0 0,-3 0 0 0 0,2 1 57 0 0,0-1-1 0 0,0 1 1 0 0,0 0 0 0 0,1 0 0 0 0,-1 0 0 0 0,0 1-1 0 0,1-1 1 0 0,-1 1 0 0 0,1-1 0 0 0,-1 1-1 0 0,1 0 1 0 0,-3 2 0 0 0,-3 4 128 0 0,1 0-1 0 0,1 0 1 0 0,-1 0-1 0 0,1 1 1 0 0,1-1-1 0 0,-8 16 1 0 0,4-2-25 0 0,-10 34 1 0 0,17-49-268 0 0,0 0-1 0 0,1-1 0 0 0,0 1 1 0 0,0 0-1 0 0,1 0 1 0 0,-1 0-1 0 0,2 0 0 0 0,-1 0 1 0 0,3 13-1 0 0,-3-20-55 0 0,0 0 0 0 0,0 1 0 0 0,0-1 0 0 0,0 1 0 0 0,0-1 0 0 0,0 0 0 0 0,0 1 0 0 0,1-1 0 0 0,-1 0 0 0 0,0 1 0 0 0,0-1 0 0 0,0 0 0 0 0,0 1 0 0 0,1-1 1 0 0,-1 0-1 0 0,0 1 0 0 0,0-1 0 0 0,1 0 0 0 0,-1 0 0 0 0,0 1 0 0 0,0-1 0 0 0,1 0 0 0 0,-1 0 0 0 0,0 1 0 0 0,1-1 0 0 0,-1 0 0 0 0,0 0 0 0 0,1 0 0 0 0,-1 0 0 0 0,1 0 0 0 0,-1 1 0 0 0,0-1 0 0 0,1 0 0 0 0,-1 0 0 0 0,0 0 0 0 0,1 0 0 0 0,-1 0 0 0 0,1 0 0 0 0,12-12-513 0 0,9-26-307 0 0,-21 36 821 0 0,3-5 72 0 0,0 0 0 0 0,0 0-1 0 0,1 1 1 0 0,0-1 0 0 0,0 1 0 0 0,0 0-1 0 0,1 1 1 0 0,0-1 0 0 0,0 1 0 0 0,11-7 0 0 0,-15 11-60 0 0,0-1 0 0 0,1 1 1 0 0,-1 0-1 0 0,0 0 0 0 0,1 0 1 0 0,-1 1-1 0 0,1-1 0 0 0,-1 0 1 0 0,1 1-1 0 0,-1 0 1 0 0,1-1-1 0 0,-1 1 0 0 0,1 0 1 0 0,0 0-1 0 0,-1 1 0 0 0,1-1 1 0 0,-1 1-1 0 0,1-1 0 0 0,-1 1 1 0 0,1 0-1 0 0,-1-1 1 0 0,0 1-1 0 0,1 1 0 0 0,-1-1 1 0 0,0 0-1 0 0,0 0 0 0 0,0 1 1 0 0,0-1-1 0 0,0 1 0 0 0,0 0 1 0 0,0 0-1 0 0,0 0 1 0 0,-1 0-1 0 0,1 0 0 0 0,-1 0 1 0 0,3 4-1 0 0,1 3-42 0 0,0 1 0 0 0,-1-1 0 0 0,0 1 0 0 0,0 0 0 0 0,-1 1 0 0 0,-1-1 0 0 0,1 1-1 0 0,-2-1 1 0 0,1 1 0 0 0,-2-1 0 0 0,1 1 0 0 0,-1 0 0 0 0,-1-1 0 0 0,0 1 0 0 0,-4 15 0 0 0,3-14 12 0 0,-1 1 0 0 0,0-1 0 0 0,-1 0 0 0 0,-1 0 0 0 0,0-1 0 0 0,-1 1 0 0 0,0-1 0 0 0,0 0 0 0 0,-1 0 0 0 0,-1-1 0 0 0,1 0 0 0 0,-17 15 0 0 0,23-24-39 0 0,0 1 0 0 0,-1-1 0 0 0,1 0 0 0 0,-1 0 0 0 0,1 0 0 0 0,-1 0 0 0 0,0 0 0 0 0,1 0 0 0 0,-1 0 0 0 0,0-1-1 0 0,0 1 1 0 0,1-1 0 0 0,-1 1 0 0 0,0-1 0 0 0,0 0 0 0 0,-3 1 0 0 0,5-2-7 0 0,-1 1 0 0 0,0 0-1 0 0,0-1 1 0 0,1 1-1 0 0,-1-1 1 0 0,1 0 0 0 0,-1 1-1 0 0,0-1 1 0 0,1 1-1 0 0,-1-1 1 0 0,1 0 0 0 0,-1 0-1 0 0,1 1 1 0 0,-1-1-1 0 0,1 0 1 0 0,0 0 0 0 0,-1 1-1 0 0,1-1 1 0 0,0 0-1 0 0,0 0 1 0 0,0 0 0 0 0,0 1-1 0 0,-1-1 1 0 0,1 0-1 0 0,0 0 1 0 0,0 0 0 0 0,0 0-1 0 0,1 0 1 0 0,-1 1-1 0 0,0-1 1 0 0,0 0 0 0 0,0 0-1 0 0,1 0 1 0 0,-1 1-1 0 0,0-1 1 0 0,1-1 0 0 0,17-61-382 0 0,2 2-1 0 0,32-69 1 0 0,-19 51 286 0 0,19-35 65 0 0,8-18-81 0 0,-52 111 184 0 0,-1-1-1 0 0,-1 1 1 0 0,-1-1-1 0 0,3-28 1 0 0,-7 43 318 0 0,0 0 1 0 0,-1 0-1 0 0,0 0 1 0 0,-1-1-1 0 0,1 1 1 0 0,-1 0 0 0 0,-1 0-1 0 0,1 1 1 0 0,-1-1-1 0 0,-1 0 1 0 0,1 0-1 0 0,-1 1 1 0 0,0 0-1 0 0,0-1 1 0 0,-1 1 0 0 0,-4-6-1 0 0,7 11-236 0 0,1 1-1 0 0,0 0 1 0 0,0-1 0 0 0,-1 1-1 0 0,1-1 1 0 0,0 1 0 0 0,-1-1-1 0 0,1 1 1 0 0,-1 0 0 0 0,1-1-1 0 0,0 1 1 0 0,-1 0-1 0 0,1-1 1 0 0,-1 1 0 0 0,1 0-1 0 0,-1 0 1 0 0,1-1 0 0 0,-1 1-1 0 0,1 0 1 0 0,-1 0 0 0 0,1 0-1 0 0,-1 0 1 0 0,1 0-1 0 0,-1 0 1 0 0,1 0 0 0 0,-1 0-1 0 0,1 0 1 0 0,-2 0 0 0 0,-2 12 1244 0 0,6 22-760 0 0,4-12-522 0 0,1 1-1 0 0,1-1 1 0 0,1-1 0 0 0,23 41-1 0 0,2 7 144 0 0,-16-29-159 0 0,-9-16 3 0 0,2 0 1 0 0,0-1 0 0 0,2 0-1 0 0,27 38 1 0 0,-39-60-52 0 0,0 0 0 0 0,0 1 1 0 0,0-1-1 0 0,0 0 0 0 0,0 0 1 0 0,0 0-1 0 0,0 0 0 0 0,0 0 0 0 0,1 0 1 0 0,-1 0-1 0 0,0 0 0 0 0,1-1 0 0 0,-1 1 1 0 0,1 0-1 0 0,-1-1 0 0 0,1 1 1 0 0,-1-1-1 0 0,1 0 0 0 0,-1 1 0 0 0,1-1 1 0 0,-1 0-1 0 0,1 0 0 0 0,-1 0 1 0 0,3 0-1 0 0,-3-1-41 0 0,1 0 0 0 0,0 0-1 0 0,0 0 1 0 0,0 0 0 0 0,-1 0 0 0 0,1 0 0 0 0,0-1 0 0 0,-1 1 0 0 0,1 0-1 0 0,-1-1 1 0 0,0 1 0 0 0,1-1 0 0 0,-1 0 0 0 0,0 1 0 0 0,2-4 0 0 0,3-8-306 0 0,0-1 0 0 0,-1 1 1 0 0,7-28-1 0 0,-12 38 358 0 0,13-53 200 0 0,-8 27 253 0 0,17-51 1 0 0,-19 73-398 0 0,-1 0 1 0 0,2 0-1 0 0,-1 1 0 0 0,1-1 1 0 0,0 1-1 0 0,0-1 1 0 0,1 1-1 0 0,-1 0 1 0 0,2 1-1 0 0,-1-1 1 0 0,0 1-1 0 0,7-4 1 0 0,-10 7-17 0 0,0 1 0 0 0,0 0 0 0 0,0 0 0 0 0,0 0 0 0 0,0 0 0 0 0,0 0 0 0 0,0 1 0 0 0,1-1 1 0 0,-1 0-1 0 0,0 1 0 0 0,0 0 0 0 0,1-1 0 0 0,-1 1 0 0 0,0 0 0 0 0,0 0 0 0 0,1 1 0 0 0,-1-1 1 0 0,0 0-1 0 0,0 1 0 0 0,1-1 0 0 0,-1 1 0 0 0,0 0 0 0 0,0 0 0 0 0,0 0 0 0 0,0 0 0 0 0,0 0 1 0 0,0 0-1 0 0,0 0 0 0 0,2 2 0 0 0,6 6 30 0 0,-1 0 0 0 0,0 0 0 0 0,-1 1 0 0 0,11 14 0 0 0,18 20-1054 0 0,-22-33-4360 0 0,2-1-1816 0 0</inkml:trace>
</inkml:ink>
</file>

<file path=ppt/ink/ink1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8.6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10138 0 0,'4'49'5386'0'0,"7"57"-2371"0"0,54 176 1379 0 0,-22-167-10743 0 0,-33-91-785 0 0</inkml:trace>
</inkml:ink>
</file>

<file path=ppt/ink/ink1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8.7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13 226 10594 0 0,'-7'-1'944'0'0,"3"0"-751"0"0,2-1-193 0 0,2-1 832 0 0,0-1 136 0 0,0-1 24 0 0,0-5 8 0 0,3-4-648 0 0,6-3-128 0 0,3-2-24 0 0,5-1-7 0 0,4 1-818 0 0,3-2-167 0 0,2-2-32 0 0,3 1-8 0 0,3 0 736 0 0,-1-1 96 0 0</inkml:trace>
</inkml:ink>
</file>

<file path=ppt/ink/ink1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5:28.9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79 1 12899 0 0,'-18'18'576'0'0,"8"-10"112"0"0,2 1-552 0 0,1-4-136 0 0,2-2 0 0 0,4-1 0 0 0,-3-1 152 0 0,-2 0 0 0 0,-2 1 0 0 0,-3-2 0 0 0</inkml:trace>
</inkml:ink>
</file>

<file path=ppt/ink/ink1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9:37.4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53 259 5529 0 0,'-2'0'295'0'0,"0"1"-1"0"0,0-1 0 0 0,0 1 1 0 0,0-1-1 0 0,0 0 1 0 0,0 0-1 0 0,0 0 0 0 0,0 0 1 0 0,-1 0-1 0 0,1-1 1 0 0,0 1-1 0 0,0 0 0 0 0,-2-2 1 0 0,3 2-173 0 0,0 0 0 0 0,0 0 0 0 0,0 0 0 0 0,0 0 0 0 0,0 0 0 0 0,1 0 0 0 0,-1-1 0 0 0,0 1 1 0 0,0 0-1 0 0,0 0 0 0 0,1-1 0 0 0,-1 1 0 0 0,0-1 0 0 0,0 1 0 0 0,1-1 0 0 0,-1 1 0 0 0,0-1 0 0 0,1 1 0 0 0,-1-1 0 0 0,1 1 1 0 0,-1-1-1 0 0,1 0 0 0 0,-1 1 0 0 0,1-1 0 0 0,-1 0 0 0 0,1 0 0 0 0,-1 1 0 0 0,1-1 0 0 0,0 0 0 0 0,-1 0 0 0 0,1 0 0 0 0,0 1 1 0 0,0-2-1 0 0,4-5 286 0 0,1 1 0 0 0,0 0 0 0 0,1 0 1 0 0,-1 0-1 0 0,1 1 0 0 0,0 0 0 0 0,1 0 1 0 0,-1 0-1 0 0,14-6 0 0 0,2-3-52 0 0,-20 12-351 0 0,20-13 114 0 0,1 0-1 0 0,45-22 1 0 0,-63 35-107 0 0,0-1 0 0 0,0 1-1 0 0,0 0 1 0 0,1 1 0 0 0,-1-1 0 0 0,0 1-1 0 0,1 0 1 0 0,-1 0 0 0 0,1 1 0 0 0,-1 0 0 0 0,1 0-1 0 0,-1 0 1 0 0,1 1 0 0 0,-1-1 0 0 0,1 1-1 0 0,-1 0 1 0 0,0 1 0 0 0,1-1 0 0 0,-1 1-1 0 0,0 0 1 0 0,5 4 0 0 0,-6-3-16 0 0,-1 0 0 0 0,0 0 0 0 0,0 0 0 0 0,0 1 0 0 0,0 0 0 0 0,0-1 0 0 0,-1 1 0 0 0,0 0 1 0 0,0 0-1 0 0,0 1 0 0 0,0-1 0 0 0,0 0 0 0 0,-1 1 0 0 0,0-1 0 0 0,0 1 0 0 0,0-1 0 0 0,-1 1 0 0 0,1-1 0 0 0,-1 1 0 0 0,0-1 0 0 0,0 1 0 0 0,-1-1 0 0 0,-1 6 0 0 0,-1 11-23 0 0,-1 0-1 0 0,-1 0 0 0 0,-12 30 1 0 0,-14 23 166 0 0,-72 123 0 0 0,83-165 216 0 0,15-26 162 0 0,14-23-143 0 0,181-326-701 0 0,-160 284 477 0 0,-2-1 0 0 0,27-81 0 0 0,-55 139-3 0 0,-1 4 124 0 0,-3 11 465 0 0,-6 23 277 0 0,8-1-1051 0 0,1 0 0 0 0,2 1 1 0 0,2-1-1 0 0,1 0 0 0 0,1 0 1 0 0,3 0-1 0 0,0-1 0 0 0,2 0 1 0 0,2 0-1 0 0,1-2 0 0 0,19 35 1 0 0,-28-59-330 0 0,1-1 1 0 0,0 0 0 0 0,0 0-1 0 0,1-1 1 0 0,0 0 0 0 0,0 0-1 0 0,11 8 1 0 0,-14-12 157 0 0,0 0 0 0 0,0 0 0 0 0,0 0 0 0 0,0 0 0 0 0,0-1 0 0 0,0 0 0 0 0,0 0 0 0 0,1 0 0 0 0,-1 0 0 0 0,0 0 0 0 0,1 0 0 0 0,-1-1 0 0 0,1 0 0 0 0,-1 1 0 0 0,1-1 0 0 0,-1-1 0 0 0,0 1 0 0 0,1 0 0 0 0,-1-1 0 0 0,1 0 0 0 0,4-1 0 0 0,9-9 92 0 0</inkml:trace>
</inkml:ink>
</file>

<file path=ppt/ink/ink1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9:37.6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13363 0 0,'1'4'371'0'0,"0"-1"0"0"0,0 1 0 0 0,1-1 0 0 0,-1 1 1 0 0,1-1-1 0 0,4 7 0 0 0,2 5 160 0 0,10 35 2113 0 0,20 97 0 0 0,-16-54-4373 0 0,-15-69-5471 0 0</inkml:trace>
</inkml:ink>
</file>

<file path=ppt/ink/ink1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9:39.3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26 322 10138 0 0,'-2'-1'243'0'0,"-1"-1"0"0"0,1 0-1 0 0,0 0 1 0 0,1-1 0 0 0,-1 1-1 0 0,0 0 1 0 0,0 0 0 0 0,1-1-1 0 0,0 1 1 0 0,-1-1 0 0 0,1 0-1 0 0,0 1 1 0 0,0-1 0 0 0,0 0-1 0 0,1 0 1 0 0,-1 0 0 0 0,1 1 0 0 0,-1-1-1 0 0,1 0 1 0 0,0 0 0 0 0,1-5-1 0 0,-1 4-37 0 0,0-1-1 0 0,1 0 0 0 0,0 0 0 0 0,0 0 0 0 0,0 0 1 0 0,1 1-1 0 0,0-1 0 0 0,0 1 0 0 0,0-1 0 0 0,0 1 0 0 0,1 0 1 0 0,3-5-1 0 0,-1 2-68 0 0,2 1-1 0 0,-1 0 1 0 0,1 1 0 0 0,-1-1-1 0 0,2 1 1 0 0,-1 0 0 0 0,0 1 0 0 0,1 0-1 0 0,0 0 1 0 0,0 0 0 0 0,0 1-1 0 0,0 1 1 0 0,1-1 0 0 0,-1 1 0 0 0,1 1-1 0 0,12-2 1 0 0,-16 3-128 0 0,0 0 1 0 0,0 0-1 0 0,0 0 1 0 0,0 1-1 0 0,0-1 0 0 0,0 1 1 0 0,0 1-1 0 0,0-1 1 0 0,-1 1-1 0 0,1 0 0 0 0,0 0 1 0 0,-1 0-1 0 0,1 0 1 0 0,-1 1-1 0 0,0 0 0 0 0,0 0 1 0 0,0 0-1 0 0,0 0 1 0 0,-1 1-1 0 0,1-1 0 0 0,-1 1 1 0 0,0 0-1 0 0,0 0 1 0 0,0 0-1 0 0,0 0 0 0 0,-1 1 1 0 0,0-1-1 0 0,0 1 1 0 0,2 6-1 0 0,0 1-112 0 0,-1 1 0 0 0,-1 1 0 0 0,0-1 0 0 0,-1 0 0 0 0,0 0 0 0 0,-1 1 0 0 0,-1-1 0 0 0,0 0 0 0 0,-1 0 0 0 0,-3 14 0 0 0,-5 12-269 0 0,-1-1 0 0 0,-17 40 0 0 0,26-73 397 0 0,0 0 0 0 0,-1 0 0 0 0,1 0 0 0 0,-1 0 0 0 0,0 0 0 0 0,0-1 0 0 0,-5 5 0 0 0,13-16-220 0 0,0-1 0 0 0,-1 0 1 0 0,0 0-1 0 0,4-13 0 0 0,4-9-251 0 0,17-28-7 0 0,57-131 49 0 0,-79 168 670 0 0,0 0 0 0 0,-1-1 1 0 0,-1 0-1 0 0,-1 0 0 0 0,-1-1 1 0 0,-1 1-1 0 0,-1-25 0 0 0,-1 45-194 0 0,-1 0 0 0 0,1-1 0 0 0,0 1 0 0 0,-1 0 0 0 0,1-1 0 0 0,-1 1 0 0 0,1 0 0 0 0,-1 0 0 0 0,0 0-1 0 0,-2-4 1 0 0,2 5-11 0 0,1 0-1 0 0,-1 1 0 0 0,1-1 0 0 0,-1 1 0 0 0,1-1 0 0 0,-1 1 0 0 0,0-1 1 0 0,1 1-1 0 0,-1-1 0 0 0,0 1 0 0 0,1-1 0 0 0,-1 1 0 0 0,0 0 0 0 0,0-1 1 0 0,1 1-1 0 0,-1 0 0 0 0,0 0 0 0 0,0 0 0 0 0,0-1 0 0 0,1 1 1 0 0,-2 0-1 0 0,-1 1 2 0 0,1-1 1 0 0,0 1 0 0 0,0 0-1 0 0,0 0 1 0 0,0 0-1 0 0,0 0 1 0 0,0 0 0 0 0,0 0-1 0 0,1 0 1 0 0,-1 1-1 0 0,0-1 1 0 0,0 1 0 0 0,1-1-1 0 0,-1 1 1 0 0,1 0 0 0 0,0-1-1 0 0,-1 1 1 0 0,1 0-1 0 0,0 0 1 0 0,-1 3 0 0 0,-5 9-56 0 0,2 1 0 0 0,-1 0 0 0 0,2 0 0 0 0,0 0 0 0 0,1 0 0 0 0,0 1 0 0 0,1-1 1 0 0,0 22-1 0 0,3-11 1 0 0,0-1 0 0 0,1 0 1 0 0,1 0-1 0 0,10 35 1 0 0,-7-43-190 0 0,0 1-1 0 0,1-1 1 0 0,1 0 0 0 0,0-1 0 0 0,2 0 0 0 0,0 0 0 0 0,17 21 0 0 0,-18-26-142 0 0,0-1 1 0 0,1 0-1 0 0,0-1 1 0 0,0 0 0 0 0,1 0-1 0 0,0-1 1 0 0,1-1-1 0 0,-1 0 1 0 0,1 0 0 0 0,24 8-1 0 0,-20-10-5936 0 0</inkml:trace>
</inkml:ink>
</file>

<file path=ppt/ink/ink1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9:39.7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9962 0 0,'16'-16'586'0'0,"11"-11"1958"0"0,56-45 0 0 0,-74 66-2207 0 0,-1 0 0 0 0,1 1-1 0 0,-1 0 1 0 0,1 0-1 0 0,1 1 1 0 0,-1 0 0 0 0,1 1-1 0 0,-1 0 1 0 0,1 0-1 0 0,0 1 1 0 0,0 1 0 0 0,13-1-1 0 0,-20 2-280 0 0,1 0-1 0 0,-1 0 1 0 0,0 0 0 0 0,1 1-1 0 0,-1-1 1 0 0,0 1-1 0 0,1 0 1 0 0,-1 0-1 0 0,0 0 1 0 0,0 1-1 0 0,0-1 1 0 0,0 1 0 0 0,0-1-1 0 0,0 1 1 0 0,0 0-1 0 0,-1 0 1 0 0,5 4-1 0 0,-4-2-28 0 0,0 0-1 0 0,0 1 1 0 0,-1-1-1 0 0,1 0 0 0 0,-1 1 1 0 0,0 0-1 0 0,0-1 1 0 0,0 1-1 0 0,-1 0 0 0 0,2 8 1 0 0,0 9-93 0 0,-2 0 1 0 0,0-1-1 0 0,-1 1 1 0 0,-4 29 0 0 0,2-37 31 0 0,-1 9 72 0 0,2-17 37 0 0,-1 0 0 0 0,1 0 1 0 0,1 1-1 0 0,-1-1 0 0 0,1 0 0 0 0,0 0 0 0 0,0 0 0 0 0,1 0 0 0 0,0 0 0 0 0,0 0 0 0 0,0 0 1 0 0,4 9-1 0 0,-5-14-47 0 0,1 0 0 0 0,0 0 1 0 0,0-1-1 0 0,0 1 0 0 0,0 0 1 0 0,0 0-1 0 0,0-1 0 0 0,0 1 1 0 0,0-1-1 0 0,0 1 0 0 0,0-1 1 0 0,1 0-1 0 0,-1 1 0 0 0,0-1 1 0 0,0 0-1 0 0,0 0 0 0 0,0 1 1 0 0,1-1-1 0 0,-1 0 1 0 0,0 0-1 0 0,0 0 0 0 0,0-1 1 0 0,1 1-1 0 0,-1 0 0 0 0,0 0 1 0 0,0-1-1 0 0,0 1 0 0 0,0-1 1 0 0,0 1-1 0 0,0-1 0 0 0,0 1 1 0 0,0-1-1 0 0,2 0 0 0 0,34-25 270 0 0,-35 24-271 0 0,127-118 527 0 0,-4 4-3072 0 0,-91 89-5160 0 0</inkml:trace>
</inkml:ink>
</file>

<file path=ppt/ink/ink1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9:40.6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0 312 10594 0 0,'2'-2'214'0'0,"0"-1"0"0"0,0 1 0 0 0,0 0 0 0 0,1 0 0 0 0,-1 0 0 0 0,1 0 0 0 0,-1 0 0 0 0,1 0 1 0 0,3-1-1 0 0,-1 0 16 0 0,14-10 738 0 0,1 1 0 0 0,28-13-1 0 0,-40 22-718 0 0,-1 0-1 0 0,1 0 1 0 0,-1 1-1 0 0,1 0 1 0 0,0 0-1 0 0,0 1 1 0 0,-1-1-1 0 0,1 2 0 0 0,0-1 1 0 0,13 2-1 0 0,-19 0-213 0 0,0-1-1 0 0,0 1 0 0 0,1-1 1 0 0,-1 1-1 0 0,-1 0 1 0 0,1 0-1 0 0,0 0 0 0 0,0 0 1 0 0,0 0-1 0 0,0 0 1 0 0,-1 0-1 0 0,1 1 0 0 0,0-1 1 0 0,-1 1-1 0 0,0-1 0 0 0,1 1 1 0 0,-1 0-1 0 0,2 2 1 0 0,-1 1-30 0 0,0-1 1 0 0,0 1 0 0 0,0-1 0 0 0,-1 1 0 0 0,1 0 0 0 0,-1-1 0 0 0,0 11 0 0 0,0 0-98 0 0,-1 1 1 0 0,-1 0-1 0 0,0-1 1 0 0,-5 18-1 0 0,-2 5 9 0 0,-2 0 0 0 0,-18 46 1 0 0,19-63 333 0 0,0-1 1 0 0,-1-1 0 0 0,-1 1 0 0 0,-1-2 0 0 0,-21 27 0 0 0,26-41 283 0 0,5-14-412 0 0,6-19-330 0 0,-3 26 199 0 0,10-46-300 0 0,30-76 0 0 0,-27 87 280 0 0,-1-1-1 0 0,-2 0 1 0 0,10-70-1 0 0,-19 61 463 0 0,-2-1 0 0 0,-2 0 1 0 0,-9-50-1 0 0,9 93 115 0 0,-2 12-318 0 0,0 12-67 0 0,7 33-59 0 0,2 0 0 0 0,3-1 0 0 0,1 1 0 0 0,3-2 1 0 0,2 1-1 0 0,32 74 0 0 0,-40-111-211 0 0,0 0 0 0 0,0-1 0 0 0,1 0 0 0 0,1 0 0 0 0,0 0 0 0 0,18 19 0 0 0,-22-27 32 0 0,1 0-1 0 0,-1 0 0 0 0,1 0 0 0 0,0-1 0 0 0,0 1 1 0 0,0-1-1 0 0,1 0 0 0 0,-1-1 0 0 0,1 1 0 0 0,-1-1 0 0 0,1 0 1 0 0,0 0-1 0 0,0-1 0 0 0,0 0 0 0 0,0 0 0 0 0,0 0 0 0 0,0-1 1 0 0,7 0-1 0 0,8-3-1355 0 0</inkml:trace>
</inkml:ink>
</file>

<file path=ppt/ink/ink1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9:41.2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13 100 6913 0 0,'0'0'43'0'0,"-1"0"-1"0"0,1 0 1 0 0,-1 0-1 0 0,0 0 1 0 0,1 0-1 0 0,-1 0 0 0 0,1 0 1 0 0,-1-1-1 0 0,1 1 1 0 0,-1 0-1 0 0,1 0 0 0 0,-1-1 1 0 0,1 1-1 0 0,0 0 1 0 0,-1-1-1 0 0,1 1 1 0 0,-1 0-1 0 0,1-1 0 0 0,0 1 1 0 0,-1-1-1 0 0,1 1 1 0 0,0-1-1 0 0,-1 1 1 0 0,1-1-1 0 0,0 1 0 0 0,0-1 1 0 0,-1 1-1 0 0,1-1 1 0 0,0 1-1 0 0,0-1 0 0 0,0 1 1 0 0,0-1-1 0 0,0 1 1 0 0,0-1-1 0 0,0 0 1 0 0,0 1-1 0 0,0-1 0 0 0,1-1 141 0 0,-1-1-1 0 0,1 1 1 0 0,0 0-1 0 0,0 0 1 0 0,0 0-1 0 0,1 0 1 0 0,-1 0 0 0 0,0 0-1 0 0,4-2 1 0 0,2-4 734 0 0,1 0 1 0 0,1 1 0 0 0,10-7 0 0 0,-13 10-682 0 0,0 1 0 0 0,0 0-1 0 0,0 0 1 0 0,1 0 0 0 0,-1 1 0 0 0,1 0 0 0 0,0 0 0 0 0,-1 1 0 0 0,1 0 0 0 0,0 0 0 0 0,10 0 0 0 0,-14 1-162 0 0,-1 1 0 0 0,1-1 0 0 0,0 0 0 0 0,-1 1 0 0 0,1 0-1 0 0,-1-1 1 0 0,1 1 0 0 0,-1 0 0 0 0,0 0 0 0 0,1 1 0 0 0,-1-1 0 0 0,0 0 0 0 0,0 1 0 0 0,0-1 0 0 0,0 1 0 0 0,0 0-1 0 0,0 0 1 0 0,0 0 0 0 0,0 0 0 0 0,-1 0 0 0 0,1 0 0 0 0,-1 0 0 0 0,1 0 0 0 0,-1 0 0 0 0,0 1 0 0 0,0-1 0 0 0,0 1 0 0 0,0-1-1 0 0,-1 1 1 0 0,1-1 0 0 0,-1 1 0 0 0,1 4 0 0 0,1 14-21 0 0,-2 0-1 0 0,0 0 1 0 0,-1 0 0 0 0,-5 23-1 0 0,3-22 43 0 0,1-1 0 0 0,1 1 0 0 0,2 37 0 0 0,-1-57-47 0 0,1 0 0 0 0,-1-1 0 0 0,0 1 0 0 0,1 0 0 0 0,-1 0 0 0 0,1 0 0 0 0,-1 0 0 0 0,1-1 0 0 0,0 1 0 0 0,0 0 0 0 0,0-1 0 0 0,0 1 0 0 0,0 0 0 0 0,0-1 0 0 0,1 1 0 0 0,-1-1 0 0 0,0 0 0 0 0,1 1 0 0 0,-1-1 0 0 0,1 0 1 0 0,-1 0-1 0 0,1 0 0 0 0,0 0 0 0 0,-1 0 0 0 0,1 0 0 0 0,0-1 0 0 0,0 1 0 0 0,-1-1 0 0 0,4 2 0 0 0,5-1 13 0 0,-1-1-1 0 0,0 0 1 0 0,1 0 0 0 0,-1 0 0 0 0,11-3 0 0 0,-11 2-38 0 0,-1 0 0 0 0,1 0 0 0 0,-1 1-1 0 0,16 1 1 0 0,-19 0 1 0 0,1 0-1 0 0,-1 1 1 0 0,0-1-1 0 0,0 1 0 0 0,0 0 1 0 0,0 0-1 0 0,-1 1 1 0 0,1 0-1 0 0,-1 0 0 0 0,1 0 1 0 0,-1 0-1 0 0,0 0 1 0 0,0 1-1 0 0,0 0 0 0 0,-1 0 1 0 0,1 0-1 0 0,-1 0 1 0 0,0 1-1 0 0,0-1 1 0 0,-1 1-1 0 0,1 0 0 0 0,-1-1 1 0 0,0 1-1 0 0,0 0 1 0 0,-1 0-1 0 0,1 1 0 0 0,0 8 1 0 0,-1-3 86 0 0,0 0 0 0 0,-1 0 0 0 0,-1 0 0 0 0,0 0 0 0 0,0 0 1 0 0,-1 0-1 0 0,0 0 0 0 0,-1 0 0 0 0,0-1 0 0 0,-1 1 0 0 0,0-1 0 0 0,-8 14 0 0 0,-1-2 15 0 0,-1 0 0 0 0,-1-1-1 0 0,-1-1 1 0 0,0-1 0 0 0,-2 0-1 0 0,0-1 1 0 0,-1-1-1 0 0,-28 20 1 0 0,27-23-424 0 0</inkml:trace>
</inkml:ink>
</file>

<file path=ppt/ink/ink1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9:45.4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457 70 13363 0 0,'-7'-7'482'0'0,"-1"0"1"0"0,0 0-1 0 0,0 1 1 0 0,-1 0 0 0 0,0 1-1 0 0,1 0 1 0 0,-2 1-1 0 0,1-1 1 0 0,-1 2-1 0 0,1-1 1 0 0,-1 1-1 0 0,0 1 1 0 0,-11-2-1 0 0,11 3-347 0 0,0 0 0 0 0,-1 1 0 0 0,1 0-1 0 0,0 1 1 0 0,0 0 0 0 0,0 1 0 0 0,0 0 0 0 0,0 0-1 0 0,0 1 1 0 0,1 0 0 0 0,-1 1 0 0 0,1 0 0 0 0,0 0-1 0 0,0 1 1 0 0,0 1 0 0 0,1-1 0 0 0,-1 1 0 0 0,1 1-1 0 0,1-1 1 0 0,-11 12 0 0 0,8-5-132 0 0,0 1 0 0 0,1 1 1 0 0,0-1-1 0 0,1 1 0 0 0,1 1 0 0 0,0 0 0 0 0,1-1 1 0 0,-7 31-1 0 0,4-1 143 0 0,1 1 1 0 0,-1 46-1 0 0,-1 144-75 0 0,11-195-64 0 0,2 1 1 0 0,1-1-1 0 0,17 69 0 0 0,-12-84-58 0 0,1 0-1 0 0,2-1 1 0 0,27 46-1 0 0,-25-47-17 0 0,-1 0 1 0 0,-1 0-1 0 0,16 47 1 0 0,-26-65-170 0 0,-1 1 0 0 0,0 0 0 0 0,0-1 1 0 0,0 1-1 0 0,-1 0 0 0 0,0 0 0 0 0,-1 10 0 0 0,-6 10-5755 0 0,1-11-530 0 0</inkml:trace>
</inkml:ink>
</file>

<file path=ppt/ink/ink2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9:45.6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61 569 3681 0 0,'-9'-14'577'0'0,"0"-1"0"0"0,1 1 1 0 0,1-2-1 0 0,0 1 0 0 0,-6-21 0 0 0,11 29-60 0 0,0 0-1 0 0,1-1 1 0 0,0 1-1 0 0,0-1 1 0 0,1 1-1 0 0,-1-1 1 0 0,2 1-1 0 0,-1-1 0 0 0,1 1 1 0 0,0-1-1 0 0,1 1 1 0 0,0-1-1 0 0,0 1 1 0 0,4-8-1 0 0,-3 7-94 0 0,2 1 0 0 0,-1 0 0 0 0,1 1 0 0 0,0-1 0 0 0,0 1 0 0 0,1 0 0 0 0,0 0 0 0 0,0 0 0 0 0,8-5 0 0 0,11-7 497 0 0,32-17 0 0 0,-9 7-369 0 0,18-16-353 0 0,-5 3-824 0 0,85-43 1 0 0,-105 64-6654 0 0</inkml:trace>
</inkml:ink>
</file>

<file path=ppt/ink/ink2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9:46.0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180 23 11058 0 0,'-1'-2'181'0'0,"1"1"0"0"0,-1 0 0 0 0,0-1 0 0 0,0 1-1 0 0,1 0 1 0 0,-1 0 0 0 0,0-1 0 0 0,0 1 0 0 0,0 0 0 0 0,0 0-1 0 0,0 0 1 0 0,0 0 0 0 0,-1 1 0 0 0,1-1 0 0 0,0 0 0 0 0,0 0-1 0 0,-1 1 1 0 0,1-1 0 0 0,0 0 0 0 0,-1 1 0 0 0,1 0-1 0 0,-1-1 1 0 0,1 1 0 0 0,0 0 0 0 0,-1-1 0 0 0,1 1 0 0 0,-1 0-1 0 0,1 0 1 0 0,-1 0 0 0 0,1 1 0 0 0,-1-1 0 0 0,1 0 0 0 0,-1 0-1 0 0,1 1 1 0 0,0-1 0 0 0,-1 1 0 0 0,1-1 0 0 0,0 1-1 0 0,-1 0 1 0 0,1 0 0 0 0,0-1 0 0 0,0 1 0 0 0,-1 0 0 0 0,1 0-1 0 0,0 0 1 0 0,0 0 0 0 0,0 0 0 0 0,0 0 0 0 0,0 1-1 0 0,-1 1 1 0 0,-7 9 103 0 0,1 1 0 0 0,0 0 0 0 0,1 1-1 0 0,0-1 1 0 0,1 1 0 0 0,-8 25 0 0 0,-17 93 66 0 0,28-120-347 0 0,-6 34 11 0 0,2 1 1 0 0,2 1 0 0 0,2-1 0 0 0,2 0 0 0 0,3 1 0 0 0,12 84 0 0 0,-8-103 9 0 0,1 0 0 0 0,1-1 0 0 0,1 0 0 0 0,2 0 0 0 0,1-1 1 0 0,1-1-1 0 0,1 0 0 0 0,1 0 0 0 0,1-2 0 0 0,2 0 0 0 0,0-1 0 0 0,25 24 0 0 0,-25-30-16 0 0,0-1 0 0 0,0-1 1 0 0,1 0-1 0 0,30 16 0 0 0,-40-27-181 0 0,0 1 1 0 0,0-1-1 0 0,1 0 0 0 0,-1-1 0 0 0,1 0 0 0 0,0 0 0 0 0,0-1 0 0 0,0-1 1 0 0,0 0-1 0 0,0 0 0 0 0,0-1 0 0 0,20-2 0 0 0,3-5-7303 0 0</inkml:trace>
</inkml:ink>
</file>

<file path=ppt/ink/ink2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9:48.5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63 289 6913 0 0,'-2'0'288'0'0,"-1"0"-1"0"0,0 0 0 0 0,1 0 0 0 0,-1-1 1 0 0,1 1-1 0 0,-1-1 0 0 0,1 1 0 0 0,0-1 0 0 0,-1 0 1 0 0,1 0-1 0 0,-1 0 0 0 0,1 0 0 0 0,0 0 1 0 0,0-1-1 0 0,0 1 0 0 0,0-1 0 0 0,0 0 0 0 0,0 1 1 0 0,0-1-1 0 0,0 0 0 0 0,1 0 0 0 0,-1 0 1 0 0,1 0-1 0 0,-1 0 0 0 0,1 0 0 0 0,-2-5 0 0 0,2 4-82 0 0,0 0 0 0 0,0-1 0 0 0,1 1 0 0 0,-1 0 0 0 0,1-1-1 0 0,0 1 1 0 0,0 0 0 0 0,0-1 0 0 0,0 1 0 0 0,0 0 0 0 0,1-1 0 0 0,0 1-1 0 0,-1 0 1 0 0,1 0 0 0 0,1-1 0 0 0,-1 1 0 0 0,0 0 0 0 0,1 0-1 0 0,3-5 1 0 0,6-7-67 0 0,0 2-1 0 0,2-1 0 0 0,0 1 0 0 0,0 1 1 0 0,1 0-1 0 0,0 1 0 0 0,1 0 0 0 0,0 2 1 0 0,1-1-1 0 0,0 2 0 0 0,28-11 0 0 0,-43 19-138 0 0,1-1 1 0 0,0 0-1 0 0,0 1 0 0 0,-1-1 0 0 0,1 1 0 0 0,0 0 0 0 0,0-1 0 0 0,0 1 0 0 0,0 0 0 0 0,-1 0 0 0 0,1 0 0 0 0,0 1 1 0 0,0-1-1 0 0,0 0 0 0 0,0 1 0 0 0,-1-1 0 0 0,1 1 0 0 0,0-1 0 0 0,-1 1 0 0 0,1 0 0 0 0,0 0 0 0 0,2 2 0 0 0,-2-1-2 0 0,0 0-1 0 0,0 0 1 0 0,-1 0-1 0 0,1 0 1 0 0,-1 1-1 0 0,0-1 1 0 0,0 1-1 0 0,0-1 1 0 0,0 1-1 0 0,0-1 1 0 0,0 1-1 0 0,0 0 1 0 0,0 4-1 0 0,0 8-17 0 0,-1 0 0 0 0,0 0 0 0 0,-1 0 1 0 0,-4 19-1 0 0,-11 41-203 0 0,-3-1 1 0 0,-55 135-1 0 0,56-163 117 0 0,11-20 30 0 0,10-23-115 0 0,6-16-50 0 0,32-64-1044 0 0,-3-1-1 0 0,-4-2 1 0 0,28-98-1 0 0,-57 161 1449 0 0,-1 0 1 0 0,4-31-1 0 0,-7 42 77 0 0,-1-1 0 0 0,0 1 0 0 0,0 0 0 0 0,0 0 0 0 0,-1-1 0 0 0,0 1-1 0 0,0 0 1 0 0,-1 0 0 0 0,1 0 0 0 0,-1 0 0 0 0,-4-7 0 0 0,6 12-150 0 0,0 0-1 0 0,-1 0 1 0 0,1 0-1 0 0,-1 1 1 0 0,1-1-1 0 0,-1 0 1 0 0,0 0-1 0 0,1 0 1 0 0,-1 1 0 0 0,0-1-1 0 0,1 0 1 0 0,-1 1-1 0 0,0-1 1 0 0,0 0-1 0 0,1 1 1 0 0,-1-1 0 0 0,0 1-1 0 0,0 0 1 0 0,0-1-1 0 0,0 1 1 0 0,0 0-1 0 0,0-1 1 0 0,0 1-1 0 0,0 0 1 0 0,0 0 0 0 0,0 0-1 0 0,-2 0 1 0 0,2 0 5 0 0,-1 1 1 0 0,0 0-1 0 0,0-1 1 0 0,0 1-1 0 0,0 0 1 0 0,0 0-1 0 0,1 0 1 0 0,-1 1-1 0 0,0-1 0 0 0,1 0 1 0 0,-1 0-1 0 0,-1 4 1 0 0,-4 3 120 0 0,0 0 0 0 0,1 1 0 0 0,-9 18 0 0 0,10-15-175 0 0,0 1-1 0 0,1 0 1 0 0,1 0 0 0 0,0 0 0 0 0,1 1 0 0 0,0-1 0 0 0,1 0 0 0 0,0 1-1 0 0,1-1 1 0 0,1 1 0 0 0,0-1 0 0 0,1 1 0 0 0,6 20 0 0 0,2 3 72 0 0,1-1 1 0 0,2 0-1 0 0,29 54 1 0 0,-36-78-125 0 0,62 110-1233 0 0,-59-108 778 0 0,0 0 0 0 0,2-1 0 0 0,-1 0 1 0 0,1-1-1 0 0,1 0 0 0 0,17 13 0 0 0,-7-11-6259 0 0</inkml:trace>
</inkml:ink>
</file>

<file path=ppt/ink/ink2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9:48.7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11979 0 0,'3'5'650'0'0,"0"0"0"0"0,1 0 0 0 0,0-1 0 0 0,0 1 0 0 0,7 4 0 0 0,10 14 1061 0 0,5 10 728 0 0,40 70 0 0 0,-60-92-2497 0 0,0 1 0 0 0,0 0-1 0 0,-1 1 1 0 0,-1-1 0 0 0,0 1 0 0 0,-1 0-1 0 0,0 0 1 0 0,-1 0 0 0 0,0 0 0 0 0,-1 18-1 0 0,-1-20-1872 0 0</inkml:trace>
</inkml:ink>
</file>

<file path=ppt/ink/ink2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9:48.8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13 104 9674 0 0,'-10'-84'3799'0'0,"8"64"2468"0"0,2 40-7176 0 0,0 0 0 0 0,2-1 0 0 0,5 29-1 0 0,-3-26-471 0 0,1 6-314 0 0</inkml:trace>
</inkml:ink>
</file>

<file path=ppt/ink/ink2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9:49.5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46 150 6913 0 0,'-19'-43'2534'0'0,"-1"1"4067"0"0,13 30-3494 0 0,8 16-2879 0 0,0 0 1 0 0,0 1-1 0 0,-1-1 0 0 0,1 1 1 0 0,-1-1-1 0 0,0 0 1 0 0,-1 8-1 0 0,0 4-99 0 0,0 30-34 0 0,3 71 19 0 0,-1-103-131 0 0,1 0 0 0 0,0-1-1 0 0,1 1 1 0 0,1-1 0 0 0,0 0-1 0 0,8 17 1 0 0,-10-25 0 0 0,0 0 0 0 0,1 0-1 0 0,0-1 1 0 0,1 1 0 0 0,-1-1-1 0 0,1 1 1 0 0,-1-1 0 0 0,1 0-1 0 0,1 0 1 0 0,-1-1 0 0 0,0 1-1 0 0,1-1 1 0 0,0 0 0 0 0,0 0-1 0 0,0-1 1 0 0,6 4 0 0 0,-4-4-157 0 0,0-1 0 0 0,0 1 0 0 0,0-1 0 0 0,0 0 1 0 0,0-1-1 0 0,0 1 0 0 0,0-2 0 0 0,1 1 1 0 0,-1-1-1 0 0,0 0 0 0 0,11-3 0 0 0,-7 1-189 0 0,0-1 0 0 0,0 0 1 0 0,0-1-1 0 0,0 0 0 0 0,-1-1 0 0 0,0 0 0 0 0,0 0 0 0 0,0-1 0 0 0,-1 0 0 0 0,0-1 0 0 0,-1 0 0 0 0,1-1 0 0 0,-2 0 0 0 0,1 0 0 0 0,7-12 0 0 0,-9 9 396 0 0,-1 0-1 0 0,0 0 1 0 0,0-1-1 0 0,-1 0 1 0 0,5-25-1 0 0,-8 28 508 0 0,0 0-1 0 0,-1 1 1 0 0,1-1 0 0 0,-2 1-1 0 0,-1-12 1 0 0,4 35 4216 0 0,8 32-4106 0 0,-5-37-610 0 0,0 0-1 0 0,0-1 1 0 0,1 1-1 0 0,0-1 0 0 0,0-1 1 0 0,1 1-1 0 0,0-1 1 0 0,0 0-1 0 0,1-1 0 0 0,-1 0 1 0 0,2 0-1 0 0,-1-1 1 0 0,0 0-1 0 0,18 8 0 0 0,-14-8 8 0 0,0-1 0 0 0,0 0 0 0 0,0 0 0 0 0,0-2 0 0 0,1 1 0 0 0,-1-1 0 0 0,1-1-1 0 0,-1-1 1 0 0,1 1 0 0 0,0-2 0 0 0,16-2 0 0 0,-25 3-30 0 0,0-1-1 0 0,-1 0 1 0 0,1 0 0 0 0,0 0-1 0 0,-1-1 1 0 0,1 1 0 0 0,-1-1-1 0 0,1 0 1 0 0,-1 1 0 0 0,0-2-1 0 0,0 1 1 0 0,0 0-1 0 0,0-1 1 0 0,0 1 0 0 0,0-1-1 0 0,-1 0 1 0 0,1 0 0 0 0,-1 0-1 0 0,0 0 1 0 0,0 0 0 0 0,0-1-1 0 0,0 1 1 0 0,0-1 0 0 0,-1 1-1 0 0,0-1 1 0 0,0 0 0 0 0,0 1-1 0 0,1-5 1 0 0,0-9 2 0 0,-1-1-1 0 0,-1 0 1 0 0,0 1-1 0 0,-1-1 1 0 0,-4-17 0 0 0,0-22-279 0 0,4-25-1989 0 0,2 55 1402 0 0</inkml:trace>
</inkml:ink>
</file>

<file path=ppt/ink/ink2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9:49.6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10594 0 0,'13'33'347'0'0,"0"-3"1095"0"0,-1 0 0 0 0,-2 1 0 0 0,-1 1 0 0 0,-1 0 0 0 0,-2 0 0 0 0,3 43 0 0 0,-8-47-647 0 0,-6 45-1 0 0,3-61-1319 0 0,0 0 1 0 0,-1-1-1 0 0,-6 18 1 0 0</inkml:trace>
</inkml:ink>
</file>

<file path=ppt/ink/ink2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9:49.8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56 17972 0 0,'-21'-52'2432'0'0,"21"52"-2406"0"0,0 0-1 0 0,-1-1 1 0 0,1 1-1 0 0,0 0 1 0 0,0 0 0 0 0,0 0-1 0 0,0 0 1 0 0,0 0-1 0 0,0-1 1 0 0,0 1-1 0 0,0 0 1 0 0,-1 0-1 0 0,1 0 1 0 0,0 0-1 0 0,0 0 1 0 0,0 0-1 0 0,0-1 1 0 0,0 1-1 0 0,-1 0 1 0 0,1 0-1 0 0,0 0 1 0 0,0 0 0 0 0,0 0-1 0 0,0 0 1 0 0,-1 0-1 0 0,1 0 1 0 0,0 0-1 0 0,0 0 1 0 0,0 0-1 0 0,-1 0 1 0 0,1 0-1 0 0,0 0 1 0 0,0 0-1 0 0,0 0 1 0 0,0 0-1 0 0,-1 0 1 0 0,1 0-1 0 0,0 0 1 0 0,0 0 0 0 0,0 0-1 0 0,0 0 1 0 0,-1 0-1 0 0,1 1 1 0 0,0-1-1 0 0,0 0 1 0 0,-7 11 656 0 0,-1 14-457 0 0,8-25-240 0 0,-5 32-1058 0 0,5-1-4446 0 0,3-6-1310 0 0</inkml:trace>
</inkml:ink>
</file>

<file path=ppt/ink/ink2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9:50.2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68 10594 0 0,'-9'3'307'0'0,"-4"2"798"0"0,23-6 1109 0 0,104-17 2025 0 0,21-4-2466 0 0,164-6 0 0 0,-186 23-5233 0 0,-90 4-3322 0 0</inkml:trace>
</inkml:ink>
</file>

<file path=ppt/ink/ink2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9:50.4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66 17 9218 0 0,'-44'-17'12633'0'0,"43"58"-11484"0"0,-9 200 562 0 0,0 41-1641 0 0,11-254-1219 0 0,4 0-4617 0 0,0-5-1914 0 0</inkml:trace>
</inkml:ink>
</file>

<file path=ppt/ink/ink2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9:50.8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107 0 10594 0 0,'-9'2'586'0'0,"0"0"0"0"0,1 0 0 0 0,-1 1-1 0 0,1 0 1 0 0,-13 8 0 0 0,18-10-290 0 0,0 1 1 0 0,0 1-1 0 0,1-1 0 0 0,-1 0 1 0 0,1 1-1 0 0,-1-1 0 0 0,1 1 1 0 0,0 0-1 0 0,0-1 0 0 0,0 1 1 0 0,1 0-1 0 0,-1 0 0 0 0,1 0 1 0 0,-1 1-1 0 0,1-1 0 0 0,0 0 1 0 0,-1 7-1 0 0,-1 9 134 0 0,2 0 1 0 0,0 0-1 0 0,0-1 1 0 0,2 1-1 0 0,4 23 0 0 0,21 95 343 0 0,-22-120-655 0 0,48 204 111 0 0,17 80-113 0 0,-33-97-6767 0 0,-33-183 4956 0 0</inkml:trace>
</inkml:ink>
</file>

<file path=ppt/ink/ink2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9:51.2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7 115 2761 0 0,'-1'-1'97'0'0,"1"1"1"0"0,-1 0-1 0 0,1-1 0 0 0,0 1 1 0 0,-1 0-1 0 0,1-1 1 0 0,0 1-1 0 0,-1 0 1 0 0,1-1-1 0 0,0 1 1 0 0,-1-1-1 0 0,1 1 1 0 0,0-1-1 0 0,0 1 0 0 0,0 0 1 0 0,-1-1-1 0 0,1 1 1 0 0,0-1-1 0 0,0 1 1 0 0,0-1-1 0 0,0 1 1 0 0,0-1-1 0 0,0 1 1 0 0,0-1-1 0 0,0 1 1 0 0,0-1-1 0 0,0 1 0 0 0,0-1 1 0 0,1 0-1 0 0,10-16 2276 0 0,23-9 872 0 0,-13 16-2213 0 0,1 1-1 0 0,-1 1 0 0 0,1 0 0 0 0,1 2 1 0 0,-1 1-1 0 0,1 1 0 0 0,44-3 0 0 0,-49 7-792 0 0,0 0 1 0 0,0 1-1 0 0,0 0 0 0 0,0 2 0 0 0,0 0 0 0 0,0 1 1 0 0,-1 1-1 0 0,1 0 0 0 0,-1 2 0 0 0,26 13 0 0 0,-37-17-227 0 0,0 1 0 0 0,0 0 0 0 0,-1 0 0 0 0,1 0 0 0 0,-1 0 0 0 0,0 1 0 0 0,0 0 0 0 0,-1 0 0 0 0,1 1 0 0 0,-1-1 0 0 0,0 1 0 0 0,-1 0 0 0 0,0 0 0 0 0,0 0 0 0 0,4 11 0 0 0,-5-9-22 0 0,0 0-1 0 0,-1 1 1 0 0,0-1-1 0 0,0 1 1 0 0,-1-1 0 0 0,0 1-1 0 0,0-1 1 0 0,-1 1-1 0 0,0-1 1 0 0,-1 0-1 0 0,-3 10 1 0 0,-1 2 33 0 0,-2-1 1 0 0,0 0-1 0 0,-1-1 1 0 0,-1 0-1 0 0,-1 0 1 0 0,-1-1-1 0 0,0-1 1 0 0,-1 0-1 0 0,-24 23 1 0 0,6-10 318 0 0,-54 38 1 0 0,69-56-873 0 0,-1-1 1 0 0,0 0-1 0 0,0-2 0 0 0,0 0 1 0 0,-34 10-1 0 0</inkml:trace>
</inkml:ink>
</file>

<file path=ppt/ink/ink2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9:51.7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60 3225 0 0,'-12'-18'6870'0'0,"13"18"-6662"0"0,13-14 5213 0 0,-3 6-6014 0 0,-6 5 761 0 0,1 0 0 0 0,-1 0 0 0 0,1 1-1 0 0,0 0 1 0 0,0 0 0 0 0,0 1 0 0 0,0 0 0 0 0,0 0-1 0 0,0 0 1 0 0,0 1 0 0 0,0-1 0 0 0,0 1-1 0 0,0 1 1 0 0,0-1 0 0 0,0 1 0 0 0,0 0 0 0 0,0 1-1 0 0,0-1 1 0 0,0 1 0 0 0,-1 1 0 0 0,1-1 0 0 0,-1 1-1 0 0,7 3 1 0 0,1 2 276 0 0,0 1 0 0 0,0 0 0 0 0,-1 0-1 0 0,0 1 1 0 0,0 1 0 0 0,-1 0 0 0 0,18 25 0 0 0,2 9-436 0 0,-2 1 0 0 0,-3 2 0 0 0,-1 0 0 0 0,-3 2 0 0 0,-1 1 0 0 0,16 63 0 0 0,-25-67-1 0 0,-2 1 0 0 0,-2 0 0 0 0,-2 0 0 0 0,-2 0 0 0 0,-3 1 0 0 0,-1-1 0 0 0,-9 60 0 0 0,5-84 40 0 0,-1-1 1 0 0,0 0-1 0 0,-2 0 1 0 0,-1-1 0 0 0,-1 1-1 0 0,-1-2 1 0 0,0 1-1 0 0,-2-2 1 0 0,-24 34-1 0 0,24-39-265 0 0,-1 0-1 0 0,0-1 1 0 0,-1-1-1 0 0,0 0 0 0 0,-1 0 1 0 0,-1-2-1 0 0,0 0 1 0 0,0-1-1 0 0,-1 0 1 0 0,0-2-1 0 0,-1 0 1 0 0,-26 8-1 0 0,25-11-7185 0 0</inkml:trace>
</inkml:ink>
</file>

<file path=ppt/ink/ink2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9:53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114 203 10138 0 0,'-7'-6'910'0'0,"0"0"0"0"0,-1 1-1 0 0,1 0 1 0 0,-1 0 0 0 0,-11-4-1 0 0,17 8-793 0 0,1 1-1 0 0,0-1 1 0 0,-1 1-1 0 0,1 0 1 0 0,-1-1-1 0 0,1 1 1 0 0,-1 0 0 0 0,1 0-1 0 0,-1 0 1 0 0,1 0-1 0 0,-1 0 1 0 0,1 0-1 0 0,-1 0 1 0 0,1 0-1 0 0,-1 1 1 0 0,1-1-1 0 0,0 0 1 0 0,-1 1-1 0 0,1 0 1 0 0,0-1-1 0 0,-1 1 1 0 0,1 0-1 0 0,0-1 1 0 0,-1 1-1 0 0,1 0 1 0 0,0 0 0 0 0,0 0-1 0 0,0 0 1 0 0,0 0-1 0 0,0 0 1 0 0,0 1-1 0 0,0-1 1 0 0,1 0-1 0 0,-1 0 1 0 0,0 1-1 0 0,0-1 1 0 0,1 0-1 0 0,-1 1 1 0 0,1-1-1 0 0,0 1 1 0 0,-1 1-1 0 0,-2 8-5 0 0,1 1-1 0 0,1-1 0 0 0,-1 1 1 0 0,2-1-1 0 0,0 1 0 0 0,0 0 1 0 0,1-1-1 0 0,4 22 0 0 0,-1-15-108 0 0,0-1 0 0 0,2 1-1 0 0,0-1 1 0 0,0 0 0 0 0,10 16 0 0 0,-11-25-8 0 0,0-1 1 0 0,0 1 0 0 0,0-1-1 0 0,1 0 1 0 0,0-1 0 0 0,0 1-1 0 0,1-1 1 0 0,0-1 0 0 0,0 1 0 0 0,0-1-1 0 0,1 0 1 0 0,15 7 0 0 0,-18-10-50 0 0,0 0 0 0 0,0 0 0 0 0,0-1 0 0 0,0 0 0 0 0,0 0 0 0 0,1 0 0 0 0,-1-1 0 0 0,0 1 0 0 0,0-1 0 0 0,1-1 0 0 0,-1 1 0 0 0,0-1 1 0 0,0 0-1 0 0,0 0 0 0 0,0 0 0 0 0,0-1 0 0 0,0 1 0 0 0,0-1 0 0 0,0-1 0 0 0,0 1 0 0 0,-1-1 0 0 0,1 1 0 0 0,5-6 0 0 0,1-1-19 0 0,0-1-1 0 0,-1-1 1 0 0,0 0-1 0 0,0 0 1 0 0,-1-1 0 0 0,-1 0-1 0 0,0-1 1 0 0,0 0-1 0 0,-1 0 1 0 0,-1-1-1 0 0,0 1 1 0 0,6-27-1 0 0,-1-8 833 0 0,-3 1-1 0 0,5-78 1 0 0,-6 46 371 0 0,-7 70-981 0 0,3-9 108 0 0,1 17-134 0 0,2 10 20 0 0,12 31-109 0 0,-2 0 0 0 0,-2 1 0 0 0,-1 1 0 0 0,12 77 0 0 0,-18-79-48 0 0,-1 0 0 0 0,-3 0 0 0 0,-1 1 0 0 0,-6 69 0 0 0,1-86 8 0 0,-1-1 0 0 0,-1 0 0 0 0,0 0 0 0 0,-2-1 0 0 0,-1 1 0 0 0,-1-1 0 0 0,-1-1 0 0 0,-1 0 0 0 0,-20 30 0 0 0,-13 6-1837 0 0,34-47 137 0 0,0 1 1 0 0,-23 16-1 0 0</inkml:trace>
</inkml:ink>
</file>

<file path=ppt/ink/ink2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9:53.6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33 8290 0 0,'11'1'791'0'0,"0"-1"1"0"0,0-1-1 0 0,0 1 0 0 0,1-2 1 0 0,-1 1-1 0 0,0-2 1 0 0,-1 1-1 0 0,14-6 1 0 0,-7 3-1213 0 0,0 0 1 0 0,21-2 0 0 0</inkml:trace>
</inkml:ink>
</file>

<file path=ppt/ink/ink2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09:53.8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28 5529 0 0,'6'2'240'0'0,"-1"-2"56"0"0,1 1-232 0 0,-2-1-64 0 0,1 0 0 0 0,-1 0 0 0 0,2-1 672 0 0,5-1 121 0 0,3 1 23 0 0,6-3 8 0 0,1 1-536 0 0,1-3-112 0 0,2 0-16 0 0,-2-2-8 0 0</inkml:trace>
</inkml:ink>
</file>

<file path=ppt/ink/ink2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6:17.559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424 1 456 0 0,'-32'12'452'0'0,"0"-1"-1"0"0,-1-2 1 0 0,-52 8-1 0 0,58-13 289 0 0,1 1 1 0 0,0 1 0 0 0,1 1-1 0 0,0 1 1 0 0,0 1-1 0 0,-46 25 1 0 0,70-33-693 0 0,0-1 1 0 0,0 1 0 0 0,0-1 0 0 0,0 1 0 0 0,0-1 0 0 0,0 1-1 0 0,0 0 1 0 0,0-1 0 0 0,1 1 0 0 0,-1 0 0 0 0,0 0 0 0 0,0 0-1 0 0,1-1 1 0 0,-1 1 0 0 0,1 0 0 0 0,-1 0 0 0 0,1 0 0 0 0,-1 0-1 0 0,1 0 1 0 0,-1 0 0 0 0,1 0 0 0 0,0 1 0 0 0,-1 0 0 0 0,2-1-32 0 0,-1 0 1 0 0,1 0 0 0 0,-1 0 0 0 0,1-1 0 0 0,-1 1 0 0 0,1 0 0 0 0,0 0 0 0 0,-1-1 0 0 0,1 1 0 0 0,0 0 0 0 0,0-1 0 0 0,0 1 0 0 0,-1 0-1 0 0,1-1 1 0 0,0 1 0 0 0,0-1 0 0 0,0 0 0 0 0,0 1 0 0 0,0-1 0 0 0,1 0 0 0 0,10 4-40 0 0,1-1-1 0 0,25 2 1 0 0,-32-4 65 0 0,94 11 169 0 0,220 19 392 0 0,-255-28-259 0 0,0-3-1 0 0,122-16 1 0 0,-164 12-66 0 0,-1-1 1 0 0,31-10-1 0 0,-44 11-189 0 0,1 0 0 0 0,-1 0 0 0 0,0-1 0 0 0,0 0 0 0 0,0 0 0 0 0,-1-1-1 0 0,13-12 1 0 0,-21 18-59 0 0,0-1 1 0 0,-1 1-1 0 0,1-1 0 0 0,-1 1 0 0 0,1-1 0 0 0,-1 1 1 0 0,1 0-1 0 0,-1-1 0 0 0,1 1 0 0 0,-1 0 0 0 0,1-1 1 0 0,-1 1-1 0 0,1 0 0 0 0,-1-1 0 0 0,1 1 0 0 0,-1 0 1 0 0,0 0-1 0 0,1 0 0 0 0,-1 0 0 0 0,1 0 0 0 0,-1 0 0 0 0,0 0 1 0 0,1 0-1 0 0,-1 0 0 0 0,1 0 0 0 0,-2 0 0 0 0,-21-2 452 0 0,-51 6-505 0 0,1 4 0 0 0,-131 31 0 0 0,97-17-211 0 0,-273 69-2952 0 0,411-93 3504 0 0,43 2-1 0 0,13 1 105 0 0,564-36 1721 0 0,-600 30-2077 0 0,0-1 1 0 0,0-3 0 0 0,0-3-1 0 0,-2-1 1 0 0,1-3 0 0 0,-2-1-1 0 0,47-25 1 0 0,-94 42-55 0 0,0-1 0 0 0,0 1 0 0 0,0 0 1 0 0,0-1-1 0 0,0 1 0 0 0,0-1 0 0 0,0 0 0 0 0,0 1 0 0 0,0-1 0 0 0,-1 0 0 0 0,1 1 1 0 0,0-1-1 0 0,0 0 0 0 0,-1 0 0 0 0,1 0 0 0 0,0 0 0 0 0,-1 1 0 0 0,1-1 1 0 0,-1 0-1 0 0,1 0 0 0 0,-1 0 0 0 0,1 0 0 0 0,-1 0 0 0 0,1-2 0 0 0,-2 2 8 0 0,1 0 0 0 0,-1 0-1 0 0,1 0 1 0 0,-1 0-1 0 0,0 0 1 0 0,0 0-1 0 0,1 0 1 0 0,-1 1 0 0 0,0-1-1 0 0,0 0 1 0 0,0 0-1 0 0,0 1 1 0 0,0-1-1 0 0,0 1 1 0 0,0-1 0 0 0,0 1-1 0 0,0-1 1 0 0,0 1-1 0 0,-1-1 1 0 0,-12-3 188 0 0,0 1 1 0 0,-24-3-1 0 0,34 5-185 0 0,-55-5-441 0 0,-1 2 1 0 0,-79 5-1 0 0,-120 23-3154 0 0,-25 0-239 0 0,257-23 3589 0 0,-12 0 553 0 0,-41 7 0 0 0,102 0 2570 0 0,24 21-2957 0 0,-32-19 205 0 0,416 239-307 0 0,-391-229 89 0 0,1-2-1 0 0,1-3 0 0 0,0 0 1 0 0,1-3-1 0 0,0-1 0 0 0,1-3 1 0 0,79 7-1 0 0,-100-15 343 0 0,1-1-1 0 0,-1-1 1 0 0,-1 0 0 0 0,34-9-1 0 0,-115 11 2191 0 0,8-1-2023 0 0,-34 5-950 0 0,1 4 0 0 0,1 3 0 0 0,0 5 0 0 0,-115 35 0 0 0,170-42 167 0 0,-16 5-556 0 0,-43 21-1 0 0,77-30 752 0 0,0 0 1 0 0,1 1 0 0 0,0 0 0 0 0,0 1-1 0 0,0 0 1 0 0,1 1 0 0 0,0 0 0 0 0,0 0 0 0 0,-10 13-1 0 0,18-19 169 0 0,-1 1-1 0 0,0-1 1 0 0,0 0-1 0 0,1 1 1 0 0,-1-1 0 0 0,1 1-1 0 0,0 0 1 0 0,0-1-1 0 0,0 1 1 0 0,0 0-1 0 0,0 0 1 0 0,1 0-1 0 0,-1 0 1 0 0,1 0-1 0 0,0 0 1 0 0,0-1 0 0 0,0 1-1 0 0,0 0 1 0 0,0 0-1 0 0,1 0 1 0 0,0 0-1 0 0,-1 0 1 0 0,1 0-1 0 0,0-1 1 0 0,0 1-1 0 0,0 0 1 0 0,1-1 0 0 0,-1 1-1 0 0,0 0 1 0 0,1-1-1 0 0,0 0 1 0 0,0 1-1 0 0,0-1 1 0 0,0 0-1 0 0,4 3 1 0 0,0 0-43 0 0,-1-1 0 0 0,2 0 0 0 0,-1 0 0 0 0,0-1 0 0 0,1 0 0 0 0,-1 0 0 0 0,1 0 0 0 0,0-1 0 0 0,0 0 0 0 0,0 0 0 0 0,0-1 0 0 0,1 0 0 0 0,10 0 0 0 0,0-2 175 0 0,-1-1 1 0 0,1 0-1 0 0,-1-2 1 0 0,1 0-1 0 0,-1-1 0 0 0,0-1 1 0 0,0 0-1 0 0,-1-1 1 0 0,0-1-1 0 0,0-1 1 0 0,-1 0-1 0 0,16-13 1 0 0,20-17 1613 0 0,88-91 0 0 0,-132 123-1720 0 0,11-10 121 0 0,-1 0 57 0 0,24-28 0 0 0,-38 42-219 0 0,0-1 0 0 0,0 0 0 0 0,-1 1-1 0 0,1-1 1 0 0,-1-1 0 0 0,0 1 0 0 0,0 0 0 0 0,-1-1 0 0 0,1 1 0 0 0,-1 0-1 0 0,0-1 1 0 0,0 0 0 0 0,0 1 0 0 0,0-7 0 0 0,-2 8-34 0 0,0 1 0 0 0,0 0 0 0 0,0-1 0 0 0,0 1 0 0 0,0 0 0 0 0,0 0 1 0 0,0 0-1 0 0,-1 0 0 0 0,1 0 0 0 0,-1 0 0 0 0,1 0 0 0 0,-1 0 0 0 0,0 0 0 0 0,0 1 0 0 0,0-1 1 0 0,0 1-1 0 0,0-1 0 0 0,0 1 0 0 0,0 0 0 0 0,0 0 0 0 0,-1 0 0 0 0,1 0 0 0 0,0 0 0 0 0,-4-1 0 0 0,-7-1 127 0 0,0-1-1 0 0,1 2 1 0 0,-17-2-1 0 0,-5 1 21 0 0,1 2 1 0 0,-1 2-1 0 0,-36 5 1 0 0,-102 23-2082 0 0,87-14 465 0 0,55-10 1163 0 0,0 2 0 0 0,1 1 0 0 0,0 1 0 0 0,0 1 1 0 0,1 1-1 0 0,0 2 0 0 0,1 1 0 0 0,-27 19 0 0 0,53-32 317 0 0,-1-1 0 0 0,1 1 0 0 0,0 0 0 0 0,0 0 0 0 0,-1 0 0 0 0,1 0-1 0 0,0 0 1 0 0,0 0 0 0 0,0 0 0 0 0,0 0 0 0 0,1 0 0 0 0,-1 1 0 0 0,0-1-1 0 0,0 0 1 0 0,1 1 0 0 0,-1-1 0 0 0,1 0 0 0 0,-1 1 0 0 0,1-1-1 0 0,-1 1 1 0 0,1-1 0 0 0,0 3 0 0 0,0-2-13 0 0,1-1 1 0 0,-1 1-1 0 0,1-1 1 0 0,-1 0-1 0 0,1 1 0 0 0,0-1 1 0 0,0 0-1 0 0,0 1 1 0 0,0-1-1 0 0,0 0 0 0 0,0 0 1 0 0,0 0-1 0 0,0 0 0 0 0,0 0 1 0 0,1 0-1 0 0,-1 0 1 0 0,3 1-1 0 0,7 4-107 0 0,0-1-1 0 0,1 0 1 0 0,0-1 0 0 0,12 3 0 0 0,-22-6 135 0 0,112 28 286 0 0,1-4 0 0 0,2-5 0 0 0,-1-6 1 0 0,221-1-1 0 0,-232-13-29 0 0,89-12 7523 0 0,-217 5-6066 0 0,11 6-2067 0 0</inkml:trace>
</inkml:ink>
</file>

<file path=ppt/ink/ink2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6:52.6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0 7370 0 0,'-2'1'62'0'0,"1"0"0"0"0,0 0 1 0 0,0 0-1 0 0,0 0 0 0 0,0 0 1 0 0,0 0-1 0 0,0 0 0 0 0,0 1 1 0 0,0-1-1 0 0,0 0 0 0 0,0 0 1 0 0,1 1-1 0 0,-1-1 0 0 0,0 0 1 0 0,1 1-1 0 0,0-1 0 0 0,-1 1 1 0 0,1-1-1 0 0,0 1 1 0 0,-1 1-1 0 0,2 1 67 0 0,0-1 0 0 0,0 0 0 0 0,0 0 0 0 0,0 1 0 0 0,0-1 0 0 0,1 0 1 0 0,0 0-1 0 0,2 4 0 0 0,2 0 184 0 0,-1 1-1 0 0,1-1 1 0 0,1 0 0 0 0,-1 0 0 0 0,1-1-1 0 0,1 0 1 0 0,-1 0 0 0 0,15 8 0 0 0,8 4 875 0 0,34 12 0 0 0,-33-16-563 0 0,395 204 2479 0 0,143 63-1981 0 0,-464-240-967 0 0,-55-23-376 0 0,-2 1 0 0 0,79 45 0 0 0,-149-63-5909 0 0</inkml:trace>
</inkml:ink>
</file>

<file path=ppt/ink/ink2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6:53.1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8 245 2673 0 0,'-2'-3'105'0'0,"1"-1"1"0"0,0 1 0 0 0,0-1 0 0 0,0 1-1 0 0,0-1 1 0 0,0 0 0 0 0,7-23 10061 0 0,3 39-8976 0 0,14 38-542 0 0,-1 0-1 0 0,-3 2 0 0 0,22 97 1 0 0,6 18 982 0 0,-36-136-1449 0 0,1 0 0 0 0,2 0 0 0 0,20 31 0 0 0,-34-60-187 0 0,1-1 0 0 0,-1 0 0 0 0,1 0 0 0 0,0 0 0 0 0,0 0 0 0 0,0 0 0 0 0,0 0 0 0 0,-1 0 0 0 0,1 0 1 0 0,0 0-1 0 0,1 0 0 0 0,-1 0 0 0 0,0-1 0 0 0,0 1 0 0 0,2 1 0 0 0,-2-2-2 0 0,-1 0 1 0 0,1 0-1 0 0,-1 0 1 0 0,1 0-1 0 0,-1 0 1 0 0,1-1-1 0 0,-1 1 1 0 0,1 0-1 0 0,-1 0 1 0 0,0 0-1 0 0,1 0 0 0 0,-1-1 1 0 0,1 1-1 0 0,-1 0 1 0 0,1 0-1 0 0,-1-1 1 0 0,0 1-1 0 0,1 0 1 0 0,-1-1-1 0 0,0 1 1 0 0,1 0-1 0 0,-1-1 1 0 0,0 1-1 0 0,1-1 1 0 0,-1 1-1 0 0,0 0 1 0 0,1-2-1 0 0,0-1-30 0 0,1-1-1 0 0,-1 0 0 0 0,0 0 1 0 0,0 0-1 0 0,0 0 1 0 0,-1 0-1 0 0,1 0 1 0 0,-1-7-1 0 0,-2-17-42 0 0,-1 1 1 0 0,-2 0-1 0 0,-14-51 0 0 0,-38-77-19 0 0,32 95 91 0 0,-20-81-1 0 0,40 120 141 0 0,1 0 0 0 0,0 0 0 0 0,2 0 0 0 0,0-1 0 0 0,2 1-1 0 0,2-23 1 0 0,-2 38-34 0 0,1 0 0 0 0,1 0 0 0 0,-1 0 1 0 0,1 0-1 0 0,0 1 0 0 0,0-1 0 0 0,1 1 0 0 0,-1-1 0 0 0,1 1 0 0 0,0 0 0 0 0,6-7 0 0 0,-5 9-11 0 0,-1 0 0 0 0,0 0 0 0 0,1 0 0 0 0,0 0 0 0 0,0 1 0 0 0,0-1 0 0 0,0 1 0 0 0,0 0 0 0 0,0 0 0 0 0,0 1 0 0 0,1-1 1 0 0,-1 1-1 0 0,1 0 0 0 0,-1 0 0 0 0,1 1 0 0 0,9-1 0 0 0,2 1 60 0 0,1 1 0 0 0,0 1 0 0 0,-1 0 1 0 0,1 1-1 0 0,26 9 0 0 0,78 35 213 0 0,-107-42-323 0 0,46 21-105 0 0,103 60 0 0 0,-97-47-2036 0 0,-31-18-5578 0 0</inkml:trace>
</inkml:ink>
</file>

<file path=ppt/ink/ink2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6:53.9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 58 6913 0 0,'-38'-57'7994'0'0,"41"64"-7276"0"0,0 0 0 0 0,-1 1 1 0 0,1 0-1 0 0,0 9 0 0 0,1 3-256 0 0,18 81 810 0 0,12 139 1 0 0,-10 106-1986 0 0,-16-200-1830 0 0,-7-125 1066 0 0</inkml:trace>
</inkml:ink>
</file>

<file path=ppt/ink/ink2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6:54.2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16 280 4145 0 0,'-5'-22'1076'0'0,"1"1"1"0"0,1-1-1 0 0,1-1 0 0 0,1 1 1 0 0,3-39-1 0 0,-1 54-724 0 0,0 1-1 0 0,0 0 1 0 0,1 0-1 0 0,0 0 1 0 0,0 0-1 0 0,0 0 1 0 0,1 0-1 0 0,0 0 1 0 0,0 1-1 0 0,8-10 1 0 0,-8 11-199 0 0,0 1-1 0 0,0 0 1 0 0,0 1-1 0 0,1-1 1 0 0,-1 1 0 0 0,1-1-1 0 0,0 1 1 0 0,0 0 0 0 0,0 0-1 0 0,0 1 1 0 0,0-1-1 0 0,0 1 1 0 0,0 0 0 0 0,1 0-1 0 0,-1 0 1 0 0,0 1-1 0 0,8-1 1 0 0,-5 2-64 0 0,1 0 0 0 0,-1 0-1 0 0,0 0 1 0 0,1 1 0 0 0,-1 0 0 0 0,0 0-1 0 0,0 1 1 0 0,0 0 0 0 0,0 0 0 0 0,-1 0-1 0 0,1 1 1 0 0,-1 0 0 0 0,0 0 0 0 0,0 1-1 0 0,0 0 1 0 0,-1 0 0 0 0,1 0 0 0 0,-1 1-1 0 0,-1 0 1 0 0,6 8 0 0 0,0 0 106 0 0,0 1 1 0 0,-2-1-1 0 0,0 2 1 0 0,-1-1-1 0 0,0 1 0 0 0,-1 0 1 0 0,7 32-1 0 0,-10-26-335 0 0,-1 1 0 0 0,0-1 0 0 0,-2 1 0 0 0,-1-1 0 0 0,0 0 0 0 0,-2 1 0 0 0,0-1 0 0 0,-9 27 0 0 0,-4 4-280 0 0,-2-1 0 0 0,-30 58 0 0 0,42-97-18 0 0,-27 51 1227 0 0,31-60-1449 0 0,-1 0 0 0 0,1-1 0 0 0,-1 1 1 0 0,0-1-1 0 0,0 0 0 0 0,0 0 0 0 0,-6 4 0 0 0</inkml:trace>
</inkml:ink>
</file>

<file path=ppt/ink/ink2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6:54.6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0 255 7370 0 0,'3'1'420'0'0,"-1"1"1"0"0,0-1 0 0 0,1 0-1 0 0,-1 0 1 0 0,1 0 0 0 0,-1 0-1 0 0,1-1 1 0 0,0 1 0 0 0,-1-1-1 0 0,1 1 1 0 0,0-1 0 0 0,-1 0-1 0 0,6 0 1 0 0,35-5 2475 0 0,-38 3-2746 0 0,0 0-1 0 0,0 0 1 0 0,-1-1-1 0 0,1 0 1 0 0,-1 1-1 0 0,1-1 1 0 0,-1-1-1 0 0,0 1 1 0 0,0-1-1 0 0,0 1 1 0 0,-1-1-1 0 0,1 0 0 0 0,-1-1 1 0 0,0 1-1 0 0,0-1 1 0 0,-1 1-1 0 0,1-1 1 0 0,-1 0-1 0 0,0 0 1 0 0,0 0-1 0 0,-1 0 1 0 0,1 0-1 0 0,-1 0 1 0 0,0-6-1 0 0,1 3-289 0 0,0-1-1 0 0,-1 0 1 0 0,-1 0-1 0 0,1 0 1 0 0,-1 0 0 0 0,-1 1-1 0 0,0-1 1 0 0,0 0-1 0 0,-1 0 1 0 0,0 1 0 0 0,0-1-1 0 0,-1 1 1 0 0,-7-15 0 0 0,10 22 17 0 0,0-1 1 0 0,-1 1 0 0 0,1 0 0 0 0,-1 0 0 0 0,1 0 0 0 0,-1 0 0 0 0,0 0 0 0 0,1 0 0 0 0,-1 0 0 0 0,0 0 0 0 0,0 1 0 0 0,0-1 0 0 0,0 0 0 0 0,0 0 0 0 0,1 1 0 0 0,-1-1-1 0 0,-1 0 1 0 0,1 1 0 0 0,0-1 0 0 0,0 1 0 0 0,0-1 0 0 0,0 1 0 0 0,0 0 0 0 0,0-1 0 0 0,-1 1 0 0 0,1 0 0 0 0,0 0 0 0 0,0 0 0 0 0,0 0 0 0 0,0 0 0 0 0,-1 0 0 0 0,1 0 0 0 0,0 0-1 0 0,0 0 1 0 0,0 1 0 0 0,-1-1 0 0 0,1 1 0 0 0,0-1 0 0 0,0 0 0 0 0,0 1 0 0 0,0 0 0 0 0,0-1 0 0 0,0 1 0 0 0,0 0 0 0 0,0-1 0 0 0,0 1 0 0 0,0 0 0 0 0,1 0 0 0 0,-1 0-1 0 0,0 0 1 0 0,0 0 0 0 0,0 2 0 0 0,-3 2 101 0 0,0 0-1 0 0,1 1 0 0 0,0-1 1 0 0,0 1-1 0 0,0 0 0 0 0,1 0 1 0 0,0 0-1 0 0,-3 11 0 0 0,5-13 257 0 0,-1 1-1 0 0,1 0 1 0 0,0 0-1 0 0,0-1 0 0 0,1 1 1 0 0,-1 0-1 0 0,1 0 0 0 0,0-1 1 0 0,0 1-1 0 0,1-1 1 0 0,-1 1-1 0 0,1-1 0 0 0,0 1 1 0 0,0-1-1 0 0,5 7 1 0 0,-2-5 218 0 0,0 1 0 0 0,1-2 0 0 0,-1 1 1 0 0,1-1-1 0 0,0 1 0 0 0,1-2 0 0 0,-1 1 1 0 0,15 7-1 0 0,-10-7-268 0 0,0 0 0 0 0,1 0 1 0 0,0-1-1 0 0,0 0 0 0 0,0-1 1 0 0,1-1-1 0 0,-1 0 0 0 0,1 0 0 0 0,-1-1 1 0 0,1-1-1 0 0,23-2 0 0 0,-16-3-1881 0 0,-2-1-5384 0 0</inkml:trace>
</inkml:ink>
</file>

<file path=ppt/ink/ink2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6:54.8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65 51 7834 0 0,'-1'-32'1742'0'0,"1"31"-1543"0"0,0 0 0 0 0,0 1 1 0 0,0-1-1 0 0,0 0 0 0 0,0 0 0 0 0,-1 1 0 0 0,1-1 0 0 0,0 0 0 0 0,0 1 0 0 0,-1-1 0 0 0,1 0 0 0 0,0 1 0 0 0,-1-1 1 0 0,1 0-1 0 0,-1 1 0 0 0,1-1 0 0 0,-1 1 0 0 0,1-1 0 0 0,-1 0 0 0 0,1 1 0 0 0,-1-1 0 0 0,1 1 0 0 0,-1 0 0 0 0,0-1 1 0 0,1 1-1 0 0,-1 0 0 0 0,0-1 0 0 0,1 1 0 0 0,-1 0 0 0 0,0-1 0 0 0,1 1 0 0 0,-1 0 0 0 0,0 0 0 0 0,0 0 0 0 0,1 0 1 0 0,-1 0-1 0 0,0 0 0 0 0,0 0 0 0 0,1 0 0 0 0,-1 0 0 0 0,0 0 0 0 0,-1 1 0 0 0,0 0 14 0 0,0 0 0 0 0,0 1 0 0 0,0-1-1 0 0,0 0 1 0 0,0 1 0 0 0,1 0 0 0 0,-1-1 0 0 0,1 1 0 0 0,-1 0-1 0 0,1 0 1 0 0,-1 0 0 0 0,1 0 0 0 0,0 0 0 0 0,0 0-1 0 0,0 0 1 0 0,0 1 0 0 0,1-1 0 0 0,-2 4 0 0 0,-7 45 422 0 0,6-2-485 0 0,2 0 1 0 0,3 0 0 0 0,1-1 0 0 0,3 1 0 0 0,23 91 0 0 0,-23-121-1265 0 0,14 37 0 0 0,-11-37-6616 0 0</inkml:trace>
</inkml:ink>
</file>

<file path=ppt/ink/ink2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6:55.0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1 215 7370 0 0,'0'-2'431'0'0,"1"-1"-1"0"0,0 1 1 0 0,0 0 0 0 0,0 0 0 0 0,0 0 0 0 0,1 0 0 0 0,-1 0 0 0 0,1 0 0 0 0,-1 0 0 0 0,1 0 0 0 0,-1 0 0 0 0,4-2 0 0 0,-3 2-204 0 0,17-19 1438 0 0,9-11 669 0 0,38-33-1 0 0,-58 57-2443 0 0,1 1 1 0 0,0 0-1 0 0,1 1 0 0 0,-1 0 0 0 0,1 0 0 0 0,0 1 1 0 0,1 0-1 0 0,-1 1 0 0 0,18-4 0 0 0,-9 4-6504 0 0</inkml:trace>
</inkml:ink>
</file>

<file path=ppt/ink/ink2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6:55.4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1 315 6913 0 0,'2'-1'551'0'0,"1"0"-1"0"0,-1-1 0 0 0,1 1 0 0 0,-1-1 0 0 0,0 1 1 0 0,0-1-1 0 0,0 0 0 0 0,0 0 0 0 0,0 0 0 0 0,3-4 1 0 0,2-1 317 0 0,8-8 331 0 0,0-1 1 0 0,-2 0 0 0 0,0 0 0 0 0,19-32 0 0 0,-28 41-1163 0 0,0 0 0 0 0,0-1 0 0 0,-1 1 0 0 0,0-1 0 0 0,0 0 0 0 0,0 0 0 0 0,-2 0 0 0 0,1 0 0 0 0,-1 0 0 0 0,0 0 0 0 0,0 0 0 0 0,-1-1 1 0 0,0 1-1 0 0,-1 0 0 0 0,-1-9 0 0 0,2 14-70 0 0,-1 1 1 0 0,0 0 0 0 0,0 0 0 0 0,0 0-1 0 0,0 0 1 0 0,0 0 0 0 0,-1 0-1 0 0,1 0 1 0 0,0 0 0 0 0,-1 0 0 0 0,0 1-1 0 0,1-1 1 0 0,-1 1 0 0 0,0-1 0 0 0,0 1-1 0 0,0-1 1 0 0,0 1 0 0 0,0 0-1 0 0,0 0 1 0 0,0 0 0 0 0,0 0 0 0 0,-5 0-1 0 0,6 0-18 0 0,0 1 1 0 0,0 0-1 0 0,-1 0 0 0 0,1 0 0 0 0,0 0 0 0 0,-1 0 0 0 0,1 0 0 0 0,0 0 0 0 0,0 1 0 0 0,-1-1 0 0 0,1 0 0 0 0,0 1 1 0 0,0-1-1 0 0,0 1 0 0 0,-1-1 0 0 0,1 1 0 0 0,0 0 0 0 0,0-1 0 0 0,0 1 0 0 0,0 0 0 0 0,0 0 0 0 0,0 0 0 0 0,0 0 1 0 0,1 0-1 0 0,-1 0 0 0 0,0 0 0 0 0,0 0 0 0 0,1 0 0 0 0,-1 0 0 0 0,1 0 0 0 0,-1 0 0 0 0,1 0 0 0 0,-1 1 0 0 0,1-1 0 0 0,0 0 1 0 0,-1 0-1 0 0,1 1 0 0 0,0-1 0 0 0,0 0 0 0 0,0 0 0 0 0,0 3 0 0 0,1 1 48 0 0,-1 1 1 0 0,1-1-1 0 0,0 0 0 0 0,0 0 0 0 0,1 1 0 0 0,0-1 1 0 0,0 0-1 0 0,0 0 0 0 0,0-1 0 0 0,1 1 1 0 0,0 0-1 0 0,0-1 0 0 0,0 0 0 0 0,0 1 1 0 0,1-1-1 0 0,0-1 0 0 0,0 1 0 0 0,8 6 1 0 0,7 5 1076 0 0,0-1 1 0 0,39 20-1 0 0,-50-30-999 0 0,0 0 0 0 0,0 0-1 0 0,1-1 1 0 0,-1 0-1 0 0,1-1 1 0 0,0 0-1 0 0,-1-1 1 0 0,1 1-1 0 0,0-2 1 0 0,0 1-1 0 0,10-1 1 0 0,30-10-6191 0 0,-30 3-545 0 0</inkml:trace>
</inkml:ink>
</file>

<file path=ppt/ink/ink2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6:55.9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14 244 9218 0 0,'-1'-1'126'0'0,"1"1"0"0"0,-1 0 0 0 0,0 0 0 0 0,0-1 0 0 0,1 1 0 0 0,-1 0 0 0 0,0-1 0 0 0,1 1 0 0 0,-1-1-1 0 0,1 1 1 0 0,-1-1 0 0 0,1 1 0 0 0,-1-1 0 0 0,0 1 0 0 0,1-1 0 0 0,0 0 0 0 0,-1 1 0 0 0,1-1 0 0 0,-1 0 0 0 0,1 1 0 0 0,0-1 0 0 0,0 0 0 0 0,-1 0 0 0 0,1 1 0 0 0,0-1 0 0 0,0 0 0 0 0,0 0 0 0 0,0 1-1 0 0,0-1 1 0 0,0 0 0 0 0,0 0 0 0 0,0 0 0 0 0,0 0-49 0 0,0 1-1 0 0,0-1 0 0 0,0 0 1 0 0,0 1-1 0 0,0-1 0 0 0,1 1 1 0 0,-1-1-1 0 0,0 1 0 0 0,0-1 1 0 0,1 1-1 0 0,-1-1 1 0 0,0 1-1 0 0,1-1 0 0 0,-1 1 1 0 0,0-1-1 0 0,1 1 0 0 0,-1 0 1 0 0,1-1-1 0 0,-1 1 0 0 0,1 0 1 0 0,-1-1-1 0 0,1 1 0 0 0,-1 0 1 0 0,1-1-1 0 0,-1 1 0 0 0,1 0 1 0 0,-1 0-1 0 0,1 0 1 0 0,-1 0-1 0 0,1-1 0 0 0,0 1 1 0 0,-1 0-1 0 0,1 0 0 0 0,-1 0 1 0 0,1 0-1 0 0,0 0 0 0 0,-1 0 1 0 0,1 1-1 0 0,-1-1 0 0 0,1 0 1 0 0,-1 0-1 0 0,1 0 1 0 0,-1 0-1 0 0,1 1 0 0 0,0-1 1 0 0,-1 0-1 0 0,0 1 0 0 0,1-1 1 0 0,-1 0-1 0 0,1 1 0 0 0,-1-1 1 0 0,1 1-1 0 0,6 3 44 0 0,-1-1-1 0 0,0 1 1 0 0,-1 1 0 0 0,1-1 0 0 0,-1 1-1 0 0,0 0 1 0 0,0 0 0 0 0,0 0-1 0 0,-1 1 1 0 0,1 0 0 0 0,-1 0-1 0 0,-1 0 1 0 0,5 10 0 0 0,2 8 712 0 0,-1 0 1 0 0,8 38-1 0 0,8 22 83 0 0,-31-235-858 0 0,6 120-786 0 0,1 0 0 0 0,2-1 0 0 0,1 1-1 0 0,2 0 1 0 0,1 1 0 0 0,1 0 0 0 0,1 0 0 0 0,18-36-1 0 0,-13 40 730 0 0</inkml:trace>
</inkml:ink>
</file>

<file path=ppt/ink/ink2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6:56.2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66 1 7370 0 0,'-23'14'481'0'0,"-5"12"4435"0"0,26-24-4557 0 0,0 0 0 0 0,1 1 0 0 0,-1-1 1 0 0,1 1-1 0 0,0-1 0 0 0,0 1 0 0 0,0 0 1 0 0,0 0-1 0 0,0-1 0 0 0,1 1 0 0 0,-1 0 1 0 0,1 0-1 0 0,0 0 0 0 0,0 0 0 0 0,0-1 1 0 0,0 1-1 0 0,0 0 0 0 0,1 0 0 0 0,-1 0 1 0 0,3 5-1 0 0,22 64 2107 0 0,-13-41-2221 0 0,9 41 1 0 0,-13-40-1676 0 0,-6-25 196 0 0</inkml:trace>
</inkml:ink>
</file>

<file path=ppt/ink/ink2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6:56.9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1 307 4145 0 0,'29'-137'5996'0'0,"-23"119"-4913"0"0,0-1 0 0 0,1 1 0 0 0,1 1 0 0 0,1-1-1 0 0,12-18 1 0 0,-19 33-970 0 0,-1 1 0 0 0,1-1 1 0 0,0 0-1 0 0,0 1 0 0 0,0 0 0 0 0,0-1 0 0 0,1 1 0 0 0,-1 0 0 0 0,1 0 0 0 0,-1 1 0 0 0,1-1 1 0 0,-1 0-1 0 0,1 1 0 0 0,0-1 0 0 0,0 1 0 0 0,0 0 0 0 0,0 0 0 0 0,6-1 0 0 0,-6 2-18 0 0,0 0 0 0 0,0 1-1 0 0,0-1 1 0 0,0 1-1 0 0,0-1 1 0 0,0 1 0 0 0,0 0-1 0 0,0 0 1 0 0,-1 0-1 0 0,1 1 1 0 0,0-1 0 0 0,-1 1-1 0 0,1-1 1 0 0,-1 1-1 0 0,5 4 1 0 0,3 4 51 0 0,0 1 1 0 0,-1 1-1 0 0,0-1 0 0 0,-1 1 0 0 0,0 1 0 0 0,10 21 1 0 0,11 32-35 0 0,-16-34-135 0 0,23 41 0 0 0,-36-73-7 0 0,0 1 0 0 0,0-1-1 0 0,0 0 1 0 0,0 0 0 0 0,1 1-1 0 0,-1-1 1 0 0,0 0 0 0 0,0 1-1 0 0,0-1 1 0 0,0 0 0 0 0,1 1-1 0 0,-1-1 1 0 0,0 0 0 0 0,0 0-1 0 0,0 0 1 0 0,1 1 0 0 0,-1-1-1 0 0,0 0 1 0 0,0 0-1 0 0,1 0 1 0 0,-1 1 0 0 0,0-1-1 0 0,1 0 1 0 0,-1 0 0 0 0,0 0-1 0 0,0 0 1 0 0,1 0 0 0 0,-1 0-1 0 0,0 1 1 0 0,1-1 0 0 0,-1 0-1 0 0,0 0 1 0 0,1 0 0 0 0,-1 0-1 0 0,0 0 1 0 0,1 0 0 0 0,-1-1-1 0 0,0 1 1 0 0,1 0 0 0 0,-1 0-1 0 0,0 0 1 0 0,1 0 0 0 0,6-16-1586 0 0,-1-23-678 0 0,-4 17 2042 0 0,0 0 1 0 0,2 0 0 0 0,12-41-1 0 0,-14 54 704 0 0,1 0 0 0 0,1 0-1 0 0,-1 1 1 0 0,2-1 0 0 0,-1 1-1 0 0,1 0 1 0 0,0 0-1 0 0,1 0 1 0 0,0 1 0 0 0,0 0-1 0 0,13-12 1 0 0,-17 18-380 0 0,-1 0 1 0 0,1-1-1 0 0,-1 1 1 0 0,1 0-1 0 0,0 0 0 0 0,0 0 1 0 0,0 0-1 0 0,0 0 0 0 0,0 1 1 0 0,0-1-1 0 0,0 0 0 0 0,0 1 1 0 0,0-1-1 0 0,0 1 1 0 0,0 0-1 0 0,0 0 0 0 0,0 0 1 0 0,0 0-1 0 0,0 0 0 0 0,0 0 1 0 0,0 1-1 0 0,0-1 1 0 0,0 1-1 0 0,0-1 0 0 0,3 2 1 0 0,-2 0-40 0 0,0 1-1 0 0,0-1 1 0 0,0 1 0 0 0,0 0 0 0 0,0 0 0 0 0,-1 0 0 0 0,1 1 0 0 0,-1-1 0 0 0,0 0 0 0 0,0 1 0 0 0,0-1 0 0 0,2 7 0 0 0,5 15 72 0 0,-1 0 0 0 0,-1 0 0 0 0,4 36-1 0 0,-6-36-981 0 0,0 1 0 0 0,1-1-1 0 0,15 37 1 0 0</inkml:trace>
</inkml:ink>
</file>

<file path=ppt/ink/ink2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6:57.1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1 4609 0 0,'-1'4'923'0'0,"0"1"1"0"0,1 0 0 0 0,0 0-1 0 0,0 0 1 0 0,0-1-1 0 0,1 1 1 0 0,-1 0-1 0 0,1 0 1 0 0,3 8-1 0 0,18 45 2014 0 0,-10-32-1459 0 0,-3 0-703 0 0,-2-5-694 0 0,2-1-1 0 0,14 28 1 0 0</inkml:trace>
</inkml:ink>
</file>

<file path=ppt/ink/ink2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6:57.33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14283 0 0,'1'21'4947'0'0,"0"1"-3339"0"0,0-14-1823 0 0,0-1 1 0 0,0 1-1 0 0,1-1 1 0 0,0 0-1 0 0,0 0 0 0 0,1 0 1 0 0,0 0-1 0 0,4 8 1 0 0,3 1 178 0 0,0 3-31 0 0</inkml:trace>
</inkml:ink>
</file>

<file path=ppt/ink/ink2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6:57.7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63 9218 0 0,'17'-8'5270'0'0,"-15"9"-4951"0"0,1-1-1 0 0,-1 1 0 0 0,0-1 1 0 0,0 1-1 0 0,0 0 0 0 0,1 0 1 0 0,-1 0-1 0 0,0 0 0 0 0,0 1 1 0 0,0-1-1 0 0,0 0 0 0 0,-1 1 0 0 0,1-1 1 0 0,0 1-1 0 0,0 0 0 0 0,-1 0 1 0 0,1 0-1 0 0,1 3 0 0 0,24 42 937 0 0,-24-40-1069 0 0,57 134-121 0 0,-60-141-82 0 0,0 1 0 0 0,1-1 0 0 0,-1 1 1 0 0,0 0-1 0 0,0-1 0 0 0,0 1 0 0 0,0-1 0 0 0,1 1 0 0 0,-1 0 0 0 0,0-1 0 0 0,1 1 1 0 0,-1-1-1 0 0,0 1 0 0 0,1-1 0 0 0,-1 1 0 0 0,1-1 0 0 0,-1 0 0 0 0,0 1 1 0 0,1-1-1 0 0,-1 1 0 0 0,1-1 0 0 0,-1 0 0 0 0,1 1 0 0 0,0-1 0 0 0,-1 0 0 0 0,1 0 1 0 0,-1 0-1 0 0,1 1 0 0 0,-1-1 0 0 0,1 0 0 0 0,0 0 0 0 0,-1 0 0 0 0,1 0 1 0 0,-1 0-1 0 0,1 0 0 0 0,0 0 0 0 0,1-1-114 0 0,-1 0 1 0 0,1 0 0 0 0,-1 0-1 0 0,0 0 1 0 0,0-1-1 0 0,0 1 1 0 0,1 0 0 0 0,-1-1-1 0 0,0 1 1 0 0,-1-1-1 0 0,1 1 1 0 0,1-3-1 0 0,18-51-2531 0 0,-14 32 1969 0 0,1-5 1047 0 0,2 0 0 0 0,0 0 0 0 0,2 1 0 0 0,15-29 0 0 0,-25 54-268 0 0,-1 1 0 0 0,1 0 0 0 0,0-1 0 0 0,0 1 0 0 0,-1-1 0 0 0,1 1 0 0 0,0 0 0 0 0,0 0 0 0 0,0-1 0 0 0,1 1 0 0 0,-1 0 0 0 0,0 0 0 0 0,0 0 0 0 0,1 0 0 0 0,-1 0 0 0 0,0 0 0 0 0,1 1 0 0 0,-1-1 0 0 0,1 0 0 0 0,-1 1 0 0 0,1-1 0 0 0,-1 1 0 0 0,1 0 0 0 0,-1-1 0 0 0,1 1 0 0 0,-1 0 0 0 0,1 0 0 0 0,0 0 0 0 0,-1 0 0 0 0,1 0 0 0 0,-1 0 0 0 0,1 0 0 0 0,0 1 0 0 0,-1-1 0 0 0,1 1 0 0 0,-1-1 0 0 0,1 1 0 0 0,-1-1 0 0 0,1 1 0 0 0,-1 0 0 0 0,0 0 0 0 0,1 0 0 0 0,0 1 0 0 0,7 6 26 0 0,-1 0 0 0 0,0 0-1 0 0,0 1 1 0 0,-1 0 0 0 0,7 11 0 0 0,4 5-24 0 0,24 22-2248 0 0</inkml:trace>
</inkml:ink>
</file>

<file path=ppt/ink/ink2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6:58.0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0 302 12899 0 0,'0'1'131'0'0,"1"0"0"0"0,-1 0 0 0 0,1 0 0 0 0,-1 0-1 0 0,1 0 1 0 0,-1 0 0 0 0,1-1 0 0 0,-1 1 0 0 0,1 0 0 0 0,0 0 0 0 0,0-1 0 0 0,-1 1 0 0 0,1 0 0 0 0,0-1 0 0 0,0 1 0 0 0,0-1 0 0 0,-1 1 0 0 0,1-1 0 0 0,0 0-1 0 0,0 1 1 0 0,0-1 0 0 0,0 0 0 0 0,0 1 0 0 0,0-1 0 0 0,0 0 0 0 0,0 0 0 0 0,0 0 0 0 0,1 0 0 0 0,0 0 43 0 0,1-1 1 0 0,-1 0 0 0 0,0 0-1 0 0,0 0 1 0 0,0 0-1 0 0,0 0 1 0 0,0 0-1 0 0,0 0 1 0 0,0 0 0 0 0,0-1-1 0 0,2-2 1 0 0,4-3 92 0 0,-2 0 0 0 0,1-1 0 0 0,-1 0 0 0 0,8-13 0 0 0,-8 7-293 0 0,1-1 0 0 0,-2 1 0 0 0,0-1 0 0 0,0 0 0 0 0,-2-1 0 0 0,0 1 0 0 0,0 0 0 0 0,-2-1 0 0 0,0 0 1 0 0,-1 1-1 0 0,0-1 0 0 0,-1 0 0 0 0,-4-18 0 0 0,5 33-2 0 0,0 0 0 0 0,0 0 0 0 0,0 0 0 0 0,0 0 0 0 0,0 0 0 0 0,-1 0 0 0 0,1 0 0 0 0,0 0 0 0 0,0 1 0 0 0,-1-1 0 0 0,1 0 0 0 0,-1 0-1 0 0,1 0 1 0 0,-1 1 0 0 0,1-1 0 0 0,-1 0 0 0 0,1 1 0 0 0,-1-1 0 0 0,0 0 0 0 0,1 1 0 0 0,-1-1 0 0 0,0 1 0 0 0,-1-2 0 0 0,1 2 39 0 0,1 1 0 0 0,-1-1 0 0 0,0 0 0 0 0,0 0 0 0 0,0 0 0 0 0,1 1-1 0 0,-1-1 1 0 0,0 1 0 0 0,0-1 0 0 0,1 0 0 0 0,-1 1 0 0 0,0-1 0 0 0,1 1 0 0 0,-1-1 0 0 0,1 1 0 0 0,-1 0 0 0 0,1-1-1 0 0,-1 1 1 0 0,1 0 0 0 0,-1 0 0 0 0,-25 46 1167 0 0,24-42-1104 0 0,-4 7 64 0 0,1 0-1 0 0,0 1 1 0 0,1-1 0 0 0,1 1-1 0 0,0 0 1 0 0,0 0-1 0 0,1 1 1 0 0,0 14 0 0 0,2-22-126 0 0,0-1 0 0 0,1 1 1 0 0,0-1-1 0 0,0 1 0 0 0,0-1 0 0 0,0 1 1 0 0,1-1-1 0 0,0 0 0 0 0,0 0 1 0 0,0 1-1 0 0,1-2 0 0 0,0 1 1 0 0,0 0-1 0 0,0 0 0 0 0,0-1 1 0 0,1 0-1 0 0,0 0 0 0 0,0 0 0 0 0,0 0 1 0 0,0 0-1 0 0,1-1 0 0 0,5 4 1 0 0,0-2 6 0 0,0 0 0 0 0,1 0-1 0 0,-1-1 1 0 0,1 0 0 0 0,0-1 0 0 0,0 0 0 0 0,20 2 0 0 0,80-1-1235 0 0,-92-4 462 0 0,9 0-6533 0 0</inkml:trace>
</inkml:ink>
</file>

<file path=ppt/ink/ink2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6:58.6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125 57 7370 0 0,'-5'-20'2398'0'0,"-5"-11"3991"0"0,10 30-6308 0 0,-1 1 0 0 0,1-1 0 0 0,0 1-1 0 0,-1 0 1 0 0,1-1 0 0 0,-1 1 0 0 0,1 0 0 0 0,-1-1 0 0 0,1 1 0 0 0,-1 0 0 0 0,1-1 0 0 0,-1 1 0 0 0,1 0 0 0 0,-1 0 0 0 0,1 0 0 0 0,-1 0-1 0 0,1-1 1 0 0,-1 1 0 0 0,1 0 0 0 0,-1 0 0 0 0,1 0 0 0 0,-1 0 0 0 0,0 0 0 0 0,1 0 0 0 0,-1 0 0 0 0,1 1 0 0 0,-1-1 0 0 0,1 0 0 0 0,-1 0-1 0 0,1 0 1 0 0,-1 0 0 0 0,1 1 0 0 0,-1-1 0 0 0,1 0 0 0 0,-1 1 0 0 0,1-1 0 0 0,-1 0 0 0 0,1 1 0 0 0,0-1 0 0 0,-1 0 0 0 0,1 1 0 0 0,-1-1-1 0 0,1 1 1 0 0,0-1 0 0 0,0 1 0 0 0,-1-1 0 0 0,1 1 0 0 0,0-1 0 0 0,-1 1 0 0 0,-9 12 90 0 0,1 0-1 0 0,0 0 1 0 0,0 1 0 0 0,2 0 0 0 0,-1 0-1 0 0,2 1 1 0 0,0 0 0 0 0,1 0-1 0 0,0 0 1 0 0,2 1 0 0 0,-1 0-1 0 0,2 0 1 0 0,0 0 0 0 0,1 23 0 0 0,1-33-162 0 0,1 0 1 0 0,0 0 0 0 0,1 0 0 0 0,-1 0 0 0 0,1 0 0 0 0,1 0 0 0 0,-1 0 0 0 0,1-1 0 0 0,0 1-1 0 0,0-1 1 0 0,0 1 0 0 0,1-1 0 0 0,0 0 0 0 0,0-1 0 0 0,0 1 0 0 0,1-1 0 0 0,5 5-1 0 0,6 2 46 0 0,1 1-1 0 0,1-2 1 0 0,34 15-1 0 0,-9-4-24 0 0,-39-19-51 0 0,0 0 0 0 0,-1 0 0 0 0,0 0 0 0 0,1 0-1 0 0,-1 0 1 0 0,0 1 0 0 0,0-1 0 0 0,-1 1 0 0 0,1 0 0 0 0,0 0 0 0 0,-1 0 0 0 0,0 0 0 0 0,4 7 0 0 0,-5-8 2 0 0,-1 0 0 0 0,1 0 0 0 0,-1 0 0 0 0,0 0 0 0 0,0 0 0 0 0,0 0 0 0 0,0 0 1 0 0,0 0-1 0 0,-1 0 0 0 0,1-1 0 0 0,0 1 0 0 0,-1 0 0 0 0,0 0 0 0 0,1 0 0 0 0,-1 0 1 0 0,0 0-1 0 0,0-1 0 0 0,0 1 0 0 0,0 0 0 0 0,0-1 0 0 0,0 1 0 0 0,0-1 0 0 0,-1 1 0 0 0,1-1 1 0 0,-1 0-1 0 0,1 1 0 0 0,-1-1 0 0 0,-3 2 0 0 0,-10 8-1871 0 0,-3 1-5523 0 0</inkml:trace>
</inkml:ink>
</file>

<file path=ppt/ink/ink2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6:59.0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17972 0 0,'0'0'1878'0'0,"8"11"-435"0"0,6 19-1045 0 0,-2 0 1 0 0,-1 1 0 0 0,13 61 0 0 0,5 99 1048 0 0,-8-42-3009 0 0,-13-108-1428 0 0,21 63 0 0 0,-20-80-4233 0 0</inkml:trace>
</inkml:ink>
</file>

<file path=ppt/ink/ink2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6:59.5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1 287 5529 0 0,'35'-17'1820'0'0,"0"-2"-1"0"0,49-34 1 0 0,-39 25-885 0 0,46-36 603 0 0,-55 38-627 0 0,0 1 1 0 0,54-26-1 0 0,-89 50-852 0 0,0 1-1 0 0,0-1 0 0 0,0 1 0 0 0,1 0 1 0 0,-1-1-1 0 0,0 1 0 0 0,0 0 0 0 0,1 0 0 0 0,-1 0 1 0 0,0 0-1 0 0,0 0 0 0 0,1 0 0 0 0,-1 0 1 0 0,0 0-1 0 0,0 1 0 0 0,1-1 0 0 0,-1 1 0 0 0,0-1 1 0 0,0 0-1 0 0,0 1 0 0 0,0 0 0 0 0,0-1 0 0 0,1 1 1 0 0,-1 0-1 0 0,0 0 0 0 0,0-1 0 0 0,-1 1 1 0 0,1 0-1 0 0,0 0 0 0 0,0 0 0 0 0,0 0 0 0 0,-1 0 1 0 0,1 0-1 0 0,0 0 0 0 0,-1 1 0 0 0,1-1 1 0 0,-1 0-1 0 0,1 2 0 0 0,4 8 290 0 0,-1 0 1 0 0,-1 1-1 0 0,3 17 1 0 0,0-6-61 0 0,0-1-28 0 0,-4-11-128 0 0,1-1-1 0 0,0 0 1 0 0,1 0-1 0 0,0 0 1 0 0,0 0-1 0 0,1 0 1 0 0,0-1-1 0 0,1 0 1 0 0,9 12-1 0 0,-14-20-112 0 0,0 0-1 0 0,0 0 0 0 0,1 0 1 0 0,-1 0-1 0 0,0 0 0 0 0,0 0 1 0 0,0-1-1 0 0,1 1 0 0 0,-1 0 1 0 0,0-1-1 0 0,1 1 0 0 0,-1-1 1 0 0,0 0-1 0 0,1 1 1 0 0,-1-1-1 0 0,1 0 0 0 0,-1 0 1 0 0,0 0-1 0 0,1 0 0 0 0,-1 0 1 0 0,1 0-1 0 0,-1 0 0 0 0,2-1 1 0 0,0 0-7 0 0,-1 0 0 0 0,1-1 1 0 0,-1 1-1 0 0,0 0 1 0 0,0-1-1 0 0,1 0 0 0 0,-1 1 1 0 0,0-1-1 0 0,0 0 0 0 0,0 0 1 0 0,2-4-1 0 0,4-6-68 0 0,0 0 1 0 0,-1-1-1 0 0,9-22 0 0 0,-12 26-12 0 0,3-9-56 0 0,-6 12 148 0 0,1 1 0 0 0,0 0 1 0 0,0 0-1 0 0,0 1 0 0 0,1-1 0 0 0,-1 0 1 0 0,1 1-1 0 0,0-1 0 0 0,7-6 0 0 0,-9 10-6 0 0,0 1-1 0 0,0 0 1 0 0,0 0-1 0 0,0-1 0 0 0,0 1 1 0 0,0 0-1 0 0,0 0 1 0 0,0 0-1 0 0,0 0 0 0 0,0 0 1 0 0,0 1-1 0 0,0-1 1 0 0,0 0-1 0 0,0 0 0 0 0,-1 1 1 0 0,1-1-1 0 0,0 0 1 0 0,0 1-1 0 0,0-1 0 0 0,0 1 1 0 0,0-1-1 0 0,-1 1 1 0 0,1-1-1 0 0,0 1 0 0 0,-1 0 1 0 0,1-1-1 0 0,0 1 1 0 0,-1 0-1 0 0,1 0 0 0 0,-1 0 1 0 0,2 0-1 0 0,20 33 97 0 0,-17-26-74 0 0,18 25-1367 0 0,42 47-1 0 0,-49-62 401 0 0</inkml:trace>
</inkml:ink>
</file>

<file path=ppt/ink/ink2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6:59.7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14 248 6913 0 0,'10'-11'675'0'0,"0"0"0"0"0,-1-1 0 0 0,-1 0 0 0 0,0 0 0 0 0,-1-1-1 0 0,8-17 1 0 0,-12 23-420 0 0,0 1 0 0 0,0-1 0 0 0,-1 0-1 0 0,0-1 1 0 0,0 1 0 0 0,-1 0 0 0 0,0-1 0 0 0,0 1-1 0 0,-1 0 1 0 0,0-1 0 0 0,0 1 0 0 0,-1-1 0 0 0,1 1 0 0 0,-3-8-1 0 0,2 13-190 0 0,1 0 0 0 0,0 1 0 0 0,-1-1 0 0 0,0 0 0 0 0,1 1 0 0 0,-1-1-1 0 0,0 0 1 0 0,0 1 0 0 0,0-1 0 0 0,0 1 0 0 0,0 0 0 0 0,0-1 0 0 0,0 1 0 0 0,0 0 0 0 0,-1 0-1 0 0,1-1 1 0 0,0 1 0 0 0,-1 0 0 0 0,-2-1 0 0 0,3 2-10 0 0,0 0 1 0 0,-1 0-1 0 0,1 0 0 0 0,0 0 1 0 0,0 0-1 0 0,0 0 0 0 0,0 0 1 0 0,0 1-1 0 0,0-1 0 0 0,0 0 0 0 0,-1 1 1 0 0,1-1-1 0 0,0 1 0 0 0,0 0 1 0 0,0-1-1 0 0,1 1 0 0 0,-1 0 1 0 0,0-1-1 0 0,0 1 0 0 0,0 0 1 0 0,0 0-1 0 0,0 1 0 0 0,-4 4 156 0 0,0 1-1 0 0,0 0 1 0 0,1 0-1 0 0,0 0 0 0 0,1 1 1 0 0,-6 13-1 0 0,6-9 27 0 0,0 1 1 0 0,0-1-1 0 0,1 1 0 0 0,0-1 1 0 0,2 1-1 0 0,-1 0 0 0 0,1-1 1 0 0,1 1-1 0 0,3 17 0 0 0,-3-26-273 0 0,0 0 0 0 0,0-1-1 0 0,0 1 1 0 0,1-1 0 0 0,-1 1-1 0 0,1-1 1 0 0,0 1 0 0 0,0-1 0 0 0,0 0-1 0 0,0 0 1 0 0,0 0 0 0 0,1 0-1 0 0,0 0 1 0 0,-1 0 0 0 0,1-1 0 0 0,0 1-1 0 0,0-1 1 0 0,5 3 0 0 0,-4-4-358 0 0,0 1 1 0 0,1-1-1 0 0,-1 0 1 0 0,0 0-1 0 0,0 0 1 0 0,1 0-1 0 0,-1-1 1 0 0,1 0-1 0 0,-1 0 1 0 0,0 0-1 0 0,1 0 1 0 0,5-2-1 0 0,12-3-6477 0 0</inkml:trace>
</inkml:ink>
</file>

<file path=ppt/ink/ink2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7:00.3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45 72 4609 0 0,'3'-29'1633'0'0,"-2"28"-1287"0"0,-1 0 1 0 0,0 0 0 0 0,0 0-1 0 0,0 0 1 0 0,0 0-1 0 0,0 0 1 0 0,0 0-1 0 0,0 0 1 0 0,-1 0 0 0 0,1 0-1 0 0,0 0 1 0 0,0 0-1 0 0,-1 0 1 0 0,-5-7 3465 0 0,4 6-3465 0 0,1 2-190 0 0,0 0 1 0 0,0 1-1 0 0,0-1 0 0 0,0 0 1 0 0,1 0-1 0 0,-1 1 1 0 0,0-1-1 0 0,0 1 1 0 0,0-1-1 0 0,1 0 1 0 0,-1 1-1 0 0,0 0 1 0 0,0-1-1 0 0,1 1 1 0 0,-1-1-1 0 0,0 1 1 0 0,1 0-1 0 0,-1 0 1 0 0,1-1-1 0 0,-1 1 1 0 0,1 0-1 0 0,-1 0 0 0 0,1-1 1 0 0,0 1-1 0 0,-1 0 1 0 0,1 0-1 0 0,0 2 1 0 0,-10 25 1091 0 0,7-10-1046 0 0,0-1-1 0 0,0 1 1 0 0,2-1-1 0 0,0 1 0 0 0,1 0 1 0 0,3 18-1 0 0,-2-28-184 0 0,0-1 0 0 0,1 1-1 0 0,0 0 1 0 0,0-1-1 0 0,1 0 1 0 0,0 1-1 0 0,5 7 1 0 0,-6-11-17 0 0,0-1-1 0 0,1 1 1 0 0,0-1-1 0 0,-1 0 1 0 0,1 0-1 0 0,0 0 1 0 0,1 0-1 0 0,-1 0 1 0 0,0-1-1 0 0,1 0 1 0 0,0 1-1 0 0,-1-1 1 0 0,1 0-1 0 0,4 1 1 0 0,-6-2-2 0 0,0 0 1 0 0,0 0-1 0 0,0-1 1 0 0,0 1-1 0 0,1-1 0 0 0,-1 1 1 0 0,0-1-1 0 0,0 0 1 0 0,0 1-1 0 0,0-1 1 0 0,0 0-1 0 0,1-1 0 0 0,-1 1 1 0 0,0 0-1 0 0,0 0 1 0 0,0-1-1 0 0,0 0 1 0 0,0 1-1 0 0,0-1 1 0 0,0 0-1 0 0,0 0 0 0 0,0 0 1 0 0,0 0-1 0 0,0 0 1 0 0,-1 0-1 0 0,1-1 1 0 0,0 1-1 0 0,-1-1 0 0 0,1 1 1 0 0,-1-1-1 0 0,1 0 1 0 0,-1 1-1 0 0,0-1 1 0 0,0 0-1 0 0,0 0 1 0 0,0 0-1 0 0,0 0 0 0 0,0 0 1 0 0,0 0-1 0 0,-1 0 1 0 0,1 0-1 0 0,0-4 1 0 0,0-2-49 0 0,0 0 0 0 0,0 0 0 0 0,-1 1 1 0 0,1-1-1 0 0,-2 0 0 0 0,1 0 1 0 0,-1 0-1 0 0,-1 0 0 0 0,1 1 0 0 0,-5-14 1 0 0,-4 2-256 0 0,0 0 1 0 0,-1 1 0 0 0,-1 0-1 0 0,-24-29 1 0 0,0 1-2255 0 0,29 33 1624 0 0</inkml:trace>
</inkml:ink>
</file>

<file path=ppt/ink/ink2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7:00.6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6913 0 0,'4'17'1752'0'0,"1"1"-1"0"0,0-1 0 0 0,1 0 0 0 0,1 0 0 0 0,8 16 1 0 0,8 16 506 0 0,-20-41-1947 0 0,18 39 1231 0 0,-20-46-1512 0 0,0 1 1 0 0,0 0-1 0 0,1 0 0 0 0,-1-1 0 0 0,0 1 0 0 0,0-1 0 0 0,1 1 0 0 0,-1-1 0 0 0,1 1 1 0 0,-1-1-1 0 0,1 0 0 0 0,0 0 0 0 0,0 0 0 0 0,-1 0 0 0 0,1 0 0 0 0,0 0 0 0 0,0 0 0 0 0,0-1 1 0 0,0 1-1 0 0,4 0 0 0 0,-4-1-57 0 0,0-1-1 0 0,0 0 1 0 0,0 1 0 0 0,-1-1 0 0 0,1 0 0 0 0,0 0-1 0 0,0 0 1 0 0,-1 0 0 0 0,1 0 0 0 0,0 0 0 0 0,-1-1 0 0 0,1 1-1 0 0,-1 0 1 0 0,0-1 0 0 0,1 1 0 0 0,-1-1 0 0 0,0 0-1 0 0,0 1 1 0 0,1-4 0 0 0,20-38-861 0 0,-20 38 719 0 0,11-31-562 0 0,-8 19 414 0 0,2 0 1 0 0,8-19-1 0 0,-13 33 319 0 0,-1 0 0 0 0,1 0 0 0 0,0 1 0 0 0,0-1 0 0 0,0 0-1 0 0,0 1 1 0 0,0-1 0 0 0,0 1 0 0 0,1-1 0 0 0,-1 1 0 0 0,1 0 0 0 0,0 0 0 0 0,0 0 0 0 0,-1 1 0 0 0,1-1 0 0 0,0 1-1 0 0,5-2 1 0 0,-6 2 58 0 0,0 1-1 0 0,-1 0 1 0 0,1 0-1 0 0,0 0 1 0 0,-1 0 0 0 0,1 0-1 0 0,-1 0 1 0 0,1 1-1 0 0,0-1 1 0 0,-1 0-1 0 0,1 1 1 0 0,-1-1-1 0 0,1 1 1 0 0,-1 0-1 0 0,1-1 1 0 0,-1 1-1 0 0,1 0 1 0 0,-1 0-1 0 0,2 1 1 0 0,23 27 1350 0 0,-24-26-1496 0 0,0 0 0 0 0,0-1-1 0 0,0 1 1 0 0,0 0 0 0 0,0-1-1 0 0,1 1 1 0 0,0-1 0 0 0,-1 0-1 0 0,1 0 1 0 0,0 0 0 0 0,0 0-1 0 0,0-1 1 0 0,6 3 0 0 0</inkml:trace>
</inkml:ink>
</file>

<file path=ppt/ink/ink2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7:00.8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14283 0 0,'5'6'1321'0'0,"-1"0"0"0"0,1 0 0 0 0,-1 0-1 0 0,0 0 1 0 0,3 10 0 0 0,28 73-847 0 0,-25-62 150 0 0,31 81-25 0 0,51 165-1006 0 0,-90-263-466 0 0,1 0-1 0 0,-2 0 0 0 0,1 15 0 0 0,-3-12-437 0 0</inkml:trace>
</inkml:ink>
</file>

<file path=ppt/ink/ink2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7:01.03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6 157 656 0 0,'0'0'76'0'0,"0"0"-1"0"0,0 0 1 0 0,-1 0 0 0 0,1 0-1 0 0,0 0 1 0 0,0 0-1 0 0,-1 0 1 0 0,1 0-1 0 0,0 0 1 0 0,0 0 0 0 0,0 0-1 0 0,-1-1 1 0 0,0 0 604 0 0,1 1-604 0 0,0 0-1 0 0,-1 0 1 0 0,1-1 0 0 0,0 1-1 0 0,0 0 1 0 0,0 0-1 0 0,0 0 1 0 0,0-1-1 0 0,0 1 1 0 0,0 0 0 0 0,0 0-1 0 0,0 0 1 0 0,0-1-1 0 0,0 1 1 0 0,0 0 0 0 0,0 0-1 0 0,0-1 1 0 0,0 1-1 0 0,0 0 1 0 0,0 0 0 0 0,0 0-1 0 0,0-1 1 0 0,0 1-1 0 0,0 0 1 0 0,0 0 0 0 0,0-1-1 0 0,0 1 1 0 0,0 0-1 0 0,1 0 1 0 0,-1-1 151 0 0,0 1-152 0 0,18-16 4712 0 0,32-18 1086 0 0,-44 30-6048 0 0,20-11-131 0 0,30-14 1 0 0,-28 18-2181 0 0,0 0-1 0 0,49-11 1 0 0,-52 17 2312 0 0</inkml:trace>
</inkml:ink>
</file>

<file path=ppt/ink/ink2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7:01.2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5985 0 0,'2'5'827'0'0,"-1"-1"-1"0"0,1 1 1 0 0,0-1-1 0 0,0 0 1 0 0,0 0-1 0 0,1 0 1 0 0,0 0-1 0 0,-1 0 1 0 0,5 4-1 0 0,1 3-314 0 0,-3-5-73 0 0,73 117 3662 0 0,-71-110-3996 0 0,-1 0 0 0 0,0 0-1 0 0,0 1 1 0 0,-2 0 0 0 0,0 0 0 0 0,0 0 0 0 0,3 28-1 0 0,-10-9-929 0 0,2-32 619 0 0,1 0 0 0 0,-1 0 0 0 0,1 0 1 0 0,-1 0-1 0 0,1 0 0 0 0,-1 0 0 0 0,0 0 1 0 0,1 0-1 0 0,-1 0 0 0 0,0 0 0 0 0,0 0 0 0 0,0 0 1 0 0,0 0-1 0 0,0-1 0 0 0,0 1 0 0 0,-1 1 1 0 0,-5 1-1289 0 0</inkml:trace>
</inkml:ink>
</file>

<file path=ppt/ink/ink2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7:01.4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1 179 2761 0 0,'0'-7'564'0'0,"-1"-1"0"0"0,2 1 0 0 0,-1-1 0 0 0,1 1 0 0 0,0-1 0 0 0,0 1 0 0 0,1 0 0 0 0,0-1 0 0 0,1 1 0 0 0,-1 0 0 0 0,1 0 0 0 0,1 0 0 0 0,-1 1 0 0 0,1-1 0 0 0,0 1 0 0 0,1 0 0 0 0,5-7 0 0 0,-6 9-286 0 0,0 0 0 0 0,0 0 1 0 0,0 0-1 0 0,0 1 1 0 0,0-1-1 0 0,1 1 1 0 0,0 0-1 0 0,-1 1 1 0 0,1-1-1 0 0,0 1 0 0 0,0 0 1 0 0,1 0-1 0 0,-1 1 1 0 0,0-1-1 0 0,1 1 1 0 0,-1 0-1 0 0,0 1 0 0 0,1-1 1 0 0,-1 1-1 0 0,1 0 1 0 0,-1 0-1 0 0,1 1 1 0 0,-1 0-1 0 0,6 1 1 0 0,-5 0-116 0 0,0 0 1 0 0,0 0-1 0 0,-1 1 1 0 0,1-1 0 0 0,-1 1-1 0 0,0 0 1 0 0,0 1-1 0 0,0-1 1 0 0,0 1 0 0 0,6 6-1 0 0,-10-8-130 0 0,1-1 1 0 0,-1 1-1 0 0,1 0 0 0 0,-1 0 0 0 0,0 0 0 0 0,0 0 0 0 0,0 0 0 0 0,0 0 1 0 0,0 1-1 0 0,0-1 0 0 0,0 0 0 0 0,-1 1 0 0 0,1-1 0 0 0,-1 0 0 0 0,0 1 1 0 0,0-1-1 0 0,0 0 0 0 0,0 1 0 0 0,0-1 0 0 0,0 0 0 0 0,-1 1 0 0 0,1-1 1 0 0,-1 0-1 0 0,1 0 0 0 0,-1 1 0 0 0,0-1 0 0 0,0 0 0 0 0,0 0 0 0 0,-2 3 1 0 0,-1 2-19 0 0,-1-1 0 0 0,0 0 0 0 0,0 0 0 0 0,-1 0 1 0 0,1 0-1 0 0,-1-1 0 0 0,0 0 0 0 0,-1-1 1 0 0,-7 6-1 0 0,-20 7-6367 0 0,15-9-730 0 0</inkml:trace>
</inkml:ink>
</file>

<file path=ppt/ink/ink2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7:01.8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0 333 14051 0 0,'2'2'130'0'0,"0"0"0"0"0,-1 0 0 0 0,1 1-1 0 0,-1-1 1 0 0,0 0 0 0 0,0 1 0 0 0,0 0 0 0 0,0-1 0 0 0,0 1-1 0 0,-1-1 1 0 0,1 1 0 0 0,-1 0 0 0 0,1 3 0 0 0,-1-2 223 0 0,6 55 1573 0 0,0 11-1009 0 0,-5-65-882 0 0,-1-1 0 0 0,2 0-1 0 0,-1 1 1 0 0,0-1 0 0 0,1 0-1 0 0,0 0 1 0 0,0 0 0 0 0,0 0-1 0 0,0-1 1 0 0,1 1 0 0 0,0-1-1 0 0,4 6 1 0 0,-6-8-36 0 0,0 0 0 0 0,0 0 0 0 0,0 0-1 0 0,0 0 1 0 0,0-1 0 0 0,0 1 0 0 0,0 0 0 0 0,1 0-1 0 0,-1-1 1 0 0,0 1 0 0 0,0-1 0 0 0,1 1 0 0 0,-1-1 0 0 0,1 1-1 0 0,-1-1 1 0 0,0 0 0 0 0,1 0 0 0 0,-1 0 0 0 0,1 0-1 0 0,-1 0 1 0 0,0 0 0 0 0,1 0 0 0 0,-1 0 0 0 0,3-1-1 0 0,-2 0-65 0 0,1-1-1 0 0,-1 1 0 0 0,0 0 1 0 0,0-1-1 0 0,0 0 0 0 0,0 1 1 0 0,-1-1-1 0 0,1 0 0 0 0,0 0 1 0 0,-1 0-1 0 0,1 0 0 0 0,1-4 0 0 0,3-5-532 0 0,-1-1-1 0 0,0 1 0 0 0,-1-1 0 0 0,4-17 0 0 0,5-42-4957 0 0,8-118 1 0 0,-15 77 5385 0 0,-1 36 4496 0 0,-6 75-4025 0 0,1 0-1 0 0,0 0 1 0 0,0 1-1 0 0,0-1 1 0 0,0 0-1 0 0,0 0 1 0 0,0 0-1 0 0,0 0 1 0 0,0 0-1 0 0,0 0 1 0 0,1 0-1 0 0,-1 0 1 0 0,0 0-1 0 0,1 1 1 0 0,-1-1 0 0 0,0 0-1 0 0,1 0 1 0 0,-1 0-1 0 0,1 0 1 0 0,-1 1-1 0 0,2-2 598 0 0,0 0-598 0 0,-1 2-64 0 0,0 1-1 0 0,0-1 1 0 0,0 1-1 0 0,0-1 1 0 0,0 1 0 0 0,-1-1-1 0 0,1 1 1 0 0,0-1-1 0 0,0 1 1 0 0,-1 0-1 0 0,1 0 1 0 0,0-1 0 0 0,-1 1-1 0 0,1 0 1 0 0,-1 0-1 0 0,1 0 1 0 0,0 1-1 0 0,23 49 2082 0 0,-24-50-2312 0 0,17 43 230 0 0,2-1 1 0 0,2-1 0 0 0,2-1 0 0 0,1-1 0 0 0,2-1 0 0 0,34 38 0 0 0,-49-63-571 0 0,-1-1-86 0 0</inkml:trace>
</inkml:ink>
</file>

<file path=ppt/ink/ink2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7:02.0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1 176 10594 0 0,'2'2'472'0'0,"1"-2"96"0"0,0 1-455 0 0,0-1-113 0 0,1 0 0 0 0,-1 0 0 0 0,2-1 1144 0 0,4-1 200 0 0,6-2 48 0 0,5-3 9 0 0,5-1-561 0 0,0-5-104 0 0,3-2-32 0 0,-2-3 0 0 0,2-3-1272 0 0,0-4-256 0 0,1-6-48 0 0,3-2-16 0 0</inkml:trace>
</inkml:ink>
</file>

<file path=ppt/ink/ink2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10.1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188 140 456 0 0,'6'-43'1263'0'0,"-5"37"-963"0"0,1 1 0 0 0,-1-1 0 0 0,0 1 0 0 0,-1-1-1 0 0,1 1 1 0 0,-1-1 0 0 0,0 0 0 0 0,-1 1 0 0 0,1-1 0 0 0,-1 0 0 0 0,0 1-1 0 0,-2-6 1 0 0,3 10-52 0 0,-1 0 0 0 0,1 0 0 0 0,0 0-1 0 0,-1 0 1 0 0,1 0 0 0 0,-1 0 0 0 0,1 0 0 0 0,-1 0-1 0 0,0 0 1 0 0,1 0 0 0 0,-1 0 0 0 0,0 1 0 0 0,1-1-1 0 0,-1 0 1 0 0,0 1 0 0 0,0-1 0 0 0,0 0 0 0 0,0 1-1 0 0,0-1 1 0 0,0 1 0 0 0,0 0 0 0 0,0-1 0 0 0,0 1 0 0 0,-2-1-1 0 0,2 1-110 0 0,0 1 0 0 0,0-1 0 0 0,0 1-1 0 0,0 0 1 0 0,0-1 0 0 0,0 1 0 0 0,1-1 0 0 0,-1 1-1 0 0,0 0 1 0 0,0 0 0 0 0,0 0 0 0 0,1 0-1 0 0,-1-1 1 0 0,0 1 0 0 0,1 0 0 0 0,-1 0 0 0 0,1 0-1 0 0,-2 2 1 0 0,-3 9 92 0 0,1 1 0 0 0,-6 24-1 0 0,8-31-34 0 0,-93 522 2159 0 0,91-498-2265 0 0,-31 280 722 0 0,32-247-647 0 0,3 0 1 0 0,3 0-1 0 0,10 64 0 0 0,-7-92-38 0 0,2 0 0 0 0,1-1 0 0 0,2 0 0 0 0,1 0 0 0 0,2-1 0 0 0,23 41 0 0 0,-24-52 4 0 0,1-1 0 0 0,1 0 0 0 0,1-1 0 0 0,1-1 0 0 0,1 0 0 0 0,0-1 0 0 0,1-1-1 0 0,1-1 1 0 0,34 21 0 0 0,-17-14 151 0 0,2-2 0 0 0,45 17 0 0 0,-73-33-279 0 0,0-1 0 0 0,0 0 0 0 0,1-1 0 0 0,-1-1 0 0 0,1 1 0 0 0,0-2 0 0 0,0 0 0 0 0,0 0 0 0 0,0-1 0 0 0,0-1 0 0 0,-1 0-1 0 0,23-4 1 0 0,-31 4-255 0 0,1-1 0 0 0,-1 1 0 0 0,0 0 0 0 0,0-1 0 0 0,0 0 0 0 0,0 0 0 0 0,0 0 0 0 0,0 0 0 0 0,3-3 0 0 0</inkml:trace>
</inkml:ink>
</file>

<file path=ppt/ink/ink2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11.2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11 920 0 0,'-2'-2'356'0'0,"1"1"-1"0"0,-25-7 10730 0 0,45 52-9418 0 0,-2 1 0 0 0,22 85-1 0 0,-23-69-1201 0 0,8 26 179 0 0,14 104 0 0 0,-31-139-681 0 0,-3 0 1 0 0,-2 0-1 0 0,-7 75 1 0 0,5-126-74 0 0,-1 19-844 0 0,2-7-4230 0 0</inkml:trace>
</inkml:ink>
</file>

<file path=ppt/ink/ink2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11.5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23 5529 0 0,'5'-3'227'0'0,"1"0"1"0"0,0 0-1 0 0,0 1 0 0 0,0-1 1 0 0,0 1-1 0 0,0 0 0 0 0,1 1 1 0 0,-1-1-1 0 0,1 1 0 0 0,-1 1 0 0 0,0-1 1 0 0,1 1-1 0 0,0 0 0 0 0,-1 1 1 0 0,1 0-1 0 0,-1 0 0 0 0,8 2 1 0 0,-3-1 135 0 0,0 1 1 0 0,-1 1 0 0 0,0-1-1 0 0,1 2 1 0 0,-1-1 0 0 0,-1 2-1 0 0,1-1 1 0 0,-1 1 0 0 0,13 11-1 0 0,-11-6-227 0 0,-1 0 0 0 0,0 1 0 0 0,-1 0 0 0 0,-1 1 0 0 0,0 0-1 0 0,0 0 1 0 0,-1 0 0 0 0,-1 1 0 0 0,0 1 0 0 0,-1-1-1 0 0,-1 0 1 0 0,0 1 0 0 0,-1 0 0 0 0,0 0 0 0 0,-1 0 0 0 0,-1 0-1 0 0,-1 1 1 0 0,-2 27 0 0 0,0-21 69 0 0,-1 0-1 0 0,-1 0 1 0 0,-1 0 0 0 0,-1 0 0 0 0,0-1 0 0 0,-2 1-1 0 0,-1-2 1 0 0,0 1 0 0 0,-2-1 0 0 0,0-1-1 0 0,-1 0 1 0 0,-17 19 0 0 0,-9-2-573 0 0,8-21-2634 0 0,23-13 1851 0 0</inkml:trace>
</inkml:ink>
</file>

<file path=ppt/ink/ink2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11.9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6 375 6913 0 0,'-1'1'81'0'0,"1"0"-1"0"0,-1-1 0 0 0,1 1 0 0 0,-1 0 1 0 0,1 0-1 0 0,-1 0 0 0 0,1 0 0 0 0,0 0 1 0 0,-1 0-1 0 0,1 0 0 0 0,0-1 0 0 0,0 1 1 0 0,0 0-1 0 0,0 0 0 0 0,0 0 0 0 0,0 0 1 0 0,0 0-1 0 0,0 0 0 0 0,0 0 0 0 0,0 0 1 0 0,1 0-1 0 0,-1 0 0 0 0,0 0 0 0 0,0 0 0 0 0,1-1 1 0 0,-1 1-1 0 0,1 0 0 0 0,-1 0 0 0 0,1 0 1 0 0,-1 0-1 0 0,1-1 0 0 0,0 1 0 0 0,-1 0 1 0 0,1-1-1 0 0,0 1 0 0 0,-1 0 0 0 0,1-1 1 0 0,0 1-1 0 0,0-1 0 0 0,0 1 0 0 0,0-1 1 0 0,-1 0-1 0 0,1 1 0 0 0,0-1 0 0 0,0 0 0 0 0,0 0 1 0 0,0 1-1 0 0,0-1 0 0 0,0 0 0 0 0,0 0 1 0 0,0 0-1 0 0,0 0 0 0 0,0 0 0 0 0,0 0 1 0 0,0 0-1 0 0,-1-1 0 0 0,1 1 0 0 0,0 0 1 0 0,2-1-1 0 0,8-1 382 0 0,-1-1 1 0 0,1 0-1 0 0,-1-1 1 0 0,0 0-1 0 0,1 0 1 0 0,-2-1-1 0 0,1 0 1 0 0,-1-1-1 0 0,16-12 0 0 0,3-5-4 0 0,41-43 0 0 0,-48 44-294 0 0,34-48 1 0 0,-49 61-102 0 0,0 0 0 0 0,0 0-1 0 0,-1-1 1 0 0,0 0 0 0 0,-1 0 0 0 0,-1 0 0 0 0,1 0 0 0 0,3-21 0 0 0,-7 28-65 0 0,0 1 0 0 0,0-1 0 0 0,0 1 1 0 0,-1-1-1 0 0,1 1 0 0 0,0 0 0 0 0,-1-1 1 0 0,0 1-1 0 0,0-1 0 0 0,0 1 0 0 0,0 0 1 0 0,0 0-1 0 0,0-1 0 0 0,0 1 0 0 0,-1 0 1 0 0,1 0-1 0 0,-1 0 0 0 0,1 0 0 0 0,-1 1 1 0 0,0-1-1 0 0,0 0 0 0 0,0 1 0 0 0,0-1 1 0 0,0 1-1 0 0,0 0 0 0 0,0-1 0 0 0,0 1 1 0 0,-1 0-1 0 0,1 0 0 0 0,0 1 0 0 0,-1-1 1 0 0,1 0-1 0 0,-1 1 0 0 0,-2-1 0 0 0,-1 0-181 0 0,0 0 0 0 0,0 0 0 0 0,-1 1 0 0 0,1 0 0 0 0,0 0 0 0 0,0 0 0 0 0,0 1 0 0 0,0 0-1 0 0,0 0 1 0 0,0 0 0 0 0,0 1 0 0 0,0 0 0 0 0,-6 3 0 0 0,5 0 140 0 0,1-1 0 0 0,-1 2 0 0 0,1-1 1 0 0,0 1-1 0 0,1 0 0 0 0,-1 0 0 0 0,1 0 0 0 0,0 1 0 0 0,1-1 0 0 0,0 1 1 0 0,0 1-1 0 0,0-1 0 0 0,1 0 0 0 0,0 1 0 0 0,0 0 0 0 0,1 0 0 0 0,0 0 0 0 0,0 0 1 0 0,1 0-1 0 0,0 0 0 0 0,1 0 0 0 0,0 14 0 0 0,0-13 245 0 0,1 0 0 0 0,-1 0-1 0 0,2 0 1 0 0,-1 0 0 0 0,1 0-1 0 0,1 0 1 0 0,0 0 0 0 0,0-1 0 0 0,0 0-1 0 0,1 1 1 0 0,1-1 0 0 0,-1 0-1 0 0,1-1 1 0 0,1 1 0 0 0,-1-1-1 0 0,1 0 1 0 0,0-1 0 0 0,1 1 0 0 0,0-1-1 0 0,8 6 1 0 0,-5-7-171 0 0,1 1 0 0 0,-1-1 1 0 0,1-1-1 0 0,1 0 0 0 0,-1-1 0 0 0,0 0 0 0 0,1 0 1 0 0,0-1-1 0 0,0-1 0 0 0,12 1 0 0 0,37-5-5918 0 0,-40 1 181 0 0</inkml:trace>
</inkml:ink>
</file>

<file path=ppt/ink/ink2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12.4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111 16 5065 0 0,'2'-14'6694'0'0,"-3"13"-6485"0"0,-15 3 4488 0 0,-19 19-1775 0 0,29-14-2774 0 0,0 0-1 0 0,0 0 1 0 0,1 1 0 0 0,-1 0-1 0 0,2 0 1 0 0,-1 0 0 0 0,1 0-1 0 0,1 1 1 0 0,-1 0 0 0 0,1 0-1 0 0,1 0 1 0 0,0 0 0 0 0,0 0-1 0 0,1 0 1 0 0,0 0 0 0 0,0 1-1 0 0,2 14 1 0 0,0-17-145 0 0,-1-1-1 0 0,1 0 0 0 0,1 0 1 0 0,-1 0-1 0 0,1 0 1 0 0,0 0-1 0 0,1 0 0 0 0,-1 0 1 0 0,1-1-1 0 0,0 1 1 0 0,1-1-1 0 0,-1 0 0 0 0,1 0 1 0 0,0 0-1 0 0,0 0 1 0 0,1-1-1 0 0,-1 0 0 0 0,1 1 1 0 0,0-2-1 0 0,0 1 1 0 0,0-1-1 0 0,1 1 0 0 0,-1-1 1 0 0,1-1-1 0 0,0 1 1 0 0,11 2-1 0 0,-7-2-280 0 0,0-1 1 0 0,0-1-1 0 0,-1 0 0 0 0,1 0 1 0 0,0-1-1 0 0,0 0 0 0 0,0 0 0 0 0,0-1 1 0 0,0-1-1 0 0,0 0 0 0 0,0 0 1 0 0,-1-1-1 0 0,1 0 0 0 0,-1 0 1 0 0,0-1-1 0 0,0-1 0 0 0,0 1 0 0 0,-1-2 1 0 0,1 1-1 0 0,10-10 0 0 0,-8 6-219 0 0,-1-1-1 0 0,-1 0 0 0 0,0 0 0 0 0,0-1 0 0 0,-1 0 0 0 0,0 0 1 0 0,-1-1-1 0 0,0 0 0 0 0,-1-1 0 0 0,0 1 0 0 0,-1-1 1 0 0,-1 0-1 0 0,0-1 0 0 0,3-15 0 0 0,2 7 3595 0 0,-9 22-2993 0 0,1 0 1 0 0,-1-1 0 0 0,0 1 0 0 0,0 0-1 0 0,1 0 1 0 0,-1 0 0 0 0,5 2 1990 0 0,-5-2-1991 0 0,20 31 5653 0 0,-16-22-6191 0 0,20 35 967 0 0,33 90 1 0 0,-48-115-2545 0 0</inkml:trace>
</inkml:ink>
</file>

<file path=ppt/ink/ink2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12.6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9 152 6449 0 0,'-8'-73'1238'0'0,"8"65"-590"0"0,0 0 1 0 0,0 1-1 0 0,1-1 0 0 0,0 0 1 0 0,0 1-1 0 0,1-1 0 0 0,3-10 0 0 0,-5 18-617 0 0,0-1 0 0 0,0 1 0 0 0,0 0 0 0 0,1-1 0 0 0,-1 1 0 0 0,0 0 0 0 0,0-1 0 0 0,1 1 0 0 0,-1 0-1 0 0,0-1 1 0 0,0 1 0 0 0,1 0 0 0 0,-1 0 0 0 0,0-1 0 0 0,1 1 0 0 0,-1 0 0 0 0,0 0 0 0 0,1 0 0 0 0,-1-1-1 0 0,0 1 1 0 0,1 0 0 0 0,-1 0 0 0 0,1 0 0 0 0,-1 0 0 0 0,0 0 0 0 0,1 0 0 0 0,-1 0 0 0 0,1 0 0 0 0,-1 0 0 0 0,0 0-1 0 0,1 0 1 0 0,-1 0 0 0 0,1 0 0 0 0,-1 0 0 0 0,0 0 0 0 0,1 0 0 0 0,-1 0 0 0 0,0 0 0 0 0,1 1 0 0 0,-1-1-1 0 0,1 0 1 0 0,-1 0 0 0 0,0 1 0 0 0,1-1 0 0 0,-1 0 0 0 0,0 0 0 0 0,0 1 0 0 0,1-1 0 0 0,-1 0 0 0 0,0 1-1 0 0,0-1 1 0 0,1 0 0 0 0,-1 1 0 0 0,0-1 0 0 0,0 0 0 0 0,0 1 0 0 0,0-1 0 0 0,1 0 0 0 0,-1 1 0 0 0,15 25-1317 0 0,-14-25 1096 0 0,35 65-3819 0 0,-26-48 3888 0 0</inkml:trace>
</inkml:ink>
</file>

<file path=ppt/ink/ink2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13.1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220 414 4145 0 0,'0'-2'371'0'0,"0"0"0"0"0,0 0-1 0 0,0 0 1 0 0,0 0 0 0 0,-1-1 0 0 0,1 1 0 0 0,0 0 0 0 0,-1 0-1 0 0,0 0 1 0 0,1 0 0 0 0,-1 0 0 0 0,0 1 0 0 0,0-1 0 0 0,0 0-1 0 0,0 0 1 0 0,0 0 0 0 0,-1 1 0 0 0,1-1 0 0 0,-1 1 0 0 0,1-1-1 0 0,-3-1 1 0 0,2 2-25 0 0,-1-1-1 0 0,0 1 0 0 0,1 0 1 0 0,-1 0-1 0 0,0 0 1 0 0,0 1-1 0 0,0-1 0 0 0,0 1 1 0 0,0-1-1 0 0,1 1 0 0 0,-1 0 1 0 0,0 0-1 0 0,-5 1 1 0 0,-2 0 108 0 0,-1 2 0 0 0,1-1 0 0 0,0 1 0 0 0,0 1 0 0 0,0-1 0 0 0,0 2 0 0 0,-11 6 0 0 0,16-8-359 0 0,0 1 1 0 0,0 0-1 0 0,0 0 0 0 0,0 0 0 0 0,1 1 0 0 0,-1-1 1 0 0,1 1-1 0 0,0 0 0 0 0,1 0 0 0 0,-1 1 1 0 0,1-1-1 0 0,0 1 0 0 0,-4 10 0 0 0,6-13-110 0 0,1-1 0 0 0,-1 1 0 0 0,1-1 0 0 0,-1 1 0 0 0,1-1 0 0 0,0 1 0 0 0,0-1 0 0 0,0 1 0 0 0,0-1 0 0 0,1 1 0 0 0,-1-1 0 0 0,1 1 0 0 0,-1-1 0 0 0,1 0 0 0 0,0 1 0 0 0,0-1 0 0 0,0 0-1 0 0,0 1 1 0 0,1-1 0 0 0,-1 0 0 0 0,0 0 0 0 0,1 0 0 0 0,0 0 0 0 0,-1 0 0 0 0,1-1 0 0 0,0 1 0 0 0,0 0 0 0 0,0-1 0 0 0,0 1 0 0 0,0-1 0 0 0,0 0 0 0 0,1 0 0 0 0,-1 0 0 0 0,0 0 0 0 0,1 0 0 0 0,-1 0 0 0 0,3 0 0 0 0,-1 0-87 0 0,-1 1 0 0 0,0-1 1 0 0,1-1-1 0 0,0 1 0 0 0,-1-1 1 0 0,1 1-1 0 0,-1-1 0 0 0,1 0 1 0 0,-1 0-1 0 0,1 0 0 0 0,0-1 1 0 0,-1 0-1 0 0,1 1 0 0 0,-1-1 1 0 0,1 0-1 0 0,-1-1 0 0 0,6-2 1 0 0,-3 1-160 0 0,-1-1 0 0 0,0 1 0 0 0,0-1 0 0 0,-1 0 0 0 0,1-1 0 0 0,-1 1 0 0 0,0-1 0 0 0,0 0 0 0 0,5-9 0 0 0,-1 0-567 0 0,-1 0-1 0 0,0 0 1 0 0,-1-1 0 0 0,-1 0-1 0 0,0 0 1 0 0,-1 0 0 0 0,2-22-1 0 0,-4 9-64 0 0,-1 0 0 0 0,-1 0 0 0 0,-7-49-1 0 0,-23-81 4433 0 0,30 157-3503 0 0,-15-30 8324 0 0,15 31-8284 0 0,5 21 1590 0 0,121 343 812 0 0,-67-203-9229 0 0,-48-130-256 0 0</inkml:trace>
</inkml:ink>
</file>

<file path=ppt/ink/ink2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13.4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0 316 10138 0 0,'1'0'98'0'0,"-1"1"1"0"0,1 0-1 0 0,-1 0 0 0 0,1-1 1 0 0,-1 1-1 0 0,1-1 0 0 0,-1 1 1 0 0,1 0-1 0 0,0-1 0 0 0,-1 1 1 0 0,1-1-1 0 0,0 0 0 0 0,0 1 1 0 0,-1-1-1 0 0,1 1 0 0 0,0-1 1 0 0,0 0-1 0 0,0 0 0 0 0,-1 1 1 0 0,1-1-1 0 0,0 0 0 0 0,0 0 1 0 0,0 0-1 0 0,0 0 0 0 0,-1 0 1 0 0,1 0-1 0 0,1-1 0 0 0,27 0 2306 0 0,-21-1-2108 0 0,1 0 1 0 0,-1-1-1 0 0,1-1 0 0 0,-1 1 0 0 0,0-1 0 0 0,0 0 0 0 0,-1-1 0 0 0,1 0 1 0 0,-1 0-1 0 0,0-1 0 0 0,0 0 0 0 0,-1 0 0 0 0,0-1 0 0 0,7-9 1 0 0,-5 6-228 0 0,0-1 0 0 0,-1 0 0 0 0,0 0 0 0 0,-1-1 1 0 0,-1 0-1 0 0,0 0 0 0 0,0 0 0 0 0,-1-1 0 0 0,2-14 1 0 0,-5 22-20 0 0,-1-1 0 0 0,0 1-1 0 0,0 0 1 0 0,-1-1 0 0 0,1 1 0 0 0,-1 0 0 0 0,-1-1 0 0 0,1 1 0 0 0,-1 0 0 0 0,0 0 0 0 0,0 0 0 0 0,0 0 0 0 0,-1 0 0 0 0,1 1 0 0 0,-6-8 0 0 0,6 10-26 0 0,1 0 1 0 0,0 1-1 0 0,-1-1 1 0 0,1 0 0 0 0,-1 0-1 0 0,0 1 1 0 0,0-1-1 0 0,1 1 1 0 0,-1 0 0 0 0,0-1-1 0 0,0 1 1 0 0,0 0-1 0 0,-1 0 1 0 0,1 0 0 0 0,0 1-1 0 0,0-1 1 0 0,0 0-1 0 0,-1 1 1 0 0,1-1 0 0 0,0 1-1 0 0,0 0 1 0 0,-1 0-1 0 0,1 0 1 0 0,0 0 0 0 0,-1 0-1 0 0,1 1 1 0 0,0-1-1 0 0,-1 0 1 0 0,1 1 0 0 0,0 0-1 0 0,0 0 1 0 0,0-1-1 0 0,-1 1 1 0 0,1 1 0 0 0,0-1-1 0 0,0 0 1 0 0,-3 3-1 0 0,1 0-22 0 0,0-1 1 0 0,0 1-1 0 0,1 0 0 0 0,0 0 0 0 0,-1 1 0 0 0,1-1 0 0 0,1 1 0 0 0,-1-1 0 0 0,1 1 0 0 0,-1 0 0 0 0,1 0 0 0 0,1 0 0 0 0,-1 0 0 0 0,1 0 0 0 0,0 0 0 0 0,0 1 0 0 0,0-1 1 0 0,1 0-1 0 0,0 1 0 0 0,0-1 0 0 0,0 0 0 0 0,1 1 0 0 0,-1-1 0 0 0,1 0 0 0 0,3 8 0 0 0,0 0 1 0 0,0 1 0 0 0,1 0 0 0 0,1-1 0 0 0,0 0 0 0 0,1-1 1 0 0,0 1-1 0 0,1-1 0 0 0,11 14 0 0 0,-8-15-85 0 0,0 1 0 0 0,1-1 0 0 0,1-1 0 0 0,-1 0 0 0 0,1-1 0 0 0,1 0 0 0 0,0-1 0 0 0,0 0 0 0 0,1-1 0 0 0,-1-1 0 0 0,2 0 0 0 0,16 3 0 0 0,-9-3-845 0 0</inkml:trace>
</inkml:ink>
</file>

<file path=ppt/ink/ink2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13.8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27 7834 0 0,'-26'-10'518'0'0,"-18"-6"3767"0"0,65 39 2088 0 0,-4-2-5493 0 0,28 33-501 0 0,-2 2 1 0 0,-2 3 0 0 0,-3 0 0 0 0,-3 3 0 0 0,-3 1 0 0 0,39 104 0 0 0,-57-122-382 0 0,-1 0 1 0 0,-3 2 0 0 0,-1-1-1 0 0,-3 1 1 0 0,-2 0 0 0 0,-2 1-1 0 0,-2-1 1 0 0,-2 0 0 0 0,-2 1-1 0 0,-2-1 1 0 0,-2-1 0 0 0,-19 62-1 0 0,8-46-396 0 0</inkml:trace>
</inkml:ink>
</file>

<file path=ppt/ink/ink2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14.4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44 6913 0 0,'-3'-2'186'0'0,"-1"0"-1"0"0,1 0 0 0 0,0-1 1 0 0,0 1-1 0 0,0-1 0 0 0,0 1 0 0 0,-4-5 1 0 0,-7-13 4669 0 0,21 40 1612 0 0,-3 23-4992 0 0,-1-15-887 0 0,23 287 437 0 0,-7-65-6566 0 0,-17-231-826 0 0</inkml:trace>
</inkml:ink>
</file>

<file path=ppt/ink/ink2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14.5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1 255 5121 0 0,'0'-2'50'0'0,"0"0"-1"0"0,0-1 0 0 0,0 1 1 0 0,1-1-1 0 0,-1 1 1 0 0,1 0-1 0 0,0-1 0 0 0,-1 1 1 0 0,1 0-1 0 0,0 0 1 0 0,0 0-1 0 0,0 0 0 0 0,1-1 1 0 0,-1 2-1 0 0,0-1 1 0 0,1 0-1 0 0,0 0 1 0 0,-1 0-1 0 0,1 1 0 0 0,2-3 1 0 0,45-32 1828 0 0,-34 26-1136 0 0,144-84 4487 0 0,-50 38-4535 0 0,-100 52-850 0 0,7-4-5028 0 0</inkml:trace>
</inkml:ink>
</file>

<file path=ppt/ink/ink2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15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6449 0 0,'2'0'279'0'0,"-1"1"-1"0"0,0 0 1 0 0,1-1-1 0 0,-1 1 0 0 0,0 0 1 0 0,1-1-1 0 0,-1 1 1 0 0,0 0-1 0 0,0 0 1 0 0,0 0-1 0 0,0 0 0 0 0,0 0 1 0 0,0 0-1 0 0,0 1 1 0 0,0-1-1 0 0,0 0 0 0 0,0 0 1 0 0,-1 1-1 0 0,1-1 1 0 0,-1 0-1 0 0,2 3 0 0 0,10 31 3087 0 0,25 169-96 0 0,-6-23-920 0 0,-22-125-2349 0 0,-10-64-110 0 0,1 0 0 0 0,-1 0 0 0 0,2 0 0 0 0,-1 0 0 0 0,1 0 1 0 0,3-13-1 0 0,-1 5 2 0 0,2-23 73 0 0,21-71 0 0 0,-23 99 108 0 0,0 0-1 0 0,1 1 0 0 0,1 0 0 0 0,0 0 0 0 0,0 0 0 0 0,1 1 1 0 0,0 0-1 0 0,0 0 0 0 0,1 0 0 0 0,1 1 0 0 0,13-13 1 0 0,-20 20-47 0 0,1-1 1 0 0,0 1-1 0 0,0-1 1 0 0,1 1-1 0 0,-1 0 1 0 0,0 0-1 0 0,0 0 1 0 0,0 0-1 0 0,1 0 1 0 0,-1 1-1 0 0,0-1 1 0 0,1 1-1 0 0,-1-1 1 0 0,1 1-1 0 0,-1 0 1 0 0,1 0-1 0 0,-1 0 1 0 0,0 0-1 0 0,1 1 0 0 0,2 0 1 0 0,-1 0 7 0 0,0 1 0 0 0,-1-1 0 0 0,1 1 0 0 0,-1 0 0 0 0,1 0 1 0 0,-1 1-1 0 0,0-1 0 0 0,0 1 0 0 0,0 0 0 0 0,0-1 0 0 0,3 5 0 0 0,4 8 36 0 0,0-1-1 0 0,-1 1 1 0 0,-1 0 0 0 0,10 24-1 0 0,-3 2 83 0 0,14 58 0 0 0,-19-59-1555 0 0,26 65 0 0 0,-34-99 87 0 0</inkml:trace>
</inkml:ink>
</file>

<file path=ppt/ink/ink2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15.5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4 123 8290 0 0,'0'-1'86'0'0,"-1"0"1"0"0,1 0 0 0 0,-1 0-1 0 0,1-1 1 0 0,-1 1-1 0 0,1 0 1 0 0,0 0-1 0 0,0 0 1 0 0,-1 0 0 0 0,1-1-1 0 0,0 1 1 0 0,0 0-1 0 0,0 0 1 0 0,1 0-1 0 0,-1-1 1 0 0,0 1 0 0 0,0 0-1 0 0,1 0 1 0 0,-1 0-1 0 0,0-1 1 0 0,1 1 0 0 0,-1 0-1 0 0,1 0 1 0 0,0 0-1 0 0,-1 0 1 0 0,1 0-1 0 0,0 0 1 0 0,0 0 0 0 0,-1 0-1 0 0,1 1 1 0 0,0-1-1 0 0,2-1 1 0 0,-2 1 181 0 0,1 0 0 0 0,0 0 0 0 0,0 1-1 0 0,0-1 1 0 0,0 1 0 0 0,1-1 0 0 0,-1 1 0 0 0,0 0 0 0 0,0-1 0 0 0,0 1 0 0 0,0 0 0 0 0,0 1-1 0 0,0-1 1 0 0,1 0 0 0 0,-1 1 0 0 0,0-1 0 0 0,0 1 0 0 0,3 1 0 0 0,2 1 9 0 0,-1 1 0 0 0,1 0 0 0 0,-1 0 1 0 0,0 1-1 0 0,0 0 0 0 0,0 0 0 0 0,-1 0 1 0 0,0 1-1 0 0,0 0 0 0 0,0 0 0 0 0,-1 0 0 0 0,0 1 1 0 0,6 10-1 0 0,-1 2 168 0 0,0 0 1 0 0,-1 1-1 0 0,8 34 0 0 0,-15-30 395 0 0,-3-23-263 0 0,1-14-315 0 0,2 1-232 0 0,0-1-1 0 0,1 1 1 0 0,0-1-1 0 0,1 1 0 0 0,1 0 1 0 0,8-21-1 0 0,38-66-694 0 0,-47 93 591 0 0,48-74-4292 0 0</inkml:trace>
</inkml:ink>
</file>

<file path=ppt/ink/ink2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15.8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15 252 456 0 0,'0'16'-280'0'0,"0"-14"659"0"0,1 0 0 0 0,-1-1 0 0 0,0 1 0 0 0,1 0 0 0 0,-1-1 0 0 0,1 1 0 0 0,0-1 0 0 0,0 1 0 0 0,-1-1 0 0 0,1 1 0 0 0,2 1 0 0 0,-2-2-183 0 0,-1-1 0 0 0,1 1-1 0 0,0 0 1 0 0,0-1 0 0 0,0 1 0 0 0,0-1 0 0 0,0 1-1 0 0,0-1 1 0 0,0 1 0 0 0,0-1 0 0 0,0 0 0 0 0,0 0 0 0 0,0 1-1 0 0,0-1 1 0 0,1 0 0 0 0,-1 0 0 0 0,0 0 0 0 0,0 0-1 0 0,0 0 1 0 0,0 0 0 0 0,0-1 0 0 0,0 1 0 0 0,0 0-1 0 0,0 0 1 0 0,0-1 0 0 0,0 1 0 0 0,0-1 0 0 0,0 1 0 0 0,0-1-1 0 0,0 1 1 0 0,0-1 0 0 0,0 0 0 0 0,0 1 0 0 0,0-1-1 0 0,0-1 1 0 0,7-5 151 0 0,-2 1 0 0 0,1-1 0 0 0,-1-1 0 0 0,0 1 0 0 0,0-1 0 0 0,-1-1 0 0 0,0 1 0 0 0,-1 0 0 0 0,5-12 0 0 0,1-6-106 0 0,14-52 1 0 0,-22 71-282 0 0,-1 1 0 0 0,0 0 0 0 0,-1 0 0 0 0,0 0 0 0 0,0-1 0 0 0,0 1 0 0 0,0 0 0 0 0,-1 0 0 0 0,-2-10 0 0 0,2 15 42 0 0,1 0 1 0 0,-1-1-1 0 0,1 1 1 0 0,-1 0-1 0 0,1-1 1 0 0,-1 1-1 0 0,0 0 1 0 0,0 0-1 0 0,0 0 1 0 0,1 0-1 0 0,-1 0 1 0 0,0 0-1 0 0,0 0 1 0 0,0 0-1 0 0,-1 0 0 0 0,1 0 1 0 0,0 1-1 0 0,-3-2 1 0 0,3 1 27 0 0,-1 1 1 0 0,0 0-1 0 0,0 0 0 0 0,0 0 0 0 0,0 0 1 0 0,0 0-1 0 0,1 0 0 0 0,-1 0 1 0 0,0 1-1 0 0,0-1 0 0 0,0 1 1 0 0,1-1-1 0 0,-1 1 0 0 0,0 0 1 0 0,0 0-1 0 0,1 0 0 0 0,-1-1 0 0 0,-1 3 1 0 0,-5 2 134 0 0,0 1 0 0 0,1 0 1 0 0,0 0-1 0 0,0 0 0 0 0,0 1 0 0 0,1 0 1 0 0,0 1-1 0 0,1-1 0 0 0,-1 1 0 0 0,1 0 1 0 0,1 1-1 0 0,0-1 0 0 0,0 1 0 0 0,0 0 1 0 0,1 0-1 0 0,1 0 0 0 0,-3 13 1 0 0,4-15-129 0 0,0-1 0 0 0,0 0 1 0 0,1 1-1 0 0,0-1 1 0 0,0 1-1 0 0,1-1 1 0 0,-1 1-1 0 0,1-1 1 0 0,1 0-1 0 0,-1 1 1 0 0,1-1-1 0 0,0 0 1 0 0,1 0-1 0 0,-1 0 0 0 0,1 0 1 0 0,1-1-1 0 0,-1 1 1 0 0,1-1-1 0 0,0 0 1 0 0,0 0-1 0 0,0 0 1 0 0,1 0-1 0 0,-1-1 1 0 0,1 0-1 0 0,11 8 1 0 0,-5-6-101 0 0,0 0 1 0 0,0-1-1 0 0,1 0 0 0 0,-1-1 1 0 0,1 0-1 0 0,15 2 1 0 0,-15-3-893 0 0,0-2 0 0 0,0 0-1 0 0,20-1 1 0 0,-19-1-4826 0 0</inkml:trace>
</inkml:ink>
</file>

<file path=ppt/ink/ink2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19.3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112 61 2761 0 0,'2'-9'2248'0'0,"5"-21"1615"0"0,-7 29-3706 0 0,0 0 0 0 0,1 0 0 0 0,-1 0 0 0 0,0 1 1 0 0,0-1-1 0 0,0 0 0 0 0,0 0 0 0 0,0 0 0 0 0,0 1 0 0 0,0-1 1 0 0,0 0-1 0 0,-1 0 0 0 0,1 1 0 0 0,0-1 0 0 0,0 0 0 0 0,-1 0 1 0 0,1 1-1 0 0,0-1 0 0 0,-1 0 0 0 0,1 0 0 0 0,-1 1 0 0 0,1-1 1 0 0,-1 1-1 0 0,1-1 0 0 0,-1 0 0 0 0,1 1 0 0 0,-1-1 0 0 0,0 0 1 0 0,-2 3 57 0 0,0-1 1 0 0,0 1-1 0 0,0 0 1 0 0,1 0-1 0 0,-1 0 1 0 0,1 0 0 0 0,-1 0-1 0 0,1 1 1 0 0,0-1-1 0 0,0 1 1 0 0,-2 2-1 0 0,4-4-196 0 0,-50 69 1161 0 0,45-62-1060 0 0,0 1-1 0 0,1 0 1 0 0,0 0-1 0 0,0 0 1 0 0,1 0-1 0 0,-3 17 1 0 0,5-25-119 0 0,1 1 0 0 0,0-1 0 0 0,0 1 1 0 0,0 0-1 0 0,0-1 0 0 0,0 1 0 0 0,0-1 0 0 0,1 1 0 0 0,-1-1 1 0 0,1 1-1 0 0,-1-1 0 0 0,1 0 0 0 0,-1 1 0 0 0,1-1 1 0 0,-1 1-1 0 0,1-1 0 0 0,0 0 0 0 0,0 0 0 0 0,0 1 0 0 0,0-1 1 0 0,0 0-1 0 0,0 0 0 0 0,0 0 0 0 0,0 0 0 0 0,1 0 0 0 0,-1 0 1 0 0,0-1-1 0 0,0 1 0 0 0,1 0 0 0 0,-1 0 0 0 0,1-1 1 0 0,-1 1-1 0 0,0-1 0 0 0,1 0 0 0 0,-1 1 0 0 0,1-1 0 0 0,-1 0 1 0 0,1 0-1 0 0,-1 0 0 0 0,1 0 0 0 0,1 0 0 0 0,9 0-58 0 0,1 0-1 0 0,-1-1 1 0 0,24-4-1 0 0,-26 3 9 0 0,10-2 40 0 0,22-3 5 0 0,-40 7 5 0 0,1-1-1 0 0,-1 1 0 0 0,0 0 0 0 0,1 1 0 0 0,-1-1 0 0 0,1 0 1 0 0,-1 1-1 0 0,0-1 0 0 0,1 1 0 0 0,-1-1 0 0 0,0 1 0 0 0,0 0 1 0 0,4 2-1 0 0,-6-2 4 0 0,1-1 0 0 0,-1 1 0 0 0,0 0 0 0 0,1-1 0 0 0,-1 1 0 0 0,0 0 0 0 0,1-1 0 0 0,-1 1-1 0 0,0 0 1 0 0,0 0 0 0 0,0 0 0 0 0,1-1 0 0 0,-1 1 0 0 0,0 0 0 0 0,0 0 0 0 0,0-1 0 0 0,0 1 0 0 0,-1 0 0 0 0,1 0 0 0 0,0 0 0 0 0,0-1 0 0 0,0 1 0 0 0,-1 0 0 0 0,1 0 0 0 0,0-1 0 0 0,0 1 0 0 0,-1 0 0 0 0,1-1 0 0 0,-1 1 0 0 0,1 0 0 0 0,-1-1 0 0 0,0 2 0 0 0,-19 23 281 0 0,18-23-233 0 0,-22 23 835 0 0,-55 41-1 0 0,19-16-7661 0 0</inkml:trace>
</inkml:ink>
</file>

<file path=ppt/ink/ink2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19.7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0 113 3681 0 0,'1'-4'-49'0'0,"13"-58"1901"0"0,-13 59-1522 0 0,0 0 0 0 0,0 0-1 0 0,0 0 1 0 0,0 0 0 0 0,1 0 0 0 0,0 0 0 0 0,-1 1-1 0 0,1-1 1 0 0,0 0 0 0 0,0 1 0 0 0,0-1-1 0 0,1 1 1 0 0,-1 0 0 0 0,1 0 0 0 0,-1 0 0 0 0,4-2-1 0 0,-5 4-166 0 0,0 0 0 0 0,1 0-1 0 0,-1 0 1 0 0,0 0-1 0 0,0 0 1 0 0,0 0 0 0 0,0 1-1 0 0,0-1 1 0 0,0 0-1 0 0,0 1 1 0 0,0-1 0 0 0,0 1-1 0 0,0-1 1 0 0,0 1-1 0 0,0 0 1 0 0,0-1 0 0 0,0 1-1 0 0,0 0 1 0 0,0 0 0 0 0,0-1-1 0 0,-1 1 1 0 0,1 0-1 0 0,0 0 1 0 0,-1 0 0 0 0,1 0-1 0 0,-1 0 1 0 0,1 0-1 0 0,-1 0 1 0 0,1 1 0 0 0,16 33 1558 0 0,14 66-240 0 0,34 186 0 0 0,-65-286-1480 0 0,0 0-1 0 0,0 0 1 0 0,0 1-1 0 0,0-1 1 0 0,1 0-1 0 0,-1 0 1 0 0,0 0-1 0 0,1 1 0 0 0,-1-1 1 0 0,1 0-1 0 0,-1 0 1 0 0,1 0-1 0 0,0 0 1 0 0,-1 0-1 0 0,1 0 1 0 0,0 0-1 0 0,0 0 1 0 0,-1 0-1 0 0,1 0 0 0 0,2 1 1 0 0,-2-2-6 0 0,-1 0 0 0 0,1 0 1 0 0,0-1-1 0 0,0 1 0 0 0,-1 0 0 0 0,1 0 1 0 0,0 0-1 0 0,-1-1 0 0 0,1 1 0 0 0,0 0 1 0 0,-1-1-1 0 0,1 1 0 0 0,0-1 0 0 0,-1 1 1 0 0,1-1-1 0 0,-1 1 0 0 0,1-1 0 0 0,-1 1 1 0 0,1-1-1 0 0,-1 1 0 0 0,1-1 0 0 0,-1 0 1 0 0,1 0-1 0 0,4-7-97 0 0,0-1 0 0 0,-1 1 0 0 0,6-17 0 0 0,2-19-146 0 0,10-26 389 0 0,-20 64-48 0 0,1-1 0 0 0,0 1 0 0 0,0 1 0 0 0,0-1 0 0 0,1 0 0 0 0,0 1 0 0 0,0 0 0 0 0,6-7 0 0 0,-9 11-66 0 0,-1 0 0 0 0,1 0 0 0 0,0 0 0 0 0,0 1 0 0 0,0-1 0 0 0,0 0 0 0 0,0 0 0 0 0,0 0 1 0 0,0 1-1 0 0,0-1 0 0 0,0 1 0 0 0,0-1 0 0 0,0 0 0 0 0,1 1 0 0 0,-1 0 0 0 0,0-1 0 0 0,0 1 0 0 0,0 0 0 0 0,1 0 0 0 0,-1 0 1 0 0,0-1-1 0 0,0 1 0 0 0,1 0 0 0 0,-1 1 0 0 0,0-1 0 0 0,0 0 0 0 0,1 0 0 0 0,-1 1 0 0 0,0-1 0 0 0,0 0 0 0 0,0 1 1 0 0,0-1-1 0 0,1 1 0 0 0,-1-1 0 0 0,0 1 0 0 0,0 0 0 0 0,0 0 0 0 0,0-1 0 0 0,0 1 0 0 0,-1 0 0 0 0,1 0 0 0 0,0 0 0 0 0,0 0 1 0 0,0 0-1 0 0,-1 0 0 0 0,1 0 0 0 0,0 0 0 0 0,-1 0 0 0 0,1 0 0 0 0,-1 1 0 0 0,1 0 0 0 0,3 10 51 0 0,0-1-1 0 0,0 1 0 0 0,-1 0 0 0 0,1 15 1 0 0,-1-12-114 0 0,2 6-169 0 0,1 0 1 0 0,0 0 0 0 0,11 22-1 0 0,-12-33-878 0 0,1 0 0 0 0,0 0-1 0 0,0-1 1 0 0,12 14-1 0 0</inkml:trace>
</inkml:ink>
</file>

<file path=ppt/ink/ink2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20.0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23 289 2761 0 0,'3'-23'786'0'0,"0"-1"0"0"0,-1-38 1 0 0,-3 36 1623 0 0,-2-1 0 0 0,-6-29 1 0 0,9 54-2053 0 0,-1 1 0 0 0,1-1 1 0 0,-1 0-1 0 0,0 0 0 0 0,1 0 0 0 0,-1 1 1 0 0,0-1-1 0 0,0 0 0 0 0,0 1 1 0 0,-1-1-1 0 0,-6-1 3006 0 0,8 17-2281 0 0,2-5-1016 0 0,0-1-1 0 0,1 1 0 0 0,0-1 1 0 0,1 0-1 0 0,0 0 1 0 0,0-1-1 0 0,0 1 0 0 0,1-1 1 0 0,0 0-1 0 0,1 0 1 0 0,-1 0-1 0 0,1-1 1 0 0,10 9-1 0 0,-3-5 43 0 0,0 0-1 0 0,0 0 1 0 0,1-1-1 0 0,0-1 1 0 0,0-1-1 0 0,21 9 1 0 0,-33-15-114 0 0,0 0 1 0 0,0-1-1 0 0,0 1 0 0 0,0 0 1 0 0,0-1-1 0 0,0 1 0 0 0,0-1 1 0 0,0 0-1 0 0,0 0 0 0 0,0 0 1 0 0,1 0-1 0 0,-1 0 0 0 0,0 0 1 0 0,0 0-1 0 0,0-1 1 0 0,0 1-1 0 0,0-1 0 0 0,0 0 1 0 0,0 1-1 0 0,0-1 0 0 0,0 0 1 0 0,2-2-1 0 0,-3 2 1 0 0,0 0 0 0 0,0-1-1 0 0,0 1 1 0 0,-1 0 0 0 0,1-1 0 0 0,0 1-1 0 0,-1-1 1 0 0,1 1 0 0 0,-1-1 0 0 0,0 0 0 0 0,1 1-1 0 0,-1-1 1 0 0,0 1 0 0 0,0-1 0 0 0,0 0-1 0 0,0 1 1 0 0,0-1 0 0 0,0 1 0 0 0,-1-1-1 0 0,1 0 1 0 0,0 1 0 0 0,-1-1 0 0 0,1 1 0 0 0,-1-1-1 0 0,0 1 1 0 0,1-1 0 0 0,-1 1 0 0 0,-2-3-1 0 0,-10-18-222 0 0,0 1 1 0 0,-2 0-1 0 0,-1 1 0 0 0,0 0 0 0 0,-37-32 0 0 0,48 47-94 0 0,-1 0-1 0 0,0 1 1 0 0,1 0 0 0 0,-2 1-1 0 0,1-1 1 0 0,0 1 0 0 0,-1 0 0 0 0,1 1-1 0 0,-1-1 1 0 0,-8-1 0 0 0,2 3-796 0 0</inkml:trace>
</inkml:ink>
</file>

<file path=ppt/ink/ink2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20.3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71 456 0 0,'1'-18'-1338'0'0,"20"-31"18563"0"0,-20 49-16691 0 0,0-1 1 0 0,0 0-1 0 0,1 1 0 0 0,1-1 1 0 0,-2 1-385 0 0,0 1 0 0 0,0 0 0 0 0,0-1 0 0 0,0 1 0 0 0,0 0 0 0 0,0 0 0 0 0,0 0 0 0 0,0-1 0 0 0,0 1 0 0 0,0 0 0 0 0,0 0 0 0 0,0 0 0 0 0,0 1-1 0 0,-1-1 1 0 0,1 0 0 0 0,0 0 0 0 0,-1 0 0 0 0,1 0 0 0 0,-1 1 0 0 0,0-1 0 0 0,1 0 0 0 0,-1 3 0 0 0,9 33 110 0 0,-8-34-115 0 0,34 242 538 0 0,-6-41-998 0 0,-15-120-1093 0 0,-10-62 191 0 0</inkml:trace>
</inkml:ink>
</file>

<file path=ppt/ink/ink2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20.9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128 329 5529 0 0,'11'-20'7978'0'0,"-12"20"-7780"0"0,-16-3 6193 0 0,3 7-6380 0 0,5 2 130 0 0,0 1 0 0 0,1 0 0 0 0,0 0 0 0 0,0 1 0 0 0,0 0 0 0 0,1 0 0 0 0,0 0 0 0 0,1 1 0 0 0,-10 17 0 0 0,13-22-91 0 0,1 1 0 0 0,-1 1 1 0 0,1-1-1 0 0,0 0 0 0 0,0 0 1 0 0,0 1-1 0 0,1-1 0 0 0,-1 1 0 0 0,1 0 1 0 0,1-1-1 0 0,-1 1 0 0 0,1 0 1 0 0,0-1-1 0 0,0 1 0 0 0,1 0 0 0 0,0-1 1 0 0,0 1-1 0 0,0 0 0 0 0,0-1 1 0 0,4 7-1 0 0,-3-8-125 0 0,0 0-1 0 0,0 0 1 0 0,1-1 0 0 0,0 1-1 0 0,-1-1 1 0 0,1 0 0 0 0,1 0-1 0 0,-1 0 1 0 0,0 0 0 0 0,1-1-1 0 0,-1 1 1 0 0,1-1 0 0 0,0 0 0 0 0,-1 0-1 0 0,1 0 1 0 0,0 0 0 0 0,1-1-1 0 0,-1 1 1 0 0,0-1 0 0 0,0 0-1 0 0,0-1 1 0 0,1 1 0 0 0,-1-1 0 0 0,0 0-1 0 0,1 0 1 0 0,-1 0 0 0 0,6-1-1 0 0,-5 0-28 0 0,0 0-1 0 0,0 0 1 0 0,0-1-1 0 0,0 1 1 0 0,0-1-1 0 0,-1-1 1 0 0,1 1-1 0 0,-1 0 0 0 0,1-1 1 0 0,-1 0-1 0 0,0 0 1 0 0,0 0-1 0 0,0-1 1 0 0,0 0-1 0 0,-1 1 1 0 0,0-1-1 0 0,1 0 1 0 0,-1-1-1 0 0,-1 1 0 0 0,1 0 1 0 0,0-1-1 0 0,2-7 1 0 0,-1-2-236 0 0,0 0-1 0 0,-1 0 1 0 0,-1 0 0 0 0,0-1-1 0 0,-1 1 1 0 0,0-1 0 0 0,-3-22-1 0 0,-20-105 502 0 0,6 53 484 0 0,10 51-223 0 0,1 11 1278 0 0,-1-43 543 0 0,6 76-1941 0 0,0 0-1 0 0,1 0 1 0 0,0 0-1 0 0,0-1 0 0 0,0 1 1 0 0,3 6-1 0 0,1 9-114 0 0,162 609 470 0 0,-138-530-2006 0 0,-21-73-6585 0 0</inkml:trace>
</inkml:ink>
</file>

<file path=ppt/ink/ink2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23.9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4 3225 0 0,'-1'0'106'0'0,"1"-1"0"0"0,-1 1 0 0 0,1 0 1 0 0,-1-1-1 0 0,0 1 0 0 0,1 0 0 0 0,-1 0 0 0 0,0-1 1 0 0,1 1-1 0 0,-1 0 0 0 0,0 0 0 0 0,1 0 1 0 0,-1 0-1 0 0,0 0 0 0 0,1 0 0 0 0,-1 0 1 0 0,0 0-1 0 0,1 0 0 0 0,-1 0 0 0 0,0 0 0 0 0,1 0 1 0 0,-1 0-1 0 0,0 1 0 0 0,1-1 0 0 0,-1 0 1 0 0,0 0-1 0 0,1 1 0 0 0,-1-1 0 0 0,1 1 0 0 0,-1-1 1 0 0,1 0-1 0 0,-1 1 0 0 0,1-1 0 0 0,-1 1 1 0 0,1-1-1 0 0,-1 1 0 0 0,1-1 0 0 0,-1 1 0 0 0,1 0 1 0 0,0-1-1 0 0,-1 1 0 0 0,1-1 0 0 0,0 1 1 0 0,0 0-1 0 0,-1-1 0 0 0,1 2 0 0 0,-13 30 1802 0 0,12-22-1581 0 0,-1 0-1 0 0,2 0 1 0 0,-1 0 0 0 0,1 0 0 0 0,1 0 0 0 0,0 0 0 0 0,0 0-1 0 0,5 15 1 0 0,26 78 436 0 0,-28-94-677 0 0,19 39-594 0 0,-11-29-3460 0 0</inkml:trace>
</inkml:ink>
</file>

<file path=ppt/ink/ink2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24.1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47 6913 0 0,'-1'-3'223'0'0,"0"0"0"0"0,0 0 0 0 0,-1 0-1 0 0,0 1 1 0 0,1-1 0 0 0,-1 0 0 0 0,-5-3-1 0 0,-3-8 900 0 0,10 14-1130 0 0,0-1 0 0 0,0 1 0 0 0,0 0 1 0 0,0-1-1 0 0,0 1 0 0 0,0 0 0 0 0,0 0 0 0 0,1-1 0 0 0,-1 1 1 0 0,0 0-1 0 0,0 0 0 0 0,0-1 0 0 0,0 1 0 0 0,1 0 1 0 0,-1 0-1 0 0,0-1 0 0 0,0 1 0 0 0,1 0 0 0 0,-1 0 0 0 0,0 0 1 0 0,0-1-1 0 0,1 1 0 0 0,-1 0 0 0 0,0 0 0 0 0,1 0 1 0 0,-1 0-1 0 0,0 0 0 0 0,1 0 0 0 0,-1 0 0 0 0,0 0 1 0 0,1-1-1 0 0,-1 1 0 0 0,0 0 0 0 0,0 0 0 0 0,1 1 0 0 0,-1-1 1 0 0,0 0-1 0 0,1 0 0 0 0,-1 0 0 0 0,0 0 0 0 0,1 0 1 0 0,15 0-1566 0 0,5 6-1993 0 0,-12 0 1721 0 0</inkml:trace>
</inkml:ink>
</file>

<file path=ppt/ink/ink2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24.5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95 6913 0 0,'-4'-2'722'0'0,"7"3"-452"0"0,11 10 1060 0 0,9 44 101 0 0,-20-45-1066 0 0,0-1 0 0 0,0 1 1 0 0,2-1-1 0 0,-1 0 0 0 0,1 0 0 0 0,0 0 0 0 0,11 13 0 0 0,-16-22-394 0 0,1 1 1 0 0,-1-1-1 0 0,0 0 1 0 0,1 1-1 0 0,-1-1 1 0 0,1 0-1 0 0,-1 0 0 0 0,0 0 1 0 0,1 1-1 0 0,-1-1 1 0 0,1 0-1 0 0,-1 0 1 0 0,1 0-1 0 0,-1 0 0 0 0,1 0 1 0 0,-1 0-1 0 0,1 0 1 0 0,-1 0-1 0 0,1 0 1 0 0,-1 0-1 0 0,0 0 0 0 0,1 0 1 0 0,-1 0-1 0 0,1 0 1 0 0,-1 0-1 0 0,1 0 1 0 0,-1-1-1 0 0,1 1 1 0 0,-1 0-1 0 0,0 0 0 0 0,1-1 1 0 0,-1 1-1 0 0,1 0 1 0 0,-1 0-1 0 0,0-1 1 0 0,1 1-1 0 0,-1 0 0 0 0,0-1 1 0 0,1 1-1 0 0,-1-1 1 0 0,0 1-1 0 0,0 0 1 0 0,0-1-1 0 0,1 1 1 0 0,-1-1-1 0 0,0 1 0 0 0,0-1 1 0 0,0 1-1 0 0,0 0 1 0 0,0-1-1 0 0,0 1 1 0 0,1-1-1 0 0,-1 1 0 0 0,0-1 1 0 0,9-37-798 0 0,-7 27 828 0 0,-1 8 0 0 0,7-30 168 0 0,1 1 0 0 0,2 0 0 0 0,21-44 1 0 0,-32 75-125 0 0,0 0 0 0 0,1 0 1 0 0,-1 1-1 0 0,0-1 0 0 0,1 0 1 0 0,-1 1-1 0 0,1-1 0 0 0,-1 0 1 0 0,1 1-1 0 0,-1-1 1 0 0,1 0-1 0 0,0 1 0 0 0,-1-1 1 0 0,1 1-1 0 0,0-1 0 0 0,-1 1 1 0 0,1 0-1 0 0,0-1 1 0 0,0 1-1 0 0,-1 0 0 0 0,1-1 1 0 0,0 1-1 0 0,0 0 0 0 0,-1 0 1 0 0,1 0-1 0 0,0 0 0 0 0,0 0 1 0 0,1 0-1 0 0,-1 0 52 0 0,1 1 0 0 0,-1-1-1 0 0,1 1 1 0 0,-1 0-1 0 0,0-1 1 0 0,1 1 0 0 0,-1 0-1 0 0,0 0 1 0 0,0 0 0 0 0,0 0-1 0 0,1 0 1 0 0,-1 1 0 0 0,1 1-1 0 0,4 5 300 0 0,0 1 0 0 0,-1 0 0 0 0,5 12 0 0 0,-9-20-393 0 0,13 35 955 0 0,19 72 1 0 0,-24-73-1977 0 0,1 0 0 0 0,25 54 0 0 0,-30-79-1010 0 0</inkml:trace>
</inkml:ink>
</file>

<file path=ppt/ink/ink2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24.8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 6913 0 0,'1'-1'63'0'0,"-1"1"0"0"0,0 0-1 0 0,0 0 1 0 0,1 0-1 0 0,-1 0 1 0 0,0-1 0 0 0,0 1-1 0 0,1 0 1 0 0,-1 0-1 0 0,0 0 1 0 0,1 0 0 0 0,-1 0-1 0 0,0 0 1 0 0,1 0-1 0 0,-1 0 1 0 0,0 0-1 0 0,1 0 1 0 0,-1 0 0 0 0,0 0-1 0 0,0 0 1 0 0,1 0-1 0 0,-1 0 1 0 0,0 1 0 0 0,1-1-1 0 0,-1 0 1 0 0,0 0-1 0 0,0 0 1 0 0,1 0-1 0 0,-1 0 1 0 0,0 1 0 0 0,0-1-1 0 0,1 0 1 0 0,-1 1-1 0 0,12 13 1532 0 0,7 17 1068 0 0,-19-30-2404 0 0,9 17 509 0 0,-2-1 1 0 0,-1 1-1 0 0,0 1 1 0 0,6 34 0 0 0,-7-20-1235 0 0,2 65 1 0 0,-7-96 391 0 0,-2 22-1032 0 0,2-23 954 0 0,0-1 1 0 0,0 1-1 0 0,0 0 0 0 0,-1 0 1 0 0,1 0-1 0 0,0-1 0 0 0,0 1 1 0 0,-1 0-1 0 0,1 0 0 0 0,0-1 1 0 0,-1 1-1 0 0,1 0 0 0 0,-1 0 0 0 0,1-1 1 0 0,-1 1-1 0 0,1-1 0 0 0,-1 1 1 0 0,0 0-1 0 0,1-1 0 0 0,-1 1 1 0 0,0-1-1 0 0,1 1 0 0 0,-1-1 1 0 0,-1 1-1 0 0,-2-1-1082 0 0</inkml:trace>
</inkml:ink>
</file>

<file path=ppt/ink/ink2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25.0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47 309 920 0 0,'-10'-22'897'0'0,"2"-1"-1"0"0,0 1 1 0 0,1-1-1 0 0,-5-34 0 0 0,11 52-684 0 0,1 0 0 0 0,-1 0-1 0 0,1 1 1 0 0,0-1-1 0 0,1 0 1 0 0,-1 0 0 0 0,1 0-1 0 0,0 0 1 0 0,0 0-1 0 0,1 0 1 0 0,-1 1 0 0 0,1-1-1 0 0,0 1 1 0 0,0-1-1 0 0,1 1 1 0 0,-1 0-1 0 0,1-1 1 0 0,0 1 0 0 0,0 1-1 0 0,0-1 1 0 0,1 0-1 0 0,-1 1 1 0 0,1 0 0 0 0,0 0-1 0 0,0 0 1 0 0,5-3-1 0 0,1 0 133 0 0,0 0-1 0 0,1 1 0 0 0,0 0 0 0 0,0 1 1 0 0,0 0-1 0 0,0 0 0 0 0,1 2 0 0 0,-1-1 1 0 0,1 1-1 0 0,13 0 0 0 0,-22 2-254 0 0,0 0 0 0 0,0-1 0 0 0,0 2 0 0 0,0-1-1 0 0,0 0 1 0 0,0 1 0 0 0,0-1 0 0 0,0 1 0 0 0,0 0-1 0 0,0 0 1 0 0,0 0 0 0 0,0 0 0 0 0,0 1 0 0 0,0-1 0 0 0,-1 1-1 0 0,1-1 1 0 0,-1 1 0 0 0,1 0 0 0 0,2 3 0 0 0,-4-3-51 0 0,1 1 1 0 0,-1-1 0 0 0,0 0-1 0 0,0 1 1 0 0,0-1-1 0 0,0 1 1 0 0,0-1 0 0 0,-1 1-1 0 0,1 0 1 0 0,-1-1-1 0 0,0 1 1 0 0,1 0 0 0 0,-1-1-1 0 0,0 1 1 0 0,-1 0-1 0 0,1-1 1 0 0,0 1 0 0 0,-1 0-1 0 0,0-1 1 0 0,1 1 0 0 0,-1-1-1 0 0,-2 4 1 0 0,-9 23-195 0 0,-18 31 1 0 0,-3-3-2876 0 0,32-56 2849 0 0,-5 17-3735 0 0</inkml:trace>
</inkml:ink>
</file>

<file path=ppt/ink/ink2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25.3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 6913 0 0,'1'0'92'0'0,"0"0"0"0"0,0 1 0 0 0,0-1-1 0 0,1 1 1 0 0,-1-1 0 0 0,0 1-1 0 0,0 0 1 0 0,0-1 0 0 0,0 1 0 0 0,0 0-1 0 0,0 0 1 0 0,0 0 0 0 0,0 0-1 0 0,0 0 1 0 0,0 0 0 0 0,0 0 0 0 0,-1 0-1 0 0,1 0 1 0 0,0 0 0 0 0,-1 0 0 0 0,1 0-1 0 0,-1 0 1 0 0,1 1 0 0 0,-1-1-1 0 0,0 0 1 0 0,1 0 0 0 0,-1 1 0 0 0,0 1-1 0 0,7 50 2145 0 0,-5-31-986 0 0,-1-16-1182 0 0,1 0 1 0 0,0 1-1 0 0,0-1 0 0 0,0 0 1 0 0,1 0-1 0 0,-1 0 0 0 0,2 0 1 0 0,-1-1-1 0 0,0 1 1 0 0,1-1-1 0 0,0 0 0 0 0,8 8 1 0 0,-10-11-114 0 0,0-1 1 0 0,0 1-1 0 0,0-1 1 0 0,0 1-1 0 0,0-1 1 0 0,0 0-1 0 0,0 1 1 0 0,1-1-1 0 0,-1-1 1 0 0,0 1 0 0 0,1 0-1 0 0,-1 0 1 0 0,1-1-1 0 0,-1 0 1 0 0,1 1-1 0 0,-1-1 1 0 0,1 0-1 0 0,-1 0 1 0 0,1 0-1 0 0,-1-1 1 0 0,1 1-1 0 0,-1 0 1 0 0,1-1-1 0 0,-1 0 1 0 0,0 1-1 0 0,1-1 1 0 0,-1 0-1 0 0,0-1 1 0 0,0 1-1 0 0,1 0 1 0 0,-1 0 0 0 0,0-1-1 0 0,0 1 1 0 0,0-1-1 0 0,2-3 1 0 0,1 0-293 0 0,0 0 0 0 0,0-1-1 0 0,-1 1 1 0 0,0-1 0 0 0,0 0 0 0 0,0 0 0 0 0,-1 0 0 0 0,5-13 0 0 0,12-55-2072 0 0,-4 20 7637 0 0,-13 73-1931 0 0,-1-12-3049 0 0,1-1 0 0 0,0-1 0 0 0,0 1 1 0 0,1 0-1 0 0,-1-1 0 0 0,1 0 0 0 0,0 1 0 0 0,1-2 1 0 0,6 7-1 0 0,-6-6-1248 0 0,1-1 1 0 0,-1 0 0 0 0,1-1-1 0 0,0 1 1 0 0,8 3 0 0 0</inkml:trace>
</inkml:ink>
</file>

<file path=ppt/ink/ink2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25.6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12 10594 0 0,'-7'-11'573'0'0,"6"14"678"0"0,8 21 1530 0 0,-5-18-2223 0 0,44 131 3027 0 0,44 155-5221 0 0,-75-236-125 0 0,-3-19-2784 0 0,-3-10-382 0 0</inkml:trace>
</inkml:ink>
</file>

<file path=ppt/ink/ink2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25.8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10 216 7370 0 0,'-1'-1'45'0'0,"0"0"0"0"0,0 0 1 0 0,0 0-1 0 0,0-1 0 0 0,1 1 0 0 0,-1 0 1 0 0,0-1-1 0 0,1 1 0 0 0,-1-1 1 0 0,1 1-1 0 0,-1 0 0 0 0,1-1 1 0 0,0 1-1 0 0,-1-1 0 0 0,1 0 1 0 0,0 1-1 0 0,0-1 0 0 0,0 1 1 0 0,0-1-1 0 0,0 1 0 0 0,1-1 1 0 0,-1 1-1 0 0,1-3 0 0 0,2 0 71 0 0,-1 0 0 0 0,1 1 0 0 0,0-1 1 0 0,0 1-1 0 0,0-1 0 0 0,1 1 0 0 0,4-3 0 0 0,7-6 393 0 0,0 1-1 0 0,1 0 1 0 0,0 1 0 0 0,31-13 0 0 0,77-23-120 0 0,-66 25-441 0 0,-20 7 52 0 0</inkml:trace>
</inkml:ink>
</file>

<file path=ppt/ink/ink2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26.9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73 98 6913 0 0,'-12'-24'41'0'0,"11"21"256"0"0,0 0 1 0 0,0-1-1 0 0,0 1 1 0 0,-1 0 0 0 0,0 0-1 0 0,1 0 1 0 0,-1 0-1 0 0,0 0 1 0 0,-1 1-1 0 0,1-1 1 0 0,0 1-1 0 0,-1-1 1 0 0,1 1 0 0 0,-5-3-1 0 0,6 5-176 0 0,0 0 0 0 0,0 0-1 0 0,0 0 1 0 0,1 0 0 0 0,-1 1 0 0 0,0-1 0 0 0,0 0-1 0 0,1 0 1 0 0,-1 1 0 0 0,0-1 0 0 0,1 1 0 0 0,-1-1-1 0 0,0 0 1 0 0,1 1 0 0 0,-1-1 0 0 0,0 1 0 0 0,1 0-1 0 0,-1-1 1 0 0,1 1 0 0 0,-1-1 0 0 0,1 1 0 0 0,-1 0-1 0 0,1 0 1 0 0,0-1 0 0 0,-1 1 0 0 0,1 0 0 0 0,0-1-1 0 0,0 1 1 0 0,-1 0 0 0 0,1 0 0 0 0,0 1 0 0 0,-8 26 1374 0 0,7-17-1354 0 0,0 0 0 0 0,1-1-1 0 0,0 1 1 0 0,0 0 0 0 0,1-1-1 0 0,1 1 1 0 0,0-1 0 0 0,0 1-1 0 0,1-1 1 0 0,0 0 0 0 0,10 20-1 0 0,-7-17 38 0 0,2 0-1 0 0,-1 0 0 0 0,1 0 0 0 0,1-1 1 0 0,1 0-1 0 0,-1-1 0 0 0,23 19 0 0 0,-25-23-191 0 0,1-1-1 0 0,0-1 0 0 0,1 0 1 0 0,-1 0-1 0 0,1 0 0 0 0,0-1 1 0 0,0 0-1 0 0,16 4 0 0 0,-23-8 12 0 0,1 1 0 0 0,0-1 0 0 0,-1 0 1 0 0,1 1-1 0 0,0-1 0 0 0,-1 0 0 0 0,1-1 0 0 0,0 1 0 0 0,-1 0 0 0 0,1-1 0 0 0,-1 1 0 0 0,1-1 0 0 0,-1 0 0 0 0,1 0 0 0 0,-1 0 1 0 0,1 0-1 0 0,-1 0 0 0 0,0-1 0 0 0,1 1 0 0 0,-1-1 0 0 0,0 0 0 0 0,0 1 0 0 0,0-1 0 0 0,0 0 0 0 0,-1 0 0 0 0,1 0 0 0 0,0 0 0 0 0,-1-1 1 0 0,1 1-1 0 0,-1 0 0 0 0,0-1 0 0 0,0 1 0 0 0,0 0 0 0 0,0-1 0 0 0,0 1 0 0 0,0-5 0 0 0,6-23 120 0 0,-1 0 0 0 0,2-34-1 0 0,-4 30-67 0 0,8-39 0 0 0,-11 72-51 0 0,-1 1-1 0 0,0-1 0 0 0,0 1 1 0 0,0 0-1 0 0,0-1 0 0 0,0 1 1 0 0,0 0-1 0 0,1-1 0 0 0,-1 1 0 0 0,0 0 1 0 0,0-1-1 0 0,1 1 0 0 0,-1 0 1 0 0,0-1-1 0 0,0 1 0 0 0,1 0 1 0 0,-1 0-1 0 0,0-1 0 0 0,1 1 1 0 0,-1 0-1 0 0,0 0 0 0 0,1 0 1 0 0,-1 0-1 0 0,0-1 0 0 0,1 1 1 0 0,-1 0-1 0 0,0 0 0 0 0,1 0 1 0 0,-1 0-1 0 0,1 0 0 0 0,-1 0 1 0 0,0 0-1 0 0,1 0 0 0 0,-1 0 1 0 0,0 0-1 0 0,1 0 0 0 0,-1 0 0 0 0,1 0 1 0 0,-1 0-1 0 0,0 0 0 0 0,1 1 1 0 0,-1-1-1 0 0,0 0 0 0 0,1 0 1 0 0,-1 0-1 0 0,0 1 0 0 0,1-1 1 0 0,-1 0-1 0 0,0 0 0 0 0,1 1 1 0 0,-1-1-1 0 0,0 0 0 0 0,0 0 1 0 0,1 1-1 0 0,-1-1 0 0 0,0 0 1 0 0,0 1-1 0 0,0-1 0 0 0,1 0 1 0 0,-1 1-1 0 0,0 0 0 0 0,22 27-203 0 0,-17-20 52 0 0,-2-6 147 0 0,0 1 1 0 0,0-1 0 0 0,-1 1-1 0 0,1-1 1 0 0,1 0 0 0 0,-1 0-1 0 0,0 0 1 0 0,0-1 0 0 0,1 1-1 0 0,-1-1 1 0 0,1 0 0 0 0,0 0 0 0 0,-1 0-1 0 0,1 0 1 0 0,-1-1 0 0 0,1 1-1 0 0,0-1 1 0 0,0 0 0 0 0,6-1-1 0 0,-8 1 40 0 0,0 0-1 0 0,0-1 0 0 0,0 1 0 0 0,0-1 0 0 0,0 0 0 0 0,0 0 0 0 0,0 1 1 0 0,0-1-1 0 0,0 0 0 0 0,0-1 0 0 0,0 1 0 0 0,0 0 0 0 0,-1-1 0 0 0,1 1 1 0 0,0 0-1 0 0,-1-1 0 0 0,1 0 0 0 0,-1 1 0 0 0,0-1 0 0 0,1 0 1 0 0,-1 0-1 0 0,0 0 0 0 0,0 0 0 0 0,0 0 0 0 0,-1 0 0 0 0,1 0 0 0 0,0 0 1 0 0,-1 0-1 0 0,1 0 0 0 0,-1-1 0 0 0,0 1 0 0 0,0 0 0 0 0,0-3 0 0 0,0-63-70 0 0,0 23-7595 0 0</inkml:trace>
</inkml:ink>
</file>

<file path=ppt/ink/ink2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27.2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0 350 3225 0 0,'3'0'13'0'0,"0"0"0"0"0,1 0 1 0 0,-1 0-1 0 0,0 0 0 0 0,0-1 1 0 0,0 1-1 0 0,0-1 0 0 0,1 0 1 0 0,-1 0-1 0 0,0 0 0 0 0,0 0 1 0 0,-1 0-1 0 0,1-1 0 0 0,5-2 1 0 0,-3-1 97 0 0,1 1 0 0 0,-1-1 0 0 0,0 0-1 0 0,0 0 1 0 0,-1 0 0 0 0,6-9 0 0 0,0-1 192 0 0,0-1 1 0 0,-2-1-1 0 0,0 0 0 0 0,6-21 0 0 0,-10 26-153 0 0,-1 0 1 0 0,0 0-1 0 0,-1 0 0 0 0,0 0 0 0 0,-1-24 0 0 0,-1 31 41 0 0,0 0 0 0 0,-1 0-1 0 0,1 0 1 0 0,-1 0-1 0 0,0 0 1 0 0,-1 0-1 0 0,1 0 1 0 0,-1 0 0 0 0,0 0-1 0 0,0 0 1 0 0,0 1-1 0 0,-1-1 1 0 0,0 1-1 0 0,0 0 1 0 0,0 0 0 0 0,-6-7-1 0 0,8 11-158 0 0,1-1 0 0 0,0 1 0 0 0,-1-1 0 0 0,1 1 0 0 0,0-1-1 0 0,-1 1 1 0 0,1-1 0 0 0,-1 1 0 0 0,1 0 0 0 0,-1-1 0 0 0,1 1 0 0 0,-1 0 0 0 0,1-1-1 0 0,-1 1 1 0 0,1 0 0 0 0,-1-1 0 0 0,1 1 0 0 0,-1 0 0 0 0,1 0 0 0 0,-1 0 0 0 0,0 0-1 0 0,1 0 1 0 0,-1-1 0 0 0,1 1 0 0 0,-1 0 0 0 0,0 0 0 0 0,1 0 0 0 0,-1 1 0 0 0,1-1 0 0 0,-1 0-1 0 0,0 0 1 0 0,1 0 0 0 0,-1 0 0 0 0,1 1 0 0 0,-1-1 0 0 0,1 0 0 0 0,-1 0 0 0 0,0 1-1 0 0,1-1 1 0 0,-1 0 0 0 0,1 1 0 0 0,0-1 0 0 0,-1 1 0 0 0,1-1 0 0 0,-1 0 0 0 0,1 1-1 0 0,0-1 1 0 0,-1 1 0 0 0,1-1 0 0 0,0 1 0 0 0,-1 0 0 0 0,1-1 0 0 0,0 1 0 0 0,0-1 0 0 0,0 1-1 0 0,-1-1 1 0 0,1 1 0 0 0,0 0 0 0 0,0-1 0 0 0,0 1 0 0 0,0-1 0 0 0,0 1 0 0 0,0 0-1 0 0,0 4-62 0 0,-1 0 0 0 0,1 0 0 0 0,0 0 0 0 0,0 0 0 0 0,1-1 0 0 0,1 8 0 0 0,2 3-41 0 0,2-1 0 0 0,0 1 0 0 0,0-1-1 0 0,1 0 1 0 0,1-1 0 0 0,1 1 0 0 0,0-1-1 0 0,0-1 1 0 0,1 0 0 0 0,1 0 0 0 0,0-1 0 0 0,20 15-1 0 0,-23-21-1192 0 0</inkml:trace>
</inkml:ink>
</file>

<file path=ppt/ink/ink2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27.3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0 129 2304 0 0,'5'-22'67'0'0,"-4"11"616"0"0,1 1 1 0 0,0 0-1 0 0,1-1 1 0 0,0 1-1 0 0,1 0 0 0 0,0 0 1 0 0,0 1-1 0 0,7-11 1 0 0,-11 20-576 0 0,0-1 1 0 0,1 1-1 0 0,-1-1 0 0 0,0 1 1 0 0,1 0-1 0 0,-1-1 0 0 0,0 1 1 0 0,1 0-1 0 0,-1-1 0 0 0,1 1 1 0 0,-1 0-1 0 0,1-1 1 0 0,-1 1-1 0 0,0 0 0 0 0,1 0 1 0 0,-1 0-1 0 0,1 0 0 0 0,-1-1 1 0 0,1 1-1 0 0,-1 0 0 0 0,1 0 1 0 0,-1 0-1 0 0,1 0 1 0 0,0 0-1 0 0,-1 0 0 0 0,1 0 1 0 0,-1 0-1 0 0,1 0 0 0 0,-1 0 1 0 0,1 1-1 0 0,0-1 0 0 0,14 14 1965 0 0,5 23-457 0 0,-19-35-1598 0 0,11 24-440 0 0,-3-8-3315 0 0,-1-2-1215 0 0</inkml:trace>
</inkml:ink>
</file>

<file path=ppt/ink/ink2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27.6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38 1376 0 0,'-7'-34'12700'0'0,"8"33"-12437"0"0,9-2-1834 0 0,-8 3 1482 0 0,-1 1 1 0 0,0-1-1 0 0,1 1 0 0 0,-1-1 1 0 0,0 1-1 0 0,0 0 0 0 0,1-1 1 0 0,-1 1-1 0 0,0 0 0 0 0,0 0 1 0 0,0 0-1 0 0,0 0 0 0 0,0 0 1 0 0,0 0-1 0 0,0 0 1 0 0,0 0-1 0 0,-1 0 0 0 0,2 2 1 0 0,14 27-3555 0 0,-13-24 2841 0 0,6 12-1236 0 0</inkml:trace>
</inkml:ink>
</file>

<file path=ppt/ink/ink2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28.3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143 412 3225 0 0,'-1'-2'146'0'0,"0"0"0"0"0,0 0 0 0 0,0 0 0 0 0,-1 0 0 0 0,1 0 0 0 0,0 1 0 0 0,-1-1 0 0 0,0 1 0 0 0,1-1 0 0 0,-1 1 0 0 0,0-1 0 0 0,0 1 1 0 0,0 0-1 0 0,0 0 0 0 0,0 0 0 0 0,0 0 0 0 0,0 0 0 0 0,0 1 0 0 0,0-1 0 0 0,0 1 0 0 0,0-1 0 0 0,-1 1 0 0 0,1 0 0 0 0,0-1 0 0 0,0 1 0 0 0,0 0 0 0 0,-1 1 1 0 0,1-1-1 0 0,0 0 0 0 0,0 1 0 0 0,0-1 0 0 0,-1 1 0 0 0,1 0 0 0 0,0-1 0 0 0,0 1 0 0 0,0 0 0 0 0,-2 2 0 0 0,-3 2 337 0 0,0-1 0 0 0,0 2 0 0 0,0-1-1 0 0,-9 11 1 0 0,14-13-396 0 0,-1 0 1 0 0,1-1-1 0 0,0 1 0 0 0,0 0 1 0 0,0 0-1 0 0,0 0 1 0 0,0 0-1 0 0,1 1 0 0 0,-1-1 1 0 0,1 0-1 0 0,0 1 0 0 0,0-1 1 0 0,-1 7-1 0 0,2-9-88 0 0,0-1 1 0 0,0 1-1 0 0,0-1 0 0 0,1 1 1 0 0,-1-1-1 0 0,0 1 0 0 0,0-1 1 0 0,0 1-1 0 0,0-1 0 0 0,0 0 0 0 0,0 1 1 0 0,1-1-1 0 0,-1 1 0 0 0,0-1 1 0 0,1 1-1 0 0,-1-1 0 0 0,0 1 1 0 0,0-1-1 0 0,1 0 0 0 0,-1 1 1 0 0,1-1-1 0 0,-1 0 0 0 0,0 1 1 0 0,1-1-1 0 0,-1 0 0 0 0,1 0 1 0 0,-1 1-1 0 0,1-1 0 0 0,0 0 1 0 0,18 0-171 0 0,21-12 326 0 0,-38 11-24 0 0,3-2-57 0 0,0 1 0 0 0,0 1 0 0 0,0-1 0 0 0,0 1 0 0 0,0 0 0 0 0,1 0 0 0 0,-1 0 0 0 0,0 1 0 0 0,1 0 0 0 0,-1 0 0 0 0,9 1 0 0 0,-12 0-74 0 0,0-1 0 0 0,0 1 0 0 0,0 0-1 0 0,0 0 1 0 0,0 1 0 0 0,0-1 0 0 0,0 0-1 0 0,0 1 1 0 0,0-1 0 0 0,0 1 0 0 0,-1-1-1 0 0,1 1 1 0 0,-1 0 0 0 0,1 0 0 0 0,-1 0-1 0 0,0 0 1 0 0,1 0 0 0 0,-1 0 0 0 0,0 0-1 0 0,0 0 1 0 0,-1 0 0 0 0,1 1 0 0 0,0-1-1 0 0,-1 0 1 0 0,1 0 0 0 0,-1 1 0 0 0,0-1-1 0 0,0 4 1 0 0,1 4-72 0 0,-1 1 0 0 0,-1-1 0 0 0,0 1 0 0 0,0-1 0 0 0,-1 1 0 0 0,0-1 0 0 0,0 0-1 0 0,-2 0 1 0 0,1 0 0 0 0,-1 0 0 0 0,0-1 0 0 0,-1 1 0 0 0,0-1 0 0 0,-1 0 0 0 0,-13 16 0 0 0,19-25 75 0 0,0 0 0 0 0,0 0 0 0 0,0 1 1 0 0,0-1-1 0 0,0 0 0 0 0,0 0 0 0 0,0 0 0 0 0,0 0 1 0 0,0 1-1 0 0,-1-1 0 0 0,1 0 0 0 0,0 0 1 0 0,0 0-1 0 0,0 0 0 0 0,0 0 0 0 0,0 0 0 0 0,0 1 1 0 0,0-1-1 0 0,0 0 0 0 0,-1 0 0 0 0,1 0 1 0 0,0 0-1 0 0,0 0 0 0 0,0 0 0 0 0,0 0 0 0 0,0 0 1 0 0,-1 0-1 0 0,1 0 0 0 0,0 0 0 0 0,0 1 1 0 0,0-1-1 0 0,0 0 0 0 0,-1 0 0 0 0,1 0 0 0 0,0 0 1 0 0,0 0-1 0 0,0 0 0 0 0,0 0 0 0 0,-1-1 1 0 0,1 1-1 0 0,0 0 0 0 0,0 0 0 0 0,0 0 0 0 0,0 0 1 0 0,0 0-1 0 0,-1 0 0 0 0,1 0 0 0 0,0 0 1 0 0,0 0-1 0 0,0 0 0 0 0,0 0 0 0 0,0-1 0 0 0,-1 1 1 0 0,0-12 305 0 0,5-15 69 0 0,55-247-1055 0 0,-4 22-476 0 0,-53 241 1119 0 0,2 1 299 0 0,-2-1-1 0 0,1 1 0 0 0,-2 0 0 0 0,1-1 0 0 0,-1 0 0 0 0,-1 1 0 0 0,0-1 0 0 0,-2-15 1 0 0,-3 17 1834 0 0,3 19-660 0 0,1 21-650 0 0,11 118-331 0 0,0 2-481 0 0,-7-129 8 0 0,1 0 0 0 0,1-1-1 0 0,0 1 1 0 0,16 34 0 0 0,-20-52-21 0 0,0-1 0 0 0,1 0 0 0 0,0 0 0 0 0,-1 0 0 0 0,1-1-1 0 0,0 1 1 0 0,0 0 0 0 0,1-1 0 0 0,-1 1 0 0 0,5 2 0 0 0,-7-4 1 0 0,1-1 0 0 0,-1 0 0 0 0,1 1 0 0 0,-1-1 0 0 0,1 0 0 0 0,-1 0 1 0 0,1 0-1 0 0,0 0 0 0 0,-1 1 0 0 0,1-1 0 0 0,-1 0 0 0 0,1 0 0 0 0,-1 0 0 0 0,1 0 0 0 0,0 0 0 0 0,-1 0 0 0 0,1-1 0 0 0,-1 1 0 0 0,1 0 0 0 0,0 0 0 0 0,-1 0 1 0 0,1-1-1 0 0,0 1 0 0 0,0-1-28 0 0,1 0 0 0 0,-1-1 0 0 0,0 1 1 0 0,1 0-1 0 0,-1 0 0 0 0,0-1 0 0 0,0 1 1 0 0,0-1-1 0 0,0 1 0 0 0,-1-1 0 0 0,1 1 1 0 0,0-3-1 0 0,5-12-10 0 0,-1 0 1 0 0,5-26 0 0 0,-8 31 347 0 0,0 1 0 0 0,0-1 1 0 0,1 1-1 0 0,0-1 0 0 0,1 1 0 0 0,0 0 0 0 0,1 1 1 0 0,0-1-1 0 0,10-13 0 0 0,-15 22-246 0 0,1 0 0 0 0,0 0 0 0 0,0 0 0 0 0,0 1 0 0 0,0-1 1 0 0,0 0-1 0 0,0 1 0 0 0,0-1 0 0 0,0 1 0 0 0,1-1 0 0 0,-1 1 0 0 0,0-1 0 0 0,0 1 0 0 0,0 0 0 0 0,0 0 0 0 0,1 0 0 0 0,-1 0 1 0 0,0-1-1 0 0,0 1 0 0 0,0 1 0 0 0,1-1 0 0 0,-1 0 0 0 0,0 0 0 0 0,0 0 0 0 0,0 1 0 0 0,0-1 0 0 0,1 0 0 0 0,-1 1 1 0 0,0 0-1 0 0,0-1 0 0 0,0 1 0 0 0,0-1 0 0 0,0 1 0 0 0,0 0 0 0 0,0 0 0 0 0,0-1 0 0 0,-1 1 0 0 0,1 0 0 0 0,0 0 0 0 0,1 1 1 0 0,5 6 323 0 0,0 1 0 0 0,0 0 1 0 0,8 14-1 0 0,-8-11-222 0 0,38 44-6143 0 0,-27-37-651 0 0</inkml:trace>
</inkml:ink>
</file>

<file path=ppt/ink/ink2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29.6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26 5065 0 0,'-1'0'27'0'0,"-1"0"0"0"0,1-1 1 0 0,-1 1-1 0 0,1-1 0 0 0,-1 1 0 0 0,1-1 0 0 0,-1 0 1 0 0,1 1-1 0 0,0-1 0 0 0,-1 0 0 0 0,1 0 0 0 0,0 0 1 0 0,0 0-1 0 0,-1 0 0 0 0,1 0 0 0 0,0 0 0 0 0,0 0 1 0 0,0-1-1 0 0,0 1 0 0 0,1 0 0 0 0,-1-1 0 0 0,-1-1 1 0 0,5-1 758 0 0,4 9 48 0 0,4 7 408 0 0,-5 3-341 0 0,0 1 0 0 0,0-1 0 0 0,-2 1 1 0 0,0 0-1 0 0,2 18 0 0 0,-2-13-17 0 0,0 0-1 0 0,11 28 0 0 0,21 28 75 0 0,3 7-3639 0 0,-31-64-2756 0 0</inkml:trace>
</inkml:ink>
</file>

<file path=ppt/ink/ink2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29.8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1 221 2761 0 0,'3'-5'371'0'0,"1"1"1"0"0,-1-1 0 0 0,1 1 0 0 0,1 0 0 0 0,-1 0 0 0 0,0 0 0 0 0,1 1-1 0 0,0-1 1 0 0,0 1 0 0 0,0 1 0 0 0,0-1 0 0 0,11-3 0 0 0,8-6 407 0 0,156-75 3490 0 0,-55 36-4716 0 0,-95 40-204 0 0,-2 3-12 0 0</inkml:trace>
</inkml:ink>
</file>

<file path=ppt/ink/ink2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31.2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777 123 3681 0 0,'-1'-5'196'0'0,"-1"0"0"0"0,0 1 0 0 0,0-1 0 0 0,0 1 0 0 0,-1 0 0 0 0,1-1 1 0 0,-1 1-1 0 0,0 0 0 0 0,0 1 0 0 0,-1-1 0 0 0,1 1 0 0 0,-1-1 0 0 0,0 1 0 0 0,0 0 0 0 0,0 0 1 0 0,-8-4-1 0 0,6 4 53 0 0,-1 1 0 0 0,0 0 0 0 0,0 0 0 0 0,0 0-1 0 0,0 1 1 0 0,-1 0 0 0 0,1 0 0 0 0,0 1 0 0 0,0 0 0 0 0,-1 0 0 0 0,-8 2 0 0 0,-9 3 89 0 0,0 0 0 0 0,0 2 0 0 0,0 0 0 0 0,1 2 0 0 0,0 1 0 0 0,0 1 0 0 0,1 1 0 0 0,1 0 0 0 0,0 2 0 0 0,1 1 0 0 0,1 0 0 0 0,-23 23 0 0 0,15-11-263 0 0,2 1-1 0 0,0 2 1 0 0,2 0-1 0 0,1 2 1 0 0,2 0-1 0 0,1 2 1 0 0,-22 50 0 0 0,24-41-22 0 0,1 2 1 0 0,2 0-1 0 0,3 1 1 0 0,-11 67-1 0 0,20-85 50 0 0,0-1-1 0 0,2 1 0 0 0,2 0 1 0 0,0 0-1 0 0,2 0 1 0 0,1 0-1 0 0,1-1 1 0 0,16 51-1 0 0,-8-45-168 0 0,1-1 0 0 0,2-1-1 0 0,1 0 1 0 0,1-2 0 0 0,2 0 0 0 0,0 0-1 0 0,2-2 1 0 0,1-1 0 0 0,2-1 0 0 0,0-1-1 0 0,1-1 1 0 0,2-1 0 0 0,39 24 0 0 0,-45-33-8 0 0,1-1-1 0 0,0-1 1 0 0,1-1 0 0 0,0-1 0 0 0,0-2 0 0 0,0 0 0 0 0,1-1 0 0 0,32 2 0 0 0,-35-6 46 0 0,-1-2 1 0 0,0 0-1 0 0,1-1 0 0 0,-1-2 0 0 0,0 0 1 0 0,0-1-1 0 0,0-1 0 0 0,-1-1 1 0 0,1-1-1 0 0,31-15 0 0 0,-26 9 262 0 0,-1-1-1 0 0,0-1 1 0 0,-1-1 0 0 0,-1-2 0 0 0,-1 0-1 0 0,33-34 1 0 0,-40 34-16 0 0,0 0-1 0 0,-1-2 1 0 0,-1 1-1 0 0,-1-2 1 0 0,0 0-1 0 0,-2 0 1 0 0,0-1 0 0 0,9-34-1 0 0,-3-4 673 0 0,-3 0 1 0 0,-3-2-1 0 0,5-117 0 0 0,-15 88-139 0 0,-23-182 0 0 0,20 252-735 0 0,0 0 1 0 0,-2 1 0 0 0,0 0 0 0 0,-2 0 0 0 0,0 0 0 0 0,-1 1-1 0 0,-1 0 1 0 0,-1 1 0 0 0,0 0 0 0 0,-1 0 0 0 0,-1 1 0 0 0,-1 1-1 0 0,0 0 1 0 0,-2 0 0 0 0,1 2 0 0 0,-2 0 0 0 0,0 0-1 0 0,0 2 1 0 0,-2 0 0 0 0,-18-10 0 0 0,10 8-492 0 0,-1 0 1 0 0,0 2-1 0 0,-1 1 1 0 0,-31-7-1 0 0,21 11-7066 0 0</inkml:trace>
</inkml:ink>
</file>

<file path=ppt/ink/ink2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3:14.495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 26 10594 0 0,'0'-7'2017'0'0,"0"7"-1979"0"0,14-8 428 0 0,19-3-560 0 0,-18 11 188 0 0,0 1 0 0 0,0 0 0 0 0,0 1 0 0 0,0 1 0 0 0,0 0 0 0 0,-1 1 0 0 0,1 0-1 0 0,-1 1 1 0 0,0 1 0 0 0,-1 0 0 0 0,1 1 0 0 0,-1 1 0 0 0,0 0 0 0 0,-1 0 0 0 0,14 14-1 0 0,16 15 340 0 0,-3 3 0 0 0,62 78 0 0 0,-54-61-76 0 0,49 52 689 0 0,4-5 0 0 0,205 162-1 0 0,9-5-713 0 0,-113-78-3726 0 0,-98-79-65 0 0,-38-37-2141 0 0</inkml:trace>
</inkml:ink>
</file>

<file path=ppt/ink/ink2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3:15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1614 138 11058 0 0,'-15'-32'2741'0'0,"10"21"-2443"0"0,1 0 1 0 0,-2 1 0 0 0,1 0 0 0 0,-2 0 0 0 0,1 0 0 0 0,-9-9 0 0 0,12 16-337 0 0,0 1 1 0 0,1-1-1 0 0,-1 1 1 0 0,0 0-1 0 0,0 0 1 0 0,-1 1-1 0 0,1-1 1 0 0,0 1-1 0 0,-1-1 0 0 0,1 1 1 0 0,0 0-1 0 0,-1 0 1 0 0,1 1-1 0 0,-1-1 1 0 0,0 1-1 0 0,1-1 1 0 0,-1 1-1 0 0,1 0 1 0 0,-1 1-1 0 0,0-1 1 0 0,1 1-1 0 0,-1-1 1 0 0,1 1-1 0 0,-6 2 1 0 0,-9 4-44 0 0,0 0 1 0 0,0 1 0 0 0,1 0-1 0 0,0 2 1 0 0,1 0 0 0 0,0 1 0 0 0,-26 23-1 0 0,-93 104-634 0 0,106-106 675 0 0,-710 792 5144 0 0,681-761-4943 0 0,-201 214-1116 0 0,180-199-5420 0 0</inkml:trace>
</inkml:ink>
</file>

<file path=ppt/ink/ink2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41.0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45 255 8290 0 0,'-1'-2'150'0'0,"1"-1"0"0"0,-1 1 0 0 0,1 0 0 0 0,0 0-1 0 0,0 0 1 0 0,0-1 0 0 0,0 1 0 0 0,0 0 0 0 0,0 0 0 0 0,0-1 0 0 0,1 1 0 0 0,-1 0 0 0 0,1 0 0 0 0,0 0 0 0 0,0 0 0 0 0,-1 0 0 0 0,3-4 0 0 0,20-37 1577 0 0,-21 41-1648 0 0,3-5 185 0 0,-1 0 0 0 0,2 1 0 0 0,-1-1 0 0 0,1 1 0 0 0,0 1 1 0 0,0-1-1 0 0,1 1 0 0 0,12-9 0 0 0,-17 13-196 0 0,0 0 0 0 0,0 0 0 0 0,0 1 0 0 0,0-1 0 0 0,0 0 0 0 0,0 0 0 0 0,0 1 0 0 0,0 0 0 0 0,0-1 1 0 0,0 1-1 0 0,0 0 0 0 0,0 0 0 0 0,1 0 0 0 0,-1 0 0 0 0,0 0 0 0 0,3 1 0 0 0,-3 0 9 0 0,0 0 1 0 0,0 0-1 0 0,-1 0 1 0 0,1 1-1 0 0,0-1 1 0 0,-1 0-1 0 0,1 1 1 0 0,-1-1-1 0 0,1 1 1 0 0,-1-1-1 0 0,0 1 1 0 0,0 0-1 0 0,0 0 1 0 0,0-1-1 0 0,0 1 0 0 0,0 0 1 0 0,0 0-1 0 0,-1 0 1 0 0,1 0-1 0 0,0 4 1 0 0,1 5 32 0 0,0 0 0 0 0,-1 0 0 0 0,0 1 1 0 0,-1-1-1 0 0,0 1 0 0 0,-1-1 0 0 0,0 0 0 0 0,-1 1 0 0 0,-4 14 1 0 0,-6 15-200 0 0,-18 43 0 0 0,27-76 62 0 0,-3 7-1 0 0,-24 64-349 0 0,-56 101 0 0 0,81-170 329 0 0,3-5 5 0 0,0-1 0 0 0,0 0 0 0 0,0 0-1 0 0,-1 0 1 0 0,0 0 0 0 0,1-1 0 0 0,-1 1 0 0 0,-6 4-1 0 0,17-35-785 0 0,122-248-1359 0 0,-73 161 1950 0 0,55-153-1 0 0,-106 235 2223 0 0,-6 32-1940 0 0,0 0 0 0 0,0 0 0 0 0,0 0 0 0 0,0 0 0 0 0,0 0 0 0 0,0-1 1 0 0,0 1-1 0 0,0 0 0 0 0,0 0 0 0 0,0 0 0 0 0,0 0 0 0 0,0 0 0 0 0,0 0 1 0 0,0-1-1 0 0,0 1 0 0 0,0 0 0 0 0,0 0 0 0 0,0 0 0 0 0,-1-2 619 0 0,1 2-619 0 0,0 0 0 0 0,0 0 0 0 0,0 0 0 0 0,0 0 0 0 0,0 0 1 0 0,0 0-1 0 0,-1 0 0 0 0,1 0 0 0 0,0 0 0 0 0,0 0 0 0 0,0 0 1 0 0,0 0-1 0 0,0 0 0 0 0,0 0 0 0 0,-1 0 0 0 0,1 0 0 0 0,0 0 0 0 0,0 0 1 0 0,0 0-1 0 0,0 0 0 0 0,0 0 0 0 0,-12 15 1566 0 0,5-1-1361 0 0,0 0 1 0 0,1 0-1 0 0,0 1 1 0 0,2 0-1 0 0,0 0 1 0 0,0 0-1 0 0,1 0 1 0 0,-1 25-1 0 0,2 14-128 0 0,4 58 0 0 0,2-55 35 0 0,2 0-1 0 0,3-1 1 0 0,24 85 0 0 0,-22-106-230 0 0,1-1-1 0 0,2 0 1 0 0,1-1 0 0 0,1-1-1 0 0,2 0 1 0 0,38 49 0 0 0,-41-64-1383 0 0,1-3-3745 0 0</inkml:trace>
</inkml:ink>
</file>

<file path=ppt/ink/ink2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41.2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0,'9'32'1476'0'0,"0"-6"-2079"0"0,-6-6 1108 0 0,-1 1 0 0 0,-1-1-1 0 0,-1 1 1 0 0,0-1 0 0 0,-5 24 0 0 0,-12 54-3490 0 0</inkml:trace>
</inkml:ink>
</file>

<file path=ppt/ink/ink2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41.4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12 13363 0 0,'-5'-4'592'0'0,"2"1"120"0"0,2 0-568 0 0,0 3-144 0 0,1-2 0 0 0,-2 2 176 0 0,1 0 8 0 0,-1 2 0 0 0,-1 2 0 0 0,0 2-864 0 0,2 5-176 0 0,-1 2-32 0 0,4 0-8 0 0,4 4 720 0 0,1-1 176 0 0</inkml:trace>
</inkml:ink>
</file>

<file path=ppt/ink/ink2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42.2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146 36 9674 0 0,'1'-1'157'0'0,"-1"0"-1"0"0,0-1 1 0 0,0 1-1 0 0,0 0 1 0 0,0 0 0 0 0,0-1-1 0 0,0 1 1 0 0,0 0 0 0 0,0 0-1 0 0,-1-1 1 0 0,1 1-1 0 0,0 0 1 0 0,-1 0 0 0 0,1 0-1 0 0,-1 0 1 0 0,1 0-1 0 0,-1-1 1 0 0,0 1 0 0 0,1 0-1 0 0,-1 0 1 0 0,0 1-1 0 0,0-1 1 0 0,0 0 0 0 0,0 0-1 0 0,1 0 1 0 0,-1 0-1 0 0,0 1 1 0 0,-1-1 0 0 0,1 0-1 0 0,0 1 1 0 0,0-1-1 0 0,0 1 1 0 0,0-1 0 0 0,0 1-1 0 0,-1 0 1 0 0,1-1-1 0 0,0 1 1 0 0,-2 0 0 0 0,0 0-18 0 0,1 1 0 0 0,-1-1 0 0 0,1 1 0 0 0,-1 0 0 0 0,1-1 0 0 0,-1 1 1 0 0,1 0-1 0 0,0 1 0 0 0,-1-1 0 0 0,1 0 0 0 0,0 1 0 0 0,0-1 0 0 0,0 1 1 0 0,0 0-1 0 0,0-1 0 0 0,0 1 0 0 0,1 0 0 0 0,-3 3 0 0 0,-6 10-3 0 0,1 1-1 0 0,0 0 1 0 0,2 1-1 0 0,-1 0 1 0 0,2 0-1 0 0,0 0 1 0 0,1 1-1 0 0,-4 31 1 0 0,6-25-113 0 0,1 0 1 0 0,0 0 0 0 0,2 0-1 0 0,1 0 1 0 0,1 0-1 0 0,6 28 1 0 0,-5-40 2 0 0,1 1 0 0 0,0-1 0 0 0,1 1 0 0 0,1-1 0 0 0,0 0 1 0 0,0-1-1 0 0,1 1 0 0 0,0-2 0 0 0,1 1 0 0 0,0-1 0 0 0,19 18 1 0 0,-23-24-26 0 0,0-1 0 0 0,0 1 1 0 0,0-1-1 0 0,1 0 0 0 0,0 0 0 0 0,0 0 1 0 0,-1-1-1 0 0,1 1 0 0 0,1-1 1 0 0,-1-1-1 0 0,0 1 0 0 0,0-1 1 0 0,1 0-1 0 0,-1 0 0 0 0,1 0 1 0 0,-1-1-1 0 0,1 1 0 0 0,-1-2 1 0 0,1 1-1 0 0,-1 0 0 0 0,1-1 0 0 0,-1 0 1 0 0,0-1-1 0 0,1 1 0 0 0,-1-1 1 0 0,0 0-1 0 0,0 0 0 0 0,0 0 1 0 0,0-1-1 0 0,8-5 0 0 0,-9 5-36 0 0,1-1 1 0 0,0 0-1 0 0,-1 0 0 0 0,0 0 0 0 0,0 0 0 0 0,0 0 0 0 0,-1-1 1 0 0,1 0-1 0 0,-1 0 0 0 0,0 0 0 0 0,0 0 0 0 0,-1 0 0 0 0,0 0 1 0 0,0-1-1 0 0,0 1 0 0 0,0-1 0 0 0,-1 0 0 0 0,0 0 0 0 0,1-8 1 0 0,-2-5 158 0 0,-1-1 0 0 0,0 1 0 0 0,-2-1 0 0 0,-6-25 0 0 0,9 44-109 0 0,3 9 63 0 0,0 1 1 0 0,0-1-1 0 0,0 1 1 0 0,1-1-1 0 0,0 0 1 0 0,1 0-1 0 0,0-1 1 0 0,0 0-1 0 0,1 1 1 0 0,0-2-1 0 0,0 1 0 0 0,0-1 1 0 0,1 0-1 0 0,0 0 1 0 0,0-1-1 0 0,1 0 1 0 0,-1 0-1 0 0,1 0 1 0 0,16 5-1 0 0,-4-1-45 0 0,0-2-1 0 0,0-1 1 0 0,1 0-1 0 0,0-1 1 0 0,0-2 0 0 0,0 0-1 0 0,32 0 1 0 0,-47-3-1 0 0,0 0-1 0 0,0 0 1 0 0,0-1 0 0 0,0 0 0 0 0,0 0 0 0 0,0 0 0 0 0,0-1 0 0 0,0 0 0 0 0,-1 0 0 0 0,1 0 0 0 0,-1-1-1 0 0,1 0 1 0 0,-1 0 0 0 0,0 0 0 0 0,0-1 0 0 0,0 0 0 0 0,-1 0 0 0 0,1 0 0 0 0,-1 0 0 0 0,0-1-1 0 0,0 1 1 0 0,-1-1 0 0 0,1 0 0 0 0,-1 0 0 0 0,0-1 0 0 0,0 1 0 0 0,-1-1 0 0 0,0 1 0 0 0,0-1-1 0 0,0 0 1 0 0,0 0 0 0 0,-1 0 0 0 0,0 0 0 0 0,0-11 0 0 0,0 2-29 0 0,0 0 1 0 0,-1 0-1 0 0,-1-1 1 0 0,0 1-1 0 0,-1 0 1 0 0,-1 0-1 0 0,-1 0 1 0 0,-7-21-1 0 0,8 27-956 0 0,-1 0 0 0 0,-1 1 0 0 0,0-1 0 0 0,-11-14 0 0 0</inkml:trace>
</inkml:ink>
</file>

<file path=ppt/ink/ink2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42.4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14459 0 0,'6'9'706'0'0,"-2"0"0"0"0,1 1 0 0 0,-2-1 0 0 0,1 1 0 0 0,-1-1 0 0 0,0 1 0 0 0,-1 0 0 0 0,1 13 0 0 0,3 86 1770 0 0,-6-81-2523 0 0,15 194 809 0 0,1-128-3337 0 0</inkml:trace>
</inkml:ink>
</file>

<file path=ppt/ink/ink2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42.6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36 16732 0 0,'-2'-4'486'0'0,"0"0"0"0"0,0 0-1 0 0,-1 0 1 0 0,0 0 0 0 0,0 1 0 0 0,-4-5 0 0 0,6 7-395 0 0,1 1 1 0 0,0 0-1 0 0,-1-1 0 0 0,1 1 0 0 0,-1 0 0 0 0,1 0 0 0 0,-1-1 0 0 0,1 1 0 0 0,0 0 0 0 0,-1 0 0 0 0,1 0 1 0 0,-1-1-1 0 0,1 1 0 0 0,-1 0 0 0 0,1 0 0 0 0,-1 0 0 0 0,1 0 0 0 0,-1 0 0 0 0,0 0 0 0 0,1 0 0 0 0,-1 0 0 0 0,1 0 1 0 0,-1 0-1 0 0,1 0 0 0 0,-1 1 0 0 0,0 0-61 0 0,0-1 1 0 0,0 1 0 0 0,1 0-1 0 0,-1 0 1 0 0,0 0 0 0 0,1 0-1 0 0,-1 0 1 0 0,0 0-1 0 0,1 0 1 0 0,0 0 0 0 0,-1 0-1 0 0,1 0 1 0 0,-1 0-1 0 0,1 0 1 0 0,0 1 0 0 0,0-1-1 0 0,0 1 1 0 0,2 33-1418 0 0,-1-33 916 0 0</inkml:trace>
</inkml:ink>
</file>

<file path=ppt/ink/ink2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46.1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51 1840 0 0,'0'0'134'0'0,"-1"-3"387"0"0,1 0 0 0 0,-1 0 0 0 0,1 0-1 0 0,-1 0 1 0 0,0 0 0 0 0,-24-29 13713 0 0,22 43-12330 0 0,2 64-923 0 0,10 88 1 0 0,1 22-734 0 0,-10-158-423 0 0,-1-9-1082 0 0,2 0 0 0 0,2 25 1 0 0,0-25-5876 0 0</inkml:trace>
</inkml:ink>
</file>

<file path=ppt/ink/ink2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47.1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23 7370 0 0,'-9'-23'12363'0'0,"9"38"-11492"0"0,0 83 189 0 0,3 252-349 0 0,2-293-2884 0 0</inkml:trace>
</inkml:ink>
</file>

<file path=ppt/ink/ink2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47.7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1 2761 0 0,'-1'4'18127'0'0,"3"18"-17972"0"0,6 24 82 0 0,-2 0-1 0 0,-2 1 0 0 0,-4 85 1 0 0,-29 135 1048 0 0,4-51-802 0 0,24-211-481 0 0,1 0-10 0 0,-1-1 1 0 0,1 0-1 0 0,0 0 0 0 0,0 1 1 0 0,0-1-1 0 0,1 0 0 0 0,-1 0 1 0 0,1 1-1 0 0,2 4 0 0 0,1-3-365 0 0</inkml:trace>
</inkml:ink>
</file>

<file path=ppt/ink/ink2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48.6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1 119 7834 0 0,'32'-15'3231'0'0,"16"-3"-1836"0"0,1 2 0 0 0,82-15 0 0 0,-24 9-1122 0 0,-61 11-4610 0 0,-22 5-472 0 0</inkml:trace>
</inkml:ink>
</file>

<file path=ppt/ink/ink2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49.1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0 4609 0 0,'-5'2'848'0'0,"1"1"0"0"0,0-1 0 0 0,-1 1 0 0 0,1 0 0 0 0,0-1 0 0 0,0 2 0 0 0,1-1 0 0 0,-1 0 0 0 0,1 1 0 0 0,-6 7 0 0 0,4-4-344 0 0,1 1 0 0 0,-1-1 0 0 0,2 1 0 0 0,-1 0 0 0 0,1 0 0 0 0,-2 8 0 0 0,2-5-227 0 0,0-1 0 0 0,1 1 0 0 0,1-1 0 0 0,0 1 0 0 0,1 0 0 0 0,-1 0-1 0 0,2-1 1 0 0,0 1 0 0 0,0 0 0 0 0,5 17 0 0 0,-5-24-239 0 0,1-1-1 0 0,-1 1 1 0 0,1-1 0 0 0,0 1 0 0 0,0-1-1 0 0,0 0 1 0 0,1 1 0 0 0,-1-1-1 0 0,1 0 1 0 0,-1-1 0 0 0,1 1-1 0 0,0 0 1 0 0,0-1 0 0 0,0 1 0 0 0,1-1-1 0 0,-1 0 1 0 0,1 0 0 0 0,-1-1-1 0 0,1 1 1 0 0,-1-1 0 0 0,1 1-1 0 0,0-1 1 0 0,0 0 0 0 0,0-1 0 0 0,0 1-1 0 0,5 0 1 0 0,11 0-107 0 0,0-1 1 0 0,0-1 0 0 0,1-1-1 0 0,20-5 1 0 0,12 1-141 0 0,-44 5 125 0 0,1 1 1 0 0,-1 0-1 0 0,0 0 1 0 0,0 1-1 0 0,1 0 1 0 0,-1 1-1 0 0,0 0 1 0 0,13 5 0 0 0,-20-6 48 0 0,1 0 1 0 0,-1 0-1 0 0,1 1 1 0 0,-1-1-1 0 0,0 1 1 0 0,0-1-1 0 0,1 1 1 0 0,-1 0-1 0 0,0 0 1 0 0,0 0-1 0 0,-1 0 1 0 0,1 0-1 0 0,0 1 1 0 0,-1-1-1 0 0,0 0 1 0 0,1 1-1 0 0,-1-1 1 0 0,0 1-1 0 0,0 0 1 0 0,0-1-1 0 0,0 1 1 0 0,-1 0-1 0 0,1-1 1 0 0,-1 1-1 0 0,0 0 1 0 0,0 0-1 0 0,0-1 1 0 0,0 1-1 0 0,0 0 1 0 0,0 0-1 0 0,-1-1 1 0 0,-1 5-1 0 0,-1 4 72 0 0,0 0-1 0 0,-1 0 1 0 0,0 0-1 0 0,-1-1 0 0 0,0 0 1 0 0,-1 0-1 0 0,0 0 1 0 0,-1-1-1 0 0,-15 18 1 0 0,-8 4 498 0 0,-44 36 0 0 0,28-28-1278 0 0,38-32-281 0 0</inkml:trace>
</inkml:ink>
</file>

<file path=ppt/ink/ink2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49.6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1 222 10594 0 0,'7'-9'296'0'0,"0"0"-1"0"0,1 0 1 0 0,0 0-1 0 0,0 1 1 0 0,1 0 0 0 0,0 1-1 0 0,1 0 1 0 0,15-9-1 0 0,-8 4 110 0 0,9-5-80 0 0,1 2 0 0 0,0 0 1 0 0,1 2-1 0 0,0 1 0 0 0,1 1 0 0 0,32-8 0 0 0,-26 11-844 0 0,1 1-1 0 0,57-3 0 0 0,-81 10-262 0 0,0 1-9 0 0</inkml:trace>
</inkml:ink>
</file>

<file path=ppt/ink/ink2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50.0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1 8290 0 0,'-6'8'824'0'0,"1"1"1"0"0,0 0-1 0 0,0 1 0 0 0,1-1 1 0 0,1 1-1 0 0,0 0 1 0 0,0 0-1 0 0,1 0 0 0 0,0 0 1 0 0,-1 20-1 0 0,3-25-714 0 0,0 0 1 0 0,0 0-1 0 0,1 0 0 0 0,-1 0 0 0 0,1 0 1 0 0,0 0-1 0 0,1 0 0 0 0,-1-1 1 0 0,1 1-1 0 0,0-1 0 0 0,1 1 0 0 0,-1-1 1 0 0,0 1-1 0 0,1-1 0 0 0,0 0 0 0 0,0 0 1 0 0,1-1-1 0 0,-1 1 0 0 0,1-1 1 0 0,-1 1-1 0 0,1-1 0 0 0,0 0 0 0 0,0-1 1 0 0,9 5-1 0 0,-2-1-58 0 0,0 0 0 0 0,0 1-1 0 0,0 0 1 0 0,-1 0 0 0 0,0 1 0 0 0,-1 0 0 0 0,0 1-1 0 0,12 15 1 0 0,-18-20-48 0 0,0 0-1 0 0,0 0 1 0 0,-1 1 0 0 0,1-1-1 0 0,-1 0 1 0 0,0 1 0 0 0,0 0-1 0 0,-1 0 1 0 0,0-1 0 0 0,0 1-1 0 0,0 0 1 0 0,0 0 0 0 0,-1 0-1 0 0,1 0 1 0 0,-1 0 0 0 0,-1 0-1 0 0,1 0 1 0 0,-1 0 0 0 0,0 0-1 0 0,0 0 1 0 0,0-1-1 0 0,0 1 1 0 0,-1 0 0 0 0,-4 7-1 0 0,2-4 93 0 0,-1 0-1 0 0,-1-1 0 0 0,1 0 1 0 0,-1 0-1 0 0,-1 0 1 0 0,1-1-1 0 0,-1 0 0 0 0,0 0 1 0 0,0 0-1 0 0,-13 6 0 0 0,9-5-194 0 0,0-2-1 0 0,0 1 0 0 0,-1-2 0 0 0,1 1 0 0 0,-1-2 1 0 0,0 1-1 0 0,-16 1 0 0 0,6-5-3041 0 0</inkml:trace>
</inkml:ink>
</file>

<file path=ppt/ink/ink2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52.9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51 5985 0 0,'-12'-26'5135'0'0,"11"25"-4886"0"0,1 0 0 0 0,-1 1 0 0 0,1-1 1 0 0,0 0-1 0 0,-1 0 0 0 0,1 0 0 0 0,0 1 1 0 0,0-1-1 0 0,0 0 0 0 0,-1 0 0 0 0,1 0 1 0 0,0 0-1 0 0,0 0 0 0 0,0 1 0 0 0,0-1 1 0 0,1 0-1 0 0,-1 0 0 0 0,0 0 0 0 0,0 0 1 0 0,0 0-1 0 0,1 1 0 0 0,-1-1 0 0 0,0 0 1 0 0,1 0-1 0 0,-1 1 0 0 0,1-1 0 0 0,-1 0 1 0 0,2-1-1 0 0,-2 3-93 0 0,1-1-1 0 0,0 0 1 0 0,0 1 0 0 0,0-1 0 0 0,0 1-1 0 0,0-1 1 0 0,-1 1 0 0 0,1 0-1 0 0,0-1 1 0 0,0 1 0 0 0,-1-1 0 0 0,1 1-1 0 0,0 0 1 0 0,-1 0 0 0 0,1 0-1 0 0,-1-1 1 0 0,1 1 0 0 0,-1 0 0 0 0,1 0-1 0 0,-1 0 1 0 0,1 1 0 0 0,10 23 303 0 0,-10-24-346 0 0,11 33 184 0 0,-2 0-1 0 0,11 59 0 0 0,-13-52-195 0 0,19 59 0 0 0,-20-87-106 0 0,3 10 573 0 0,-8-19-510 0 0,2 12-58 0 0,1 0 0 0 0,-2 1-1 0 0,0-1 1 0 0,0 20-1 0 0,10 46-483 0 0,-6-27-1190 0 0,-7-44 281 0 0,1 0 0 0 0,1 0 0 0 0,0 0 0 0 0,5 16 0 0 0</inkml:trace>
</inkml:ink>
</file>

<file path=ppt/ink/ink2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53.2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8 4609 0 0,'-7'-8'14227'0'0,"17"41"-12863"0"0,-2-1-1 0 0,4 35 1 0 0,6 140-931 0 0,-14-129-304 0 0,-2-47-1151 0 0,2-1-4504 0 0,2-4-1757 0 0</inkml:trace>
</inkml:ink>
</file>

<file path=ppt/ink/ink2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2:06.7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30 158 920 0 0,'-3'-13'771'0'0,"0"0"-1"0"0,1 0 1 0 0,-1-19 0 0 0,2 22 278 0 0,0 0 1 0 0,0-1-1 0 0,-1 1 1 0 0,0 0-1 0 0,-1 0 1 0 0,-6-16-1 0 0,14 37 813 0 0,-1-1-1 0 0,0 1 1 0 0,4 18 0 0 0,7 76-582 0 0,-6-32-712 0 0,11 31-270 0 0,38 119 0 0 0,-9-86-8138 0 0,-41-117 2058 0 0</inkml:trace>
</inkml:ink>
</file>

<file path=ppt/ink/ink2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2:07.4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25 2304 0 0,'-33'-25'12445'0'0,"58"31"-10605"0"0,7 12-992 0 0,-1 1 0 0 0,-1 1 0 0 0,-1 2 0 0 0,34 31 0 0 0,61 45-833 0 0,-33-30 170 0 0,-41-29-3721 0 0</inkml:trace>
</inkml:ink>
</file>

<file path=ppt/ink/ink2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2:07.6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228 62 2240 0 0,'-2'-7'2055'0'0,"0"0"0"0"0,1-1 0 0 0,0 1 0 0 0,0 0 0 0 0,1-1 0 0 0,0-10 0 0 0,-42 114 2314 0 0,20-48-4001 0 0,-18 38-360 0 0,-30 71 371 0 0,31-50-6857 0 0,32-80-87 0 0</inkml:trace>
</inkml:ink>
</file>

<file path=ppt/ink/ink2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2:08.3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93 5529 0 0,'6'1'3022'0'0,"23"5"-1539"0"0,6-5-587 0 0,1-1-1 0 0,0-2 1 0 0,-1-2-1 0 0,49-11 1 0 0,-37 3-2366 0 0,1-2-1 0 0,72-33 1 0 0,-106 41-2326 0 0</inkml:trace>
</inkml:ink>
</file>

<file path=ppt/ink/ink2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2:08.7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104 0 6913 0 0,'-7'3'423'0'0,"0"0"-1"0"0,1 0 1 0 0,-1 1-1 0 0,0 0 0 0 0,1 0 1 0 0,0 1-1 0 0,0 0 1 0 0,1 0-1 0 0,-1 0 0 0 0,1 1 1 0 0,0-1-1 0 0,0 1 1 0 0,1 0-1 0 0,0 1 0 0 0,-4 6 1 0 0,6-8-280 0 0,1-1 0 0 0,-1 0 0 0 0,1 1 0 0 0,0-1 0 0 0,0 1 0 0 0,0-1 0 0 0,1 1 0 0 0,-1 0 0 0 0,1-1 0 0 0,0 1 0 0 0,1-1 0 0 0,-1 1 0 0 0,1 0 0 0 0,0-1 0 0 0,0 1 0 0 0,0-1 0 0 0,1 0 0 0 0,0 1 0 0 0,0-1 0 0 0,0 0 0 0 0,0 0 0 0 0,0 0 0 0 0,1 0 0 0 0,0 0 0 0 0,6 6 0 0 0,0-2-105 0 0,1 1 0 0 0,0-1-1 0 0,0-1 1 0 0,1 0-1 0 0,0-1 1 0 0,0 0 0 0 0,0 0-1 0 0,1-1 1 0 0,18 5-1 0 0,-16-6 28 0 0,-1 1 0 0 0,0 1 0 0 0,0 0 0 0 0,-1 0 0 0 0,0 1 0 0 0,0 1-1 0 0,11 9 1 0 0,-21-15-59 0 0,1 0-1 0 0,-1 1 0 0 0,0-1 1 0 0,0 0-1 0 0,0 1 1 0 0,0-1-1 0 0,0 1 0 0 0,-1 0 1 0 0,1 0-1 0 0,-1 0 0 0 0,0-1 1 0 0,0 1-1 0 0,0 0 1 0 0,0 1-1 0 0,0-1 0 0 0,-1 0 1 0 0,1 0-1 0 0,-1 0 1 0 0,0 0-1 0 0,0 0 0 0 0,0 1 1 0 0,0-1-1 0 0,-1 0 0 0 0,1 0 1 0 0,-1 0-1 0 0,0 0 1 0 0,0 0-1 0 0,0 0 0 0 0,0 0 1 0 0,0 0-1 0 0,-1 0 1 0 0,1 0-1 0 0,-1-1 0 0 0,0 1 1 0 0,0-1-1 0 0,-2 3 0 0 0,-9 9-94 0 0,0 0-1 0 0,0-1 0 0 0,-1 0 1 0 0,-28 18-1 0 0,30-22-200 0 0,-14 10-4933 0 0</inkml:trace>
</inkml:ink>
</file>

<file path=ppt/ink/ink2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2:09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57 4145 0 0,'-9'13'3673'0'0,"36"-16"999"0"0,-22 2-5290 0 0,130-24 3741 0 0,-5-9-4879 0 0,-107 28 592 0 0</inkml:trace>
</inkml:ink>
</file>

<file path=ppt/ink/ink2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2:09.3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3 5529 0 0,'-1'-1'296'0'0,"1"1"0"0"0,-1 0 1 0 0,0-1-1 0 0,0 1 0 0 0,0 0 0 0 0,0 0 0 0 0,1 0 0 0 0,-1 0 0 0 0,0-1 1 0 0,0 1-1 0 0,0 0 0 0 0,0 0 0 0 0,0 1 0 0 0,0-1 0 0 0,0 0 0 0 0,1 0 0 0 0,-1 0 1 0 0,0 1-1 0 0,0-1 0 0 0,0 0 0 0 0,1 1 0 0 0,-1-1 0 0 0,0 0 0 0 0,0 1 1 0 0,0-1-1 0 0,1 1 0 0 0,-2 0 0 0 0,1 1 2 0 0,0-1-1 0 0,1 1 1 0 0,-1 0 0 0 0,0-1-1 0 0,1 1 1 0 0,-1 0 0 0 0,1-1-1 0 0,-1 1 1 0 0,1 0 0 0 0,0 0-1 0 0,0-1 1 0 0,0 1 0 0 0,0 2-1 0 0,1 10 487 0 0,1 0 0 0 0,7 26-1 0 0,-6-27-150 0 0,15 112 694 0 0,-13-84-2111 0 0,1-1 0 0 0,21 73 0 0 0,-19-90-6416 0 0</inkml:trace>
</inkml:ink>
</file>

<file path=ppt/ink/ink2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2:09.7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66 1 1840 0 0,'-22'4'272'0'0,"-4"8"6142"0"0,24-11-5933 0 0,1 0 0 0 0,-1 1 1 0 0,1-1-1 0 0,0 0 1 0 0,0 1-1 0 0,0-1 0 0 0,0 1 1 0 0,0-1-1 0 0,0 1 0 0 0,0 0 1 0 0,1-1-1 0 0,-1 1 0 0 0,0 2 1 0 0,-1 20 367 0 0,6 12 913 0 0,1 0-1 0 0,15 51 1 0 0,1 6-1047 0 0,12 151-3169 0 0,-29-217-4659 0 0</inkml:trace>
</inkml:ink>
</file>

<file path=ppt/ink/ink2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2:10.0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0 9674 0 0,'-1'0'88'0'0,"1"1"-1"0"0,0-1 1 0 0,-1 0-1 0 0,1 1 1 0 0,0-1-1 0 0,-1 1 1 0 0,1-1-1 0 0,0 0 1 0 0,-1 1-1 0 0,1-1 1 0 0,0 1-1 0 0,0-1 1 0 0,0 1-1 0 0,0-1 1 0 0,0 1-1 0 0,-1-1 1 0 0,1 1-1 0 0,0-1 1 0 0,0 1-1 0 0,0-1 1 0 0,0 1-1 0 0,0-1 1 0 0,0 1-1 0 0,0-1 1 0 0,1 1-1 0 0,-1-1 1 0 0,0 1-1 0 0,0-1 1 0 0,0 0-1 0 0,0 1 1 0 0,1-1-1 0 0,-1 1 1 0 0,0-1-1 0 0,0 1 1 0 0,1-1-1 0 0,-1 0 1 0 0,0 1-1 0 0,1-1 1 0 0,-1 0-1 0 0,0 1 1 0 0,1 0-1 0 0,19 24 1818 0 0,-15-19-1492 0 0,35 40 2196 0 0,74 69-1 0 0,-56-68-4012 0 0,2-4-3722 0 0,-40-31-1050 0 0</inkml:trace>
</inkml:ink>
</file>

<file path=ppt/ink/ink2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2:10.2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277 0 4145 0 0,'-2'0'361'0'0,"1"1"1"0"0,0-1-1 0 0,-1 0 1 0 0,1 1-1 0 0,0-1 1 0 0,-1 1-1 0 0,1-1 1 0 0,0 1-1 0 0,0 0 1 0 0,-1-1-1 0 0,1 1 0 0 0,0 0 1 0 0,0 0-1 0 0,-1 1 1 0 0,-23 29 3670 0 0,22-27-3291 0 0,-49 75 3761 0 0,-18 46-2354 0 0,20-35-1733 0 0,32-59-918 0 0,-13 35 1 0 0,23-47-542 0 0</inkml:trace>
</inkml:ink>
</file>

<file path=ppt/ink/ink2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2:10.7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 4609 0 0,'3'-4'1963'0'0,"-3"4"-1841"0"0,0 0 1 0 0,1-1 0 0 0,-1 1-1 0 0,0 0 1 0 0,1 0 0 0 0,-1 0-1 0 0,0 0 1 0 0,1 0 0 0 0,-1 0-1 0 0,0 0 1 0 0,1 0 0 0 0,-1 0-1 0 0,0 0 1 0 0,1 0-1 0 0,-1 0 1 0 0,0 0 0 0 0,1 0-1 0 0,-1 0 1 0 0,0 0 0 0 0,1 0-1 0 0,-1 0 1 0 0,1 0 0 0 0,17-1 1510 0 0,33 5 803 0 0,-3 1-1597 0 0,1-3 0 0 0,48-4 0 0 0,-49-3-1687 0 0,-25 2-64 0 0</inkml:trace>
</inkml:ink>
</file>

<file path=ppt/ink/ink2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2:11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154 1 5065 0 0,'-12'6'829'0'0,"2"1"-1"0"0,-1 0 1 0 0,1 1-1 0 0,0 0 1 0 0,0 0-1 0 0,1 1 1 0 0,0 1-1 0 0,1 0 1 0 0,0 0-1 0 0,0 0 1 0 0,1 1-1 0 0,-10 21 1 0 0,12-21-404 0 0,0 0 0 0 0,1 1 0 0 0,1-1 0 0 0,-4 20 0 0 0,6-26-399 0 0,1 1-1 0 0,0-1 1 0 0,0 0 0 0 0,1 0-1 0 0,0 0 1 0 0,0 0 0 0 0,0 1-1 0 0,0-1 1 0 0,1 0 0 0 0,0-1-1 0 0,0 1 1 0 0,0 0-1 0 0,0-1 1 0 0,1 1 0 0 0,0-1-1 0 0,0 1 1 0 0,0-1 0 0 0,5 4-1 0 0,8 9 128 0 0,1-1-1 0 0,34 25 0 0 0,-36-29-133 0 0,14 7-26 0 0,-15-9-4 0 0,1 1-1 0 0,17 16 1 0 0,-29-24 9 0 0,0-1 1 0 0,-1 1 0 0 0,1 0-1 0 0,-1 0 1 0 0,0 1 0 0 0,0-1-1 0 0,0 0 1 0 0,0 1 0 0 0,0-1-1 0 0,-1 1 1 0 0,1 0 0 0 0,-1 0-1 0 0,0-1 1 0 0,0 1 0 0 0,0 0-1 0 0,-1 4 1 0 0,0-5 2 0 0,-1 0 1 0 0,1 0-1 0 0,-1-1 0 0 0,0 1 1 0 0,0-1-1 0 0,0 1 0 0 0,-1-1 0 0 0,1 1 1 0 0,-1-1-1 0 0,1 1 0 0 0,-1-1 1 0 0,0 0-1 0 0,0 0 0 0 0,0 0 0 0 0,0 0 1 0 0,0 0-1 0 0,0-1 0 0 0,0 1 1 0 0,-1-1-1 0 0,1 1 0 0 0,-5 1 1 0 0,-7 4-23 0 0,-1 0 0 0 0,-21 6 0 0 0,34-12 11 0 0,-29 8-673 0 0,7-2-4195 0 0,9-1-823 0 0</inkml:trace>
</inkml:ink>
</file>

<file path=ppt/ink/ink2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2:11.5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58 4609 0 0,'1'1'126'0'0,"-1"-1"1"0"0,1 1-1 0 0,0-1 1 0 0,-1 1-1 0 0,1-1 0 0 0,0 1 1 0 0,-1-1-1 0 0,1 0 1 0 0,0 0-1 0 0,0 1 1 0 0,-1-1-1 0 0,1 0 0 0 0,0 0 1 0 0,0 0-1 0 0,-1 0 1 0 0,1 0-1 0 0,0 0 0 0 0,0 0 1 0 0,0 0-1 0 0,-1 0 1 0 0,2 0-1 0 0,22-2 1301 0 0,-23 2-1255 0 0,362-25 7739 0 0,-197-2-9008 0 0,-139 22-736 0 0,-9 1-3335 0 0</inkml:trace>
</inkml:ink>
</file>

<file path=ppt/ink/ink2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2:11.8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 1 5985 0 0,'-2'4'519'0'0,"0"-1"0"0"0,0 1 0 0 0,0 0 0 0 0,1 1 0 0 0,-1-1 0 0 0,1 0 0 0 0,0 0 0 0 0,0 1 0 0 0,1-1 0 0 0,-1 1 0 0 0,1 4 0 0 0,-3 9 1255 0 0,-22 82 2897 0 0,-13 62-2190 0 0,35-144-2600 0 0,1 0 1 0 0,1 0 0 0 0,1 0 0 0 0,0 0-1 0 0,2 0 1 0 0,0 0 0 0 0,4 17-1 0 0,0-15-4790 0 0,3-2-1660 0 0</inkml:trace>
</inkml:ink>
</file>

<file path=ppt/ink/ink2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2:13.6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9218 0 0,'0'0'707'0'0,"21"12"3823"0"0,-17-7-4051 0 0,0-1 0 0 0,0 1 0 0 0,-1 0 0 0 0,0 0 0 0 0,0 0 0 0 0,0 0-1 0 0,0 1 1 0 0,-1-1 0 0 0,0 1 0 0 0,0 0 0 0 0,1 6 0 0 0,11 72 1122 0 0,-11-58-1219 0 0,14 140 663 0 0,-5-32-1575 0 0,1-47-2584 0 0,-8-64-4029 0 0</inkml:trace>
</inkml:ink>
</file>

<file path=ppt/ink/ink2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2:13.8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5985 0 0,'5'1'780'0'0,"0"0"0"0"0,1 0 0 0 0,-1 0 0 0 0,0 1 0 0 0,0 0 0 0 0,0 0 0 0 0,0 0 0 0 0,0 0 0 0 0,0 1 0 0 0,-1 0 0 0 0,1 0 0 0 0,7 7 0 0 0,50 51 2380 0 0,-55-54-2777 0 0,233 238 2482 0 0,-225-230-3183 0 0,0-1-1 0 0,26 19 1 0 0,-26-23-744 0 0</inkml:trace>
</inkml:ink>
</file>

<file path=ppt/ink/ink2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2:14.1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255 1 9218 0 0,'-1'0'202'0'0,"0"0"0"0"0,0 0 0 0 0,0 0 0 0 0,0 0-1 0 0,0 0 1 0 0,0 0 0 0 0,0 0 0 0 0,0 1 0 0 0,0-1 0 0 0,0 0 0 0 0,1 1 0 0 0,-1-1 0 0 0,0 1 0 0 0,0-1-1 0 0,0 1 1 0 0,0 0 0 0 0,1-1 0 0 0,-1 1 0 0 0,0 0 0 0 0,1-1 0 0 0,-1 1 0 0 0,0 0 0 0 0,1 0-1 0 0,-1 0 1 0 0,1 0 0 0 0,-1-1 0 0 0,0 3 0 0 0,-20 35 2837 0 0,15-26-1984 0 0,-107 178 3266 0 0,75-127-6001 0 0,-2-1-3569 0 0,27-41-1778 0 0</inkml:trace>
</inkml:ink>
</file>

<file path=ppt/ink/ink2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2:14.5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 0 11979 0 0,'-1'2'269'0'0,"-1"0"0"0"0,1-1 0 0 0,0 1 0 0 0,-1 0 0 0 0,1-1 0 0 0,0 1 0 0 0,0 0 0 0 0,0 0 0 0 0,1 0 0 0 0,-1 0 0 0 0,0 0 0 0 0,1 0 0 0 0,-1 0 0 0 0,1 4 0 0 0,-5 39 1923 0 0,3-17-962 0 0,-26 105 1329 0 0,-7 60-2121 0 0,33-141-2547 0 0,2-30-5228 0 0</inkml:trace>
</inkml:ink>
</file>

<file path=ppt/ink/ink2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2:14.9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0 10138 0 0,'11'3'8844'0'0,"-9"-1"-8445"0"0,1 2-184 0 0,-1 0 0 0 0,1 0 0 0 0,-1 0 0 0 0,0 0 0 0 0,0 1 0 0 0,-1-1 0 0 0,1 1 0 0 0,-1-1 0 0 0,0 1 0 0 0,0-1 0 0 0,-1 1 0 0 0,1 0 0 0 0,-1 0 0 0 0,0-1 0 0 0,-1 10 0 0 0,-2 13-27 0 0,-10 42 0 0 0,6-36-55 0 0,2-5-243 0 0,-14 92 313 0 0,18-103-719 0 0,0-1-1 0 0,1 1 0 0 0,1-1 0 0 0,1 1 1 0 0,5 22-1 0 0,-1-15-6843 0 0</inkml:trace>
</inkml:ink>
</file>

<file path=ppt/ink/ink2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2:15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80 8290 0 0,'0'0'78'0'0,"0"-1"1"0"0,0 1-1 0 0,0 0 1 0 0,0-1-1 0 0,0 1 1 0 0,0 0 0 0 0,0-1-1 0 0,0 1 1 0 0,0 0-1 0 0,0-1 1 0 0,1 1-1 0 0,-1 0 1 0 0,0-1-1 0 0,0 1 1 0 0,0 0-1 0 0,0-1 1 0 0,0 1-1 0 0,1 0 1 0 0,-1-1 0 0 0,0 1-1 0 0,0 0 1 0 0,0 0-1 0 0,1-1 1 0 0,-1 1-1 0 0,0 0 1 0 0,1 0-1 0 0,-1 0 1 0 0,0-1-1 0 0,0 1 1 0 0,1 0-1 0 0,-1 0 1 0 0,0 0 0 0 0,1 0-1 0 0,-1 0 1 0 0,0-1-1 0 0,1 1 1 0 0,-1 0-1 0 0,0 0 1 0 0,1 0-1 0 0,-1 0 1 0 0,1 0-1 0 0,23-8 2284 0 0,-14 5-1836 0 0,106-36 3816 0 0,-37 20-6544 0 0</inkml:trace>
</inkml:ink>
</file>

<file path=ppt/ink/ink2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2:15.3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36 3681 0 0,'-8'8'2917'0'0,"28"-7"-713"0"0,41-9 422 0 0,-55 7-2385 0 0,111-20 3248 0 0,-68 11-7385 0 0,-28 5-925 0 0</inkml:trace>
</inkml:ink>
</file>

<file path=ppt/ink/ink2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2:16.8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83 5065 0 0,'-2'-2'674'0'0,"0"0"0"0"0,-1 0 0 0 0,1 0-1 0 0,0 1 1 0 0,0-1 0 0 0,-1 1 0 0 0,1-1 0 0 0,-1 1-1 0 0,1 0 1 0 0,-1 0 0 0 0,0 0 0 0 0,1 0 0 0 0,-5 0 0 0 0,-2-3 3134 0 0,9 4-3706 0 0,0 0-1 0 0,0-1 1 0 0,0 1-1 0 0,0 0 1 0 0,0 0 0 0 0,-1-1-1 0 0,1 1 1 0 0,0 0 0 0 0,0 0-1 0 0,0-1 1 0 0,0 1-1 0 0,0 0 1 0 0,0-1 0 0 0,0 1-1 0 0,0 0 1 0 0,0 0 0 0 0,0-1-1 0 0,1 1 1 0 0,-1 0-1 0 0,0 0 1 0 0,0-1 0 0 0,1 0 406 0 0,-1 1-407 0 0,20-13 1051 0 0,31-7-1470 0 0,-36 15 338 0 0,0 1 0 0 0,0 1 0 0 0,0 1 0 0 0,1 0 1 0 0,17 0-1 0 0,-27 2-35 0 0,1 0 1 0 0,0 0 0 0 0,-1 1 0 0 0,1 0-1 0 0,0 0 1 0 0,-1 0 0 0 0,1 1 0 0 0,-1 0-1 0 0,0 1 1 0 0,1-1 0 0 0,-1 1-1 0 0,0 0 1 0 0,-1 1 0 0 0,8 4 0 0 0,-11-6 9 0 0,0 0 1 0 0,-1-1 0 0 0,1 1 0 0 0,0 0 0 0 0,-1 0-1 0 0,0 0 1 0 0,1 1 0 0 0,-1-1 0 0 0,0 0-1 0 0,0 0 1 0 0,0 1 0 0 0,0-1 0 0 0,0 0-1 0 0,-1 1 1 0 0,1-1 0 0 0,-1 1 0 0 0,0-1-1 0 0,0 4 1 0 0,0-2-19 0 0,0 1-1 0 0,-1 0 0 0 0,0 0 0 0 0,0-1 1 0 0,0 1-1 0 0,-1-1 0 0 0,0 1 0 0 0,-4 7 1 0 0,-3 4-51 0 0,-1-1 0 0 0,-1 0 0 0 0,-22 23 0 0 0,32-37 74 0 0,-77 75 154 0 0,-11 13 602 0 0,87-87-738 0 0,0 0 0 0 0,0 0 1 0 0,0 0-1 0 0,1 0 0 0 0,-1 0 0 0 0,1 0 1 0 0,0 0-1 0 0,0 1 0 0 0,0-1 0 0 0,0 0 1 0 0,0 1-1 0 0,0-1 0 0 0,0 1 0 0 0,1-1 1 0 0,-1 1-1 0 0,1-1 0 0 0,0 1 0 0 0,0 0 1 0 0,0-1-1 0 0,0 1 0 0 0,0-1 0 0 0,1 1 1 0 0,0 4-1 0 0,1-4-16 0 0,0 0 0 0 0,-1-1 1 0 0,1 1-1 0 0,0 0 0 0 0,1-1 0 0 0,-1 0 0 0 0,0 1 1 0 0,1-1-1 0 0,-1 0 0 0 0,1 0 0 0 0,0-1 0 0 0,0 1 1 0 0,-1 0-1 0 0,1-1 0 0 0,0 0 0 0 0,0 0 0 0 0,1 0 1 0 0,4 1-1 0 0,6 2 4 0 0,0-2 0 0 0,0 0 0 0 0,1-1 1 0 0,-1 0-1 0 0,23-2 0 0 0,74-13-681 0 0,-74 8-266 0 0,-8 1 167 0 0</inkml:trace>
</inkml:ink>
</file>

<file path=ppt/ink/ink2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2:17.2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104 1 12443 0 0,'-3'1'340'0'0,"0"0"1"0"0,0 0 0 0 0,0 1-1 0 0,1-1 1 0 0,-1 1 0 0 0,1-1 0 0 0,-1 1-1 0 0,1 0 1 0 0,-1 0 0 0 0,1 0-1 0 0,0 1 1 0 0,0-1 0 0 0,0 0-1 0 0,0 1 1 0 0,1-1 0 0 0,-1 1-1 0 0,1 0 1 0 0,-1-1 0 0 0,1 1 0 0 0,0 0-1 0 0,0 0 1 0 0,0 0 0 0 0,0 0-1 0 0,1 0 1 0 0,-1 4 0 0 0,-2 13 357 0 0,1-1 1 0 0,1 37-1 0 0,1-44-730 0 0,-4 79 288 0 0,-20 112 1 0 0,6-65-413 0 0,15-78-157 0 0,6-34-82 0 0</inkml:trace>
</inkml:ink>
</file>

<file path=ppt/ink/ink2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54.7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36 4609 0 0,'-2'0'488'0'0,"4"-1"-488"0"0,-1 1 216 0 0,1-2 24 0 0,1 1 8 0 0,1-4 0 0 0,2 2-808 0 0,4-2-160 0 0,2-1-32 0 0,0 0-8 0 0,2 0 600 0 0</inkml:trace>
</inkml:ink>
</file>

<file path=ppt/ink/ink2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55.0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153 26 5665 0 0,'-75'28'2462'0'0,"53"-22"997"0"0,-33 20 4233 0 0,55-26-7619 0 0,15 1 1467 0 0,21-4-622 0 0,92-21 892 0 0,227-30-2576 0 0,-329 51-285 0 0,-1 0-307 0 0</inkml:trace>
</inkml:ink>
</file>

<file path=ppt/ink/ink2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55.2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90 0 6449 0 0,'-5'2'366'0'0,"1"-1"-1"0"0,-1 1 0 0 0,0-1 0 0 0,1 1 1 0 0,-1 1-1 0 0,1-1 0 0 0,0 1 1 0 0,0-1-1 0 0,0 1 0 0 0,0 0 0 0 0,0 1 1 0 0,1-1-1 0 0,-1 1 0 0 0,1-1 0 0 0,0 1 1 0 0,0 0-1 0 0,0 0 0 0 0,1 1 1 0 0,-1-1-1 0 0,1 1 0 0 0,0-1 0 0 0,0 1 1 0 0,1-1-1 0 0,-1 1 0 0 0,1 0 0 0 0,0 0 1 0 0,0 0-1 0 0,1 7 0 0 0,-1 30 1232 0 0,2-1-1 0 0,11 69 0 0 0,-5-56-1225 0 0,-7-48-519 0 0,13 98 613 0 0,-4-34-7410 0 0,-5-46 245 0 0</inkml:trace>
</inkml:ink>
</file>

<file path=ppt/ink/ink2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55.6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10138 0 0,'0'0'171'0'0,"1"-1"1"0"0,0 1-1 0 0,0-1 0 0 0,-1 1 0 0 0,1 0 0 0 0,0-1 1 0 0,0 1-1 0 0,0 0 0 0 0,-1-1 0 0 0,1 1 0 0 0,0 0 1 0 0,0 0-1 0 0,0 0 0 0 0,0 0 0 0 0,0 0 0 0 0,-1 0 1 0 0,1 0-1 0 0,0 0 0 0 0,0 0 0 0 0,0 0 1 0 0,0 0-1 0 0,0 1 0 0 0,-1-1 0 0 0,1 0 0 0 0,0 0 1 0 0,0 1-1 0 0,0-1 0 0 0,-1 1 0 0 0,1-1 0 0 0,0 1 1 0 0,0-1-1 0 0,-1 1 0 0 0,1-1 0 0 0,-1 1 0 0 0,1 0 1 0 0,0-1-1 0 0,-1 1 0 0 0,1 0 0 0 0,-1 0 0 0 0,0-1 1 0 0,1 1-1 0 0,0 1 0 0 0,17 34 1722 0 0,-11-10-1556 0 0,-2-1 0 0 0,0 1-1 0 0,-2 0 1 0 0,-1 0-1 0 0,-1 0 1 0 0,-3 32 0 0 0,0-21-781 0 0,3 1 0 0 0,5 36 0 0 0,10-89-5021 0 0,8-44 5626 0 0,-17 42-84 0 0,-2 6 376 0 0,0 1 0 0 0,0-1-1 0 0,1 1 1 0 0,0 0-1 0 0,1 1 1 0 0,0-1 0 0 0,12-10-1 0 0,-17 18-298 0 0,0 0 0 0 0,0 0 0 0 0,0 1 0 0 0,0-1 1 0 0,1 1-1 0 0,-1-1 0 0 0,1 1 0 0 0,-1 0 0 0 0,1 0 0 0 0,-1 0 0 0 0,1 0 0 0 0,0 1 0 0 0,-1-1 0 0 0,1 1 0 0 0,4-1 0 0 0,-4 2-91 0 0,0-1 0 0 0,0 1 1 0 0,-1-1-1 0 0,1 1 1 0 0,0 0-1 0 0,-1 0 0 0 0,1 1 1 0 0,0-1-1 0 0,-1 1 0 0 0,0-1 1 0 0,1 1-1 0 0,-1 0 1 0 0,0-1-1 0 0,0 1 0 0 0,0 0 1 0 0,0 1-1 0 0,0-1 0 0 0,2 3 1 0 0,4 8-57 0 0,0 0 1 0 0,0 1-1 0 0,-1 0 0 0 0,9 28 1 0 0,-4-10-867 0 0,-3-12-108 0 0</inkml:trace>
</inkml:ink>
</file>

<file path=ppt/ink/ink2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55.9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99 5985 0 0,'28'8'4014'0'0,"-19"-2"-3047"0"0,0 0 0 0 0,0 1-1 0 0,-1 0 1 0 0,14 13 0 0 0,-1 5 180 0 0,27 40 1 0 0,-31-40-104 0 0,1-1 0 0 0,21 21 0 0 0,-58-124 1925 0 0,17 62-2940 0 0,1 0 0 0 0,1 0 0 0 0,1 0 0 0 0,0-1 0 0 0,1 1 0 0 0,1 0 0 0 0,9-31 0 0 0,16-20-6830 0 0,-16 47-361 0 0</inkml:trace>
</inkml:ink>
</file>

<file path=ppt/ink/ink2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56.3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1 296 7370 0 0,'0'1'43'0'0,"0"-1"-1"0"0,1 0 1 0 0,-1 0 0 0 0,0 1 0 0 0,0-1 0 0 0,1 0 0 0 0,-1 0 0 0 0,0 1 0 0 0,1-1 0 0 0,-1 0 0 0 0,0 0 0 0 0,0 0 0 0 0,1 0 0 0 0,-1 0 0 0 0,1 1-1 0 0,-1-1 1 0 0,0 0 0 0 0,1 0 0 0 0,-1 0 0 0 0,0 0 0 0 0,1 0 0 0 0,-1 0 0 0 0,0 0 0 0 0,1 0 0 0 0,-1 0 0 0 0,0 0 0 0 0,1-1 0 0 0,-1 1 0 0 0,0 0 0 0 0,1 0-1 0 0,-1 0 1 0 0,0 0 0 0 0,1 0 0 0 0,-1-1 0 0 0,1 1 0 0 0,15-14 1176 0 0,12-23 683 0 0,-26 35-1727 0 0,8-13 441 0 0,0-1 1 0 0,-1-1 0 0 0,0 1 0 0 0,8-25 0 0 0,-14 33-389 0 0,-1 0 1 0 0,0 0-1 0 0,0 0 1 0 0,0-1-1 0 0,-1 1 0 0 0,-1-1 1 0 0,1 1-1 0 0,-1-1 1 0 0,-1 1-1 0 0,1-1 0 0 0,-5-14 1 0 0,5 21-218 0 0,0 1 0 0 0,0 0 0 0 0,-1 0 0 0 0,1-1 0 0 0,0 1 0 0 0,-1 0 1 0 0,1 0-1 0 0,-1 0 0 0 0,1 0 0 0 0,-1-1 0 0 0,0 1 0 0 0,0 0 0 0 0,1 0 0 0 0,-1 0 0 0 0,0 1 0 0 0,0-1 0 0 0,0 0 1 0 0,0 0-1 0 0,0 0 0 0 0,0 1 0 0 0,0-1 0 0 0,-2 0 0 0 0,2 0-34 0 0,0 1 0 0 0,-1 1-1 0 0,1-1 1 0 0,0 0 0 0 0,0 0 0 0 0,0 0-1 0 0,0 1 1 0 0,0-1 0 0 0,-1 0 0 0 0,1 1-1 0 0,0-1 1 0 0,0 1 0 0 0,0-1 0 0 0,0 1-1 0 0,0 0 1 0 0,0-1 0 0 0,1 1 0 0 0,-1 0-1 0 0,-1 1 1 0 0,-2 2-114 0 0,0 1 0 0 0,0 0 0 0 0,1-1 0 0 0,-1 1-1 0 0,1 1 1 0 0,0-1 0 0 0,1 0 0 0 0,-3 7 0 0 0,3-4 92 0 0,0 0 0 0 0,1-1 0 0 0,-1 1 0 0 0,2 0 0 0 0,-1-1 0 0 0,1 1 0 0 0,0 0 0 0 0,1 0 0 0 0,0-1 0 0 0,0 1 0 0 0,4 14 0 0 0,-3-17-114 0 0,0 0-1 0 0,1 1 1 0 0,-1-1 0 0 0,1 0 0 0 0,0 0 0 0 0,1-1-1 0 0,-1 1 1 0 0,1-1 0 0 0,0 0 0 0 0,0 1 0 0 0,0-2-1 0 0,1 1 1 0 0,-1 0 0 0 0,1-1 0 0 0,0 0 0 0 0,9 4 0 0 0,0 0-4713 0 0</inkml:trace>
</inkml:ink>
</file>

<file path=ppt/ink/ink2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56.8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207 0 9674 0 0,'-16'6'1508'0'0,"0"1"1"0"0,0 0-1 0 0,-26 17 0 0 0,31-16-1241 0 0,0 0 0 0 0,0 0 0 0 0,1 1 1 0 0,0 0-1 0 0,0 1 0 0 0,1 0 0 0 0,0 1 0 0 0,1 0 0 0 0,-8 13 1 0 0,15-22-254 0 0,-1 1 1 0 0,1-1 0 0 0,0 1-1 0 0,-1 0 1 0 0,1-1 0 0 0,1 1-1 0 0,-1 0 1 0 0,0 0 0 0 0,1 0-1 0 0,-1 0 1 0 0,1 0 0 0 0,0 0-1 0 0,0 0 1 0 0,0-1 0 0 0,0 1-1 0 0,1 0 1 0 0,-1 0 0 0 0,1 0-1 0 0,-1 0 1 0 0,1 0 0 0 0,0 0-1 0 0,0-1 1 0 0,1 1 0 0 0,-1 0-1 0 0,0-1 1 0 0,1 1 0 0 0,0-1-1 0 0,0 0 1 0 0,-1 1 0 0 0,1-1-1 0 0,0 0 1 0 0,1 0 0 0 0,-1 0-1 0 0,0 0 1 0 0,1-1 0 0 0,2 3-1 0 0,11 4 119 0 0,0 0 0 0 0,0 0-1 0 0,1-2 1 0 0,33 10-1 0 0,-11-4-48 0 0,-35-11-80 0 0,0 0-1 0 0,0 1 1 0 0,0 0-1 0 0,0 0 1 0 0,0 0 0 0 0,0 0-1 0 0,0 1 1 0 0,5 5-1 0 0,-8-7-2 0 0,-1 0 0 0 0,1 0 0 0 0,-1 0 0 0 0,1 0 0 0 0,-1 0 0 0 0,1 0-1 0 0,-1 0 1 0 0,1 0 0 0 0,-1 0 0 0 0,0 1 0 0 0,0-1 0 0 0,0 0 0 0 0,0 0 0 0 0,0 0 0 0 0,0 0-1 0 0,0 1 1 0 0,0-1 0 0 0,0 0 0 0 0,0 0 0 0 0,-1 0 0 0 0,1 1 0 0 0,0-1 0 0 0,-1 0 0 0 0,1 0-1 0 0,-1 0 1 0 0,1 0 0 0 0,-1 0 0 0 0,0 0 0 0 0,1 0 0 0 0,-1 0 0 0 0,0 0 0 0 0,0 0 0 0 0,0-1-1 0 0,0 1 1 0 0,-1 1 0 0 0,-18 16-564 0 0,-1-1-1 0 0,-1-2 0 0 0,0 0 1 0 0,0-1-1 0 0,-38 17 0 0 0</inkml:trace>
</inkml:ink>
</file>

<file path=ppt/ink/ink2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57.2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23 456 0 0,'0'-2'196'0'0,"1"1"0"0"0,-1-1 0 0 0,0 1 0 0 0,1-1 0 0 0,-1 1 0 0 0,1 0 0 0 0,-1-1 0 0 0,1 1 0 0 0,0 0 0 0 0,-1-1 0 0 0,20-4 8515 0 0,-18 6-8401 0 0,15 21 7575 0 0,-10-4-8376 0 0,2 27 1521 0 0,-3 1 0 0 0,2 51-1 0 0,6 47-660 0 0,-11-118-359 0 0,-2-17-11 0 0,-1 0 1 0 0,1-1-1 0 0,0 1 1 0 0,1-1-1 0 0,0 1 0 0 0,0-1 1 0 0,1 0-1 0 0,-1 0 0 0 0,2 0 1 0 0,-1 0-1 0 0,6 8 0 0 0,-9-15-5 0 0,1 0-1 0 0,-1 0 1 0 0,1 0-1 0 0,-1 0 1 0 0,1 0-1 0 0,-1 0 1 0 0,0 0-1 0 0,1 0 1 0 0,-1 0-1 0 0,1 0 1 0 0,-1 0-1 0 0,0-1 1 0 0,1 1-1 0 0,-1 0 1 0 0,0 0-1 0 0,1 0 1 0 0,-1-1-1 0 0,0 1 1 0 0,1 0-1 0 0,-1 0 1 0 0,0-1-1 0 0,1 1 1 0 0,-1 0-1 0 0,0-1 1 0 0,0 1-1 0 0,1 0 1 0 0,-1-1-1 0 0,0 1 1 0 0,0 0-1 0 0,0-1 1 0 0,1 1-1 0 0,-1-1 1 0 0,0 1-1 0 0,0 0 1 0 0,0-1-1 0 0,0 1 1 0 0,0-1-1 0 0,0 0 1 0 0,9-21-49 0 0,-8 19 22 0 0,18-63 16 0 0,4-11 56 0 0,-21 69-17 0 0,1 1-1 0 0,1 0 0 0 0,0 0 0 0 0,0 0 0 0 0,0 1 1 0 0,0-1-1 0 0,9-8 0 0 0,-11 13-10 0 0,-1 0 1 0 0,1 1-1 0 0,-1-1 0 0 0,1 1 1 0 0,0-1-1 0 0,-1 1 0 0 0,1 0 0 0 0,0-1 1 0 0,0 1-1 0 0,0 0 0 0 0,0 0 1 0 0,0 0-1 0 0,1 1 0 0 0,-1-1 0 0 0,0 0 1 0 0,0 1-1 0 0,0 0 0 0 0,1-1 1 0 0,-1 1-1 0 0,0 0 0 0 0,0 0 1 0 0,1 0-1 0 0,-1 0 0 0 0,0 1 0 0 0,5 0 1 0 0,-4 1-2 0 0,0 0-1 0 0,0 0 1 0 0,0 0 0 0 0,-1 0 0 0 0,1 0 0 0 0,0 1-1 0 0,-1-1 1 0 0,1 1 0 0 0,-1 0 0 0 0,0 0 0 0 0,0 0 0 0 0,0 0-1 0 0,-1 0 1 0 0,1 0 0 0 0,2 6 0 0 0,11 32-26 0 0,-10-26-328 0 0,0 0 1 0 0,1-1-1 0 0,9 15 0 0 0,-5-14-602 0 0</inkml:trace>
</inkml:ink>
</file>

<file path=ppt/ink/ink2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57.5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87 10138 0 0,'-16'-32'8071'0'0,"12"54"-5509"0"0,4-11-2496 0 0,0-1-1 0 0,0 1 1 0 0,1 0-1 0 0,0 0 1 0 0,1 0-1 0 0,0 0 1 0 0,1-1-1 0 0,8 20 1 0 0,-10-26-47 0 0,1 0 0 0 0,1 1 0 0 0,-1-1 0 0 0,1 0 0 0 0,-1 0 0 0 0,1 0 0 0 0,1-1-1 0 0,-1 1 1 0 0,0-1 0 0 0,1 1 0 0 0,-1-1 0 0 0,1 0 0 0 0,0 0 0 0 0,0-1 0 0 0,1 1 0 0 0,-1-1 0 0 0,0 0 0 0 0,1 0 0 0 0,-1-1 0 0 0,1 1 0 0 0,0-1 0 0 0,5 1 0 0 0,-7-1-18 0 0,0-1 1 0 0,-1 0-1 0 0,1 0 1 0 0,-1 0-1 0 0,1 0 0 0 0,-1 0 1 0 0,1 0-1 0 0,-1-1 1 0 0,1 1-1 0 0,-1-1 1 0 0,1 0-1 0 0,-1 0 1 0 0,0 0-1 0 0,1 0 1 0 0,-1 0-1 0 0,0 0 1 0 0,0 0-1 0 0,0-1 1 0 0,0 1-1 0 0,0-1 1 0 0,0 0-1 0 0,0 0 1 0 0,0 1-1 0 0,-1-1 0 0 0,1 0 1 0 0,-1 0-1 0 0,1-1 1 0 0,-1 1-1 0 0,0 0 1 0 0,0 0-1 0 0,0-1 1 0 0,0 1-1 0 0,0-1 1 0 0,0 1-1 0 0,0-4 1 0 0,0 0 4 0 0,0-1 0 0 0,0 0-1 0 0,-1 0 1 0 0,0 0 0 0 0,0 0 0 0 0,0 0 0 0 0,-1 1 0 0 0,0-1 0 0 0,-1 0 0 0 0,1 0 0 0 0,-6-11 0 0 0,2 7 8 0 0,0 1 1 0 0,-1 0-1 0 0,-1 0 1 0 0,1 0-1 0 0,-11-11 0 0 0,13 16-125 0 0,-1 1 0 0 0,1 0 0 0 0,-1 0 0 0 0,0 0 0 0 0,0 0 0 0 0,0 1-1 0 0,0-1 1 0 0,-1 2 0 0 0,1-1 0 0 0,-1 0 0 0 0,-10-2 0 0 0,3 3-887 0 0</inkml:trace>
</inkml:ink>
</file>

<file path=ppt/ink/ink2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58.2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17 920 0 0,'0'-1'345'0'0,"0"0"-1"0"0,0 0 0 0 0,1 0 1 0 0,-1 0-1 0 0,0 0 0 0 0,1 0 1 0 0,-1 0-1 0 0,1 0 1 0 0,-1 0-1 0 0,1 0 0 0 0,0 0 1 0 0,-1 0-1 0 0,1 0 0 0 0,0 1 1 0 0,0-1-1 0 0,-1 0 1 0 0,16 1 6438 0 0,-15 0-6491 0 0,13 15 4565 0 0,-4 3-4280 0 0,3 36 542 0 0,-2 0-1 0 0,5 85 0 0 0,5 26-1228 0 0,-15-134-568 0 0,0-1-201 0 0</inkml:trace>
</inkml:ink>
</file>

<file path=ppt/ink/ink2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58.4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32 5065 0 0,'1'-4'-776'0'0,"11"-24"8328"0"0,-6 40-4100 0 0,-3 4-2309 0 0,-1 0 1 0 0,0 1 0 0 0,-1-1-1 0 0,-2 20 1 0 0,2 20-328 0 0,3 40-2162 0 0,-3-72-3689 0 0,0-7-1609 0 0</inkml:trace>
</inkml:ink>
</file>

<file path=ppt/ink/ink2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1:59.1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284 472 5065 0 0,'-8'-38'1856'0'0,"6"24"-759"0"0,-1 0 0 0 0,-1 0 0 0 0,0 0 1 0 0,-1 0-1 0 0,0 1 0 0 0,-10-17 1 0 0,14 27-888 0 0,-1 1 0 0 0,1 0 1 0 0,-1 0-1 0 0,0 1 0 0 0,0-1 0 0 0,0 0 1 0 0,0 0-1 0 0,0 1 0 0 0,0 0 1 0 0,0-1-1 0 0,0 1 0 0 0,-1 0 0 0 0,1 0 1 0 0,0 0-1 0 0,-1 0 0 0 0,1 0 1 0 0,-1 1-1 0 0,1-1 0 0 0,-4 1 0 0 0,1-1-28 0 0,-1 1 0 0 0,1 1-1 0 0,0-1 1 0 0,-1 1-1 0 0,1 0 1 0 0,0 0-1 0 0,-1 1 1 0 0,-8 3-1 0 0,3 0-102 0 0,0 0 0 0 0,0 1 0 0 0,1 0 0 0 0,-1 1 0 0 0,1 0 0 0 0,1 1 0 0 0,-13 13 0 0 0,17-15-77 0 0,1 0 1 0 0,-1 0 0 0 0,2 0 0 0 0,-1 1 0 0 0,1-1 0 0 0,0 1 0 0 0,0 0 0 0 0,0 0 0 0 0,1 0 0 0 0,1 0 0 0 0,-1 1 0 0 0,1-1 0 0 0,0 0 0 0 0,1 1 0 0 0,-1-1 0 0 0,3 13 0 0 0,-2-16-68 0 0,1 1 0 0 0,-1-1 1 0 0,1 0-1 0 0,0 0 0 0 0,1 0 0 0 0,-1 0 1 0 0,1 0-1 0 0,-1-1 0 0 0,1 1 0 0 0,0 0 1 0 0,1-1-1 0 0,-1 1 0 0 0,1-1 1 0 0,-1 0-1 0 0,1 0 0 0 0,0 0 0 0 0,0 0 1 0 0,0 0-1 0 0,1-1 0 0 0,-1 1 0 0 0,1-1 1 0 0,-1 0-1 0 0,1 0 0 0 0,0 0 0 0 0,0-1 1 0 0,0 1-1 0 0,0-1 0 0 0,0 0 1 0 0,0 0-1 0 0,8 0 0 0 0,-7 0-55 0 0,0-1 0 0 0,0 0 0 0 0,0 0 0 0 0,0-1 0 0 0,0 1 0 0 0,0-1-1 0 0,0 0 1 0 0,-1 0 0 0 0,1-1 0 0 0,0 1 0 0 0,-1-1 0 0 0,1 0 0 0 0,-1-1 0 0 0,0 1 0 0 0,5-4 0 0 0,-2 1-27 0 0,0-1 1 0 0,-1 0 0 0 0,0-1-1 0 0,0 1 1 0 0,0-1 0 0 0,-1 0 0 0 0,8-15-1 0 0,-1-2 156 0 0,-1-1 1 0 0,-1 0-1 0 0,-2 0 0 0 0,9-43 0 0 0,-10 35 723 0 0,-2-1 1 0 0,-1 1-1 0 0,-2-1 0 0 0,-1 0 1 0 0,-2 0-1 0 0,-1 0 0 0 0,-7-37 1 0 0,2 48-43 0 0,4 20-314 0 0,3 16-290 0 0,50 374 846 0 0,-40-340-1016 0 0,29 88 0 0 0,-26-101-316 0 0</inkml:trace>
</inkml:ink>
</file>

<file path=ppt/ink/ink2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2:03.0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0 103 1376 0 0,'7'-54'4748'0'0,"-7"5"13329"0"0,6 95-18001 0 0,-2 79-1 0 0,-1-13-22 0 0,3-11-53 0 0,-11 150 0 0 0,5-241-393 0 0,-1-1-1 0 0,1 1 0 0 0,1-1 1 0 0,2 16-1 0 0,-1-16-691 0 0,1-1-1 0 0,0 1 1 0 0,0 0 0 0 0,9 14-1 0 0</inkml:trace>
</inkml:ink>
</file>

<file path=ppt/ink/ink2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2:03.7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207 206 8754 0 0,'-2'-1'318'0'0,"0"0"1"0"0,0 0-1 0 0,0-1 1 0 0,0 1-1 0 0,0 0 0 0 0,1-1 1 0 0,-1 1-1 0 0,0-1 1 0 0,1 0-1 0 0,-1 1 0 0 0,1-1 1 0 0,-3-4-1 0 0,3 4-102 0 0,0 1 0 0 0,0-1 0 0 0,1 1 0 0 0,-1 0 0 0 0,0-1-1 0 0,-1 1 1 0 0,1 0 0 0 0,0-1 0 0 0,0 1 0 0 0,-1 0 0 0 0,1 0 0 0 0,0 0 0 0 0,-1 0 0 0 0,1 0-1 0 0,-1 1 1 0 0,1-1 0 0 0,-1 0 0 0 0,0 1 0 0 0,1-1 0 0 0,-1 1 0 0 0,0-1 0 0 0,1 1-1 0 0,-1 0 1 0 0,0 0 0 0 0,1 0 0 0 0,-1 0 0 0 0,0 0 0 0 0,0 0 0 0 0,1 0 0 0 0,-3 1 0 0 0,-3 2-88 0 0,0-1 0 0 0,1 1 1 0 0,0 0-1 0 0,0 1 1 0 0,0-1-1 0 0,0 1 1 0 0,0 1-1 0 0,1-1 1 0 0,-1 1-1 0 0,1 0 1 0 0,1 0-1 0 0,-1 0 0 0 0,1 1 1 0 0,0 0-1 0 0,0 0 1 0 0,-4 9-1 0 0,1-4 81 0 0,1 1-1 0 0,1-1 1 0 0,0 2-1 0 0,1-1 0 0 0,0 0 1 0 0,1 1-1 0 0,0 0 1 0 0,0 14-1 0 0,3-6-202 0 0,1-1 1 0 0,1 0-1 0 0,1 1 1 0 0,1-1-1 0 0,0 0 0 0 0,2-1 1 0 0,0 1-1 0 0,1-1 1 0 0,20 35-1 0 0,-22-45-27 0 0,1-1 0 0 0,0 0 0 0 0,0-1-1 0 0,1 1 1 0 0,0-1 0 0 0,1 0 0 0 0,-1-1 0 0 0,1 0-1 0 0,1 0 1 0 0,-1-1 0 0 0,1 0 0 0 0,0 0 0 0 0,0-1 0 0 0,0 0-1 0 0,0-1 1 0 0,16 4 0 0 0,-17-5 4 0 0,0 0 0 0 0,0-1 0 0 0,0 0-1 0 0,0-1 1 0 0,1 0 0 0 0,-1 0 0 0 0,0-1 0 0 0,0 0 0 0 0,0 0 0 0 0,0-1-1 0 0,0 0 1 0 0,-1 0 0 0 0,1-1 0 0 0,0 0 0 0 0,-1 0 0 0 0,0-1 0 0 0,0 0-1 0 0,0 0 1 0 0,0-1 0 0 0,10-9 0 0 0,-5 1 88 0 0,0-1 0 0 0,-1 0 0 0 0,-1-1 1 0 0,0 0-1 0 0,-1-1 0 0 0,-1 0 0 0 0,-1 0 0 0 0,0-1 0 0 0,-1 0 1 0 0,0 0-1 0 0,-2 0 0 0 0,0-1 0 0 0,-1 1 0 0 0,0-1 1 0 0,-2 0-1 0 0,0 0 0 0 0,-1 0 0 0 0,-4-32 0 0 0,0 35 7 0 0,0 0 0 0 0,-1 0 0 0 0,0 0 0 0 0,-1 1 0 0 0,-1 0 1 0 0,0 1-1 0 0,-1-1 0 0 0,0 1 0 0 0,-1 1 0 0 0,-14-15 0 0 0,4 6-212 0 0,0 1 1 0 0,-2 1-1 0 0,0 1 0 0 0,-42-28 1 0 0,56 42-119 0 0,-1-1 1 0 0,0 1-1 0 0,0 0 0 0 0,-1 1 1 0 0,-11-4-1 0 0,3 4-613 0 0</inkml:trace>
</inkml:ink>
</file>

<file path=ppt/ink/ink2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2:19.6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82 194 3225 0 0,'-16'-16'1622'0'0,"-29"-29"1082"0"0,43 43-2440 0 0,0-1 1 0 0,0 1-1 0 0,0-1 0 0 0,1 1 1 0 0,-1-1-1 0 0,0 0 0 0 0,1 0 0 0 0,0 0 1 0 0,0 0-1 0 0,0 0 0 0 0,0 0 1 0 0,0 0-1 0 0,1 0 0 0 0,-1 0 1 0 0,1-4-1 0 0,0 4-51 0 0,1 1 0 0 0,0-1 0 0 0,0 1 0 0 0,0-1 0 0 0,1 1 0 0 0,-1-1 0 0 0,0 1 0 0 0,1 0 0 0 0,0 0 0 0 0,-1 0 0 0 0,1 0 0 0 0,0 0 0 0 0,0 0 0 0 0,0 1 1 0 0,0-1-1 0 0,0 0 0 0 0,1 1 0 0 0,-1 0 0 0 0,0-1 0 0 0,5 0 0 0 0,8-5 228 0 0,0 2 1 0 0,19-5-1 0 0,-21 6-78 0 0,-2 0-266 0 0,0 1 1 0 0,0 1-1 0 0,0 0 0 0 0,0 0 0 0 0,1 1 0 0 0,-1 1 0 0 0,0 0 1 0 0,15 1-1 0 0,-23 0-72 0 0,1 0 0 0 0,0 0 1 0 0,0 0-1 0 0,-1 0 0 0 0,1 1 1 0 0,-1-1-1 0 0,1 1 0 0 0,-1 0 0 0 0,0 0 1 0 0,1 0-1 0 0,-1 1 0 0 0,0-1 1 0 0,0 1-1 0 0,-1-1 0 0 0,1 1 1 0 0,-1 0-1 0 0,1 0 0 0 0,-1 0 0 0 0,0 0 1 0 0,0 1-1 0 0,0-1 0 0 0,0 1 1 0 0,-1-1-1 0 0,1 1 0 0 0,-1 0 1 0 0,0-1-1 0 0,1 7 0 0 0,-1 3-30 0 0,1 0 0 0 0,-2 1 0 0 0,0-1-1 0 0,0 1 1 0 0,-1-1 0 0 0,-1 0 0 0 0,0 1-1 0 0,-1-1 1 0 0,0 0 0 0 0,-10 21 0 0 0,1-4 4 0 0,-2 0 1 0 0,-1-1 0 0 0,-23 34 0 0 0,29-51 106 0 0,6-8 0 0 0,0 0 1 0 0,-1 0 0 0 0,2 0 0 0 0,-1 1-1 0 0,0-1 1 0 0,1 1 0 0 0,0 0 0 0 0,0 0-1 0 0,0-1 1 0 0,0 1 0 0 0,-1 9-1 0 0,4-13-65 0 0,0 0 0 0 0,0 1-1 0 0,-1-1 1 0 0,1 0-1 0 0,0 0 1 0 0,0 0-1 0 0,1 0 1 0 0,-1 0-1 0 0,0 0 1 0 0,0 0-1 0 0,0 0 1 0 0,1 0 0 0 0,-1-1-1 0 0,0 1 1 0 0,1 0-1 0 0,-1-1 1 0 0,0 1-1 0 0,1-1 1 0 0,-1 0-1 0 0,1 1 1 0 0,-1-1-1 0 0,1 0 1 0 0,-1 0 0 0 0,1 0-1 0 0,2 0 1 0 0,40 0 273 0 0,38-9-170 0 0,26-2-1634 0 0,-35 7-3058 0 0,-46 2-1537 0 0</inkml:trace>
</inkml:ink>
</file>

<file path=ppt/ink/ink2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2:20.0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69 5065 0 0,'-22'-34'1898'0'0,"1"0"8389"0"0,31 56-9624 0 0,-1 1 0 0 0,-1 0 0 0 0,7 35 0 0 0,9 78 2354 0 0,-17-96-2763 0 0,1 15-266 0 0,20 98-158 0 0,-22-127 70 0 0,2 1 0 0 0,1-1-1 0 0,18 39 1 0 0,-8-30-573 0 0</inkml:trace>
</inkml:ink>
</file>

<file path=ppt/ink/ink2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2:20.7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159 42 2304 0 0,'-13'-7'1162'0'0,"1"1"0"0"0,-1 0 0 0 0,0 1-1 0 0,-1 0 1 0 0,1 1 0 0 0,-1 1-1 0 0,0 0 1 0 0,0 1 0 0 0,-25 2 3681 0 0,48 5-3416 0 0,11 4-703 0 0,13 7-483 0 0,0 2 1 0 0,-2 0 0 0 0,0 2-1 0 0,35 31 1 0 0,-30-23 12 0 0,1-2 0 0 0,46 25 1 0 0,26-3-129 0 0,-78-36-64 0 0,0 1 0 0 0,-1 2 0 0 0,-1 1 0 0 0,0 1 0 0 0,27 22 0 0 0,-53-37-34 0 0,-1 0 0 0 0,1 0 0 0 0,-1 1 0 0 0,0-1 0 0 0,0 1 0 0 0,0-1 0 0 0,0 1 0 0 0,0 0-1 0 0,0 0 1 0 0,-1 0 0 0 0,1 0 0 0 0,-1 0 0 0 0,2 5 0 0 0,-3-6-19 0 0,0 0 0 0 0,0 1 0 0 0,0-1 0 0 0,0 0 0 0 0,0 0 0 0 0,0 0 0 0 0,-1 0 0 0 0,1 0 0 0 0,-1 0 0 0 0,1 1 0 0 0,-1-1 0 0 0,0 0 0 0 0,0-1 1 0 0,0 1-1 0 0,0 0 0 0 0,0 0 0 0 0,0 0 0 0 0,-1 0 0 0 0,1-1 0 0 0,0 1 0 0 0,-3 1 0 0 0,-16 15 146 0 0,-1-2 0 0 0,-1 0 0 0 0,0-1 0 0 0,-34 16 0 0 0,-44 30 143 0 0,49-21 7 0 0,-88 93 0 0 0,133-126-325 0 0,-31 34 223 0 0,35-38-224 0 0,0 0 0 0 0,0 0 0 0 0,0 1 0 0 0,0-1 1 0 0,0 0-1 0 0,1 1 0 0 0,-1-1 0 0 0,1 1 0 0 0,0-1 0 0 0,0 1 0 0 0,0 6 0 0 0,5-2-555 0 0,2-3 97 0 0</inkml:trace>
</inkml:ink>
</file>

<file path=ppt/ink/ink2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2:21.5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203 72 5529 0 0,'-22'-3'645'0'0,"-36"-9"0"0"0,44 7 215 0 0,0 2-1 0 0,-1 0 0 0 0,1 1 1 0 0,0 0-1 0 0,-1 1 0 0 0,-21 2 1 0 0,60-1 4211 0 0,59 0-3765 0 0,363-9 1406 0 0,17 0-2511 0 0,-379 3-274 0 0,84-3 58 0 0,-149 6 204 0 0,-15-2-2069 0 0</inkml:trace>
</inkml:ink>
</file>

<file path=ppt/ink/ink2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2:21.9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212 25 2593 0 0,'-28'-13'1818'0'0,"18"10"80"0"0,0 0 1 0 0,0 1-1 0 0,0 1 1 0 0,0 0 0 0 0,-1 0-1 0 0,-19 1 1 0 0,-7 5 882 0 0,32-1-834 0 0,14-1-1553 0 0,18 2-592 0 0,-17-3 206 0 0,1-1 0 0 0,-1 2 0 0 0,0 0 1 0 0,0 0-1 0 0,0 0 0 0 0,0 2 0 0 0,0-1 0 0 0,15 11 1 0 0,5 5-14 0 0,34 31-1 0 0,-8-5 11 0 0,-50-41-5 0 0,-1-2 0 0 0,-1 0 0 0 0,0 0 0 0 0,0 1 0 0 0,0-1 0 0 0,-1 1 0 0 0,5 5 0 0 0,-7-8 0 0 0,-1 0 0 0 0,1 0 0 0 0,-1 0 0 0 0,0 0 0 0 0,1 0 0 0 0,-1 0 0 0 0,0 0 0 0 0,1 0 0 0 0,-1 0 0 0 0,0 1 0 0 0,0-1 0 0 0,0 0 0 0 0,0 0 0 0 0,0 0 0 0 0,0 0 0 0 0,0 0 0 0 0,-1 0 0 0 0,1 0 0 0 0,0 0 0 0 0,-1 0 0 0 0,1 1 0 0 0,0-1 0 0 0,-1 0 0 0 0,1-1 0 0 0,-1 1 0 0 0,0 0 0 0 0,1 0 0 0 0,-1 0 0 0 0,0 0 0 0 0,1 0 0 0 0,-1 0 0 0 0,0-1 0 0 0,0 1 0 0 0,0 0 0 0 0,-1 0 0 0 0,-130 91 206 0 0,76-54-188 0 0,4-5-19 0 0,22-14-811 0 0,1 1 0 0 0,-31 27 0 0 0,48-31-2360 0 0</inkml:trace>
</inkml:ink>
</file>

<file path=ppt/ink/ink2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2:22.6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218 64 2761 0 0,'-5'-14'3304'0'0,"3"7"-1723"0"0,0 0 0 0 0,0 0 0 0 0,-1 0 0 0 0,0 1 0 0 0,-4-8 0 0 0,6 14-1521 0 0,1-1-1 0 0,-1 1 1 0 0,1 0-1 0 0,-1 0 1 0 0,1 0 0 0 0,-1 0-1 0 0,1 0 1 0 0,-1 0-1 0 0,0 0 1 0 0,1 0-1 0 0,-1 0 1 0 0,1 0-1 0 0,-1 0 1 0 0,1 0-1 0 0,-1 0 1 0 0,1 0-1 0 0,-1 1 1 0 0,1-1-1 0 0,-1 0 1 0 0,1 0-1 0 0,-1 1 1 0 0,1-1 0 0 0,0 0-1 0 0,-1 0 1 0 0,1 1-1 0 0,-1-1 1 0 0,1 1-1 0 0,0-1 1 0 0,-1 0-1 0 0,1 1 1 0 0,0-1-1 0 0,-1 1 1 0 0,1-1-1 0 0,0 1 1 0 0,0-1-1 0 0,-1 1 1 0 0,-15 23 300 0 0,14-21-198 0 0,-13 19-104 0 0,-80 134 1090 0 0,87-141-1050 0 0,1 1 0 0 0,0-1 0 0 0,1 1 0 0 0,1 1 0 0 0,1-1 0 0 0,0 0 0 0 0,1 1 0 0 0,-1 25 0 0 0,4-32-89 0 0,1 0 0 0 0,0-1-1 0 0,1 1 1 0 0,0-1 0 0 0,0 0-1 0 0,1 0 1 0 0,0 0 0 0 0,1 0-1 0 0,0 0 1 0 0,0 0 0 0 0,1-1-1 0 0,0 0 1 0 0,0 0 0 0 0,1 0-1 0 0,0-1 1 0 0,0 0 0 0 0,1 0-1 0 0,0 0 1 0 0,0-1 0 0 0,1 0-1 0 0,0-1 1 0 0,0 0 0 0 0,0 0-1 0 0,0 0 1 0 0,1-1 0 0 0,0 0-1 0 0,0-1 1 0 0,0 0 0 0 0,0 0-1 0 0,0-1 1 0 0,1 0 0 0 0,-1-1-1 0 0,1 0 1 0 0,-1-1 0 0 0,18 0-1 0 0,-12-2-39 0 0,-1-1-1 0 0,0 0 1 0 0,27-9-1 0 0,-37 11 25 0 0,-1 0 0 0 0,0-1 0 0 0,1 1 0 0 0,-1-1 0 0 0,0 1 0 0 0,0-1 0 0 0,0 0 0 0 0,0 0 0 0 0,0 0 0 0 0,-1-1 0 0 0,1 1 0 0 0,-1-1 0 0 0,1 1 0 0 0,-1-1 0 0 0,0 0 0 0 0,0 0 0 0 0,0 0 0 0 0,0 0 0 0 0,-1 0-1 0 0,1-1 1 0 0,-1 1 0 0 0,1-4 0 0 0,-2 4-10 0 0,0 0-1 0 0,0 0 1 0 0,0 0-1 0 0,-1 0 0 0 0,0 1 1 0 0,1-1-1 0 0,-1 0 1 0 0,0 0-1 0 0,0 0 1 0 0,-1 0-1 0 0,1 1 0 0 0,0-1 1 0 0,-1 1-1 0 0,0-1 1 0 0,0 1-1 0 0,1 0 1 0 0,-5-4-1 0 0,-44-38-258 0 0,32 30 132 0 0,12 9 118 0 0,0-1 0 0 0,0 0 0 0 0,0 0 0 0 0,1-1 0 0 0,-1 1 0 0 0,2-1 0 0 0,-1 0 0 0 0,1-1 0 0 0,0 1-1 0 0,-3-10 1 0 0,6 14-15 0 0,0 0-1 0 0,0 0 0 0 0,1 0 1 0 0,-1 0-1 0 0,1 1 0 0 0,-1-1 0 0 0,1 0 1 0 0,0 0-1 0 0,1 0 0 0 0,-1 0 1 0 0,0 0-1 0 0,1 0 0 0 0,-1 0 1 0 0,1 1-1 0 0,0-1 0 0 0,0 0 0 0 0,0 0 1 0 0,1 1-1 0 0,-1-1 0 0 0,0 1 1 0 0,1-1-1 0 0,0 1 0 0 0,0-1 0 0 0,-1 1 1 0 0,1 0-1 0 0,0 0 0 0 0,1 0 1 0 0,-1 0-1 0 0,0 0 0 0 0,1 1 1 0 0,-1-1-1 0 0,5-1 0 0 0,7-4 28 0 0,0 1 0 0 0,0 0 0 0 0,0 2-1 0 0,1-1 1 0 0,0 2 0 0 0,-1 0 0 0 0,1 1 0 0 0,20-1 0 0 0,-8 2 199 0 0,0 2 1 0 0,-1 0-1 0 0,49 10 1 0 0,-70-10-112 0 0,-1 0 0 0 0,1 0 0 0 0,-1 0 0 0 0,1 1 0 0 0,-1 0 0 0 0,0 0 0 0 0,1 0 0 0 0,-1 0 0 0 0,0 0 0 0 0,0 1 0 0 0,-1 0 0 0 0,1 0 0 0 0,0 0 0 0 0,-1 0 0 0 0,0 1 0 0 0,0-1 0 0 0,0 1 0 0 0,4 6 0 0 0,-4-4 28 0 0,-1 0-1 0 0,0 0 1 0 0,0 0 0 0 0,0 1 0 0 0,-1-1-1 0 0,0 1 1 0 0,0-1 0 0 0,-1 1 0 0 0,0-1-1 0 0,0 1 1 0 0,0-1 0 0 0,-3 13 0 0 0,-12 58 685 0 0,9-57-680 0 0,2-1 0 0 0,0 0 0 0 0,2 1 0 0 0,0 0 0 0 0,1 0 0 0 0,1 0 0 0 0,3 27 0 0 0,0-21-126 0 0,-2-19-281 0 0,-1 1-1 0 0,1 0 0 0 0,1-1 1 0 0,0 1-1 0 0,0-1 0 0 0,0 1 0 0 0,1-1 1 0 0,5 12-1 0 0,-2-13-1202 0 0</inkml:trace>
</inkml:ink>
</file>

<file path=ppt/ink/ink2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2:23.0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75 163 2761 0 0,'5'-11'385'0'0,"10"-38"8161"0"0,-23 57-6335 0 0,-4 9-128 0 0,-1 7-1552 0 0,2 1 0 0 0,1 0 0 0 0,1 1 0 0 0,1 0 0 0 0,1 1 0 0 0,2-1 0 0 0,0 1 0 0 0,-1 55-1 0 0,6-74-515 0 0,0 0 0 0 0,1 1-1 0 0,0-1 1 0 0,1 0-1 0 0,-1 0 1 0 0,2 0-1 0 0,-1 0 1 0 0,1 0-1 0 0,0 0 1 0 0,1-1 0 0 0,-1 1-1 0 0,2-1 1 0 0,-1 0-1 0 0,1 0 1 0 0,0 0-1 0 0,0-1 1 0 0,12 11-1 0 0,-11-13 1 0 0,0 1 0 0 0,0-1 0 0 0,1 0 0 0 0,-1 0 0 0 0,1-1 0 0 0,0 0 0 0 0,0 0 0 0 0,0-1 0 0 0,0 0 0 0 0,0 0 0 0 0,1-1 0 0 0,-1 1 0 0 0,0-2 0 0 0,1 1 0 0 0,-1-1 0 0 0,1 0 0 0 0,-1 0 0 0 0,1-1 0 0 0,-1 0 0 0 0,8-3 0 0 0,-3 1 32 0 0,0 0 0 0 0,0-1 0 0 0,0-1 0 0 0,-1 0 0 0 0,1 0 1 0 0,-1-1-1 0 0,-1-1 0 0 0,1 0 0 0 0,-1 0 0 0 0,0-1 0 0 0,-1 0 1 0 0,0-1-1 0 0,0 0 0 0 0,-1 0 0 0 0,0-1 0 0 0,-1 0 0 0 0,0 0 0 0 0,0-1 1 0 0,-1 0-1 0 0,0 0 0 0 0,-1-1 0 0 0,-1 1 0 0 0,0-1 0 0 0,0 0 1 0 0,-1 0-1 0 0,-1-1 0 0 0,0 1 0 0 0,0 0 0 0 0,-2-1 0 0 0,1 1 1 0 0,-2-1-1 0 0,-2-21 0 0 0,1 17-2 0 0,-1-1 1 0 0,0 1-1 0 0,-2 0 0 0 0,0 0 1 0 0,0 1-1 0 0,-2-1 0 0 0,-14-27 1 0 0,16 37-76 0 0,0-1 1 0 0,-1 1 0 0 0,1 0 0 0 0,-1 0-1 0 0,-1 1 1 0 0,1 0 0 0 0,-1 0 0 0 0,0 0-1 0 0,0 1 1 0 0,-1 0 0 0 0,0 0-1 0 0,0 1 1 0 0,0 0 0 0 0,0 0 0 0 0,0 1-1 0 0,-1 0 1 0 0,-9-1 0 0 0,-2 0-385 0 0,0 1-1 0 0,-22 0 1 0 0,-3 3-744 0 0</inkml:trace>
</inkml:ink>
</file>

<file path=ppt/ink/ink2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2:24.0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10 1840 0 0,'-25'-3'219'0'0,"25"3"76"0"0,-20 1 1494 0 0,15 2-1177 0 0,14 2 2 0 0,6 0-153 0 0,1-1-1 0 0,-1-1 1 0 0,1 0-1 0 0,0-1 1 0 0,0 0 0 0 0,25-2-1 0 0,100-14 916 0 0,-39 2-829 0 0,338 4 870 0 0,1 27-231 0 0,-197-6-558 0 0,26 0-181 0 0,216 9-399 0 0,4-33 138 0 0,-414 3-40 0 0,-35 3-27 0 0,0 2 1 0 0,0 1-1 0 0,0 2 1 0 0,53 7-1 0 0,-92-7 13 0 0,0 0 1 0 0,0 0-1 0 0,0 1 0 0 0,0-1 0 0 0,0 0 1 0 0,0 1-1 0 0,0 0 0 0 0,0-1 0 0 0,0 1 0 0 0,-1 0 1 0 0,1 0-1 0 0,0 0 0 0 0,0 0 0 0 0,-1 0 1 0 0,1 1-1 0 0,2 1 0 0 0,-3 0 71 0 0,-1-1 1 0 0,0 0-1 0 0,1 1 0 0 0,-1-1 1 0 0,0 1-1 0 0,0-1 0 0 0,0 0 1 0 0,0 1-1 0 0,-1-1 0 0 0,1 0 1 0 0,-1 1-1 0 0,0 2 0 0 0,0-2-173 0 0,-11 81 445 0 0,4 0 0 0 0,4 129 0 0 0,4-172-443 0 0,6 79-2 0 0,21 127 0 0 0,3 9 37 0 0,-27-199-56 0 0,-2-1 0 0 0,-10 87 0 0 0,6-119-14 0 0,0 0 0 0 0,-2-1 0 0 0,-1 0 0 0 0,-15 38 0 0 0,17-52 3 0 0,0-1 0 0 0,0 0 0 0 0,-1 0 0 0 0,0 0 0 0 0,-1-1 0 0 0,0 1 1 0 0,0-1-1 0 0,0-1 0 0 0,-1 1 0 0 0,0-1 0 0 0,0 0 0 0 0,-1-1 0 0 0,0 0 0 0 0,0 0 0 0 0,-9 4 0 0 0,-28 8 252 0 0,-2-1 0 0 0,0-3-1 0 0,-58 10 1 0 0,3-1-161 0 0,-356 67 471 0 0,-5-27-603 0 0,258-35 68 0 0,82-15 226 0 0,-146-2 0 0 0,-122-29 332 0 0,101 9-489 0 0,-68-7-1358 0 0,315 11-843 0 0</inkml:trace>
</inkml:ink>
</file>

<file path=ppt/ink/ink2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2:24.4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108 100 6913 0 0,'-16'-42'1385'0'0,"14"36"-384"0"0,0-1-1 0 0,-1 1 0 0 0,0-1 1 0 0,0 1-1 0 0,0 0 0 0 0,-10-13 1565 0 0,13 19-2473 0 0,-1 0 0 0 0,1-1 0 0 0,0 1 0 0 0,0 0 0 0 0,-1 0 0 0 0,1 0 0 0 0,0 0 0 0 0,0 0 0 0 0,0 0 0 0 0,-1 0 0 0 0,1 0 0 0 0,0 0 0 0 0,-2 1 921 0 0,1 0-921 0 0,-5 10 1495 0 0,1 17-581 0 0,5-28-978 0 0,-25 213 669 0 0,4 396 0 0 0,34-457-642 0 0,45 207-1 0 0,-39-258 84 0 0,16 51-243 0 0,-13-89-6348 0 0,-7-30-799 0 0</inkml:trace>
</inkml:ink>
</file>

<file path=ppt/ink/ink2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3:26.1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 8290 0 0,'6'-17'11298'0'0,"-4"16"-10955"0"0,-1 2-191 0 0,0-1 0 0 0,0 0 0 0 0,1 1 1 0 0,-1-1-1 0 0,0 1 0 0 0,0 0 0 0 0,0-1 0 0 0,0 1 1 0 0,1 0-1 0 0,-1 0 0 0 0,0 0 0 0 0,0-1 0 0 0,-1 1 1 0 0,2 2-1 0 0,4 3-179 0 0,0 1 1 0 0,-1 0-1 0 0,0 0 0 0 0,4 10 1 0 0,1 8 68 0 0,-1 1 1 0 0,-1-1-1 0 0,-2 1 1 0 0,6 47 0 0 0,-2 107 266 0 0,-10-119-196 0 0,17 111 0 0 0,-16-166-171 0 0,0 0 0 0 0,0 0 0 0 0,1 0-1 0 0,-1 0 1 0 0,1 0 0 0 0,1-1 0 0 0,-1 1 0 0 0,1-1 0 0 0,0 1 0 0 0,0-1 0 0 0,8 9-1 0 0,2-4-707 0 0</inkml:trace>
</inkml:ink>
</file>

<file path=ppt/ink/ink2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3:26.5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93 115 10594 0 0,'0'-1'217'0'0,"-1"0"0"0"0,0 0 1 0 0,1 1-1 0 0,-1-1 0 0 0,0 0 0 0 0,0 1 0 0 0,0-1 0 0 0,0 0 0 0 0,0 1 0 0 0,0-1 1 0 0,0 1-1 0 0,0 0 0 0 0,0-1 0 0 0,0 1 0 0 0,0 0 0 0 0,0-1 0 0 0,0 1 0 0 0,0 0 0 0 0,0 0 1 0 0,0 0-1 0 0,0 0 0 0 0,0 0 0 0 0,0 0 0 0 0,0 0 0 0 0,0 0 0 0 0,0 1 0 0 0,0-1 0 0 0,0 0 1 0 0,0 1-1 0 0,-2 0 0 0 0,1 1 64 0 0,-1-1 0 0 0,1 2 0 0 0,0-1 1 0 0,-1 0-1 0 0,1 0 0 0 0,0 1 0 0 0,0-1 1 0 0,1 1-1 0 0,-1 0 0 0 0,-2 4 0 0 0,-2 6 70 0 0,1 0-1 0 0,0 0 1 0 0,-5 28 0 0 0,5-10-316 0 0,2 1 1 0 0,1-1 0 0 0,1 1-1 0 0,2 0 1 0 0,2-1 0 0 0,0 1-1 0 0,3-1 1 0 0,0 0-1 0 0,2 0 1 0 0,20 51 0 0 0,-25-74-33 0 0,1 0 1 0 0,0 0 0 0 0,1 0 0 0 0,0-1-1 0 0,0 0 1 0 0,1 0 0 0 0,-1 0-1 0 0,1-1 1 0 0,1 1 0 0 0,-1-1 0 0 0,1-1-1 0 0,0 0 1 0 0,12 7 0 0 0,-14-9 0 0 0,1-1-1 0 0,-1 0 1 0 0,1 0 0 0 0,-1-1 0 0 0,1 1 0 0 0,0-1-1 0 0,0 0 1 0 0,-1-1 0 0 0,1 1 0 0 0,0-1 0 0 0,0-1 0 0 0,0 1-1 0 0,0-1 1 0 0,-1 0 0 0 0,1 0 0 0 0,0 0 0 0 0,-1-1-1 0 0,1 0 1 0 0,-1 0 0 0 0,1-1 0 0 0,6-3 0 0 0,-5 2 13 0 0,-1 0 1 0 0,1-1-1 0 0,-1 1 0 0 0,0-1 1 0 0,0 0-1 0 0,0-1 1 0 0,-1 1-1 0 0,1-1 1 0 0,-2-1-1 0 0,1 1 0 0 0,0 0 1 0 0,-1-1-1 0 0,-1 0 1 0 0,6-12-1 0 0,-6 9 22 0 0,0-1-1 0 0,-1 1 1 0 0,0-1 0 0 0,0 0-1 0 0,-1 0 1 0 0,-1 0-1 0 0,0 0 1 0 0,0 0 0 0 0,-3-16-1 0 0,-3-1 32 0 0,-1 0 0 0 0,-2 0-1 0 0,0 1 1 0 0,-2 0 0 0 0,-1 1 0 0 0,-1 0 0 0 0,-17-25-1 0 0,8 15-274 0 0,-2 1 0 0 0,-2 1-1 0 0,-1 2 1 0 0,-1 0-1 0 0,-43-37 1 0 0,56 59-1645 0 0</inkml:trace>
</inkml:ink>
</file>

<file path=ppt/ink/ink2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3:28.0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42 5985 0 0,'-15'-9'1865'0'0,"0"1"-1"0"0,-1 0 0 0 0,-27-9 1 0 0,70 29-1076 0 0,0 1 0 0 0,-2 2 1 0 0,1 0-1 0 0,-2 1 0 0 0,34 30 0 0 0,35 22 813 0 0,93 42-1606 0 0,-16-9 24 0 0,-164-98 66 0 0,0 1 0 0 0,-1 0 0 0 0,0 0 0 0 0,0 0-1 0 0,0 0 1 0 0,0 1 0 0 0,-1 0 0 0 0,1 0 0 0 0,-1 0 0 0 0,4 9 0 0 0,-7-12-31 0 0,0 1 0 0 0,0-1 0 0 0,0 1 0 0 0,-1 0 0 0 0,1-1 0 0 0,-1 1 0 0 0,0 0 0 0 0,0-1 1 0 0,0 1-1 0 0,0 0 0 0 0,0 0 0 0 0,0-1 0 0 0,-1 1 0 0 0,1 0 0 0 0,-1-1 0 0 0,0 1 0 0 0,0-1 0 0 0,0 1 1 0 0,0-1-1 0 0,0 1 0 0 0,-1-1 0 0 0,1 0 0 0 0,-1 1 0 0 0,1-1 0 0 0,-1 0 0 0 0,0 0 0 0 0,-3 2 0 0 0,-29 30 362 0 0,-54 41 0 0 0,-25 25-164 0 0,92-79-366 0 0,1 2-1 0 0,1 0 1 0 0,1 2-1 0 0,1 0 1 0 0,2 1-1 0 0,0 0 1 0 0,2 1-1 0 0,-14 39 1 0 0,22-34-2064 0 0,5-23 649 0 0</inkml:trace>
</inkml:ink>
</file>

<file path=ppt/ink/ink2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3:28.6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84 4145 0 0,'1'-5'464'0'0,"0"0"-1"0"0,1 1 1 0 0,-1-1 0 0 0,1 0-1 0 0,0 1 1 0 0,0-1 0 0 0,0 1-1 0 0,1 0 1 0 0,-1 0 0 0 0,1 0 0 0 0,0 0-1 0 0,0 0 1 0 0,1 0 0 0 0,-1 1-1 0 0,1 0 1 0 0,-1 0 0 0 0,1 0-1 0 0,0 0 1 0 0,8-4 0 0 0,-11 7-325 0 0,0 0-1 0 0,0 1 1 0 0,0-1-1 0 0,0 0 1 0 0,0 1 0 0 0,-1-1-1 0 0,1 0 1 0 0,0 1 0 0 0,0-1-1 0 0,0 1 1 0 0,-1-1 0 0 0,1 1-1 0 0,0 0 1 0 0,-1-1 0 0 0,1 1-1 0 0,0 0 1 0 0,-1-1 0 0 0,1 1-1 0 0,-1 0 1 0 0,1 0 0 0 0,-1 0-1 0 0,0-1 1 0 0,1 1-1 0 0,-1 0 1 0 0,0 0 0 0 0,1 0-1 0 0,-1 0 1 0 0,0 0 0 0 0,0 1-1 0 0,8 28 1415 0 0,-3 23-499 0 0,-2 0-1 0 0,-5 66 1 0 0,0-27-875 0 0,0 20-153 0 0,0-27-715 0 0,11 106 0 0 0,-3-158-2421 0 0</inkml:trace>
</inkml:ink>
</file>

<file path=ppt/ink/ink2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3:29.0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34 6449 0 0,'-2'0'497'0'0,"0"0"-1"0"0,0 1 1 0 0,0-1-1 0 0,0 0 1 0 0,0 1-1 0 0,0-1 0 0 0,1 1 1 0 0,-1-1-1 0 0,0 1 1 0 0,0 0-1 0 0,1 0 1 0 0,-1 0-1 0 0,0 0 0 0 0,1 0 1 0 0,-1 0-1 0 0,-1 3 1 0 0,0-2-209 0 0,1 1 0 0 0,0 0 0 0 0,0 0 0 0 0,0 0 0 0 0,0 0 0 0 0,0 0 0 0 0,1 1 0 0 0,-2 4 0 0 0,-1 5-321 0 0,1 1 0 0 0,1 0 0 0 0,-1 22 0 0 0,2-28 456 0 0,-1 14-419 0 0,1 1 0 0 0,1-1 0 0 0,0 1 1 0 0,2-1-1 0 0,1 1 0 0 0,10 39 0 0 0,-11-56-6 0 0,0 0-1 0 0,0 0 1 0 0,0-1 0 0 0,1 1-1 0 0,0 0 1 0 0,0-1 0 0 0,0 0-1 0 0,1 0 1 0 0,0 0 0 0 0,0 0-1 0 0,0 0 1 0 0,1-1-1 0 0,-1 0 1 0 0,1 0 0 0 0,0 0-1 0 0,0-1 1 0 0,0 1 0 0 0,1-1-1 0 0,-1 0 1 0 0,1-1 0 0 0,0 1-1 0 0,0-1 1 0 0,0-1 0 0 0,0 1-1 0 0,0-1 1 0 0,0 0 0 0 0,0 0-1 0 0,0 0 1 0 0,9-1-1 0 0,-7 0 54 0 0,0-1-1 0 0,0 1 0 0 0,-1-2 1 0 0,1 1-1 0 0,0-1 0 0 0,-1 0 1 0 0,1 0-1 0 0,-1-1 0 0 0,0 0 1 0 0,0 0-1 0 0,0-1 0 0 0,0 0 1 0 0,-1 0-1 0 0,1-1 0 0 0,-1 0 1 0 0,0 0-1 0 0,-1 0 0 0 0,1-1 1 0 0,-1 1-1 0 0,0-1 0 0 0,0-1 0 0 0,-1 1 1 0 0,0-1-1 0 0,0 0 0 0 0,0 0 1 0 0,2-8-1 0 0,-2 5 54 0 0,-1 1 0 0 0,0-1 1 0 0,-1 1-1 0 0,0-1 0 0 0,-1 0 0 0 0,0 0 0 0 0,0 1 0 0 0,-1-1 1 0 0,0 0-1 0 0,-1 0 0 0 0,0 0 0 0 0,-1 0 0 0 0,0 1 0 0 0,0-1 1 0 0,-1 0-1 0 0,0 1 0 0 0,-1 0 0 0 0,0 0 0 0 0,-1 0 0 0 0,-6-11 1 0 0,1 8-125 0 0,0-1 0 0 0,0 1 0 0 0,-1 1 0 0 0,-1 0 1 0 0,0 0-1 0 0,-16-10 0 0 0,12 10-1268 0 0,-1 1-1 0 0,-26-11 1 0 0,26 13-5047 0 0</inkml:trace>
</inkml:ink>
</file>

<file path=ppt/ink/ink2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3:29.6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27 139 6449 0 0,'-24'7'2346'0'0,"21"-1"-1146"0"0,16-2-465 0 0,41 1 608 0 0,1-2 0 0 0,91-8 0 0 0,-86 2-939 0 0,454-37 4099 0 0,-478 37-4387 0 0,320-48 221 0 0,49-4-60 0 0,-378 54-707 0 0,-20 2 155 0 0,1-1 0 0 0,-1-1 0 0 0,0 1 1 0 0,0-1-1 0 0,0 0 0 0 0,8-3 1 0 0</inkml:trace>
</inkml:ink>
</file>

<file path=ppt/ink/ink2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3:30.0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130 15 2304 0 0,'-23'-11'1175'0'0,"21"10"-677"0"0,-1 0 1 0 0,1 1-1 0 0,-1-1 1 0 0,1 1-1 0 0,0 0 0 0 0,-1 0 1 0 0,1 0-1 0 0,-1 0 0 0 0,1 0 1 0 0,0 0-1 0 0,-1 1 0 0 0,1-1 1 0 0,0 1-1 0 0,-1 0 0 0 0,1 0 1 0 0,0-1-1 0 0,0 1 1 0 0,0 1-1 0 0,-1-1 0 0 0,1 0 1 0 0,0 0-1 0 0,0 1 0 0 0,1-1 1 0 0,-3 3-1 0 0,3-2-324 0 0,0 0 1 0 0,0 0-1 0 0,0 0 1 0 0,1 0-1 0 0,-1 0 0 0 0,1 0 1 0 0,-1 0-1 0 0,1 0 0 0 0,0 0 1 0 0,0 1-1 0 0,0-1 0 0 0,0 0 1 0 0,0 0-1 0 0,0 0 0 0 0,0 0 1 0 0,1 1-1 0 0,-1-1 1 0 0,1 0-1 0 0,0 0 0 0 0,-1 0 1 0 0,1 0-1 0 0,0 0 0 0 0,0 0 1 0 0,1-1-1 0 0,0 3 0 0 0,4 5-17 0 0,0 1-1 0 0,1-2 0 0 0,10 12 1 0 0,41 38 68 0 0,-36-39-246 0 0,-1 1 0 0 0,-1 2 0 0 0,-1 0 1 0 0,31 46-1 0 0,-46-61 60 0 0,0 0 1 0 0,-1 0 0 0 0,0 0-1 0 0,-1 0 1 0 0,1 1 0 0 0,-1-1 0 0 0,-1 1-1 0 0,1-1 1 0 0,-1 1 0 0 0,-1 0-1 0 0,1-1 1 0 0,-1 1 0 0 0,-1 0-1 0 0,1-1 1 0 0,-1 1 0 0 0,-1 0-1 0 0,1-1 1 0 0,-1 1 0 0 0,-1-1-1 0 0,1 0 1 0 0,-1 1 0 0 0,0-1-1 0 0,-7 9 1 0 0,0-1 56 0 0,0 0 0 0 0,-1-1 0 0 0,0-1 0 0 0,-1 0 0 0 0,-1 0 0 0 0,-21 15 0 0 0,-92 57-80 0 0,97-70-400 0 0,9-9-2638 0 0</inkml:trace>
</inkml:ink>
</file>

<file path=ppt/ink/ink2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3:30.4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175 2 5529 0 0,'-7'-1'388'0'0,"0"0"-1"0"0,0 1 0 0 0,0 0 1 0 0,0 1-1 0 0,1 0 1 0 0,-1 0-1 0 0,0 0 0 0 0,0 1 1 0 0,1 0-1 0 0,-1 0 1 0 0,-6 4-1 0 0,9-4-23 0 0,1 0 0 0 0,-1 1 1 0 0,1-1-1 0 0,0 1 0 0 0,0 0 0 0 0,0 0 1 0 0,1 0-1 0 0,-1 1 0 0 0,1-1 0 0 0,-1 1 0 0 0,1-1 1 0 0,0 1-1 0 0,0 0 0 0 0,1 0 0 0 0,-1 0 1 0 0,1 0-1 0 0,0 0 0 0 0,0 0 0 0 0,-1 7 0 0 0,-5 54 1662 0 0,2 76 0 0 0,1-23-1263 0 0,-6 9-625 0 0,-3 79 138 0 0,13-165-2423 0 0,7 54 0 0 0</inkml:trace>
</inkml:ink>
</file>

<file path=ppt/ink/ink2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3:30.7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16 228 2304 0 0,'-2'-3'596'0'0,"0"0"0"0"0,0 0-1 0 0,1 0 1 0 0,-1-1-1 0 0,1 1 1 0 0,0 0-1 0 0,-1-1 1 0 0,2 1-1 0 0,-1-1 1 0 0,0 1 0 0 0,1-1-1 0 0,-1 1 1 0 0,1-1-1 0 0,0 1 1 0 0,1-7-1 0 0,-1 9-383 0 0,0-1 0 0 0,1 1-1 0 0,-1 0 1 0 0,0 0-1 0 0,1 0 1 0 0,-1 0 0 0 0,1 0-1 0 0,-1 0 1 0 0,1 0 0 0 0,0 0-1 0 0,-1 0 1 0 0,1 0 0 0 0,0 0-1 0 0,0 1 1 0 0,0-1 0 0 0,-1 0-1 0 0,1 0 1 0 0,0 1-1 0 0,0-1 1 0 0,1 0 0 0 0,0 0-97 0 0,0 1 1 0 0,0-1 0 0 0,0 1-1 0 0,0 0 1 0 0,-1 0 0 0 0,1 0-1 0 0,0 0 1 0 0,0 0 0 0 0,0 0-1 0 0,0 0 1 0 0,0 1 0 0 0,0-1-1 0 0,-1 1 1 0 0,1-1 0 0 0,0 1-1 0 0,2 1 1 0 0,11 5 28 0 0,-1 0 0 0 0,0 1 0 0 0,0 1 0 0 0,-1 0 0 0 0,22 20 0 0 0,56 65 837 0 0,-43-42-770 0 0,-28-31-210 0 0,83 78 22 0 0,-91-88-12 0 0,1-2 0 0 0,0 0 0 0 0,0 0 0 0 0,1-1 0 0 0,0-1-1 0 0,26 10 1 0 0,-37-15 48 0 0,0-1 1 0 0,0-1-1 0 0,0 1 0 0 0,0 0 0 0 0,0-1 0 0 0,0 0 0 0 0,0 1 0 0 0,0-1 0 0 0,0 0 0 0 0,0-1 1 0 0,1 1-1 0 0,-1-1 0 0 0,0 1 0 0 0,0-1 0 0 0,0 0 0 0 0,0 0 0 0 0,-1 0 0 0 0,1 0 1 0 0,0-1-1 0 0,0 1 0 0 0,-1-1 0 0 0,1 0 0 0 0,-1 1 0 0 0,1-1 0 0 0,-1 0 0 0 0,0-1 0 0 0,1 1 1 0 0,-1 0-1 0 0,0-1 0 0 0,-1 1 0 0 0,1-1 0 0 0,0 1 0 0 0,-1-1 0 0 0,0 0 0 0 0,1 0 0 0 0,-1 0 1 0 0,1-4-1 0 0,4-11 141 0 0,-2-1 1 0 0,0 0-1 0 0,0 0 1 0 0,0-33-1 0 0,-4 48-195 0 0,5-98 62 0 0,4-53-66 0 0,-6 128-1369 0 0,13-45 0 0 0,-10 52-6215 0 0</inkml:trace>
</inkml:ink>
</file>

<file path=ppt/ink/ink2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3:31.2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232 98 11058 0 0,'-2'-15'240'0'0,"1"6"721"0"0,0 1-1 0 0,-1 0 0 0 0,1 0 1 0 0,-2-1-1 0 0,1 1 0 0 0,-4-8 1 0 0,5 15-792 0 0,0 0-1 0 0,1 0 1 0 0,-1 0 0 0 0,0 0 0 0 0,0 0 0 0 0,0 0 0 0 0,0 0 0 0 0,0 0 0 0 0,0 0 0 0 0,0 0 0 0 0,0 0 0 0 0,0 1 0 0 0,0-1 0 0 0,0 0 0 0 0,-1 1 0 0 0,1-1 0 0 0,0 1 0 0 0,-2-1 0 0 0,1 1-143 0 0,0 0-1 0 0,0 0 1 0 0,0 0 0 0 0,-1 0 0 0 0,1 0-1 0 0,0 1 1 0 0,0-1 0 0 0,0 1 0 0 0,0 0 0 0 0,0-1-1 0 0,0 1 1 0 0,0 0 0 0 0,1 0 0 0 0,-1 0 0 0 0,-2 2-1 0 0,-6 4 51 0 0,2 1-1 0 0,-1 0 1 0 0,1 0-1 0 0,0 0 0 0 0,1 1 1 0 0,0 0-1 0 0,0 1 1 0 0,1 0-1 0 0,-8 15 0 0 0,-1 6-203 0 0,-19 62 0 0 0,27-71-157 0 0,1 1 1 0 0,2 0-1 0 0,0 1 0 0 0,2-1 1 0 0,0 1-1 0 0,1-1 1 0 0,2 1-1 0 0,0-1 1 0 0,2 1-1 0 0,0-1 1 0 0,2 0-1 0 0,1 0 0 0 0,13 37 1 0 0,-13-46 183 0 0,0 0 0 0 0,1 0 0 0 0,1-1 0 0 0,0 0-1 0 0,0 0 1 0 0,1-1 0 0 0,1 0 0 0 0,0 0 0 0 0,1-1 0 0 0,0-1 0 0 0,1 0 0 0 0,0 0 0 0 0,0-1 0 0 0,1-1-1 0 0,0 0 1 0 0,1-1 0 0 0,-1 0 0 0 0,2-1 0 0 0,-1-1 0 0 0,0 0 0 0 0,30 6 0 0 0,-32-9 199 0 0,1-1 0 0 0,-1 0 0 0 0,1 0 0 0 0,-1-1 0 0 0,1-1 1 0 0,-1 0-1 0 0,1-1 0 0 0,-1 0 0 0 0,15-5 0 0 0,-23 6 23 0 0,0-1 0 0 0,0 1 0 0 0,0-1-1 0 0,0 0 1 0 0,-1 0 0 0 0,1 0 0 0 0,-1-1 0 0 0,1 1 0 0 0,-1-1 0 0 0,0 0-1 0 0,0 0 1 0 0,0 0 0 0 0,-1 0 0 0 0,1-1 0 0 0,-1 1 0 0 0,1-1 0 0 0,-1 1-1 0 0,0-1 1 0 0,-1 0 0 0 0,1 0 0 0 0,-1 0 0 0 0,1 0 0 0 0,-1 0-1 0 0,0 0 1 0 0,-1 0 0 0 0,1 0 0 0 0,-1-1 0 0 0,1 1 0 0 0,-1 0 0 0 0,-1-6-1 0 0,-1-6-4 0 0,-1 0-1 0 0,-1 0 1 0 0,0 1 0 0 0,-1-1-1 0 0,-1 1 1 0 0,0 1-1 0 0,-15-27 1 0 0,-68-91 536 0 0,69 105-794 0 0,-2-1-541 0 0,2 0 0 0 0,1-1 0 0 0,-18-39 0 0 0,29 50-604 0 0</inkml:trace>
</inkml:ink>
</file>

<file path=ppt/ink/ink2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3:32.2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176 17 7834 0 0,'0'0'149'0'0,"3"-16"4915"0"0,-7 18-4295 0 0,-9 5-486 0 0,1 1-1 0 0,0 0 0 0 0,0 1 0 0 0,1 0 1 0 0,0 1-1 0 0,1 0 0 0 0,0 0 0 0 0,0 1 1 0 0,1 1-1 0 0,1-1 0 0 0,-8 14 0 0 0,10-13-302 0 0,0 0-1 0 0,0 0 1 0 0,2 0-1 0 0,-1 0 1 0 0,2 1 0 0 0,0 0-1 0 0,0 0 1 0 0,1 0-1 0 0,1 0 1 0 0,0 0-1 0 0,0 0 1 0 0,2 0-1 0 0,0 0 1 0 0,0 0 0 0 0,1 0-1 0 0,1 0 1 0 0,0 0-1 0 0,0 0 1 0 0,10 20-1 0 0,-7-20-94 0 0,1-2 1 0 0,0 1-1 0 0,1-1 0 0 0,0 0 0 0 0,0 0 0 0 0,1-1 1 0 0,1 0-1 0 0,20 16 0 0 0,-24-21 71 0 0,-1-1 0 0 0,1 0 0 0 0,0 0 0 0 0,0-1 0 0 0,1 0 0 0 0,-1 0 0 0 0,1 0 0 0 0,-1-1 0 0 0,1 0 0 0 0,0 0 0 0 0,0 0 0 0 0,0-1 0 0 0,0 0 0 0 0,0-1 0 0 0,0 0 0 0 0,0 0 0 0 0,0 0 0 0 0,0-1 0 0 0,7-1 0 0 0,-13 1 43 0 0,0 1 1 0 0,0-1-1 0 0,0 1 1 0 0,0-1-1 0 0,0 0 1 0 0,-1 1-1 0 0,1-1 1 0 0,0 0-1 0 0,0 0 1 0 0,-1 0-1 0 0,1 1 1 0 0,0-1-1 0 0,-1 0 1 0 0,1 0 0 0 0,-1 0-1 0 0,1 0 1 0 0,-1 0-1 0 0,0 0 1 0 0,1 0-1 0 0,-1 0 1 0 0,0 0-1 0 0,0 0 1 0 0,1 0-1 0 0,-1-1 1 0 0,0 1-1 0 0,0 0 1 0 0,0 0 0 0 0,0 0-1 0 0,-1 0 1 0 0,1 0-1 0 0,0 0 1 0 0,0 0-1 0 0,-1 0 1 0 0,1 0-1 0 0,-1 0 1 0 0,1 0-1 0 0,-1-1 1 0 0,-22-49 429 0 0,16 37 2 0 0,6 11-417 0 0,-4-6 243 0 0,1 0 0 0 0,1 0 0 0 0,0 0 0 0 0,0-1 0 0 0,1 1-1 0 0,-2-12 1 0 0,4 19-206 0 0,0-1 0 0 0,0 1 0 0 0,0-1-1 0 0,0 1 1 0 0,1 0 0 0 0,-1-1-1 0 0,1 1 1 0 0,0 0 0 0 0,0 0 0 0 0,0-1-1 0 0,0 1 1 0 0,0 0 0 0 0,0 0 0 0 0,0 0-1 0 0,1 0 1 0 0,-1 0 0 0 0,1 1 0 0 0,-1-1-1 0 0,1 0 1 0 0,0 1 0 0 0,0-1-1 0 0,0 1 1 0 0,0-1 0 0 0,0 1 0 0 0,0 0-1 0 0,0 0 1 0 0,0 0 0 0 0,0 0 0 0 0,0 0-1 0 0,4 0 1 0 0,7-3-15 0 0,-1 0 0 0 0,0 2 1 0 0,1-1-1 0 0,-1 2 0 0 0,1 0 0 0 0,0 0 0 0 0,-1 1 0 0 0,1 1 1 0 0,15 2-1 0 0,-23-3-17 0 0,-1 1 0 0 0,1 0 1 0 0,0 0-1 0 0,0 0 0 0 0,-1 1 0 0 0,1 0 1 0 0,-1 0-1 0 0,0 0 0 0 0,1 0 0 0 0,-1 1 1 0 0,0-1-1 0 0,0 1 0 0 0,0 0 0 0 0,-1 1 1 0 0,1-1-1 0 0,-1 0 0 0 0,0 1 0 0 0,0 0 1 0 0,0 0-1 0 0,0 0 0 0 0,-1 0 0 0 0,1 0 1 0 0,-1 1-1 0 0,0-1 0 0 0,0 1 0 0 0,1 7 1 0 0,0 10 254 0 0,-2 0 0 0 0,0 0 0 0 0,-2 0 0 0 0,0-1 1 0 0,-1 1-1 0 0,-2 0 0 0 0,-6 25 0 0 0,-8 63-2097 0 0,18-101-289 0 0</inkml:trace>
</inkml:ink>
</file>

<file path=ppt/ink/ink2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3:32.6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147 154 7834 0 0,'0'-2'283'0'0,"0"1"0"0"0,1-1 1 0 0,-1 0-1 0 0,0 0 0 0 0,0 0 1 0 0,0 0-1 0 0,0 1 0 0 0,-1-1 1 0 0,1 0-1 0 0,0 0 0 0 0,-1 1 1 0 0,1-1-1 0 0,-1 0 0 0 0,0 0 1 0 0,0 1-1 0 0,1-1 0 0 0,-1 1 1 0 0,0-1-1 0 0,0 1 0 0 0,-1-1 1 0 0,1 1-1 0 0,0-1 0 0 0,0 1 1 0 0,-1 0-1 0 0,1 0 0 0 0,0 0 1 0 0,-1 0-1 0 0,-3-2 0 0 0,3 2-142 0 0,0 1-1 0 0,0-1 0 0 0,-1 1 1 0 0,1-1-1 0 0,-1 1 0 0 0,1 0 1 0 0,0 0-1 0 0,-1 0 1 0 0,1 0-1 0 0,-1 0 0 0 0,1 0 1 0 0,0 1-1 0 0,-1 0 0 0 0,1-1 1 0 0,0 1-1 0 0,0 0 0 0 0,-1 0 1 0 0,1 0-1 0 0,0 0 0 0 0,0 0 1 0 0,0 1-1 0 0,0-1 0 0 0,-2 3 1 0 0,-2 1-91 0 0,0 0-1 0 0,1 0 1 0 0,-1 1 0 0 0,1 0 0 0 0,1 0-1 0 0,-1 0 1 0 0,1 1 0 0 0,0-1 0 0 0,1 1-1 0 0,-1 0 1 0 0,1 0 0 0 0,1 0 0 0 0,-1 1-1 0 0,1-1 1 0 0,-2 12 0 0 0,3-9-90 0 0,1 0 0 0 0,0 1 1 0 0,0-1-1 0 0,1 0 0 0 0,0 0 0 0 0,1 0 0 0 0,0 0 1 0 0,0 0-1 0 0,1 0 0 0 0,8 18 0 0 0,-5-17-53 0 0,-1-1 0 0 0,1 1 0 0 0,1-1-1 0 0,0 0 1 0 0,1-1 0 0 0,-1 0-1 0 0,2 0 1 0 0,-1-1 0 0 0,14 10 0 0 0,-15-12 40 0 0,0-1 0 0 0,1-1 0 0 0,0 1 0 0 0,0-1 0 0 0,0-1 0 0 0,1 1 0 0 0,-1-1 0 0 0,1-1 0 0 0,-1 1 0 0 0,1-2 0 0 0,0 1 0 0 0,16 0 0 0 0,-20-2 93 0 0,0 0 0 0 0,-1 0 0 0 0,1-1 1 0 0,-1 0-1 0 0,1 1 0 0 0,0-1 0 0 0,-1-1 0 0 0,0 1 0 0 0,1-1 1 0 0,-1 0-1 0 0,0 0 0 0 0,0 0 0 0 0,0 0 0 0 0,0-1 0 0 0,0 1 1 0 0,0-1-1 0 0,5-5 0 0 0,-5 3 61 0 0,-1 0 0 0 0,1-1 0 0 0,-1 1 1 0 0,0 0-1 0 0,0-1 0 0 0,0 0 0 0 0,-1 0 0 0 0,0 0 0 0 0,0 0 0 0 0,-1 0 1 0 0,2-10-1 0 0,-2-4 75 0 0,0 1 0 0 0,-1-1 0 0 0,-1 0 0 0 0,-1 1 0 0 0,-1-1 0 0 0,0 1 0 0 0,-8-23 0 0 0,6 26-245 0 0,0 2 0 0 0,-1-1 0 0 0,-1 1 1 0 0,0 0-1 0 0,-1 0 0 0 0,0 0 1 0 0,-18-20-1 0 0,15 22-650 0 0,0 0 0 0 0,-1 1 1 0 0,0 1-1 0 0,-20-13 0 0 0,3 5-5660 0 0</inkml:trace>
</inkml:ink>
</file>

<file path=ppt/ink/ink2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3:34.1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3970 66 3225 0 0,'7'-1'485'0'0,"0"-1"1"0"0,0 1-1 0 0,0 0 1 0 0,0 1-1 0 0,0 0 1 0 0,0 0-1 0 0,0 0 1 0 0,0 1-1 0 0,0 0 1 0 0,10 3-1 0 0,5 0 380 0 0,15 2 1039 0 0,-1 1-1 0 0,43 16 1 0 0,-44-11-1307 0 0,0 1-1 0 0,-1 3 1 0 0,-1 0-1 0 0,43 29 1 0 0,-68-38-537 0 0,0-1 0 0 0,0 1 0 0 0,-1 1 0 0 0,0-1 0 0 0,0 1 0 0 0,-1 1 0 0 0,0-1 0 0 0,0 1 0 0 0,-1 0 0 0 0,0 0 0 0 0,-1 1 0 0 0,6 16 0 0 0,1 10 280 0 0,-2 1 1 0 0,5 44-1 0 0,-2-9-157 0 0,22 134-119 0 0,12 309 0 0 0,-45-508 8 0 0,-1 1 0 0 0,0-1 0 0 0,0 0 0 0 0,-1 0 0 0 0,0 1 0 0 0,-1-1 0 0 0,1 0 0 0 0,-1 0 0 0 0,-1 0 0 0 0,1 0 0 0 0,-1-1 0 0 0,0 1 0 0 0,-1-1 0 0 0,1 0 0 0 0,-1 0 0 0 0,-1 0 0 0 0,-9 11 0 0 0,7-12-25 0 0,0 1 1 0 0,0-1-1 0 0,0 0 1 0 0,-1 0 0 0 0,0-1-1 0 0,0 0 1 0 0,0 0-1 0 0,-1-1 1 0 0,1 0-1 0 0,-1-1 1 0 0,0 0-1 0 0,1 0 1 0 0,-1-1-1 0 0,-10 1 1 0 0,-198 12 120 0 0,-618 72 976 0 0,3 28-1544 0 0,495-74 364 0 0,53-6 8 0 0,-42 25-172 0 0,91-11 60 0 0,131-32 106 0 0,-189 27-17 0 0,224-37 191 0 0,0-3 0 0 0,-88-6 0 0 0,140 1-129 0 0,0 0 1 0 0,1-1 0 0 0,-1-1-1 0 0,1-1 1 0 0,0 0-1 0 0,0-1 1 0 0,-23-12 0 0 0,29 12-42 0 0,-1-1 1 0 0,1 1 0 0 0,0-2 0 0 0,1 1 0 0 0,0-1-1 0 0,0-1 1 0 0,1 0 0 0 0,0 0 0 0 0,0-1 0 0 0,1 1-1 0 0,-7-14 1 0 0,-116-235-62 0 0,106 201 78 0 0,3-1 0 0 0,-24-102 1 0 0,12-22 37 0 0,19 95 15 0 0,-4 0-1 0 0,-51-151 1 0 0,63 221 6 0 0,-8-15 18 0 0,1 0 1 0 0,2-1 0 0 0,1-1-1 0 0,2 0 1 0 0,1-1 0 0 0,-2-37 0 0 0,-6-52-129 0 0,9 82-147 0 0,6 41 204 0 0,0 0 0 0 0,1 1 0 0 0,-1-1 0 0 0,0 0 0 0 0,1 0 0 0 0,-1 0 0 0 0,1 1 0 0 0,-1-1 0 0 0,1 0 0 0 0,0 1 0 0 0,-1-1 0 0 0,1 0 0 0 0,0 1 0 0 0,-1-1 0 0 0,1 1 0 0 0,0-1 0 0 0,0 1 0 0 0,0-1 0 0 0,-1 1 0 0 0,1 0 0 0 0,0-1 0 0 0,0 1 0 0 0,0 0 0 0 0,0 0 0 0 0,0-1 0 0 0,-1 1 1 0 0,1 0-1 0 0,0 0 0 0 0,0 0 0 0 0,2 0 0 0 0,40-3-229 0 0,-32 3 184 0 0,299-6-493 0 0,-120 6 306 0 0,674 2 75 0 0,-590 2 136 0 0,491-23 92 0 0,-242-3 0 0 0,-305 23 58 0 0,19-1 148 0 0,-187-3-212 0 0,0-2 0 0 0,86-20 0 0 0,-14-9 173 0 0,100-23-68 0 0,-193 53-2030 0 0</inkml:trace>
</inkml:ink>
</file>

<file path=ppt/ink/ink2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3:37.2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145 3719 5297 0 0,'-3'0'180'0'0,"1"1"1"0"0,-1-1-1 0 0,1 1 0 0 0,-1-1 0 0 0,1 1 0 0 0,0 0 0 0 0,-1 0 1 0 0,1 0-1 0 0,0 0 0 0 0,0 1 0 0 0,0-1 0 0 0,0 0 1 0 0,0 1-1 0 0,-2 1 0 0 0,-27 31 2551 0 0,14-16-2020 0 0,-44 45 1575 0 0,89-99 767 0 0,9-33-2816 0 0,-15 25-442 0 0,43-77 659 0 0,9-16 377 0 0,129-183-1 0 0,155-149 144 0 0,-25 110-800 0 0,-333 359-174 0 0,152-155 84 0 0,-44 42 30 0 0,140-112 0 0 0,-58 70-177 0 0,249-180-190 0 0,-134 106-72 0 0,-140 98 206 0 0,53-16 373 0 0,-31 23-5 0 0,59-45 436 0 0,87-64-324 0 0,-323 226-410 0 0,20-18-58 0 0,2 1 1 0 0,1 2 0 0 0,0 1 0 0 0,63-28-1 0 0,-96 49 89 0 0,1 0-1 0 0,0 0 1 0 0,-1 0 0 0 0,1 0-1 0 0,0 0 1 0 0,-1-1-1 0 0,1 1 1 0 0,0 0-1 0 0,-1 0 1 0 0,1-1-1 0 0,-1 1 1 0 0,1 0-1 0 0,0-1 1 0 0,-1 1-1 0 0,1-1 1 0 0,-1 1 0 0 0,1-1-1 0 0,-1 1 1 0 0,1-1-1 0 0,-1 1 1 0 0,0-1-1 0 0,1 1 1 0 0,-1-1-1 0 0,0 0 1 0 0,1 1-1 0 0,-1-1 1 0 0,0 1-1 0 0,0-1 1 0 0,0 0 0 0 0,1 0-1 0 0,-14-14-860 0 0,0 2 602 0 0,6 3 348 0 0,-1 0 0 0 0,-1 1 0 0 0,0 0 0 0 0,0 1-1 0 0,-1-1 1 0 0,-11-6 0 0 0,16 12-37 0 0,0 0 0 0 0,0 1 0 0 0,-1 0 0 0 0,1 0 0 0 0,-1 0 0 0 0,1 0 0 0 0,-1 1 0 0 0,0 0 0 0 0,1 0 0 0 0,-1 1 0 0 0,0 0 0 0 0,0 0 0 0 0,1 0 0 0 0,-1 0 0 0 0,-9 3 0 0 0,-1 0 118 0 0,9-3-101 0 0,0 1 0 0 0,0 1 0 0 0,0-1 0 0 0,1 1 0 0 0,-1 0 0 0 0,0 1 0 0 0,1-1 0 0 0,-1 1 0 0 0,1 1-1 0 0,-7 4 1 0 0,14-7-41 0 0,-1-1-1 0 0,1 1 0 0 0,0 0 1 0 0,-1-1-1 0 0,1 1 1 0 0,0 0-1 0 0,0-1 0 0 0,0 1 1 0 0,-1-1-1 0 0,1 1 0 0 0,0-1 1 0 0,0 0-1 0 0,0 1 0 0 0,0-1 1 0 0,0 0-1 0 0,0 0 0 0 0,0 1 1 0 0,0-1-1 0 0,0 0 0 0 0,0 0 1 0 0,1 0-1 0 0,29 4 9 0 0,111 1 86 0 0,-77-1 20 0 0,124-8 1 0 0,-150-5 151 0 0,-31 7-184 0 0,0 0 1 0 0,1 0 0 0 0,-1 0 0 0 0,10 1 0 0 0,-39 34 710 0 0,7-14-683 0 0,-223 331 972 0 0,220-324-1039 0 0,1 2-1 0 0,-15 34 1 0 0,16-9-7069 0 0</inkml:trace>
</inkml:ink>
</file>

<file path=ppt/ink/ink2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7:15.002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672 173 2304 0 0,'-1'-5'74'0'0,"0"0"-1"0"0,0 0 1 0 0,-1 1-1 0 0,1-1 1 0 0,-1 1-1 0 0,0 0 1 0 0,0-1-1 0 0,-1 1 1 0 0,1 0-1 0 0,-1 0 1 0 0,0 0-1 0 0,0 1 0 0 0,0-1 1 0 0,0 1-1 0 0,-1-1 1 0 0,1 1-1 0 0,-6-3 1 0 0,2 2 37 0 0,1 1 0 0 0,-1 0 0 0 0,0 1 0 0 0,0 0 0 0 0,1 0 0 0 0,-2 0 1 0 0,1 1-1 0 0,0 0 0 0 0,0 0 0 0 0,-13 1 0 0 0,-27-1-34 0 0,1 2 1 0 0,0 2-1 0 0,0 2 0 0 0,1 2 1 0 0,-58 16-1 0 0,22 6 287 0 0,10-3 1225 0 0,22-12 2371 0 0,189-55-3755 0 0,97-22 828 0 0,125 1 1173 0 0,-325 55-2028 0 0,1 2-1 0 0,-1 2 1 0 0,0 2 0 0 0,1 1 0 0 0,73 10 0 0 0,-106-9-190 0 0,-1 0-1 0 0,0 0 1 0 0,1 0 0 0 0,-1 1 0 0 0,0-1 0 0 0,0 1 0 0 0,0 0 0 0 0,0 0 0 0 0,0 1-1 0 0,6 4 1 0 0,-52 8-925 0 0,-17 1 704 0 0,2 2 1 0 0,0 3 0 0 0,1 2 0 0 0,-82 47-1 0 0,14 0-615 0 0,-41 24 235 0 0,145-81 714 0 0,2 1 1 0 0,0 1 0 0 0,-31 32-1 0 0,40-38-110 0 0,1 1 0 0 0,0 0-1 0 0,1 0 1 0 0,0 1 0 0 0,1 0-1 0 0,0 0 1 0 0,1 0 0 0 0,-8 23-1 0 0,13-31-30 0 0,-1-1 0 0 0,0 1-1 0 0,1-1 1 0 0,0 1 0 0 0,-1-1 0 0 0,1 1-1 0 0,0-1 1 0 0,0 1 0 0 0,1-1-1 0 0,-1 1 1 0 0,1-1 0 0 0,-1 1 0 0 0,1-1-1 0 0,0 1 1 0 0,-1-1 0 0 0,1 0-1 0 0,0 1 1 0 0,1-1 0 0 0,-1 0 0 0 0,0 0-1 0 0,3 3 1 0 0,-1-2 46 0 0,0-1 0 0 0,0 1 0 0 0,1 0 0 0 0,-1-1 0 0 0,1 0-1 0 0,0 1 1 0 0,0-1 0 0 0,0-1 0 0 0,0 1 0 0 0,0-1 0 0 0,6 2 0 0 0,10 1 347 0 0,0-1 0 0 0,0-1 0 0 0,0-1 0 0 0,23-2 0 0 0,83-4 304 0 0,-31 0 631 0 0,176 14 0 0 0,-236-5-1301 0 0,127 22-230 0 0,-147-22 220 0 0,0 0 1 0 0,0 1-1 0 0,-1 0 0 0 0,1 2 0 0 0,-1-1 1 0 0,-1 2-1 0 0,1 0 0 0 0,15 12 0 0 0,-41-18 201 0 0,-1-1 0 0 0,1 0 0 0 0,-14-2-1 0 0,-177-21-1630 0 0,148 13 919 0 0,-1 3 1 0 0,1 2-1 0 0,-86 4 1 0 0,42 8-142 0 0,-109 14 2421 0 0,169-11-1222 0 0,20 0-725 0 0,19-11 166 0 0,0 1 0 0 0,-1-1-1 0 0,1 0 1 0 0,0 1 0 0 0,-1-1-1 0 0,1 1 1 0 0,0-1-1 0 0,0 0 1 0 0,-1 1 0 0 0,1-1-1 0 0,0 1 1 0 0,0-1 0 0 0,0 1-1 0 0,0-1 1 0 0,0 1-1 0 0,0-1 1 0 0,0 1 0 0 0,-1-1-1 0 0,1 1 1 0 0,0-1 0 0 0,1 1-1 0 0,-1-1 1 0 0,0 1-1 0 0,0-1 1 0 0,0 1 0 0 0,0-1-1 0 0,0 1 1 0 0,0-1 0 0 0,1 0-1 0 0,-1 1 1 0 0,0 0 0 0 0,2 0-128 0 0,-1 0 1 0 0,0 1 0 0 0,1-1-1 0 0,-1 0 1 0 0,1 0 0 0 0,0 0-1 0 0,-1 0 1 0 0,1 0 0 0 0,0 0-1 0 0,0 0 1 0 0,-1-1 0 0 0,1 1-1 0 0,0-1 1 0 0,0 1 0 0 0,0-1-1 0 0,2 0 1 0 0,36 3-1149 0 0,-34-3 998 0 0,142 4-1086 0 0,207 13 2198 0 0,-327-14-819 0 0,1-1 1 0 0,-1-1 0 0 0,0-1-1 0 0,0-2 1 0 0,55-10-1 0 0,-75 10 43 0 0,0-1-1 0 0,0 1 1 0 0,0-1-1 0 0,0 0 1 0 0,-1-1 0 0 0,1 0-1 0 0,-1 0 1 0 0,0-1-1 0 0,0 1 1 0 0,-1-1-1 0 0,0-1 1 0 0,1 0-1 0 0,-2 1 1 0 0,1-2-1 0 0,-1 1 1 0 0,0-1-1 0 0,0 0 1 0 0,0 0-1 0 0,-1 0 1 0 0,-1 0-1 0 0,1-1 1 0 0,-1 0 0 0 0,0 0-1 0 0,3-13 1 0 0,-3 8 58 0 0,-1-1 1 0 0,0 0 0 0 0,0 0 0 0 0,-1 0 0 0 0,-1 0 0 0 0,0 0 0 0 0,-4-22 0 0 0,2 29-30 0 0,1 1 0 0 0,-1-1 0 0 0,0 1 0 0 0,-1 0 0 0 0,0 0 0 0 0,1 0 0 0 0,-2 0 0 0 0,1 1 0 0 0,-1-1 0 0 0,0 1 0 0 0,0 0 0 0 0,0 0 0 0 0,-1 0 0 0 0,0 0 0 0 0,0 1 0 0 0,0 0 0 0 0,0 0 0 0 0,-7-3 0 0 0,-10-5 402 0 0,0 2 1 0 0,-1 0 0 0 0,0 2-1 0 0,-1 0 1 0 0,-35-6 0 0 0,17 7-782 0 0,1 2 1 0 0,-61-1-1 0 0,88 7 181 0 0,0 0 1 0 0,0 1 0 0 0,1 1-1 0 0,-1 0 1 0 0,1 0-1 0 0,0 2 1 0 0,0-1-1 0 0,0 2 1 0 0,0 0-1 0 0,1 0 1 0 0,0 1-1 0 0,0 1 1 0 0,1 0-1 0 0,-12 10 1 0 0,-6 9-264 0 0,1 0 0 0 0,2 2 0 0 0,-41 58 0 0 0,64-84 340 0 0,1 1 1 0 0,-1 0-1 0 0,1-1 1 0 0,0 1-1 0 0,0 0 1 0 0,0 0-1 0 0,1 1 0 0 0,-1-1 1 0 0,0 6-1 0 0,0 4-201 0 0</inkml:trace>
</inkml:ink>
</file>

<file path=ppt/ink/ink2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7:20.747"/>
    </inkml:context>
    <inkml:brush xml:id="br0">
      <inkml:brushProperty name="width" value="0.3" units="cm"/>
      <inkml:brushProperty name="height" value="0.6" units="cm"/>
      <inkml:brushProperty name="color" value="#FF2500"/>
      <inkml:brushProperty name="tip" value="rectangle"/>
      <inkml:brushProperty name="rasterOp" value="maskPen"/>
    </inkml:brush>
  </inkml:definitions>
  <inkml:trace contextRef="#ctx0" brushRef="#br0">197 271 3681 0 0,'-20'12'205'0'0,"0"0"1"0"0,1 2 0 0 0,0 1-1 0 0,2 0 1 0 0,-1 1 0 0 0,2 1-1 0 0,0 0 1 0 0,1 2 0 0 0,-14 22-1 0 0,28-40-227 0 0,0 0-1 0 0,1 0 0 0 0,-1 0 1 0 0,0 0-1 0 0,1 0 1 0 0,-1 0-1 0 0,1 0 1 0 0,-1 0-1 0 0,1 1 0 0 0,-1-1 1 0 0,1 0-1 0 0,0 0 1 0 0,0 1-1 0 0,-1-1 0 0 0,1 0 1 0 0,0 0-1 0 0,0 1 1 0 0,0-1-1 0 0,1 0 1 0 0,-1 3-1 0 0,1-3 21 0 0,0-1 1 0 0,-1 1-1 0 0,1 0 1 0 0,0 0-1 0 0,-1-1 0 0 0,1 1 1 0 0,0 0-1 0 0,0-1 1 0 0,0 1-1 0 0,0-1 0 0 0,-1 1 1 0 0,1-1-1 0 0,0 1 1 0 0,0-1-1 0 0,0 0 0 0 0,0 0 1 0 0,0 1-1 0 0,0-1 1 0 0,0 0-1 0 0,1 0 0 0 0,8 1 87 0 0,0-1-1 0 0,0-1 0 0 0,0 0 0 0 0,11-2 0 0 0,-15 2-45 0 0,64-8 740 0 0,-22 3-544 0 0,-1-1-1 0 0,1-3 0 0 0,56-19 1 0 0,-103 29-242 0 0,-1 0 0 0 0,0 0 1 0 0,1 0-1 0 0,-1 0 0 0 0,0 0 1 0 0,1 0-1 0 0,-1 0 0 0 0,0 0 1 0 0,1 0-1 0 0,-1 0 0 0 0,0 0 1 0 0,1-1-1 0 0,-1 1 0 0 0,0 0 1 0 0,1 0-1 0 0,-1 0 0 0 0,0-1 1 0 0,0 1-1 0 0,1 0 0 0 0,-1 0 1 0 0,0 0-1 0 0,0-1 0 0 0,1 1 1 0 0,-1 0-1 0 0,0-1 0 0 0,0 1 1 0 0,0 0-1 0 0,0 0 0 0 0,1-1 1 0 0,-1 1-1 0 0,0 0 1 0 0,0-1-1 0 0,0 0 0 0 0,-11-2 7 0 0,-21 2 28 0 0,-18 13-498 0 0,41-9 434 0 0,0 0 0 0 0,0 0 0 0 0,-1-1-1 0 0,1-1 1 0 0,0 1 0 0 0,-1-2 0 0 0,1 1-1 0 0,-1-1 1 0 0,1 0 0 0 0,-15-3 0 0 0,77-16 552 0 0,184-88 1993 0 0,-134 56-1960 0 0,-77 38-401 0 0,-16 7-72 0 0,0 1 1 0 0,1 0-1 0 0,0 1 0 0 0,17-5 0 0 0,-28 9-78 0 0,0 0-1 0 0,0 0 0 0 0,0 0 1 0 0,0 0-1 0 0,0 0 1 0 0,0 0-1 0 0,0 0 1 0 0,0 0-1 0 0,0 0 0 0 0,0 0 1 0 0,0 1-1 0 0,0-1 1 0 0,0 0-1 0 0,0 0 0 0 0,0 0 1 0 0,0 0-1 0 0,-13 4-125 0 0,-23 4-68 0 0,-11-6-281 0 0,-1-3 0 0 0,-83-12 0 0 0,78 6-224 0 0,-90 0 1 0 0,102 12-1149 0 0,61-10 960 0 0,122-47-429 0 0,-41 13 1721 0 0,172-62 756 0 0,-269 99-1151 0 0,0 1 0 0 0,1-1 0 0 0,-1 1 1 0 0,1 0-1 0 0,-1 0 0 0 0,8 0 0 0 0,-11 1-8 0 0,-1 0 0 0 0,1 0-1 0 0,-1 0 1 0 0,0 0 0 0 0,1 0 0 0 0,-1 0 0 0 0,0 0-1 0 0,1 1 1 0 0,-1-1 0 0 0,0 0 0 0 0,1 0-1 0 0,-1 0 1 0 0,0 0 0 0 0,1 1 0 0 0,-1-1 0 0 0,0 0-1 0 0,1 0 1 0 0,-1 1 0 0 0,0-1 0 0 0,0 0-1 0 0,1 0 1 0 0,-1 1 0 0 0,0-1 0 0 0,0 0 0 0 0,0 1-1 0 0,1-1 1 0 0,-1 0 0 0 0,0 1 0 0 0,0-1-1 0 0,0 1 1 0 0,0 0 0 0 0,0 1 1 0 0,0-1-1 0 0,0 1 0 0 0,-1-1 0 0 0,1 1 1 0 0,0-1-1 0 0,-1 1 0 0 0,1-1 0 0 0,-1 0 0 0 0,0 1 1 0 0,1-1-1 0 0,-3 2 0 0 0,-8 14-26 0 0,-1 0-1 0 0,0-1 1 0 0,-2-1 0 0 0,0 0-1 0 0,-21 17 1 0 0,-85 60-188 0 0,105-82 202 0 0,-16 13-48 0 0,-23 14 169 0 0,2 2 1 0 0,2 3 0 0 0,-69 72 0 0 0,118-113-13 0 0,0-1 1 0 0,0 1 0 0 0,0 0-1 0 0,0 0 1 0 0,0 0-1 0 0,0 1 1 0 0,0-1 0 0 0,1 0-1 0 0,-1 0 1 0 0,0 0-1 0 0,1 1 1 0 0,-1-1 0 0 0,1 0-1 0 0,-1 1 1 0 0,1-1-1 0 0,0 0 1 0 0,-1 1 0 0 0,1-1-1 0 0,0 0 1 0 0,0 1-1 0 0,0-1 1 0 0,0 1 0 0 0,0-1-1 0 0,0 1 1 0 0,1-1 0 0 0,-1 0-1 0 0,0 1 1 0 0,1-1-1 0 0,-1 0 1 0 0,1 2 0 0 0,1-1 14 0 0,0 0 0 0 0,0-1 0 0 0,0 0 0 0 0,0 1 0 0 0,1-1 0 0 0,-1 0 0 0 0,0 0 0 0 0,0 0 0 0 0,1-1 0 0 0,-1 1 0 0 0,0 0 0 0 0,1-1 0 0 0,-1 1 0 0 0,1-1 0 0 0,-1 0 0 0 0,1 0 0 0 0,3 0 0 0 0,3-1-143 0 0,1 0 0 0 0,-1 0 0 0 0,0-1-1 0 0,0 0 1 0 0,0-1 0 0 0,0 0 0 0 0,16-8 0 0 0,62-38-507 0 0,-21 11 58 0 0,-55 32 375 0 0,33-14-373 0 0,-41 19 458 0 0,-1 0 0 0 0,1 0-1 0 0,0 1 1 0 0,-1-1 0 0 0,1 0-1 0 0,0 1 1 0 0,0 0 0 0 0,-1 0-1 0 0,1 0 1 0 0,0 0-1 0 0,0 0 1 0 0,-1 1 0 0 0,1-1-1 0 0,3 2 1 0 0,-5-2 0 0 0,-1 1-1 0 0,1 0 1 0 0,-1-1 0 0 0,1 1-1 0 0,0 0 1 0 0,-1-1 0 0 0,0 1-1 0 0,1 0 1 0 0,-1 0 0 0 0,1 0-1 0 0,-1-1 1 0 0,0 1 0 0 0,0 0-1 0 0,1 0 1 0 0,-1 0 0 0 0,0 0-1 0 0,0 0 1 0 0,0 0 0 0 0,0 0-1 0 0,0-1 1 0 0,0 1 0 0 0,0 0-1 0 0,0 0 1 0 0,0 0 0 0 0,-1 0-1 0 0,1 0 1 0 0,0-1 0 0 0,-1 1-1 0 0,1 0 1 0 0,0 0 0 0 0,-1 1 0 0 0,-13 26-564 0 0,4-14 591 0 0,-1-1 0 0 0,0 0 0 0 0,-1-1 0 0 0,0-1 0 0 0,0 1 0 0 0,-27 16 0 0 0,-93 49 1647 0 0,118-70-1430 0 0,-20 10 439 0 0,23-12-432 0 0,-1 0 0 0 0,1 1 0 0 0,0 0 1 0 0,1 1-1 0 0,-16 13 0 0 0,63-29-337 0 0,165-85 2000 0 0,-32 13-973 0 0,-132 66-831 0 0,1 0 1 0 0,61-12 0 0 0,-98 26-205 0 0,1 0 0 0 0,-1 0 0 0 0,1 1 0 0 0,-1-1-1 0 0,1 1 1 0 0,0-1 0 0 0,-1 1 0 0 0,1 0 0 0 0,0 0 0 0 0,-1 0 0 0 0,1 1 0 0 0,0-1 0 0 0,-1 1 0 0 0,1-1 0 0 0,-1 1 0 0 0,1 0 0 0 0,-1 0-1 0 0,1 0 1 0 0,-1 0 0 0 0,0 0 0 0 0,1 1 0 0 0,-1-1 0 0 0,2 3 0 0 0</inkml:trace>
</inkml:ink>
</file>

<file path=ppt/ink/ink2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7:21.907"/>
    </inkml:context>
    <inkml:brush xml:id="br0">
      <inkml:brushProperty name="width" value="0.3" units="cm"/>
      <inkml:brushProperty name="height" value="0.6" units="cm"/>
      <inkml:brushProperty name="color" value="#FF2500"/>
      <inkml:brushProperty name="tip" value="rectangle"/>
      <inkml:brushProperty name="rasterOp" value="maskPen"/>
    </inkml:brush>
  </inkml:definitions>
  <inkml:trace contextRef="#ctx0" brushRef="#br0">201 13 3681 0 0,'-1'-2'54'0'0,"-1"1"0"0"0,0 0 0 0 0,0 0 0 0 0,0-1 0 0 0,0 1 0 0 0,0 0 0 0 0,0 1 0 0 0,0-1 0 0 0,0 0 0 0 0,0 1 0 0 0,-1-1 0 0 0,1 1 0 0 0,0 0 0 0 0,0-1 0 0 0,0 1 0 0 0,-1 0 0 0 0,1 0 0 0 0,0 1 0 0 0,-4 0 0 0 0,3 0 37 0 0,-1 1 0 0 0,1-1 0 0 0,-1 1 0 0 0,1 0 0 0 0,0 1 0 0 0,-1-1 0 0 0,1 0-1 0 0,0 1 1 0 0,1 0 0 0 0,-6 5 0 0 0,-1 4-256 0 0,0 0-1 0 0,1 0 0 0 0,0 1 1 0 0,1 0-1 0 0,-6 16 0 0 0,-24 73-1137 0 0,31-83 1226 0 0,2-8 129 0 0,0-1 0 0 0,1 1-1 0 0,1 1 1 0 0,0-1-1 0 0,0 0 1 0 0,1 18 0 0 0,1-27 36 0 0,0 1 1 0 0,0-1-1 0 0,1 1 1 0 0,-1-1-1 0 0,1 1 1 0 0,0-1 0 0 0,-1 0-1 0 0,1 1 1 0 0,0-1-1 0 0,1 0 1 0 0,-1 1-1 0 0,0-1 1 0 0,1 0 0 0 0,-1 0-1 0 0,1 0 1 0 0,-1 0-1 0 0,1-1 1 0 0,0 1 0 0 0,0 0-1 0 0,0-1 1 0 0,0 1-1 0 0,0-1 1 0 0,0 0-1 0 0,0 0 1 0 0,1 1 0 0 0,-1-1-1 0 0,0-1 1 0 0,1 1-1 0 0,-1 0 1 0 0,1-1 0 0 0,-1 1-1 0 0,1-1 1 0 0,-1 0-1 0 0,1 1 1 0 0,2-2-1 0 0,8 2 328 0 0,1-1-1 0 0,-1-1 0 0 0,1 0 0 0 0,-1-1 0 0 0,0 0 0 0 0,0-1 1 0 0,16-6-1 0 0,9-6 677 0 0,37-19 1 0 0,-54 22-1032 0 0,1 2 1 0 0,0 0 0 0 0,0 2-1 0 0,0 0 1 0 0,1 2-1 0 0,39-7 1 0 0,-103 75-3871 0 0,35-57 3884 0 0,-38 27 580 0 0,32-24-418 0 0,1 0-1 0 0,0 0 0 0 0,0 1 1 0 0,1 1-1 0 0,0-1 0 0 0,-11 16 0 0 0,21-25-251 0 0,-1 0 0 0 0,1 1-1 0 0,0-1 1 0 0,-1 0 0 0 0,1 1-1 0 0,0-1 1 0 0,0 1 0 0 0,-1-1-1 0 0,1 1 1 0 0,0-1 0 0 0,0 0-1 0 0,-1 1 1 0 0,1-1 0 0 0,0 1-1 0 0,0-1 1 0 0,0 1 0 0 0,0-1-1 0 0,0 1 1 0 0,0-1 0 0 0,0 1-1 0 0,0 0 1 0 0,0-1 0 0 0,0 1-1 0 0,0-1 1 0 0,0 1-1 0 0,0-1 1 0 0,0 1 0 0 0,0-1-1 0 0,1 1 1 0 0,-1-1 0 0 0,0 0-1 0 0,0 1 1 0 0,1-1 0 0 0,-1 1-1 0 0,0-1 1 0 0,1 1 0 0 0,0 0-1 0 0,0-1-91 0 0,1 1 0 0 0,0 0 0 0 0,-1-1 0 0 0,1 1 0 0 0,0-1 0 0 0,0 0 0 0 0,-1 0-1 0 0,1 1 1 0 0,0-1 0 0 0,0 0 0 0 0,2-1 0 0 0,46-8-1785 0 0,196-96 4169 0 0,-238 103-2178 0 0,-8 6-168 0 0,-18 13-392 0 0,-30 22-505 0 0,16-17 513 0 0,2 2 0 0 0,-37 36 0 0 0,54-46 503 0 0,1-1 0 0 0,0 1 0 0 0,1 1 1 0 0,1 0-1 0 0,0 1 0 0 0,1 0 0 0 0,-8 19 0 0 0,16-33-83 0 0,0 0-1 0 0,0 0 1 0 0,0 0-1 0 0,1 0 1 0 0,-1 0 0 0 0,1 1-1 0 0,-1-1 1 0 0,1 0-1 0 0,0 0 1 0 0,0 0-1 0 0,0 1 1 0 0,0-1-1 0 0,0 0 1 0 0,0 0-1 0 0,1 1 1 0 0,-1-1-1 0 0,1 0 1 0 0,-1 0 0 0 0,1 0-1 0 0,1 3 1 0 0,-1-4-24 0 0,1 1 0 0 0,0-1 1 0 0,-1 0-1 0 0,1 0 0 0 0,-1 0 1 0 0,1 0-1 0 0,0 0 0 0 0,0 0 0 0 0,0-1 1 0 0,-1 1-1 0 0,1-1 0 0 0,0 1 1 0 0,0-1-1 0 0,0 1 0 0 0,0-1 1 0 0,0 0-1 0 0,0 0 0 0 0,0 0 1 0 0,0 0-1 0 0,0 0 0 0 0,0-1 1 0 0,0 1-1 0 0,3-2 0 0 0,31-6 273 0 0,-1-3 0 0 0,47-18 0 0 0,31-11 556 0 0,-98 36-707 0 0,1 0-1 0 0,-1 2 0 0 0,1 0 0 0 0,-1 0 0 0 0,25 2 0 0 0,-39 0-73 0 0,0-1 1 0 0,1 1 0 0 0,-1 0 0 0 0,0 1-1 0 0,1-1 1 0 0,-1 0 0 0 0,0 0-1 0 0,1 0 1 0 0,-1 1 0 0 0,0-1 0 0 0,0 1-1 0 0,0-1 1 0 0,1 1 0 0 0,-1-1 0 0 0,0 1-1 0 0,0 0 1 0 0,0 0 0 0 0,0-1 0 0 0,0 1-1 0 0,0 0 1 0 0,0 0 0 0 0,0 0-1 0 0,0 0 1 0 0,0 2 0 0 0,0-2-19 0 0,-1 1 0 0 0,0 0 0 0 0,0-1 0 0 0,0 1 0 0 0,0-1 1 0 0,0 1-1 0 0,0 0 0 0 0,0-1 0 0 0,0 1 0 0 0,-1-1 0 0 0,1 1 0 0 0,-1-1 0 0 0,1 1 0 0 0,-1-1 1 0 0,1 1-1 0 0,-3 2 0 0 0,-2 5-111 0 0,-1-1 0 0 0,0 1 0 0 0,-1-1 0 0 0,-12 12 0 0 0,-33 23 624 0 0,-1-2-1 0 0,-2-3 1 0 0,-75 40-1 0 0,124-75-664 0 0,-10 8-1567 0 0,24-13 1308 0 0,7-7 643 0 0,0-1 1 0 0,0 0-1 0 0,17-17 1 0 0,28-19 170 0 0,-33 30-249 0 0,1 1 0 0 0,0 1 0 0 0,0 1 0 0 0,38-11 0 0 0,-50 20-42 0 0,0 0 1 0 0,-1 1 0 0 0,1 0-1 0 0,0 1 1 0 0,1 1 0 0 0,-1 1-1 0 0,0 0 1 0 0,0 1-1 0 0,0 1 1 0 0,17 3 0 0 0,-32-5-73 0 0,0 0-1 0 0,-1 1 1 0 0,1-1 0 0 0,-1 0 0 0 0,1 0 0 0 0,0 0-1 0 0,-1 0 1 0 0,1 1 0 0 0,-1-1 0 0 0,1 0 0 0 0,-1 1-1 0 0,1-1 1 0 0,0 0 0 0 0,-1 1 0 0 0,1-1 0 0 0,-1 1-1 0 0,0-1 1 0 0,1 0 0 0 0,-1 1 0 0 0,1-1-1 0 0,-1 1 1 0 0,0 0 0 0 0,1-1 0 0 0,-1 1 0 0 0,0-1-1 0 0,0 1 1 0 0,1-1 0 0 0,-1 1 0 0 0,0 0 0 0 0,0 1 29 0 0,0-1 1 0 0,0 0 0 0 0,-1 1 0 0 0,1-1-1 0 0,-1 0 1 0 0,1 0 0 0 0,-1 1 0 0 0,1-1-1 0 0,-1 0 1 0 0,0 0 0 0 0,1 0-1 0 0,-1 0 1 0 0,-1 2 0 0 0,-41 35 1283 0 0,33-29-971 0 0,-3 1-870 0 0</inkml:trace>
</inkml:ink>
</file>

<file path=ppt/ink/ink2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7:33.3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123 79 5529 0 0,'-33'6'727'0'0,"27"-4"-275"0"0,-1-1 1 0 0,1 1 0 0 0,0-1-1 0 0,0 0 1 0 0,0-1-1 0 0,-1 0 1 0 0,1 0 0 0 0,0 0-1 0 0,-1 0 1 0 0,-11-4-1 0 0,18 4-376 0 0,-1 0-1 0 0,1 0 0 0 0,-1 0 1 0 0,1 0-1 0 0,0-1 0 0 0,-1 1 1 0 0,1 0-1 0 0,-1 0 0 0 0,1 0 1 0 0,0-1-1 0 0,-1 1 1 0 0,1 0-1 0 0,0-1 0 0 0,-1 1 1 0 0,1 0-1 0 0,0-1 0 0 0,0 1 1 0 0,-1 0-1 0 0,1-1 0 0 0,0 1 1 0 0,0-1-1 0 0,0 1 0 0 0,-1 0 1 0 0,1-1-1 0 0,0 1 0 0 0,0-1 1 0 0,0 1-1 0 0,0-1 0 0 0,0 1 1 0 0,0-1-1 0 0,0 1 0 0 0,0 0 1 0 0,0-2-1 0 0,11-12 1025 0 0,21-5-926 0 0,-18 16-330 0 0,0 1 1 0 0,0 0-1 0 0,1 1 1 0 0,-1 0-1 0 0,16 2 0 0 0,36-2-308 0 0,150-31 126 0 0,-213 32 379 0 0,0-1 1 0 0,-1 1 0 0 0,1 0 0 0 0,0 0-1 0 0,-1 0 1 0 0,1 0 0 0 0,0 0 0 0 0,0 0-1 0 0,-1 1 1 0 0,1-1 0 0 0,0 1 0 0 0,-1 0-1 0 0,1 0 1 0 0,-1 0 0 0 0,1 0 0 0 0,-1 0-1 0 0,1 1 1 0 0,2 1 0 0 0,-4-1 104 0 0,0 0-1 0 0,1 0 1 0 0,-1 0 0 0 0,0 0-1 0 0,0 0 1 0 0,0 0 0 0 0,0 0-1 0 0,0 0 1 0 0,-1 1 0 0 0,1-1-1 0 0,0 0 1 0 0,-1 0 0 0 0,0 1-1 0 0,0-1 1 0 0,0 0 0 0 0,0 1-1 0 0,0-1 1 0 0,0 0 0 0 0,0 1-1 0 0,-1-1 1 0 0,0 3 0 0 0,-4 46 627 0 0,1 1 0 0 0,3 0 1 0 0,11 92-1 0 0,-3-42-578 0 0,16 601 799 0 0,33 272-685 0 0,-23-509-75 0 0,6-21 70 0 0,-26-363-128 0 0,3 0 0 0 0,29 81 0 0 0,6 30-184 0 0,-50-191 16 0 0,-1-1 0 0 0,1 1 0 0 0,-1 0 0 0 0,0-1-1 0 0,1 1 1 0 0,-1 0 0 0 0,0-1 0 0 0,0 1 0 0 0,0 0 0 0 0,0-1 0 0 0,0 1 0 0 0,-1 0 0 0 0,1 0 0 0 0,0-1 0 0 0,-1 1-1 0 0,0 0 1 0 0,1-1 0 0 0,-1 1 0 0 0,0-1 0 0 0,1 1 0 0 0,-1-1 0 0 0,0 1 0 0 0,-3 2 0 0 0,1-2 38 0 0,-1 0 1 0 0,0 0 0 0 0,1 0-1 0 0,-1-1 1 0 0,0 1-1 0 0,0-1 1 0 0,0 0 0 0 0,-8 1-1 0 0,-32 8 85 0 0,0-3 0 0 0,-1-2 0 0 0,-84 0 0 0 0,118-6-754 0 0,1 0 0 0 0,-1 0 0 0 0,-18-6 0 0 0</inkml:trace>
</inkml:ink>
</file>

<file path=ppt/ink/ink2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7:33.7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1 159 5065 0 0,'0'-2'172'0'0,"0"0"0"0"0,0 1-1 0 0,0-1 1 0 0,0 1 0 0 0,1-1 0 0 0,-1 0-1 0 0,0 1 1 0 0,1-1 0 0 0,-1 1 0 0 0,1-1-1 0 0,-1 1 1 0 0,1-1 0 0 0,0 1-1 0 0,0 0 1 0 0,0-1 0 0 0,0 1 0 0 0,0 0-1 0 0,0-1 1 0 0,0 1 0 0 0,0 0 0 0 0,0 0-1 0 0,1 0 1 0 0,-1 0 0 0 0,0 0 0 0 0,1 0-1 0 0,1 0 1 0 0,41-22 2087 0 0,-24 16-1762 0 0,0 1 0 0 0,0 2 0 0 0,0 0 0 0 0,40-3 0 0 0,88 7 891 0 0,-73 1-545 0 0,-23-2-717 0 0,-1-2 0 0 0,1-2 0 0 0,-1-2 1 0 0,77-23-1 0 0,-105 23-260 0 0,37-10-339 0 0,-56 17-44 0 0,0-1 1 0 0,0 0-1 0 0,1 1 0 0 0,-1 0 1 0 0,0 0-1 0 0,6 1 0 0 0</inkml:trace>
</inkml:ink>
</file>

<file path=ppt/ink/ink2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7:34.1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156 56 2304 0 0,'-33'-15'1224'0'0,"16"7"1213"0"0,0 0 1 0 0,-1 1-1 0 0,0 1 1 0 0,-28-5-1 0 0,39 11 394 0 0,17 5-1015 0 0,-5-3-1951 0 0,-4-1 304 0 0,3 1-11 0 0,181 101 355 0 0,-149-81-479 0 0,-25-16-35 0 0,1 1 0 0 0,-2 0 1 0 0,1 1-1 0 0,-1 1 1 0 0,-1-1-1 0 0,14 16 1 0 0,-21-21 0 0 0,0-1 1 0 0,0 1-1 0 0,0 0 1 0 0,-1 0 0 0 0,1 0-1 0 0,-1 0 1 0 0,0 0 0 0 0,0 0-1 0 0,0 0 1 0 0,0 0 0 0 0,0 0-1 0 0,-1 1 1 0 0,0-1 0 0 0,1 0-1 0 0,-1 1 1 0 0,0-1-1 0 0,-1 0 1 0 0,1 0 0 0 0,0 1-1 0 0,-1-1 1 0 0,0 0 0 0 0,0 0-1 0 0,0 0 1 0 0,0 1 0 0 0,0-1-1 0 0,-1 0 1 0 0,1-1 0 0 0,-1 1-1 0 0,0 0 1 0 0,-3 3 0 0 0,-9 12 225 0 0,-1-2 0 0 0,-1 0 1 0 0,-19 15-1 0 0,17-16-1133 0 0,1 1 0 0 0,-25 30 0 0 0,35-38-550 0 0</inkml:trace>
</inkml:ink>
</file>

<file path=ppt/ink/ink2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7:34.4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126 1 3225 0 0,'-3'0'289'0'0,"1"0"0"0"0,-1-1 0 0 0,1 1 0 0 0,-1 1 0 0 0,1-1 0 0 0,-1 0 0 0 0,1 1 0 0 0,-1-1 0 0 0,1 1 0 0 0,-1-1 1 0 0,1 1-1 0 0,-1 0 0 0 0,1 0 0 0 0,0 1 0 0 0,0-1 0 0 0,0 0 0 0 0,-1 1 0 0 0,1-1 0 0 0,1 1 0 0 0,-1-1 0 0 0,0 1 0 0 0,0 0 1 0 0,1 0-1 0 0,-1 0 0 0 0,0 0 0 0 0,1 0 0 0 0,0 0 0 0 0,0 1 0 0 0,0-1 0 0 0,-2 4 0 0 0,-2 5 312 0 0,1 0 1 0 0,0 0-1 0 0,1 0 0 0 0,0 0 1 0 0,-2 16-1 0 0,-16 234 2558 0 0,11-93-3680 0 0,7-129-161 0 0,0 2-4356 0 0</inkml:trace>
</inkml:ink>
</file>

<file path=ppt/ink/ink2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7:34.7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0 226 4609 0 0,'6'-28'-29'0'0,"-5"27"283"0"0,-1-1 0 0 0,1 0 0 0 0,1 1 0 0 0,-1-1-1 0 0,0 1 1 0 0,0 0 0 0 0,0-1 0 0 0,1 1-1 0 0,-1 0 1 0 0,1 0 0 0 0,-1-1 0 0 0,1 1-1 0 0,-1 0 1 0 0,1 1 0 0 0,0-1 0 0 0,2-1-1 0 0,-2 1 66 0 0,1 1 0 0 0,0-1 0 0 0,0 1 0 0 0,0 0 0 0 0,0 0-1 0 0,0 0 1 0 0,0 0 0 0 0,0 0 0 0 0,-1 0 0 0 0,1 1 0 0 0,0 0 0 0 0,0-1-1 0 0,0 1 1 0 0,-1 0 0 0 0,1 0 0 0 0,0 1 0 0 0,-1-1 0 0 0,1 0-1 0 0,3 3 1 0 0,18 16 2 0 0,0 1-1 0 0,-1 0 0 0 0,31 40 0 0 0,30 28 28 0 0,-83-88-279 0 0,-1 0 0 0 0,1 0 1 0 0,0 0-1 0 0,0 0 0 0 0,0 0 0 0 0,0 0 1 0 0,0 0-1 0 0,0-1 0 0 0,1 1 1 0 0,-1 0-1 0 0,0-1 0 0 0,0 1 1 0 0,0-1-1 0 0,1 1 0 0 0,-1-1 1 0 0,0 1-1 0 0,1-1 0 0 0,-1 0 0 0 0,0 0 1 0 0,1 0-1 0 0,-1 0 0 0 0,0 0 1 0 0,1 0-1 0 0,-1 0 0 0 0,0 0 1 0 0,1 0-1 0 0,1-1 0 0 0,-2 0 50 0 0,0-1-1 0 0,0 1 1 0 0,0 0 0 0 0,0-1-1 0 0,0 1 1 0 0,0-1 0 0 0,0 1-1 0 0,-1-1 1 0 0,1 0-1 0 0,-1 1 1 0 0,1-1 0 0 0,-1 0-1 0 0,1 1 1 0 0,-1-1-1 0 0,0 0 1 0 0,0 1 0 0 0,0-1-1 0 0,0 0 1 0 0,0 0 0 0 0,-1-2-1 0 0,-2-49 652 0 0,-2-108 80 0 0,6 145-1475 0 0,0 1 0 0 0,1-1 0 0 0,1 0 0 0 0,0 1 1 0 0,1 0-1 0 0,1 0 0 0 0,13-28 0 0 0,-12 33-1660 0 0</inkml:trace>
</inkml:ink>
</file>

<file path=ppt/ink/ink2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4T23:07:35.1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48 68 2304 0 0,'-1'-1'229'0'0,"1"0"-1"0"0,-1 0 0 0 0,1 1 0 0 0,-1-1 0 0 0,0 0 1 0 0,1 0-1 0 0,-1 0 0 0 0,0 0 0 0 0,1 1 0 0 0,-1-1 1 0 0,0 0-1 0 0,0 1 0 0 0,0-1 0 0 0,0 1 0 0 0,0-1 0 0 0,1 1 1 0 0,-1-1-1 0 0,0 1 0 0 0,0-1 0 0 0,0 1 0 0 0,0 0 1 0 0,0 0-1 0 0,-1-1 0 0 0,1 1 0 0 0,0 0 0 0 0,0 0 1 0 0,0 0-1 0 0,0 0 0 0 0,0 0 0 0 0,0 1 0 0 0,0-1 0 0 0,-1 0 1 0 0,1 1-26 0 0,-1 0 1 0 0,1 0-1 0 0,0 0 1 0 0,0 0-1 0 0,0 0 1 0 0,0 0-1 0 0,0 0 1 0 0,0 0-1 0 0,1 0 1 0 0,-1 0-1 0 0,0 0 1 0 0,0 0-1 0 0,1 1 1 0 0,-1-1-1 0 0,1 0 1 0 0,-1 1-1 0 0,1-1 1 0 0,-1 0-1 0 0,1 1 1 0 0,0-1-1 0 0,0 1 1 0 0,0 1-1 0 0,-2 24 549 0 0,2 1 1 0 0,1 0-1 0 0,6 31 0 0 0,-6-49-708 0 0,1 0 0 0 0,1 0 0 0 0,0 0 0 0 0,0 0 0 0 0,1-1 0 0 0,0 1 0 0 0,0-1 0 0 0,1 0 0 0 0,0 0 0 0 0,1-1 0 0 0,12 15 0 0 0,-16-21 20 0 0,1 0 0 0 0,-1 0-1 0 0,1 0 1 0 0,-1 0 0 0 0,1-1 0 0 0,0 1 0 0 0,0-1 0 0 0,-1 0 0 0 0,1 0-1 0 0,0 0 1 0 0,0 0 0 0 0,0 0 0 0 0,1-1 0 0 0,-1 1 0 0 0,0-1 0 0 0,0 0 0 0 0,0 0-1 0 0,0 0 1 0 0,0 0 0 0 0,0 0 0 0 0,0-1 0 0 0,1 0 0 0 0,-1 1 0 0 0,0-1-1 0 0,-1 0 1 0 0,1-1 0 0 0,0 1 0 0 0,0 0 0 0 0,0-1 0 0 0,-1 0 0 0 0,1 1-1 0 0,3-4 1 0 0,-1 1 66 0 0,1 0-1 0 0,-1-1 1 0 0,1 0-1 0 0,-1 0 0 0 0,-1 0 1 0 0,1-1-1 0 0,-1 0 1 0 0,0 0-1 0 0,0 0 1 0 0,-1 0-1 0 0,0 0 0 0 0,0-1 1 0 0,3-8-1 0 0,-3-2-18 0 0,-1 1 0 0 0,0-1 0 0 0,-2 1 0 0 0,0-1 0 0 0,0 0 0 0 0,-2 1 0 0 0,0-1 0 0 0,-1 1 0 0 0,0 0 0 0 0,-1 0 0 0 0,-1 0 0 0 0,-1 0 0 0 0,-10-20 0 0 0,15 34-146 0 0,0 1 0 0 0,0 0 0 0 0,0 0 0 0 0,0 0-1 0 0,0-1 1 0 0,0 1 0 0 0,0 0 0 0 0,0 0 0 0 0,0 1 0 0 0,-1-1 0 0 0,1 0-1 0 0,0 0 1 0 0,-1 0 0 0 0,1 1 0 0 0,0-1 0 0 0,-1 1 0 0 0,1-1 0 0 0,-1 1 0 0 0,1 0-1 0 0,-1-1 1 0 0,1 1 0 0 0,-1 0 0 0 0,1 0 0 0 0,-1 0 0 0 0,1 0 0 0 0,-1 0 0 0 0,1 0-1 0 0,-1 1 1 0 0,1-1 0 0 0,-1 0 0 0 0,1 1 0 0 0,-1-1 0 0 0,1 1 0 0 0,0 0 0 0 0,-1-1-1 0 0,1 1 1 0 0,0 0 0 0 0,0 0 0 0 0,-1 0 0 0 0,1 0 0 0 0,0 0 0 0 0,0 0 0 0 0,-1 1-1 0 0,-12 10-522 0 0</inkml:trace>
</inkml:ink>
</file>

<file path=ppt/ink/ink2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09.2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97 6913 0 0,'7'-19'1277'0'0,"-4"10"2"0"0,0-1 1 0 0,1 1-1 0 0,0 0 1 0 0,1 0-1 0 0,0 1 1 0 0,11-15-1 0 0,-16 23-1210 0 0,0 0 0 0 0,1 0 0 0 0,-1 0 0 0 0,0 0 0 0 0,1 0-1 0 0,-1 0 1 0 0,0 0 0 0 0,0 0 0 0 0,1 0 0 0 0,-1 0 0 0 0,0 0 0 0 0,0 1-1 0 0,1-1 1 0 0,-1 0 0 0 0,0 0 0 0 0,0 0 0 0 0,1 0 0 0 0,-1 1 0 0 0,0-1-1 0 0,0 0 1 0 0,0 0 0 0 0,1 0 0 0 0,-1 1 0 0 0,0-1 0 0 0,0 0 0 0 0,0 0-1 0 0,0 1 1 0 0,0-1 0 0 0,1 0 0 0 0,-1 1 0 0 0,0-1 0 0 0,0 0 0 0 0,0 0-1 0 0,0 1 1 0 0,0-1 0 0 0,0 0 0 0 0,0 1 0 0 0,0-1 0 0 0,0 0 0 0 0,0 0-1 0 0,0 1 1 0 0,0-1 0 0 0,0 0 0 0 0,-1 1 0 0 0,1-1 0 0 0,2 18 499 0 0,-2-18-552 0 0,83 859 1719 0 0,-45-656-1708 0 0,-22-136 18 0 0,-3 2 0 0 0,-3 0 0 0 0,2 99 0 0 0,-18-93-14 0 0,5-67-57 0 0,0 0 0 0 0,-1-1 0 0 0,0 1 0 0 0,0-1 0 0 0,-1 0 0 0 0,0 0 0 0 0,-6 11 1 0 0</inkml:trace>
</inkml:ink>
</file>

<file path=ppt/ink/ink2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09.8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92 23 4145 0 0,'-27'3'234'0'0,"-37"1"4653"0"0,118-20-526 0 0,-19 10-3556 0 0,1 2 0 0 0,0 2 1 0 0,0 1-1 0 0,40 4 0 0 0,142 25 827 0 0,-151-17-1459 0 0,0 4-1 0 0,-1 2 0 0 0,-1 3 1 0 0,82 37-1 0 0,-108-38-203 0 0,0 1 0 0 0,-1 2 1 0 0,-2 2-1 0 0,0 1 0 0 0,-1 2 0 0 0,-2 1 0 0 0,54 59 0 0 0,-50-43-112 0 0,-1 2 0 0 0,-2 1-1 0 0,32 62 1 0 0,-53-84 150 0 0,-1 0 0 0 0,-1 1 0 0 0,-2 0 0 0 0,0 1 0 0 0,-2 0 1 0 0,-1 0-1 0 0,-1 1 0 0 0,2 48 0 0 0,-6-40 60 0 0,-1 0 0 0 0,-3 0 1 0 0,0 0-1 0 0,-15 59 0 0 0,15-83 13 0 0,0-1-1 0 0,-1 0 0 0 0,-1 0 1 0 0,0 0-1 0 0,0 0 1 0 0,-1-1-1 0 0,0 0 0 0 0,-1 0 1 0 0,0 0-1 0 0,-1-1 1 0 0,0 0-1 0 0,0-1 0 0 0,-1 0 1 0 0,0 0-1 0 0,0-1 1 0 0,-1 0-1 0 0,-19 11 1 0 0,-31 10 484 0 0,-2-2 1 0 0,-67 18 0 0 0,87-33-1119 0 0,1-2-1 0 0,-1-1 1 0 0,0-3 0 0 0,-58 1 0 0 0</inkml:trace>
</inkml:ink>
</file>

<file path=ppt/ink/ink2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10.3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310 70 3225 0 0,'-22'-23'2472'0'0,"18"17"-1646"0"0,-1 1 0 0 0,0 0-1 0 0,0 0 1 0 0,0 0 0 0 0,-12-7 0 0 0,14 10-575 0 0,0 1 0 0 0,0 0 1 0 0,0 0-1 0 0,-1 0 0 0 0,1 0 0 0 0,0 0 1 0 0,-1 1-1 0 0,1-1 0 0 0,0 1 0 0 0,-1 0 1 0 0,1 0-1 0 0,-1 0 0 0 0,1 1 0 0 0,0-1 1 0 0,-1 1-1 0 0,-3 1 0 0 0,-2 1 17 0 0,-1 0-1 0 0,1 1 1 0 0,0 1 0 0 0,1-1-1 0 0,-1 1 1 0 0,1 1 0 0 0,0 0-1 0 0,0 0 1 0 0,1 0 0 0 0,0 1-1 0 0,0 0 1 0 0,0 1-1 0 0,1-1 1 0 0,0 1 0 0 0,1 0-1 0 0,-9 16 1 0 0,6-9-176 0 0,1 1 0 0 0,0 0 0 0 0,1 1 0 0 0,1 0 0 0 0,0-1 0 0 0,1 2-1 0 0,1-1 1 0 0,-1 29 0 0 0,4-26-71 0 0,0-1 0 0 0,2 0 0 0 0,0 1 0 0 0,1-1 0 0 0,1 0 0 0 0,12 35 0 0 0,-14-48-26 0 0,1 0 1 0 0,-1 0 0 0 0,1 0 0 0 0,0 0 0 0 0,1 0 0 0 0,-1-1 0 0 0,1 0 0 0 0,0 1 0 0 0,0-2 0 0 0,1 1 0 0 0,0 0-1 0 0,-1-1 1 0 0,2 0 0 0 0,-1 0 0 0 0,0 0 0 0 0,1-1 0 0 0,0 1 0 0 0,-1-2 0 0 0,1 1 0 0 0,1 0 0 0 0,-1-1 0 0 0,0 0-1 0 0,12 1 1 0 0,-7-2 28 0 0,1-1-1 0 0,0 0 1 0 0,-1-1-1 0 0,1 0 1 0 0,-1-1-1 0 0,0-1 1 0 0,1 1-1 0 0,-1-2 1 0 0,0 0-1 0 0,-1 0 1 0 0,1-1-1 0 0,-1 0 1 0 0,0 0-1 0 0,18-14 1 0 0,-17 11 37 0 0,-1-1 0 0 0,0 0-1 0 0,0 0 1 0 0,-1-1 0 0 0,0-1 0 0 0,-1 1 0 0 0,0-1-1 0 0,0-1 1 0 0,-2 1 0 0 0,1-1 0 0 0,-1 0-1 0 0,6-21 1 0 0,-10 26-27 0 0,-1 0 0 0 0,0 0-1 0 0,0 0 1 0 0,0 0 0 0 0,-1 0-1 0 0,0 0 1 0 0,-1-1 0 0 0,0 1 0 0 0,0 0-1 0 0,0 0 1 0 0,-1 0 0 0 0,0 0-1 0 0,0 1 1 0 0,-1-1 0 0 0,0 1-1 0 0,0-1 1 0 0,0 1 0 0 0,-1 0 0 0 0,0 0-1 0 0,0 0 1 0 0,-7-6 0 0 0,-1-2-369 0 0,-1 0 0 0 0,-23-19 1 0 0,-29-17-5976 0 0,50 40-111 0 0</inkml:trace>
</inkml:ink>
</file>

<file path=ppt/ink/ink2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10.8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54 4609 0 0,'1'2'1905'0'0,"-2"-2"-1861"0"0,17 0 1445 0 0,17-5 461 0 0,33-8 942 0 0,1 3 0 0 0,96-1-1 0 0,138 14-1032 0 0,-187 0-1233 0 0,603 28 76 0 0,-343-33-158 0 0,-3-35-1505 0 0,-333 30-4246 0 0,-4 0-1770 0 0</inkml:trace>
</inkml:ink>
</file>

<file path=ppt/ink/ink2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11.5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2113 90 5985 0 0,'-4'-3'4796'0'0,"-19"-13"-1003"0"0,0 10-3384 0 0,-1 0-1 0 0,-1 1 1 0 0,1 2 0 0 0,-1 1 0 0 0,1 0-1 0 0,-45 4 1 0 0,1-1 357 0 0,-733-22 2948 0 0,535 12-3214 0 0,-304 1-222 0 0,554 9-481 0 0,0 1-108 0 0,-1-1-1 0 0,1-1 1 0 0,0-1-1 0 0,-1 0 1 0 0,1-1 0 0 0,0 0-1 0 0,-20-7 1 0 0</inkml:trace>
</inkml:ink>
</file>

<file path=ppt/ink/ink2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12.2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0 7834 0 0,'-2'12'7528'0'0,"0"6"-5096"0"0,-5 40-2199 0 0,8 141 1060 0 0,1-167-2077 0 0,2 0-1 0 0,1 0 1 0 0,1 0-1 0 0,12 34 1 0 0,-11-48-4900 0 0</inkml:trace>
</inkml:ink>
</file>

<file path=ppt/ink/ink2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12.6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0 264 8290 0 0,'1'-3'201'0'0,"-1"0"1"0"0,1 0-1 0 0,0 0 1 0 0,0-1-1 0 0,0 1 1 0 0,0 0-1 0 0,1 0 1 0 0,-1 0-1 0 0,1 0 1 0 0,-1 1-1 0 0,1-1 1 0 0,0 0-1 0 0,0 1 1 0 0,1-1-1 0 0,-1 1 0 0 0,0 0 1 0 0,1 0-1 0 0,-1 0 1 0 0,1 0-1 0 0,0 0 1 0 0,0 0-1 0 0,0 1 1 0 0,0-1-1 0 0,0 1 1 0 0,0 0-1 0 0,0 0 1 0 0,0 0-1 0 0,0 0 1 0 0,0 1-1 0 0,1-1 1 0 0,-1 1-1 0 0,0 0 1 0 0,1 0-1 0 0,-1 0 1 0 0,0 0-1 0 0,0 0 1 0 0,6 2-1 0 0,0 2 14 0 0,0-1 0 0 0,-1 1 0 0 0,1 1 0 0 0,-1 0 0 0 0,0 0 0 0 0,-1 0 0 0 0,1 1 0 0 0,7 8 0 0 0,14 9-4 0 0,228 182 546 0 0,-254-203-754 0 0,-3-1 19 0 0,1-1-1 0 0,0 1 1 0 0,-1 0-1 0 0,1-1 1 0 0,0 1 0 0 0,0 0-1 0 0,-1-1 1 0 0,1 1-1 0 0,0-1 1 0 0,0 0 0 0 0,0 1-1 0 0,0-1 1 0 0,0 1-1 0 0,-1-1 1 0 0,1 0 0 0 0,0 0-1 0 0,0 0 1 0 0,0 0-1 0 0,0 1 1 0 0,0-1 0 0 0,0-1-1 0 0,0 1 1 0 0,0 0-1 0 0,0 0 1 0 0,0 0 0 0 0,0 0-1 0 0,0-1 1 0 0,0 1 0 0 0,0-1-1 0 0,1 0 47 0 0,-1 0-1 0 0,1-1 1 0 0,-1 1-1 0 0,0-1 1 0 0,0 1-1 0 0,0-1 1 0 0,0 1-1 0 0,0-1 1 0 0,0 0-1 0 0,-1 1 1 0 0,1-1-1 0 0,0 0 1 0 0,0-3-1 0 0,2-8 200 0 0,-1-1 1 0 0,-1 0-1 0 0,0-13 1 0 0,0 25-292 0 0,-3-66 107 0 0,-9-71 0 0 0,-3-45-6242 0 0</inkml:trace>
</inkml:ink>
</file>

<file path=ppt/ink/ink2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12.8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93 9 5985 0 0,'16'-8'6914'0'0,"-16"8"-6834"0"0,-12 35 5596 0 0,9-26-6271 0 0,-15 43 1693 0 0,-36 113 550 0 0,48-139-2043 0 0,1-1-1 0 0,0 0 0 0 0,2 1 1 0 0,0 40-1 0 0,5-48-4226 0 0,2-3-1486 0 0</inkml:trace>
</inkml:ink>
</file>

<file path=ppt/ink/ink2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13.1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8754 0 0,'24'24'5736'0'0,"39"49"278"0"0,-6 2-4037 0 0,-37-46-1881 0 0,-2 1 1 0 0,0 1-1 0 0,18 46 0 0 0,30 100-452 0 0,-40-101-2692 0 0,-23-68 1589 0 0,0-3-229 0 0</inkml:trace>
</inkml:ink>
</file>

<file path=ppt/ink/ink2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13.2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0 173 7370 0 0,'7'-5'411'0'0,"1"0"1"0"0,0 1 0 0 0,0 0 0 0 0,0 0-1 0 0,0 0 1 0 0,0 1 0 0 0,13-3-1 0 0,5-2 206 0 0,58-22 1408 0 0,-30 12-2306 0 0,93-45 0 0 0,-115 44 77 0 0</inkml:trace>
</inkml:ink>
</file>

<file path=ppt/ink/ink2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13.5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1 7834 0 0,'-1'4'478'0'0,"-1"1"0"0"0,1-1 0 0 0,1 1-1 0 0,-1-1 1 0 0,1 1 0 0 0,-1 0 0 0 0,1-1 0 0 0,2 10 0 0 0,-2-7-180 0 0,-1 32 1025 0 0,5 98 1094 0 0,-3-122-2302 0 0,1 1 0 0 0,1 0 1 0 0,0-1-1 0 0,1 0 0 0 0,1 1 0 0 0,9 18 1 0 0,-14-32-257 0 0,1 0 1 0 0,0-1 0 0 0,0 1 0 0 0,-1-1 0 0 0,1 1 0 0 0,0-1 0 0 0,0 1-1 0 0,1-1 1 0 0,-1 0 0 0 0,0 1 0 0 0,0-1 0 0 0,1 0 0 0 0,-1 0 0 0 0,0 0-1 0 0,1 0 1 0 0,2 1 0 0 0,-4-2 63 0 0,0 0-1 0 0,0 0 0 0 0,1 0 1 0 0,-1 0-1 0 0,0 0 1 0 0,1 0-1 0 0,-1 0 1 0 0,0 0-1 0 0,0-1 0 0 0,1 1 1 0 0,-1 0-1 0 0,0 0 1 0 0,0 0-1 0 0,0 0 1 0 0,1 0-1 0 0,-1-1 1 0 0,0 1-1 0 0,0 0 0 0 0,0 0 1 0 0,1 0-1 0 0,-1-1 1 0 0,0 1-1 0 0,0 0 1 0 0,0 0-1 0 0,0-1 1 0 0,1 1-1 0 0,-1 0 0 0 0,0 0 1 0 0,0-1-1 0 0,0 1 1 0 0,0 0-1 0 0,0-1 1 0 0,1-19-126 0 0,-3 6 203 0 0,1-1 0 0 0</inkml:trace>
</inkml:ink>
</file>

<file path=ppt/ink/ink2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13.7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0 135 6913 0 0,'1'2'345'0'0,"0"-1"-1"0"0,0 1 1 0 0,1-1-1 0 0,-1 1 1 0 0,0-1-1 0 0,0 1 1 0 0,1-1-1 0 0,-1 0 1 0 0,1 0-1 0 0,-1 0 1 0 0,1 0-1 0 0,-1 0 1 0 0,1 0-1 0 0,2 1 1 0 0,32 20 3485 0 0,-20-13-3099 0 0,0 1 0 0 0,-2 1-1 0 0,1 0 1 0 0,-1 1 0 0 0,-1 0-1 0 0,13 15 1 0 0,61 90 19 0 0,-56-74-593 0 0,-22-31-157 0 0,0 0 0 0 0,19 17 0 0 0,-25-26 6 0 0,0 0 0 0 0,0 0 0 0 0,1 0 0 0 0,-1-1 0 0 0,1 1 0 0 0,-1-1 0 0 0,1 0 0 0 0,0 0 0 0 0,0-1 0 0 0,0 1 0 0 0,0-1 0 0 0,0 0 0 0 0,0 0 0 0 0,6 1 0 0 0,-8-3 20 0 0,-1 1-1 0 0,1 0 0 0 0,0-1 0 0 0,0 1 0 0 0,-1-1 0 0 0,1 0 1 0 0,0 1-1 0 0,0-1 0 0 0,-1 0 0 0 0,1 0 0 0 0,-1 0 0 0 0,1 0 1 0 0,-1-1-1 0 0,0 1 0 0 0,1 0 0 0 0,-1-1 0 0 0,0 1 0 0 0,0 0 1 0 0,0-1-1 0 0,0 0 0 0 0,0 1 0 0 0,0-1 0 0 0,0 0 0 0 0,0 1 1 0 0,0-4-1 0 0,3-6 48 0 0,0-1 1 0 0,3-22-1 0 0,-5 22-29 0 0,39-276-149 0 0,-29 165-7469 0 0</inkml:trace>
</inkml:ink>
</file>

<file path=ppt/ink/ink2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14.0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5985 0 0,'2'0'224'0'0,"-1"1"0"0"0,0-1-1 0 0,0 1 1 0 0,1-1-1 0 0,-1 1 1 0 0,0 0 0 0 0,0 0-1 0 0,0 0 1 0 0,0 0 0 0 0,0 0-1 0 0,0 0 1 0 0,0 0 0 0 0,0 0-1 0 0,0 0 1 0 0,0 0 0 0 0,0 0-1 0 0,-1 1 1 0 0,2 1 0 0 0,10 24 2436 0 0,0 15-146 0 0,-2 0 1 0 0,9 79 0 0 0,-14-77-2345 0 0,1 0 0 0 0,22 72-1 0 0,-17-86-526 0 0,4 12-401 0 0,-7-15-2750 0 0</inkml:trace>
</inkml:ink>
</file>

<file path=ppt/ink/ink2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14.3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1 115 6913 0 0,'5'-5'308'0'0,"1"0"0"0"0,1 1 1 0 0,-1 0-1 0 0,1 0 0 0 0,0 0 0 0 0,0 1 0 0 0,10-4 0 0 0,57-16 2370 0 0,-48 17-2149 0 0,22-8 1260 0 0,0 2 0 0 0,82-9 0 0 0,-117 20-1574 0 0,0 0 0 0 0,0 1 1 0 0,0 0-1 0 0,0 1 0 0 0,1 1 0 0 0,-1 0 0 0 0,0 0 1 0 0,-1 1-1 0 0,1 1 0 0 0,-1 0 0 0 0,1 1 0 0 0,-1 0 1 0 0,0 1-1 0 0,-1 1 0 0 0,15 9 0 0 0,-20-10-186 0 0,0 0 0 0 0,-1 0 0 0 0,0 0 0 0 0,0 1 0 0 0,0 0-1 0 0,-1 0 1 0 0,0 0 0 0 0,0 0 0 0 0,-1 1 0 0 0,0-1 0 0 0,0 1 0 0 0,-1 0 0 0 0,0 0-1 0 0,0 0 1 0 0,-1 0 0 0 0,0 0 0 0 0,0 0 0 0 0,-1 0 0 0 0,0 0 0 0 0,-1 0 0 0 0,-1 11-1 0 0,-2 4 19 0 0,0 1 0 0 0,-2-1-1 0 0,0 0 1 0 0,-2 0 0 0 0,0 0-1 0 0,-13 21 1 0 0,15-32 11 0 0,-1 0 0 0 0,0 0 0 0 0,-1-1 0 0 0,0 0 1 0 0,-1 0-1 0 0,-14 13 0 0 0,20-21-295 0 0,-1 1 0 0 0,-1-1 0 0 0,1 1-1 0 0,-1-1 1 0 0,1-1 0 0 0,-1 1 0 0 0,0-1 0 0 0,0 0 0 0 0,0 0 0 0 0,0 0-1 0 0,0 0 1 0 0,0-1 0 0 0,0 0 0 0 0,-1 0 0 0 0,1-1 0 0 0,0 1 0 0 0,-1-1-1 0 0,1 0 1 0 0,-6-1 0 0 0</inkml:trace>
</inkml:ink>
</file>

<file path=ppt/ink/ink2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15.6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1648 1 6449 0 0,'-87'9'5744'0'0,"-190"2"256"0"0,30-1-4413 0 0,-2 0-1083 0 0,-153-3 1317 0 0,323-13-1499 0 0,40 2-490 0 0,0 1 0 0 0,0 3 0 0 0,-1 1 0 0 0,-66 10 0 0 0,77-2-1424 0 0,29-8 1429 0 0,-1-1-1 0 0,0 0 1 0 0,0 1-1 0 0,0-1 1 0 0,1 0 0 0 0,-1 1-1 0 0,0-1 1 0 0,0 1-1 0 0,1 0 1 0 0,-1-1 0 0 0,1 1-1 0 0,-1-1 1 0 0,0 1 0 0 0,1 0-1 0 0,-1-1 1 0 0,1 1-1 0 0,-1 0 1 0 0,1 0 0 0 0,0-1-1 0 0,-1 1 1 0 0,1 0-1 0 0,0 0 1 0 0,-1 0 0 0 0,1 0-1 0 0,0 0 1 0 0,0-1-1 0 0,0 1 1 0 0,0 0 0 0 0,0 0-1 0 0,0 2 1 0 0,3 4-1364 0 0</inkml:trace>
</inkml:ink>
</file>

<file path=ppt/ink/ink2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51.9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117 0 10138 0 0,'-19'2'11283'0'0,"18"-1"-11077"0"0,-3 29 322 0 0,1 0 0 0 0,0 43 1 0 0,0 11-256 0 0,-18 142-15 0 0,-16 242 364 0 0,19-252-853 0 0,12-155 141 0 0,5-40-1663 0 0</inkml:trace>
</inkml:ink>
</file>

<file path=ppt/ink/ink2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52.47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154 152 4145 0 0,'9'-41'1062'0'0,"-6"33"-355"0"0,-1 0 0 0 0,0 0 0 0 0,0 0 0 0 0,-1 0 0 0 0,0 0-1 0 0,0 0 1 0 0,-1-1 0 0 0,0 1 0 0 0,0 0 0 0 0,-3-12 0 0 0,3 20-639 0 0,0-1 1 0 0,0 1-1 0 0,-1-1 1 0 0,1 1-1 0 0,0-1 1 0 0,0 1-1 0 0,-1-1 1 0 0,1 1-1 0 0,0-1 0 0 0,-1 1 1 0 0,1-1-1 0 0,-1 1 1 0 0,1-1-1 0 0,0 1 1 0 0,-1 0-1 0 0,1-1 1 0 0,-1 1-1 0 0,1 0 1 0 0,-1-1-1 0 0,1 1 1 0 0,-1 0-1 0 0,1 0 1 0 0,-1 0-1 0 0,0-1 0 0 0,1 1 1 0 0,-1 0-1 0 0,1 0 1 0 0,-2 0-1 0 0,-17 7 985 0 0,-15 22-71 0 0,33-28-903 0 0,-13 14 447 0 0,1 0-1 0 0,-23 33 1 0 0,31-40-409 0 0,0 0 1 0 0,1 1-1 0 0,0-1 0 0 0,0 1 1 0 0,1 0-1 0 0,0 0 0 0 0,0 1 1 0 0,-1 11-1 0 0,3-18-117 0 0,1 0 0 0 0,0-1 0 0 0,1 1 0 0 0,-1-1 0 0 0,0 1 0 0 0,1-1 0 0 0,-1 1 0 0 0,1 0 0 0 0,0-1 0 0 0,0 0 0 0 0,0 1 0 0 0,0-1 0 0 0,0 0 0 0 0,1 1 0 0 0,-1-1 0 0 0,1 0 0 0 0,-1 0 0 0 0,1 0 0 0 0,0 0 0 0 0,0 0 0 0 0,0-1 0 0 0,0 1 0 0 0,0-1 0 0 0,0 1 0 0 0,0-1 0 0 0,0 0 0 0 0,1 1-1 0 0,-1-1 1 0 0,1 0 0 0 0,4 1 0 0 0,7 2-35 0 0,1 0-1 0 0,0-1 0 0 0,0-1 1 0 0,16 1-1 0 0,-13-1-8 0 0,5 0 12 0 0,44 6-97 0 0,-63-7 126 0 0,0 0-1 0 0,-1 0 1 0 0,1 0 0 0 0,0 0-1 0 0,-1 1 1 0 0,1 0 0 0 0,-1-1-1 0 0,1 1 1 0 0,-1 0-1 0 0,0 1 1 0 0,0-1 0 0 0,0 0-1 0 0,5 6 1 0 0,-7-6 3 0 0,0 0 1 0 0,0 1-1 0 0,0-1 0 0 0,-1 0 0 0 0,1 0 0 0 0,0 1 0 0 0,-1-1 1 0 0,0 1-1 0 0,0-1 0 0 0,0 0 0 0 0,0 1 0 0 0,0-1 1 0 0,0 1-1 0 0,0-1 0 0 0,-1 0 0 0 0,1 1 0 0 0,-1-1 1 0 0,0 0-1 0 0,1 0 0 0 0,-1 1 0 0 0,0-1 0 0 0,-1 0 1 0 0,1 0-1 0 0,0 0 0 0 0,0 0 0 0 0,-1 0 0 0 0,0 0 1 0 0,-1 1-1 0 0,-7 10 21 0 0,-1-2 1 0 0,-23 20-1 0 0,32-29-16 0 0,-17 13-85 0 0,1 0 0 0 0,-2-1 0 0 0,0-1 0 0 0,-1-1 0 0 0,-26 11 0 0 0,33-18-1966 0 0,0 0 0 0 0,-29 5 0 0 0,24-7-3445 0 0</inkml:trace>
</inkml:ink>
</file>

<file path=ppt/ink/ink2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53.1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179 233 13363 0 0,'-8'2'124'0'0,"0"0"0"0"0,0 1 1 0 0,0 0-1 0 0,1 1 0 0 0,-1 0 0 0 0,1 0 1 0 0,0 0-1 0 0,0 1 0 0 0,1 0 0 0 0,-1 0 1 0 0,1 1-1 0 0,0 0 0 0 0,-7 9 0 0 0,5-5 259 0 0,1 1-1 0 0,0 1 0 0 0,1-1 0 0 0,0 1 0 0 0,1 0 1 0 0,1 1-1 0 0,-6 21 0 0 0,2 7 459 0 0,3 0 0 0 0,1 0 0 0 0,2 1 0 0 0,4 54 0 0 0,-1-55-1022 0 0,2 1 0 0 0,2-1 0 0 0,2 0 1 0 0,1 0-1 0 0,24 69 0 0 0,-26-97 94 0 0,0 0 0 0 0,1 0-1 0 0,0 0 1 0 0,1-1 0 0 0,0 0 0 0 0,1 0-1 0 0,0-1 1 0 0,18 16 0 0 0,-18-20 53 0 0,0 0 0 0 0,0-1 0 0 0,1 0 0 0 0,0 0 0 0 0,0-1 0 0 0,0 0 0 0 0,1-1 0 0 0,0 0 0 0 0,0-1 0 0 0,0 0 0 0 0,0-1 1 0 0,15 2-1 0 0,-10-3 17 0 0,0 0-1 0 0,0-1 1 0 0,0-1 0 0 0,0 0 0 0 0,0-1 0 0 0,0-1 0 0 0,0-1 0 0 0,-1 0 0 0 0,1-1 0 0 0,-1 0 0 0 0,0-2-1 0 0,-1 1 1 0 0,0-2 0 0 0,0 0 0 0 0,0-1 0 0 0,-1 0 0 0 0,0-1 0 0 0,-1 0 0 0 0,0-1 0 0 0,-1 0 0 0 0,13-17-1 0 0,-6 4 210 0 0,0-2-1 0 0,-1 0 0 0 0,-2-1 0 0 0,-1 0 0 0 0,-1-1 1 0 0,-1-1-1 0 0,-2 0 0 0 0,0-1 0 0 0,-2 0 0 0 0,4-37 1 0 0,-2-1 369 0 0,0-115 0 0 0,-10 146-401 0 0,-2 0-1 0 0,-2 0 1 0 0,-2 0-1 0 0,-17-63 1 0 0,19 87-140 0 0,0 1 0 0 0,-1 1-1 0 0,-1-1 1 0 0,0 1 0 0 0,-1 0 0 0 0,0 0 0 0 0,0 1-1 0 0,-1 0 1 0 0,0 0 0 0 0,-1 1 0 0 0,0 0 0 0 0,-1 0-1 0 0,0 1 1 0 0,0 1 0 0 0,-16-10 0 0 0,17 12-54 0 0,0 1 1 0 0,0 0-1 0 0,-1 1 1 0 0,1 0-1 0 0,-1 0 1 0 0,0 1-1 0 0,1 0 1 0 0,-1 1-1 0 0,0 0 1 0 0,0 0-1 0 0,0 1 1 0 0,0 1-1 0 0,0 0 1 0 0,0 0-1 0 0,0 1 1 0 0,0 0-1 0 0,0 0 1 0 0,1 1-1 0 0,-1 1 1 0 0,-9 4-1 0 0,8-2-171 0 0,0 0 1 0 0,1 0-1 0 0,-18 15 0 0 0,-5 12-6187 0 0,15-12-541 0 0</inkml:trace>
</inkml:ink>
</file>

<file path=ppt/ink/ink2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53.5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74 25 3681 0 0,'0'-24'8361'0'0,"-1"23"-8150"0"0,1 1 0 0 0,-1 0 0 0 0,0 0 1 0 0,1 0-1 0 0,-1 0 0 0 0,0 0 0 0 0,1 1 1 0 0,-1-1-1 0 0,1 0 0 0 0,-1 0 0 0 0,0 0 0 0 0,-5 5 2535 0 0,6-5-2534 0 0,-1 1-1 0 0,1-1 0 0 0,0 1 0 0 0,-1 0 1 0 0,-5 5 50 0 0,1 0 1 0 0,0 0 0 0 0,0 0-1 0 0,0 1 1 0 0,0-1 0 0 0,1 1 0 0 0,0 1-1 0 0,1-1 1 0 0,0 0 0 0 0,0 1-1 0 0,0-1 1 0 0,-2 14 0 0 0,4-14-271 0 0,1-1 1 0 0,0 0 0 0 0,0 0-1 0 0,0 1 1 0 0,1-1 0 0 0,0 0-1 0 0,0 0 1 0 0,1 1 0 0 0,0-1-1 0 0,0 0 1 0 0,0-1-1 0 0,0 1 1 0 0,1 0 0 0 0,0-1-1 0 0,1 1 1 0 0,6 8 0 0 0,3 1-2 0 0,0-1 1 0 0,1-1-1 0 0,1 0 1 0 0,0-1 0 0 0,30 18-1 0 0,-23-15-6 0 0,40 33 1 0 0,-61-46 25 0 0,1-1 0 0 0,-1 0 1 0 0,1 1-1 0 0,-1-1 1 0 0,0 1-1 0 0,1-1 0 0 0,-1 1 1 0 0,0 0-1 0 0,0-1 1 0 0,0 1-1 0 0,0 0 0 0 0,-1 0 1 0 0,1 0-1 0 0,0-1 0 0 0,-1 1 1 0 0,1 0-1 0 0,-1 0 1 0 0,0 0-1 0 0,0 0 0 0 0,0 4 1 0 0,0-4 19 0 0,-1 0 0 0 0,1 0 0 0 0,-1 0 1 0 0,0 0-1 0 0,0-1 0 0 0,0 1 0 0 0,0 0 0 0 0,0-1 1 0 0,-1 1-1 0 0,1 0 0 0 0,0-1 0 0 0,-1 0 0 0 0,1 1 1 0 0,-1-1-1 0 0,1 0 0 0 0,-5 3 0 0 0,0-1 43 0 0,-1 1-1 0 0,0-1 1 0 0,0-1-1 0 0,0 1 1 0 0,0-1 0 0 0,0 0-1 0 0,0-1 1 0 0,-1 1-1 0 0,1-1 1 0 0,-9-1 0 0 0,6 0-443 0 0,0-1-1 0 0,0-1 1 0 0,-14-3 0 0 0,-7-5-7359 0 0</inkml:trace>
</inkml:ink>
</file>

<file path=ppt/ink/ink2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8:57.5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80 40 5985 0 0,'-2'-3'591'0'0,"1"0"0"0"0,-1 0-1 0 0,0 0 1 0 0,0 0 0 0 0,0 0-1 0 0,0 0 1 0 0,-1 0 0 0 0,1 0 0 0 0,-1 1-1 0 0,1-1 1 0 0,-1 1 0 0 0,0 0-1 0 0,-3-2 1 0 0,5 5-414 0 0,0-1-1 0 0,0 1 1 0 0,1 0 0 0 0,-1-1-1 0 0,0 1 1 0 0,0 0 0 0 0,1 0 0 0 0,-1 0-1 0 0,1 0 1 0 0,-1 0 0 0 0,1 0-1 0 0,-1 0 1 0 0,1 0 0 0 0,-1 0-1 0 0,1 0 1 0 0,0 0 0 0 0,0 0-1 0 0,-1 0 1 0 0,1 2 0 0 0,-5 27 713 0 0,4-26-596 0 0,-14 109 666 0 0,5 2 0 0 0,8 189 0 0 0,61 225-728 0 0,-31-281 126 0 0,-27-201-313 0 0,-1 0 0 0 0,-3 0 0 0 0,-10 59 0 0 0,12-101-99 0 0,-4 19 155 0 0,4-23-169 0 0,1 0 0 0 0,0 0 1 0 0,0 0-1 0 0,-1-1 0 0 0,1 1 0 0 0,0 0 0 0 0,-1 0 0 0 0,1 0 0 0 0,-1 0 0 0 0,1-1 0 0 0,-1 1 1 0 0,1 0-1 0 0,-1 0 0 0 0,0-1 0 0 0,1 1 0 0 0,-1-1 0 0 0,0 1 0 0 0,0 0 0 0 0,1-1 0 0 0,-2 1 1 0 0,-3-2-1142 0 0</inkml:trace>
</inkml:ink>
</file>

<file path=ppt/ink/ink2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8:58.5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102 74 2761 0 0,'-18'0'113'0'0,"10"1"506"0"0,-1-1-1 0 0,1 0 1 0 0,0 0 0 0 0,0-1-1 0 0,-1 0 1 0 0,1-1-1 0 0,-15-4 1 0 0,23 6-572 0 0,0 0-1 0 0,0 0 1 0 0,-1-1 325 0 0,1 1-326 0 0,0 0 1 0 0,0 0 0 0 0,-1 0-1 0 0,1 0 1 0 0,0 0-1 0 0,0 0 1 0 0,0-1-1 0 0,0 1 1 0 0,0 0-1 0 0,0 0 1 0 0,0 0-1 0 0,0 0 1 0 0,0 0-1 0 0,0 0 1 0 0,0-1 0 0 0,0 1-1 0 0,0 0 1 0 0,0 0-1 0 0,0 0 1 0 0,0 0-1 0 0,0 0 1 0 0,0-1-1 0 0,0 1 1 0 0,0 0-1 0 0,0 0 1 0 0,0 0-1 0 0,1-1 420 0 0,-1 1-420 0 0,0 0 1 0 0,0 0-1 0 0,1 0 1 0 0,-1-1 0 0 0,0 1-1 0 0,0 0 1 0 0,13-7 1234 0 0,13-3-82 0 0,29-3 66 0 0,0 2 1 0 0,1 3-1 0 0,82-2 1 0 0,172 16-199 0 0,-245-3-807 0 0,39 3-80 0 0,-1 5 1 0 0,0 4-1 0 0,-1 5 0 0 0,144 47 1 0 0,-207-51-146 0 0,0 0 0 0 0,-1 3 1 0 0,-1 1-1 0 0,-1 2 0 0 0,0 1 1 0 0,-2 2-1 0 0,59 56 0 0 0,-80-69-6 0 0,-2 0-1 0 0,1 1 0 0 0,-2 0 0 0 0,0 1 0 0 0,0 0 0 0 0,-1 1 1 0 0,-1 0-1 0 0,-1 0 0 0 0,0 1 0 0 0,-1 0 0 0 0,0 0 1 0 0,-2 0-1 0 0,0 1 0 0 0,0-1 0 0 0,-2 1 0 0 0,0 0 0 0 0,-1 0 1 0 0,-1 0-1 0 0,0 0 0 0 0,-1 0 0 0 0,-1 0 0 0 0,-4 17 1 0 0,-5 12-51 0 0,-2 0 1 0 0,-2-1 0 0 0,-2 0 0 0 0,-2-2 0 0 0,-1 0 0 0 0,-3-1 0 0 0,-1-1 0 0 0,-2-1 0 0 0,-2-2 0 0 0,-55 60-1 0 0,49-63 235 0 0,-1-1 0 0 0,-1-1-1 0 0,-2-2 1 0 0,-1-2 0 0 0,-2-2-1 0 0,-75 39 1 0 0,-133 35 127 0 0,203-87-267 0 0,0-2 0 0 0,-1-2 0 0 0,-77 7 0 0 0,-83 13-406 0 0,129-16 172 0 0,37-10-2387 0 0</inkml:trace>
</inkml:ink>
</file>

<file path=ppt/ink/ink2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8:59.1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36 127 4145 0 0,'-35'11'4421'0'0,"52"-14"-3154"0"0,307-45 4634 0 0,-160 29-4883 0 0,544-45 746 0 0,-374 61-1677 0 0,-182 4-698 0 0,-144-1-207 0 0,-2-1-257 0 0</inkml:trace>
</inkml:ink>
</file>

<file path=ppt/ink/ink2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8:59.7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1520 33 4145 0 0,'0'0'319'0'0,"-20"2"1808"0"0,-136-13 2565 0 0,14 1-2008 0 0,-848 3 5543 0 0,909 3-8202 0 0,-25 1-1652 0 0,104 3 1342 0 0,1 0-1 0 0,-1 0 1 0 0,0 1-1 0 0,0-1 1 0 0,1 0-1 0 0,-1 1 1 0 0,0-1-1 0 0,1 1 1 0 0,-1-1-1 0 0,0 1 1 0 0,1 0-1 0 0,-3 1 1 0 0</inkml:trace>
</inkml:ink>
</file>

<file path=ppt/ink/ink2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00.2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1534 6 5065 0 0,'-1'-5'6687'0'0,"-119"16"-3012"0"0,27 0-2306 0 0,-547 65 3310 0 0,343-41-3836 0 0,48-7-268 0 0,119-7-1589 0 0,127-21 155 0 0</inkml:trace>
</inkml:ink>
</file>

<file path=ppt/ink/ink2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01.0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6 211 7370 0 0,'40'-88'3476'0'0,"16"-29"1441"0"0,-56 116-4872 0 0,0 1-1 0 0,0 0 0 0 0,0 0 0 0 0,0-1 1 0 0,0 1-1 0 0,0 0 0 0 0,0 0 0 0 0,0-1 0 0 0,0 1 1 0 0,0 0-1 0 0,1 0 0 0 0,-1 0 0 0 0,0-1 1 0 0,0 1-1 0 0,0 0 0 0 0,0 0 0 0 0,1 0 0 0 0,-1-1 1 0 0,0 1-1 0 0,0 0 0 0 0,0 0 0 0 0,1 0 1 0 0,-1 0-1 0 0,0 0 0 0 0,0-1 0 0 0,1 1 1 0 0,-1 0-1 0 0,0 0 0 0 0,0 0 0 0 0,1 0 0 0 0,-1 0 1 0 0,0 0-1 0 0,0 0 0 0 0,1 0 0 0 0,-1 0 1 0 0,0 0-1 0 0,0 0 0 0 0,1 0 0 0 0,-1 0 1 0 0,0 0-1 0 0,1 0 0 0 0,-1 1 0 0 0,6 11 825 0 0,-1 18-199 0 0,-7 23-86 0 0,-1 0 0 0 0,-4-1-1 0 0,-19 80 1 0 0,6-32-360 0 0,0 4-411 0 0,-14 83 87 0 0,25-63-5239 0 0</inkml:trace>
</inkml:ink>
</file>

<file path=ppt/ink/ink2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01.2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87 1376 0 0,'1'-8'348'0'0,"1"0"1"0"0,1 0-1 0 0,0 1 0 0 0,0-1 0 0 0,0 1 0 0 0,1 0 1 0 0,5-8-1 0 0,-8 13-99 0 0,0 1 1 0 0,0-1-1 0 0,1 1 0 0 0,-1 0 1 0 0,1-1-1 0 0,-1 1 0 0 0,1 0 1 0 0,0 0-1 0 0,-1 0 0 0 0,1 0 1 0 0,0 0-1 0 0,0 1 1 0 0,-1-1-1 0 0,1 0 0 0 0,0 1 1 0 0,0 0-1 0 0,0-1 0 0 0,0 1 1 0 0,0 0-1 0 0,0 0 0 0 0,0 0 1 0 0,0 0-1 0 0,0 0 0 0 0,0 0 1 0 0,0 1-1 0 0,0-1 1 0 0,-1 1-1 0 0,1-1 0 0 0,0 1 1 0 0,0 0-1 0 0,0 0 0 0 0,-1 0 1 0 0,1 0-1 0 0,0 0 0 0 0,2 2 1 0 0,15 9 361 0 0,0 1 0 0 0,-1 1 0 0 0,-1 1 0 0 0,0 0 0 0 0,-1 2 0 0 0,0-1 0 0 0,-2 2 0 0 0,0 0 0 0 0,-1 1 0 0 0,19 35 1 0 0,-4 7-581 0 0,-2 1 1 0 0,22 84 0 0 0,33 83-1384 0 0,-68-202-1231 0 0,31 48 1 0 0,-33-59-2495 0 0</inkml:trace>
</inkml:ink>
</file>

<file path=ppt/ink/ink2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01.4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97 9218 0 0,'11'-2'408'0'0,"-4"1"80"0"0,3 0-392 0 0,-2-1-96 0 0,-1 1 0 0 0,0-1 0 0 0,4 2 192 0 0,10-4 24 0 0,11-1 0 0 0,11-5 0 0 0,12-1-152 0 0,-2-2-64 0 0,-3 2 0 0 0,-1-2 64 0 0,-5 2 16 0 0,-3 2 0 0 0</inkml:trace>
</inkml:ink>
</file>

<file path=ppt/ink/ink2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01.7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1376 0 0,'51'42'5098'0'0,"-41"-36"-4248"0"0,-1 1 0 0 0,0 0 0 0 0,0 1 0 0 0,0 0 0 0 0,-1 0 1 0 0,0 1-1 0 0,-1 0 0 0 0,0 1 0 0 0,7 12 0 0 0,-14-22-827 0 0,1 1 0 0 0,-1-1 1 0 0,0 1-1 0 0,0-1 0 0 0,1 0 0 0 0,-1 1 0 0 0,0-1 0 0 0,0 1 0 0 0,0-1 1 0 0,0 0-1 0 0,1 1 0 0 0,-1-1 0 0 0,0 1 0 0 0,0-1 0 0 0,0 1 0 0 0,0-1 1 0 0,0 1-1 0 0,0-1 0 0 0,0 0 0 0 0,0 1 0 0 0,0-1 0 0 0,0 1 0 0 0,-1-1 1 0 0,1 1-1 0 0,0-1 0 0 0,0 0 0 0 0,0 1 0 0 0,0-1 0 0 0,-1 1 0 0 0,1-1 0 0 0,0 0 1 0 0,-1 1-1 0 0,1-1 0 0 0,0 0 0 0 0,0 1 0 0 0,-1-1 0 0 0,1 0 0 0 0,-1 1 1 0 0,-17 0 1082 0 0,10-1-958 0 0,8-17-2302 0 0,5-12-501 0 0</inkml:trace>
</inkml:ink>
</file>

<file path=ppt/ink/ink2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02.3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114 406 456 0 0,'-3'-27'301'0'0,"0"-15"28"0"0,-11-43-1 0 0,11 73-422 0 0,1 1-1 0 0,-2 0 0 0 0,0 0 1 0 0,0 0-1 0 0,-1 0 1 0 0,-1 1-1 0 0,1 0 0 0 0,-13-16 1 0 0,6 12 355 0 0,-18-42 15495 0 0,38 70-13952 0 0,-2-4-1496 0 0,1 13 110 0 0,-2-1 0 0 0,0 1 1 0 0,-2 0-1 0 0,0 0 0 0 0,-1 39 0 0 0,-1-19-160 0 0,1 5-121 0 0,12 120 188 0 0,-11-149-314 0 0,0-1 1 0 0,2 0 0 0 0,0 0-1 0 0,1-1 1 0 0,0 1-1 0 0,19 31 1 0 0,-24-47-68 0 0,0-1 1 0 0,0 1-1 0 0,0 0 1 0 0,0-1-1 0 0,0 1 0 0 0,1-1 1 0 0,-1 1-1 0 0,0-1 1 0 0,1 0-1 0 0,0 1 0 0 0,-1-1 1 0 0,4 2-1 0 0,3-7-1103 0 0,-4-13-116 0 0,-3-89-4263 0 0,-13-106-1 0 0,2 58 4095 0 0,10 138 1675 0 0,0 8 91 0 0,0 0 0 0 0,0 0-1 0 0,-1 0 1 0 0,0 0-1 0 0,0 0 1 0 0,-1 0 0 0 0,0 0-1 0 0,0 1 1 0 0,-5-12-1 0 0,23 43 7787 0 0,-6-7-7706 0 0,0 0-1 0 0,9 25 1 0 0,-1 5-6 0 0,39 91 307 0 0,-50-124-682 0 0,0-1 0 0 0,1 1 0 0 0,1-1 0 0 0,0-1 0 0 0,1 0 0 0 0,1 0 0 0 0,15 13 0 0 0,-24-23-19 0 0,0 0 1 0 0,0 0-1 0 0,0 0 1 0 0,1 0-1 0 0,-1 0 0 0 0,1-1 1 0 0,-1 0-1 0 0,1 1 0 0 0,0-1 1 0 0,0 0-1 0 0,-1 0 1 0 0,1 0-1 0 0,0-1 0 0 0,0 1 1 0 0,0-1-1 0 0,0 1 0 0 0,0-1 1 0 0,0 0-1 0 0,0 0 1 0 0,0 0-1 0 0,-1-1 0 0 0,1 1 1 0 0,0-1-1 0 0,0 0 0 0 0,0 1 1 0 0,0-1-1 0 0,-1 0 1 0 0,5-3-1 0 0,-2 1 16 0 0,0-1 0 0 0,-1 0 0 0 0,1-1 0 0 0,-1 1 0 0 0,0-1 0 0 0,0 0 1 0 0,0 0-1 0 0,-1 0 0 0 0,1-1 0 0 0,-1 1 0 0 0,-1-1 0 0 0,4-8 0 0 0,5-17 78 0 0,-1-1-1 0 0,-2 1 1 0 0,-1-1-1 0 0,4-52 1 0 0,-8-131-433 0 0,-5 192-1810 0 0</inkml:trace>
</inkml:ink>
</file>

<file path=ppt/ink/ink2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02.6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10138 0 0,'15'29'5203'0'0,"28"133"-962"0"0,-6 86-5676 0 0,-33-215 124 0 0</inkml:trace>
</inkml:ink>
</file>

<file path=ppt/ink/ink2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02.8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39 5985 0 0,'13'-6'783'0'0,"1"0"0"0"0,-1 0 0 0 0,1 1-1 0 0,0 1 1 0 0,0 1 0 0 0,0 0 0 0 0,0 0 0 0 0,1 2-1 0 0,26-1 1 0 0,-32 3-563 0 0,0 0-1 0 0,0 0 1 0 0,-1 1-1 0 0,1 0 1 0 0,0 1-1 0 0,-1 0 1 0 0,1 0-1 0 0,-1 1 1 0 0,0 0-1 0 0,0 0 1 0 0,0 1-1 0 0,-1 0 1 0 0,1 0 0 0 0,-1 1-1 0 0,-1 0 1 0 0,12 12-1 0 0,-7-3-131 0 0,0-1 0 0 0,-1 2-1 0 0,-1-1 1 0 0,0 1 0 0 0,-1 1 0 0 0,-1 0-1 0 0,-1 0 1 0 0,9 33 0 0 0,-9-20-86 0 0,-1 0 0 0 0,-1 1 1 0 0,-2-1-1 0 0,-2 48 1 0 0,-1-68-13 0 0,0 0-1 0 0,-1 0 1 0 0,0 0 0 0 0,0 0 0 0 0,-1 0 0 0 0,0 0 0 0 0,-1-1 0 0 0,0 1 0 0 0,0-1 0 0 0,-1 0 0 0 0,-12 16 0 0 0,8-15-158 0 0,0 0 0 0 0,0 0 0 0 0,-1-1 1 0 0,-1 0-1 0 0,0 0 0 0 0,0-2 0 0 0,0 1 0 0 0,-19 8 1 0 0,1-3-5819 0 0</inkml:trace>
</inkml:ink>
</file>

<file path=ppt/ink/ink2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04.0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 0 8754 0 0,'3'1'689'0'0,"1"0"1"0"0,0-1-1 0 0,-1 2 0 0 0,0-1 1 0 0,1 0-1 0 0,-1 1 0 0 0,0-1 1 0 0,0 1-1 0 0,6 4 0 0 0,31 24 281 0 0,-35-25-626 0 0,18 15-120 0 0,-1 1 1 0 0,-2 2-1 0 0,0 0 1 0 0,-1 1-1 0 0,-2 1 0 0 0,0 1 1 0 0,-2 0-1 0 0,0 1 1 0 0,14 41-1 0 0,-3 2-222 0 0,-4 0-1 0 0,24 128 0 0 0,-37-150-181 0 0,-1 0-1 0 0,-3 1 0 0 0,-1 0 0 0 0,-4 52 0 0 0,-1-86 129 0 0,-1 0 0 0 0,-1 0-1 0 0,-1 0 1 0 0,0-1-1 0 0,0 1 1 0 0,-2-1-1 0 0,-8 19 1 0 0,8-23 60 0 0,0-1 0 0 0,-1 1-1 0 0,0-1 1 0 0,-1 0 0 0 0,1-1 0 0 0,-2 1 0 0 0,1-2-1 0 0,-1 1 1 0 0,0-1 0 0 0,-19 11 0 0 0,13-10-25 0 0,-1-1 0 0 0,1-1-1 0 0,-1 0 1 0 0,-1-1 0 0 0,1-1 0 0 0,-1 0 0 0 0,1-1 0 0 0,-1-1 0 0 0,-18 0 0 0 0,-45-4-5341 0 0,56 0 5 0 0</inkml:trace>
</inkml:ink>
</file>

<file path=ppt/ink/ink2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04.7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44 31 920 0 0,'-4'-1'534'0'0,"0"-1"0"0"0,1 1 0 0 0,-1-1 0 0 0,0 0 0 0 0,1 0 1 0 0,0 0-1 0 0,-1 0 0 0 0,1-1 0 0 0,0 1 0 0 0,-5-7 0 0 0,39 6 3149 0 0,70 5-676 0 0,145 22-1 0 0,-153-8-2345 0 0,1 5 1 0 0,-2 3-1 0 0,128 53 0 0 0,-86-21-586 0 0,165 95 1 0 0,-284-141-77 0 0,0 0 0 0 0,0 1 0 0 0,-1 1 0 0 0,-1 0 0 0 0,0 1-1 0 0,-1 0 1 0 0,0 1 0 0 0,-1 1 0 0 0,-1 0 0 0 0,17 30 0 0 0,-21-33 1 0 0,0 2 0 0 0,-1-1 0 0 0,0 0 0 0 0,-1 1 0 0 0,0 0 1 0 0,-1 0-1 0 0,-1 0 0 0 0,0 0 0 0 0,-1 1 0 0 0,-1-1 0 0 0,0 0 0 0 0,-1 1 0 0 0,0-1 0 0 0,-5 18 0 0 0,4-24-23 0 0,-1 0 1 0 0,0-1-1 0 0,-1 0 0 0 0,0 1 1 0 0,0-1-1 0 0,0 0 0 0 0,-1-1 1 0 0,0 1-1 0 0,0-1 0 0 0,-1 0 1 0 0,0 0-1 0 0,0-1 0 0 0,0 0 1 0 0,-11 7-1 0 0,-11 6-62 0 0,-1-2 0 0 0,-40 17 0 0 0,34-17 141 0 0,-170 79 1778 0 0,-235 74 0 0 0,344-140-1803 0 0,-43 13-667 0 0,52-4-7792 0 0,71-29 2642 0 0</inkml:trace>
</inkml:ink>
</file>

<file path=ppt/ink/ink2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05.2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0 296 2761 0 0,'23'-7'1577'0'0,"44"-13"1831"0"0,122-20-1 0 0,73 8 756 0 0,-129 18-2155 0 0,20-4-1566 0 0,633-89 2028 0 0,-652 88-2302 0 0,-67 11-746 0 0,74-19 0 0 0,-129 24-4095 0 0</inkml:trace>
</inkml:ink>
</file>

<file path=ppt/ink/ink2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05.9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1170 68 920 0 0,'63'-4'4330'0'0,"-79"4"1128"0"0,-18 0-2532 0 0,-178 19 1761 0 0,97-17-3762 0 0,0-6-1 0 0,-155-24 1 0 0,157 7-491 0 0,66 10-688 0 0,0 3 0 0 0,-1 2 0 0 0,-89-1 1 0 0,132 8-25 0 0,0-1 0 0 0,0 1 0 0 0,0-1 0 0 0,0 1 0 0 0,0 1 0 0 0,1-1 1 0 0,-1 1-1 0 0,0 0 0 0 0,1 0 0 0 0,-1 0 0 0 0,-5 4 0 0 0,9-4 82 0 0,-1-1 0 0 0,1 0-1 0 0,0 1 1 0 0,0-1 0 0 0,-1 0-1 0 0,1 1 1 0 0,0 0 0 0 0,0-1-1 0 0,1 1 1 0 0,-1 0 0 0 0,0-1-1 0 0,0 1 1 0 0,1 0 0 0 0,-1 0 0 0 0,1-1-1 0 0,0 1 1 0 0,-1 0 0 0 0,1 0-1 0 0,0 0 1 0 0,0 0 0 0 0,0 0-1 0 0,0 0 1 0 0,1-1 0 0 0,-1 1-1 0 0,0 0 1 0 0,1 0 0 0 0,-1 0 0 0 0,1-1-1 0 0,0 1 1 0 0,0 0 0 0 0,-1-1-1 0 0,3 3 1 0 0,6 13 73 0 0,3-1 107 0 0</inkml:trace>
</inkml:ink>
</file>

<file path=ppt/ink/ink2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06.3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1532 7 1520 0 0,'-2'1'255'0'0,"1"0"1"0"0,0-1-1 0 0,-1 1 0 0 0,1-1 0 0 0,0 1 0 0 0,-1-1 0 0 0,1 0 0 0 0,-1 0 0 0 0,1 1 0 0 0,-1-1 0 0 0,1 0 0 0 0,0 0 0 0 0,-1 0 1 0 0,1-1-1 0 0,-1 1 0 0 0,1 0 0 0 0,-1-1 0 0 0,1 1 0 0 0,0 0 0 0 0,-1-1 0 0 0,1 0 0 0 0,-3-1 0 0 0,-22-3 3167 0 0,-131 25 1301 0 0,65-5-3309 0 0,-1-3-239 0 0,-563 49 2313 0 0,232-55-6442 0 0,375-6 2007 0 0</inkml:trace>
</inkml:ink>
</file>

<file path=ppt/ink/ink2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06.9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223 64 8754 0 0,'-2'-1'226'0'0,"-1"0"1"0"0,1 1-1 0 0,-1-1 1 0 0,0 1-1 0 0,1-1 1 0 0,-1 1-1 0 0,0 0 1 0 0,0 0-1 0 0,1 0 1 0 0,-1 1-1 0 0,0-1 1 0 0,1 0-1 0 0,-1 1 1 0 0,0 0-1 0 0,1 0 1 0 0,-1 0-1 0 0,1 0 1 0 0,-1 0-1 0 0,1 0 1 0 0,0 1-1 0 0,-1-1 1 0 0,-2 3-1 0 0,-3 2 119 0 0,0 1 0 0 0,0 0 1 0 0,0 0-1 0 0,-9 13 0 0 0,3-3-281 0 0,2 1 0 0 0,0 0 0 0 0,1 1 0 0 0,1 0 0 0 0,1 1 0 0 0,1 0 1 0 0,0 0-1 0 0,2 1 0 0 0,0 0 0 0 0,1 0 0 0 0,1 1 0 0 0,-1 23 0 0 0,4-32-38 0 0,1 0 0 0 0,0 0 0 0 0,1 0 0 0 0,0-1 0 0 0,1 1 0 0 0,0 0-1 0 0,1-1 1 0 0,0 1 0 0 0,1-1 0 0 0,1 0 0 0 0,0 0 0 0 0,0-1 0 0 0,1 1 0 0 0,1-1-1 0 0,0-1 1 0 0,0 1 0 0 0,1-1 0 0 0,1 0 0 0 0,-1-1 0 0 0,1 0 0 0 0,17 13 0 0 0,-13-13-34 0 0,0-1 1 0 0,0 0-1 0 0,0-1 1 0 0,1-1 0 0 0,1 0-1 0 0,-1 0 1 0 0,1-2-1 0 0,-1 0 1 0 0,1 0-1 0 0,0-2 1 0 0,1 1 0 0 0,-1-2-1 0 0,0 0 1 0 0,1-1-1 0 0,-1-1 1 0 0,0 0 0 0 0,0-1-1 0 0,1-1 1 0 0,-1 0-1 0 0,-1-1 1 0 0,1 0-1 0 0,0-2 1 0 0,-1 1 0 0 0,0-2-1 0 0,-1 0 1 0 0,1 0-1 0 0,-1-2 1 0 0,-1 1 0 0 0,0-2-1 0 0,0 0 1 0 0,18-18-1 0 0,-23 19-27 0 0,1 1-1 0 0,-1-1 0 0 0,0-1 1 0 0,-1 1-1 0 0,0-1 0 0 0,-1 0 0 0 0,0-1 1 0 0,-1 1-1 0 0,0-1 0 0 0,0 0 1 0 0,-1 0-1 0 0,3-20 0 0 0,-5 17 86 0 0,-1 1 0 0 0,0-1 1 0 0,-1 0-1 0 0,-1 1 0 0 0,0-1 0 0 0,0 1 0 0 0,-2 0 0 0 0,1 0 0 0 0,-2 0 0 0 0,-8-18 0 0 0,-2-3 283 0 0,-2 2 0 0 0,-1 0 0 0 0,-2 0 0 0 0,-34-41-1 0 0,44 62-264 0 0,0 0-1 0 0,-2 0 0 0 0,1 1 1 0 0,-1 1-1 0 0,-24-15 0 0 0,28 19-129 0 0,0 1 0 0 0,0 1 1 0 0,-1-1-1 0 0,0 1 0 0 0,0 1 0 0 0,0-1 0 0 0,0 2 0 0 0,0-1 0 0 0,0 1 0 0 0,-14 0 0 0 0,18 2-199 0 0,0-1 0 0 0,0 1 0 0 0,0 0 0 0 0,0 0 0 0 0,0 0 0 0 0,0 1 0 0 0,0-1 0 0 0,1 1 0 0 0,-1 0 0 0 0,1 1 0 0 0,-1-1 0 0 0,1 1 0 0 0,0 0 0 0 0,0 0 0 0 0,0 0 0 0 0,1 1 0 0 0,-1-1 0 0 0,1 1 0 0 0,-1 0 0 0 0,-2 4 0 0 0,-4 11-4600 0 0</inkml:trace>
</inkml:ink>
</file>

<file path=ppt/ink/ink2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07.2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11 5985 0 0,'-3'-9'577'0'0,"9"7"1298"0"0,-5 3-1601 0 0,0-1-1 0 0,1 1 0 0 0,-1-1 0 0 0,0 1 0 0 0,0-1 0 0 0,0 1 0 0 0,0 0 0 0 0,1 0 0 0 0,-1-1 0 0 0,0 1 0 0 0,0 0 0 0 0,0 0 0 0 0,1 2 0 0 0,3 9 325 0 0,-1-1-1 0 0,0 1 1 0 0,-1 0 0 0 0,0 0 0 0 0,-1 0-1 0 0,0 0 1 0 0,-1 1 0 0 0,-1 16 0 0 0,3 8-11 0 0,25 182 1088 0 0,-9-79-2458 0 0,-5 0-5363 0 0,-14-125 2746 0 0</inkml:trace>
</inkml:ink>
</file>

<file path=ppt/ink/ink2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09:07.7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0 206 3225 0 0,'1'-5'118'0'0,"0"0"1"0"0,-1 1 0 0 0,1-1 0 0 0,1 0 0 0 0,-1 1-1 0 0,1-1 1 0 0,0 1 0 0 0,0 0 0 0 0,0-1-1 0 0,1 1 1 0 0,-1 0 0 0 0,1 0 0 0 0,0 1-1 0 0,0-1 1 0 0,0 0 0 0 0,8-5 0 0 0,11-11 1092 0 0,1 1 0 0 0,1 2 0 0 0,30-18 0 0 0,-45 30-890 0 0,1 0 0 0 0,-1 0 0 0 0,1 1-1 0 0,0 0 1 0 0,0 1 0 0 0,0 0-1 0 0,0 1 1 0 0,0 0 0 0 0,1 0 0 0 0,-1 1-1 0 0,1 1 1 0 0,16 0 0 0 0,-23 1-244 0 0,0-1 1 0 0,0 1 0 0 0,-1 0-1 0 0,1 0 1 0 0,-1 0 0 0 0,1 1 0 0 0,-1-1-1 0 0,1 1 1 0 0,-1 0 0 0 0,0 0-1 0 0,0 0 1 0 0,1 0 0 0 0,-2 0-1 0 0,1 1 1 0 0,0-1 0 0 0,0 1 0 0 0,-1 0-1 0 0,4 5 1 0 0,-3-3-18 0 0,0 1 1 0 0,-1-1-1 0 0,0 1 1 0 0,0-1-1 0 0,0 1 0 0 0,-1 0 1 0 0,0 0-1 0 0,0 0 1 0 0,-1 0-1 0 0,1 10 1 0 0,-3 4-47 0 0,0 0 0 0 0,-1-1 0 0 0,-1 1 1 0 0,0-1-1 0 0,-2 0 0 0 0,-8 19 0 0 0,6-18 93 0 0,0-1 0 0 0,-2-1 0 0 0,0 1-1 0 0,-1-2 1 0 0,-1 1 0 0 0,-1-2 0 0 0,0 0-1 0 0,-1 0 1 0 0,-1-1 0 0 0,0-1 0 0 0,-1 0 0 0 0,0-1-1 0 0,-1-1 1 0 0,-32 17 0 0 0,48-29-61 0 0,0 0-1 0 0,0 0 1 0 0,1 1 0 0 0,-1-1 0 0 0,0 1 0 0 0,0-1 0 0 0,0 1-1 0 0,0-1 1 0 0,1 1 0 0 0,-1-1 0 0 0,0 1 0 0 0,1 0-1 0 0,-1-1 1 0 0,0 1 0 0 0,1 0 0 0 0,-1 0 0 0 0,1 0-1 0 0,-1-1 1 0 0,1 1 0 0 0,-1 0 0 0 0,1 0 0 0 0,0 0 0 0 0,-1 0-1 0 0,1 0 1 0 0,0 0 0 0 0,0 0 0 0 0,0-1 0 0 0,0 3-1 0 0,0-2-16 0 0,1 1 0 0 0,0-1 0 0 0,-1 0 0 0 0,1 1-1 0 0,0-1 1 0 0,0 0 0 0 0,0 0 0 0 0,0 0-1 0 0,1 0 1 0 0,-1 0 0 0 0,0 0 0 0 0,0 0 0 0 0,1 0-1 0 0,-1 0 1 0 0,3 1 0 0 0,9 4 47 0 0,0-1 1 0 0,25 7-1 0 0,-35-11-22 0 0,106 24 968 0 0,138 14 0 0 0,-154-26-836 0 0,-88-12 246 0 0</inkml:trace>
</inkml:ink>
</file>

<file path=ppt/ink/ink2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03.9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60 0 5065 0 0,'-18'1'1765'0'0,"12"0"-820"0"0,0-1 0 0 0,1 1 0 0 0,-1-2 0 0 0,0 1 0 0 0,-7-2 0 0 0,22 6-465 0 0,-1 1 0 0 0,0-1-1 0 0,0 1 1 0 0,0 0 0 0 0,-1 1 0 0 0,0 0 0 0 0,0 0 0 0 0,0 1-1 0 0,-1 0 1 0 0,0 0 0 0 0,6 9 0 0 0,11 17-188 0 0,22 42-1 0 0,-6-5-54 0 0,3-1 0 0 0,3-3 0 0 0,90 103-1 0 0,-133-167-237 0 0,22 27-119 0 0,-23-28 110 0 0,-1 0 0 0 0,1-1 1 0 0,-1 1-1 0 0,0-1 0 0 0,1 1 0 0 0,-1 0 0 0 0,1-1 0 0 0,-1 1 0 0 0,0 0 0 0 0,0-1 0 0 0,1 1 1 0 0,-1 0-1 0 0,0 0 0 0 0,0-1 0 0 0,0 1 0 0 0,0 0 0 0 0,0 0 0 0 0,0-1 0 0 0,0 1 0 0 0,0 0 1 0 0,0 0-1 0 0,0-1 0 0 0,0 1 0 0 0,-1 0 0 0 0,1-1 0 0 0,0 1 0 0 0,0 0 0 0 0,-1 0 0 0 0,1-1 1 0 0,0 1-1 0 0,-1-1 0 0 0,1 1 0 0 0,-1 0 0 0 0,1-1 0 0 0,-1 1 0 0 0,1-1 0 0 0,-1 1 0 0 0,1-1 1 0 0,-1 1-1 0 0,0-1 0 0 0,1 1 0 0 0,-1-1 0 0 0,-1 1 0 0 0,2-1-125 0 0,0 0 0 0 0,-1 0 0 0 0,1 0 0 0 0,0 0 1 0 0,-1 0-1 0 0,1 0 0 0 0,-1 0 0 0 0,1 0 0 0 0,0 0 0 0 0,-1 0 0 0 0,1 0 0 0 0,-1 0 0 0 0,1 0 0 0 0,0 0 0 0 0,-1 0 0 0 0,1 0 1 0 0,-1 0-1 0 0,1-1 0 0 0,0 1 0 0 0,-1 0 0 0 0,1 0 0 0 0,0 0 0 0 0,-1-1 0 0 0,1 1 0 0 0,-2-2-539 0 0,-1-3-852 0 0</inkml:trace>
</inkml:ink>
</file>

<file path=ppt/ink/ink2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04.1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370 265 1840 0 0,'5'-27'722'0'0,"0"1"0"0"0,1 0 0 0 0,2 0 0 0 0,1 1 0 0 0,0 0 0 0 0,2 0 0 0 0,1 1 0 0 0,25-37 0 0 0,-51 81 2600 0 0,-21 40 0 0 0,-26 78-683 0 0,20-43-1384 0 0,24-61-781 0 0,-1-1 0 0 0,-41 55 0 0 0,-54 50 111 0 0,35-46-694 0 0,47-44-1701 0 0,27-40 498 0 0</inkml:trace>
</inkml:ink>
</file>

<file path=ppt/ink/ink2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04.5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42 0 5985 0 0,'-3'8'12662'0'0,"-3"22"-9831"0"0,-7 38-2986 0 0,3 14-318 0 0,3 0 0 0 0,4 1 0 0 0,13 136 0 0 0,-6-178-874 0 0</inkml:trace>
</inkml:ink>
</file>

<file path=ppt/ink/ink2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05.0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 98 4145 0 0,'-3'-5'604'0'0,"0"0"0"0"0,1 1 0 0 0,-1-1 0 0 0,1-1 0 0 0,1 1 0 0 0,-1 0 0 0 0,1 0 0 0 0,-1-1 0 0 0,1 1 0 0 0,1 0-1 0 0,-1-1 1 0 0,1 1 0 0 0,0-1 0 0 0,0 1 0 0 0,2-6 0 0 0,-2 10-513 0 0,0 1 0 0 0,1-1 0 0 0,-1 1 0 0 0,0-1 0 0 0,1 1-1 0 0,-1-1 1 0 0,1 1 0 0 0,-1-1 0 0 0,1 1 0 0 0,-1-1 0 0 0,1 1-1 0 0,-1 0 1 0 0,1-1 0 0 0,-1 1 0 0 0,1 0 0 0 0,0-1 0 0 0,-1 1 0 0 0,1 0-1 0 0,-1 0 1 0 0,1 0 0 0 0,0-1 0 0 0,-1 1 0 0 0,1 0 0 0 0,0 0-1 0 0,-1 0 1 0 0,1 0 0 0 0,0 0 0 0 0,-1 0 0 0 0,1 1 0 0 0,-1-1 0 0 0,1 0-1 0 0,0 0 1 0 0,-1 0 0 0 0,1 0 0 0 0,0 1 0 0 0,-1-1 0 0 0,1 0-1 0 0,-1 1 1 0 0,1-1 0 0 0,-1 0 0 0 0,1 1 0 0 0,-1-1 0 0 0,1 1 0 0 0,-1-1-1 0 0,1 1 1 0 0,-1-1 0 0 0,0 1 0 0 0,1 0 0 0 0,23 25 1066 0 0,0 15-505 0 0,-2 1-1 0 0,29 77 0 0 0,12 26-467 0 0,-52-125-233 0 0,0-1-1 0 0,1 0 1 0 0,1-1 0 0 0,0 0 0 0 0,18 16-1 0 0,-2-10-3915 0 0</inkml:trace>
</inkml:ink>
</file>

<file path=ppt/ink/ink2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05.2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308 166 1784 0 0,'-2'-6'250'0'0,"0"1"0"0"0,1-1 0 0 0,-1 0 0 0 0,1 1 0 0 0,0-1 0 0 0,1 0 0 0 0,-1 0 0 0 0,1 0 0 0 0,0 0 0 0 0,1 1 0 0 0,1-9 0 0 0,2-6 1784 0 0,13-36-1 0 0,-13 43-1762 0 0,-9 26 1490 0 0,0 0 0 0 0,-1-1 1 0 0,-8 12-1 0 0,-53 72-131 0 0,43-64-879 0 0,-22 30 92 0 0,-42 60 526 0 0,74-100-1424 0 0,2 0-1 0 0,0 1 0 0 0,-15 41 1 0 0,21-39-2340 0 0</inkml:trace>
</inkml:ink>
</file>

<file path=ppt/ink/ink2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05.7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90 4145 0 0,'0'-1'15'0'0,"-1"-4"813"0"0,-1-1-1 0 0,1 0 1 0 0,0 0-1 0 0,0 0 0 0 0,1 0 1 0 0,0-11-1 0 0,0 15-662 0 0,1 0-1 0 0,-1 0 1 0 0,1 1-1 0 0,0-1 1 0 0,-1 0 0 0 0,1 0-1 0 0,0 1 1 0 0,0-1-1 0 0,0 1 1 0 0,1-1-1 0 0,-1 1 1 0 0,0-1-1 0 0,0 1 1 0 0,1 0-1 0 0,-1-1 1 0 0,1 1 0 0 0,-1 0-1 0 0,1 0 1 0 0,0 0-1 0 0,-1 0 1 0 0,1 0-1 0 0,0 1 1 0 0,0-1-1 0 0,-1 0 1 0 0,1 1 0 0 0,3-1-1 0 0,-4 1-83 0 0,0-1 0 0 0,0 1 0 0 0,1 0 0 0 0,-1 0-1 0 0,0-1 1 0 0,0 1 0 0 0,1 0 0 0 0,-1 0 0 0 0,0 0 0 0 0,0 1 0 0 0,0-1 0 0 0,1 0-1 0 0,-1 0 1 0 0,0 1 0 0 0,0-1 0 0 0,0 1 0 0 0,0-1 0 0 0,0 1 0 0 0,1-1 0 0 0,-1 1-1 0 0,0 0 1 0 0,0-1 0 0 0,0 1 0 0 0,-1 0 0 0 0,1 0 0 0 0,1 1 0 0 0,0 0 7 0 0,0 1 1 0 0,0 0 0 0 0,-1 0 0 0 0,1 0-1 0 0,-1 1 1 0 0,0-1 0 0 0,0 0 0 0 0,0 0-1 0 0,0 6 1 0 0,1 7 129 0 0,-1-1 0 0 0,-1 33 0 0 0,0-48-214 0 0,-16 117 640 0 0,10-85-280 0 0,1 0 0 0 0,2 1-1 0 0,1 33 1 0 0,2-64-296 0 0,0-1 0 0 0,0 1 0 0 0,0 0 0 0 0,0-1-1 0 0,0 1 1 0 0,1 0 0 0 0,-1-1 0 0 0,1 1 0 0 0,-1 0 0 0 0,1-1 0 0 0,-1 1 0 0 0,1-1 0 0 0,0 1 0 0 0,0-1-1 0 0,0 1 1 0 0,0-1 0 0 0,0 0 0 0 0,0 1 0 0 0,0-1 0 0 0,1 0 0 0 0,-1 0 0 0 0,3 2 0 0 0,-2-2-16 0 0,1 0 0 0 0,-1 0 0 0 0,1-1 0 0 0,-1 1 0 0 0,0-1 0 0 0,1 0 0 0 0,-1 0 0 0 0,1 0 0 0 0,-1 0 0 0 0,1 0 0 0 0,-1 0 0 0 0,1-1 0 0 0,-1 1 0 0 0,3-1 0 0 0,10-4 81 0 0,0-1-1 0 0,-1 0 1 0 0,28-17 0 0 0,-36 20-72 0 0,90-57 290 0 0,-56 33-6987 0 0</inkml:trace>
</inkml:ink>
</file>

<file path=ppt/ink/ink2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07.9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3 258 7370 0 0,'-2'-3'8841'0'0,"9"5"-8588"0"0,-1 0 0 0 0,1 0 0 0 0,-1 1 0 0 0,1 0 0 0 0,-1 1 0 0 0,0-1 0 0 0,0 1-1 0 0,0 0 1 0 0,9 9 0 0 0,1 4 90 0 0,25 30 0 0 0,-26-27-315 0 0,26 24-1 0 0,-35-39 39 0 0,0 1 0 0 0,0-2 0 0 0,0 1 0 0 0,1-1-1 0 0,0 0 1 0 0,0 0 0 0 0,0-1 0 0 0,13 5 0 0 0,-17-8 21 0 0,0 1-1 0 0,1-1 1 0 0,-1 1 0 0 0,0-1 0 0 0,1 0 0 0 0,-1-1 0 0 0,0 1 0 0 0,1 0 0 0 0,-1-1 0 0 0,0 0-1 0 0,0 0 1 0 0,1 0 0 0 0,-1 0 0 0 0,0 0 0 0 0,0-1 0 0 0,0 1 0 0 0,0-1 0 0 0,-1 0 0 0 0,1 0 0 0 0,0 0-1 0 0,-1 0 1 0 0,1 0 0 0 0,-1-1 0 0 0,0 1 0 0 0,0-1 0 0 0,4-4 0 0 0,5-9 95 0 0,-1-1-1 0 0,0 1 1 0 0,10-28 0 0 0,-10 24-52 0 0,11-22-85 0 0,-2-1 0 0 0,-2 0 0 0 0,-2-1 0 0 0,17-77 0 0 0,-33 100-723 0 0,0 21 579 0 0,1 0 0 0 0,0-1 0 0 0,0 1 0 0 0,-1 0 0 0 0,1 0 1 0 0,0-1-1 0 0,0 1 0 0 0,-1 0 0 0 0,1 0 0 0 0,0 0 0 0 0,-1-1 0 0 0,1 1 0 0 0,0 0 0 0 0,-1 0 1 0 0,1 0-1 0 0,-1 0 0 0 0,1 0 0 0 0,0 0 0 0 0,-1 0 0 0 0,1 0 0 0 0,0 0 0 0 0,-1 0 0 0 0,1 0 0 0 0,-1 0 1 0 0,1 0-1 0 0,0 0 0 0 0,-1 0 0 0 0,1 0 0 0 0,0 0 0 0 0,-1 0 0 0 0,1 0 0 0 0,0 1 0 0 0,-1-1 1 0 0,1 0-1 0 0,0 0 0 0 0,-1 0 0 0 0,1 1 0 0 0,0-1 0 0 0,-1 0 0 0 0,1 0 0 0 0,0 1 0 0 0,0-1 1 0 0,-1 0-1 0 0,1 1 0 0 0,0-1 0 0 0,0 0 0 0 0,-1 1 0 0 0</inkml:trace>
</inkml:ink>
</file>

<file path=ppt/ink/ink2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08.2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62 45 5097 0 0,'0'-1'157'0'0,"1"-1"1"0"0,0 1-1 0 0,-1-1 0 0 0,1 1 0 0 0,-1-1 1 0 0,0 1-1 0 0,1-1 0 0 0,-1 1 0 0 0,0-1 1 0 0,0 1-1 0 0,0-1 0 0 0,0 1 1 0 0,0-1-1 0 0,0 1 0 0 0,-1-1 0 0 0,1 1 1 0 0,-1-2-1 0 0,1 2 70 0 0,0 0 1 0 0,0 0 0 0 0,-1 0-1 0 0,1 1 1 0 0,0-1-1 0 0,-1 0 1 0 0,1 1 0 0 0,0-1-1 0 0,-1 0 1 0 0,1 0-1 0 0,-1 1 1 0 0,1-1 0 0 0,-1 1-1 0 0,1-1 1 0 0,-1 0-1 0 0,1 1 1 0 0,-1-1 0 0 0,0 1-1 0 0,1-1 1 0 0,-1 1-1 0 0,0 0 1 0 0,1-1-1 0 0,-1 1 1 0 0,0 0 0 0 0,0-1-1 0 0,1 1 1 0 0,-1 0-1 0 0,0 0 1 0 0,0 0 0 0 0,1 0-1 0 0,-1-1 1 0 0,0 1-1 0 0,-1 1 1 0 0,1-1-8 0 0,0 1 0 0 0,0-1 0 0 0,0 1 0 0 0,0 0 0 0 0,0 0 0 0 0,0 0 0 0 0,1-1 0 0 0,-1 1 0 0 0,0 0 0 0 0,1 0 0 0 0,-1 0 0 0 0,0 0 0 0 0,1 0 0 0 0,-1 0 0 0 0,1 0-1 0 0,-1 0 1 0 0,1 1 0 0 0,0-1 0 0 0,0 0 0 0 0,-1 2 0 0 0,-4 27 997 0 0,4-27-924 0 0,-19 281 2131 0 0,18-229-2390 0 0,2-50-254 0 0,-2 22 612 0 0,4 44 0 0 0,8-24-1613 0 0,-7-41-57 0 0,0 1-1 0 0,0 0 0 0 0,0 0 0 0 0,7 9 0 0 0</inkml:trace>
</inkml:ink>
</file>

<file path=ppt/ink/ink2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5:26.7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117 95 6593 0 0,'-19'-31'385'0'0,"17"24"-54"0"0,-1 1 0 0 0,-1 0 0 0 0,1 0 0 0 0,-1 0 0 0 0,0 0 0 0 0,-1 1 1 0 0,1-1-1 0 0,-1 1 0 0 0,-6-5 0 0 0,10 10-271 0 0,1 0 1 0 0,-1 0-1 0 0,0-1 0 0 0,1 1 1 0 0,-1 0-1 0 0,1 0 1 0 0,-1 0-1 0 0,0 0 0 0 0,1 0 1 0 0,-1 0-1 0 0,1 0 1 0 0,-1 1-1 0 0,1-1 0 0 0,-1 0 1 0 0,0 0-1 0 0,1 0 1 0 0,-1 1-1 0 0,1-1 0 0 0,-1 0 1 0 0,1 1-1 0 0,-1-1 1 0 0,1 0-1 0 0,-1 1 0 0 0,1-1 1 0 0,-1 0-1 0 0,1 1 0 0 0,0-1 1 0 0,-1 1-1 0 0,1-1 1 0 0,0 1-1 0 0,-1-1 0 0 0,1 1 1 0 0,0-1-1 0 0,-1 1 1 0 0,1 0-1 0 0,0-1 0 0 0,0 1 1 0 0,0 0-1 0 0,-10 29 911 0 0,9-26-787 0 0,-7 33 461 0 0,2-1 1 0 0,1 1-1 0 0,0 40 0 0 0,8 116 522 0 0,0-95-814 0 0,51 819 439 0 0,-46-857-507 0 0,-3 0 0 0 0,-3 0 0 0 0,-2 1 0 0 0,-3-1 0 0 0,-13 74 0 0 0,11-94-1864 0 0,8-45 376 0 0</inkml:trace>
</inkml:ink>
</file>

<file path=ppt/ink/ink2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5:27.4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121 0 4609 0 0,'-18'6'1114'0'0,"0"-1"1"0"0,1 2-1 0 0,-1 1 0 0 0,-27 15 1 0 0,45-23-1064 0 0,0 0 1 0 0,0 0 0 0 0,0 0-1 0 0,-1 0 1 0 0,1 0-1 0 0,0 1 1 0 0,0-1 0 0 0,0 0-1 0 0,-1 0 1 0 0,1 0-1 0 0,0 0 1 0 0,0 0-1 0 0,0 0 1 0 0,0 0 0 0 0,-1 1-1 0 0,1-1 1 0 0,0 0-1 0 0,0 0 1 0 0,0 0 0 0 0,0 0-1 0 0,0 0 1 0 0,-1 1-1 0 0,1-1 1 0 0,0 0 0 0 0,0 0-1 0 0,0 0 1 0 0,0 1-1 0 0,0-1 1 0 0,0 0-1 0 0,0 0 1 0 0,0 0 0 0 0,0 1-1 0 0,0-1 1 0 0,0 0-1 0 0,0 0 1 0 0,0 0 0 0 0,0 1-1 0 0,0-1 1 0 0,0 0-1 0 0,0 0 1 0 0,0 1-1 0 0,0-1 1 0 0,0 0 0 0 0,0 0-1 0 0,0 0 1 0 0,0 0-1 0 0,1 1 1 0 0,-1-1 0 0 0,13 4 1254 0 0,17-2-222 0 0,36-5-175 0 0,-1 3-1 0 0,0 2 0 0 0,0 4 1 0 0,0 2-1 0 0,67 18 1 0 0,-30 1-807 0 0,-1 5 1 0 0,131 59 0 0 0,-186-70-106 0 0,-1 2 0 0 0,-1 2 1 0 0,-1 2-1 0 0,-2 1 0 0 0,0 3 1 0 0,55 53-1 0 0,-76-64 1 0 0,-2 1-1 0 0,0 0 1 0 0,-2 1-1 0 0,0 1 1 0 0,-1 0-1 0 0,-1 1 1 0 0,-2 1-1 0 0,0 0 1 0 0,-2 1-1 0 0,-1 0 1 0 0,-1 0-1 0 0,-1 1 1 0 0,6 41-1 0 0,-11-43 33 0 0,-1 0-1 0 0,0 0 0 0 0,-2 0 1 0 0,-1 0-1 0 0,-1 0 0 0 0,-1 0 0 0 0,-2-1 1 0 0,0 0-1 0 0,-1 0 0 0 0,-2 0 0 0 0,0-1 1 0 0,-1 0-1 0 0,-2-1 0 0 0,0 0 0 0 0,-1-1 1 0 0,-1 0-1 0 0,-19 19 0 0 0,-17 16 124 0 0,-2-3 1 0 0,-3-2-1 0 0,-2-2 0 0 0,-2-3 0 0 0,-2-3 0 0 0,-2-2 1 0 0,-75 35-1 0 0,-2 3 6 0 0,-65 31 82 0 0,201-108-283 0 0,-33 12-1966 0 0,36-14 1769 0 0,-1 1 0 0 0,1-1 0 0 0,-1 1 0 0 0,1-1 0 0 0,-1 1-1 0 0,1-1 1 0 0,-1 0 0 0 0,0 0 0 0 0,1 0 0 0 0,-1 0 0 0 0,1 0 0 0 0,-1 0 0 0 0,1-1 0 0 0,-1 1-1 0 0,0 0 1 0 0,1-1 0 0 0,-1 0 0 0 0,1 1 0 0 0,-3-2 0 0 0</inkml:trace>
</inkml:ink>
</file>

<file path=ppt/ink/ink2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5:27.9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199 30 2304 0 0,'-27'-2'953'0'0,"0"1"0"0"0,0 2 0 0 0,0 0 0 0 0,1 2 0 0 0,-39 9 0 0 0,109-20 1314 0 0,69-4 1 0 0,-21 3-1269 0 0,59-4 1160 0 0,287 12 0 0 0,-30 42-224 0 0,-39-2-1076 0 0,62-37-88 0 0,-1-29-859 0 0,-159 8-2380 0 0,-235 18 1229 0 0</inkml:trace>
</inkml:ink>
</file>

<file path=ppt/ink/ink2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5:28.7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1515 85 3225 0 0,'1'2'266'0'0,"-5"-4"105"0"0,-1 0-1 0 0,0 1 0 0 0,1 0 1 0 0,-1 0-1 0 0,0 1 0 0 0,-9-1 0 0 0,3 0 310 0 0,-250-24 6807 0 0,95 12-5511 0 0,-552-26 290 0 0,438 40-4069 0 0,242-2 845 0 0</inkml:trace>
</inkml:ink>
</file>

<file path=ppt/ink/ink2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5:29.2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1692 0 6913 0 0,'-52'16'1566'0'0,"-242"68"4483"0"0,201-63-3934 0 0,-115 13-1 0 0,-393-8-220 0 0,234-18-4847 0 0,312-8-167 0 0,33 0-2320 0 0</inkml:trace>
</inkml:ink>
</file>

<file path=ppt/ink/ink2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5:38.8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1 241 10594 0 0,'-1'-2'323'0'0,"1"1"-1"0"0,0 0 0 0 0,0 0 0 0 0,0-1 0 0 0,0 1 1 0 0,0 0-1 0 0,0-1 0 0 0,1 1 0 0 0,-1 0 1 0 0,0 0-1 0 0,1-1 0 0 0,-1 1 0 0 0,1 0 1 0 0,-1 0-1 0 0,1 0 0 0 0,-1-1 0 0 0,2 0 1 0 0,-1 1-222 0 0,1 1 0 0 0,0 0 0 0 0,-1-1 0 0 0,1 1 0 0 0,-1 0 0 0 0,1 0 1 0 0,0 0-1 0 0,-1 0 0 0 0,1 0 0 0 0,-1 0 0 0 0,1 0 0 0 0,0 0 1 0 0,-1 1-1 0 0,3 0 0 0 0,6 1-1 0 0,-1 1 0 0 0,0 0 0 0 0,1 0 0 0 0,-1 1 0 0 0,-1 0 0 0 0,1 1 0 0 0,-1 0 0 0 0,1 0 0 0 0,-1 1 0 0 0,-1 0 0 0 0,11 10 0 0 0,2 6 195 0 0,-1 0 1 0 0,24 37 0 0 0,-29-37-255 0 0,1-1 1 0 0,1-1-1 0 0,35 34 0 0 0,-49-52-51 0 0,1 1-1 0 0,-1-1 0 0 0,1-1 1 0 0,0 1-1 0 0,-1 0 0 0 0,1 0 1 0 0,0-1-1 0 0,0 0 0 0 0,1 0 1 0 0,-1 0-1 0 0,0 0 0 0 0,0 0 1 0 0,0 0-1 0 0,1-1 1 0 0,-1 0-1 0 0,0 0 0 0 0,1 1 1 0 0,-1-2-1 0 0,6 0 0 0 0,-4 0 89 0 0,0-1 0 0 0,0 0-1 0 0,0 0 1 0 0,0 0 0 0 0,0-1-1 0 0,-1 1 1 0 0,1-1-1 0 0,-1 0 1 0 0,1-1 0 0 0,-1 1-1 0 0,4-5 1 0 0,4-5 133 0 0,-1-1 0 0 0,0 0 0 0 0,-1 0 0 0 0,-1-1 0 0 0,0 0 0 0 0,9-23-1 0 0,2-15-77 0 0,-3-1 0 0 0,16-84-1 0 0,-13 31-2353 0 0,-19 98-10 0 0</inkml:trace>
</inkml:ink>
</file>

<file path=ppt/ink/ink2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5:39.0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10594 0 0,'8'67'910'0'0,"-1"2"1926"0"0,4 0 0 0 0,25 92 0 0 0,-25-115-7185 0 0,-5-34 1953 0 0</inkml:trace>
</inkml:ink>
</file>

<file path=ppt/ink/ink2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5:39.8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 10594 0 0,'5'-1'316'0'0,"1"1"0"0"0,-1-1-1 0 0,0 1 1 0 0,1 0 0 0 0,-1 0 0 0 0,0 1-1 0 0,1 0 1 0 0,-1 0 0 0 0,0 0-1 0 0,0 0 1 0 0,1 1 0 0 0,6 3 0 0 0,-4-2 190 0 0,13 4-126 0 0,0 2 0 0 0,-1 1 0 0 0,0 0 1 0 0,-1 2-1 0 0,0 0 0 0 0,-1 1 0 0 0,0 1 1 0 0,-1 0-1 0 0,30 33 0 0 0,-31-29-1142 0 0,-1 1 0 0 0,-1 1 0 0 0,-1 1-1 0 0,0 0 1 0 0,12 29 0 0 0,-17-34-4630 0 0</inkml:trace>
</inkml:ink>
</file>

<file path=ppt/ink/ink2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5:40.0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238 0 7370 0 0,'-27'37'5055'0'0,"-99"223"665"0"0,57-81-11174 0 0,53-134 5 0 0</inkml:trace>
</inkml:ink>
</file>

<file path=ppt/ink/ink2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5:40.4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0 10594 0 0,'0'0'964'0'0,"1"16"-351"0"0,-3 86 4136 0 0,0-46-4881 0 0,2-1 0 0 0,2 0 1 0 0,14 79-1 0 0,-10-100 110 0 0,-2-2 22 0 0</inkml:trace>
</inkml:ink>
</file>

<file path=ppt/ink/ink2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5:41.0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7370 0 0,'17'8'1046'0'0,"0"-1"0"0"0,0 2 0 0 0,16 11 0 0 0,1 0-5 0 0,24 14 268 0 0,-21-11-1468 0 0,79 35 1 0 0,-101-54-994 0 0</inkml:trace>
</inkml:ink>
</file>

<file path=ppt/ink/ink2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5:41.2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178 34 4609 0 0,'-8'-9'-391'0'0,"5"6"968"0"0,0 0 0 0 0,0 0 0 0 0,1 0 0 0 0,-2 1 0 0 0,1-1-1 0 0,0 1 1 0 0,-5-3 0 0 0,8 5-436 0 0,-1 0 0 0 0,1-1-1 0 0,-1 1 1 0 0,1 0 0 0 0,-1 0 0 0 0,0 0-1 0 0,1 0 1 0 0,-1 0 0 0 0,1 0-1 0 0,-1 0 1 0 0,1 0 0 0 0,-1 0-1 0 0,1 0 1 0 0,-1 0 0 0 0,1 1-1 0 0,-1-1 1 0 0,1 0 0 0 0,-1 0-1 0 0,1 0 1 0 0,-1 1 0 0 0,1-1 0 0 0,-1 0-1 0 0,0 1 1 0 0,-8 19 2240 0 0,-18 86 1045 0 0,-27 96-1731 0 0,24-101-3537 0 0,23-75 592 0 0</inkml:trace>
</inkml:ink>
</file>

<file path=ppt/ink/ink2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5:41.6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82 5065 0 0,'-1'-1'82'0'0,"1"0"1"0"0,-1 1-1 0 0,0-1 0 0 0,1 0 1 0 0,-1 0-1 0 0,1 0 0 0 0,-1 1 0 0 0,1-1 1 0 0,0 0-1 0 0,-1 0 0 0 0,1 0 1 0 0,0 0-1 0 0,-1 0 0 0 0,1 0 0 0 0,0 0 1 0 0,0 0-1 0 0,0 0 0 0 0,0 0 1 0 0,0 0-1 0 0,0 0 0 0 0,0 0 0 0 0,0 0 1 0 0,0 0-1 0 0,1 0 0 0 0,-1-1 1 0 0,2-1 210 0 0,-1 1 1 0 0,0-1-1 0 0,1 1 1 0 0,-1-1 0 0 0,1 1-1 0 0,0 0 1 0 0,0 0 0 0 0,0 0-1 0 0,2-2 1 0 0,1 0 188 0 0,-1 0 0 0 0,1 1 0 0 0,-1 0 0 0 0,1 0 0 0 0,0 0 0 0 0,0 0 1 0 0,0 1-1 0 0,0 0 0 0 0,7-2 0 0 0,-9 4-327 0 0,0 0 1 0 0,0-1-1 0 0,-1 1 1 0 0,1 0-1 0 0,0 0 1 0 0,0 1-1 0 0,0-1 1 0 0,-1 0-1 0 0,1 1 1 0 0,0 0-1 0 0,-1 0 1 0 0,1-1-1 0 0,0 2 1 0 0,-1-1-1 0 0,1 0 1 0 0,-1 0-1 0 0,0 1 0 0 0,1 0 1 0 0,2 2-1 0 0,-2-1-64 0 0,0 1 0 0 0,0-1-1 0 0,-1 1 1 0 0,0 0 0 0 0,1 0-1 0 0,-1 0 1 0 0,-1 0 0 0 0,1 0-1 0 0,0 0 1 0 0,-1 1-1 0 0,1 4 1 0 0,1 9-5 0 0,-1 0 0 0 0,-1 0 0 0 0,-1 0-1 0 0,-3 34 1 0 0,-2-14 109 0 0,3-26 68 0 0,0 0-1 0 0,0 0 0 0 0,1 0 0 0 0,1 0 1 0 0,0 0-1 0 0,3 19 0 0 0,-2-30-233 0 0,-1-1-1 0 0,0 0 0 0 0,0 1 1 0 0,0-1-1 0 0,0 0 0 0 0,0 1 1 0 0,0-1-1 0 0,0 0 0 0 0,1 0 1 0 0,-1 1-1 0 0,0-1 0 0 0,0 0 1 0 0,0 1-1 0 0,1-1 0 0 0,-1 0 1 0 0,0 0-1 0 0,1 1 0 0 0,-1-1 1 0 0,0 0-1 0 0,0 0 0 0 0,1 0 1 0 0,-1 1-1 0 0,0-1 0 0 0,1 0 1 0 0,-1 0-1 0 0,0 0 0 0 0,1 0 1 0 0,-1 0-1 0 0,0 0 0 0 0,1 0 1 0 0,-1 0-1 0 0,0 0 0 0 0,1 0 1 0 0,15-6 377 0 0,16-18-306 0 0,-27 19-36 0 0,26-20-280 0 0,56-34 1 0 0,-71 49-557 0 0,1 2 0 0 0,-1 0 1 0 0,24-6-1 0 0,-15 7-267 0 0</inkml:trace>
</inkml:ink>
</file>

<file path=ppt/ink/ink2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00.1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20 131 3681 0 0,'-5'-12'890'0'0,"2"1"0"0"0,0 0 0 0 0,0-1 1 0 0,1 0-1 0 0,0 0 0 0 0,1 0 0 0 0,1-19 0 0 0,-1 30-821 0 0,1 1-1 0 0,0-1 1 0 0,0 0 0 0 0,0 1-1 0 0,0-1 1 0 0,0 1-1 0 0,0-1 1 0 0,0 0-1 0 0,1 1 1 0 0,-1-1-1 0 0,0 1 1 0 0,0-1 0 0 0,0 0-1 0 0,1 1 1 0 0,-1-1-1 0 0,0 1 1 0 0,0-1-1 0 0,1 1 1 0 0,-1-1-1 0 0,1 1 1 0 0,-1-1 0 0 0,0 1-1 0 0,1-1 1 0 0,-1 1-1 0 0,1 0 1 0 0,-1-1-1 0 0,1 1 1 0 0,-1 0 0 0 0,1-1-1 0 0,-1 1 1 0 0,1 0-1 0 0,-1 0 1 0 0,1-1-1 0 0,0 1 1 0 0,-1 0-1 0 0,1 0 1 0 0,-1 0 0 0 0,1 0-1 0 0,1 0 1 0 0,-1 0-8 0 0,0 1 0 0 0,0-1 0 0 0,0 1 0 0 0,0 0 1 0 0,0 0-1 0 0,0-1 0 0 0,0 1 0 0 0,0 0 0 0 0,0 0 1 0 0,0 0-1 0 0,0 0 0 0 0,0 0 0 0 0,-1 0 0 0 0,1 0 0 0 0,-1 0 1 0 0,1 1-1 0 0,0-1 0 0 0,0 2 0 0 0,8 29 374 0 0,-1 1 1 0 0,-1 0-1 0 0,-2 1 0 0 0,1 45 1 0 0,3 19 60 0 0,123 788 2384 0 0,-86-422-2649 0 0,-43-429-735 0 0,-1-11-1797 0 0,-2-7-2994 0 0</inkml:trace>
</inkml:ink>
</file>

<file path=ppt/ink/ink2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00.7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113 1 1376 0 0,'-8'0'558'0'0,"-1"0"-1"0"0,0 1 0 0 0,0 0 0 0 0,0 0 0 0 0,1 1 1 0 0,-1 0-1 0 0,1 1 0 0 0,-1 0 0 0 0,1 0 0 0 0,-13 7 1 0 0,21-9-515 0 0,0-1 1 0 0,-1 0 0 0 0,1 0-1 0 0,0 0 1 0 0,-1 1 0 0 0,1-1-1 0 0,0 0 1 0 0,-1 1 0 0 0,1-1 0 0 0,0 0-1 0 0,0 1 1 0 0,-1-1 0 0 0,1 0-1 0 0,0 1 1 0 0,0-1 0 0 0,0 0-1 0 0,-1 1 1 0 0,1-1 0 0 0,0 1-1 0 0,0-1 1 0 0,0 0 0 0 0,0 1-1 0 0,0-1 1 0 0,0 1 0 0 0,0-1 0 0 0,0 1-1 0 0,0-1 1 0 0,0 0 0 0 0,0 1-1 0 0,0-1 1 0 0,0 1 0 0 0,0-1-1 0 0,0 1 1 0 0,13 11 632 0 0,20 2-69 0 0,8-1-5 0 0,-1-3-1 0 0,74 10 1 0 0,85-4 858 0 0,-84-9-258 0 0,139 26 1 0 0,-216-25-1118 0 0,1 1 1 0 0,-1 2-1 0 0,-1 2 1 0 0,0 1-1 0 0,-1 2 1 0 0,-1 2-1 0 0,46 29 1 0 0,-47-23-153 0 0,-1 2 1 0 0,-2 0 0 0 0,0 2-1 0 0,-2 2 1 0 0,-2 0 0 0 0,0 2-1 0 0,-2 1 1 0 0,29 50 0 0 0,-40-57 14 0 0,-2 0 0 0 0,0 1 1 0 0,-1 0-1 0 0,-2 0 0 0 0,-1 1 1 0 0,-1 1-1 0 0,-2-1 1 0 0,0 1-1 0 0,-2 0 0 0 0,-1 0 1 0 0,-2 0-1 0 0,-5 50 0 0 0,0-46 198 0 0,-1 0-1 0 0,-2-1 1 0 0,-2 0 0 0 0,0 0-1 0 0,-2-1 1 0 0,-2-1-1 0 0,-1 0 1 0 0,-1-1-1 0 0,-1 0 1 0 0,-2-2-1 0 0,0 0 1 0 0,-2-1-1 0 0,-48 46 1 0 0,20-25 938 0 0,-3-3 0 0 0,-78 53-1 0 0,94-74-856 0 0,0-2 0 0 0,-2-2 0 0 0,0 0-1 0 0,-1-3 1 0 0,-42 11 0 0 0,79-26-286 0 0,-35 7 260 0 0,35-7-310 0 0,1-1 0 0 0,-1 1 0 0 0,0-1 0 0 0,1 0 0 0 0,-1 0 0 0 0,0 0 0 0 0,1 1 0 0 0,-1-2 0 0 0,0 1 0 0 0,1 0 1 0 0,-1 0-1 0 0,0-1 0 0 0,1 1 0 0 0,-1 0 0 0 0,1-1 0 0 0,-1 0 0 0 0,1 1 0 0 0,-1-1 0 0 0,-1-1 0 0 0,3 2-57 0 0,0-1 0 0 0,-1 1-1 0 0,1-1 1 0 0,0 1 0 0 0,0 0-1 0 0,0-1 1 0 0,0 1 0 0 0,0-1-1 0 0,0 1 1 0 0,0-1 0 0 0,0 1 0 0 0,0-1-1 0 0,0 1 1 0 0,0 0 0 0 0,0-1-1 0 0,0 1 1 0 0,0-1 0 0 0,1 1-1 0 0,-1 0 1 0 0,0-1 0 0 0,0 1-1 0 0,0-1 1 0 0</inkml:trace>
</inkml:ink>
</file>

<file path=ppt/ink/ink2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01.3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191 37 6449 0 0,'-3'-3'230'0'0,"-1"-1"0"0"0,0 1-1 0 0,1 0 1 0 0,-1 0-1 0 0,0 0 1 0 0,-1 1-1 0 0,1-1 1 0 0,0 1 0 0 0,-1 0-1 0 0,1 0 1 0 0,-1 0-1 0 0,0 1 1 0 0,0 0 0 0 0,-8-2-1 0 0,9 4-57 0 0,1-1 0 0 0,0 0 0 0 0,0 1 0 0 0,0-1 1 0 0,0 1-1 0 0,0 0 0 0 0,0 0 0 0 0,0 0 0 0 0,0 0 0 0 0,0 0 0 0 0,1 1 0 0 0,-1 0 0 0 0,0-1 0 0 0,1 1 0 0 0,-1 0 0 0 0,1 0 0 0 0,0 0 1 0 0,-1 0-1 0 0,1 1 0 0 0,0-1 0 0 0,0 1 0 0 0,1-1 0 0 0,-1 1 0 0 0,-1 3 0 0 0,-5 10-47 0 0,0 0 0 0 0,1 1 0 0 0,0 0 0 0 0,2 0 0 0 0,0 0 0 0 0,1 1 0 0 0,1-1 0 0 0,0 1 0 0 0,2 0 0 0 0,0 0 0 0 0,2 32 0 0 0,0-40-30 0 0,1 0 0 0 0,0-1 0 0 0,0 1-1 0 0,1 0 1 0 0,0-1 0 0 0,1 1 0 0 0,0-1-1 0 0,1 0 1 0 0,9 15 0 0 0,-9-17-67 0 0,0-2 0 0 0,0 1 1 0 0,1 0-1 0 0,-1-1 0 0 0,1 0 1 0 0,0-1-1 0 0,0 1 0 0 0,1-1 1 0 0,0 0-1 0 0,-1-1 0 0 0,1 0 1 0 0,0 0-1 0 0,1 0 0 0 0,7 1 1 0 0,-8-2 11 0 0,1-2 0 0 0,-1 1 1 0 0,0-1-1 0 0,1 0 1 0 0,-1 0-1 0 0,0-1 1 0 0,0 0-1 0 0,1 0 0 0 0,-1-1 1 0 0,0 0-1 0 0,0 0 1 0 0,-1-1-1 0 0,1 0 0 0 0,0 0 1 0 0,-1 0-1 0 0,0-1 1 0 0,1 0-1 0 0,5-6 0 0 0,5-3 121 0 0,-1-1-1 0 0,0 0 0 0 0,-2-1 1 0 0,1-1-1 0 0,12-18 0 0 0,-23 28-44 0 0,0 0 0 0 0,-1 1-1 0 0,1-1 1 0 0,-1 0 0 0 0,-1-1 0 0 0,1 1-1 0 0,-1 0 1 0 0,0-1 0 0 0,0 1-1 0 0,-1-1 1 0 0,0 0 0 0 0,1-9 0 0 0,-2 12-81 0 0,-1-1 0 0 0,1 0 0 0 0,-1 1 1 0 0,0-1-1 0 0,0 1 0 0 0,0-1 0 0 0,-1 1 0 0 0,1-1 1 0 0,-1 1-1 0 0,0 0 0 0 0,-1 0 0 0 0,1 0 1 0 0,-1 0-1 0 0,0 0 0 0 0,0 0 0 0 0,0 1 1 0 0,0-1-1 0 0,-6-4 0 0 0,0 1-162 0 0,0 0 1 0 0,-1 1-1 0 0,0 0 0 0 0,-1 1 0 0 0,1-1 0 0 0,-17-4 1 0 0,-70-16-4011 0 0,74 21 2054 0 0,11 2-3083 0 0</inkml:trace>
</inkml:ink>
</file>

<file path=ppt/ink/ink2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02.0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146 17 1840 0 0,'-32'6'1268'0'0,"-5"1"2030"0"0,-40 13-1 0 0,115-14-759 0 0,21-9-1745 0 0,86-15 0 0 0,40-3 638 0 0,19 17-4 0 0,104-5 361 0 0,-35 9-2016 0 0,-91 11-7039 0 0,-162-9 2530 0 0</inkml:trace>
</inkml:ink>
</file>

<file path=ppt/ink/ink2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02.5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16 283 6913 0 0,'-14'-26'785'0'0,"13"25"-680"0"0,1 0 0 0 0,0-1 1 0 0,0 1-1 0 0,-1 0 0 0 0,1 0 0 0 0,0 0 1 0 0,0 0-1 0 0,0 0 0 0 0,0 0 0 0 0,1 0 1 0 0,-1 0-1 0 0,0 0 0 0 0,0 0 0 0 0,1 0 1 0 0,-1 0-1 0 0,0 0 0 0 0,1 0 0 0 0,-1 0 1 0 0,1 0-1 0 0,-1 0 0 0 0,1 0 0 0 0,-1 1 1 0 0,1-1-1 0 0,0 0 0 0 0,0 0 0 0 0,1-1 1 0 0,-1 2-22 0 0,0 0 1 0 0,-1 0 0 0 0,1-1 0 0 0,0 1 0 0 0,0 0-1 0 0,0 0 1 0 0,0 0 0 0 0,0 0 0 0 0,0 0 0 0 0,0 0 0 0 0,0 1-1 0 0,0-1 1 0 0,0 0 0 0 0,0 0 0 0 0,0 1 0 0 0,-1-1-1 0 0,1 0 1 0 0,0 1 0 0 0,0-1 0 0 0,0 1 0 0 0,0-1 0 0 0,-1 1-1 0 0,1 0 1 0 0,1 0 0 0 0,23 21 317 0 0,-18-16-213 0 0,10 8 120 0 0,1-1 0 0 0,0-1 0 0 0,1 0 1 0 0,1-2-1 0 0,0 0 0 0 0,37 13 0 0 0,-49-21-66 0 0,1 0 0 0 0,-1 0 1 0 0,1-1-1 0 0,0 0 0 0 0,0 0 0 0 0,0-1 0 0 0,0 0 0 0 0,15-3 0 0 0,-18 2-41 0 0,-1 0-1 0 0,0-1 1 0 0,1 0-1 0 0,-1 0 1 0 0,0 0-1 0 0,0-1 1 0 0,0 0-1 0 0,0 1 1 0 0,-1-2-1 0 0,1 1 1 0 0,-1-1-1 0 0,0 1 1 0 0,0-1-1 0 0,0 0 1 0 0,3-5-1 0 0,-2 1-117 0 0,0 0 1 0 0,-1 0-1 0 0,0 0 1 0 0,-1 0-1 0 0,1-1 0 0 0,-2 1 1 0 0,1-1-1 0 0,-1 0 1 0 0,1-12-1 0 0,4-87-39 0 0,-6 79-68 0 0,0 15-257 0 0,-1-29-292 0 0,-7 20-3411 0 0</inkml:trace>
</inkml:ink>
</file>

<file path=ppt/ink/ink2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02.8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3225 0 0,'0'19'440'0'0,"2"0"1"0"0,3 20 0 0 0,23 76 5761 0 0,-3-16-2573 0 0,-13-17-2218 0 0,-9-53-2350 0 0,1 0-1 0 0,13 44 1 0 0,-16-71 190 0 0,-1 0 398 0 0,0-1 0 0 0,1 0-1 0 0,-1 1 1 0 0,1-1 0 0 0,-1 1 0 0 0,1-1 0 0 0,-1 0 0 0 0,1 0 0 0 0,0 1 0 0 0,0-1 0 0 0,-1 0 0 0 0,1 0 0 0 0,0 0 0 0 0,2 2 0 0 0,-1-5-380 0 0</inkml:trace>
</inkml:ink>
</file>

<file path=ppt/ink/ink2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03.7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2085 0 6913 0 0,'-34'2'1274'0'0,"1"2"0"0"0,-61 14 0 0 0,10-1 568 0 0,-527 53 5830 0 0,305-40-6542 0 0,218-20-1077 0 0,-346 31 112 0 0,280-40-328 0 0,90-2-810 0 0,-106 11 0 0 0,158-8-3847 0 0</inkml:trace>
</inkml:ink>
</file>

<file path=ppt/ink/ink2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04.1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10594 0 0,'1'0'105'0'0,"0"-1"0"0"0,1 0 0 0 0,-1 1 0 0 0,0-1 0 0 0,1 1 0 0 0,-1-1 0 0 0,0 1 0 0 0,1 0 0 0 0,-1 0 0 0 0,0-1 0 0 0,1 1 0 0 0,-1 0 0 0 0,1 0 0 0 0,-1 0 0 0 0,0 1 0 0 0,1-1 0 0 0,-1 0 0 0 0,1 0 0 0 0,-1 1 0 0 0,2 0 0 0 0,34 9 1588 0 0,4 9-317 0 0,-1 3-1 0 0,-1 1 0 0 0,-1 1 0 0 0,56 47 0 0 0,29 20-2131 0 0,-99-75-374 0 0,2-1 0 0 0,0-1 0 0 0,32 12 1 0 0,-38-18-3033 0 0,-2 1-1008 0 0</inkml:trace>
</inkml:ink>
</file>

<file path=ppt/ink/ink2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04.4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372 70 6449 0 0,'8'-22'824'0'0,"3"-9"1026"0"0,-13 15 2618 0 0,0 16-4161 0 0,1 1 1 0 0,-1 0-1 0 0,0 0 1 0 0,0 0-1 0 0,0 0 1 0 0,1 0-1 0 0,-1 0 1 0 0,0 0-1 0 0,1 0 1 0 0,-1 1-1 0 0,1-1 1 0 0,-1 1-1 0 0,-1 2 1 0 0,-36 41 722 0 0,2 1 0 0 0,-53 86 1 0 0,-43 114-1455 0 0,116-213-537 0 0,-13 41 0 0 0,16-26-5059 0 0,10-30 569 0 0</inkml:trace>
</inkml:ink>
</file>

<file path=ppt/ink/ink2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04.7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0 5065 0 0,'3'2'5515'0'0,"-6"11"-2511"0"0,-5 13-234 0 0,-1 0-1563 0 0,0 1 0 0 0,-8 50 0 0 0,13-48-2315 0 0,2 0 0 0 0,1 49-1 0 0,2-47-4995 0 0</inkml:trace>
</inkml:ink>
</file>

<file path=ppt/ink/ink2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05.4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1335 1 5065 0 0,'-2'2'198'0'0,"1"-1"1"0"0,-1 1-1 0 0,0-1 0 0 0,0 1 0 0 0,0-1 1 0 0,-1 0-1 0 0,1 0 0 0 0,0 0 1 0 0,0 0-1 0 0,-1 0 0 0 0,1 0 0 0 0,0 0 1 0 0,-3 0-1 0 0,-1 0 267 0 0,-223 62 5845 0 0,146-43-5163 0 0,-67 9-21 0 0,-249 17 0 0 0,376-44-1081 0 0,-85 6-220 0 0,-65 6-1011 0 0,58 5-3328 0 0,98-15-37 0 0</inkml:trace>
</inkml:ink>
</file>

<file path=ppt/ink/ink2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05.9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19 4609 0 0,'-37'-14'3262'0'0,"20"10"-387"0"0,31 9-585 0 0,0 0-1 0 0,23 15 0 0 0,23 22 813 0 0,50 61-2513 0 0,-60-53-313 0 0,-2 1-1842 0 0,-34-37 115 0 0</inkml:trace>
</inkml:ink>
</file>

<file path=ppt/ink/ink2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06.1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421 10 456 0 0,'-1'-1'291'0'0,"0"0"1"0"0,0 0-1 0 0,0 0 1 0 0,0 1-1 0 0,0-1 0 0 0,0 0 1 0 0,0 1-1 0 0,0-1 0 0 0,-1 1 1 0 0,1-1-1 0 0,0 1 0 0 0,0 0 1 0 0,0-1-1 0 0,-1 1 1 0 0,1 0-1 0 0,0 0 0 0 0,0 0 1 0 0,-1 0-1 0 0,1 0 0 0 0,0 0 1 0 0,0 0-1 0 0,-1 0 0 0 0,1 1 1 0 0,0-1-1 0 0,0 0 0 0 0,0 1 1 0 0,-1-1-1 0 0,1 1 1 0 0,0-1-1 0 0,0 1 0 0 0,-1 1 1 0 0,-41 24 3185 0 0,36-21-2940 0 0,-26 20 426 0 0,0 1-1 0 0,2 1 1 0 0,1 2 0 0 0,-31 39 0 0 0,34-34-1163 0 0,2 1-1 0 0,1 1 1 0 0,-38 77-1 0 0,56-98-1508 0 0</inkml:trace>
</inkml:ink>
</file>

<file path=ppt/ink/ink2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06.5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 2761 0 0,'2'-6'9402'0'0,"-1"6"-9231"0"0,18-4 2053 0 0,22 7-999 0 0,-37-2-1041 0 0,0 1-1 0 0,-1-1 0 0 0,1 1 0 0 0,-1 0 0 0 0,0 0 0 0 0,0 0 1 0 0,0 1-1 0 0,0-1 0 0 0,0 1 0 0 0,0 0 0 0 0,0 0 0 0 0,-1 0 1 0 0,5 6-1 0 0,-4-2-86 0 0,1 0 1 0 0,-1 0-1 0 0,0 0 1 0 0,0 0-1 0 0,-1 1 0 0 0,3 12 1 0 0,-3-4-65 0 0,0 0 0 0 0,-1 0 1 0 0,-1 0-1 0 0,-1 0 0 0 0,0 0 1 0 0,-4 19-1 0 0,4-31 212 0 0,0 0 1 0 0,1 0 0 0 0,-1 0-1 0 0,1 0 1 0 0,0 0-1 0 0,0 8 1 0 0,0-12-202 0 0,0 0-1 0 0,1 1 1 0 0,-1-1 0 0 0,0 0 0 0 0,0 1-1 0 0,0-1 1 0 0,0 0 0 0 0,0 1-1 0 0,1-1 1 0 0,-1 0 0 0 0,0 0-1 0 0,0 1 1 0 0,0-1 0 0 0,1 0 0 0 0,-1 0-1 0 0,0 0 1 0 0,0 1 0 0 0,1-1-1 0 0,-1 0 1 0 0,0 0 0 0 0,1 0-1 0 0,-1 0 1 0 0,0 1 0 0 0,0-1 0 0 0,1 0-1 0 0,-1 0 1 0 0,0 0 0 0 0,1 0-1 0 0,-1 0 1 0 0,0 0 0 0 0,1 0-1 0 0,18-8 230 0 0,16-15-2176 0 0,63-32 0 0 0,-70 44-4973 0 0</inkml:trace>
</inkml:ink>
</file>

<file path=ppt/ink/ink2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08.2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156 353 1376 0 0,'-13'-88'251'0'0,"10"57"-223"0"0,-1 0 0 0 0,-2 0 0 0 0,-19-57 0 0 0,20 76 74 0 0,4 10-71 0 0,0 0 1 0 0,0 0 0 0 0,0 0-1 0 0,1 0 1 0 0,-1 0-1 0 0,0 0 1 0 0,1 0 0 0 0,-1 0-1 0 0,1-1 1 0 0,0 1-1 0 0,0 0 1 0 0,0 0 0 0 0,0-1-1 0 0,0 1 1 0 0,0 0-1 0 0,1 0 1 0 0,-1 0 0 0 0,1 0-1 0 0,-1-1 1 0 0,3-2 0 0 0,5-19 5963 0 0,-12 35-3695 0 0,-30 133 2132 0 0,4 78-3603 0 0,19-126-386 0 0,5-50-416 0 0,-4 24-347 0 0,3 0-1 0 0,3 120 0 0 0,4-190 278 0 0,0 3-236 0 0,0-1 0 0 0,0 0-1 0 0,1 0 1 0 0,-1 0 0 0 0,0 0 0 0 0,1 1 0 0 0,0-1 0 0 0,-1 0 0 0 0,1 0 0 0 0,0 0 0 0 0,0 0 0 0 0,0 0 0 0 0,2 3-1 0 0</inkml:trace>
</inkml:ink>
</file>

<file path=ppt/ink/ink2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08.4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 10594 0 0,'0'0'12'0'0,"0"0"0"0"0,0-1-1 0 0,0 1 1 0 0,0 0 0 0 0,0 0 0 0 0,0 0-1 0 0,0-1 1 0 0,0 1 0 0 0,0 0 0 0 0,0 0-1 0 0,0 0 1 0 0,0-1 0 0 0,0 1 0 0 0,0 0-1 0 0,0 0 1 0 0,0 0 0 0 0,0-1 0 0 0,0 1-1 0 0,0 0 1 0 0,0 0 0 0 0,0 0 0 0 0,0-1-1 0 0,0 1 1 0 0,0 0 0 0 0,1 0 0 0 0,-1 0-1 0 0,0 0 1 0 0,0-1 0 0 0,0 1 0 0 0,0 0-1 0 0,0 0 1 0 0,1 0 0 0 0,-1 0 0 0 0,0 0-1 0 0,0-1 1 0 0,0 1 0 0 0,0 0 0 0 0,1 0-1 0 0,-1 0 1 0 0,0 0 0 0 0,0 0 0 0 0,0 0-1 0 0,1 0 1 0 0,-1 0 0 0 0,0 0-1 0 0,0 0 1 0 0,0 0 0 0 0,1 0 0 0 0,-1 0-1 0 0,0 0 1 0 0,0 0 0 0 0,0 0 0 0 0,1 0-1 0 0,-1 0 1 0 0,0 0 0 0 0,14 12 830 0 0,8 20 1419 0 0,13 42 321 0 0,92 176 176 0 0,-77-162-2816 0 0,37 61-154 0 0,-69-122-2612 0 0,34 36 1 0 0</inkml:trace>
</inkml:ink>
</file>

<file path=ppt/ink/ink2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08.6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36 142 10594 0 0,'-2'-1'119'0'0,"-1"0"-1"0"0,1-1 0 0 0,-1 1 0 0 0,1-1 1 0 0,-1 0-1 0 0,1 1 0 0 0,0-1 0 0 0,0 0 1 0 0,0-1-1 0 0,0 1 0 0 0,0 0 0 0 0,1 0 1 0 0,-1-1-1 0 0,1 1 0 0 0,-3-6 1 0 0,4 7-9 0 0,-1-1 1 0 0,1 1-1 0 0,0 0 1 0 0,0-1 0 0 0,0 1-1 0 0,0-1 1 0 0,0 1-1 0 0,1-1 1 0 0,-1 1 0 0 0,0-1-1 0 0,1 1 1 0 0,-1 0 0 0 0,1-1-1 0 0,-1 1 1 0 0,1 0-1 0 0,0-1 1 0 0,-1 1 0 0 0,1 0-1 0 0,0 0 1 0 0,0 0-1 0 0,0-1 1 0 0,0 1 0 0 0,0 0-1 0 0,0 0 1 0 0,0 0-1 0 0,0 1 1 0 0,1-1 0 0 0,-1 0-1 0 0,0 0 1 0 0,1 1 0 0 0,-1-1-1 0 0,3 0 1 0 0,22-11 587 0 0,1 1 0 0 0,41-10 1 0 0,16 2-3785 0 0,-62 16 1999 0 0</inkml:trace>
</inkml:ink>
</file>

<file path=ppt/ink/ink2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08.9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92 5 4145 0 0,'-1'0'178'0'0,"0"-1"-1"0"0,1 1 1 0 0,-1-1 0 0 0,0 1 0 0 0,0-1-1 0 0,0 1 1 0 0,0 0 0 0 0,0-1 0 0 0,0 1-1 0 0,1 0 1 0 0,-1 0 0 0 0,0 0 0 0 0,0 0-1 0 0,0 0 1 0 0,0 0 0 0 0,0 0 0 0 0,0 0-1 0 0,0 0 1 0 0,0 0 0 0 0,0 0 0 0 0,0 1 0 0 0,1-1-1 0 0,-1 0 1 0 0,0 1 0 0 0,0-1 0 0 0,0 0-1 0 0,-1 2 1 0 0,0 0 160 0 0,-1 0 0 0 0,1 0 0 0 0,0 0 0 0 0,0 1 0 0 0,0-1 1 0 0,1 1-1 0 0,-1-1 0 0 0,-2 6 0 0 0,-1 4 503 0 0,0 0 0 0 0,1 0 1 0 0,-3 17-1 0 0,-3 23 338 0 0,-3 54 1 0 0,12-88-1732 0 0,0 0 0 0 0,2 1 0 0 0,0-1 0 0 0,1 0 0 0 0,0 0 1 0 0,9 30-1 0 0,-8-43-1238 0 0</inkml:trace>
</inkml:ink>
</file>

<file path=ppt/ink/ink2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09.1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1 530 864 0 0,'6'-89'946'0'0,"-8"1"2203"0"0,1-61 4637 0 0,1 148-7635 0 0,0 0-1 0 0,0 0 1 0 0,0 1-1 0 0,0-1 0 0 0,0 0 1 0 0,0 0-1 0 0,0 1 0 0 0,0-1 1 0 0,0 0-1 0 0,0 1 1 0 0,0-1-1 0 0,0 0 0 0 0,1 0 1 0 0,-1 1-1 0 0,0-1 0 0 0,1 0 1 0 0,-1 1-1 0 0,0-1 1 0 0,1 1-1 0 0,-1-1 0 0 0,1 0 1 0 0,-1 1-1 0 0,1-1 1 0 0,-1 1-1 0 0,1-1 0 0 0,-1 1 1 0 0,1-1-1 0 0,0 1 0 0 0,-1 0 1 0 0,1-1-1 0 0,1 1 1 0 0,-1 0-19 0 0,1 0 1 0 0,-1 1 0 0 0,0-1 0 0 0,1 0 0 0 0,-1 1-1 0 0,0 0 1 0 0,1-1 0 0 0,-1 1 0 0 0,0 0 0 0 0,0 0 0 0 0,0 0-1 0 0,0 0 1 0 0,1 0 0 0 0,0 1 0 0 0,34 44 753 0 0,-36-46-877 0 0,22 33 420 0 0,45 53-1 0 0,-60-78-397 0 0,1-1 0 0 0,0 1 0 0 0,0-1 0 0 0,0-1 0 0 0,1 1-1 0 0,-1-2 1 0 0,2 1 0 0 0,-1-1 0 0 0,1 0 0 0 0,-1-1 0 0 0,20 6 0 0 0,-28-10-8 0 0,0 0 0 0 0,0 1 0 0 0,0-1 0 0 0,0 0 0 0 0,0 0 0 0 0,0 1 0 0 0,0-1 0 0 0,0 0 0 0 0,0 0 0 0 0,0 0 0 0 0,0-1 0 0 0,1 1 0 0 0,-1 0 0 0 0,0 0 0 0 0,0 0 0 0 0,0-1 0 0 0,0 1 0 0 0,0-1 0 0 0,0 1 0 0 0,-1 0 0 0 0,1-1 0 0 0,0 0 0 0 0,0 1 0 0 0,0-1 0 0 0,0 0 0 0 0,0 1 0 0 0,-1-1 0 0 0,1 0 0 0 0,0 0 0 0 0,-1 1 0 0 0,1-1 0 0 0,-1 0 0 0 0,1 0 0 0 0,-1 0 0 0 0,1 0 0 0 0,-1 0 0 0 0,1 0 0 0 0,-1 0 0 0 0,0 0 0 0 0,0 0 0 0 0,1 0 0 0 0,-1 0 0 0 0,0 0 0 0 0,0 0 0 0 0,0 0 0 0 0,0 0 0 0 0,0 0 0 0 0,0-1 0 0 0,-1 1 0 0 0,1 0 0 0 0,-1-1 0 0 0,-1-10 152 0 0,0 0 1 0 0,-1 0 0 0 0,-7-19-1 0 0,5 17-468 0 0,-5-25 101 0 0,1 0-1 0 0,2 0 1 0 0,2 0-1 0 0,0-57 0 0 0,8 51-905 0 0,5 16-3445 0 0</inkml:trace>
</inkml:ink>
</file>

<file path=ppt/ink/ink2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09.4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6913 0 0,'0'0'726'0'0,"2"21"1746"0"0,15 87 3342 0 0,5 39-2644 0 0,-9 2-9220 0 0,-12-131 439 0 0</inkml:trace>
</inkml:ink>
</file>

<file path=ppt/ink/ink2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09.7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82 2761 0 0,'1'-2'123'0'0,"-1"0"0"0"0,1 0 0 0 0,-1 0 0 0 0,1 0 0 0 0,0 0 0 0 0,0 0-1 0 0,0 1 1 0 0,0-1 0 0 0,0 0 0 0 0,0 0 0 0 0,1 1 0 0 0,-1-1 0 0 0,1 0 0 0 0,-1 1 0 0 0,1 0 0 0 0,-1-1 0 0 0,1 1 0 0 0,3-2 0 0 0,37-21 2020 0 0,-37 22-1988 0 0,2-2 143 0 0,1 1 0 0 0,0 0 0 0 0,0 0 0 0 0,0 1 0 0 0,1 0 0 0 0,-1 0-1 0 0,0 1 1 0 0,1 0 0 0 0,-1 0 0 0 0,1 1 0 0 0,-1 0 0 0 0,1 1 0 0 0,-1 0 0 0 0,1 0 0 0 0,-1 1 0 0 0,15 5 0 0 0,-16-5-110 0 0,0 1 1 0 0,-1 1 0 0 0,0-1-1 0 0,1 1 1 0 0,-1 0 0 0 0,-1 0 0 0 0,1 1-1 0 0,-1 0 1 0 0,1 0 0 0 0,-1 0-1 0 0,-1 1 1 0 0,1-1 0 0 0,-1 1-1 0 0,0 0 1 0 0,0 1 0 0 0,-1-1-1 0 0,0 1 1 0 0,0-1 0 0 0,0 1-1 0 0,1 7 1 0 0,0 1 63 0 0,-1-1-1 0 0,-1 1 0 0 0,0 0 1 0 0,-1 0-1 0 0,-1 0 0 0 0,0 0 1 0 0,-1 0-1 0 0,-1 0 0 0 0,0 0 1 0 0,-1 0-1 0 0,0 0 0 0 0,-1-1 1 0 0,-1 1-1 0 0,-10 20 1 0 0,5-16-82 0 0,0-1 1 0 0,-1 0 0 0 0,-1-1 0 0 0,-1-1 0 0 0,-1 1-1 0 0,0-2 1 0 0,0 0 0 0 0,-2-1 0 0 0,-32 24 0 0 0,-5-5-552 0 0,29-22-5328 0 0</inkml:trace>
</inkml:ink>
</file>

<file path=ppt/ink/ink2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10.5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5 112 8754 0 0,'0'-9'785'0'0,"1"-1"-1"0"0,1 0 1 0 0,0 1 0 0 0,0-1-1 0 0,1 1 1 0 0,0 0 0 0 0,1 0-1 0 0,0 0 1 0 0,9-14 0 0 0,-13 22-729 0 0,0 1 1 0 0,1-2 1070 0 0,0 2-1071 0 0,-1-1 1 0 0,0 1-1 0 0,0 0 1 0 0,0 0-1 0 0,0 0 0 0 0,0 0 1 0 0,1 0-1 0 0,-1 0 0 0 0,0 0 1 0 0,0 0-1 0 0,0 0 1 0 0,0 0-1 0 0,0 0 0 0 0,1 0 1 0 0,-1 0-1 0 0,0 0 0 0 0,0 0 1 0 0,0 0-1 0 0,0 0 0 0 0,1 0 1 0 0,0 1 619 0 0,-1-1-619 0 0,5 13 939 0 0,-1 15-505 0 0,-1 37-219 0 0,-3 0 1 0 0,-2 1 0 0 0,-18 106-1 0 0,0-29-712 0 0,7-46-4883 0 0,12-92 4041 0 0</inkml:trace>
</inkml:ink>
</file>

<file path=ppt/ink/ink2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10.8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1 450 1824 0 0,'23'-165'2798'0'0,"-13"86"3434"0"0,-10 77-6024 0 0,0 1-1 0 0,0 0 0 0 0,0 0 1 0 0,0-1-1 0 0,0 1 0 0 0,0 0 1 0 0,1 0-1 0 0,-1-1 1 0 0,0 1-1 0 0,1 0 0 0 0,-1 0 1 0 0,1 0-1 0 0,0 0 0 0 0,-1-1 1 0 0,1 1-1 0 0,0 0 0 0 0,0 0 1 0 0,-1 1-1 0 0,1-1 1 0 0,0 0-1 0 0,0 0 0 0 0,0 0 1 0 0,0 0-1 0 0,0 1 0 0 0,1-1 1 0 0,1 0-1 0 0,-2 0-53 0 0,1 1 0 0 0,0 0 0 0 0,0 1 0 0 0,0-1 0 0 0,0 0-1 0 0,0 0 1 0 0,0 1 0 0 0,0-1 0 0 0,0 1 0 0 0,0 0 0 0 0,-1 0 0 0 0,1-1 0 0 0,0 1 0 0 0,-1 0-1 0 0,3 2 1 0 0,7 5 166 0 0,0 1-1 0 0,-1 0 1 0 0,16 18 0 0 0,38 55-39 0 0,15 16 174 0 0,-69-87-416 0 0,1 0 0 0 0,1 0 0 0 0,0-1 0 0 0,0-1 0 0 0,26 15 1 0 0,-37-23-18 0 0,1 0 0 0 0,-1 0 0 0 0,1 0 0 0 0,0 0 1 0 0,0-1-1 0 0,0 1 0 0 0,-1 0 0 0 0,1-1 1 0 0,0 1-1 0 0,0-1 0 0 0,0 1 0 0 0,0-1 1 0 0,0 0-1 0 0,0 0 0 0 0,0 0 0 0 0,0 0 1 0 0,0 0-1 0 0,0-1 0 0 0,0 1 0 0 0,0-1 1 0 0,0 1-1 0 0,2-2 0 0 0,-2 0 11 0 0,0 1 1 0 0,-1-1-1 0 0,1 0 1 0 0,-1 0-1 0 0,0 0 1 0 0,0 0-1 0 0,1 0 1 0 0,-1 0-1 0 0,-1 0 0 0 0,1-1 1 0 0,0 1-1 0 0,0 0 1 0 0,-1-1-1 0 0,1 1 1 0 0,-1 0-1 0 0,0-1 1 0 0,0 1-1 0 0,0-4 0 0 0,0-20 204 0 0,-2 0-1 0 0,0 0 0 0 0,-9-35 1 0 0,5 31-87 0 0,-4-57 1 0 0,12-15-801 0 0,-1 90 21 0 0,1-1 0 0 0,0 0 0 0 0,1 1 0 0 0,0-1 0 0 0,9-21-1 0 0</inkml:trace>
</inkml:ink>
</file>

<file path=ppt/ink/ink2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11.4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168 64 456 0 0,'-1'-16'-1329'0'0,"3"-6"6842"0"0,0-4 3129 0 0,-10 42-3598 0 0,-8 16-4379 0 0,-76 204 769 0 0,47-74-5984 0 0,43-144 2638 0 0,-5 16-5426 0 0</inkml:trace>
</inkml:ink>
</file>

<file path=ppt/ink/ink2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11.7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0 300 3225 0 0,'7'-47'139'0'0,"-4"19"1205"0"0,1 1 0 0 0,1-1 0 0 0,1 1-1 0 0,2 1 1 0 0,0-1 0 0 0,16-31 0 0 0,-23 55-1133 0 0,0 1 0 0 0,0 0 1 0 0,1 0-1 0 0,-1 0 1 0 0,0 0-1 0 0,1 1 0 0 0,-1-1 1 0 0,1 0-1 0 0,0 1 0 0 0,0-1 1 0 0,-1 1-1 0 0,1-1 0 0 0,0 1 1 0 0,0 0-1 0 0,0 0 0 0 0,0 0 1 0 0,1 0-1 0 0,3-1 0 0 0,-4 1-56 0 0,0 1-1 0 0,0 0 0 0 0,1 1 0 0 0,-1-1 0 0 0,0 0 0 0 0,0 1 0 0 0,0-1 1 0 0,0 1-1 0 0,0-1 0 0 0,0 1 0 0 0,0 0 0 0 0,0 0 0 0 0,-1 0 1 0 0,1 0-1 0 0,0 0 0 0 0,3 3 0 0 0,2 3 135 0 0,0 0-1 0 0,-1 0 1 0 0,0 0 0 0 0,0 1 0 0 0,-1 0-1 0 0,0 0 1 0 0,7 14 0 0 0,47 135 903 0 0,-12-28-1426 0 0,-44-123-105 0 0,15 44-1066 0 0,-13-24-1348 0 0,-9-4-3498 0 0</inkml:trace>
</inkml:ink>
</file>

<file path=ppt/ink/ink2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11.8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110 175 3225 0 0,'-25'-26'524'0'0,"-24"-23"3327"0"0,13 21 3691 0 0,47 22-3422 0 0,19-3-4263 0 0,123-33-3879 0 0,-130 35 2281 0 0,-2 0-3237 0 0</inkml:trace>
</inkml:ink>
</file>

<file path=ppt/ink/ink2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12.1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86 18 3209 0 0,'0'0'26'0'0,"0"-1"1"0"0,1 0 0 0 0,-1 0 0 0 0,0 0 0 0 0,0 1-1 0 0,0-1 1 0 0,0 0 0 0 0,1 0 0 0 0,-1 0 0 0 0,0 0-1 0 0,-1 1 1 0 0,1-1 0 0 0,0 0 0 0 0,0 0 0 0 0,0 0-1 0 0,0 0 1 0 0,-1 1 0 0 0,0-3 0 0 0,1 3 96 0 0,0 0-1 0 0,-1 0 1 0 0,1 0 0 0 0,0-1 0 0 0,-1 1 0 0 0,1 0 0 0 0,-1 0 0 0 0,1 0 0 0 0,0 0-1 0 0,-1 0 1 0 0,1 0 0 0 0,-1 0 0 0 0,1 0 0 0 0,0 0 0 0 0,-1 0 0 0 0,1 0-1 0 0,-1 0 1 0 0,1 1 0 0 0,0-1 0 0 0,-1 0 0 0 0,1 0 0 0 0,-1 0 0 0 0,1 0 0 0 0,0 1-1 0 0,-1-1 1 0 0,1 0 0 0 0,-3 2 464 0 0,0 0 1 0 0,0 0-1 0 0,1 0 0 0 0,-1 1 0 0 0,1-1 0 0 0,0 1 1 0 0,-1-1-1 0 0,-1 4 0 0 0,-4 10 192 0 0,1 0-1 0 0,1 1 1 0 0,0-1 0 0 0,1 1-1 0 0,1 0 1 0 0,-3 24 0 0 0,3-10-245 0 0,2 1-1 0 0,2 52 1 0 0,7-30-286 0 0,0 9-1886 0 0,-9-23-3480 0 0</inkml:trace>
</inkml:ink>
</file>

<file path=ppt/ink/ink2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12.4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9 606 3225 0 0,'0'-3'7'0'0,"-9"-162"2732"0"0,10 135-855 0 0,0 0-1 0 0,2 0 1 0 0,9-40 0 0 0,-12 68-1643 0 0,1 0 0 0 0,-1 0 0 0 0,0 0 1 0 0,1 0-1 0 0,0 0 0 0 0,-1 0 1 0 0,1 0-1 0 0,0 0 0 0 0,0 0 0 0 0,0 1 1 0 0,0-1-1 0 0,1 0 0 0 0,-1 1 1 0 0,0-1-1 0 0,1 0 0 0 0,2-1 0 0 0,-2 2-131 0 0,-1 1 0 0 0,0 0 0 0 0,1 0 0 0 0,-1 0 0 0 0,1 0 0 0 0,-1 0 0 0 0,1 0 0 0 0,-1 0 0 0 0,1 0 0 0 0,-1 1 0 0 0,0-1 0 0 0,1 1 0 0 0,-1-1 0 0 0,1 1 0 0 0,-1-1 0 0 0,0 1 0 0 0,0 0 0 0 0,1 0 0 0 0,-1 0 0 0 0,0-1 0 0 0,0 1 0 0 0,0 0 0 0 0,2 3 0 0 0,56 49 26 0 0,39 30 173 0 0,-86-74-285 0 0,1-1 0 0 0,0 0 0 0 0,1 0 0 0 0,0-1 0 0 0,0-1 0 0 0,17 5 0 0 0,-30-10-5 0 0,-1-1-1 0 0,1 0 0 0 0,0 1 1 0 0,0-1-1 0 0,0 1 0 0 0,0-1 0 0 0,0 0 1 0 0,0 0-1 0 0,0 1 0 0 0,0-1 1 0 0,0 0-1 0 0,0 0 0 0 0,0 0 0 0 0,0 0 1 0 0,0 0-1 0 0,0-1 0 0 0,0 1 1 0 0,0 0-1 0 0,0 0 0 0 0,0-1 0 0 0,0 1 1 0 0,0 0-1 0 0,0-1 0 0 0,0 1 1 0 0,0-1-1 0 0,0 1 0 0 0,-1-1 0 0 0,1 0 1 0 0,0 1-1 0 0,0-1 0 0 0,-1 0 1 0 0,1 1-1 0 0,0-1 0 0 0,-1 0 0 0 0,1 0 1 0 0,0-1-1 0 0,0-2 78 0 0,0-1 1 0 0,-1 1-1 0 0,1-1 0 0 0,-1 1 1 0 0,0-1-1 0 0,-1 1 0 0 0,0-7 0 0 0,-5-48 476 0 0,-8-100 59 0 0,13 130-1545 0 0,1 0 1 0 0,2-1-1 0 0,7-38 0 0 0,-6 55-425 0 0,1 2-5 0 0</inkml:trace>
</inkml:ink>
</file>

<file path=ppt/ink/ink2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12.6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0 10138 0 0,'-1'6'868'0'0,"0"-1"0"0"0,1 1 0 0 0,0-1 0 0 0,0 1 0 0 0,2 6 0 0 0,-2-12-753 0 0,16 131 4470 0 0,-2-29-4191 0 0,-7 0-3428 0 0,-7-84-3330 0 0</inkml:trace>
</inkml:ink>
</file>

<file path=ppt/ink/ink2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12.9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57 5529 0 0,'1'-2'136'0'0,"1"0"-1"0"0,-1 0 0 0 0,1 0 1 0 0,-1 1-1 0 0,1-1 1 0 0,0 1-1 0 0,0-1 0 0 0,0 1 1 0 0,0-1-1 0 0,0 1 1 0 0,0 0-1 0 0,0 0 1 0 0,3-1-1 0 0,34-14 1803 0 0,-34 14-1511 0 0,9-2 27 0 0,0 0 0 0 0,0 1 0 0 0,0 1 0 0 0,0 0 0 0 0,0 1 0 0 0,1 1 0 0 0,-1 0 0 0 0,0 0 0 0 0,0 2 0 0 0,0 0 0 0 0,1 0 0 0 0,-2 1 0 0 0,1 1 0 0 0,0 1 0 0 0,-1 0 0 0 0,21 10 0 0 0,-25-10-287 0 0,0 0 0 0 0,0 0 0 0 0,-1 1 0 0 0,0 0 0 0 0,0 0 0 0 0,0 1 0 0 0,-1 0 0 0 0,0 0-1 0 0,0 1 1 0 0,-1 0 0 0 0,0 0 0 0 0,-1 0 0 0 0,1 1 0 0 0,-1 0 0 0 0,-1 0 0 0 0,0 0 0 0 0,0 1-1 0 0,-1-1 1 0 0,0 1 0 0 0,-1 0 0 0 0,0 0 0 0 0,0 0 0 0 0,-1 0 0 0 0,-1 12 0 0 0,-1-8-31 0 0,0 0 1 0 0,-2 0-1 0 0,1 0 1 0 0,-2 0-1 0 0,0-1 1 0 0,-1 1-1 0 0,0-1 1 0 0,-1 0-1 0 0,0-1 1 0 0,-14 21-1 0 0,12-22-342 0 0,1-1 0 0 0,-1 0 0 0 0,-1 0 1 0 0,0-1-1 0 0,0 0 0 0 0,-1-1 0 0 0,0 0 0 0 0,0-1 0 0 0,-1 0 0 0 0,0 0 0 0 0,0-1 1 0 0,-13 5-1 0 0,2-3-7249 0 0</inkml:trace>
</inkml:ink>
</file>

<file path=ppt/ink/ink2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21.2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146 83 4145 0 0,'-62'-36'1370'0'0,"43"23"584"0"0,-1 1 1 0 0,-25-10-1 0 0,137 55 2724 0 0,-29-11-4048 0 0,92 44 0 0 0,-74-19-372 0 0,-1 3 0 0 0,-4 4 0 0 0,115 102 0 0 0,-158-123-252 0 0,-2 0 0 0 0,0 2 1 0 0,-3 1-1 0 0,-1 2 0 0 0,-1 0 0 0 0,-3 2 0 0 0,-1 1 1 0 0,-2 0-1 0 0,-1 2 0 0 0,-3 0 0 0 0,21 88 1 0 0,-34-114 45 0 0,-1 0 0 0 0,-1 1-1 0 0,-1-1 1 0 0,0 1 0 0 0,-1-1 0 0 0,-1 0 0 0 0,0 1 0 0 0,-2-1 0 0 0,0 0 0 0 0,-1-1 0 0 0,0 1 0 0 0,-1-1 0 0 0,-1 0 0 0 0,-1 0 0 0 0,0-1 0 0 0,-1 0 0 0 0,-12 14 0 0 0,0-1 205 0 0,-1-2 0 0 0,-2 0-1 0 0,0-2 1 0 0,-2-1 0 0 0,0-1 0 0 0,-2-1 0 0 0,-50 30 0 0 0,22-23 96 0 0,-1-2 1 0 0,-87 26-1 0 0,81-31-298 0 0,-115 56 0 0 0,140-57-455 0 0,-22 12-10 0 0,23-6-6800 0 0</inkml:trace>
</inkml:ink>
</file>

<file path=ppt/ink/ink2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22.0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39 3681 0 0,'-1'0'98'0'0,"1"0"-1"0"0,0 0 1 0 0,0-1 0 0 0,-1 1 0 0 0,1 0 0 0 0,0 0-1 0 0,-1 0 1 0 0,1 0 0 0 0,0 0 0 0 0,0 0-1 0 0,-1-1 1 0 0,1 1 0 0 0,-1-1 293 0 0,1 1-293 0 0,0 0 0 0 0,0 0 0 0 0,-1 0-1 0 0,1-1 1 0 0,0 1 0 0 0,0 0 0 0 0,0-1 0 0 0,0 1-1 0 0,0 0 1 0 0,0 0 0 0 0,0-1 0 0 0,-1 1-1 0 0,1 0 1 0 0,0-1 0 0 0,0 1 0 0 0,0 0 0 0 0,0-1-1 0 0,0 1 1 0 0,0 0 0 0 0,0 0 0 0 0,1-1 0 0 0,10-6 2320 0 0,13 0-1437 0 0,10 2-208 0 0,0 1 1 0 0,46 1-1 0 0,-18 1-383 0 0,14 0 31 0 0,144 16-1 0 0,74 31 356 0 0,-272-41-730 0 0,83 15 100 0 0,0 6 0 0 0,-2 4 0 0 0,143 59 0 0 0,-184-60-75 0 0,-2 2 0 0 0,-1 2 0 0 0,-1 4 0 0 0,-2 1 0 0 0,-2 3 0 0 0,79 76-1 0 0,-117-101-118 0 0,-2 2-1 0 0,0 0 1 0 0,-1 1-1 0 0,-1 0 1 0 0,-1 1-1 0 0,0 0 0 0 0,-1 1 1 0 0,-2 0-1 0 0,0 1 1 0 0,-1 0-1 0 0,0 0 0 0 0,-2 0 1 0 0,-1 1-1 0 0,2 26 1 0 0,-5-29 14 0 0,0 1 0 0 0,-2-1 1 0 0,0 1-1 0 0,-1-1 0 0 0,-1 1 1 0 0,-1-1-1 0 0,-1 0 0 0 0,0-1 0 0 0,-2 1 1 0 0,0-1-1 0 0,-1 0 0 0 0,0-1 1 0 0,-2 0-1 0 0,0 0 0 0 0,-1-1 1 0 0,-15 18-1 0 0,-18 13 515 0 0,-2-1 0 0 0,-54 41 0 0 0,-111 67 426 0 0,156-120-541 0 0,-108 52 0 0 0,-65 8 580 0 0,62-27-32 0 0,-133 66-78 0 0,289-127-1196 0 0,-40 20-44 0 0,46-24-144 0 0,1 1-1 0 0,0-1 1 0 0,0 0 0 0 0,0 1 0 0 0,0 0-1 0 0,-4 5 1 0 0</inkml:trace>
</inkml:ink>
</file>

<file path=ppt/ink/ink2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25.3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124 19 1840 0 0,'-41'-1'810'0'0,"24"0"655"0"0,0 1-1 0 0,-31 6 1453 0 0,57-1-2425 0 0,12 3-254 0 0,20-1 125 0 0,1-1 0 0 0,1-2 0 0 0,-1-2 0 0 0,54-4 0 0 0,9 2-11 0 0,1604-42 4883 0 0,-1660 39-5243 0 0,36-3-86 0 0,1 5 0 0 0,113 11 0 0 0,-178-5-342 0 0,-8 0-3990 0 0</inkml:trace>
</inkml:ink>
</file>

<file path=ppt/ink/ink2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26.2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19 385 7370 0 0,'-2'-5'729'0'0,"-1"1"1"0"0,0-1 0 0 0,1-1 0 0 0,0 1 0 0 0,0 0-1 0 0,1 0 1 0 0,-1-1 0 0 0,0-9 0 0 0,5 15-398 0 0,1 1 1 0 0,-1 0 0 0 0,1 0-1 0 0,-1 0 1 0 0,0 0 0 0 0,0 1-1 0 0,0-1 1 0 0,6 4 0 0 0,21 13 507 0 0,1-2-1 0 0,1-1 1 0 0,60 19 0 0 0,-82-31-721 0 0,0-1 0 0 0,-1 0 0 0 0,1 0-1 0 0,0-1 1 0 0,0 0 0 0 0,0-1 0 0 0,0 0-1 0 0,0-1 1 0 0,0 0 0 0 0,0 0 0 0 0,0-1-1 0 0,0 0 1 0 0,-1-1 0 0 0,1 0 0 0 0,-1-1-1 0 0,1 0 1 0 0,-1 0 0 0 0,10-7-1 0 0,-11 5-65 0 0,-1 0-1 0 0,0-1 0 0 0,0 0 0 0 0,-1 0 0 0 0,0 0 1 0 0,0-1-1 0 0,-1 0 0 0 0,1 0 0 0 0,-2 0 0 0 0,1-1 1 0 0,2-8-1 0 0,6-18 46 0 0,13-57 1 0 0,-2 9-148 0 0,-13 51-258 0 0,1-4-1004 0 0,-3 12-6915 0 0</inkml:trace>
</inkml:ink>
</file>

<file path=ppt/ink/ink2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26.5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23 456 0 0,'4'0'611'0'0,"0"0"0"0"0,-1 0 0 0 0,1-1 0 0 0,-1 0 0 0 0,1 1 0 0 0,0-1 0 0 0,-1 0-1 0 0,1-1 1 0 0,-1 1 0 0 0,0-1 0 0 0,7-3 0 0 0,9-3 2427 0 0,-18 8-2921 0 0,-1 0 1 0 0,1 0-1 0 0,-1 0 0 0 0,1 0 1 0 0,0 0-1 0 0,-1 0 0 0 0,1 0 1 0 0,-1 0-1 0 0,1 1 0 0 0,-1-1 1 0 0,1 0-1 0 0,-1 0 0 0 0,0 1 1 0 0,1-1-1 0 0,-1 0 0 0 0,1 1 1 0 0,-1-1-1 0 0,0 0 0 0 0,1 1 0 0 0,-1-1 1 0 0,0 1-1 0 0,1-1 0 0 0,-1 1 1 0 0,0-1-1 0 0,1 0 0 0 0,-1 1 1 0 0,0-1-1 0 0,0 1 0 0 0,0-1 1 0 0,1 1-1 0 0,-1-1 0 0 0,0 1 1 0 0,0 0-1 0 0,0-1 0 0 0,0 1 1 0 0,0-1-1 0 0,0 1 0 0 0,0-1 1 0 0,0 1-1 0 0,0-1 0 0 0,0 1 1 0 0,-1-1-1 0 0,1 1 0 0 0,0 0 1 0 0,-4 30 1059 0 0,4-28-978 0 0,-30 229 3044 0 0,27-116-5427 0 0,6-81-1830 0 0,7 47 0 0 0,-5-55 1689 0 0,-2-2 1412 0 0</inkml:trace>
</inkml:ink>
</file>

<file path=ppt/ink/ink2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27.4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1832 1 5065 0 0,'-28'2'1374'0'0,"-118"12"2376"0"0,-49 3-770 0 0,-165 2 399 0 0,161-6-2157 0 0,76-7-647 0 0,-36 1-570 0 0,-172 31 0 0 0,278-28-341 0 0,-15 1-1746 0 0,-70 23 0 0 0,106-24 806 0 0</inkml:trace>
</inkml:ink>
</file>

<file path=ppt/ink/ink2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27.8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1978 0 10594 0 0,'-11'4'841'0'0,"0"0"1"0"0,-1-1-1 0 0,1-1 0 0 0,-1 0 0 0 0,-21 1 0 0 0,3 0 524 0 0,-98 15 1038 0 0,-466 53 494 0 0,228-27-2391 0 0,99-10-369 0 0,-194 33-1832 0 0,420-58 445 0 0</inkml:trace>
</inkml:ink>
</file>

<file path=ppt/ink/ink2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28.4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10594 0 0,'0'0'1091'0'0,"20"9"516"0"0,115 69 3134 0 0,52 64-2018 0 0,-169-128-2696 0 0,0 0-1 0 0,1-2 1 0 0,0 0-1 0 0,36 17 1 0 0,-43-24-497 0 0,1-1 0 0 0,0 0 1 0 0,-1 0-1 0 0,1-1 0 0 0,1-1 0 0 0,-1 0 1 0 0,0-1-1 0 0,1-1 0 0 0,17 0 0 0 0,-16-2-5463 0 0</inkml:trace>
</inkml:ink>
</file>

<file path=ppt/ink/ink2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28.6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429 3 10138 0 0,'-1'0'74'0'0,"0"-1"0"0"0,0 1-1 0 0,0 0 1 0 0,0-1 0 0 0,0 1 0 0 0,0 0-1 0 0,0 0 1 0 0,0 0 0 0 0,0 0-1 0 0,0 0 1 0 0,0 0 0 0 0,-1 0 0 0 0,1 0-1 0 0,0 0 1 0 0,0 1 0 0 0,0-1 0 0 0,0 0-1 0 0,0 1 1 0 0,0-1 0 0 0,0 1 0 0 0,0-1-1 0 0,1 1 1 0 0,-1-1 0 0 0,0 1-1 0 0,0-1 1 0 0,-1 2 0 0 0,-25 23 1435 0 0,19-16-1256 0 0,-47 46 1572 0 0,-71 94 1 0 0,79-84-2378 0 0,-54 99 0 0 0,80-123-3455 0 0,5-5-1334 0 0</inkml:trace>
</inkml:ink>
</file>

<file path=ppt/ink/ink2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28.8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71 0 10594 0 0,'0'0'488'0'0,"-3"22"1107"0"0,-3 32 657 0 0,-22 84 0 0 0,7-36-2707 0 0,15-69-1587 0 0,-1 37 1 0 0,7-58 1581 0 0,0-1 0 0 0,1 0 0 0 0,4 19 1 0 0,2-4 321 0 0</inkml:trace>
</inkml:ink>
</file>

<file path=ppt/ink/ink2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29.7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11522 0 0,'13'0'591'0'0,"0"0"0"0"0,0 1 0 0 0,-1 0 0 0 0,1 1 0 0 0,0 0 0 0 0,0 1 0 0 0,-1 1 0 0 0,0 0 0 0 0,0 1 0 0 0,0 0 0 0 0,0 0 0 0 0,-1 2 0 0 0,21 14 0 0 0,0 3-2542 0 0,0-1 0 0 0,1-2 0 0 0,58 28 0 0 0,-76-43-3232 0 0</inkml:trace>
</inkml:ink>
</file>

<file path=ppt/ink/ink2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29.9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291 88 1376 0 0,'-3'-14'-680'0'0,"-6"-28"3746"0"0,8 39-2518 0 0,1 1 1 0 0,-1 0-1 0 0,0 0 1 0 0,0 0-1 0 0,0 0 1 0 0,0 0-1 0 0,0 0 1 0 0,-1 1-1 0 0,1-1 1 0 0,0 0-1 0 0,-1 0 0 0 0,1 1 1 0 0,-1-1-1 0 0,0 1 1 0 0,-2-2-1 0 0,3 3-394 0 0,0 0 0 0 0,0 0 0 0 0,1-1 0 0 0,-1 1 0 0 0,0 0-1 0 0,0 1 1 0 0,0-1 0 0 0,0 0 0 0 0,1 0 0 0 0,-1 0 0 0 0,0 0 0 0 0,0 1-1 0 0,0-1 1 0 0,1 0 0 0 0,-1 1 0 0 0,0-1 0 0 0,0 0 0 0 0,1 1 0 0 0,-1-1-1 0 0,0 1 1 0 0,1-1 0 0 0,-1 1 0 0 0,0 0 0 0 0,1-1 0 0 0,-1 1-1 0 0,1-1 1 0 0,-1 1 0 0 0,0 1 0 0 0,-16 25 1114 0 0,15-23-1036 0 0,-169 299 2141 0 0,161-286-2993 0 0,2 1 0 0 0,0 0-1 0 0,-5 20 1 0 0,8-19-791 0 0</inkml:trace>
</inkml:ink>
</file>

<file path=ppt/ink/ink2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30.2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3225 0 0,'12'2'10706'0'0,"6"17"-6638"0"0,3 20-3664 0 0,-19-34-250 0 0,-1 1 0 0 0,0-1 0 0 0,0 0 0 0 0,0 1 0 0 0,-1-1 0 0 0,1 0 0 0 0,-2 1 1 0 0,1-1-1 0 0,0 1 0 0 0,-1-1 0 0 0,0 0 0 0 0,0 1 0 0 0,-1-1 0 0 0,0 0 0 0 0,-3 9 0 0 0,-7 26 1277 0 0,12-40-1413 0 0,0 0-1 0 0,0 0 1 0 0,-1 0-1 0 0,1 0 0 0 0,0 1 1 0 0,0-1-1 0 0,0 0 1 0 0,0 0-1 0 0,0 0 0 0 0,0 0 1 0 0,0 1-1 0 0,0-1 0 0 0,0 0 1 0 0,0 0-1 0 0,0 0 1 0 0,0 1-1 0 0,0-1 0 0 0,0 0 1 0 0,0 0-1 0 0,1 0 1 0 0,-1 0-1 0 0,0 1 0 0 0,0-1 1 0 0,0 0-1 0 0,0 0 1 0 0,0 0-1 0 0,0 0 0 0 0,0 0 1 0 0,0 1-1 0 0,1-1 0 0 0,-1 0 1 0 0,0 0-1 0 0,0 0 1 0 0,0 0-1 0 0,0 0 0 0 0,0 0 1 0 0,1 0-1 0 0,-1 1 1 0 0,0-1-1 0 0,0 0 0 0 0,0 0 1 0 0,0 0-1 0 0,1 0 1 0 0,-1 0-1 0 0,0 0 0 0 0,0 0 1 0 0,0 0-1 0 0,1 0 0 0 0,-1 0 1 0 0,0 0-1 0 0,0 0 1 0 0,1 0-1 0 0,13-6 325 0 0,13-12-191 0 0,-25 16-178 0 0,19-16-1009 0 0,1 1-1 0 0,33-20 1 0 0,-36 26-6427 0 0</inkml:trace>
</inkml:ink>
</file>

<file path=ppt/ink/ink2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31.2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289 77 7834 0 0,'-2'-1'193'0'0,"0"0"1"0"0,0 0 0 0 0,-1 0-1 0 0,1 0 1 0 0,0 0-1 0 0,0 0 1 0 0,-1 0 0 0 0,1 1-1 0 0,-1-1 1 0 0,1 1 0 0 0,0 0-1 0 0,-1 0 1 0 0,1 0-1 0 0,-1 0 1 0 0,1 0 0 0 0,-1 0-1 0 0,1 1 1 0 0,0-1 0 0 0,-1 1-1 0 0,1-1 1 0 0,0 1 0 0 0,-4 2-1 0 0,-2 0 213 0 0,-1 0-1 0 0,1 1 1 0 0,0 0-1 0 0,-13 10 1 0 0,7-2-265 0 0,1 0 0 0 0,1 1-1 0 0,0 1 1 0 0,0 0 0 0 0,2 0 0 0 0,0 1-1 0 0,0 0 1 0 0,2 1 0 0 0,0 0-1 0 0,1 1 1 0 0,-8 25 0 0 0,3-2-1 0 0,1 0 0 0 0,3 1 0 0 0,-6 77 0 0 0,13-107-75 0 0,1 1 0 0 0,0 0 0 0 0,0 0 0 0 0,1-1 0 0 0,1 1 0 0 0,0-1 0 0 0,0 1 0 0 0,8 20 0 0 0,-7-26-20 0 0,0 0-1 0 0,1 0 0 0 0,-1 0 1 0 0,1-1-1 0 0,1 1 1 0 0,-1-1-1 0 0,1 0 0 0 0,-1 0 1 0 0,1-1-1 0 0,1 1 0 0 0,-1-1 1 0 0,1 0-1 0 0,-1-1 1 0 0,1 1-1 0 0,0-1 0 0 0,10 4 1 0 0,-4-4 22 0 0,0 1 0 0 0,0-1 0 0 0,0-1 0 0 0,1 0 0 0 0,-1-1 0 0 0,1 0 0 0 0,-1-1 0 0 0,1-1 0 0 0,-1 0 0 0 0,1 0 1 0 0,-1-1-1 0 0,0-1 0 0 0,1 0 0 0 0,-1-1 0 0 0,-1 0 0 0 0,15-7 0 0 0,-8 3 78 0 0,0-1 1 0 0,-1-1-1 0 0,0-1 1 0 0,-1 0-1 0 0,0-1 1 0 0,-1-1 0 0 0,0 0-1 0 0,-1-1 1 0 0,20-26-1 0 0,-28 30-66 0 0,0 0 1 0 0,-1 0-1 0 0,0 0 0 0 0,-1-1 1 0 0,0 0-1 0 0,-1 1 0 0 0,0-1 1 0 0,-1-1-1 0 0,0 1 0 0 0,0 0 1 0 0,-2 0-1 0 0,1-1 0 0 0,-1 1 1 0 0,-1 0-1 0 0,0-1 1 0 0,-1 1-1 0 0,0 0 0 0 0,-6-21 1 0 0,1 9 28 0 0,-2 0 1 0 0,0 1 0 0 0,-1 0 0 0 0,-1 0 0 0 0,-1 1-1 0 0,-1 1 1 0 0,-29-36 0 0 0,27 40-164 0 0,0 0 1 0 0,-1 1-1 0 0,0 1 0 0 0,-1 0 1 0 0,-1 1-1 0 0,0 1 0 0 0,-1 1 0 0 0,0 1 1 0 0,-1 0-1 0 0,-36-12 0 0 0,32 18-1700 0 0,8 4-2959 0 0</inkml:trace>
</inkml:ink>
</file>

<file path=ppt/ink/ink2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31.5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 10594 0 0,'-7'1'3809'0'0,"7"-1"-3729"0"0,-5 16 1647 0 0,0 14-421 0 0,3 34-634 0 0,4 0-1 0 0,2-1 1 0 0,17 87 0 0 0,2 14-2170 0 0,-12-106-3492 0 0,-6-42-219 0 0</inkml:trace>
</inkml:ink>
</file>

<file path=ppt/ink/ink2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31.9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0 152 2761 0 0,'0'-8'532'0'0,"0"1"0"0"0,1-1 1 0 0,0 1-1 0 0,0 0 0 0 0,1 0 1 0 0,0 0-1 0 0,0-1 0 0 0,0 2 1 0 0,1-1-1 0 0,0 0 0 0 0,1 0 1 0 0,-1 1-1 0 0,1 0 0 0 0,0 0 1 0 0,1 0-1 0 0,5-6 0 0 0,-8 10-416 0 0,0-1 0 0 0,0 1 0 0 0,0 0 0 0 0,1 0 0 0 0,-1 0 0 0 0,0 0 0 0 0,1 0 0 0 0,0 0 0 0 0,-1 0 0 0 0,1 1 0 0 0,0 0 0 0 0,0-1 0 0 0,0 1 0 0 0,0 0 0 0 0,0 0 0 0 0,0 1 0 0 0,0-1 0 0 0,0 1 0 0 0,1-1 0 0 0,-1 1 0 0 0,0 0-1 0 0,0 0 1 0 0,0 1 0 0 0,0-1 0 0 0,1 1 0 0 0,-1-1 0 0 0,0 1 0 0 0,0 0 0 0 0,0 0 0 0 0,0 0 0 0 0,-1 1 0 0 0,1-1 0 0 0,0 1 0 0 0,0-1 0 0 0,-1 1 0 0 0,1 0 0 0 0,-1 0 0 0 0,1 0 0 0 0,2 3 0 0 0,-2 0-112 0 0,1-1 0 0 0,-1 1 1 0 0,0 0-1 0 0,0 0 0 0 0,0 0 1 0 0,-1 0-1 0 0,0 1 0 0 0,0-1 1 0 0,0 1-1 0 0,0-1 0 0 0,-1 1 0 0 0,0 0 1 0 0,0-1-1 0 0,-1 1 0 0 0,0 0 1 0 0,0 0-1 0 0,0-1 0 0 0,0 1 1 0 0,-1 0-1 0 0,-2 8 0 0 0,-3 13 271 0 0,-2-1-1 0 0,0-1 1 0 0,-13 27-1 0 0,12-32 165 0 0,-24 39 1448 0 0,26-48-1172 0 0,0 1 0 0 0,0 0 0 0 0,-7 19 1 0 0,14-30-701 0 0,0 0 0 0 0,0-1 0 0 0,0 1 0 0 0,0-1 0 0 0,0 1 0 0 0,0 0 0 0 0,0-1 0 0 0,0 1 0 0 0,1-1 0 0 0,-1 1 0 0 0,0-1 0 0 0,0 1 0 0 0,1-1 0 0 0,-1 1 0 0 0,0-1 0 0 0,1 1 0 0 0,-1-1 0 0 0,0 1 1 0 0,1-1-1 0 0,-1 1 0 0 0,1-1 0 0 0,-1 1 0 0 0,1-1 0 0 0,-1 0 0 0 0,1 1 0 0 0,-1-1 0 0 0,1 0 0 0 0,-1 0 0 0 0,1 1 0 0 0,-1-1 0 0 0,1 0 0 0 0,-1 0 0 0 0,1 0 0 0 0,0 0 0 0 0,-1 0 0 0 0,1 1 0 0 0,-1-1 1 0 0,1 0-1 0 0,0 0 0 0 0,-1-1 0 0 0,1 1 0 0 0,-1 0 0 0 0,2 0 0 0 0,28-1 131 0 0,-2-4-450 0 0,-1-2 1 0 0,0 0 0 0 0,34-15 0 0 0,-29 10-1522 0 0,-8 4-5630 0 0</inkml:trace>
</inkml:ink>
</file>

<file path=ppt/ink/ink2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34.0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549 50 3225 0 0,'-242'12'2262'0'0,"135"-4"-1276"0"0,77-4-781 0 0,0 1 0 0 0,-56 16 0 0 0,33-6 1159 0 0,88-11 2416 0 0,-2 0-3501 0 0,65-3-755 0 0,167-18 1 0 0,314-11 676 0 0,-479 27 74 0 0,689-31 1493 0 0,283-2-1081 0 0,1464 32 540 0 0,-2204-1-1206 0 0,2244-3 1449 0 0,-1274 44-689 0 0,-24 1-327 0 0,-744-33-258 0 0,1072 20 105 0 0,-1445-24-628 0 0,-10-1-5290 0 0,-88 1 22 0 0</inkml:trace>
</inkml:ink>
</file>

<file path=ppt/ink/ink2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35.2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84 312 4145 0 0,'-83'0'3809'0'0,"775"-34"-3425"0"0,164 8 320 0 0,1714-82 1208 0 0,-417 20-641 0 0,2 55 1940 0 0,-1697 28-2925 0 0,70-1 63 0 0,1635-5 2767 0 0,-1881 13-3128 0 0,396 7-1018 0 0,-227 9-7309 0 0,-388-14 4094 0 0</inkml:trace>
</inkml:ink>
</file>

<file path=ppt/ink/ink2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36.1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44 256 6449 0 0,'-6'-5'-475'0'0,"1"2"831"0"0,0-1-1 0 0,0 0 1 0 0,0 0-1 0 0,0 0 0 0 0,-3-6 1 0 0,7 9-259 0 0,1 1 0 0 0,-1-1-1 0 0,1 0 1 0 0,-1 1 0 0 0,1-1 0 0 0,0 0 0 0 0,0 1 0 0 0,-1-1-1 0 0,1 0 1 0 0,0 1 0 0 0,0-1 0 0 0,0 0 0 0 0,0 1 0 0 0,0-1 0 0 0,0 0-1 0 0,0 0 1 0 0,0 1 0 0 0,0-1 0 0 0,0 0 0 0 0,0-1 0 0 0,1 1-24 0 0,0 0 0 0 0,-1 0 0 0 0,1 0 0 0 0,0 0 0 0 0,0 1 0 0 0,0-1 1 0 0,-1 0-1 0 0,1 0 0 0 0,0 1 0 0 0,0-1 0 0 0,0 0 0 0 0,0 1 0 0 0,0-1 1 0 0,1 1-1 0 0,-1 0 0 0 0,0-1 0 0 0,2 0 0 0 0,30-6 3 0 0,0 0-1 0 0,1 2 0 0 0,52-1 1 0 0,-14 0-321 0 0,252-6-462 0 0,-79 5 542 0 0,173-4 397 0 0,-189 8 96 0 0,636 2 891 0 0,-142 2-709 0 0,-242-7-296 0 0,959-18 104 0 0,1262-16 3183 0 0,-1522 20-2536 0 0,-172 2-170 0 0,-398 9-515 0 0,486-3 232 0 0,-549 17-3058 0 0,0 12-3686 0 0,-452-12 1591 0 0</inkml:trace>
</inkml:ink>
</file>

<file path=ppt/ink/ink2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37.1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72 317 10594 0 0,'-14'1'748'0'0,"8"-1"-724"0"0,0 0-1 0 0,-1 0 0 0 0,1 1 1 0 0,0 0-1 0 0,0 0 0 0 0,0 1 1 0 0,-9 3-1 0 0,72-12 1854 0 0,22-8-2183 0 0,113-7 0 0 0,83 11-444 0 0,-124 6 603 0 0,390-3 494 0 0,-42 1 832 0 0,782-34 137 0 0,-686 22-1045 0 0,134-6 125 0 0,1267-50 530 0 0,-798 33-927 0 0,1847-8 3218 0 0,-1805 75-994 0 0,-625-9-2984 0 0,-2-7-5653 0 0,-505-8 124 0 0</inkml:trace>
</inkml:ink>
</file>

<file path=ppt/ink/ink2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38.5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 10138 0 0,'0'-1'38'0'0,"0"0"0"0"0,1 1 0 0 0,-1-1 0 0 0,0 1 0 0 0,0-1-1 0 0,1 0 1 0 0,-1 1 0 0 0,0-1 0 0 0,1 1 0 0 0,-1-1 0 0 0,1 1 0 0 0,-1-1-1 0 0,1 1 1 0 0,-1-1 0 0 0,1 1 0 0 0,-1 0 0 0 0,1-1 0 0 0,-1 1 0 0 0,1 0 0 0 0,-1-1-1 0 0,1 1 1 0 0,-1 0 0 0 0,1 0 0 0 0,0-1 0 0 0,-1 1 0 0 0,1 0 0 0 0,0 0-1 0 0,-1 0 1 0 0,1 0 0 0 0,0 0 0 0 0,0 0 0 0 0,1 1 17 0 0,-1-1 0 0 0,0 1 0 0 0,0 0 0 0 0,0 0 0 0 0,0-1 0 0 0,1 1 0 0 0,-1 0 0 0 0,0 0-1 0 0,-1 0 1 0 0,1 0 0 0 0,0 1 0 0 0,0-1 0 0 0,1 2 0 0 0,2 4 136 0 0,-1 0-1 0 0,0 0 1 0 0,0 0 0 0 0,3 12-1 0 0,8 81 828 0 0,3 119-1 0 0,-13-134-863 0 0,24 1090 901 0 0,-17-368-1040 0 0,38 680 1474 0 0,21-275 735 0 0,-8-185-959 0 0,-47-700-750 0 0,32 625 207 0 0,29-2-228 0 0,23 825 466 0 0,-99-1671-1087 0 0,9 349-2144 0 0,-4-402-5504 0 0</inkml:trace>
</inkml:ink>
</file>

<file path=ppt/ink/ink2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39.2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 4145 0 0,'1'-26'3250'0'0,"8"37"-1752"0"0,-2-1-1110 0 0,0 1 0 0 0,-1 0 1 0 0,-1 0-1 0 0,0 1 0 0 0,-1 0 1 0 0,0 0-1 0 0,3 15 0 0 0,10 92 1273 0 0,-15-102-1378 0 0,32 320 2560 0 0,19 158-338 0 0,158 1215-695 0 0,63 439-1746 0 0,-66-292 1024 0 0,-95 186-224 0 0,-125-1524-1479 0 0,-1-33-66 0 0,14-430 127 0 0,9 57-1 0 0,-3-72-89 0 0</inkml:trace>
</inkml:ink>
</file>

<file path=ppt/ink/ink2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39.8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11522 0 0,'0'0'329'0'0,"4"4"-187"0"0,0-1-1 0 0,0 1 1 0 0,-1 0 0 0 0,1 1-1 0 0,-1-1 1 0 0,5 8 0 0 0,1 12 112 0 0,0 1-1 0 0,-1 0 1 0 0,-1 0 0 0 0,6 48 0 0 0,0 109 572 0 0,-12-163-750 0 0,13 417 336 0 0,32 445 537 0 0,51-87 1048 0 0,33 377-30 0 0,-60 367-646 0 0,-8-127-736 0 0,-50-1220-468 0 0,54 877 464 0 0,-39 2-87 0 0,-43-544-471 0 0,1 95-430 0 0,16-549-527 0 0,3 0 1 0 0,16 84-1 0 0,-8-100-6395 0 0</inkml:trace>
</inkml:ink>
</file>

<file path=ppt/ink/ink2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40.5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0 16131 0 0,'-3'1'130'0'0,"1"0"-1"0"0,-1 0 0 0 0,1 1 1 0 0,-1-1-1 0 0,1 0 0 0 0,0 1 1 0 0,0 0-1 0 0,0-1 0 0 0,0 1 1 0 0,0 0-1 0 0,0 0 0 0 0,0 0 0 0 0,-2 4 1 0 0,3-3-79 0 0,1 0 0 0 0,-1 0 0 0 0,1 1 0 0 0,0-1-1 0 0,-1 0 1 0 0,2 0 0 0 0,-1 0 0 0 0,0 0 0 0 0,1 1 0 0 0,-1-1 0 0 0,1 0 0 0 0,1 3 0 0 0,126 776 724 0 0,-35-168-22 0 0,211 1150 680 0 0,-169-832-770 0 0,104 700-110 0 0,41 1078 408 0 0,-266-2304-954 0 0,8 133-2226 0 0,-15-453-5516 0 0</inkml:trace>
</inkml:ink>
</file>

<file path=ppt/ink/ink2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42.2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8754 0 0,'3'4'5173'0'0,"10"12"-3306"0"0,21 19-579 0 0,54 41 813 0 0,-20-18-1190 0 0,74 80-1 0 0,-12 24-624 0 0,32 34-2157 0 0,-131-166 139 0 0,-7-13-3338 0 0,-6-8-377 0 0</inkml:trace>
</inkml:ink>
</file>

<file path=ppt/ink/ink2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42.5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592 12 9674 0 0,'0'-1'118'0'0,"-1"0"-1"0"0,1 1 1 0 0,-1-1 0 0 0,1 0-1 0 0,-1 0 1 0 0,0 1 0 0 0,1-1-1 0 0,-1 0 1 0 0,0 1-1 0 0,1-1 1 0 0,-1 1 0 0 0,0-1-1 0 0,0 1 1 0 0,0-1 0 0 0,1 1-1 0 0,-1 0 1 0 0,0-1 0 0 0,0 1-1 0 0,0 0 1 0 0,0-1 0 0 0,0 1-1 0 0,0 0 1 0 0,0 0-1 0 0,0 0 1 0 0,0 0 0 0 0,1 0-1 0 0,-3 1 1 0 0,-20 17 3543 0 0,20-15-3589 0 0,-111 118 4181 0 0,-49 69-3911 0 0,158-184-297 0 0,-47 55-475 0 0,3 2 1 0 0,3 2 0 0 0,-49 92 0 0 0,80-118-2885 0 0,11-25-2754 0 0</inkml:trace>
</inkml:ink>
</file>

<file path=ppt/ink/ink2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42.7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0 2761 0 0,'5'9'11083'0'0,"-5"12"-7623"0"0,-5 18-1975 0 0,-15 72 1234 0 0,-6 51-1585 0 0,24-136-2086 0 0,1 0 0 0 0,0 0 1 0 0,2 0-1 0 0,6 32 1 0 0,-2-32-5651 0 0</inkml:trace>
</inkml:ink>
</file>

<file path=ppt/ink/ink2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43.1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9218 0 0,'40'12'2583'0'0,"-21"-4"-1883"0"0,-1 1 0 0 0,1 1 0 0 0,-2 1 1 0 0,0 0-1 0 0,0 2 0 0 0,18 16 0 0 0,3 7-925 0 0,41 51-1 0 0,-58-62-5623 0 0</inkml:trace>
</inkml:ink>
</file>

<file path=ppt/ink/ink2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43.4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400 0 8754 0 0,'-7'3'431'0'0,"0"0"-1"0"0,1 0 1 0 0,0 0 0 0 0,0 1 0 0 0,0 0-1 0 0,0 0 1 0 0,0 0 0 0 0,1 1-1 0 0,0 0 1 0 0,0 0 0 0 0,0 0 0 0 0,-4 7-1 0 0,-8 6 94 0 0,-28 30 1633 0 0,-67 90 0 0 0,76-86-2273 0 0,-53 104 1 0 0,77-128-1521 0 0,3-4-4646 0 0</inkml:trace>
</inkml:ink>
</file>

<file path=ppt/ink/ink2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43.7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43 6913 0 0,'7'-5'633'0'0,"1"0"0"0"0,0 0 0 0 0,0 1 0 0 0,1 0-1 0 0,-1 0 1 0 0,1 1 0 0 0,-1 0 0 0 0,1 0-1 0 0,0 1 1 0 0,0 0 0 0 0,1 1 0 0 0,-1 0-1 0 0,17 1 1 0 0,-22 0-510 0 0,0 0 1 0 0,0 1-1 0 0,0 0 0 0 0,0 0 0 0 0,0 0 1 0 0,0 0-1 0 0,-1 1 0 0 0,1-1 1 0 0,0 1-1 0 0,-1 0 0 0 0,1 0 0 0 0,-1 1 1 0 0,1-1-1 0 0,-1 0 0 0 0,0 1 0 0 0,0 0 1 0 0,0 0-1 0 0,-1 0 0 0 0,1 0 0 0 0,-1 0 1 0 0,0 1-1 0 0,1-1 0 0 0,-2 1 0 0 0,1-1 1 0 0,0 1-1 0 0,-1 0 0 0 0,1 0 0 0 0,-1 0 1 0 0,0 0-1 0 0,0 0 0 0 0,-1 0 0 0 0,1 0 1 0 0,-1 6-1 0 0,0 1 7 0 0,-1 1 0 0 0,0 0 0 0 0,-1 0 0 0 0,0-1 0 0 0,0 1 0 0 0,-1-1 0 0 0,-1 0 0 0 0,0 0 0 0 0,-1 0 0 0 0,-11 20 1 0 0,6-13 330 0 0,2 2 0 0 0,-8 22 0 0 0,16-42-450 0 0,0 0 0 0 0,0 1 1 0 0,0-1-1 0 0,-1 0 0 0 0,1 0 0 0 0,0 0 0 0 0,0 1 1 0 0,0-1-1 0 0,0 0 0 0 0,0 0 0 0 0,0 1 1 0 0,0-1-1 0 0,0 0 0 0 0,0 0 0 0 0,0 0 1 0 0,0 1-1 0 0,0-1 0 0 0,0 0 0 0 0,0 0 0 0 0,0 1 1 0 0,0-1-1 0 0,0 0 0 0 0,1 0 0 0 0,-1 0 1 0 0,0 1-1 0 0,0-1 0 0 0,0 0 0 0 0,0 0 1 0 0,0 0-1 0 0,0 0 0 0 0,0 1 0 0 0,1-1 0 0 0,-1 0 1 0 0,0 0-1 0 0,0 0 0 0 0,0 0 0 0 0,1 0 1 0 0,-1 1-1 0 0,0-1 0 0 0,0 0 0 0 0,0 0 1 0 0,1 0-1 0 0,11-3 179 0 0,14-10-220 0 0,-25 12 26 0 0,138-85-2973 0 0,-109 70-4411 0 0</inkml:trace>
</inkml:ink>
</file>

<file path=ppt/ink/ink2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44.4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22 8754 0 0,'16'7'7207'0'0,"-15"-6"-6930"0"0,15 18 278 0 0,-1 1-1 0 0,0 1 1 0 0,-2 0 0 0 0,14 28-1 0 0,-11-20-81 0 0,0-1-1 0 0,30 38 1 0 0,-39-58-343 0 0,-1-1 1 0 0,1 0-1 0 0,0 0 1 0 0,1-1-1 0 0,0 0 1 0 0,0 0-1 0 0,0-1 0 0 0,0 0 1 0 0,1 0-1 0 0,0-1 1 0 0,0 0-1 0 0,14 4 1 0 0,-19-7-88 0 0,0 0 0 0 0,0-1 0 0 0,0 1 0 0 0,1-1 0 0 0,-1 0 0 0 0,0 0 0 0 0,0 0 0 0 0,0-1 0 0 0,0 1 0 0 0,0-1 0 0 0,0 0 0 0 0,0 0 0 0 0,0-1 0 0 0,5-1 0 0 0,-3-1 24 0 0,1 0 0 0 0,0 0 0 0 0,-1-1 0 0 0,0 0-1 0 0,0 0 1 0 0,0 0 0 0 0,5-7 0 0 0,2-4 17 0 0,0-1 1 0 0,-1-1 0 0 0,-1 0-1 0 0,14-33 1 0 0,-9 16-380 0 0,18-63 0 0 0,-22 40-4196 0 0</inkml:trace>
</inkml:ink>
</file>

<file path=ppt/ink/ink2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44.6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1 6913 0 0,'-5'10'1184'0'0,"1"1"-1"0"0,1 0 0 0 0,-1 0 0 0 0,1 1 0 0 0,1-1 0 0 0,0 0 0 0 0,0 21 0 0 0,7 84 4012 0 0,0-27-4587 0 0,-2-11-3842 0 0,-1-60-3686 0 0</inkml:trace>
</inkml:ink>
</file>

<file path=ppt/ink/ink2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56.3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352 257 9674 0 0,'-4'-5'316'0'0,"0"0"-1"0"0,-1 1 0 0 0,0 0 1 0 0,0 0-1 0 0,0 0 1 0 0,-1 1-1 0 0,1 0 1 0 0,-1-1-1 0 0,0 2 1 0 0,0-1-1 0 0,0 1 1 0 0,0 0-1 0 0,0 0 1 0 0,-11-1-1 0 0,8 2 21 0 0,0-1 0 0 0,0 2 0 0 0,0-1 0 0 0,0 1 0 0 0,-1 1 0 0 0,1-1-1 0 0,0 2 1 0 0,0-1 0 0 0,-14 5 0 0 0,14-2-259 0 0,0 1 0 0 0,1 0 0 0 0,-1 0 0 0 0,1 0 1 0 0,0 1-1 0 0,0 1 0 0 0,1-1 0 0 0,0 1 0 0 0,0 1 0 0 0,1-1 0 0 0,0 1 0 0 0,0 0 0 0 0,1 0 0 0 0,0 1 0 0 0,0 0 1 0 0,1 0-1 0 0,0 0 0 0 0,-5 19 0 0 0,2-6 66 0 0,2 0-1 0 0,1 1 1 0 0,0 0 0 0 0,2 0 0 0 0,0-1 0 0 0,2 1 0 0 0,2 27-1 0 0,0-32-168 0 0,1 0 0 0 0,0 0 0 0 0,2 0 0 0 0,0 0 1 0 0,1-1-1 0 0,0 1 0 0 0,2-2 0 0 0,18 33 0 0 0,-19-38 3 0 0,1-1 0 0 0,0 1 0 0 0,1-1 0 0 0,1-1 0 0 0,-1 0 1 0 0,1 0-1 0 0,1-1 0 0 0,0 0 0 0 0,0 0 0 0 0,0-2 0 0 0,1 1 1 0 0,0-1-1 0 0,14 4 0 0 0,-11-5-97 0 0,1-1-1 0 0,0 0 1 0 0,0-2-1 0 0,1 0 1 0 0,-1 0 0 0 0,1-1-1 0 0,-1-2 1 0 0,0 1-1 0 0,1-2 1 0 0,-1 0 0 0 0,0-1-1 0 0,0 0 1 0 0,0-2-1 0 0,0 0 1 0 0,-1 0 0 0 0,0-2-1 0 0,15-7 1 0 0,-20 8 139 0 0,0 0 0 0 0,0-1 0 0 0,0 0 0 0 0,0 0-1 0 0,-1-1 1 0 0,-1 0 0 0 0,1 0 0 0 0,-1-1 0 0 0,-1 0 0 0 0,0-1 0 0 0,0 0 0 0 0,-1 0 0 0 0,0 0 0 0 0,0-1 0 0 0,-2 0 0 0 0,1 0 0 0 0,-1 0 0 0 0,-1 0 0 0 0,0-1 0 0 0,0 0-1 0 0,-1 1 1 0 0,-1-1 0 0 0,0 0 0 0 0,-1-12 0 0 0,-2-4 361 0 0,-1 1-1 0 0,-2-1 0 0 0,-1 1 1 0 0,-15-44-1 0 0,-50-101 718 0 0,64 155-1059 0 0,-6-12 33 0 0,-1 1 1 0 0,-2 0 0 0 0,-19-26 0 0 0,29 45-317 0 0,0 1 0 0 0,-1 0 0 0 0,0 1 1 0 0,0-1-1 0 0,-1 1 0 0 0,0 1 0 0 0,0 0 0 0 0,-1 0 0 0 0,1 0 0 0 0,-1 1 0 0 0,-1 0 1 0 0,1 1-1 0 0,-13-4 0 0 0,-2 4-4300 0 0,0 5-1268 0 0</inkml:trace>
</inkml:ink>
</file>

<file path=ppt/ink/ink2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56.8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111 45 10594 0 0,'-1'0'60'0'0,"0"0"0"0"0,1 0 0 0 0,-1-1 1 0 0,1 1-1 0 0,-1 0 0 0 0,1 0 0 0 0,-1 0 0 0 0,0 0 0 0 0,1 0 0 0 0,-1-1 0 0 0,1 1 0 0 0,-1 0 0 0 0,0 1 0 0 0,1-1 0 0 0,-1 0 1 0 0,1 0-1 0 0,-1 0 0 0 0,0 0 0 0 0,1 0 0 0 0,-1 0 0 0 0,1 1 0 0 0,-1-1 0 0 0,1 0 0 0 0,-1 1 0 0 0,1-1 0 0 0,-1 0 0 0 0,1 1 0 0 0,-1-1 1 0 0,1 0-1 0 0,-1 1 0 0 0,1-1 0 0 0,0 1 0 0 0,-1-1 0 0 0,1 1 0 0 0,-1-1 0 0 0,1 1 0 0 0,0-1 0 0 0,0 1 0 0 0,-1-1 0 0 0,1 1 0 0 0,0 0 1 0 0,0-1-1 0 0,0 1 0 0 0,-14 37 1385 0 0,10-24-795 0 0,-12 27 21 0 0,2 1 1 0 0,2 1 0 0 0,2 0 0 0 0,-8 66 0 0 0,17-91-612 0 0,0 0 0 0 0,2 1 0 0 0,0-1 0 0 0,1 0 0 0 0,1 1 0 0 0,0-1 0 0 0,1 0 0 0 0,1-1 0 0 0,1 1 0 0 0,1-1 0 0 0,0 0 0 0 0,1 0 0 0 0,16 23 0 0 0,-17-29-26 0 0,0-1-1 0 0,1 0 1 0 0,0 0-1 0 0,1-1 1 0 0,0 0-1 0 0,1 0 1 0 0,-1-1-1 0 0,2 0 1 0 0,-1-1-1 0 0,1 0 1 0 0,0 0-1 0 0,0-1 1 0 0,1-1-1 0 0,0 0 1 0 0,0-1-1 0 0,0 0 1 0 0,1-1-1 0 0,-1 0 1 0 0,1-1-1 0 0,0 0 1 0 0,-1-1-1 0 0,1 0 1 0 0,0-1-1 0 0,0-1 1 0 0,0 0-1 0 0,-1-1 1 0 0,1 0-1 0 0,-1-1 1 0 0,1 0-1 0 0,-1-1 1 0 0,19-9-1 0 0,-21 8-1 0 0,0 0 0 0 0,0 0-1 0 0,0-2 1 0 0,-1 1-1 0 0,0-1 1 0 0,0 0 0 0 0,-1-1-1 0 0,0 0 1 0 0,0 0-1 0 0,-1-1 1 0 0,0 0-1 0 0,-1 0 1 0 0,11-20 0 0 0,-11 15 43 0 0,-1 0 0 0 0,0 0 0 0 0,-1-1 0 0 0,-1 1 0 0 0,0-1 0 0 0,0 0 0 0 0,-2 0 0 0 0,0 0 1 0 0,-2-24-1 0 0,-1 11 5 0 0,-2 0 1 0 0,-1 1 0 0 0,-2 0-1 0 0,0 0 1 0 0,-2 0 0 0 0,-1 1-1 0 0,-1 0 1 0 0,-1 1 0 0 0,-1 0-1 0 0,-31-43 1 0 0,35 56-159 0 0,0 0 1 0 0,-1 1 0 0 0,0 1-1 0 0,-1 0 1 0 0,0 0-1 0 0,0 1 1 0 0,-1 0-1 0 0,0 1 1 0 0,-1 0 0 0 0,1 1-1 0 0,-2 1 1 0 0,1 0-1 0 0,-1 1 1 0 0,0 0 0 0 0,0 1-1 0 0,0 1 1 0 0,0 0-1 0 0,-20-1 1 0 0,-14 4-1109 0 0</inkml:trace>
</inkml:ink>
</file>

<file path=ppt/ink/ink2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57.4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212 249 9674 0 0,'-4'0'272'0'0,"0"0"0"0"0,0 0 0 0 0,0 1 0 0 0,0-1-1 0 0,0 1 1 0 0,0 0 0 0 0,0 0 0 0 0,0 0 0 0 0,1 0 0 0 0,-1 1 0 0 0,0-1-1 0 0,-4 4 1 0 0,-42 27 1507 0 0,40-24-1595 0 0,1 1 1 0 0,0 0-1 0 0,1 0 0 0 0,0 1 1 0 0,0 0-1 0 0,1 0 0 0 0,1 1 0 0 0,-1 0 1 0 0,2 0-1 0 0,0 1 0 0 0,0-1 0 0 0,1 1 1 0 0,0 0-1 0 0,1 0 0 0 0,0 0 0 0 0,1 1 1 0 0,0 21-1 0 0,0-8-52 0 0,2 0 0 0 0,2 0 0 0 0,0 0 0 0 0,1 0 0 0 0,2 0 0 0 0,0-1 0 0 0,15 40 0 0 0,-15-54-158 0 0,-1 0 0 0 0,1-1 0 0 0,1 0 0 0 0,0 0 0 0 0,0-1 0 0 0,1 1 0 0 0,0-1 0 0 0,1-1 1 0 0,0 1-1 0 0,0-1 0 0 0,1-1 0 0 0,0 1 0 0 0,0-2 0 0 0,1 1 0 0 0,-1-1 0 0 0,1-1 0 0 0,1 0 0 0 0,-1 0 0 0 0,1-1 0 0 0,0 0 0 0 0,0-1 0 0 0,0 0 0 0 0,1-1 0 0 0,-1 0 0 0 0,0-1 0 0 0,1 0 0 0 0,-1-1 0 0 0,1 0 0 0 0,-1-1 0 0 0,1 0 0 0 0,-1-1 0 0 0,0 0 1 0 0,1-1-1 0 0,-1 0 0 0 0,0-1 0 0 0,-1 0 0 0 0,1 0 0 0 0,-1-2 0 0 0,0 1 0 0 0,0-1 0 0 0,0 0 0 0 0,14-13 0 0 0,-9 5 65 0 0,-1 0 0 0 0,-1 0 0 0 0,0-1 0 0 0,0-1-1 0 0,-2 0 1 0 0,0-1 0 0 0,-1 0 0 0 0,-1-1 0 0 0,0 0 0 0 0,-1 0 0 0 0,-1 0 0 0 0,-1-1 0 0 0,-1-1 0 0 0,0 1 0 0 0,-1-1 0 0 0,-2 1-1 0 0,0-1 1 0 0,-1 0 0 0 0,0 0 0 0 0,-2 0 0 0 0,-6-34 0 0 0,-2 2 304 0 0,-29-89 0 0 0,28 112-264 0 0,-2 1-1 0 0,0 0 1 0 0,-2 0 0 0 0,-24-34 0 0 0,33 55-25 0 0,0 0 1 0 0,-1 0-1 0 0,0 1 0 0 0,0 0 0 0 0,0 0 0 0 0,-1 1 1 0 0,-7-5-1 0 0,10 7-229 0 0,0 1 1 0 0,-1 0 0 0 0,1 0-1 0 0,0 0 1 0 0,-1 1 0 0 0,-4-2 0 0 0,5 3-366 0 0,1-1 0 0 0,-1 1 0 0 0,1 0 0 0 0,0 0 0 0 0,-1 0 0 0 0,1 0 0 0 0,-1 1 0 0 0,1-1 0 0 0,-4 2 0 0 0,-14 7-5484 0 0</inkml:trace>
</inkml:ink>
</file>

<file path=ppt/ink/ink2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57.8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71 0 11522 0 0,'-2'1'160'0'0,"0"0"0"0"0,0 0 0 0 0,0 1 0 0 0,0-1 0 0 0,0 0-1 0 0,0 0 1 0 0,0 1 0 0 0,1-1 0 0 0,-1 1 0 0 0,1 0-1 0 0,-1-1 1 0 0,1 1 0 0 0,0 0 0 0 0,-1 0 0 0 0,1 0 0 0 0,0 0-1 0 0,0 0 1 0 0,0 0 0 0 0,1 0 0 0 0,-1 0 0 0 0,0 1 0 0 0,1-1-1 0 0,0 0 1 0 0,-1 0 0 0 0,1 4 0 0 0,-1 0 75 0 0,-13 65 1276 0 0,4-1 0 0 0,-2 113 0 0 0,25 143-4172 0 0,-7-269-3802 0 0</inkml:trace>
</inkml:ink>
</file>

<file path=ppt/ink/ink2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58.3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0 11522 0 0,'-3'4'5600'0'0,"0"21"-3104"0"0,9 40-990 0 0,18 87 1 0 0,30 60-5395 0 0,-37-160-2972 0 0</inkml:trace>
</inkml:ink>
</file>

<file path=ppt/ink/ink2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58.8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159 239 8290 0 0,'-9'-1'670'0'0,"-1"0"0"0"0,1 1 0 0 0,0 0 0 0 0,-1 1 1 0 0,1 0-1 0 0,-18 4 0 0 0,25-4-547 0 0,-1 0 0 0 0,1-1 0 0 0,0 1 0 0 0,0 0 1 0 0,-1 0-1 0 0,1 1 0 0 0,0-1 0 0 0,0 0 0 0 0,0 1 0 0 0,1-1 0 0 0,-1 1 0 0 0,0 0 0 0 0,1-1 1 0 0,-1 1-1 0 0,1 0 0 0 0,-1 0 0 0 0,1 0 0 0 0,0 0 0 0 0,0 0 0 0 0,0 1 0 0 0,0-1 0 0 0,0 0 1 0 0,0 0-1 0 0,0 1 0 0 0,1-1 0 0 0,0 0 0 0 0,-1 1 0 0 0,1-1 0 0 0,0 1 0 0 0,0-1 0 0 0,0 0 1 0 0,1 5-1 0 0,1 5-36 0 0,0 0 0 0 0,1 0 0 0 0,0 0 0 0 0,1 0 0 0 0,1 0 0 0 0,0-1 1 0 0,0 0-1 0 0,1 0 0 0 0,0 0 0 0 0,1-1 0 0 0,1 0 0 0 0,-1 0 0 0 0,2-1 1 0 0,-1 0-1 0 0,1 0 0 0 0,0-1 0 0 0,1 0 0 0 0,17 10 0 0 0,-20-13-56 0 0,1 0 0 0 0,0-1-1 0 0,1 0 1 0 0,-1 0-1 0 0,1-1 1 0 0,-1 0 0 0 0,1-1-1 0 0,0 0 1 0 0,0 0 0 0 0,0-1-1 0 0,0 0 1 0 0,1-1 0 0 0,-1 0-1 0 0,0 0 1 0 0,0-1 0 0 0,0 0-1 0 0,0 0 1 0 0,0-1 0 0 0,0-1-1 0 0,0 1 1 0 0,-1-1 0 0 0,1-1-1 0 0,-1 0 1 0 0,0 0 0 0 0,12-8-1 0 0,-14 8-11 0 0,0 1 0 0 0,-1-2 0 0 0,0 1 0 0 0,0 0 0 0 0,0-1 1 0 0,0 0-1 0 0,-1 0 0 0 0,0 0 0 0 0,0-1 0 0 0,0 1 0 0 0,-1-1 0 0 0,0 0 0 0 0,0 0 0 0 0,0 0 0 0 0,-1-1 0 0 0,1 1 0 0 0,-2-1 0 0 0,1 1 0 0 0,-1-1 0 0 0,0 1 1 0 0,0-1-1 0 0,-1 0 0 0 0,0 0 0 0 0,0 1 0 0 0,0-1 0 0 0,-1 0 0 0 0,0 1 0 0 0,-1-1 0 0 0,1 0 0 0 0,-1 1 0 0 0,-1 0 0 0 0,1-1 0 0 0,-5-8 0 0 0,-5-5 88 0 0,0 0-1 0 0,-1 0 0 0 0,0 2 1 0 0,-2-1-1 0 0,0 2 0 0 0,-1 0 0 0 0,-1 1 1 0 0,-33-25-1 0 0,28 25-233 0 0,-2 0-1 0 0,0 2 1 0 0,0 1-1 0 0,-1 1 1 0 0,-1 1-1 0 0,0 1 1 0 0,-27-6 0 0 0,15 9-743 0 0,-1 6-210 0 0</inkml:trace>
</inkml:ink>
</file>

<file path=ppt/ink/ink2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59.2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 12443 0 0,'-5'-1'6372'0'0,"31"204"-2796"0"0,46 402-4353 0 0,-65-539-4472 0 0,1-2-1786 0 0</inkml:trace>
</inkml:ink>
</file>

<file path=ppt/ink/ink2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59.6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14283 0 0,'4'0'314'0'0,"0"0"1"0"0,-1 0-1 0 0,1 1 1 0 0,-1-1-1 0 0,1 1 1 0 0,-1 0-1 0 0,1 0 0 0 0,-1 0 1 0 0,0 1-1 0 0,1-1 1 0 0,-1 1-1 0 0,0 0 0 0 0,0 0 1 0 0,0 0-1 0 0,0 0 1 0 0,5 5-1 0 0,-4-2-60 0 0,0 0 0 0 0,0 1 1 0 0,-1-1-1 0 0,1 1 0 0 0,-1-1 0 0 0,0 1 0 0 0,-1 0 0 0 0,4 11 1 0 0,0 7-84 0 0,-2 0 1 0 0,0 0 0 0 0,0 44 0 0 0,-4-65-153 0 0,2 29-120 0 0,-2 0-199 0 0,1-1 0 0 0,2 1-1 0 0,1-1 1 0 0,2 0 0 0 0,10 35 0 0 0,-3-31-7145 0 0</inkml:trace>
</inkml:ink>
</file>

<file path=ppt/ink/ink2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5:31.8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35 512 920 0 0,'-4'-7'401'0'0,"0"1"-1"0"0,1-1 1 0 0,-1 1-1 0 0,1-1 0 0 0,1 0 1 0 0,-1-1-1 0 0,-2-12 1 0 0,4 14-225 0 0,-1-6 223 0 0,0 0 1 0 0,1 0 0 0 0,1 0-1 0 0,0 0 1 0 0,0 1-1 0 0,1-1 1 0 0,1 0 0 0 0,0 0-1 0 0,1 1 1 0 0,0-1 0 0 0,0 1-1 0 0,1 0 1 0 0,1 0 0 0 0,0 0-1 0 0,11-18 1 0 0,-1 5-21 0 0,2 0 1 0 0,0 1-1 0 0,1 1 1 0 0,1 1-1 0 0,32-28 1 0 0,-50 48-367 0 0,48-38 673 0 0,-45 36-576 0 0,1 0 0 0 0,-1 1 0 0 0,1-1 0 0 0,0 1 0 0 0,0 0 0 0 0,0 0 0 0 0,0 0 0 0 0,0 1 0 0 0,8-2 0 0 0,-12 3-78 0 0,1 1 0 0 0,-1-1-1 0 0,0 0 1 0 0,1 0 0 0 0,-1 0 0 0 0,1 1 0 0 0,-1-1 0 0 0,0 1 0 0 0,0-1-1 0 0,1 1 1 0 0,-1-1 0 0 0,0 1 0 0 0,0 0 0 0 0,0 0 0 0 0,1 0 0 0 0,-1 0-1 0 0,0 0 1 0 0,0 0 0 0 0,0 0 0 0 0,0 0 0 0 0,-1 0 0 0 0,1 0-1 0 0,0 0 1 0 0,0 0 0 0 0,-1 1 0 0 0,1-1 0 0 0,-1 0 0 0 0,1 0 0 0 0,-1 1-1 0 0,1-1 1 0 0,-1 1 0 0 0,0-1 0 0 0,0 0 0 0 0,0 1 0 0 0,0 2 0 0 0,1 5 78 0 0,-1 1 0 0 0,0 0 0 0 0,-2 16 0 0 0,-4 14-30 0 0,-2-1 1 0 0,-1 0-1 0 0,-23 58 0 0 0,-56 105 379 0 0,2-8-240 0 0,83-184-210 0 0,0-4 12 0 0,0 1-1 0 0,0 0 0 0 0,1 0 0 0 0,0 0 0 0 0,0 0 0 0 0,0 0 0 0 0,1 0 0 0 0,1 1 0 0 0,-1-1 0 0 0,1 10 0 0 0,1-17-27 0 0,-1 1 0 0 0,0-1 0 0 0,0 0-1 0 0,1 0 1 0 0,-1 1 0 0 0,0-1 0 0 0,0 0-1 0 0,1 0 1 0 0,-1 1 0 0 0,0-1-1 0 0,1 0 1 0 0,-1 0 0 0 0,0 0 0 0 0,1 0-1 0 0,-1 0 1 0 0,1 1 0 0 0,-1-1 0 0 0,0 0-1 0 0,1 0 1 0 0,-1 0 0 0 0,0 0-1 0 0,1 0 1 0 0,-1 0 0 0 0,1 0 0 0 0,-1 0-1 0 0,0 0 1 0 0,1-1 0 0 0,-1 1 0 0 0,0 0-1 0 0,1 0 1 0 0,-1 0 0 0 0,1 0-1 0 0,-1 0 1 0 0,0-1 0 0 0,0 1 0 0 0,1 0-1 0 0,-1 0 1 0 0,0-1 0 0 0,1 1-1 0 0,-1 0 1 0 0,0 0 0 0 0,0-1 0 0 0,1 1-1 0 0,-1 0 1 0 0,0-1 0 0 0,0 1 0 0 0,1-1-1 0 0,15-15-227 0 0,22-34-72 0 0,-1-1 0 0 0,-3-1-1 0 0,-2-2 1 0 0,-3-2 0 0 0,-2 0-1 0 0,23-72 1 0 0,-31 73 1160 0 0,-3-2-1 0 0,-2 1 1 0 0,10-106-1 0 0,-24 151 68 0 0,-4 13 430 0 0,-2 20-340 0 0,2 112-610 0 0,20 209 0 0 0,-12-308-830 0 0,0-1 0 0 0,3 0 0 0 0,0-1 0 0 0,3 0 1 0 0,0 0-1 0 0,3 0 0 0 0,0-2 0 0 0,2 0 0 0 0,29 45 1 0 0,-24-48-722 0 0</inkml:trace>
</inkml:ink>
</file>

<file path=ppt/ink/ink2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5:32.0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3 9218 0 0,'0'-1'48'0'0,"0"1"0"0"0,0 0 0 0 0,0 0 0 0 0,-1 0 0 0 0,1-1 0 0 0,0 1 0 0 0,0 0 1 0 0,-1 0-1 0 0,1 0 0 0 0,0 0 0 0 0,0 0 0 0 0,-1 0 0 0 0,1-1 0 0 0,0 1 0 0 0,-1 0 0 0 0,1 0 0 0 0,0 0 0 0 0,0 0 0 0 0,-1 0 0 0 0,1 0 0 0 0,0 0 1 0 0,-1 0-1 0 0,1 0 0 0 0,0 0 0 0 0,0 1 0 0 0,-1-1 0 0 0,1 0 0 0 0,0 0 0 0 0,-1 0 0 0 0,1 0 0 0 0,0 0 0 0 0,0 0 0 0 0,-1 1 0 0 0,1-1 0 0 0,0 0 0 0 0,0 0 1 0 0,0 0-1 0 0,-1 1 0 0 0,1-1 0 0 0,0 0 0 0 0,0 0 0 0 0,0 0 0 0 0,0 1 0 0 0,-1-1 0 0 0,1 0 0 0 0,0 1 0 0 0,0-1 0 0 0,-5 23 1498 0 0,6 35 441 0 0,0-52-1642 0 0,8 134 3136 0 0,12 70-4038 0 0,-16-171 138 0 0,-3-12 419 0 0</inkml:trace>
</inkml:ink>
</file>

<file path=ppt/ink/ink2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5:33.2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1 119 7834 0 0,'2'-4'243'0'0,"0"-1"-1"0"0,1 1 1 0 0,0-1 0 0 0,0 1 0 0 0,0 0 0 0 0,1 0 0 0 0,-1 0-1 0 0,1 0 1 0 0,6-4 0 0 0,39-27 833 0 0,-45 33-986 0 0,0-1-1 0 0,0 1 0 0 0,0 0 1 0 0,1 0-1 0 0,-1 1 0 0 0,1-1 0 0 0,-1 1 1 0 0,1 0-1 0 0,-1 0 0 0 0,1 0 1 0 0,0 1-1 0 0,-1 0 0 0 0,1 0 0 0 0,0 0 1 0 0,-1 0-1 0 0,1 1 0 0 0,0 0 1 0 0,7 2-1 0 0,-8-1-39 0 0,0 0 1 0 0,0 0-1 0 0,0 1 1 0 0,0-1-1 0 0,-1 1 1 0 0,1 0 0 0 0,-1 0-1 0 0,1 0 1 0 0,-1 0-1 0 0,0 1 1 0 0,-1 0-1 0 0,1-1 1 0 0,0 1-1 0 0,-1 0 1 0 0,0 0-1 0 0,0 0 1 0 0,0 1-1 0 0,2 8 1 0 0,0 1-24 0 0,-1 0 1 0 0,0 0-1 0 0,-1 1 1 0 0,-1-1-1 0 0,0 0 0 0 0,-1 1 1 0 0,-1 0-1 0 0,0-1 1 0 0,-1 0-1 0 0,-1 1 1 0 0,0-1-1 0 0,-5 15 0 0 0,2-12 99 0 0,-1 1 0 0 0,0-1 0 0 0,-2 0-1 0 0,0 0 1 0 0,-1-1 0 0 0,0-1 0 0 0,-1 1 0 0 0,-24 24-1 0 0,34-39-110 0 0,1-1-1 0 0,-1 1 1 0 0,1 0-1 0 0,-1 0 1 0 0,0-1-1 0 0,1 1 0 0 0,-1 0 1 0 0,0-1-1 0 0,1 1 1 0 0,-1-1-1 0 0,0 1 1 0 0,0-1-1 0 0,0 1 0 0 0,0-1 1 0 0,0 0-1 0 0,1 1 1 0 0,-1-1-1 0 0,-2 1 1 0 0,5-15-40 0 0,19-28-205 0 0,-21 41 234 0 0,20-36-103 0 0,18-31 527 0 0,-3-2 0 0 0,50-143 0 0 0,-84 210-287 0 0,0 0 1 0 0,-1 0 0 0 0,1 0-1 0 0,-1 0 1 0 0,0 0 0 0 0,0 0-1 0 0,0 0 1 0 0,-1-4 0 0 0,1 7-107 0 0,0 0 0 0 0,0 0 0 0 0,0-1 0 0 0,0 1-1 0 0,0 0 1 0 0,0 0 0 0 0,0 0 0 0 0,0-1 0 0 0,0 1 0 0 0,0 0 0 0 0,-1 0 0 0 0,1 0 0 0 0,0 0 0 0 0,0-1-1 0 0,0 1 1 0 0,0 0 0 0 0,0 0 0 0 0,0 0 0 0 0,-1 0 0 0 0,1-1 0 0 0,0 1 0 0 0,0 0 0 0 0,0 0 0 0 0,0 0-1 0 0,-1 0 1 0 0,1 0 0 0 0,0 0 0 0 0,0 0 0 0 0,0 0 0 0 0,0 0 0 0 0,-1-1 0 0 0,1 1 0 0 0,0 0 0 0 0,0 0 0 0 0,0 0-1 0 0,-1 0 1 0 0,1 0 0 0 0,0 0 0 0 0,0 0 0 0 0,-1 1 0 0 0,-11 13 951 0 0,4-1-824 0 0,1 2-1 0 0,1-1 1 0 0,0 1-1 0 0,1 0 0 0 0,1 0 1 0 0,0 0-1 0 0,-2 28 0 0 0,4-21-140 0 0,0 0-1 0 0,2 0 1 0 0,1 0-1 0 0,7 44 1 0 0,-5-56 1 0 0,-1 0 0 0 0,2 0 0 0 0,0 0 0 0 0,0 0 0 0 0,0-1-1 0 0,1 1 1 0 0,1-1 0 0 0,0 0 0 0 0,0-1 0 0 0,0 0 0 0 0,14 13 0 0 0,-1-3-902 0 0,1-1 1 0 0,1-2-1 0 0,34 21 1 0 0,-35-24-5873 0 0</inkml:trace>
</inkml:ink>
</file>

<file path=ppt/ink/ink2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5:33.6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14 118 3681 0 0,'-1'0'138'0'0,"0"0"-1"0"0,1-1 1 0 0,-1 1 0 0 0,0 0 0 0 0,1 0-1 0 0,-1-1 1 0 0,0 1 0 0 0,1 0 0 0 0,-1-1-1 0 0,1 1 1 0 0,-1-1 0 0 0,1 1 0 0 0,-1 0-1 0 0,1-1 1 0 0,-1 1 0 0 0,1-1 0 0 0,-1 0-1 0 0,1 1 1 0 0,0-1 0 0 0,-1 1 0 0 0,1-1-1 0 0,0 0 1 0 0,-1 1 0 0 0,1-1 0 0 0,0 0-1 0 0,0 1 1 0 0,0-1 0 0 0,0 0 0 0 0,0 1-1 0 0,-1-1 1 0 0,1 0 0 0 0,1-2 193 0 0,-1 0 0 0 0,0 0 0 0 0,1 0 0 0 0,0 0 0 0 0,0 1 1 0 0,-1-1-1 0 0,2 0 0 0 0,0-3 0 0 0,2-1 273 0 0,0 0-1 0 0,0 0 1 0 0,1 1 0 0 0,0-1-1 0 0,8-8 1 0 0,-11 13-464 0 0,1 0 1 0 0,-1 0-1 0 0,1 0 0 0 0,0 0 1 0 0,-1 0-1 0 0,1 0 1 0 0,0 1-1 0 0,0-1 0 0 0,0 1 1 0 0,0 0-1 0 0,0 0 0 0 0,1 0 1 0 0,-1 0-1 0 0,0 1 0 0 0,0-1 1 0 0,1 1-1 0 0,-1 0 0 0 0,0 0 1 0 0,1 0-1 0 0,-1 0 0 0 0,0 0 1 0 0,0 1-1 0 0,4 0 0 0 0,-4 1-100 0 0,0 0 0 0 0,0-1 0 0 0,-1 1 0 0 0,1 0 0 0 0,0 0 0 0 0,-1 1 0 0 0,0-1 0 0 0,1 0 0 0 0,-1 1 0 0 0,0-1 0 0 0,0 1 0 0 0,0 0 0 0 0,-1 0 0 0 0,1 0 0 0 0,-1 0 0 0 0,1 0 0 0 0,-1 0 0 0 0,0 0 0 0 0,0 0 0 0 0,-1 1 0 0 0,1-1 0 0 0,0 6 0 0 0,0 9-65 0 0,-1-1 0 0 0,0 1 0 0 0,-2-1 0 0 0,0 0 0 0 0,0 1 0 0 0,-2-1 0 0 0,0 0 0 0 0,-10 23 0 0 0,-9 45 635 0 0,23-84-539 0 0,-1-1-1 0 0,1 1 0 0 0,0 0 1 0 0,0-1-1 0 0,0 1 0 0 0,0 0 1 0 0,-1-1-1 0 0,1 1 0 0 0,0 0 1 0 0,0-1-1 0 0,0 1 0 0 0,0 0 1 0 0,0-1-1 0 0,1 1 1 0 0,-1 0-1 0 0,0-1 0 0 0,0 1 1 0 0,0 0-1 0 0,1-1 0 0 0,-1 1 1 0 0,0 0-1 0 0,0-1 0 0 0,1 1 1 0 0,0 0-1 0 0,0 0-22 0 0,-1-1 0 0 0,1 0 0 0 0,0 0 0 0 0,0 0-1 0 0,-1-1 1 0 0,1 1 0 0 0,0 0 0 0 0,-1 0 0 0 0,1 0 0 0 0,0 0 0 0 0,-1-1 0 0 0,1 1 0 0 0,0 0-1 0 0,-1-1 1 0 0,1 1 0 0 0,0 0 0 0 0,-1-1 0 0 0,1 1 0 0 0,0-1 0 0 0,32-31 478 0 0,-30 29-508 0 0,22-24-37 0 0,72-68-169 0 0,-85 86-269 0 0,-1 0 0 0 0,1 1 0 0 0,1 0 0 0 0,-1 1 0 0 0,1 0 1 0 0,1 1-1 0 0,17-6 0 0 0,3 4-806 0 0</inkml:trace>
</inkml:ink>
</file>

<file path=ppt/ink/ink2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5:34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71 10 10594 0 0,'0'0'96'0'0,"0"0"1"0"0,0-1-1 0 0,0 1 0 0 0,0 0 0 0 0,0-1 0 0 0,0 1 1 0 0,0-1-1 0 0,0 1 0 0 0,0 0 0 0 0,1-1 1 0 0,-1 1-1 0 0,0 0 0 0 0,0-1 0 0 0,0 1 0 0 0,0 0 1 0 0,1-1-1 0 0,-1 1 0 0 0,0 0 0 0 0,0-1 0 0 0,1 1 1 0 0,-1 0-1 0 0,0 0 0 0 0,1-1 0 0 0,-1 1 0 0 0,0 0 1 0 0,1 0-1 0 0,-1 0 0 0 0,0-1 0 0 0,1 1 0 0 0,-1 0 1 0 0,0 0-1 0 0,1 0 0 0 0,-1 0 0 0 0,0 0 0 0 0,1 0 1 0 0,-1 0-1 0 0,1 0 0 0 0,-1 0 0 0 0,0 0 0 0 0,1 0 1 0 0,-1 0-1 0 0,0 0 0 0 0,1 0 0 0 0,-1 0 0 0 0,1 0 1 0 0,-1 0-1 0 0,0 0 0 0 0,1 1 0 0 0,-1-1 1 0 0,0 0-1 0 0,1 0 0 0 0,-1 0 0 0 0,0 1 0 0 0,1-1 1 0 0,-1 0-1 0 0,0 0 0 0 0,0 1 0 0 0,1-1 0 0 0,-1 0 1 0 0,0 1-1 0 0,0-1 0 0 0,1 0 0 0 0,-1 1 0 0 0,0-1 1 0 0,0 0-1 0 0,0 1 0 0 0,0-1 0 0 0,0 0 0 0 0,1 2 1 0 0,9 20 1206 0 0,-5-1-1029 0 0,0 0 0 0 0,-2 0-1 0 0,0 0 1 0 0,-1 34 0 0 0,-1-20-141 0 0,43 564-111 0 0,-18-311 43 0 0,-12 368 0 0 0,-28-364 65 0 0,-7 290-198 0 0,6 561 788 0 0,-2 61-671 0 0,1-216 384 0 0,8 844-153 0 0,2-941 265 0 0,-2-435-359 0 0,8-183-36 0 0,-5 211 561 0 0,-3-359-687 0 0,-42 227 0 0 0,44-327-834 0 0,0-2 0 0 0,-15 38-1 0 0</inkml:trace>
</inkml:ink>
</file>

<file path=ppt/ink/ink2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5:37.7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77 166 4145 0 0,'-3'-4'482'0'0,"-1"0"-1"0"0,1 1 1 0 0,-1-1 0 0 0,1 1-1 0 0,-1 0 1 0 0,0 0 0 0 0,0 1-1 0 0,-1-1 1 0 0,-5-2 0 0 0,-23-17 4991 0 0,67 57-2128 0 0,51 49-1586 0 0,-75-75-1719 0 0,1-1 0 0 0,1 0 0 0 0,-1 0 0 0 0,1-1 0 0 0,0-1 0 0 0,18 8 0 0 0,-25-13 54 0 0,1 1-1 0 0,-1-1 1 0 0,1 0-1 0 0,0 0 1 0 0,0-1 0 0 0,-1 1-1 0 0,1-1 1 0 0,0-1 0 0 0,0 1-1 0 0,0-1 1 0 0,-1 0 0 0 0,1 0-1 0 0,0-1 1 0 0,-1 1 0 0 0,1-1-1 0 0,-1-1 1 0 0,0 1 0 0 0,0-1-1 0 0,0 0 1 0 0,0 0 0 0 0,0 0-1 0 0,-1-1 1 0 0,1 1 0 0 0,5-7-1 0 0,-1 0 13 0 0,0 0 0 0 0,-1 0 0 0 0,0 0-1 0 0,-1-1 1 0 0,0-1 0 0 0,-1 1 0 0 0,0-1 0 0 0,-1 0-1 0 0,7-22 1 0 0,-4 6-561 0 0,8-28-77 0 0,-12 20-7176 0 0</inkml:trace>
</inkml:ink>
</file>

<file path=ppt/ink/ink2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5:37.9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4145 0 0,'0'5'682'0'0,"1"0"1"0"0,0 0-1 0 0,0 0 0 0 0,1-1 1 0 0,3 10-1 0 0,4 19 2996 0 0,-6 6-497 0 0,-2 1 1 0 0,-7 70-1 0 0,0-35-3478 0 0,6 0-4665 0 0,1-59-1990 0 0</inkml:trace>
</inkml:ink>
</file>

<file path=ppt/ink/ink2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5:47.7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59 4145 0 0,'-4'-9'1050'0'0,"-1"1"0"0"0,2-1-1 0 0,-1 1 1 0 0,-3-16 0 0 0,9 42-64 0 0,1 0 1 0 0,-2 26-1 0 0,0-27-826 0 0,-2 207 1596 0 0,1 37-731 0 0,35 482 170 0 0,20 384 296 0 0,-32-489-759 0 0,12 206-533 0 0,11 238 498 0 0,-8-121-627 0 0,5 131-75 0 0,-40-960 24 0 0,92 1019-339 0 0,-59-818 352 0 0,13 258 600 0 0,-42-448-384 0 0,9 134 388 0 0,-8-207-192 0 0,31 130-1 0 0,-39-198-568 0 0,0-1-1 0 0,1 1 1 0 0,-1-1 0 0 0,0 0-1 0 0,1 1 1 0 0,0-1-1 0 0,-1 1 1 0 0,1-1-1 0 0,0 0 1 0 0,0 0-1 0 0,-1 1 1 0 0,1-1-1 0 0,2 2 1 0 0</inkml:trace>
</inkml:ink>
</file>

<file path=ppt/ink/ink2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5:48.7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22 283 5529 0 0,'-7'-18'1060'0'0,"-4"-13"1062"0"0,8 11 2070 0 0,3 20-4060 0 0,1 0 0 0 0,-1 0 1 0 0,0 0-1 0 0,1 0 0 0 0,-1 0 1 0 0,1 0-1 0 0,-1 0 0 0 0,0 0 1 0 0,1 0-1 0 0,-1 0 0 0 0,1 0 1 0 0,-1 0-1 0 0,1 0 0 0 0,-1 0 1 0 0,0 0-1 0 0,1 0 0 0 0,-1 0 1 0 0,0 1-1 0 0,1-1 0 0 0,-1 0 1 0 0,1 0-1 0 0,-1 0 0 0 0,0 1 1 0 0,1 0 396 0 0,0-1-397 0 0,-1 0 1 0 0,0 1-1 0 0,14 9 681 0 0,-14-10-899 0 0,6 6 230 0 0,-1 0-1 0 0,1 0 1 0 0,-2 1 0 0 0,1-1 0 0 0,-1 1 0 0 0,0 0 0 0 0,0 1-1 0 0,-1-1 1 0 0,4 10 0 0 0,12 25-38 0 0,-12-30-110 0 0,1-1-1 0 0,0 0 0 0 0,1 0 1 0 0,0 0-1 0 0,1-1 1 0 0,0-1-1 0 0,0 0 1 0 0,18 12-1 0 0,-25-19 47 0 0,0 0 0 0 0,1 0 0 0 0,-1 0 0 0 0,1-1 0 0 0,0 1 0 0 0,-1-1 0 0 0,1 0 0 0 0,0 0 0 0 0,0 0 0 0 0,0 0 0 0 0,0-1 0 0 0,0 1 0 0 0,0-1 0 0 0,0 0 0 0 0,0 0 0 0 0,0-1 0 0 0,-1 1 0 0 0,1-1 0 0 0,0 0 0 0 0,0 0 0 0 0,0 0 0 0 0,0 0 0 0 0,-1-1 0 0 0,1 0 0 0 0,-1 0 0 0 0,1 0 0 0 0,-1 0 0 0 0,0 0 0 0 0,0 0 0 0 0,1-1 0 0 0,-2 0 0 0 0,1 1 0 0 0,4-6 0 0 0,10-13 132 0 0,-1-1 0 0 0,0-1 0 0 0,-2 0 1 0 0,0-1-1 0 0,11-31 0 0 0,42-131 866 0 0,-60 164-1023 0 0,-6 16-329 0 0,1 1 0 0 0,0 0 0 0 0,0 0 0 0 0,0-1 0 0 0,1 1 0 0 0,-1 1 0 0 0,1-1 0 0 0,0 0 0 0 0,6-5 1 0 0</inkml:trace>
</inkml:ink>
</file>

<file path=ppt/ink/ink2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5:49.0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6913 0 0,'2'48'9264'0'0,"2"4"-4373"0"0,1-6-4638 0 0,2 0 1 0 0,3 0-1 0 0,23 68 0 0 0,-19-75-3941 0 0</inkml:trace>
</inkml:ink>
</file>

<file path=ppt/ink/ink2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5:49.6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241 7 5313 0 0,'-64'9'930'0'0,"51"-9"-619"0"0,0 1-1 0 0,1 1 1 0 0,-1 0 0 0 0,-15 5-1 0 0,-70 34 4555 0 0,172-60 1827 0 0,52 1-6675 0 0,-69 10 617 0 0,5-2-199 0 0,-6 1-1053 0 0,-19 4-4635 0 0</inkml:trace>
</inkml:ink>
</file>

<file path=ppt/ink/ink2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5:51.0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73 549 4145 0 0,'-51'9'1462'0'0,"30"-2"955"0"0,28-6-387 0 0,71-1-1506 0 0,299-5 1021 0 0,16-1-446 0 0,-12 1-54 0 0,441-34 289 0 0,831-55-177 0 0,-1133 65-1098 0 0,123-9-64 0 0,1247-55-286 0 0,-1866 92 288 0 0,642-29 155 0 0,-167 7-139 0 0,142-4-20 0 0,-75 5 92 0 0,-425 18 48 0 0,914-17 969 0 0,-453 8-317 0 0,-34-12 96 0 0,-557 25-875 0 0,526-31 242 0 0,72-8-146 0 0,-471 30-110 0 0,210-3-1569 0 0,-264 15-4071 0 0,-46-1 129 0 0</inkml:trace>
</inkml:ink>
</file>

<file path=ppt/ink/ink2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5:52.2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1 2761 0 0,'-5'12'540'0'0,"1"1"1"0"0,1-1-1 0 0,0 1 1 0 0,1 0-1 0 0,0 0 1 0 0,1 0 0 0 0,1 0-1 0 0,1 19 1 0 0,-2 20-24 0 0,-5 712 5403 0 0,10-569-5552 0 0,21 234 461 0 0,-12-260-214 0 0,146 1156-1008 0 0,-140-1191 50 0 0,35 580-509 0 0,-42-463 411 0 0,32 764 222 0 0,16 280 306 0 0,87 558 4072 0 0,-146-1843-4138 0 0,50 621 1689 0 0,-45 2 296 0 0,-11-556-2012 0 0,-29 143 1 0 0,-20-30-4448 0 0,45-171-1819 0 0</inkml:trace>
</inkml:ink>
</file>

<file path=ppt/ink/ink2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5:53.2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0 679 5529 0 0,'4'-3'218'0'0,"0"1"0"0"0,0 0 0 0 0,0-1 0 0 0,0 2 0 0 0,0-1 0 0 0,0 0 0 0 0,0 1 0 0 0,9-2 0 0 0,27-5 565 0 0,1 3 0 0 0,76-1-1 0 0,-35 2-87 0 0,126-11 1029 0 0,301-11 947 0 0,190-14-1867 0 0,-489 16-448 0 0,49-4 128 0 0,-159 21-285 0 0,423-24 454 0 0,509-15-426 0 0,1173-118 93 0 0,-1676 123-253 0 0,547-34-70 0 0,-1015 72 3 0 0,1450-58-203 0 0,-513 41 373 0 0,207-4 1239 0 0,-904 22-1274 0 0,420-9 250 0 0,-40 11 435 0 0,-109 4-63 0 0,-474-6-772 0 0,275-13-1409 0 0,-315 9 222 0 0</inkml:trace>
</inkml:ink>
</file>

<file path=ppt/ink/ink2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5:54.2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1 496 4145 0 0,'334'-27'4454'0'0,"-255"23"-3394"0"0,789-26 4404 0 0,-22 1-4070 0 0,335-57 6 0 0,-17 0-1161 0 0,-604 67-62 0 0,184-11 230 0 0,1340-59-1063 0 0,-878 61 645 0 0,-624 18-42 0 0,-13 0 53 0 0,8-7 189 0 0,-220 7 57 0 0,1148-11 1031 0 0,-978 23-1213 0 0,-294 0-425 0 0,97 3-3277 0 0,-264-2-2165 0 0</inkml:trace>
</inkml:ink>
</file>

<file path=ppt/ink/ink2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5:55.1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1 809 5985 0 0,'52'-3'454'0'0,"0"-2"1"0"0,61-15-1 0 0,-51 9 33 0 0,1010-157 5060 0 0,-990 156-5373 0 0,1529-195 2938 0 0,-1374 182-3004 0 0,1199-98 976 0 0,-563 87-933 0 0,-106 6-5 0 0,2334-53 1461 0 0,-1158 53-431 0 0,-1128 16-637 0 0,39 0 85 0 0,-427 0-887 0 0,-145 4-2929 0 0,-191 7-3621 0 0</inkml:trace>
</inkml:ink>
</file>

<file path=ppt/ink/ink2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51.8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192 0 6449 0 0,'-4'1'164'0'0,"0"0"-1"0"0,0 0 1 0 0,0 0-1 0 0,0 1 1 0 0,1-1-1 0 0,-1 1 0 0 0,1 0 1 0 0,-1 0-1 0 0,1 0 1 0 0,0 0-1 0 0,0 0 0 0 0,0 1 1 0 0,0 0-1 0 0,-4 4 1 0 0,-35 44 842 0 0,29-32-740 0 0,2 1 0 0 0,1 0 0 0 0,0 1 0 0 0,1 0 0 0 0,2 1 0 0 0,0 0 0 0 0,-8 44 0 0 0,10-29-127 0 0,1 1 0 0 0,2-1 0 0 0,1 0 1 0 0,5 41-1 0 0,-2-59-46 0 0,1-1 0 0 0,0 0 0 0 0,1 0 1 0 0,1 0-1 0 0,1-1 0 0 0,0 1 0 0 0,2-1 0 0 0,15 28 1 0 0,-19-39-40 0 0,0-1 0 0 0,0 1 0 0 0,1-1 0 0 0,-1 1 1 0 0,1-1-1 0 0,0 0 0 0 0,1-1 0 0 0,-1 0 1 0 0,1 1-1 0 0,0-2 0 0 0,0 1 0 0 0,0-1 0 0 0,0 0 1 0 0,1 0-1 0 0,-1 0 0 0 0,1-1 0 0 0,-1 0 0 0 0,1-1 1 0 0,0 0-1 0 0,0 1 0 0 0,0-2 0 0 0,0 1 1 0 0,0-1-1 0 0,0-1 0 0 0,14-1 0 0 0,-6-1 48 0 0,0-2 0 0 0,0 1 0 0 0,0-2 0 0 0,-1 0 0 0 0,1-1 0 0 0,-1 0 0 0 0,-1-1 0 0 0,0 0 0 0 0,17-15 0 0 0,3-5 326 0 0,0-1 0 0 0,30-38 1 0 0,-50 52-280 0 0,-1 0 0 0 0,0 0 0 0 0,-2-1 0 0 0,1 0 0 0 0,-2-1 1 0 0,0 0-1 0 0,-2-1 0 0 0,1 0 0 0 0,8-34 0 0 0,-14 40-57 0 0,0 0 0 0 0,-1-1 0 0 0,0 1 0 0 0,-1 0 0 0 0,0 0 0 0 0,-1-1 0 0 0,0 1-1 0 0,-1 0 1 0 0,-1 0 0 0 0,0 0 0 0 0,0 1 0 0 0,-1-1 0 0 0,0 1 0 0 0,-1-1 0 0 0,-1 1 0 0 0,-10-16 0 0 0,5 12-10 0 0,0 0 0 0 0,-1 0-1 0 0,-1 1 1 0 0,0 0 0 0 0,-1 1 0 0 0,0 1 0 0 0,-1 1 0 0 0,-19-12 0 0 0,28 18-255 0 0,-1 1 0 0 0,0 1-1 0 0,-1-1 1 0 0,1 1 0 0 0,0 0 0 0 0,-1 1-1 0 0,0 0 1 0 0,1 0 0 0 0,-1 0 0 0 0,0 1-1 0 0,0 1 1 0 0,0-1 0 0 0,0 1 0 0 0,0 1-1 0 0,0-1 1 0 0,0 1 0 0 0,0 0 0 0 0,0 1-1 0 0,1 0 1 0 0,-1 1 0 0 0,-12 4 0 0 0,-6 9-6161 0 0</inkml:trace>
</inkml:ink>
</file>

<file path=ppt/ink/ink2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52.3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225 276 6449 0 0,'-15'-2'186'0'0,"0"-1"0"0"0,0 2-1 0 0,0 0 1 0 0,-1 1 0 0 0,1 0-1 0 0,0 1 1 0 0,-16 3 0 0 0,27-3-103 0 0,0 0 0 0 0,0 0 0 0 0,-1 0 1 0 0,1 0-1 0 0,0 1 0 0 0,0-1 1 0 0,0 1-1 0 0,0 0 0 0 0,1 0 0 0 0,-1 1 1 0 0,0-1-1 0 0,1 1 0 0 0,0 0 0 0 0,0 0 1 0 0,0 0-1 0 0,0 0 0 0 0,0 0 1 0 0,0 1-1 0 0,1-1 0 0 0,-1 1 0 0 0,1 0 1 0 0,0 0-1 0 0,0 0 0 0 0,1 0 1 0 0,-1 0-1 0 0,1 0 0 0 0,0 0 0 0 0,0 0 1 0 0,0 5-1 0 0,0 4 98 0 0,1-1 0 0 0,1 1 0 0 0,0-1 0 0 0,1 1 0 0 0,0-1 0 0 0,1 1 0 0 0,1-1 0 0 0,0 0 0 0 0,0 0 0 0 0,1 0 0 0 0,0-1 0 0 0,1 0-1 0 0,13 18 1 0 0,-8-14-15 0 0,0 0 0 0 0,1 0 0 0 0,1-1 0 0 0,1-1 0 0 0,0 0 0 0 0,0-1-1 0 0,2-1 1 0 0,23 15 0 0 0,-21-16 53 0 0,0-1 0 0 0,0-1 0 0 0,1-1 0 0 0,0 0 0 0 0,1-1 0 0 0,0-2 0 0 0,-1 1 1 0 0,1-2-1 0 0,37 1 0 0 0,-44-4-121 0 0,0-1 0 0 0,0-1 1 0 0,-1 0-1 0 0,1 0 0 0 0,-1-1 1 0 0,1-1-1 0 0,-1 0 0 0 0,0 0 1 0 0,0-1-1 0 0,-1-1 0 0 0,1 0 1 0 0,-1-1-1 0 0,-1 0 0 0 0,1-1 1 0 0,-1 0-1 0 0,13-13 0 0 0,-8 5 181 0 0,0 0 0 0 0,-2-1 1 0 0,0 0-1 0 0,-1-1 0 0 0,0 0 0 0 0,-2-1 0 0 0,17-40 0 0 0,-23 46-152 0 0,0 0-1 0 0,-1 0 1 0 0,-1 0-1 0 0,0 0 1 0 0,0 0 0 0 0,-1-1-1 0 0,-1 1 1 0 0,0 0-1 0 0,-1-1 1 0 0,-1 1-1 0 0,0 0 1 0 0,-1 0 0 0 0,0 0-1 0 0,-6-15 1 0 0,2 9-42 0 0,-1 0 1 0 0,-1 0 0 0 0,-1 1-1 0 0,-1 0 1 0 0,0 0-1 0 0,-2 1 1 0 0,1 1 0 0 0,-2 0-1 0 0,0 1 1 0 0,-25-20-1 0 0,30 28-248 0 0,0 1 0 0 0,-1 0 0 0 0,0 0 0 0 0,0 1 0 0 0,0 0 0 0 0,-1 1 0 0 0,1 0 0 0 0,-23-4 0 0 0,23 6-466 0 0,0 1 1 0 0,0 1 0 0 0,0 0 0 0 0,0 0 0 0 0,0 1 0 0 0,0 0 0 0 0,0 0 0 0 0,0 2 0 0 0,0-1 0 0 0,0 1 0 0 0,-11 5 0 0 0,-14 9-5584 0 0</inkml:trace>
</inkml:ink>
</file>

<file path=ppt/ink/ink2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53.0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76 97 7370 0 0,'-2'2'167'0'0,"-1"1"0"0"0,1 0 0 0 0,-1-1 0 0 0,1 1 0 0 0,0 0 0 0 0,0 0 1 0 0,0 0-1 0 0,0 0 0 0 0,1 1 0 0 0,-1-1 0 0 0,-1 6 0 0 0,-12 45 412 0 0,10-34-432 0 0,-4 13-8 0 0,2 0 1 0 0,1 0-1 0 0,2 0 1 0 0,1 1-1 0 0,2 0 0 0 0,1 0 1 0 0,2-1-1 0 0,1 1 1 0 0,1 0-1 0 0,16 56 0 0 0,-17-81-47 0 0,0 0-1 0 0,0-1 0 0 0,1 0 1 0 0,0 1-1 0 0,0-2 0 0 0,1 1 1 0 0,0 0-1 0 0,1-1 0 0 0,-1 0 1 0 0,1 0-1 0 0,1-1 0 0 0,-1 0 1 0 0,1 0-1 0 0,0 0 0 0 0,1-1 0 0 0,-1 0 1 0 0,1 0-1 0 0,0-1 0 0 0,0 0 1 0 0,1 0-1 0 0,-1-1 0 0 0,1 0 1 0 0,-1-1-1 0 0,1 1 0 0 0,0-2 1 0 0,0 1-1 0 0,0-2 0 0 0,0 1 0 0 0,12-1 1 0 0,2-2 121 0 0,0 0 1 0 0,0-1-1 0 0,-1-2 1 0 0,1 0 0 0 0,-1-1-1 0 0,-1-1 1 0 0,1-2-1 0 0,-1 0 1 0 0,0-1-1 0 0,-1-1 1 0 0,-1 0 0 0 0,1-2-1 0 0,-2-1 1 0 0,0 0-1 0 0,0-1 1 0 0,-2-1-1 0 0,0 0 1 0 0,-1-1 0 0 0,0-1-1 0 0,-1 0 1 0 0,-2-1-1 0 0,1-1 1 0 0,-2 0-1 0 0,-1 0 1 0 0,-1-1 0 0 0,0-1-1 0 0,6-24 1 0 0,-12 32-178 0 0,-1 1 0 0 0,-1-1 0 0 0,1 0 0 0 0,-2 0 0 0 0,0 1 0 0 0,-1-1 0 0 0,0 0 1 0 0,-1 0-1 0 0,-1 1 0 0 0,0-1 0 0 0,0 1 0 0 0,-2 0 0 0 0,1 0 0 0 0,-2 0 0 0 0,0 1 0 0 0,0-1 1 0 0,-1 1-1 0 0,-1 1 0 0 0,-10-14 0 0 0,8 14-86 0 0,1 1 0 0 0,-1-1-1 0 0,-1 2 1 0 0,0-1 0 0 0,0 1 0 0 0,-1 1 0 0 0,0 0 0 0 0,-1 1 0 0 0,1 0-1 0 0,-1 1 1 0 0,-1 1 0 0 0,1 0 0 0 0,-1 0 0 0 0,0 2 0 0 0,0-1-1 0 0,0 2 1 0 0,0 0 0 0 0,-20 0 0 0 0,11 2-995 0 0,0 2 0 0 0,1 0 0 0 0,-29 8 0 0 0,14 1-4888 0 0</inkml:trace>
</inkml:ink>
</file>

<file path=ppt/ink/ink2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53.4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17 10594 0 0,'-1'-1'157'0'0,"0"0"0"0"0,0-1-1 0 0,-1 1 1 0 0,1 0 0 0 0,0 0 0 0 0,0 0-1 0 0,-1 0 1 0 0,1 0 0 0 0,0 0-1 0 0,-1 0 1 0 0,1 1 0 0 0,-1-1 0 0 0,1 0-1 0 0,-1 1 1 0 0,1-1 0 0 0,-1 1-1 0 0,0-1 1 0 0,1 1 0 0 0,-1 0 0 0 0,0 0-1 0 0,1 0 1 0 0,-1 0 0 0 0,1 0-1 0 0,-1 0 1 0 0,0 0 0 0 0,1 0 0 0 0,-1 1-1 0 0,0-1 1 0 0,1 1 0 0 0,-1-1-1 0 0,1 1 1 0 0,-1 0 0 0 0,1-1 0 0 0,-1 1-1 0 0,1 0 1 0 0,0 0 0 0 0,-1 0-1 0 0,1 0 1 0 0,0 0 0 0 0,0 0 0 0 0,0 1-1 0 0,0-1 1 0 0,0 0 0 0 0,0 1-1 0 0,0-1 1 0 0,0 0 0 0 0,0 1 0 0 0,0 1-1 0 0,-3 4 78 0 0,1-1 0 0 0,0 1 0 0 0,1 0 0 0 0,0 0 0 0 0,0 0 0 0 0,0 0 0 0 0,1 0 0 0 0,0 0-1 0 0,0 11 1 0 0,4 71 629 0 0,0-46-477 0 0,-1 93-122 0 0,7 101-2426 0 0,-4-181-5030 0 0</inkml:trace>
</inkml:ink>
</file>

<file path=ppt/ink/ink2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53.9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10594 0 0,'-1'3'7193'0'0,"5"5"-3828"0"0,9 20-3178 0 0,-12-25 283 0 0,22 51-315 0 0,-2 2 0 0 0,24 106 0 0 0,-18-57-552 0 0,43 122-3103 0 0,-50-169-3211 0 0</inkml:trace>
</inkml:ink>
</file>

<file path=ppt/ink/ink2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54.4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382 294 2761 0 0,'0'-2'117'0'0,"0"0"0"0"0,0 0 0 0 0,-1 0 1 0 0,1 1-1 0 0,0-1 0 0 0,-1 0 1 0 0,1 0-1 0 0,-1 0 0 0 0,0 1 0 0 0,0-1 1 0 0,0 0-1 0 0,0 0 0 0 0,0 1 1 0 0,0-1-1 0 0,0 1 0 0 0,0-1 1 0 0,0 1-1 0 0,-1 0 0 0 0,1-1 0 0 0,-1 1 1 0 0,1 0-1 0 0,-1 0 0 0 0,1 0 1 0 0,-1 0-1 0 0,0 0 0 0 0,0 1 0 0 0,-2-2 1 0 0,-8-4 948 0 0,-2 1-1 0 0,-20-6 1 0 0,24 8-610 0 0,-7-2 97 0 0,0 0 0 0 0,-1 1-1 0 0,1 1 1 0 0,-1 0 0 0 0,1 2-1 0 0,-1 0 1 0 0,0 1 0 0 0,0 0 0 0 0,1 2-1 0 0,-34 6 1 0 0,48-7-521 0 0,0 0 1 0 0,1 1-1 0 0,-1-1 1 0 0,0 0-1 0 0,1 1 0 0 0,-1 0 1 0 0,1 0-1 0 0,-1-1 0 0 0,1 1 1 0 0,0 1-1 0 0,-1-1 1 0 0,1 0-1 0 0,0 0 0 0 0,1 1 1 0 0,-1-1-1 0 0,0 1 0 0 0,-1 4 1 0 0,1-2-10 0 0,0 1 1 0 0,0 0-1 0 0,0 0 1 0 0,1 0-1 0 0,0 0 0 0 0,0 0 1 0 0,1 0-1 0 0,0 9 1 0 0,0-3-6 0 0,1-1 1 0 0,1 1-1 0 0,0 0 0 0 0,0-1 1 0 0,1 0-1 0 0,1 1 0 0 0,0-1 1 0 0,10 19-1 0 0,-10-24 9 0 0,0 1 0 0 0,1-1 0 0 0,-1 0 1 0 0,1-1-1 0 0,0 1 0 0 0,1-1 0 0 0,0 0 0 0 0,0 0 0 0 0,0 0 0 0 0,0-1 1 0 0,0 0-1 0 0,1-1 0 0 0,0 1 0 0 0,0-1 0 0 0,0 0 0 0 0,0-1 0 0 0,0 0 1 0 0,1 0-1 0 0,-1 0 0 0 0,1-1 0 0 0,-1 0 0 0 0,1-1 0 0 0,-1 0 1 0 0,9 0-1 0 0,-5-1 112 0 0,0-1 1 0 0,0 0 0 0 0,0-1 0 0 0,0 0 0 0 0,-1 0-1 0 0,1-1 1 0 0,-1 0 0 0 0,0-1 0 0 0,0-1-1 0 0,-1 1 1 0 0,1-1 0 0 0,-1-1 0 0 0,-1 0 0 0 0,1 0-1 0 0,12-15 1 0 0,-13 13-64 0 0,-1 0 0 0 0,0 0 0 0 0,0 0 0 0 0,-1-1 0 0 0,-1 0-1 0 0,0 0 1 0 0,0-1 0 0 0,-1 0 0 0 0,0 0 0 0 0,-1 0 0 0 0,0 0 0 0 0,-1 0-1 0 0,0 0 1 0 0,0-1 0 0 0,-2 1 0 0 0,1-1 0 0 0,-1 1 0 0 0,-1-1 0 0 0,0 1 0 0 0,-1-1-1 0 0,0 1 1 0 0,-1 0 0 0 0,0 0 0 0 0,-1 0 0 0 0,0 0 0 0 0,-10-18 0 0 0,9 18-74 0 0,-1 1 0 0 0,-1 0 1 0 0,0 0-1 0 0,0 0 1 0 0,-1 1-1 0 0,0 0 1 0 0,-1 0-1 0 0,-10-7 1 0 0,13 11-248 0 0,0 1 1 0 0,-1 0-1 0 0,1 1 1 0 0,-1-1 0 0 0,0 1-1 0 0,0 1 1 0 0,0-1 0 0 0,0 1-1 0 0,-1 0 1 0 0,1 1 0 0 0,0 0-1 0 0,-1 0 1 0 0,1 0 0 0 0,-10 1-1 0 0,-18 4-6378 0 0</inkml:trace>
</inkml:ink>
</file>

<file path=ppt/ink/ink2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54.8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17972 0 0,'4'5'403'0'0,"0"1"0"0"0,0 0 0 0 0,-1 0 0 0 0,0 0-1 0 0,0 0 1 0 0,0 1 0 0 0,-1-1 0 0 0,0 1 0 0 0,1 8 0 0 0,14 80-151 0 0,-11-59-84 0 0,12 89-174 0 0,-7-43-1031 0 0,22 83-1 0 0,-21-124-74 0 0</inkml:trace>
</inkml:ink>
</file>

<file path=ppt/ink/ink2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6:55.1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8 11522 0 0,'7'-8'4367'0'0,"-12"21"-652"0"0,-10 30-2556 0 0,2 1-1 0 0,-8 58 1 0 0,12-39-1340 0 0,3 1 1 0 0,4 112-1 0 0,6-131-1514 0 0,3-4-5801 0 0</inkml:trace>
</inkml:ink>
</file>

<file path=ppt/ink/ink2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7:02.4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425 1 12899 0 0,'-8'2'355'0'0,"0"1"0"0"0,1 0 1 0 0,-1 1-1 0 0,1 0 0 0 0,0 0 1 0 0,0 1-1 0 0,0 0 0 0 0,-6 5 1 0 0,-49 51 1145 0 0,48-46-1347 0 0,-17 18 164 0 0,1 2 1 0 0,1 1 0 0 0,3 1-1 0 0,1 1 1 0 0,1 1-1 0 0,3 2 1 0 0,-25 62 0 0 0,36-76-313 0 0,1 0 1 0 0,2 0 0 0 0,1 1-1 0 0,1 0 1 0 0,1 0 0 0 0,2 0-1 0 0,0 1 1 0 0,2-1-1 0 0,1 0 1 0 0,2 1 0 0 0,0-1-1 0 0,2 0 1 0 0,11 34 0 0 0,-13-52 1 0 0,1 0 1 0 0,0 0-1 0 0,0 0 0 0 0,1-1 1 0 0,0 1-1 0 0,1-1 1 0 0,0-1-1 0 0,1 1 0 0 0,0-1 1 0 0,0 0-1 0 0,0-1 1 0 0,1 1-1 0 0,0-1 0 0 0,1-1 1 0 0,-1 0-1 0 0,1 0 1 0 0,1-1-1 0 0,-1 0 0 0 0,1 0 1 0 0,0-1-1 0 0,0 0 1 0 0,0-1-1 0 0,0 0 1 0 0,1-1-1 0 0,-1 0 0 0 0,1-1 1 0 0,-1 0-1 0 0,1 0 1 0 0,0-1-1 0 0,-1-1 0 0 0,1 0 1 0 0,-1 0-1 0 0,1-1 1 0 0,-1 0-1 0 0,19-7 0 0 0,-13 3 8 0 0,1-2 0 0 0,-2 1 0 0 0,1-2 0 0 0,-1 0 0 0 0,-1-1 0 0 0,1-1 0 0 0,-2 0 0 0 0,1 0 0 0 0,-2-2 0 0 0,0 1 0 0 0,0-2 0 0 0,-1 1 0 0 0,-1-2-1 0 0,0 1 1 0 0,14-29 0 0 0,-13 20 49 0 0,-2 1-1 0 0,0-2 0 0 0,-1 1 0 0 0,-1-1 1 0 0,-1 0-1 0 0,-2 0 0 0 0,0-1 0 0 0,-1 0 0 0 0,-2 1 1 0 0,-2-43-1 0 0,-3 30-68 0 0,-2-1 1 0 0,-1 2 0 0 0,-1-1-1 0 0,-3 1 1 0 0,-1 0-1 0 0,-1 1 1 0 0,-2 1-1 0 0,-1 0 1 0 0,-22-32-1 0 0,32 58-127 0 0,0 0-1 0 0,0 0 0 0 0,-1 0 0 0 0,0 1 0 0 0,-11-9 1 0 0,16 14-28 0 0,0 0 0 0 0,0 1 1 0 0,0-1-1 0 0,-1 1 0 0 0,1 0 0 0 0,0-1 1 0 0,-1 1-1 0 0,1 0 0 0 0,-1 1 1 0 0,1-1-1 0 0,-1 0 0 0 0,0 1 0 0 0,1-1 1 0 0,-1 1-1 0 0,0 0 0 0 0,1 0 1 0 0,-1 0-1 0 0,0 0 0 0 0,1 0 0 0 0,-1 1 1 0 0,0-1-1 0 0,1 1 0 0 0,-1 0 1 0 0,1-1-1 0 0,-4 3 0 0 0,-12 9-6009 0 0</inkml:trace>
</inkml:ink>
</file>

<file path=ppt/ink/ink2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7:02.9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338 142 920 0 0,'-6'-15'1343'0'0,"-1"1"0"0"0,-1 1 0 0 0,0-1 0 0 0,-1 2 0 0 0,-1-1 0 0 0,0 1 0 0 0,-13-13-1 0 0,20 23-1080 0 0,0-1-1 0 0,0 1 0 0 0,0 0 0 0 0,0 0 0 0 0,0 0 0 0 0,0 0 0 0 0,-1 1 0 0 0,1-1 1 0 0,-1 1-1 0 0,1 0 0 0 0,-1 0 0 0 0,1 0 0 0 0,-1 1 0 0 0,-7-1 0 0 0,8 1-127 0 0,-1 1-1 0 0,1-1 0 0 0,-1 1 0 0 0,1 0 0 0 0,0 1 1 0 0,0-1-1 0 0,-1 0 0 0 0,1 1 0 0 0,0 0 1 0 0,0 0-1 0 0,1 0 0 0 0,-1 0 0 0 0,0 0 1 0 0,1 0-1 0 0,-1 1 0 0 0,1-1 0 0 0,0 1 1 0 0,-4 5-1 0 0,-3 5 3 0 0,1 1-1 0 0,1-1 1 0 0,0 1 0 0 0,1 0 0 0 0,0 1-1 0 0,2-1 1 0 0,-1 1 0 0 0,2 0 0 0 0,-2 16-1 0 0,1-1-165 0 0,1-1-1 0 0,2 1 0 0 0,5 51 1 0 0,-2-62 0 0 0,0 0 0 0 0,2-1 0 0 0,0 1-1 0 0,1-1 1 0 0,1 0 0 0 0,0 0 0 0 0,2-1 0 0 0,0 0 0 0 0,10 16 0 0 0,-14-27 34 0 0,1 1 1 0 0,0-1-1 0 0,0-1 1 0 0,0 1 0 0 0,0-1-1 0 0,1 0 1 0 0,0 0-1 0 0,0 0 1 0 0,0-1-1 0 0,1 0 1 0 0,-1 0-1 0 0,1-1 1 0 0,0 1 0 0 0,0-2-1 0 0,0 1 1 0 0,1-1-1 0 0,-1 0 1 0 0,1 0-1 0 0,-1-1 1 0 0,1 0-1 0 0,-1-1 1 0 0,1 1-1 0 0,0-1 1 0 0,-1-1 0 0 0,8-1-1 0 0,-3 0 39 0 0,0-1-1 0 0,0 0 1 0 0,0-1-1 0 0,-1 0 1 0 0,0-1-1 0 0,0 0 1 0 0,0-1 0 0 0,-1 0-1 0 0,1-1 1 0 0,-2 0-1 0 0,1-1 1 0 0,-1 1-1 0 0,0-2 1 0 0,0 0 0 0 0,-1 0-1 0 0,-1 0 1 0 0,12-18-1 0 0,-13 17 33 0 0,0 0-1 0 0,0 0 1 0 0,-1-1 0 0 0,0 0-1 0 0,-1 0 1 0 0,0 0-1 0 0,-1-1 1 0 0,0 0-1 0 0,-1 1 1 0 0,0-1 0 0 0,-1 0-1 0 0,-1 0 1 0 0,1 0-1 0 0,-2 0 1 0 0,0 0-1 0 0,0 1 1 0 0,-1-1 0 0 0,-4-12-1 0 0,-1 4 11 0 0,-1 0-1 0 0,-2 0 1 0 0,0 1-1 0 0,0 0 0 0 0,-2 1 1 0 0,0 0-1 0 0,-2 1 1 0 0,0 0-1 0 0,0 1 1 0 0,-2 1-1 0 0,0 0 0 0 0,-30-21 1 0 0,38 32-166 0 0,0-1 0 0 0,1 2 0 0 0,-1-1 1 0 0,-1 1-1 0 0,1 0 0 0 0,0 1 0 0 0,-1 0 0 0 0,0 0 1 0 0,1 1-1 0 0,-1 0 0 0 0,0 0 0 0 0,1 1 0 0 0,-1 1 1 0 0,0-1-1 0 0,0 1 0 0 0,1 1 0 0 0,-1-1 0 0 0,1 2 1 0 0,-12 3-1 0 0,7 0-309 0 0,0-1-1 0 0,0 2 1 0 0,0 0 0 0 0,1 1 0 0 0,1 0-1 0 0,-1 0 1 0 0,1 1 0 0 0,1 1 0 0 0,-1 0 0 0 0,2 0-1 0 0,-10 14 1 0 0,-11 18-985 0 0</inkml:trace>
</inkml:ink>
</file>

<file path=ppt/ink/ink2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7:03.3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281 60 14283 0 0,'-19'3'445'0'0,"1"1"0"0"0,-1 1 0 0 0,0 0 0 0 0,1 1-1 0 0,0 1 1 0 0,1 1 0 0 0,-29 17 0 0 0,37-19-287 0 0,1 0 0 0 0,1 0 0 0 0,-1 1 0 0 0,1 0 1 0 0,0 0-1 0 0,1 1 0 0 0,0 0 0 0 0,0 0 0 0 0,1 0 0 0 0,0 1 0 0 0,0 0 0 0 0,1-1 0 0 0,0 2 0 0 0,0-1 1 0 0,1 0-1 0 0,-3 19 0 0 0,3-9-126 0 0,1 1-1 0 0,1 0 1 0 0,1 0 0 0 0,0 0 0 0 0,2 0 0 0 0,0 0 0 0 0,10 38 0 0 0,-8-44-38 0 0,0-1 1 0 0,1 0 0 0 0,0 0 0 0 0,1 0-1 0 0,0-1 1 0 0,1 1 0 0 0,0-1 0 0 0,1-1-1 0 0,1 0 1 0 0,-1 0 0 0 0,2 0 0 0 0,12 10-1 0 0,-14-15-4 0 0,0-1-1 0 0,0 0 0 0 0,1 0 0 0 0,-1-1 0 0 0,1 0 0 0 0,0-1 1 0 0,0 0-1 0 0,0 0 0 0 0,1-1 0 0 0,-1 0 0 0 0,1 0 0 0 0,-1-1 1 0 0,1-1-1 0 0,-1 1 0 0 0,1-2 0 0 0,0 1 0 0 0,-1-1 0 0 0,1-1 1 0 0,9-2-1 0 0,-9 1 41 0 0,0 0 1 0 0,1-1-1 0 0,-2 0 1 0 0,1 0-1 0 0,0-1 1 0 0,-1 0-1 0 0,0-1 1 0 0,0 0-1 0 0,0 0 0 0 0,-1-1 1 0 0,0 0-1 0 0,-1-1 1 0 0,1 0-1 0 0,-1 0 1 0 0,-1 0-1 0 0,11-18 1 0 0,-7 5-1 0 0,-2 0-1 0 0,0 0 1 0 0,-1-1 0 0 0,-1 0 0 0 0,-1-1 0 0 0,-1 1-1 0 0,-1-1 1 0 0,-1 0 0 0 0,-1 0 0 0 0,-1 0-1 0 0,-1 1 1 0 0,-1-1 0 0 0,-1 0 0 0 0,-1 0 0 0 0,-1 1-1 0 0,-1 0 1 0 0,-1 0 0 0 0,-1 1 0 0 0,-1-1 0 0 0,-15-25-1 0 0,20 40-150 0 0,0 0 0 0 0,-1 1 0 0 0,0-1-1 0 0,-1 1 1 0 0,-9-9 0 0 0,13 12-137 0 0,-1 1-1 0 0,0 0 1 0 0,0 0-1 0 0,0 0 1 0 0,0 1-1 0 0,-1-1 1 0 0,1 1 0 0 0,0-1-1 0 0,-1 1 1 0 0,1 0-1 0 0,-1 0 1 0 0,1 1-1 0 0,-1-1 1 0 0,1 1-1 0 0,-5 0 1 0 0,-16 3-5977 0 0</inkml:trace>
</inkml:ink>
</file>

<file path=ppt/ink/ink2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7:03.6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0 17972 0 0,'-1'162'861'0'0,"2"172"1553"0"0,5-226-1751 0 0,19 115 0 0 0,-13-163-2117 0 0,3-3-3312 0 0,1-4-2265 0 0</inkml:trace>
</inkml:ink>
</file>

<file path=ppt/ink/ink2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7:04.3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6 10594 0 0,'-1'0'90'0'0,"1"-1"-1"0"0,0 1 1 0 0,0 0-1 0 0,-1-1 1 0 0,1 1-1 0 0,-1-1 1 0 0,1 1-1 0 0,0 0 1 0 0,-1-1-1 0 0,1 1 1 0 0,-1 0-1 0 0,1 0 1 0 0,-1-1-1 0 0,1 1 1 0 0,-1 0-1 0 0,1 0 1 0 0,-1 0-1 0 0,1 0 1 0 0,-1-1-1 0 0,1 1 1 0 0,-1 0-1 0 0,1 0 1 0 0,-1 0-1 0 0,1 0 1 0 0,-1 0-1 0 0,1 0 1 0 0,-1 1-1 0 0,1-1 1 0 0,-1 0-1 0 0,1 0 1 0 0,-1 0-1 0 0,0 1 1 0 0,-9 16 1916 0 0,5 30 221 0 0,13 262 112 0 0,-2-214-7420 0 0,-3-27-1380 0 0</inkml:trace>
</inkml:ink>
</file>

<file path=ppt/ink/ink2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7:04.6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14 17972 0 0,'-6'-13'1350'0'0,"7"32"-1591"0"0,2 66 1069 0 0,6 167-323 0 0,-2-83-7093 0 0,-4-108 628 0 0</inkml:trace>
</inkml:ink>
</file>

<file path=ppt/ink/ink2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7:05.0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 14747 0 0,'-1'13'5103'0'0,"7"73"-3327"0"0,8 52-824 0 0,0 6-1263 0 0,-1-48-5725 0 0,-5-51-937 0 0</inkml:trace>
</inkml:ink>
</file>

<file path=ppt/ink/ink2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7:05.6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133 283 11979 0 0,'-1'0'133'0'0,"0"-1"0"0"0,0 1 1 0 0,0-1-1 0 0,0 1 0 0 0,-1-1 1 0 0,1 1-1 0 0,0 0 1 0 0,0-1-1 0 0,-1 1 0 0 0,1 0 1 0 0,0 0-1 0 0,-1 0 0 0 0,1 0 1 0 0,0 0-1 0 0,0 0 0 0 0,-1 1 1 0 0,1-1-1 0 0,0 0 1 0 0,0 1-1 0 0,-1-1 0 0 0,1 1 1 0 0,0-1-1 0 0,-2 2 0 0 0,-27 15 1597 0 0,24-12-1549 0 0,0 1 0 0 0,0 0 0 0 0,1 0 0 0 0,0 0 0 0 0,0 0 0 0 0,0 1 0 0 0,1 0 1 0 0,0 0-1 0 0,1 0 0 0 0,-1 0 0 0 0,1 1 0 0 0,1 0 0 0 0,-1-1 0 0 0,2 1 0 0 0,-1 0 0 0 0,0 9 0 0 0,-2 13 79 0 0,2 1 0 0 0,3 58 0 0 0,2-54-212 0 0,0 1 0 0 0,3-1-1 0 0,0-1 1 0 0,3 1 0 0 0,0-1 0 0 0,2 0-1 0 0,2-1 1 0 0,20 37 0 0 0,-25-57-55 0 0,0 0 0 0 0,0 0 0 0 0,2-1 0 0 0,-1-1 0 0 0,2 1 0 0 0,-1-2 0 0 0,2 1 1 0 0,-1-2-1 0 0,18 12 0 0 0,-19-15-19 0 0,1 0 0 0 0,0-1-1 0 0,0-1 1 0 0,1 1 0 0 0,-1-2 0 0 0,1 0 0 0 0,0 0 0 0 0,0-1 0 0 0,0 0 0 0 0,0-1 0 0 0,0-1 0 0 0,24-1-1 0 0,-17-2-67 0 0,0-1 0 0 0,-1 0 0 0 0,0-1 0 0 0,0-1 0 0 0,0-1 0 0 0,-1 0 0 0 0,0-2 0 0 0,0 0 0 0 0,-1 0 0 0 0,0-2 0 0 0,0 0 0 0 0,-2-1 0 0 0,22-21 0 0 0,-8 4 48 0 0,-1-1 0 0 0,-2-1 0 0 0,-1-1 0 0 0,-1-2 0 0 0,24-48 0 0 0,-39 66 147 0 0,0-1 1 0 0,-1 0-1 0 0,-1-1 0 0 0,-1 0 0 0 0,0 0 1 0 0,-1 0-1 0 0,-1-1 0 0 0,-1 1 1 0 0,-1-1-1 0 0,-1-26 0 0 0,-2 19 125 0 0,-2 0 0 0 0,0 0 0 0 0,-2 1 0 0 0,-1-1 1 0 0,-1 2-1 0 0,-21-46 0 0 0,17 45-13 0 0,-1 0 1 0 0,-1 0-1 0 0,-1 2 1 0 0,-1 0-1 0 0,-1 0 1 0 0,-23-22-1 0 0,30 35-332 0 0,-1 2 0 0 0,1-1 0 0 0,-1 1 1 0 0,-1 1-1 0 0,1 0 0 0 0,-16-7 0 0 0,17 10-560 0 0,-1 0 0 0 0,1 1 0 0 0,-1 0 1 0 0,0 1-1 0 0,0 0 0 0 0,0 0 1 0 0,0 1-1 0 0,-16 1 0 0 0,-13 4-6389 0 0</inkml:trace>
</inkml:ink>
</file>

<file path=ppt/ink/ink2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7:08.6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67 103 8290 0 0,'-2'2'130'0'0,"0"1"0"0"0,0 0 1 0 0,0 1-1 0 0,0-1 0 0 0,0 0 0 0 0,1 0 1 0 0,-1 1-1 0 0,1-1 0 0 0,0 1 1 0 0,0-1-1 0 0,1 1 0 0 0,-2 6 0 0 0,-1 3 13 0 0,-5 18 77 0 0,2 1 0 0 0,1 0 0 0 0,1 0 0 0 0,1 0 0 0 0,2 0 0 0 0,2 0 0 0 0,5 44 0 0 0,-4-62-162 0 0,2 1 0 0 0,-1 0 0 0 0,2-1 0 0 0,0 0 0 0 0,1 0 0 0 0,0 0 0 0 0,15 22 0 0 0,-15-27 25 0 0,1 0-1 0 0,0 0 0 0 0,1-1 1 0 0,-1 0-1 0 0,2-1 1 0 0,-1 0-1 0 0,1 0 0 0 0,0-1 1 0 0,1 0-1 0 0,-1 0 0 0 0,17 6 1 0 0,-12-7-7 0 0,-1 0 1 0 0,1-1 0 0 0,0-1-1 0 0,0 0 1 0 0,0-1 0 0 0,1 0-1 0 0,-1-1 1 0 0,0-1-1 0 0,1 0 1 0 0,-1-1 0 0 0,0-1-1 0 0,0 0 1 0 0,0-1-1 0 0,0 0 1 0 0,0-1 0 0 0,0-1-1 0 0,13-6 1 0 0,-16 6 29 0 0,0-1 0 0 0,0-1-1 0 0,-1 0 1 0 0,1 0 0 0 0,-1-1 0 0 0,-1 0 0 0 0,0-1 0 0 0,0 0 0 0 0,-1 0 0 0 0,0-1 0 0 0,0 0-1 0 0,-1-1 1 0 0,0 1 0 0 0,-1-1 0 0 0,-1-1 0 0 0,1 1 0 0 0,-2-1 0 0 0,0 0 0 0 0,5-22 0 0 0,-7 18 59 0 0,0-1 1 0 0,-2 1-1 0 0,0-1 1 0 0,0 1-1 0 0,-2-1 1 0 0,0 1 0 0 0,-1 0-1 0 0,0 0 1 0 0,-2 0-1 0 0,0 0 1 0 0,0 0-1 0 0,-13-22 1 0 0,7 15 80 0 0,-2 1 0 0 0,0 1 0 0 0,-2 0 0 0 0,0 1 0 0 0,-1 0 0 0 0,-1 1 0 0 0,-30-25 0 0 0,41 38-398 0 0,-1 0 0 0 0,0 1-1 0 0,-1 0 1 0 0,1 0-1 0 0,-1 1 1 0 0,0 0-1 0 0,0 0 1 0 0,-1 0 0 0 0,1 1-1 0 0,-1 1 1 0 0,1-1-1 0 0,-1 2 1 0 0,0-1 0 0 0,0 1-1 0 0,0 0 1 0 0,0 1-1 0 0,0 0 1 0 0,0 0-1 0 0,1 1 1 0 0,-1 0 0 0 0,0 1-1 0 0,0 0 1 0 0,0 0-1 0 0,1 1 1 0 0,-1 0-1 0 0,1 1 1 0 0,0-1 0 0 0,0 2-1 0 0,0-1 1 0 0,1 1-1 0 0,0 0 1 0 0,-1 1-1 0 0,-11 12 1 0 0,2 0-274 0 0,2 2 1 0 0,0-1-1 0 0,1 2 1 0 0,1 0-1 0 0,1 1 0 0 0,1 0 1 0 0,-10 28-1 0 0,-5 10 412 0 0</inkml:trace>
</inkml:ink>
</file>

<file path=ppt/ink/ink2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7:10.5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11979 0 0,'0'0'922'0'0,"4"13"1446"0"0,18 111-93 0 0,10 171 1 0 0,-24-185-3069 0 0,4 0 0 0 0,37 146 0 0 0,-36-209 740 0 0</inkml:trace>
</inkml:ink>
</file>

<file path=ppt/ink/ink2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7:11.5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0 13363 0 0,'-4'5'468'0'0,"0"1"-1"0"0,0 0 1 0 0,0-1 0 0 0,1 1 0 0 0,0 0-1 0 0,0 1 1 0 0,1-1 0 0 0,0 1 0 0 0,-3 12-1 0 0,-9 64 1038 0 0,13-76-1426 0 0,-2 38 152 0 0,1-1-1 0 0,2 1 0 0 0,10 74 1 0 0,37 132-3348 0 0,-28-158 2374 0 0,-11-47 733 0 0</inkml:trace>
</inkml:ink>
</file>

<file path=ppt/ink/ink2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7:11.9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 16131 0 0,'-3'7'1433'0'0,"2"2"-1145"0"0,1-1-288 0 0,0-1 0 0 0,0 1 504 0 0,0 8 40 0 0,0 14 16 0 0,0 19 0 0 0,1 16-240 0 0,2 8-40 0 0,0 2-16 0 0,3-7 1 0 0,-1-2-490 0 0,4-5-95 0 0,3-2-16 0 0,14 24-3312 0 0,7-5-673 0 0,6-2-128 0 0</inkml:trace>
</inkml:ink>
</file>

<file path=ppt/ink/ink2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7:46.872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736 328 4145 0 0,'-4'-1'-38'0'0,"1"1"1"0"0,-1 0-1 0 0,0 0 0 0 0,0 0 1 0 0,1 1-1 0 0,-1-1 0 0 0,0 1 1 0 0,0 0-1 0 0,-6 2 1 0 0,-36 14-889 0 0,45-17 932 0 0,-107 44 426 0 0,-143 36 0 0 0,225-74 82 0 0,1 2-1 0 0,-1 1 1 0 0,2 1 0 0 0,-39 20-1 0 0,128-42 2056 0 0,15-10-1924 0 0,-2 2-33 0 0,-2-3 0 0 0,-1-3 0 0 0,79-40 0 0 0,-142 59-558 0 0,132-74 1185 0 0,-129 70-1096 0 0,0 1-1 0 0,-1-2 0 0 0,0 0 1 0 0,0-1-1 0 0,-2 0 0 0 0,21-27 0 0 0,-31 37-174 0 0,0 1-1 0 0,-1-1 1 0 0,1 0-1 0 0,-1 1 1 0 0,0-1-1 0 0,0 0 0 0 0,0 0 1 0 0,0 0-1 0 0,0 0 1 0 0,-1 0-1 0 0,1 0 1 0 0,-1-1-1 0 0,0 1 1 0 0,0 0-1 0 0,0 0 0 0 0,0 0 1 0 0,0 0-1 0 0,-2-5 1 0 0,0 4-64 0 0,1 0 0 0 0,-1 0 0 0 0,0-1-1 0 0,-1 1 1 0 0,1 0 0 0 0,-1 1 0 0 0,1-1 0 0 0,-1 0 0 0 0,0 1 0 0 0,-1 0 0 0 0,-4-5 0 0 0,-1 1-169 0 0,0 1 1 0 0,-1-1 0 0 0,0 1 0 0 0,0 1 0 0 0,-1 0 0 0 0,0 1 0 0 0,1 0 0 0 0,-1 0 0 0 0,-13-2-1 0 0,8 4 214 0 0,0 1-1 0 0,0 1 1 0 0,1 0-1 0 0,-1 1 1 0 0,0 1 0 0 0,1 0-1 0 0,-1 1 1 0 0,1 1-1 0 0,0 1 1 0 0,0 0-1 0 0,0 0 1 0 0,-16 10-1 0 0,-19 12 215 0 0,-92 64-1 0 0,138-88-166 0 0,-37 28 57 0 0,2 2-1 0 0,-45 46 0 0 0,-61 82-268 0 0,143-159 207 0 0,-5 7-37 0 0,-1 0-1 0 0,1 0 0 0 0,0 1 1 0 0,1 0-1 0 0,1 1 0 0 0,-1-1 1 0 0,-5 18-1 0 0,10-25 47 0 0,1-1 1 0 0,-1 1 0 0 0,1 0-1 0 0,-1-1 1 0 0,1 1-1 0 0,0 0 1 0 0,0 0 0 0 0,0-1-1 0 0,0 1 1 0 0,1 0-1 0 0,-1-1 1 0 0,1 1 0 0 0,0 0-1 0 0,0-1 1 0 0,1 5-1 0 0,0-4 26 0 0,0-1 0 0 0,0 0-1 0 0,0 1 1 0 0,0-1-1 0 0,1 0 1 0 0,-1 0-1 0 0,0 0 1 0 0,1 0 0 0 0,0 0-1 0 0,-1-1 1 0 0,1 1-1 0 0,0-1 1 0 0,0 0-1 0 0,0 0 1 0 0,0 0-1 0 0,5 1 1 0 0,10 2 304 0 0,-1-1 1 0 0,1-1-1 0 0,0-1 0 0 0,-1-1 0 0 0,30-2 1 0 0,90-19 450 0 0,-119 18-755 0 0,37-9 27 0 0,0-2 0 0 0,77-31 0 0 0,99-57 69 0 0,-184 81-58 0 0,-26 11-49 0 0,-1-1 0 0 0,32-22 0 0 0,-44 28-12 0 0,-1-1 0 0 0,0 0 0 0 0,0-1 0 0 0,-1 1 0 0 0,1-2 0 0 0,-1 1 0 0 0,-1 0 0 0 0,0-1 0 0 0,6-11 0 0 0,-10 19-9 0 0,-1-1 0 0 0,1 0 1 0 0,-1 0-1 0 0,1 0 0 0 0,-1 0 1 0 0,0 0-1 0 0,1 0 0 0 0,-1 0 0 0 0,0 0 1 0 0,0 0-1 0 0,0 0 0 0 0,1 0 1 0 0,-1 0-1 0 0,0 0 0 0 0,0 0 1 0 0,-1 0-1 0 0,1 0 0 0 0,0 0 0 0 0,0 0 1 0 0,0 0-1 0 0,-1 0 0 0 0,1 0 1 0 0,0 0-1 0 0,-1 0 0 0 0,1 0 1 0 0,-1 1-1 0 0,1-1 0 0 0,-1 0 0 0 0,1 0 1 0 0,-1 0-1 0 0,0 0 0 0 0,0 1 1 0 0,1-1-1 0 0,-1 0 0 0 0,0 1 1 0 0,0-1-1 0 0,0 1 0 0 0,1-1 1 0 0,-1 1-1 0 0,0-1 0 0 0,0 1 0 0 0,0 0 1 0 0,0-1-1 0 0,0 1 0 0 0,0 0 1 0 0,0 0-1 0 0,0-1 0 0 0,0 1 1 0 0,0 0-1 0 0,0 0 0 0 0,-1 0 0 0 0,-8 0-121 0 0,0-1 0 0 0,-1 2 0 0 0,-18 2-1 0 0,25-3 91 0 0,-23 5-357 0 0,0 1 1 0 0,0 1-1 0 0,0 2 0 0 0,1 1 1 0 0,0 0-1 0 0,1 2 1 0 0,-42 27-1 0 0,-154 125-456 0 0,207-153 939 0 0,4-3-24 0 0,-16 13-4 0 0,-39 41 0 0 0,59-56 34 0 0,0 1 1 0 0,1 0-1 0 0,0 0 0 0 0,0 0 0 0 0,0 0 0 0 0,1 1 0 0 0,1 0 0 0 0,-1 0 0 0 0,1 0 0 0 0,0 0 0 0 0,-3 16 0 0 0,6-20-13 0 0,0 0-1 0 0,0-1 1 0 0,0 1 0 0 0,0 0-1 0 0,0-1 1 0 0,1 1 0 0 0,-1-1-1 0 0,1 1 1 0 0,0 0 0 0 0,0-1-1 0 0,0 0 1 0 0,1 1 0 0 0,-1-1-1 0 0,1 0 1 0 0,0 1 0 0 0,0-1-1 0 0,3 4 1 0 0,0-3 5 0 0,-1 1-1 0 0,1-1 1 0 0,0 0 0 0 0,0 0 0 0 0,1 0-1 0 0,-1-1 1 0 0,1 0 0 0 0,0 0-1 0 0,7 3 1 0 0,8 0 178 0 0,0 0 0 0 0,1-1-1 0 0,0 0 1 0 0,36 1 0 0 0,-19-4-162 0 0,0-2-1 0 0,0-2 1 0 0,0-1 0 0 0,0-2 0 0 0,-1-2 0 0 0,1-1-1 0 0,-2-2 1 0 0,1-2 0 0 0,-1-1 0 0 0,-1-2 0 0 0,65-37-1 0 0,-95 48-220 0 0,0 0 0 0 0,0-1-1 0 0,-1 1 1 0 0,0-1-1 0 0,0 0 1 0 0,0 0 0 0 0,-1-1-1 0 0,1 0 1 0 0,-1 1-1 0 0,-1-1 1 0 0,5-9 0 0 0,-7 12 80 0 0,0 1 0 0 0,0 0 0 0 0,0-1 0 0 0,-1 1 0 0 0,1 0 0 0 0,-1-1 1 0 0,1 1-1 0 0,-1-1 0 0 0,0 1 0 0 0,0-1 0 0 0,0 1 0 0 0,0-1 1 0 0,-1 1-1 0 0,1-1 0 0 0,-1 1 0 0 0,1 0 0 0 0,-1-1 0 0 0,0 1 0 0 0,0 0 1 0 0,0 0-1 0 0,0-1 0 0 0,0 1 0 0 0,-1 0 0 0 0,1 0 0 0 0,-1 0 1 0 0,1 0-1 0 0,-1 0 0 0 0,0 1 0 0 0,0-1 0 0 0,1 0 0 0 0,-1 1 0 0 0,0 0 1 0 0,-1-1-1 0 0,1 1 0 0 0,-3-1 0 0 0,-8-5-57 0 0,-1 1-1 0 0,-1 0 1 0 0,1 1 0 0 0,-1 1-1 0 0,0 0 1 0 0,0 1 0 0 0,0 1-1 0 0,0 0 1 0 0,0 1 0 0 0,-1 1-1 0 0,1 0 1 0 0,-20 3-1 0 0,10 1-305 0 0,-1 1-1 0 0,1 1 1 0 0,0 1-1 0 0,1 1 1 0 0,0 2-1 0 0,-33 17 1 0 0,31-13 161 0 0,2 1 0 0 0,0 1-1 0 0,1 1 1 0 0,-29 28 0 0 0,41-34 260 0 0,0 0 0 0 0,1 1 1 0 0,0 0-1 0 0,1 0 0 0 0,0 1 0 0 0,1 1 0 0 0,1-1 1 0 0,0 1-1 0 0,-9 27 0 0 0,14-36 0 0 0,1 1 0 0 0,-1-1 0 0 0,1 1 0 0 0,1 0 0 0 0,-1 0 0 0 0,1-1 0 0 0,0 1-1 0 0,0 0 1 0 0,1 0 0 0 0,-1-1 0 0 0,1 1 0 0 0,0 0 0 0 0,1-1 0 0 0,0 1 0 0 0,0-1 0 0 0,0 0 0 0 0,0 1 0 0 0,1-1 0 0 0,0 0 0 0 0,0 0 0 0 0,0-1-1 0 0,5 6 1 0 0,-2-4 81 0 0,1 0 0 0 0,0 0 0 0 0,0-1-1 0 0,0 0 1 0 0,0-1 0 0 0,1 0 0 0 0,0 0-1 0 0,0 0 1 0 0,0-1 0 0 0,0 0 0 0 0,0-1-1 0 0,1 0 1 0 0,-1 0 0 0 0,11 0 0 0 0,3 0 233 0 0,1-1 0 0 0,-1-1 1 0 0,1-2-1 0 0,-1 0 0 0 0,0-1 1 0 0,25-7-1 0 0,-4-2 406 0 0,-1-2 0 0 0,46-21-1 0 0,-76 29-689 0 0,0 1-1 0 0,-1-2 0 0 0,0 1 0 0 0,0-2 0 0 0,-1 1 0 0 0,0-2 0 0 0,0 1 1 0 0,-1-1-1 0 0,12-15 0 0 0,-18 20-127 0 0,0 0 0 0 0,0-1 0 0 0,0 1 0 0 0,-1-1 0 0 0,0 0 0 0 0,0 0 1 0 0,0 1-1 0 0,0-1 0 0 0,-1-1 0 0 0,0 1 0 0 0,0 0 0 0 0,0 0 0 0 0,-1 0 0 0 0,1-1 1 0 0,-1 1-1 0 0,-1 0 0 0 0,1 0 0 0 0,-1-1 0 0 0,0 1 0 0 0,0 0 0 0 0,0 0 0 0 0,-1 0 0 0 0,1 0 1 0 0,-1 0-1 0 0,-4-7 0 0 0,0 2-128 0 0,-1 0 1 0 0,0 0-1 0 0,0 0 1 0 0,-1 1-1 0 0,0 0 1 0 0,0 1-1 0 0,-1 0 1 0 0,0 0-1 0 0,-1 1 1 0 0,0 0-1 0 0,0 1 1 0 0,0 0-1 0 0,-1 0 1 0 0,1 1-1 0 0,-2 0 0 0 0,-19-5 1 0 0,16 7 131 0 0,-1 0 0 0 0,1 0-1 0 0,0 2 1 0 0,-1 0 0 0 0,1 0 0 0 0,0 2 0 0 0,-1 0-1 0 0,1 0 1 0 0,0 2 0 0 0,0 0 0 0 0,0 0 0 0 0,-23 10-1 0 0,-1 4 228 0 0,1 2-1 0 0,1 2 0 0 0,1 1 0 0 0,1 2 0 0 0,1 2 1 0 0,1 0-1 0 0,-42 44 0 0 0,60-53 311 0 0,-25 33 0 0 0,36-44-389 0 0,0 0-1 0 0,0 0 0 0 0,1 0 1 0 0,0 0-1 0 0,0 1 0 0 0,1-1 0 0 0,0 1 1 0 0,0 0-1 0 0,0 0 0 0 0,0 7 0 0 0,2-11-83 0 0,0-1 0 0 0,1 0 0 0 0,-1 1-1 0 0,0-1 1 0 0,1 0 0 0 0,0 1 0 0 0,0-1-1 0 0,-1 0 1 0 0,1 0 0 0 0,1 0 0 0 0,-1 0-1 0 0,0 0 1 0 0,0 0 0 0 0,1 0 0 0 0,-1 0-1 0 0,1-1 1 0 0,-1 1 0 0 0,1 0 0 0 0,0-1-1 0 0,0 1 1 0 0,0-1 0 0 0,0 0 0 0 0,0 0-1 0 0,0 0 1 0 0,0 0 0 0 0,0 0 0 0 0,0 0-1 0 0,0 0 1 0 0,1-1 0 0 0,-1 1 0 0 0,3 0-1 0 0,7 1-37 0 0,0 1 0 0 0,0-2 0 0 0,1 0 0 0 0,18-1 0 0 0,2-2 270 0 0,1-2 0 0 0,0-1 0 0 0,-1-1 0 0 0,0-3 0 0 0,37-13-1 0 0,-14 0 281 0 0,-1-2-1 0 0,54-33 1 0 0,-79 40-320 0 0,-1-2 1 0 0,39-32-1 0 0,-61 46-155 0 0,-1-1 1 0 0,0 1-1 0 0,1-2 1 0 0,-2 1-1 0 0,1-1 0 0 0,-1 1 1 0 0,0-2-1 0 0,-1 1 0 0 0,0 0 1 0 0,0-1-1 0 0,0 0 1 0 0,-1 0-1 0 0,0 0 0 0 0,-1 0 1 0 0,3-14-1 0 0,-5 15-106 0 0,0 0 0 0 0,-1 0 1 0 0,0 0-1 0 0,0 0 0 0 0,-1 0 0 0 0,0 0 0 0 0,0 0 0 0 0,-1 1 1 0 0,1-1-1 0 0,-1 1 0 0 0,-1 0 0 0 0,1-1 0 0 0,-1 2 0 0 0,-1-1 1 0 0,1 0-1 0 0,-1 1 0 0 0,1 0 0 0 0,-2 0 0 0 0,1 0 0 0 0,-11-7 0 0 0,5 4-16 0 0,1 1-1 0 0,-1 1 0 0 0,0 0 0 0 0,0 0 1 0 0,-1 1-1 0 0,1 1 0 0 0,-1 0 1 0 0,0 0-1 0 0,0 1 0 0 0,-1 1 0 0 0,-14-1 1 0 0,15 3 17 0 0,-1 0 1 0 0,0 1 0 0 0,0 0 0 0 0,1 1 0 0 0,-1 1 0 0 0,1 0-1 0 0,-1 1 1 0 0,1 0 0 0 0,-15 8 0 0 0,10-3 120 0 0,0 0 1 0 0,1 1-1 0 0,1 1 1 0 0,0 1-1 0 0,-25 24 1 0 0,20-15 256 0 0,2 1-1 0 0,0 0 1 0 0,2 2 0 0 0,0 0 0 0 0,2 0-1 0 0,0 2 1 0 0,2 0 0 0 0,-13 37 0 0 0,21-51-186 0 0,1 0 1 0 0,0 0 0 0 0,0 1 0 0 0,2-1 0 0 0,-1 1-1 0 0,2-1 1 0 0,0 1 0 0 0,0-1 0 0 0,3 15-1 0 0,-2-22-150 0 0,0 1-1 0 0,0-1 1 0 0,1 0-1 0 0,0 0 1 0 0,0 1-1 0 0,0-1 1 0 0,1-1-1 0 0,0 1 1 0 0,0 0 0 0 0,0-1-1 0 0,0 1 1 0 0,1-1-1 0 0,0 0 1 0 0,-1 0-1 0 0,2-1 1 0 0,-1 1-1 0 0,0-1 1 0 0,1 0-1 0 0,-1 0 1 0 0,1 0-1 0 0,0-1 1 0 0,0 1-1 0 0,7 1 1 0 0,2 0-17 0 0,0-1 0 0 0,1 0 1 0 0,-1-1-1 0 0,1-1 0 0 0,0 0 0 0 0,-1-1 1 0 0,1-1-1 0 0,0 0 0 0 0,-1-1 0 0 0,1 0 1 0 0,-1-2-1 0 0,1 1 0 0 0,-1-2 0 0 0,14-6 1 0 0,0 0 368 0 0,-1-2-1 0 0,0-2 1 0 0,0 0 0 0 0,-1-2 0 0 0,42-35 0 0 0,-61 46-307 0 0,0-1-1 0 0,0 1 1 0 0,-1-1 0 0 0,0 0-1 0 0,0-1 1 0 0,-1 1 0 0 0,0-1-1 0 0,-1 0 1 0 0,1 0 0 0 0,-1-1-1 0 0,-1 1 1 0 0,0-1 0 0 0,0 0-1 0 0,0 0 1 0 0,-1 0 0 0 0,-1 0-1 0 0,0 0 1 0 0,0-1 0 0 0,0 1-1 0 0,-1 0 1 0 0,-1-1 0 0 0,0 1-1 0 0,0 0 1 0 0,-1 0 0 0 0,0 0-1 0 0,0 0 1 0 0,-1 0 0 0 0,0 0-1 0 0,-1 1 1 0 0,0-1 0 0 0,0 1-1 0 0,-1 0 1 0 0,-10-14 0 0 0,8 12-144 0 0,0 0-1 0 0,-1 0 1 0 0,0 1 0 0 0,-1 0 0 0 0,0 0 0 0 0,0 1 0 0 0,-1 0 0 0 0,0 1-1 0 0,0 0 1 0 0,-1 1 0 0 0,0 0 0 0 0,0 1 0 0 0,-1 0 0 0 0,1 0 0 0 0,-1 1-1 0 0,0 1 1 0 0,0 0 0 0 0,0 1 0 0 0,0 0 0 0 0,-1 0 0 0 0,1 2 0 0 0,0 0-1 0 0,-17 1 1 0 0,-23 9-204 0 0,1 1-1 0 0,1 3 1 0 0,0 2-1 0 0,-88 42 1 0 0,113-46 599 0 0,1 0 0 0 0,1 1 1 0 0,-29 22-1 0 0,45-30-107 0 0,1 0 0 0 0,-1 0 0 0 0,1 1 0 0 0,0 0 0 0 0,1 0 0 0 0,0 1 0 0 0,0-1 0 0 0,0 1 0 0 0,1 0 0 0 0,0 1 1 0 0,0-1-1 0 0,1 1 0 0 0,0-1 0 0 0,0 1 0 0 0,-2 9 0 0 0,5-16-218 0 0,0 1 0 0 0,-1-1 0 0 0,1 1 0 0 0,0 0 0 0 0,0-1-1 0 0,0 1 1 0 0,0 0 0 0 0,0-1 0 0 0,0 1 0 0 0,0 0 0 0 0,1-1 0 0 0,-1 1 0 0 0,1-1 0 0 0,-1 1 0 0 0,1 0 0 0 0,0-1 0 0 0,-1 1 0 0 0,1-1 0 0 0,0 0 0 0 0,0 1 0 0 0,0-1 0 0 0,0 0 0 0 0,0 1 0 0 0,2 1 0 0 0,0-2-70 0 0,0 1 0 0 0,-1-1 0 0 0,1 0 1 0 0,0 0-1 0 0,0 0 0 0 0,0 0 0 0 0,0-1 0 0 0,-1 1 1 0 0,1-1-1 0 0,0 1 0 0 0,0-1 0 0 0,5-1 0 0 0,7 0-344 0 0,0-1 0 0 0,-1 0 0 0 0,1-2 0 0 0,18-6 0 0 0,5-3 380 0 0,-2-3 0 0 0,0-1 0 0 0,-1-1-1 0 0,0-2 1 0 0,-2-1 0 0 0,-1-2 0 0 0,0-2-1 0 0,34-34 1 0 0,-59 52 408 0 0,-1-1 1 0 0,0 0-1 0 0,0 0 1 0 0,-1 0-1 0 0,0-1 1 0 0,0 0-1 0 0,-1 0 1 0 0,-1 0-1 0 0,1 0 1 0 0,-1-1-1 0 0,-1 0 1 0 0,3-15-1 0 0,-5 21-166 0 0,1-1 0 0 0,-1 1 0 0 0,0-1 0 0 0,0 1 0 0 0,-1 0 0 0 0,1-1 0 0 0,-1 1 0 0 0,0 0 0 0 0,0 0 0 0 0,0-1-1 0 0,-1 1 1 0 0,0 0 0 0 0,1 0 0 0 0,-1 0 0 0 0,-1 1 0 0 0,1-1 0 0 0,0 0 0 0 0,-1 1 0 0 0,0 0 0 0 0,0-1 0 0 0,0 1 0 0 0,0 0-1 0 0,0 0 1 0 0,-1 1 0 0 0,1-1 0 0 0,-1 1 0 0 0,0 0 0 0 0,0 0 0 0 0,0 0 0 0 0,-6-2 0 0 0,3 2-251 0 0,1 1 0 0 0,-1-1 0 0 0,1 2 0 0 0,-1-1 0 0 0,0 1 0 0 0,1 0 0 0 0,-1 0 0 0 0,1 0 0 0 0,-1 1 0 0 0,1 0 0 0 0,-10 3 0 0 0,-4 2-707 0 0,0 1 0 0 0,-24 12 0 0 0,6 0-636 0 0</inkml:trace>
</inkml:ink>
</file>

<file path=ppt/ink/ink2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8:03.858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153 0 11979 0 0,'-2'0'41'0'0,"1"0"0"0"0,-1 0 1 0 0,1 0-1 0 0,-1 0 0 0 0,1 1 1 0 0,-1-1-1 0 0,1 0 0 0 0,-1 1 1 0 0,1-1-1 0 0,0 1 1 0 0,-1-1-1 0 0,1 1 0 0 0,-1 0 1 0 0,1-1-1 0 0,0 1 0 0 0,0 0 1 0 0,-1 0-1 0 0,1 0 0 0 0,0 0 1 0 0,0 0-1 0 0,0 0 1 0 0,0 0-1 0 0,0 1 0 0 0,0-1 1 0 0,1 0-1 0 0,-1 1 0 0 0,0-1 1 0 0,1 0-1 0 0,-2 3 0 0 0,-22 52-484 0 0,19-43 606 0 0,-12 36 44 0 0,3 1 1 0 0,1 0-1 0 0,-7 63 0 0 0,-3 157 1300 0 0,23-254-1462 0 0,0 1-1 0 0,1-1 1 0 0,1 1 0 0 0,1-1-1 0 0,0 0 1 0 0,1 0-1 0 0,0 0 1 0 0,2 0-1 0 0,10 22 1 0 0,-13-33-57 0 0,0 1 0 0 0,1 0-1 0 0,-1-1 1 0 0,1 0 0 0 0,1 0 0 0 0,-1 0-1 0 0,1 0 1 0 0,0-1 0 0 0,0 1 0 0 0,0-1-1 0 0,9 5 1 0 0,-10-7-20 0 0,1 0-1 0 0,0 0 0 0 0,0-1 1 0 0,0 1-1 0 0,1-1 0 0 0,-1 0 1 0 0,0 0-1 0 0,0-1 0 0 0,1 0 1 0 0,-1 0-1 0 0,0 0 0 0 0,1 0 1 0 0,-1-1-1 0 0,0 0 1 0 0,0 0-1 0 0,6-2 0 0 0,1-1 95 0 0,0-1 0 0 0,0-1 0 0 0,0 0 1 0 0,-1 0-1 0 0,0-1 0 0 0,0-1 0 0 0,-1 0 0 0 0,0 0 0 0 0,0-1 0 0 0,14-17 0 0 0,-3 1 214 0 0,-1-2 0 0 0,-1 0 0 0 0,16-31 0 0 0,-16 23-108 0 0,-2-1-1 0 0,18-50 0 0 0,-30 70-154 0 0,0-1 0 0 0,-1 0 0 0 0,0 0 0 0 0,-2 0 0 0 0,0 0 0 0 0,-1-1 0 0 0,-2-32 0 0 0,1 47-41 0 0,0 0-1 0 0,-1-1 1 0 0,1 1 0 0 0,-1 0 0 0 0,0 0 0 0 0,0 0 0 0 0,0 0-1 0 0,0 0 1 0 0,-1 0 0 0 0,1 0 0 0 0,-1 1 0 0 0,1-1 0 0 0,-1 0 0 0 0,0 1-1 0 0,0-1 1 0 0,0 1 0 0 0,-1 0 0 0 0,1 0 0 0 0,0 0 0 0 0,-1 0-1 0 0,0 0 1 0 0,-4-2 0 0 0,3 2-58 0 0,1 1-1 0 0,-1 1 1 0 0,0-1 0 0 0,1 0 0 0 0,-1 1-1 0 0,0 0 1 0 0,0 0 0 0 0,1 0-1 0 0,-1 0 1 0 0,0 1 0 0 0,1 0 0 0 0,-1-1-1 0 0,0 1 1 0 0,1 0 0 0 0,-1 1-1 0 0,1-1 1 0 0,-1 1 0 0 0,-6 3 0 0 0,-7 6-131 0 0,1 1 0 0 0,0 1 1 0 0,0 0-1 0 0,1 1 1 0 0,1 0-1 0 0,0 1 1 0 0,2 1-1 0 0,-1 0 1 0 0,2 1-1 0 0,-14 24 1 0 0,0 7 59 0 0,3 2 1 0 0,-28 85-1 0 0,47-126 171 0 0,-46 160 542 0 0,44-145-363 0 0,1-1 0 0 0,1 1 0 0 0,1 0 0 0 0,1 0 0 0 0,2 30-1 0 0,-1-50-192 0 0,1-1 0 0 0,-1 1 1 0 0,1-1-1 0 0,0 1 0 0 0,0-1 0 0 0,0 1 0 0 0,0-1 0 0 0,0 0 0 0 0,1 0 0 0 0,-1 1 0 0 0,1-1 0 0 0,0 0 0 0 0,0-1 0 0 0,0 1 1 0 0,1 0-1 0 0,-1-1 0 0 0,1 1 0 0 0,-1-1 0 0 0,1 1 0 0 0,0-1 0 0 0,0 0 0 0 0,4 2 0 0 0,-4-3-9 0 0,0 0 0 0 0,1 0 0 0 0,-1 0 0 0 0,0-1 0 0 0,1 0 0 0 0,-1 1 0 0 0,1-1 0 0 0,-1 0 0 0 0,1 0 1 0 0,-1-1-1 0 0,0 1 0 0 0,1-1 0 0 0,-1 0 0 0 0,0 0 0 0 0,1 0 0 0 0,-1 0 0 0 0,0 0 0 0 0,0-1 0 0 0,0 1 0 0 0,0-1 0 0 0,0 0 0 0 0,0 0 0 0 0,3-3 0 0 0,10-9 64 0 0,-1-2 0 0 0,0 1 0 0 0,-1-2 0 0 0,-1 0-1 0 0,0 0 1 0 0,-1-1 0 0 0,-1-1 0 0 0,-1 0 0 0 0,-1 0 0 0 0,-1-1 0 0 0,0 0 0 0 0,-1-1 0 0 0,-1 0 0 0 0,-2 0-1 0 0,0 0 1 0 0,-1 0 0 0 0,1-28 0 0 0,-4 39-48 0 0,-1-1 0 0 0,0 1 0 0 0,-1 0-1 0 0,0 0 1 0 0,0 0 0 0 0,-7-16 0 0 0,9 24-8 0 0,-1 1 0 0 0,1-1 0 0 0,-1 0 0 0 0,0 1-1 0 0,1-1 1 0 0,-1 1 0 0 0,0 0 0 0 0,0-1 0 0 0,0 1 0 0 0,0 0 0 0 0,0-1 0 0 0,0 1 0 0 0,-1 0-1 0 0,1 0 1 0 0,0 0 0 0 0,0 0 0 0 0,-1 0 0 0 0,1 0 0 0 0,-1 0 0 0 0,1 1 0 0 0,-1-1 0 0 0,1 0-1 0 0,-1 1 1 0 0,1-1 0 0 0,-1 1 0 0 0,0 0 0 0 0,1-1 0 0 0,-1 1 0 0 0,0 0 0 0 0,1 0-1 0 0,-1 0 1 0 0,0 0 0 0 0,1 0 0 0 0,-1 1 0 0 0,0-1 0 0 0,1 0 0 0 0,-1 1 0 0 0,1-1 0 0 0,-1 1-1 0 0,1 0 1 0 0,-1-1 0 0 0,1 1 0 0 0,-1 0 0 0 0,1 0 0 0 0,-1 0 0 0 0,1 0 0 0 0,0 0 0 0 0,-2 3-1 0 0,-6 3-10 0 0,1 1 0 0 0,-1 1-1 0 0,2-1 1 0 0,0 2 0 0 0,0-1-1 0 0,-8 15 1 0 0,-31 67-80 0 0,29-54 41 0 0,-8 14 96 0 0,3 2 0 0 0,-22 78 0 0 0,37-103 15 0 0,1 0-1 0 0,1 0 1 0 0,2 0 0 0 0,1 0-1 0 0,1 1 1 0 0,5 52-1 0 0,-3-72-26 0 0,1-1 0 0 0,0 1 0 0 0,0-1 0 0 0,1 0 0 0 0,0 1-1 0 0,0-1 1 0 0,1 0 0 0 0,0-1 0 0 0,0 1 0 0 0,1-1 0 0 0,0 0 0 0 0,8 9 0 0 0,-10-14-12 0 0,-1 1 1 0 0,1-1 0 0 0,0 0 0 0 0,-1 0 0 0 0,1 0 0 0 0,0 0 0 0 0,0-1 0 0 0,0 1 0 0 0,0-1 0 0 0,1 1 0 0 0,-1-1 0 0 0,0 0 0 0 0,1-1 0 0 0,-1 1 0 0 0,0-1 0 0 0,1 1 0 0 0,-1-1 0 0 0,1 0 0 0 0,-1 0 0 0 0,1 0 0 0 0,-1-1 0 0 0,0 1 0 0 0,1-1 0 0 0,-1 0 0 0 0,0 0 0 0 0,1 0 0 0 0,-1 0 0 0 0,0-1 0 0 0,0 1 0 0 0,0-1 0 0 0,0 0 0 0 0,0 0 0 0 0,4-3 0 0 0,4-4 62 0 0,-1-1-1 0 0,0 0 1 0 0,0-1 0 0 0,-1 1-1 0 0,0-2 1 0 0,-1 1-1 0 0,0-1 1 0 0,-1-1 0 0 0,0 1-1 0 0,-1-1 1 0 0,-1-1-1 0 0,0 1 1 0 0,4-15 0 0 0,-2-1-68 0 0,-1 0-1 0 0,-1-1 1 0 0,-1 0 0 0 0,-2 0 0 0 0,-1-35 0 0 0,-4 23-330 0 0,-1 0 0 0 0,-2 0 0 0 0,-2 1-1 0 0,-2 0 1 0 0,-2 0 0 0 0,-1 1 0 0 0,-23-47 0 0 0,33 81 235 0 0,0 0-1 0 0,0 1 1 0 0,-1-1-1 0 0,0 0 0 0 0,0 1 1 0 0,0 0-1 0 0,-1 0 1 0 0,0 0-1 0 0,-7-6 1 0 0,10 10 77 0 0,0 0 1 0 0,0 0-1 0 0,0 0 1 0 0,-1 0 0 0 0,1 0-1 0 0,0 1 1 0 0,0-1-1 0 0,0 0 1 0 0,-1 1 0 0 0,1 0-1 0 0,0 0 1 0 0,-1-1-1 0 0,1 1 1 0 0,0 1 0 0 0,-1-1-1 0 0,1 0 1 0 0,0 0 0 0 0,-1 1-1 0 0,1 0 1 0 0,0-1-1 0 0,0 1 1 0 0,0 0 0 0 0,-1 0-1 0 0,1 0 1 0 0,0 0-1 0 0,0 0 1 0 0,0 1 0 0 0,1-1-1 0 0,-1 1 1 0 0,-2 1-1 0 0,-4 5 86 0 0,0 0-1 0 0,1 1 0 0 0,0 0 0 0 0,0 0 1 0 0,1 0-1 0 0,0 1 0 0 0,1 0 0 0 0,0 0 1 0 0,0 1-1 0 0,1-1 0 0 0,1 1 0 0 0,-1 0 1 0 0,2 0-1 0 0,-3 18 0 0 0,3-9 122 0 0,0-1-1 0 0,1 1 1 0 0,2 0 0 0 0,0 0-1 0 0,1-1 1 0 0,0 1 0 0 0,10 30-1 0 0,-10-40-169 0 0,1-1 0 0 0,0 1 0 0 0,1-1 1 0 0,0 0-1 0 0,1 0 0 0 0,-1 0 0 0 0,2-1 0 0 0,-1 1 0 0 0,1-1 0 0 0,1-1 0 0 0,-1 1 0 0 0,1-1 0 0 0,1 0 0 0 0,-1-1 0 0 0,1 0 0 0 0,0 0 0 0 0,0 0 0 0 0,1-1 0 0 0,0 0 0 0 0,0-1 0 0 0,0 0 1 0 0,0-1-1 0 0,1 0 0 0 0,-1 0 0 0 0,1-1 0 0 0,0 0 0 0 0,14 1 0 0 0,14-1-1561 0 0</inkml:trace>
</inkml:ink>
</file>

<file path=ppt/ink/ink2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8:04.877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352 831 10594 0 0,'-1'-17'218'0'0,"0"-1"0"0"0,1 1-1 0 0,1 0 1 0 0,5-33 0 0 0,0 5-160 0 0,2-24 26 0 0,4-56 8 0 0,-11 108 0 0 0,-1 1-1 0 0,-1-1 1 0 0,0 1-1 0 0,-2 0 1 0 0,-5-23 0 0 0,7 36-61 0 0,0-1 0 0 0,0 1 0 0 0,0 0 0 0 0,0 0 0 0 0,0 0 0 0 0,-1 0 0 0 0,1 1 0 0 0,-1-1 0 0 0,0 0 0 0 0,0 1 0 0 0,0-1 0 0 0,0 1 0 0 0,-1-1 0 0 0,1 1 0 0 0,-1 0 0 0 0,1 0 0 0 0,-1 0 0 0 0,0 1 0 0 0,1-1 0 0 0,-1 0 0 0 0,0 1 0 0 0,0 0 0 0 0,0 0 0 0 0,-1 0 0 0 0,-2-1 0 0 0,0 2-7 0 0,1 0-1 0 0,0 0 0 0 0,-1 0 1 0 0,1 1-1 0 0,0-1 1 0 0,0 1-1 0 0,0 0 0 0 0,0 1 1 0 0,-1 0-1 0 0,2-1 1 0 0,-1 2-1 0 0,0-1 0 0 0,0 0 1 0 0,-8 7-1 0 0,-3 4 28 0 0,-1 0 0 0 0,2 1 0 0 0,0 1 0 0 0,0 1 1 0 0,-23 33-1 0 0,15-15 12 0 0,2 1 0 0 0,-19 41 0 0 0,35-66 85 0 0,1 0 0 0 0,0 0-1 0 0,1 0 1 0 0,0 0 0 0 0,1 1-1 0 0,0-1 1 0 0,0 1 0 0 0,1 13-1 0 0,1-21-79 0 0,0 0 0 0 0,0 0-1 0 0,0-1 1 0 0,1 1-1 0 0,-1 0 1 0 0,1 0-1 0 0,0-1 1 0 0,0 1-1 0 0,0-1 1 0 0,0 1 0 0 0,0 0-1 0 0,1-1 1 0 0,-1 0-1 0 0,1 1 1 0 0,-1-1-1 0 0,1 0 1 0 0,0 0 0 0 0,0 0-1 0 0,0 0 1 0 0,0 0-1 0 0,0 0 1 0 0,1-1-1 0 0,-1 1 1 0 0,0-1-1 0 0,1 1 1 0 0,-1-1 0 0 0,1 0-1 0 0,0 0 1 0 0,-1 0-1 0 0,1 0 1 0 0,0-1-1 0 0,-1 1 1 0 0,1-1-1 0 0,0 0 1 0 0,0 1 0 0 0,2-1-1 0 0,5-1-24 0 0,0 1 0 0 0,0-2 0 0 0,0 1 1 0 0,-1-1-1 0 0,1 0 0 0 0,-1-1 0 0 0,0 0 0 0 0,0-1 0 0 0,0 0 0 0 0,0 0 0 0 0,0-1 0 0 0,-1 0 0 0 0,0-1 1 0 0,12-9-1 0 0,9-10-103 0 0,-1-1 1 0 0,32-39-1 0 0,-37 38-173 0 0,-2-1 0 0 0,0-1 0 0 0,-2 0 0 0 0,-2-2 0 0 0,28-64 0 0 0,-37 73-23 0 0,0-1 0 0 0,-1 0 0 0 0,-2-1 0 0 0,0 1 0 0 0,-1-1 0 0 0,-2 0 0 0 0,0 0 0 0 0,-2 0 0 0 0,-4-40 0 0 0,4 60 230 0 0,-1 0 0 0 0,0-1 0 0 0,0 1 0 0 0,0 0-1 0 0,0 0 1 0 0,-1 0 0 0 0,0 0 0 0 0,0 0 0 0 0,0 0 0 0 0,0 0 0 0 0,0 1-1 0 0,-4-5 1 0 0,5 7 30 0 0,-1 0 0 0 0,1 0 0 0 0,-1 0 0 0 0,0-1 0 0 0,0 2 0 0 0,1-1 0 0 0,-1 0-1 0 0,0 0 1 0 0,0 0 0 0 0,0 1 0 0 0,0-1 0 0 0,0 1 0 0 0,0 0 0 0 0,0 0 0 0 0,0-1 0 0 0,0 1 0 0 0,0 0-1 0 0,0 1 1 0 0,0-1 0 0 0,0 0 0 0 0,0 0 0 0 0,0 1 0 0 0,0-1 0 0 0,0 1 0 0 0,0 0 0 0 0,1 0 0 0 0,-1 0-1 0 0,-2 1 1 0 0,-10 6 4 0 0,0 0-1 0 0,1 1 0 0 0,0 0 0 0 0,0 1 0 0 0,1 1 0 0 0,0 0 0 0 0,1 0 0 0 0,-12 16 1 0 0,0 4-125 0 0,2 0 0 0 0,-25 46 0 0 0,24-32 58 0 0,2 0 1 0 0,1 1 0 0 0,3 1-1 0 0,-16 73 1 0 0,25-81 235 0 0,1 0 0 0 0,2 1 0 0 0,1 0 0 0 0,3 0 0 0 0,1 0 0 0 0,7 43 0 0 0,-6-71-115 0 0,0 0 0 0 0,1 0 0 0 0,0 0 0 0 0,1 0 0 0 0,0-1 0 0 0,1 0 0 0 0,0 0 0 0 0,13 20 0 0 0,-15-27-53 0 0,1 1-1 0 0,0 0 1 0 0,1-1 0 0 0,-1 0-1 0 0,1 0 1 0 0,-1 0 0 0 0,1-1-1 0 0,0 1 1 0 0,0-1 0 0 0,1-1 0 0 0,-1 1-1 0 0,1-1 1 0 0,0 1 0 0 0,-1-2-1 0 0,1 1 1 0 0,0-1 0 0 0,0 1-1 0 0,0-2 1 0 0,11 1 0 0 0,-4-1 23 0 0,0-1 0 0 0,0-1 0 0 0,-1 0 1 0 0,1-1-1 0 0,0 0 0 0 0,-1-1 1 0 0,0-1-1 0 0,0 0 0 0 0,0 0 0 0 0,0-1 1 0 0,-1 0-1 0 0,0-1 0 0 0,-1-1 0 0 0,1 0 1 0 0,-1 0-1 0 0,-1-1 0 0 0,0 0 0 0 0,0-1 1 0 0,12-16-1 0 0,-9 10 65 0 0,0-1 0 0 0,-1-1 0 0 0,-1 0 1 0 0,-1-1-1 0 0,0 1 0 0 0,-1-2 0 0 0,-1 1 0 0 0,-1-1 0 0 0,-1 0 0 0 0,-1-1 1 0 0,3-32-1 0 0,-6 28-47 0 0,-1 1 0 0 0,-4-26 1 0 0,3 42-61 0 0,-1-1 0 0 0,1 1 1 0 0,-1-1-1 0 0,-1 1 1 0 0,1 0-1 0 0,-1 0 0 0 0,-1 0 1 0 0,0 1-1 0 0,-7-12 0 0 0,11 18-10 0 0,-1 0-1 0 0,0-1 1 0 0,-1 1-1 0 0,1 0 0 0 0,0 0 1 0 0,0 0-1 0 0,0 0 1 0 0,-1 0-1 0 0,1 0 0 0 0,0 0 1 0 0,-1 0-1 0 0,1 1 0 0 0,-1-1 1 0 0,1 0-1 0 0,-1 1 1 0 0,0 0-1 0 0,1-1 0 0 0,-1 1 1 0 0,1 0-1 0 0,-1-1 1 0 0,0 1-1 0 0,-1 0 0 0 0,0 1-47 0 0,0 0-1 0 0,0-1 0 0 0,0 1 0 0 0,1 0 0 0 0,-1 0 0 0 0,0 1 1 0 0,1-1-1 0 0,-1 1 0 0 0,0-1 0 0 0,1 1 0 0 0,-3 2 1 0 0,-5 5-161 0 0,0 1 1 0 0,1 0 0 0 0,1 0 0 0 0,-10 15 0 0 0,-3 8 42 0 0,2 2-1 0 0,1 0 1 0 0,1 0 0 0 0,-22 73-1 0 0,31-79 249 0 0,1 1 0 0 0,1 0-1 0 0,1 0 1 0 0,2 1 0 0 0,1-1-1 0 0,4 59 1 0 0,-1-83-8 0 0,-1 1 1 0 0,2 0 0 0 0,-1 0-1 0 0,1 0 1 0 0,0-1-1 0 0,0 1 1 0 0,1-1-1 0 0,-1 1 1 0 0,2-1 0 0 0,-1 0-1 0 0,1 0 1 0 0,-1-1-1 0 0,2 1 1 0 0,-1-1-1 0 0,1 1 1 0 0,-1-2 0 0 0,2 1-1 0 0,-1 0 1 0 0,0-1-1 0 0,1 0 1 0 0,0 0 0 0 0,0-1-1 0 0,0 1 1 0 0,0-1-1 0 0,0-1 1 0 0,1 1-1 0 0,-1-1 1 0 0,1 0 0 0 0,0-1-1 0 0,0 1 1 0 0,0-1-1 0 0,-1-1 1 0 0,1 1 0 0 0,0-1-1 0 0,0 0 1 0 0,0-1-1 0 0,0 0 1 0 0,0 0-1 0 0,0 0 1 0 0,9-4 0 0 0,3-2-55 0 0,1-2 0 0 0,-1 0 1 0 0,0-1-1 0 0,-1-1 1 0 0,0-1-1 0 0,-1 0 1 0 0,0-1-1 0 0,16-17 1 0 0,9-13-35 0 0,58-76 0 0 0,-70 82-20 0 0,-2-2 0 0 0,36-66 1 0 0,-58 94 46 0 0,-1 1 0 0 0,0-2 1 0 0,-1 1-1 0 0,0-1 0 0 0,0 1 0 0 0,-1-1 1 0 0,-1 0-1 0 0,0 0 0 0 0,-1 0 1 0 0,0 0-1 0 0,0-1 0 0 0,-2 1 1 0 0,1 0-1 0 0,-2 0 0 0 0,-4-21 1 0 0,5 29-26 0 0,-1-1 0 0 0,0 1 0 0 0,0-1 0 0 0,0 1 0 0 0,-1 0 0 0 0,0 0 0 0 0,-3-5 0 0 0</inkml:trace>
</inkml:ink>
</file>

<file path=ppt/ink/ink2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8:09.057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711 1 14571 0 0,'-1'0'9'0'0,"-4"0"141"0"0,-1 0 0 0 0,1 1 1 0 0,0 0-1 0 0,1 0 0 0 0,-1 0 0 0 0,-6 2 0 0 0,8-1-111 0 0,1-1-1 0 0,-1 1 1 0 0,1 0 0 0 0,0 0-1 0 0,0 0 1 0 0,0 0-1 0 0,0 0 1 0 0,0 0-1 0 0,0 1 1 0 0,1-1 0 0 0,-1 0-1 0 0,1 1 1 0 0,-2 3-1 0 0,-29 60-748 0 0,3 2-1 0 0,3 2 0 0 0,-23 96 0 0 0,-30 224 359 0 0,59-279 81 0 0,-194 1320-1133 0 0,133-304 6811 0 0,57 5-1591 0 0,23-1081-3753 0 0,15 1662 1873 0 0,88-3-1414 0 0,-95-1630-308 0 0,32 294 8 0 0,31-8-442 0 0,-66-349 214 0 0,13 40-127 0 0,-16-53 106 0 0,0-1 1 0 0,1 0-1 0 0,-1 0 0 0 0,1 0 1 0 0,0 0-1 0 0,0-1 0 0 0,0 1 1 0 0,0 0-1 0 0,0-1 0 0 0,0 1 1 0 0,1-1-1 0 0,-1 0 1 0 0,7 4-1 0 0,-8-6-6 0 0,0 0 1 0 0,0 1-1 0 0,0-1 1 0 0,1 0-1 0 0,-1 0 1 0 0,0 0-1 0 0,0 0 1 0 0,1 0-1 0 0,-1 0 1 0 0,0-1-1 0 0,0 1 1 0 0,1 0-1 0 0,-1-1 1 0 0,0 1-1 0 0,0-1 1 0 0,0 1-1 0 0,0-1 1 0 0,1 1-1 0 0,-1-1 1 0 0,0 0-1 0 0,0 1 0 0 0,0-1 1 0 0,0 0-1 0 0,-1 0 1 0 0,1 0-1 0 0,0 0 1 0 0,0 0-1 0 0,0 0 1 0 0,-1 0-1 0 0,1 0 1 0 0,-1 0-1 0 0,1 0 1 0 0,0-3-1 0 0,18-41-750 0 0,-6-7 213 0 0,-3-1-1 0 0,-2-1 0 0 0,1-78 1 0 0,-6 77 431 0 0,31-894-1500 0 0,-23 473 1233 0 0,18-1800 258 0 0,-17 795-1306 0 0,8 760-856 0 0,0-16-530 0 0,-27 430 1977 0 0,1 240 2057 0 0,-3 1 1 0 0,-26-101 0 0 0,32 158-890 0 0,-13-38 1003 0 0,16 44-1194 0 0,-1 1 0 0 0,0 0 1 0 0,0 0-1 0 0,-1 0 0 0 0,1 0 0 0 0,0 1 0 0 0,-1-1 1 0 0,1 0-1 0 0,-1 1 0 0 0,1-1 0 0 0,-1 0 1 0 0,0 1-1 0 0,0 0 0 0 0,1-1 0 0 0,-1 1 0 0 0,0 0 1 0 0,0 0-1 0 0,-3-1 0 0 0,3 2-77 0 0,1 0 1 0 0,0 0-1 0 0,-1 0 0 0 0,1 0 1 0 0,0 1-1 0 0,-1-1 0 0 0,1 0 0 0 0,0 1 1 0 0,0-1-1 0 0,-1 1 0 0 0,1-1 1 0 0,0 1-1 0 0,0-1 0 0 0,-1 1 1 0 0,1 0-1 0 0,0 0 0 0 0,0 0 0 0 0,0 0 1 0 0,0-1-1 0 0,0 1 0 0 0,0 1 1 0 0,1-1-1 0 0,-1 0 0 0 0,0 0 1 0 0,0 0-1 0 0,1 0 0 0 0,-1 0 0 0 0,1 1 1 0 0,-1-1-1 0 0,1 0 0 0 0,-1 2 1 0 0,-12 45-26 0 0,12-45-32 0 0,-7 49-481 0 0,-3 100 0 0 0,15 57-427 0 0,-2-127 577 0 0,35 747-1895 0 0,-16-412 2066 0 0,63 1227 3179 0 0,-67-1324-1635 0 0,29 1050 1692 0 0,2 21-1351 0 0,-37-1182-1415 0 0,19 323-51 0 0,-29-520-281 0 0,-1-7 25 0 0,0-1 0 0 0,1 1 0 0 0,-1-1 0 0 0,1 1 0 0 0,0-1 0 0 0,2 7 0 0 0,-1-12-86 0 0,0-7 38 0 0,0-11-7 0 0,-19-406-214 0 0,3 228 172 0 0,-88-1958-2828 0 0,50-5-1678 0 0,4 52 3940 0 0,47 2052 674 0 0,-12-190-68 0 0,7 176 148 0 0,-23-100 0 0 0,28 163 114 0 0,-2-1-1 0 0,1 1 1 0 0,-1-1 0 0 0,0 1 0 0 0,-7-11-1 0 0,10 17-128 0 0,-1 0-1 0 0,1 0 0 0 0,-1 1 1 0 0,1-1-1 0 0,-1 0 0 0 0,0 0 1 0 0,1 1-1 0 0,-1-1 0 0 0,0 0 0 0 0,0 1 1 0 0,0-1-1 0 0,0 1 0 0 0,1-1 1 0 0,-1 1-1 0 0,0-1 0 0 0,0 1 0 0 0,0 0 1 0 0,0-1-1 0 0,0 1 0 0 0,-2 0 1 0 0,2 0 4 0 0,-1 0 0 0 0,1 1 0 0 0,0-1 0 0 0,0 1 0 0 0,-1 0 0 0 0,1-1 1 0 0,0 1-1 0 0,0 0 0 0 0,0 0 0 0 0,0 0 0 0 0,0 0 0 0 0,0 0 0 0 0,0 0 1 0 0,0 0-1 0 0,0 0 0 0 0,0 0 0 0 0,0 0 0 0 0,1 0 0 0 0,-1 1 0 0 0,0 1 1 0 0,-8 16 5 0 0,2 0 0 0 0,0 1 1 0 0,1 0-1 0 0,1 0 0 0 0,1 0 1 0 0,-2 25-1 0 0,2-19-76 0 0,-56 635-2598 0 0,46-444 2339 0 0,-154 1898 692 0 0,68-653 1226 0 0,148 245 2254 0 0,-4-1311-3382 0 0,-23-271-228 0 0,41 137-1 0 0,-4-92-247 0 0,-46-144-85 0 0,0 0 0 0 0,1-1 0 0 0,2 0 0 0 0,23 29 0 0 0,-34-49-12 0 0,1 0-1 0 0,-1 0 1 0 0,1 0 0 0 0,0 0 0 0 0,0-1 0 0 0,1 0 0 0 0,-1 0 0 0 0,1-1 0 0 0,0 1 0 0 0,0-1 0 0 0,0 0 0 0 0,1-1-1 0 0,-1 0 1 0 0,14 3 0 0 0,-15-4-4 0 0,1-1 1 0 0,-1 1-1 0 0,1-2 0 0 0,-1 1 0 0 0,1 0 0 0 0,-1-1 0 0 0,0 0 0 0 0,1-1 0 0 0,-1 1 1 0 0,0-1-1 0 0,0 0 0 0 0,0 0 0 0 0,0-1 0 0 0,0 1 0 0 0,0-1 0 0 0,-1 0 1 0 0,1 0-1 0 0,-1-1 0 0 0,4-3 0 0 0,3-5 25 0 0,-1 0-1 0 0,0 0 1 0 0,-1-1 0 0 0,0 0 0 0 0,-1-1 0 0 0,-1 0-1 0 0,0 0 1 0 0,-1 0 0 0 0,0-1 0 0 0,3-16 0 0 0,6-28 222 0 0,9-75 0 0 0,-19 104-69 0 0,61-681 1505 0 0,-56-2-1069 0 0,-104-3287-4130 0 0,91 3899 3446 0 0,3 42 170 0 0,-3-1 0 0 0,-14-79-1 0 0,16 133 12 0 0,-1 1-1 0 0,1 0 0 0 0,-1 0 0 0 0,0-1 0 0 0,-1 1 1 0 0,1 1-1 0 0,-4-6 0 0 0,6 9-42 0 0,-1 1-1 0 0,1-1 1 0 0,-1 0 0 0 0,1 1-1 0 0,-1-1 1 0 0,1 1-1 0 0,-1-1 1 0 0,0 1-1 0 0,1-1 1 0 0,-1 1 0 0 0,0-1-1 0 0,1 1 1 0 0,-1 0-1 0 0,0-1 1 0 0,0 1-1 0 0,1 0 1 0 0,-1 0 0 0 0,0-1-1 0 0,0 1 1 0 0,0 0-1 0 0,-1 0 1 0 0,1 0-4 0 0,0 1-1 0 0,0-1 1 0 0,-1 1 0 0 0,1-1 0 0 0,0 1-1 0 0,0 0 1 0 0,0 0 0 0 0,0-1 0 0 0,0 1-1 0 0,0 0 1 0 0,0 0 0 0 0,0 0 0 0 0,0 0-1 0 0,1 0 1 0 0,-1 0 0 0 0,0 0 0 0 0,1 0-1 0 0,-2 2 1 0 0,-3 6-8 0 0,1 0 0 0 0,0 1 0 0 0,1-1-1 0 0,0 1 1 0 0,0 0 0 0 0,1-1 0 0 0,-2 19 0 0 0,2 73-192 0 0,2-80 178 0 0,41 593-721 0 0,42-4 373 0 0,-19-150 87 0 0,32 555 587 0 0,-90 6-207 0 0,-9-958-89 0 0,-64 890 2207 0 0,62-870-1636 0 0,15-142-1021 0 0,-3 1 0 0 0,-3-1 0 0 0,-3-85 0 0 0,-2 57 190 0 0,-11-1641-936 0 0,38-276 303 0 0,0 1519 1404 0 0,24-749 139 0 0,-49 1198-731 0 0,1-50-231 0 0,-4 1 0 0 0,-14-98 0 0 0,16 177 265 0 0,0 4 47 0 0,-1-1 0 0 0,1 1 0 0 0,0-1 0 0 0,0 1 0 0 0,-1-1-1 0 0,0 1 1 0 0,1 0 0 0 0,-1-1 0 0 0,0 1 0 0 0,0 0 0 0 0,0 0 0 0 0,-1 0 0 0 0,1-1 0 0 0,0 1 0 0 0,-4-3-1 0 0,5 5-3 0 0,-1 0 0 0 0,1 0 0 0 0,0 0 0 0 0,-1 0 0 0 0,1 0 0 0 0,-1 0 0 0 0,1 1 0 0 0,-1-1 0 0 0,1 0 0 0 0,0 0 0 0 0,-1 0 0 0 0,1 1 0 0 0,-1-1 0 0 0,1 0 0 0 0,0 0 0 0 0,-1 1 0 0 0,1-1 0 0 0,0 0 0 0 0,0 1 0 0 0,-1-1 0 0 0,1 0 0 0 0,0 1 0 0 0,0-1 0 0 0,-1 0 0 0 0,1 1 0 0 0,0-1 0 0 0,0 1 0 0 0,0-1 0 0 0,0 1 0 0 0,-1-1 0 0 0,1 0 0 0 0,0 1 0 0 0,0 0 0 0 0,-3 19 387 0 0,3-20-399 0 0,-3 101 377 0 0,4 1 0 0 0,20 146-1 0 0,-16-197-351 0 0,112 833-326 0 0,-11-101 264 0 0,252 3861 1995 0 0,-320-3440-710 0 0,-32-969-1110 0 0,2 10-65 0 0,1 228 67 0 0,-9-461-133 0 0,1-6-34 0 0,-1 0 1 0 0,0 0-1 0 0,-1 0 1 0 0,1 1-1 0 0,-1-1 0 0 0,0 0 1 0 0,0-1-1 0 0,-1 1 1 0 0,-4 11-1 0 0,6-17 15 0 0,-1 0 0 0 0,1 0 0 0 0,0 0 0 0 0,0 0 0 0 0,-1 0 0 0 0,1 0 0 0 0,0 0-1 0 0,0 0 1 0 0,-1 0 0 0 0,1 0 0 0 0,0 0 0 0 0,0 0 0 0 0,-1 0 0 0 0,1 0 0 0 0,0 0 0 0 0,0 0 0 0 0,-1 0 0 0 0,1 0-1 0 0,0 0 1 0 0,0-1 0 0 0,0 1 0 0 0,-1 0 0 0 0,1 0 0 0 0,0 0 0 0 0,0 0 0 0 0,0-1 0 0 0,-1 1 0 0 0,1 0 0 0 0,0 0-1 0 0,0 0 1 0 0,0-1 0 0 0,0 1 0 0 0,0 0 0 0 0,0 0 0 0 0,-1-1 0 0 0,1 1 0 0 0,0 0 0 0 0,0 0 0 0 0,0 0-1 0 0,0-1 1 0 0,0 1 0 0 0,0 0 0 0 0,0 0 0 0 0,0-1 0 0 0,0 1 0 0 0,0 0 0 0 0,0-1 0 0 0,-5-15-188 0 0,-79-610-952 0 0,69 470 1033 0 0,-134-1281 331 0 0,-60-611 173 0 0,156 1494-270 0 0,-77-1014 66 0 0,122 1419-183 0 0,-49-545-369 0 0,56 684 359 0 0,-3-20 47 0 0,-2 0-1 0 0,0 0 1 0 0,-12-31-1 0 0,18 60-31 0 0,-1 0 0 0 0,1 0-1 0 0,0 0 1 0 0,-1 0 0 0 0,1 0-1 0 0,0 0 1 0 0,-1 0 0 0 0,1 0-1 0 0,-1 0 1 0 0,0 1 0 0 0,1-1-1 0 0,-1 0 1 0 0,1 0 0 0 0,-1 0-1 0 0,0 1 1 0 0,0-1 0 0 0,0 0-1 0 0,1 1 1 0 0,-1-1 0 0 0,0 1-1 0 0,-2-1 1 0 0,3 1 3 0 0,-1 0 1 0 0,1 0-1 0 0,-1 1 1 0 0,0-1-1 0 0,1 1 0 0 0,-1-1 1 0 0,1 0-1 0 0,-1 1 0 0 0,0-1 1 0 0,1 1-1 0 0,0-1 0 0 0,-1 1 1 0 0,1 0-1 0 0,-1-1 0 0 0,1 1 1 0 0,0-1-1 0 0,-1 1 0 0 0,1 0 1 0 0,0-1-1 0 0,-1 1 0 0 0,1 0 1 0 0,0 0-1 0 0,-11 49 285 0 0,4 41-1042 0 0,8 180 1 0 0,2-191 440 0 0,59 965-3088 0 0,4 165 2972 0 0,-57-381 2390 0 0,5 151-352 0 0,34-2-793 0 0,-34-790-761 0 0,51 470-1512 0 0,-63-651 1281 0 0,-2-3 7 0 0,0-1 0 0 0,0 1-1 0 0,1-1 1 0 0,0 0-1 0 0,-1 1 1 0 0,1-1-1 0 0,0 0 1 0 0,1 1-1 0 0,-1-1 1 0 0,1 0-1 0 0,2 4 1 0 0,1-39-1606 0 0,-8-82 1496 0 0,-31-205 0 0 0,28 274 331 0 0,-194-1269 2502 0 0,148 986-2416 0 0,-25-129-234 0 0,-20-134-401 0 0,27-3-129 0 0,-5-697 998 0 0,73 1277-271 0 0,0 34-57 0 0,22 315 131 0 0,24 3-326 0 0,-26-210 40 0 0,70 470-34 0 0,78 706 22 0 0,-129-543 310 0 0,-13-186 1414 0 0,-24-575-1606 0 0,8 135 619 0 0,33 184-1 0 0,-38-307-621 0 0,-2-6-14 0 0,0 0 0 0 0,0 0 1 0 0,1 0-1 0 0,-1 0 0 0 0,1 0 0 0 0,1-1 1 0 0,-1 1-1 0 0,1 0 0 0 0,5 6 0 0 0,-8-11-13 0 0,0-1-1 0 0,1 0 0 0 0,-1 1 0 0 0,0-1 1 0 0,1 0-1 0 0,-1 1 0 0 0,0-1 0 0 0,1 0 1 0 0,-1 0-1 0 0,0 1 0 0 0,1-1 0 0 0,-1 0 1 0 0,0 0-1 0 0,1 1 0 0 0,-1-1 0 0 0,1 0 1 0 0,-1 0-1 0 0,0 0 0 0 0,1 0 0 0 0,-1 0 1 0 0,1 0-1 0 0,-1 0 0 0 0,1 0 1 0 0,-1 0-1 0 0,0 0 0 0 0,1 0 0 0 0,-1 0 1 0 0,1 0-1 0 0,-1 0 0 0 0,1 0 0 0 0,-1 0 1 0 0,1 0-1 0 0,-1 0 0 0 0,0-1 0 0 0,1 1 1 0 0,0 0-1 0 0,11-18-644 0 0,1-25-63 0 0,0-27 212 0 0,-4 0 1 0 0,1-71-1 0 0,-10-145 794 0 0,-1 239-292 0 0,-77-1243 1205 0 0,60 1071-1097 0 0,8-7 2 0 0,6 103-21 0 0,-19-121 1 0 0,21 231-80 0 0,-1 0-1 0 0,-1 0 1 0 0,-8-23 0 0 0,11 34-2 0 0,0 0-1 0 0,0 0 1 0 0,0 0 0 0 0,0 1 0 0 0,0-1 0 0 0,0 0-1 0 0,0 1 1 0 0,-1-1 0 0 0,1 1 0 0 0,-1-1-1 0 0,1 1 1 0 0,-1-1 0 0 0,0 1 0 0 0,-3-2-1 0 0,4 3 1 0 0,0 0 0 0 0,-1 0 0 0 0,1-1 0 0 0,0 1 0 0 0,-1 0 0 0 0,1 1 0 0 0,0-1 0 0 0,-1 0 0 0 0,1 0 0 0 0,0 0 0 0 0,0 1 0 0 0,-1-1 0 0 0,1 1-1 0 0,0-1 1 0 0,0 1 0 0 0,0 0 0 0 0,-1-1 0 0 0,1 1 0 0 0,0 0 0 0 0,0 0 0 0 0,0-1 0 0 0,0 1 0 0 0,0 0 0 0 0,1 0 0 0 0,-1 0 0 0 0,-1 2 0 0 0,-6 9-93 0 0,0 0 0 0 0,1 1 0 0 0,1 0 1 0 0,0 0-1 0 0,1 0 0 0 0,0 0 0 0 0,1 1 1 0 0,-4 28-1 0 0,2-18-37 0 0,-27 133-665 0 0,-20 260 1 0 0,32 166-594 0 0,27-9 5134 0 0,88 627 1 0 0,-64-927-3186 0 0,22 163-690 0 0,-51-432 132 0 0,0 4 6 0 0,0 0 1 0 0,0-1-1 0 0,1 1 0 0 0,1 0 0 0 0,-1-1 1 0 0,1 1-1 0 0,1-1 0 0 0,0 0 1 0 0,5 9-1 0 0,-9-17 7 0 0,0 1-1 0 0,1-1 1 0 0,-1 0 0 0 0,1 1-1 0 0,-1-1 1 0 0,1 1-1 0 0,-1-1 1 0 0,0 0 0 0 0,1 1-1 0 0,-1-1 1 0 0,1 0 0 0 0,0 0-1 0 0,-1 1 1 0 0,1-1-1 0 0,-1 0 1 0 0,1 0 0 0 0,-1 0-1 0 0,1 0 1 0 0,-1 1 0 0 0,1-1-1 0 0,0 0 1 0 0,-1 0-1 0 0,1 0 1 0 0,-1 0 0 0 0,1 0-1 0 0,0-1 1 0 0,-1 1 0 0 0,1 0-1 0 0,-1 0 1 0 0,1 0 0 0 0,-1 0-1 0 0,1-1 1 0 0,-1 1-1 0 0,1 0 1 0 0,-1-1 0 0 0,1 1-1 0 0,-1 0 1 0 0,1-1 0 0 0,-1 1-1 0 0,1 0 1 0 0,-1-1-1 0 0,1 1 1 0 0,-1-1 0 0 0,0 1-1 0 0,1-1 1 0 0,-1 1 0 0 0,0-1-1 0 0,0 1 1 0 0,1-2-1 0 0,14-30-107 0 0,-13 29 92 0 0,11-40-293 0 0,-1-1-1 0 0,-2-1 1 0 0,-2 0-1 0 0,2-50 0 0 0,-2 28 229 0 0,13-110-169 0 0,67-434-1410 0 0,-84 594 1674 0 0,18-78-368 0 0,-19 85 463 0 0,0 1-1 0 0,1 0 1 0 0,0 0-1 0 0,0 1 1 0 0,1-1 0 0 0,0 1-1 0 0,11-13 1 0 0,-15 20-76 0 0,0 0-1 0 0,0 0 1 0 0,0 0 0 0 0,0 0 0 0 0,-1 1 0 0 0,1-1-1 0 0,0 0 1 0 0,1 1 0 0 0,-1-1 0 0 0,0 1 0 0 0,0-1-1 0 0,0 1 1 0 0,0-1 0 0 0,0 1 0 0 0,0 0 0 0 0,1 0-1 0 0,-1-1 1 0 0,0 1 0 0 0,0 0 0 0 0,1 0 0 0 0,-1 0-1 0 0,0 0 1 0 0,0 0 0 0 0,0 1 0 0 0,1-1 0 0 0,-1 0-1 0 0,0 1 1 0 0,0-1 0 0 0,0 0 0 0 0,0 1 0 0 0,0 0 0 0 0,0-1-1 0 0,0 1 1 0 0,0 0 0 0 0,0-1 0 0 0,0 1 0 0 0,0 0-1 0 0,0 0 1 0 0,0 0 0 0 0,0 0 0 0 0,-1-1 0 0 0,2 3-1 0 0,5 5 33 0 0,-1 1-1 0 0,-1-1 1 0 0,10 20-1 0 0,-11-21-92 0 0,36 78-223 0 0,60 178 0 0 0,0 100 89 0 0,-80-281 147 0 0,-12-119-1182 0 0,-6-7 834 0 0,-2-1 1 0 0,-2 0-1 0 0,-15-81 0 0 0,-44-131 1385 0 0,21 95-560 0 0,16 53-282 0 0,-39-147-405 0 0,61 251 55 0 0,1-1 0 0 0,-1 1 0 0 0,-1-1 0 0 0,1 1 0 0 0,-1 0 0 0 0,0 0 0 0 0,0 0 0 0 0,-1 1 0 0 0,1-1 0 0 0,-1 1 0 0 0,0-1 0 0 0,0 1 0 0 0,0 0 0 0 0,-1 1 0 0 0,0-1 0 0 0,1 1 0 0 0,-1 0 0 0 0,0 0 0 0 0,-1 1 0 0 0,1-1 0 0 0,0 1 0 0 0,-1 0 0 0 0,1 1 0 0 0,-1-1 0 0 0,0 1 0 0 0,1 0 0 0 0,-1 0 1 0 0,0 1-1 0 0,0 0 0 0 0,-9 1 0 0 0,-17-1 105 0 0,7 1 249 0 0,0-2 1 0 0,-1 0-1 0 0,-38-8 0 0 0,56 7-135 0 0,-1 0 1 0 0,1-1-1 0 0,-1 0 0 0 0,1-1 1 0 0,0 0-1 0 0,1 0 0 0 0,-1-1 1 0 0,1 0-1 0 0,0 0 0 0 0,0 0 1 0 0,0-1-1 0 0,1 0 0 0 0,0-1 1 0 0,-7-8-1 0 0,-1-5-99 0 0,1-1-1 0 0,0-1 1 0 0,2 0 0 0 0,0-1-1 0 0,2 0 1 0 0,-11-41 0 0 0,-24-149-378 0 0,43 210 425 0 0,-15-114-77 0 0,-1-222 0 0 0,35-118 234 0 0,-17 445-146 0 0,66-637-184 0 0,37 5-1279 0 0,-101 626 1385 0 0,6-36-198 0 0,83-407 1324 0 0,-80 435-590 0 0,-12 26-464 0 0,1 0 0 0 0,-1 0 1 0 0,0 0-1 0 0,0 0 0 0 0,0 0 0 0 0,0 0 1 0 0,0 0-1 0 0,0 0 0 0 0,0 0 0 0 0,0 0 1 0 0,0 0-1 0 0,0 0 0 0 0,0 0 0 0 0,0 0 1 0 0,0-1-1 0 0,1 1 0 0 0,-1 0 0 0 0,0 0 0 0 0,0 0 1 0 0,0 0-1 0 0,0 0 0 0 0,0 0 0 0 0,0 0 1 0 0,0 0-1 0 0,0 0 0 0 0,0 0 0 0 0,0 0 1 0 0,1 1-1 0 0,-1-1 0 0 0,0 0 0 0 0,0 0 1 0 0,0 0-1 0 0,0 0 0 0 0,0 0 0 0 0,0 0 0 0 0,0 0 1 0 0,0 0-1 0 0,0 0 0 0 0,0 0 0 0 0,0 0 1 0 0,0 0-1 0 0,1 0 0 0 0,-1 0 0 0 0,0 0 1 0 0,0 0-1 0 0,0 0 0 0 0,0 1 0 0 0,0-1 1 0 0,0 0-1 0 0,0 0 0 0 0,0 0 0 0 0,0 0 1 0 0,0 0-1 0 0,0 0 0 0 0,0 0 0 0 0,0 0 0 0 0,0 0 1 0 0,0 0-1 0 0,0 0 0 0 0,0 1 0 0 0,0-1 1 0 0,0 0-1 0 0,0 0 0 0 0,0 0 0 0 0,0 0 1 0 0,0 0-1 0 0,-3 18 47 0 0,-46 186-1132 0 0,13-57-1214 0 0,-26 209 0 0 0,60-335 2572 0 0,-1-1 1 0 0,-6 24-1 0 0,8-39-148 0 0,-1 0 1 0 0,0 0-1 0 0,0 1 0 0 0,0-1 0 0 0,0 0 1 0 0,-1 0-1 0 0,0-1 0 0 0,0 1 0 0 0,0-1 0 0 0,0 1 1 0 0,-1-1-1 0 0,0 0 0 0 0,-6 5 0 0 0,8-8-84 0 0,1 0-1 0 0,0-1 0 0 0,-1 1 0 0 0,1 0 0 0 0,-1-1 0 0 0,1 0 0 0 0,-1 1 1 0 0,1-1-1 0 0,-1 0 0 0 0,1 1 0 0 0,-1-1 0 0 0,1 0 0 0 0,-1 0 1 0 0,1 0-1 0 0,-1-1 0 0 0,1 1 0 0 0,-1 0 0 0 0,1-1 0 0 0,-1 1 1 0 0,1 0-1 0 0,-1-1 0 0 0,1 0 0 0 0,-1 1 0 0 0,1-1 0 0 0,0 0 0 0 0,-1 0 1 0 0,1 0-1 0 0,0 0 0 0 0,0 0 0 0 0,0 0 0 0 0,-1-1 0 0 0,-22-11-2176 0 0</inkml:trace>
</inkml:ink>
</file>

<file path=ppt/ink/ink2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8:10.197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345 5346 2937 0 0,'-69'336'586'0'0,"-45"201"5577"0"0,110-519-5937 0 0,2-5-145 0 0,-1 0 1 0 0,0 0-1 0 0,-1 0 0 0 0,-1-1 0 0 0,1 0 1 0 0,-10 16-1 0 0,14-27-82 0 0,-1-1 1 0 0,1 0-1 0 0,0 0 1 0 0,0 0-1 0 0,0 0 0 0 0,0 0 1 0 0,0 0-1 0 0,0 1 1 0 0,0-1-1 0 0,0 0 0 0 0,0 0 1 0 0,0 0-1 0 0,0 0 1 0 0,0 0-1 0 0,0 0 1 0 0,0 0-1 0 0,-1 0 0 0 0,1 1 1 0 0,0-1-1 0 0,0 0 1 0 0,0 0-1 0 0,0 0 0 0 0,0 0 1 0 0,0 0-1 0 0,0 0 1 0 0,-1 0-1 0 0,1 0 1 0 0,0 0-1 0 0,0 0 0 0 0,0 0 1 0 0,0 0-1 0 0,0 0 1 0 0,0 0-1 0 0,-1 0 0 0 0,1 0 1 0 0,0 0-1 0 0,0 0 1 0 0,0 0-1 0 0,0 0 1 0 0,0 0-1 0 0,-1 0 0 0 0,1 0 1 0 0,0 0-1 0 0,0 0 1 0 0,0 0-1 0 0,0 0 0 0 0,0 0 1 0 0,0 0-1 0 0,0 0 1 0 0,-1-1-1 0 0,-1-8 108 0 0,0-13 117 0 0,4-22 49 0 0,7-259 892 0 0,-11 204-425 0 0,-15-106 0 0 0,-17-28-144 0 0,-20-160-116 0 0,53 390-462 0 0,1-6 143 0 0,-1 0-1 0 0,-1 0 0 0 0,1 0 0 0 0,-1 1 0 0 0,-1-1 0 0 0,-4-10 0 0 0,11 29 32 0 0,-1-1 0 0 0,-1 0-1 0 0,3 15 1 0 0,3 11-217 0 0,24 82-502 0 0,-5 1-1 0 0,20 193 1 0 0,-47-305 672 0 0,0-3 16 0 0,0 1 0 0 0,1-1 0 0 0,-1 0 0 0 0,1 0 0 0 0,-1 1 0 0 0,1-1 0 0 0,2 4 0 0 0,-1-9 30 0 0,0 0 1 0 0,0-1 0 0 0,-1 1 0 0 0,1-1 0 0 0,-1 1 0 0 0,1-1 0 0 0,-1 0 0 0 0,1-3 0 0 0,14-56-28 0 0,-3-2 0 0 0,8-89 0 0 0,-16 107-71 0 0,27-271 396 0 0,-11-425 1 0 0,-22-439-765 0 0,34 845-1355 0 0,-14 172-103 0 0,-18 137 1613 0 0,-5 36 39 0 0,-8 43 20 0 0,-37 435-1243 0 0,48-469 1291 0 0,0 53 476 0 0,1-68-348 0 0,0 0-1 0 0,0 1 1 0 0,1-1 0 0 0,-1 0-1 0 0,1 0 1 0 0,0 0 0 0 0,0 0-1 0 0,0 0 1 0 0,0 0 0 0 0,0 0-1 0 0,1 0 1 0 0,0-1 0 0 0,-1 1-1 0 0,1 0 1 0 0,0-1 0 0 0,0 1-1 0 0,5 3 1 0 0,-5-5-67 0 0,-1 0-1 0 0,1-1 1 0 0,0 1 0 0 0,0 0 0 0 0,0-1-1 0 0,0 0 1 0 0,0 1 0 0 0,0-1-1 0 0,0 0 1 0 0,0 0 0 0 0,0 0 0 0 0,0 0-1 0 0,0 0 1 0 0,0-1 0 0 0,0 1-1 0 0,-1 0 1 0 0,1-1 0 0 0,0 0 0 0 0,0 1-1 0 0,0-1 1 0 0,0 0 0 0 0,-1 0-1 0 0,1 0 1 0 0,0 0 0 0 0,-1 0 0 0 0,1 0-1 0 0,-1-1 1 0 0,1 1 0 0 0,0-2 0 0 0,6-4-65 0 0,-1-1 0 0 0,0 0 1 0 0,0 0-1 0 0,5-10 0 0 0,7-13-66 0 0,-2-2 0 0 0,-1 0 0 0 0,-1 0 0 0 0,-2-1 0 0 0,-2-1 1 0 0,-1 0-1 0 0,9-60 0 0 0,8-260-1023 0 0,-24 258 501 0 0,-2 84 472 0 0,-1 6-29 0 0,0 0 0 0 0,1 0 0 0 0,0 0-1 0 0,3-12 1 0 0,0 28-536 0 0,0 12 757 0 0,-5 82-44 0 0,-18 122 1 0 0,-1 57-192 0 0,20-278 168 0 0,0-1 1 0 0,0 1-1 0 0,0-1 1 0 0,0 0-1 0 0,1 1 1 0 0,0-1-1 0 0,-1 0 0 0 0,3 5 1 0 0,-3-7 5 0 0,0-1 0 0 0,1 0 0 0 0,-1 0 1 0 0,0 0-1 0 0,0 0 0 0 0,0 0 0 0 0,0 0 1 0 0,0 0-1 0 0,0 0 0 0 0,0 0 0 0 0,1 0 1 0 0,-1 0-1 0 0,0 0 0 0 0,0 0 0 0 0,0 0 0 0 0,0 0 1 0 0,0 0-1 0 0,1 0 0 0 0,-1 0 0 0 0,0 0 1 0 0,0 0-1 0 0,0 0 0 0 0,0 0 0 0 0,0 0 1 0 0,0 0-1 0 0,1 0 0 0 0,-1 0 0 0 0,0 0 0 0 0,0 0 1 0 0,0 0-1 0 0,0 0 0 0 0,0 0 0 0 0,0 0 1 0 0,1-1-1 0 0,-1 1 0 0 0,0 0 0 0 0,0 0 1 0 0,0 0-1 0 0,0 0 0 0 0,0 0 0 0 0,0 0 0 0 0,0 0 1 0 0,0-1-1 0 0,0 1 0 0 0,0 0 0 0 0,0 0 1 0 0,0 0-1 0 0,0 0 0 0 0,0 0 0 0 0,0 0 1 0 0,0-1-1 0 0,0 1 0 0 0,0 0 0 0 0,0 0 0 0 0,6-22-100 0 0,57-465-506 0 0,-42 287-102 0 0,53-618-1389 0 0,68-283 5344 0 0,-126 1028-2910 0 0,-6 33-108 0 0,-2-1-1 0 0,-1 0 1 0 0,1-68 0 0 0,-8 106-244 0 0,0 1 1 0 0,0 0-1 0 0,0-1 1 0 0,0 1 0 0 0,-1-1-1 0 0,1 1 1 0 0,-1-1 0 0 0,0 1-1 0 0,0 0 1 0 0,0-1-1 0 0,0 1 1 0 0,0 0 0 0 0,0 0-1 0 0,-3-4 1 0 0,3 6 21 0 0,0-1 0 0 0,0 0 0 0 0,0 1 0 0 0,0-1 1 0 0,0 1-1 0 0,0 0 0 0 0,-1-1 0 0 0,1 1 0 0 0,0 0 0 0 0,0 0 1 0 0,0-1-1 0 0,0 1 0 0 0,0 0 0 0 0,0 0 0 0 0,0 0 0 0 0,0 0 0 0 0,-1 1 1 0 0,1-1-1 0 0,0 0 0 0 0,0 0 0 0 0,0 1 0 0 0,0-1 0 0 0,0 1 1 0 0,0-1-1 0 0,0 1 0 0 0,0-1 0 0 0,0 1 0 0 0,0-1 0 0 0,0 1 0 0 0,0 0 1 0 0,1 0-1 0 0,-1-1 0 0 0,0 1 0 0 0,-1 1 0 0 0,-6 6-38 0 0,0 1-1 0 0,0 0 1 0 0,1 0 0 0 0,0 1-1 0 0,0-1 1 0 0,1 1 0 0 0,-5 13-1 0 0,-31 80-242 0 0,40-96 284 0 0,-22 69-27 0 0,3 1 0 0 0,3 1 0 0 0,5 1 1 0 0,-8 150-1 0 0,30 325 268 0 0,-6-480-261 0 0,6 105 218 0 0,9 266 1242 0 0,-14-413-1226 0 0,-4-31-218 0 0,0-1-1 0 0,0 0 0 0 0,0 0 0 0 0,0 0 0 0 0,0 0 1 0 0,0 0-1 0 0,0 1 0 0 0,0-1 0 0 0,0 0 0 0 0,0 0 1 0 0,0 0-1 0 0,0 0 0 0 0,0 0 0 0 0,0 1 0 0 0,0-1 1 0 0,0 0-1 0 0,0 0 0 0 0,1 0 0 0 0,-1 0 0 0 0,0 0 1 0 0,0 0-1 0 0,0 0 0 0 0,0 1 0 0 0,0-1 0 0 0,0 0 1 0 0,1 0-1 0 0,-1 0 0 0 0,0 0 0 0 0,0 0 0 0 0,0 0 1 0 0,0 0-1 0 0,0 0 0 0 0,1 0 0 0 0,-1 0 0 0 0,0 0 1 0 0,0 0-1 0 0,0 0 0 0 0,0 0 0 0 0,0 0 0 0 0,1 0 1 0 0,-1 0-1 0 0,0 0 0 0 0,0 0 0 0 0,0 0 0 0 0,0 0 1 0 0,1 0-1 0 0,7-15-49 0 0,26-99-474 0 0,-5-2 1 0 0,20-165 0 0 0,-24 45-141 0 0,-7-257 0 0 0,-17 411 573 0 0,0 19-70 0 0,6-161 512 0 0,-3 179-255 0 0,1-1 0 0 0,22-80-1 0 0,-15 91-620 0 0</inkml:trace>
</inkml:ink>
</file>

<file path=ppt/ink/ink2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8:13.45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338 412 11058 0 0,'-4'17'199'0'0,"0"0"0"0"0,1 0 0 0 0,1 1 0 0 0,0 23 0 0 0,-8 180-1502 0 0,1-10-2464 0 0,26-429 2254 0 0,0 33 604 0 0,-17-132 1022 0 0,-15 106 3589 0 0,3 188-1594 0 0,12 24-2086 0 0,-16 35 910 0 0,16-35-960 0 0,-252 897-488 0 0,241-854 478 0 0,2-12 122 0 0,1 0 1 0 0,2 1 0 0 0,-3 49-1 0 0,12-112-49 0 0,1-1-1 0 0,13-50 0 0 0,-6 29 81 0 0,93-509-517 0 0,-99 530 403 0 0,-3 12 20 0 0,1 0 1 0 0,0 1-1 0 0,2 0 1 0 0,0 0-1 0 0,12-26 1 0 0,-17 42-20 0 0,1 1 1 0 0,-1 0 0 0 0,1 0 0 0 0,-1 0-1 0 0,1 0 1 0 0,-1 0 0 0 0,1 0-1 0 0,0 0 1 0 0,0 0 0 0 0,-1 0-1 0 0,1 0 1 0 0,0 0 0 0 0,0 0 0 0 0,0 1-1 0 0,0-1 1 0 0,0 0 0 0 0,0 1-1 0 0,0-1 1 0 0,0 1 0 0 0,0-1-1 0 0,0 1 1 0 0,1-1 0 0 0,-1 1 0 0 0,0 0-1 0 0,2-1 1 0 0,-1 2-9 0 0,-1-1 0 0 0,0 1 0 0 0,1-1 1 0 0,-1 1-1 0 0,0 0 0 0 0,0 0 0 0 0,0 0 0 0 0,1 0 0 0 0,-1 0 0 0 0,0 0 1 0 0,0 0-1 0 0,0 0 0 0 0,-1 0 0 0 0,1 0 0 0 0,0 0 0 0 0,0 1 1 0 0,0 1-1 0 0,4 7-63 0 0,0 0 1 0 0,-2 1-1 0 0,1-1 1 0 0,2 14-1 0 0,7 58-250 0 0,4 107 0 0 0,-12 86 177 0 0,-4-156 205 0 0,-2-65-4 0 0,1 46-156 0 0,1-89 214 0 0,0 0 1 0 0,1-1-1 0 0,0 1 0 0 0,1-1 0 0 0,-1 0 0 0 0,9 18 1 0 0,-10-27-82 0 0,0 1 1 0 0,-1 0-1 0 0,1-1 0 0 0,0 1 1 0 0,1-1-1 0 0,-1 0 1 0 0,0 1-1 0 0,0-1 1 0 0,0 0-1 0 0,1 0 1 0 0,-1 1-1 0 0,1-1 0 0 0,-1 0 1 0 0,1 0-1 0 0,-1-1 1 0 0,1 1-1 0 0,0 0 1 0 0,-1 0-1 0 0,1-1 1 0 0,0 1-1 0 0,0-1 0 0 0,-1 0 1 0 0,1 1-1 0 0,0-1 1 0 0,0 0-1 0 0,0 0 1 0 0,0 0-1 0 0,-1 0 1 0 0,1-1-1 0 0,0 1 0 0 0,0 0 1 0 0,-1-1-1 0 0,1 1 1 0 0,0-1-1 0 0,0 0 1 0 0,-1 1-1 0 0,1-1 0 0 0,2-2 1 0 0,4-1-10 0 0,-1-1-1 0 0,0 1 1 0 0,-1-1 0 0 0,1-1 0 0 0,-1 1-1 0 0,0-1 1 0 0,7-8 0 0 0,20-33-305 0 0,-1-2 0 0 0,33-69 0 0 0,6-9-137 0 0,-61 110 357 0 0,50-73-258 0 0,-53 81 263 0 0,0 0-1 0 0,1 0 0 0 0,0 1 0 0 0,1 1 1 0 0,-1-1-1 0 0,1 1 0 0 0,12-7 0 0 0,-20 14 36 0 0,0-1 0 0 0,-1 1-1 0 0,1-1 1 0 0,0 0 0 0 0,0 1-1 0 0,0 0 1 0 0,0-1 0 0 0,0 1-1 0 0,0-1 1 0 0,0 1 0 0 0,0 0-1 0 0,0 0 1 0 0,0 0 0 0 0,0-1-1 0 0,0 1 1 0 0,0 0 0 0 0,0 0-1 0 0,0 0 1 0 0,0 0 0 0 0,0 1-1 0 0,0-1 1 0 0,0 0 0 0 0,0 0-1 0 0,0 1 1 0 0,-1-1 0 0 0,1 0-1 0 0,0 1 1 0 0,1 0 0 0 0,-1 0-20 0 0,0 1 1 0 0,0-1-1 0 0,-1 0 0 0 0,1 1 1 0 0,0-1-1 0 0,-1 1 1 0 0,0-1-1 0 0,1 1 1 0 0,-1-1-1 0 0,0 1 0 0 0,1 0 1 0 0,-1-1-1 0 0,0 1 1 0 0,0-1-1 0 0,-1 4 0 0 0,0 7-84 0 0,-2 1-1 0 0,1-1 1 0 0,-6 15-1 0 0,-8 18 367 0 0,-2-1-1 0 0,-2-1 0 0 0,-2-1 0 0 0,-2 0 1 0 0,-1-2-1 0 0,-59 70 0 0 0,75-105 946 0 0,11-22-677 0 0,13-26-148 0 0,17-41-543 0 0,168-407-769 0 0,-193 476 1123 0 0,21-41 489 0 0,-25 51-557 0 0,-1 1 0 0 0,1 0 0 0 0,1 0 1 0 0,-1 0-1 0 0,0 0 0 0 0,1 0 0 0 0,0 1 0 0 0,0-1 1 0 0,6-3-1 0 0,-9 6-65 0 0,0 1 0 0 0,0-1 0 0 0,0 1 0 0 0,1-1 0 0 0,-1 1 0 0 0,0-1 0 0 0,0 1 0 0 0,1-1 0 0 0,-1 1 0 0 0,0 0 0 0 0,0 0 0 0 0,1 0 0 0 0,-1 0 0 0 0,0 0 0 0 0,1 0 0 0 0,-1 0 0 0 0,0 0 0 0 0,0 1 0 0 0,1-1 0 0 0,-1 0 0 0 0,0 1 0 0 0,2 0 0 0 0,-1 0 18 0 0,0 1-1 0 0,0 0 1 0 0,0-1-1 0 0,0 1 1 0 0,0 0-1 0 0,-1 0 1 0 0,1 0-1 0 0,0 0 1 0 0,-1 0-1 0 0,3 4 0 0 0,0 4 66 0 0,0 1 0 0 0,0-1 0 0 0,-1 0 0 0 0,3 13-1 0 0,0 15 23 0 0,-1 0 0 0 0,-2-1-1 0 0,-2 1 1 0 0,-1 1-1 0 0,-3-2 1 0 0,0 1 0 0 0,-15 62-1 0 0,5-48 85 0 0,-2 1-1 0 0,-3-2 0 0 0,-2 0 1 0 0,-46 84-1 0 0,62-128-176 0 0,1 0 27 0 0,0-1 1 0 0,-1 0 0 0 0,1 0-1 0 0,-1 0 1 0 0,-1 0 0 0 0,1-1-1 0 0,-1 1 1 0 0,0-1-1 0 0,0 0 1 0 0,0-1 0 0 0,-12 8-1 0 0,16-12-70 0 0,0 1 0 0 0,0-1 0 0 0,-1 0 0 0 0,1 0 0 0 0,0 0 0 0 0,0-1 0 0 0,0 1 0 0 0,0 0 0 0 0,-1 0 0 0 0,1-1 0 0 0,0 1 0 0 0,0 0 0 0 0,0-1 0 0 0,0 1 0 0 0,0-1 0 0 0,0 0 0 0 0,0 1 0 0 0,0-1 0 0 0,0 0 0 0 0,0 0 0 0 0,0 1 0 0 0,0-1 0 0 0,0 0-1 0 0,1 0 1 0 0,-1 0 0 0 0,0 0 0 0 0,1 0 0 0 0,-1 0 0 0 0,1 0 0 0 0,-1 0 0 0 0,1 0 0 0 0,-1-1 0 0 0,1 1 0 0 0,-1-2 0 0 0,-14-45-255 0 0,14 44 204 0 0,-37-200-1709 0 0,-18-67-260 0 0,41 218 1802 0 0,3 10 363 0 0,-1 0-1 0 0,-2 1 1 0 0,-35-70-1 0 0,49 110-133 0 0,0 0 1 0 0,0 0-1 0 0,0 0 1 0 0,-1 0-1 0 0,1 0 0 0 0,0 0 1 0 0,-1 1-1 0 0,1-1 0 0 0,-1 0 1 0 0,0 1-1 0 0,1-1 1 0 0,-1 1-1 0 0,0 0 0 0 0,0-1 1 0 0,0 1-1 0 0,0 0 0 0 0,0 0 1 0 0,0 0-1 0 0,0 1 1 0 0,0-1-1 0 0,-1 0 0 0 0,1 1 1 0 0,0-1-1 0 0,0 1 0 0 0,-1 0 1 0 0,-3 0-1 0 0,3 1 9 0 0,0 0 0 0 0,0 0 0 0 0,1 0 0 0 0,-1 1 0 0 0,0 0-1 0 0,1-1 1 0 0,-1 1 0 0 0,1 0 0 0 0,-1 0 0 0 0,1 0 0 0 0,0 0 0 0 0,0 1 0 0 0,0-1-1 0 0,0 1 1 0 0,0-1 0 0 0,1 1 0 0 0,-1 0 0 0 0,1-1 0 0 0,-2 5 0 0 0,-9 21-141 0 0,2 0 0 0 0,0 0 1 0 0,-8 49-1 0 0,-7 95-212 0 0,16-105 254 0 0,-65 549-1631 0 0,62-470-3475 0 0</inkml:trace>
</inkml:ink>
</file>

<file path=ppt/ink/ink2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8:16.50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761 57 12899 0 0,'-5'-7'379'0'0,"1"0"0"0"0,0 0 0 0 0,1-1 1 0 0,0 1-1 0 0,-8-13 1262 0 0,11 20-1618 0 0,-4 17 425 0 0,-1 25-273 0 0,-6 456-901 0 0,7-183 271 0 0,-5-2 132 0 0,-11 590 2085 0 0,52-2 1800 0 0,42-165-2128 0 0,-29-319-1172 0 0,-40-360-221 0 0,-4-27-32 0 0,2 0 0 0 0,1 0 0 0 0,1 0 0 0 0,1-1 0 0 0,17 47 0 0 0,-22-75-16 0 0,-1 0 1 0 0,1 1-1 0 0,-1-1 1 0 0,1 0-1 0 0,-1 0 1 0 0,1 1-1 0 0,0-1 1 0 0,0 0-1 0 0,-1 0 0 0 0,1 0 1 0 0,0 0-1 0 0,0 0 1 0 0,0 0-1 0 0,0 0 1 0 0,0 0-1 0 0,0 0 1 0 0,1-1-1 0 0,-1 1 1 0 0,0 0-1 0 0,0-1 1 0 0,1 1-1 0 0,-1-1 0 0 0,0 1 1 0 0,2-1-1 0 0,-2 0-19 0 0,1 0-1 0 0,-1-1 0 0 0,0 0 0 0 0,0 1 1 0 0,0-1-1 0 0,1 0 0 0 0,-1 0 0 0 0,0 1 1 0 0,0-1-1 0 0,0 0 0 0 0,0 0 0 0 0,-1 0 1 0 0,1 0-1 0 0,0 0 0 0 0,0-1 0 0 0,-1 1 1 0 0,1 0-1 0 0,0 0 0 0 0,-1 0 0 0 0,1-1 1 0 0,-1 1-1 0 0,1 0 0 0 0,-1-1 0 0 0,0 1 1 0 0,0-2-1 0 0,7-36-261 0 0,-1 1 1 0 0,-2-1-1 0 0,-3 0 0 0 0,-2-42 1 0 0,1 27 111 0 0,-65-1251-1903 0 0,2 90 704 0 0,63 1167 1319 0 0,-7-394-163 0 0,-1 313 539 0 0,-34-179 1 0 0,39 291-274 0 0,-23-92 395 0 0,23 100-351 0 0,0 0 0 0 0,0 0 0 0 0,-1 0 0 0 0,0 0 0 0 0,-1 1 0 0 0,0 0 1 0 0,0 0-1 0 0,-1 0 0 0 0,-7-7 0 0 0,12 14-70 0 0,0 0 0 0 0,0 0 1 0 0,0 0-1 0 0,0 0 0 0 0,0 0 0 0 0,-1 1 1 0 0,1-1-1 0 0,0 1 0 0 0,-1-1 0 0 0,1 1 1 0 0,0-1-1 0 0,-1 1 0 0 0,1 0 0 0 0,-1-1 0 0 0,1 1 1 0 0,-1 0-1 0 0,1 0 0 0 0,-1 0 0 0 0,1 0 1 0 0,0 1-1 0 0,-1-1 0 0 0,1 0 0 0 0,-1 0 1 0 0,1 1-1 0 0,0-1 0 0 0,-1 1 0 0 0,1-1 1 0 0,0 1-1 0 0,-1 0 0 0 0,1 0 0 0 0,0-1 1 0 0,0 1-1 0 0,0 0 0 0 0,0 0 0 0 0,0 0 0 0 0,0 0 1 0 0,0 0-1 0 0,0 0 0 0 0,-2 3 0 0 0,-3 4 10 0 0,0 0-1 0 0,1 0 0 0 0,0 1 0 0 0,-6 12 0 0 0,-2 11-96 0 0,1 1 1 0 0,1 1-1 0 0,-11 60 0 0 0,-6 109-209 0 0,25-173 293 0 0,-40 754-211 0 0,31-412 183 0 0,-33 496 419 0 0,-29 895 277 0 0,91-997 631 0 0,33-2-708 0 0,-29-475-528 0 0,-15-192-181 0 0,65 630-1955 0 0,-69-714 1906 0 0,-1-7 23 0 0,-1-1 1 0 0,1 0-1 0 0,0 1 0 0 0,1-1 0 0 0,-1 0 0 0 0,1 1 0 0 0,0-1 0 0 0,4 7 1 0 0,-6-12 104 0 0,0 1 0 0 0,0-1 0 0 0,1 0 0 0 0,-1 0 0 0 0,0 0 0 0 0,0 1 0 0 0,0-1 0 0 0,0 0 0 0 0,0 0 0 0 0,1 0 0 0 0,-1 0 1 0 0,0 0-1 0 0,0 0 0 0 0,0 1 0 0 0,1-1 0 0 0,-1 0 0 0 0,0 0 0 0 0,0 0 0 0 0,0 0 0 0 0,1 0 0 0 0,-1 0 0 0 0,0 0 0 0 0,0 0 0 0 0,0 0 1 0 0,1 0-1 0 0,-1 0 0 0 0,0 0 0 0 0,0 0 0 0 0,1 0 0 0 0,-1 0 0 0 0,0 0 0 0 0,0 0 0 0 0,0 0 0 0 0,1 0 0 0 0,-1 0 0 0 0,0-1 1 0 0,0 1-1 0 0,0 0 0 0 0,1 0 0 0 0,-1 0 0 0 0,0 0 0 0 0,0 0 0 0 0,0 0 0 0 0,1-1 0 0 0,7-12-562 0 0,2-17-157 0 0,0-30 316 0 0,-2-1-1 0 0,0-118 1 0 0,-8 129 414 0 0,-15-1505 1411 0 0,0 837-1398 0 0,37-1353-1165 0 0,1 888 781 0 0,-22 1154 529 0 0,0 2 244 0 0,-2 0 0 0 0,-6-50-1 0 0,7 76-348 0 0,0 0 0 0 0,0 0 0 0 0,0 0 0 0 0,0 0 0 0 0,0 0 0 0 0,0 0 0 0 0,-1 0-1 0 0,1 0 1 0 0,0 0 0 0 0,-1 0 0 0 0,1 1 0 0 0,-1-1 0 0 0,1 0 0 0 0,-1 0 0 0 0,1 0-1 0 0,-1 1 1 0 0,0-1 0 0 0,1 0 0 0 0,-1 0 0 0 0,0 1 0 0 0,0-1 0 0 0,0 1-10 0 0,0 0 1 0 0,1 0 0 0 0,-1 0-1 0 0,1 0 1 0 0,-1 1 0 0 0,0-1-1 0 0,1 0 1 0 0,-1 0 0 0 0,1 1-1 0 0,-1-1 1 0 0,1 0 0 0 0,-1 1-1 0 0,1-1 1 0 0,-1 1-1 0 0,1-1 1 0 0,0 1 0 0 0,-1-1-1 0 0,1 1 1 0 0,-1-1 0 0 0,1 1-1 0 0,0-1 1 0 0,-1 2 0 0 0,-16 40 645 0 0,6 4-620 0 0,2 0 0 0 0,-3 68 1 0 0,5 99-531 0 0,6-136 265 0 0,25 1706-3009 0 0,-12-1381 3007 0 0,8 417 359 0 0,47 1214 4831 0 0,87 421-2664 0 0,-104-1912-2137 0 0,-3-57-972 0 0,-45-458 663 0 0,4 39-495 0 0,-4 84 1 0 0,-2-150 612 0 0,0 0 0 0 0,0 0 0 0 0,0 0 0 0 0,-1 0 0 0 0,1 0-1 0 0,0 0 1 0 0,0 0 0 0 0,0 0 0 0 0,0 0 0 0 0,0 0 0 0 0,0 0 0 0 0,0 0 0 0 0,0 0 0 0 0,0 0 0 0 0,0 0 0 0 0,-1 0 0 0 0,1 0 0 0 0,0 0 0 0 0,0 0 0 0 0,0 0 0 0 0,0 0 0 0 0,0 0 0 0 0,-1 2-220 0 0,1-2 220 0 0,0 0 0 0 0,0 0 0 0 0,0 0 0 0 0,0 0 0 0 0,0 0 0 0 0,0 0-1 0 0,0 0 1 0 0,-4-12-109 0 0,-4-20 95 0 0,-25-198-616 0 0,-3-285-1 0 0,30-329-1525 0 0,2 175 1079 0 0,51-599-1156 0 0,128-90 3809 0 0,-171 1324-1277 0 0,-3 19-70 0 0,0 1 1 0 0,2 0-1 0 0,-1 0 0 0 0,2 0 0 0 0,7-20 0 0 0,-3 74 471 0 0,-6 52-701 0 0,15 1431-899 0 0,-96 81 1991 0 0,40-988 1186 0 0,-9-22-1606 0 0,12-187-581 0 0,29-312-116 0 0,7 119-1 0 0,0-211 21 0 0,0 0 0 0 0,0 0-1 0 0,1 1 1 0 0,-1-1 0 0 0,1 0 0 0 0,0 0 0 0 0,0 0-1 0 0,3 6 1 0 0,-4-9 4 0 0,0 0 0 0 0,1 1 0 0 0,-1-1 0 0 0,0 0 0 0 0,0 0 0 0 0,0 1 0 0 0,1-1 0 0 0,-1 0 0 0 0,0 0 0 0 0,0 0 0 0 0,1 1 0 0 0,-1-1 0 0 0,0 0 0 0 0,1 0 0 0 0,-1 0 0 0 0,0 0 0 0 0,0 0 0 0 0,1 0 0 0 0,-1 0 0 0 0,0 1 0 0 0,1-1 0 0 0,-1 0 0 0 0,0 0 0 0 0,1 0 0 0 0,-1 0 0 0 0,0 0 0 0 0,1 0 0 0 0,-1-1 0 0 0,0 1 0 0 0,1 0 0 0 0,-1 0 0 0 0,13-14-570 0 0,-3-9 140 0 0,0-2 0 0 0,-1 1 0 0 0,-1-1 1 0 0,-2 0-1 0 0,0-1 0 0 0,2-41 0 0 0,-3 39 135 0 0,76-779-1738 0 0,-44-3 1932 0 0,-30 622-443 0 0,28-355-158 0 0,3-67-11 0 0,-37 595 763 0 0,0-9 309 0 0,-1-1 0 0 0,-1 0-1 0 0,-5-33 1 0 0,6 58-307 0 0,0-1 1 0 0,0 0-1 0 0,0 0 1 0 0,0 1-1 0 0,0-1 0 0 0,-1 0 1 0 0,1 1-1 0 0,0-1 1 0 0,0 0-1 0 0,0 1 1 0 0,-1-1-1 0 0,1 0 1 0 0,0 1-1 0 0,-1-1 1 0 0,1 1-1 0 0,-1-1 1 0 0,1 1-1 0 0,0-1 1 0 0,-1 1-1 0 0,1-1 1 0 0,-1 1-1 0 0,0-1 0 0 0,1 1 1 0 0,-1-1-1 0 0,1 1 1 0 0,-1 0-1 0 0,0-1 1 0 0,0 1-1 0 0,0 0 11 0 0,0 0 0 0 0,0 1 1 0 0,0-1-1 0 0,0 1 0 0 0,0-1 0 0 0,0 1 0 0 0,1-1 0 0 0,-1 1 0 0 0,0-1 0 0 0,0 1 0 0 0,1 0 1 0 0,-1 0-1 0 0,0-1 0 0 0,1 1 0 0 0,-1 0 0 0 0,0 1 0 0 0,-22 41 877 0 0,6 12-443 0 0,3 1 1 0 0,2 1 0 0 0,-8 86 0 0 0,10-64-328 0 0,-37 299 331 0 0,-66 406-16 0 0,92-679-386 0 0,-143 596 3372 0 0,159-684-3450 0 0,-22 59 37 0 0,25-69-64 0 0,-2 0 0 0 0,1 0 0 0 0,-1-1-1 0 0,0 1 1 0 0,0-1 0 0 0,-1 0-1 0 0,0 0 1 0 0,-6 6 0 0 0,10-11 0 0 0,0-1 0 0 0,0 1 0 0 0,0 0 1 0 0,0 0-1 0 0,0-1 0 0 0,0 1 0 0 0,0-1 0 0 0,-1 1 1 0 0,1-1-1 0 0,0 1 0 0 0,0-1 0 0 0,0 0 1 0 0,0 1-1 0 0,-1-1 0 0 0,1 0 0 0 0,0 0 0 0 0,0 0 1 0 0,-1 0-1 0 0,1 0 0 0 0,0 0 0 0 0,0 0 1 0 0,-1-1-1 0 0,1 1 0 0 0,0 0 0 0 0,0-1 0 0 0,0 1 1 0 0,0 0-1 0 0,-1-1 0 0 0,1 0 0 0 0,0 1 1 0 0,0-1-1 0 0,0 0 0 0 0,0 1 0 0 0,0-1 1 0 0,0 0-1 0 0,1 0 0 0 0,-1 0 0 0 0,0 0 0 0 0,0 0 1 0 0,1 0-1 0 0,-1 0 0 0 0,0 0 0 0 0,1 0 1 0 0,-1 0-1 0 0,0-2 0 0 0,-4-7-155 0 0,0-1 1 0 0,1 0-1 0 0,-5-20 0 0 0,7 24 109 0 0,-31-130-1573 0 0,-17-167-1 0 0,29 161 552 0 0,-4-17-118 0 0,-66-440-970 0 0,67 376 1808 0 0,24 224 380 0 0,0 0-1 0 0,1 0 1 0 0,-1-1 0 0 0,0 1 0 0 0,0 0 0 0 0,0-1 0 0 0,0 1 0 0 0,0 0 0 0 0,0-1 0 0 0,0 1 0 0 0,0 0 0 0 0,0-1 0 0 0,0 1 0 0 0,0 0-1 0 0,0 0 1 0 0,0-1 0 0 0,0 1 0 0 0,-1 0 0 0 0,1-1 0 0 0,0 1 0 0 0,0 0 0 0 0,0 0 0 0 0,0-1 0 0 0,0 1 0 0 0,-1 0 0 0 0,1 0 0 0 0,0-1-1 0 0,0 1 1 0 0,0 0 0 0 0,-1 0 0 0 0,1 0 0 0 0,0-1 0 0 0,0 1 0 0 0,-1 0 0 0 0,1 0 0 0 0,0 0 0 0 0,-1 0 0 0 0,1-1 0 0 0,-5 15 820 0 0,-1 25 390 0 0,4 75 532 0 0,18 168 0 0 0,-9-188-1605 0 0,2 25 21 0 0,20 318 447 0 0,-33 3 439 0 0,2-416-982 0 0,-2 30 33 0 0,4-50-102 0 0,0 0 0 0 0,0 0 0 0 0,0-1 0 0 0,1 1 0 0 0,0 0 0 0 0,-1-1 0 0 0,2 1 0 0 0,-1 0 0 0 0,0-1 0 0 0,4 6 0 0 0,-5-8-21 0 0,0-1-1 0 0,1 0 1 0 0,-1 1 0 0 0,1-1 0 0 0,-1 0 0 0 0,0 0 0 0 0,1 0 0 0 0,-1 0-1 0 0,1 1 1 0 0,-1-1 0 0 0,1 0 0 0 0,-1 0 0 0 0,1 0 0 0 0,-1 0 0 0 0,1 0-1 0 0,-1 0 1 0 0,1 0 0 0 0,-1 0 0 0 0,0 0 0 0 0,1 0 0 0 0,-1-1 0 0 0,1 1-1 0 0,-1 0 1 0 0,1 0 0 0 0,-1 0 0 0 0,1 0 0 0 0,-1-1 0 0 0,0 1 0 0 0,1 0-1 0 0,-1 0 1 0 0,1-1 0 0 0,-1 1 0 0 0,0 0 0 0 0,1-1 0 0 0,-1 1 0 0 0,0 0 0 0 0,0-1-1 0 0,1 1 1 0 0,-1-1 0 0 0,0 1 0 0 0,0-1 0 0 0,1 1 0 0 0,-1 0 0 0 0,0-2-1 0 0,14-21-587 0 0,-6 5 220 0 0,-1 0-1 0 0,-1-1 1 0 0,0 0 0 0 0,-2 0 0 0 0,5-38 0 0 0,-1-105-798 0 0,-8 125 1101 0 0,-11-592-434 0 0,5 446 458 0 0,-126-1979 374 0 0,5 89 493 0 0,120 1860-970 0 0,-62-868-303 0 0,56 954 267 0 0,-16-103-716 0 0,25 249 760 0 0,1 19 100 0 0,57 657 292 0 0,-32-504-153 0 0,32 276 532 0 0,59 730 2152 0 0,-102-672-1108 0 0,-7-226-1526 0 0,-3-210-363 0 0,23 155-1 0 0,-24-244 206 0 0,0 0 1 0 0,0 1-1 0 0,-1-1 0 0 0,1 0 1 0 0,0 0-1 0 0,0 1 0 0 0,0-1 1 0 0,0 0-1 0 0,0 0 0 0 0,0 1 1 0 0,0-1-1 0 0,0 0 1 0 0,0 0-1 0 0,0 1 0 0 0,0-1 1 0 0,0 0-1 0 0,0 0 0 0 0,0 1 1 0 0,0-1-1 0 0,1 0 1 0 0,-1 0-1 0 0,0 1 0 0 0,0-1 1 0 0,0 0-1 0 0,0 0 0 0 0,0 0 1 0 0,0 1-1 0 0,1-1 0 0 0,-1 0 1 0 0,0 0-1 0 0,0 0 1 0 0,0 0-1 0 0,1 1 0 0 0,-1-1 1 0 0,0 0-1 0 0,0 0 0 0 0,0 0 1 0 0,1 0-1 0 0,-1 0 1 0 0,0 0-1 0 0,0 1 0 0 0,1-1 1 0 0,-1 0-1 0 0,0 0 0 0 0,0 0 1 0 0,1 0-1 0 0,-1 0 1 0 0,6-15-502 0 0,2-29-67 0 0,9-476 93 0 0,-16 440 530 0 0,-53-1115 924 0 0,24 778-676 0 0,20-106 630 0 0,17 364-408 0 0,36-201 0 0 0,58-163-546 0 0,-98 499 16 0 0,-4 13 9 0 0,1-1-1 0 0,1 2 0 0 0,0-1 1 0 0,1 0-1 0 0,9-19 0 0 0,-13 30 16 0 0,0 0 0 0 0,0-1 0 0 0,0 1 0 0 0,0 0 0 0 0,0 0 0 0 0,1-1 0 0 0,-1 1 0 0 0,0 0 0 0 0,0 0 0 0 0,1-1-1 0 0,-1 1 1 0 0,0 0 0 0 0,0 0 0 0 0,1 0 0 0 0,-1 0 0 0 0,0-1 0 0 0,0 1 0 0 0,1 0 0 0 0,-1 0 0 0 0,0 0 0 0 0,1 0 0 0 0,-1 0 0 0 0,0 0-1 0 0,1 0 1 0 0,-1 0 0 0 0,0 0 0 0 0,1 0 0 0 0,-1 0 0 0 0,0 0 0 0 0,1 0 0 0 0,-1 0 0 0 0,0 0 0 0 0,0 0 0 0 0,1 0 0 0 0,-1 0 0 0 0,0 0-1 0 0,1 1 1 0 0,-1-1 0 0 0,0 0 0 0 0,1 0 0 0 0,-1 0 0 0 0,0 0 0 0 0,0 1 0 0 0,0-1 0 0 0,1 0 0 0 0,-1 0 0 0 0,0 1 0 0 0,0-1 0 0 0,0 0-1 0 0,1 0 1 0 0,-1 1 0 0 0,0-1 0 0 0,0 0 0 0 0,0 1 0 0 0,0-1 0 0 0,0 0 0 0 0,0 0 0 0 0,1 1 0 0 0,-1-1 0 0 0,0 1 0 0 0,8 24 18 0 0,-7-24-13 0 0,56 289 121 0 0,-37-165-321 0 0,32 168-100 0 0,233 1478 1104 0 0,-259-1490-24 0 0,-11 344-1 0 0,-16-602-788 0 0,0-13-18 0 0,0 0 0 0 0,1 1 0 0 0,1-1 0 0 0,-1 1 0 0 0,1-1 0 0 0,1 0 0 0 0,0 0 0 0 0,7 19 0 0 0,-9-29 11 0 0,0 1-1 0 0,0-1 0 0 0,1 1 1 0 0,-1 0-1 0 0,0-1 0 0 0,1 1 0 0 0,-1 0 1 0 0,1-1-1 0 0,-1 1 0 0 0,1-1 1 0 0,-1 1-1 0 0,1-1 0 0 0,-1 1 1 0 0,1-1-1 0 0,0 0 0 0 0,-1 1 1 0 0,1-1-1 0 0,-1 0 0 0 0,1 1 1 0 0,0-1-1 0 0,-1 0 0 0 0,1 0 0 0 0,0 0 1 0 0,0 1-1 0 0,-1-1 0 0 0,1 0 1 0 0,0 0-1 0 0,-1 0 0 0 0,1 0 1 0 0,1-1-1 0 0,0 1-31 0 0,0-1 1 0 0,0 0-1 0 0,0 0 0 0 0,-1 0 1 0 0,1 0-1 0 0,0 0 0 0 0,-1 0 1 0 0,1-1-1 0 0,0 1 0 0 0,2-4 1 0 0,1-1-108 0 0,1-1 0 0 0,-1 0 0 0 0,-1-1 0 0 0,5-9 0 0 0,2-9-264 0 0,-2-2 1 0 0,-1 1-1 0 0,-1-1 1 0 0,5-46-1 0 0,1-120-221 0 0,-12 151 653 0 0,8-361-85 0 0,31-385 449 0 0,-37 766-375 0 0,-3 15 2 0 0,1-1 1 0 0,0 1-1 0 0,1-1 1 0 0,0 1-1 0 0,0-1 1 0 0,7-15-1 0 0,-9 24-3 0 0,0 0 0 0 0,0 0 0 0 0,0-1 0 0 0,0 1 0 0 0,0 0 0 0 0,0 0 0 0 0,0 0 0 0 0,0 0 0 0 0,0 0 0 0 0,0 0 0 0 0,0-1 0 0 0,0 1-1 0 0,1 0 1 0 0,-1 0 0 0 0,0 0 0 0 0,0 0 0 0 0,0 0 0 0 0,0 0 0 0 0,0 0 0 0 0,0 0 0 0 0,1 0 0 0 0,-1 0 0 0 0,0-1 0 0 0,0 1 0 0 0,0 0 0 0 0,0 0 0 0 0,0 0 0 0 0,0 0 0 0 0,1 0 0 0 0,-1 0 0 0 0,0 0-1 0 0,0 0 1 0 0,0 0 0 0 0,0 0 0 0 0,1 0 0 0 0,-1 0 0 0 0,0 0 0 0 0,0 0 0 0 0,0 0 0 0 0,0 1 0 0 0,0-1 0 0 0,0 0 0 0 0,1 0 0 0 0,-1 0 0 0 0,0 0 0 0 0,0 0 0 0 0,0 0 0 0 0,0 0 0 0 0,0 0 0 0 0,0 0-1 0 0,0 0 1 0 0,1 1 0 0 0,-1-1 0 0 0,0 0 0 0 0,0 0 0 0 0,5 13 245 0 0,1 18 84 0 0,6 109-197 0 0,-6-1 0 0 0,-6 2 0 0 0,-30 228 0 0 0,24-315-286 0 0,-3-1 0 0 0,-1 0 0 0 0,-4 0 0 0 0,-1-2 0 0 0,-40 91 0 0 0,51-135 152 0 0,0 0 1 0 0,0 0-1 0 0,0-1 1 0 0,-9 10-1 0 0,12-15-6 0 0,0 0-1 0 0,1 0 1 0 0,-1-1-1 0 0,0 1 0 0 0,0 0 1 0 0,0-1-1 0 0,1 1 1 0 0,-1-1-1 0 0,0 1 1 0 0,0-1-1 0 0,0 0 0 0 0,0 1 1 0 0,0-1-1 0 0,0 0 1 0 0,0 1-1 0 0,0-1 1 0 0,0 0-1 0 0,-2 0 0 0 0,2 0-8 0 0,0-1 0 0 0,0 1 0 0 0,0-1 0 0 0,0 1-1 0 0,0-1 1 0 0,0 0 0 0 0,1 1 0 0 0,-1-1-1 0 0,0 0 1 0 0,0 0 0 0 0,0 1 0 0 0,1-1 0 0 0,-1 0-1 0 0,0 0 1 0 0,1 0 0 0 0,-1 0 0 0 0,1 0-1 0 0,-1 0 1 0 0,1 0 0 0 0,0 0 0 0 0,-1-2 0 0 0,-6-24-462 0 0,0 1 1 0 0,2-1 0 0 0,2 0 0 0 0,-2-49 0 0 0,2 14 123 0 0,0 26 216 0 0,-27-500 1446 0 0,46 563-3311 0 0,17 117 1926 0 0,23 267 1 0 0,-31-187-3683 0 0,-17-161-879 0 0</inkml:trace>
</inkml:ink>
</file>

<file path=ppt/ink/ink2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8:19.454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981 182 12899 0 0,'-13'-20'0'0'0,"0"1"1"0"0,-1 0 0 0 0,-2 1-1 0 0,1 1 1 0 0,-33-27-1 0 0,42 39-31 0 0,0 1 0 0 0,-1-1-1 0 0,1 1 1 0 0,-1 0 0 0 0,0 0 0 0 0,-1 1-1 0 0,1 0 1 0 0,-1 0 0 0 0,1 1-1 0 0,-1 0 1 0 0,0 0 0 0 0,0 1 0 0 0,0 0-1 0 0,0 0 1 0 0,1 1 0 0 0,-1 0-1 0 0,0 0 1 0 0,0 1 0 0 0,0 0 0 0 0,-11 3-1 0 0,4 2 11 0 0,1-1-1 0 0,0 2 0 0 0,0 0 1 0 0,1 1-1 0 0,0 0 1 0 0,0 1-1 0 0,1 1 0 0 0,-17 16 1 0 0,-8 11-331 0 0,-36 48-1 0 0,-343 448-244 0 0,415-530 802 0 0,-1-1 0 0 0,0 1 1 0 0,-1-1-1 0 0,1 0 0 0 0,0 1 0 0 0,-1-1 1 0 0,-12 0 1914 0 0,15-2-2075 0 0,-1-20 870 0 0,5-16-192 0 0,2 1 0 0 0,2 0 0 0 0,16-49 0 0 0,49-101-266 0 0,-27 73-156 0 0,-31 69-207 0 0,-9 25-54 0 0,0 0 0 0 0,1 0 0 0 0,1 1 0 0 0,1 0 1 0 0,12-18-1 0 0,-21 51-254 0 0,-1 0 1 0 0,-3 26 0 0 0,-55 206-464 0 0,37-166 308 0 0,2 1 0 0 0,-14 152 1 0 0,33-224 369 0 0,1 1 0 0 0,0-1 0 0 0,1 0 0 0 0,0 1 0 0 0,5 16 0 0 0,-5-25-2 0 0,-1 0-1 0 0,1-1 1 0 0,0 1 0 0 0,0-1 0 0 0,1 1 0 0 0,-1-1 0 0 0,0 1 0 0 0,1-1 0 0 0,0 1 0 0 0,-1-1 0 0 0,1 0 0 0 0,0 0 0 0 0,0 0 0 0 0,0 0 0 0 0,0 0-1 0 0,1-1 1 0 0,-1 1 0 0 0,0-1 0 0 0,1 1 0 0 0,-1-1 0 0 0,1 0 0 0 0,0 0 0 0 0,-1 0 0 0 0,1 0 0 0 0,0 0 0 0 0,-1-1 0 0 0,5 1 0 0 0,4-1-57 0 0,1 0 1 0 0,0-1 0 0 0,0 0 0 0 0,0-1 0 0 0,-1 0 0 0 0,1-1 0 0 0,-1-1 0 0 0,0 1-1 0 0,0-2 1 0 0,0 0 0 0 0,0 0 0 0 0,-1-1 0 0 0,0 0 0 0 0,0-1 0 0 0,16-14 0 0 0,1-3-37 0 0,0-1 0 0 0,-2-2 1 0 0,39-54-1 0 0,-28 28 134 0 0,-3-2 0 0 0,-2 0 0 0 0,33-86 0 0 0,-54 124 62 0 0,-7 14-21 0 0,-4 13-21 0 0,-12 27 49 0 0,-1 0 0 0 0,-28 53 0 0 0,10-25-79 0 0,9-18-32 0 0,12-25-14 0 0,0 1 0 0 0,1 0 0 0 0,-8 32 0 0 0,17-55 8 0 0,1 1 1 0 0,0-1-1 0 0,0 0 1 0 0,0 1-1 0 0,-1-1 1 0 0,1 0-1 0 0,0 1 1 0 0,0-1-1 0 0,0 0 1 0 0,0 1-1 0 0,0-1 1 0 0,0 1-1 0 0,0-1 1 0 0,0 0-1 0 0,0 1 1 0 0,0-1-1 0 0,0 0 1 0 0,0 1-1 0 0,0-1 1 0 0,0 1-1 0 0,0-1 1 0 0,0 0-1 0 0,1 1 1 0 0,-1-1-1 0 0,0 0 1 0 0,0 1-1 0 0,0-1 1 0 0,0 0-1 0 0,1 1 1 0 0,-1-1-1 0 0,0 0 1 0 0,0 0-1 0 0,1 1 1 0 0,-1-1-1 0 0,0 0 1 0 0,1 0-1 0 0,-1 1 1 0 0,0-1-1 0 0,1 0 1 0 0,-1 0-1 0 0,0 0 1 0 0,1 0-1 0 0,-1 1 1 0 0,21-9-639 0 0,19-21-473 0 0,12-23-1053 0 0,66-85 1 0 0,-35 38 266 0 0,173-196-1597 0 0,-240 281 3961 0 0,-15 14-434 0 0,-1 0-1 0 0,0 0 1 0 0,0 0-1 0 0,1 1 1 0 0,-1-1-1 0 0,0 0 1 0 0,0 0-1 0 0,0 1 0 0 0,1-1 1 0 0,-1 0-1 0 0,0 0 1 0 0,0 1-1 0 0,0-1 1 0 0,0 0-1 0 0,0 0 1 0 0,0 1-1 0 0,0-1 0 0 0,1 0 1 0 0,-1 1-1 0 0,0-1 1 0 0,0 0-1 0 0,0 1 1 0 0,0-1-1 0 0,0 0 1 0 0,0 1-1 0 0,0-1 0 0 0,-1 0 1 0 0,1 1-1 0 0,0-1 1 0 0,0 0-1 0 0,0 0 1 0 0,0 1-1 0 0,0 0 1 0 0,-13 40 1035 0 0,-14 18-44 0 0,-2-2 0 0 0,-3-2 0 0 0,-63 85 0 0 0,20-30-138 0 0,26-37-395 0 0,-165 278 2363 0 0,209-342-2749 0 0,3-6-51 0 0,0 0 0 0 0,0 1 1 0 0,0-1-1 0 0,1 0 0 0 0,0 1 0 0 0,0-1 1 0 0,0 1-1 0 0,-1 6 0 0 0,2-10-72 0 0,1 0 0 0 0,-1 0 0 0 0,1 0 0 0 0,-1 0-1 0 0,1 0 1 0 0,-1 0 0 0 0,1 0 0 0 0,0-1 0 0 0,-1 1-1 0 0,1 0 1 0 0,-1 0 0 0 0,1 0 0 0 0,-1-1-1 0 0,1 1 1 0 0,-1 0 0 0 0,1 0 0 0 0,-1-1 0 0 0,1 1-1 0 0,-1 0 1 0 0,0-1 0 0 0,1 1 0 0 0,-1-1 0 0 0,1 1-1 0 0,-1-1 1 0 0,0 1 0 0 0,0-1 0 0 0,1 1 0 0 0,-1-1-1 0 0,0 0 1 0 0,18-17-1352 0 0,2-11-311 0 0,20-37 0 0 0,-26 40 2024 0 0,1 1-1 0 0,44-46 3764 0 0,-59 71-4010 0 0,1 17 1887 0 0,-11 24-590 0 0,-28 53-434 0 0,-4 8-3733 0 0</inkml:trace>
</inkml:ink>
</file>

<file path=ppt/ink/ink2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7T22:18:23.264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405 1 14283 0 0,'-8'59'692'0'0,"0"75"0"0"0,4-40-858 0 0,-49 960-386 0 0,58 8 1321 0 0,44-303 2438 0 0,-24-419-2337 0 0,-22-281-741 0 0,-2-25-30 0 0,1 0-1 0 0,2 0 1 0 0,1-1 0 0 0,17 62 0 0 0,-21-93-99 0 0,-1-1 0 0 0,0 0 0 0 0,1 1 1 0 0,-1-1-1 0 0,1 0 0 0 0,-1 0 0 0 0,1 1 1 0 0,-1-1-1 0 0,1 0 0 0 0,0 0 0 0 0,0 0 1 0 0,-1 0-1 0 0,1 0 0 0 0,0 0 0 0 0,0 0 1 0 0,0 0-1 0 0,0 0 0 0 0,0-1 0 0 0,1 1 1 0 0,-1 0-1 0 0,0-1 0 0 0,0 1 0 0 0,0-1 1 0 0,2 2-1 0 0,-1-3-20 0 0,-1 1 0 0 0,1 0-1 0 0,-1-1 1 0 0,0 1 0 0 0,1-1 0 0 0,-1 1 0 0 0,0-1 0 0 0,0 0-1 0 0,0 1 1 0 0,1-1 0 0 0,-1 0 0 0 0,0 0 0 0 0,0 0-1 0 0,0 0 1 0 0,0 0 0 0 0,0 0 0 0 0,0 0 0 0 0,1-2 0 0 0,4-7-129 0 0,0 1 0 0 0,-1-2 1 0 0,0 1-1 0 0,5-14 0 0 0,6-26 117 0 0,-3-1 0 0 0,14-102 0 0 0,-7-110-88 0 0,-17-494-1523 0 0,-46 0-1060 0 0,22 419 1722 0 0,-13-94-281 0 0,-32 7 4485 0 0,63 413-2986 0 0,3 7-149 0 0,-1-1-1 0 0,0 0 1 0 0,0 0-1 0 0,-1 1 1 0 0,0-1-1 0 0,0 1 1 0 0,0 0-1 0 0,-1-1 1 0 0,1 1-1 0 0,-1 0 1 0 0,-6-8-1 0 0,8 13-93 0 0,1 0 0 0 0,-1 0-1 0 0,1-1 1 0 0,-1 1 0 0 0,1 0 0 0 0,-1 0-1 0 0,0 0 1 0 0,1 0 0 0 0,-1 0-1 0 0,1 0 1 0 0,-1 0 0 0 0,1 0-1 0 0,-1 0 1 0 0,1 0 0 0 0,-1 0 0 0 0,1 0-1 0 0,-1 0 1 0 0,1 0 0 0 0,-1 1-1 0 0,1-1 1 0 0,-1 0 0 0 0,1 0-1 0 0,-1 0 1 0 0,1 1 0 0 0,-1-1 0 0 0,1 0-1 0 0,-1 1 1 0 0,1-1 0 0 0,0 1-1 0 0,-1-1 1 0 0,1 0 0 0 0,0 1-1 0 0,-1-1 1 0 0,1 1 0 0 0,0-1 0 0 0,-1 1-1 0 0,1-1 1 0 0,0 1 0 0 0,0-1-1 0 0,0 1 1 0 0,0-1 0 0 0,-1 1-1 0 0,1 0 1 0 0,-9 27-356 0 0,8-27 316 0 0,-9 52-353 0 0,3-1 0 0 0,1 1 0 0 0,2 65-1 0 0,3-63 251 0 0,-34 2027 1612 0 0,38-1849-406 0 0,11 0-1 0 0,10-1 1 0 0,84 360-1 0 0,-103-573-974 0 0,11 37-35 0 0,-15-52-64 0 0,0 0 1 0 0,1-1 0 0 0,0 1-1 0 0,0-1 1 0 0,0 1-1 0 0,0-1 1 0 0,1 1 0 0 0,-1-1-1 0 0,1 0 1 0 0,0 0 0 0 0,4 3-1 0 0,-6-5 12 0 0,0-1 1 0 0,0 1-1 0 0,1-1 0 0 0,-1 0 0 0 0,0 1 0 0 0,0-1 0 0 0,0 0 0 0 0,0 0 0 0 0,0 1 0 0 0,0-1 0 0 0,1 0 1 0 0,-1 0-1 0 0,0 0 0 0 0,0-1 0 0 0,0 1 0 0 0,0 0 0 0 0,0 0 0 0 0,1-1 0 0 0,-1 1 0 0 0,0 0 1 0 0,0-1-1 0 0,0 1 0 0 0,0-1 0 0 0,0 1 0 0 0,0-1 0 0 0,0 0 0 0 0,0 1 0 0 0,-1-1 0 0 0,1 0 0 0 0,0 0 1 0 0,0 0-1 0 0,0 0 0 0 0,0-1 0 0 0,25-34-92 0 0,-25 33 83 0 0,15-27 20 0 0,-2-1 1 0 0,-1 0-1 0 0,-2 0 0 0 0,-1-2 1 0 0,6-32-1 0 0,21-173 588 0 0,-31 194-521 0 0,34-522 243 0 0,-40-4-708 0 0,-1 353 51 0 0,0 47 42 0 0,-23-854-1529 0 0,-10 699 1032 0 0,24 263 629 0 0,-4 0 0 0 0,-2 1 0 0 0,-28-68 0 0 0,36 110 140 0 0,-1 0 0 0 0,0 1 0 0 0,-17-23 0 0 0,23 36 15 0 0,-2-1 0 0 0,1 1 1 0 0,-1 0-1 0 0,0 1 1 0 0,0-1-1 0 0,-7-4 1 0 0,10 7 7 0 0,-1 1 1 0 0,1-1 0 0 0,-1 1 0 0 0,0 0 0 0 0,1 0-1 0 0,-1 0 1 0 0,0 0 0 0 0,0 0 0 0 0,0 1 0 0 0,0-1-1 0 0,0 1 1 0 0,0 0 0 0 0,0 0 0 0 0,1 0 0 0 0,-4 0 0 0 0,1 2-19 0 0,0-1 1 0 0,1 1 0 0 0,-1 0-1 0 0,1 0 1 0 0,0 1 0 0 0,0-1 0 0 0,0 1-1 0 0,0 0 1 0 0,0 0 0 0 0,0 0 0 0 0,1 1-1 0 0,-1-1 1 0 0,1 1 0 0 0,0 0 0 0 0,0 0-1 0 0,1 0 1 0 0,-1 0 0 0 0,-2 8 0 0 0,-6 10-134 0 0,1 1 1 0 0,-9 30 0 0 0,18-47 134 0 0,-23 77-683 0 0,-24 151 0 0 0,12 89-221 0 0,21-58 963 0 0,12-1 1 0 0,37 319-1 0 0,116 522 2431 0 0,-135-1006-2451 0 0,163 950 997 0 0,59-14 2229 0 0,-229-1006-3176 0 0,35 110 256 0 0,-37-124-271 0 0,1 0 1 0 0,0-1-1 0 0,1 1 0 0 0,0-1 1 0 0,1-1-1 0 0,19 22 1 0 0,-26-33-54 0 0,0 0 1 0 0,-1 0-1 0 0,1 0 0 0 0,0-1 1 0 0,0 1-1 0 0,1 0 0 0 0,-1-1 1 0 0,0 0-1 0 0,0 1 0 0 0,1-1 1 0 0,-1 0-1 0 0,1 0 1 0 0,-1-1-1 0 0,1 1 0 0 0,4 0 1 0 0,-5-1-15 0 0,0 0 0 0 0,-1 0 0 0 0,1 0 1 0 0,0-1-1 0 0,0 1 0 0 0,0-1 0 0 0,-1 1 0 0 0,1-1 0 0 0,0 0 1 0 0,0 1-1 0 0,-1-1 0 0 0,1 0 0 0 0,-1 0 0 0 0,1 0 1 0 0,-1-1-1 0 0,1 1 0 0 0,1-2 0 0 0,1-3-27 0 0,1 0 1 0 0,-1 0-1 0 0,-1 0 0 0 0,1 0 0 0 0,-1-1 0 0 0,0 0 0 0 0,0 1 1 0 0,-1-1-1 0 0,0 0 0 0 0,1-8 0 0 0,6-44 12 0 0,-4-1 0 0 0,-2-101 0 0 0,-3 87 127 0 0,1-76 33 0 0,13-1068-1413 0 0,-40-675-1325 0 0,22 1780 2692 0 0,2 36-47 0 0,-1-64-272 0 0,-28-176 0 0 0,30 311 207 0 0,-17-75-471 0 0,17 75 469 0 0,-1 0-1 0 0,0 0 0 0 0,-1 1 1 0 0,1-1-1 0 0,-1 1 0 0 0,0 0 1 0 0,-1 0-1 0 0,1 0 0 0 0,-1 0 1 0 0,0 0-1 0 0,-5-4 0 0 0,9 9 39 0 0,-1-1 1 0 0,0 0-1 0 0,0 1 0 0 0,1-1 1 0 0,-1 1-1 0 0,0 0 0 0 0,0-1 0 0 0,0 1 1 0 0,1-1-1 0 0,-1 1 0 0 0,0 0 0 0 0,0 0 1 0 0,0 0-1 0 0,0-1 0 0 0,0 1 0 0 0,0 0 1 0 0,1 0-1 0 0,-1 0 0 0 0,0 0 0 0 0,0 0 1 0 0,0 1-1 0 0,0-1 0 0 0,0 0 0 0 0,0 0 1 0 0,0 1-1 0 0,-1 0 40 0 0,0 0 0 0 0,1 0 1 0 0,-1 0-1 0 0,1 0 0 0 0,-1 1 0 0 0,1-1 1 0 0,0 1-1 0 0,-1-1 0 0 0,1 1 1 0 0,0-1-1 0 0,-1 3 0 0 0,-2 4 209 0 0,0 1 0 0 0,0-1 0 0 0,-4 19 0 0 0,-5 32-177 0 0,2 1 0 0 0,-3 67 1 0 0,5 129-80 0 0,7-185 2 0 0,29 2332-212 0 0,31-1117 1099 0 0,-9-257 343 0 0,-76 1177 1826 0 0,19-2095-2973 0 0,-16 439 180 0 0,24-523-268 0 0,-1-15 0 0 0,1 0 0 0 0,0 0 0 0 0,1 0 0 0 0,0 1 0 0 0,1-1 0 0 0,0 0 0 0 0,1 0 0 0 0,7 18 0 0 0,-10-30-6 0 0,0 0 0 0 0,0 1 1 0 0,0-1-1 0 0,0 0 0 0 0,0 0 1 0 0,0 1-1 0 0,0-1 0 0 0,0 0 1 0 0,1 0-1 0 0,-1 1 0 0 0,0-1 1 0 0,0 0-1 0 0,0 0 0 0 0,0 0 1 0 0,1 1-1 0 0,-1-1 0 0 0,0 0 1 0 0,0 0-1 0 0,1 0 0 0 0,-1 0 1 0 0,0 0-1 0 0,0 0 0 0 0,1 1 1 0 0,-1-1-1 0 0,0 0 0 0 0,0 0 1 0 0,1 0-1 0 0,-1 0 0 0 0,0 0 0 0 0,0 0 1 0 0,1 0-1 0 0,-1 0 0 0 0,0 0 1 0 0,0 0-1 0 0,1 0 0 0 0,-1 0 1 0 0,8-10-159 0 0,0-16-137 0 0,2-36-103 0 0,-3 0 1 0 0,-2-78-1 0 0,-3 76 257 0 0,3-751-1095 0 0,-27-2-147 0 0,-1-28 196 0 0,-12-90 1278 0 0,16 723-111 0 0,-9 1 0 0 0,-77-288 1 0 0,99 477-72 0 0,-16-50-214 0 0,20 66 329 0 0,-1 0 1 0 0,0 1 0 0 0,0-1-1 0 0,0 0 1 0 0,0 1 0 0 0,-1 0-1 0 0,0 0 1 0 0,-9-9 0 0 0,13 13 11 0 0,-1 1 0 0 0,1-1 1 0 0,-1 1-1 0 0,1-1 1 0 0,-1 1-1 0 0,1 0 1 0 0,-1-1-1 0 0,1 1 1 0 0,-1 0-1 0 0,1-1 1 0 0,-1 1-1 0 0,0 0 1 0 0,1 0-1 0 0,-1 0 1 0 0,0-1-1 0 0,1 1 1 0 0,-1 0-1 0 0,0 0 0 0 0,1 0 1 0 0,-1 0-1 0 0,0 0 1 0 0,1 0-1 0 0,-1 0 1 0 0,0 0-1 0 0,1 1 1 0 0,-1-1-1 0 0,0 0 1 0 0,0 1-1 0 0,0-1 28 0 0,0 1 1 0 0,0 0-1 0 0,0 0 0 0 0,0 0 0 0 0,0 0 0 0 0,0 1 0 0 0,1-1 1 0 0,-1 0-1 0 0,0 0 0 0 0,1 0 0 0 0,-1 1 0 0 0,1-1 0 0 0,-1 2 1 0 0,-7 42 654 0 0,8-45-717 0 0,-5 116 125 0 0,11 119 1 0 0,-2-163-252 0 0,60 574-1079 0 0,44-3 390 0 0,-77-464 780 0 0,167 1083 76 0 0,-88 10 1425 0 0,-100-883-885 0 0,11 256 382 0 0,-20-640-951 0 0,17 194 633 0 0,-13-171-392 0 0,0 0 1 0 0,2 0 0 0 0,1-1-1 0 0,21 48 1 0 0,-27-71-215 0 0,0 0-1 0 0,-1-1 1 0 0,1 0 0 0 0,1 1 0 0 0,-1-1 0 0 0,0 0 0 0 0,1 0 0 0 0,0 0 0 0 0,-1 0 0 0 0,1-1-1 0 0,0 1 1 0 0,1-1 0 0 0,-1 0 0 0 0,0 0 0 0 0,7 3 0 0 0,-8-4-21 0 0,0-1-1 0 0,0 0 1 0 0,0 0 0 0 0,0 0 0 0 0,0 0-1 0 0,0 0 1 0 0,0 0 0 0 0,0 0 0 0 0,0-1-1 0 0,0 1 1 0 0,0-1 0 0 0,0 1 0 0 0,0-1-1 0 0,0 0 1 0 0,0 0 0 0 0,0 0-1 0 0,0 0 1 0 0,-1 0 0 0 0,1 0 0 0 0,0 0-1 0 0,-1-1 1 0 0,1 1 0 0 0,-1-1 0 0 0,1 1-1 0 0,-1-1 1 0 0,0 1 0 0 0,0-1 0 0 0,0 0-1 0 0,0 0 1 0 0,2-3 0 0 0,6-11 5 0 0,-1-1 1 0 0,-1 0-1 0 0,-1 0 1 0 0,0 0 0 0 0,-1-1-1 0 0,4-27 1 0 0,7-114 88 0 0,-11-316-440 0 0,-8 254 203 0 0,4 45-96 0 0,-6-558-636 0 0,-30 0-694 0 0,33 709 1483 0 0,-20-169-284 0 0,18 166 309 0 0,-3 0 0 0 0,0 0-1 0 0,-2 0 1 0 0,-19-43 0 0 0,27 69 27 0 0,1 1 0 0 0,-1-1 0 0 0,0 0 0 0 0,0 0-1 0 0,0 1 1 0 0,0-1 0 0 0,0 1 0 0 0,0-1 0 0 0,0 1 0 0 0,0-1-1 0 0,-1 1 1 0 0,1-1 0 0 0,0 1 0 0 0,-1 0 0 0 0,1 0 0 0 0,-1 0-1 0 0,0 0 1 0 0,1 0 0 0 0,-1 0 0 0 0,0 0 0 0 0,1 1 0 0 0,-1-1-1 0 0,0 1 1 0 0,0-1 0 0 0,0 1 0 0 0,-3-1 0 0 0,3 2-11 0 0,0 0 1 0 0,0 0 0 0 0,1 0-1 0 0,-1 0 1 0 0,0 0 0 0 0,0 1 0 0 0,1-1-1 0 0,-1 0 1 0 0,1 1 0 0 0,-1-1-1 0 0,1 1 1 0 0,0 0 0 0 0,-1-1-1 0 0,1 1 1 0 0,0 0 0 0 0,0 0-1 0 0,0 0 1 0 0,1 0 0 0 0,-1 0-1 0 0,0 0 1 0 0,1 0 0 0 0,-1 0-1 0 0,0 4 1 0 0,-6 43-334 0 0,1-1 0 0 0,3 1 0 0 0,1 0 0 0 0,7 58 1 0 0,-3-50 61 0 0,13 185-725 0 0,51 271 0 0 0,100 230 4162 0 0,-54-249-426 0 0,-51-209-2450 0 0,-59-276-259 0 0,19 68 0 0 0,-19-71 0 0 0,1 0 0 0 0,-1 0 0 0 0,1 0 0 0 0,0 0 0 0 0,0-1 0 0 0,1 1 0 0 0,0-1 0 0 0,0 0 0 0 0,8 9 0 0 0,-11-14-5 0 0,0 1-1 0 0,-1-1 0 0 0,1 1 0 0 0,-1-1 1 0 0,1 1-1 0 0,0-1 0 0 0,-1 1 0 0 0,1-1 1 0 0,0 1-1 0 0,0-1 0 0 0,-1 0 1 0 0,1 0-1 0 0,0 1 0 0 0,0-1 0 0 0,0 0 1 0 0,-1 0-1 0 0,1 0 0 0 0,0 0 0 0 0,0 0 1 0 0,0 0-1 0 0,-1 0 0 0 0,1 0 0 0 0,0 0 1 0 0,0 0-1 0 0,0-1 0 0 0,-1 1 1 0 0,1 0-1 0 0,0 0 0 0 0,1-1 0 0 0,-1-1-7 0 0,1 1 0 0 0,-1-1-1 0 0,1 1 1 0 0,-1-1 0 0 0,0 0-1 0 0,0 1 1 0 0,1-1 0 0 0,-1 0-1 0 0,0 0 1 0 0,-1 0 0 0 0,2-3-1 0 0,2-7 9 0 0,-1 0-1 0 0,3-23 1 0 0,-6 33 23 0 0,8-80 381 0 0,-3-133 1 0 0,-24-83 151 0 0,18 277-548 0 0,-138-1218-594 0 0,-12-160-1064 0 0,106 370 927 0 0,27 534-891 0 0,-10 64 1766 0 0,13 305 368 0 0,-43-173 1 0 0,54 283-490 0 0,-17-54 293 0 0,19 65-319 0 0,0 0 0 0 0,0 0 0 0 0,0 0 1 0 0,-1 0-1 0 0,0 0 0 0 0,0 1 0 0 0,0-1 0 0 0,0 1 0 0 0,-1 0 0 0 0,-5-5 1 0 0,9 9-33 0 0,-1 0 1 0 0,1-1-1 0 0,-1 1 1 0 0,1 0 0 0 0,0-1-1 0 0,-1 1 1 0 0,1 0 0 0 0,-1 0-1 0 0,1-1 1 0 0,-1 1-1 0 0,1 0 1 0 0,-1 0 0 0 0,1 0-1 0 0,-1 0 1 0 0,1 0 0 0 0,-1-1-1 0 0,0 1 1 0 0,1 0 0 0 0,-1 0-1 0 0,1 1 1 0 0,-1-1-1 0 0,1 0 1 0 0,-1 0 0 0 0,1 0-1 0 0,-1 0 1 0 0,1 0 0 0 0,-1 0-1 0 0,1 1 1 0 0,-1-1 0 0 0,0 1-1 0 0,-8 15-791 0 0,1 29-289 0 0,8-43 1048 0 0,-4 475-4630 0 0,7-352 4204 0 0,35 631 240 0 0,-1-56 2935 0 0,-52-1-1033 0 0,-124 449 565 0 0,138-1140-2017 0 0,2-6-93 0 0,-1 1 0 0 0,0-1 0 0 0,-1 1-1 0 0,1-1 1 0 0,0 1 0 0 0,-1-1 0 0 0,1 1 0 0 0,-1-1-1 0 0,0 0 1 0 0,0 1 0 0 0,0-1 0 0 0,0 0-1 0 0,0 0 1 0 0,-1 1 0 0 0,1-1 0 0 0,-3 3 0 0 0,3-5-56 0 0,1 0 1 0 0,-1-1 0 0 0,0 1-1 0 0,1 0 1 0 0,-1 0 0 0 0,1-1-1 0 0,-1 1 1 0 0,1 0 0 0 0,-1-1-1 0 0,1 1 1 0 0,-1-1 0 0 0,1 1-1 0 0,-1-1 1 0 0,1 1 0 0 0,0-1-1 0 0,-1 1 1 0 0,1-1 0 0 0,0 1-1 0 0,-1-1 1 0 0,1 1 0 0 0,0-1-1 0 0,0 0 1 0 0,-1 1 0 0 0,1-1-1 0 0,0 1 1 0 0,0-1-1 0 0,0 0 1 0 0,0 1 0 0 0,0-2-1 0 0,-6-27 391 0 0,5 24-317 0 0,-12-84 400 0 0,-2-125 1 0 0,9 84-413 0 0,-37-775 272 0 0,62 1-1128 0 0,-1 667 172 0 0,13-287-1510 0 0,-31 502 2038 0 0,0 0 0 0 0,-1 1-1 0 0,-6-30 1 0 0,0 98-1005 0 0,1 259-2194 0 0,4-84 2331 0 0,3-192 924 0 0,-1-17 39 0 0,-2-29 254 0 0,-3-90 1599 0 0,14-197 1 0 0,-1 159-1478 0 0,12-579-201 0 0,-1 8-2408 0 0,-15 291-33 0 0,-8 340 1997 0 0,-4 0 1 0 0,-4 1-1 0 0,-23-85 1 0 0,33 159 240 0 0,0 0 0 0 0,-1 0 0 0 0,0 1 0 0 0,-1-1 0 0 0,0 1 0 0 0,-6-9 1 0 0,9 15-68 0 0,0 1 0 0 0,-1-1 0 0 0,1 0 0 0 0,-1 1 0 0 0,1-1 1 0 0,-1 1-1 0 0,0-1 0 0 0,0 1 0 0 0,0 0 0 0 0,1 0 0 0 0,-1 0 1 0 0,0 0-1 0 0,0 0 0 0 0,-1 0 0 0 0,1 1 0 0 0,0-1 0 0 0,0 1 1 0 0,0-1-1 0 0,0 1 0 0 0,-1 0 0 0 0,1 0 0 0 0,0 0 0 0 0,0 0 1 0 0,0 0-1 0 0,-1 0 0 0 0,1 1 0 0 0,0-1 0 0 0,0 1 0 0 0,0-1 1 0 0,-3 2-1 0 0,-5 3-386 0 0,1 0 1 0 0,-1 0 0 0 0,1 1-1 0 0,0 0 1 0 0,1 0-1 0 0,-1 1 1 0 0,-7 8-1 0 0,9-8 125 0 0,0 0-1 0 0,0-1 0 0 0,-1 0 0 0 0,0 0 0 0 0,-1-1 0 0 0,1 0 0 0 0,-1-1 0 0 0,-12 6 0 0 0,19-10 322 0 0,0 0 1 0 0,0 0-1 0 0,0 1 0 0 0,0-1 1 0 0,0 0-1 0 0,-1-1 0 0 0,1 1 1 0 0,0 0-1 0 0,0-1 0 0 0,0 1 1 0 0,0-1-1 0 0,0 1 0 0 0,0-1 1 0 0,0 0-1 0 0,0 0 1 0 0,0 0-1 0 0,1 0 0 0 0,-1 0 1 0 0,0-1-1 0 0,1 1 0 0 0,-1 0 1 0 0,0-1-1 0 0,1 1 0 0 0,0-1 1 0 0,-1 0-1 0 0,1 1 0 0 0,0-1 1 0 0,0 0-1 0 0,0 0 1 0 0,0 0-1 0 0,0 0 0 0 0,-1-3 1 0 0,-3-7 345 0 0,1 0 1 0 0,0 0-1 0 0,-4-25 1 0 0,-78-551 3451 0 0,27-4 973 0 0,57 568-4625 0 0,-8-142 546 0 0,-8-72-310 0 0,17 230-432 0 0,-1-1-1 0 0,1 1 1 0 0,-1 0 0 0 0,-1-1 0 0 0,0 1-1 0 0,0 0 1 0 0,-6-10 0 0 0,8 16 29 0 0,0 0 1 0 0,-1 0 0 0 0,1 1 0 0 0,0-1-1 0 0,-1 1 1 0 0,0-1 0 0 0,1 1-1 0 0,-1-1 1 0 0,0 1 0 0 0,1 0 0 0 0,-1 0-1 0 0,0 0 1 0 0,0 0 0 0 0,0 0-1 0 0,0 0 1 0 0,0 1 0 0 0,0-1 0 0 0,-1 0-1 0 0,1 1 1 0 0,0 0 0 0 0,0 0-1 0 0,0-1 1 0 0,0 1 0 0 0,0 1 0 0 0,-1-1-1 0 0,1 0 1 0 0,0 0 0 0 0,0 1-1 0 0,0-1 1 0 0,0 1 0 0 0,0 0-1 0 0,0-1 1 0 0,0 1 0 0 0,-2 1 0 0 0,-11 6-63 0 0,0 1 1 0 0,1 0-1 0 0,0 1 0 0 0,1 0 1 0 0,0 1-1 0 0,-22 24 1 0 0,-29 24-1321 0 0,63-58 1335 0 0,0 0 0 0 0,-1 0 0 0 0,1 0 1 0 0,0 0-1 0 0,-1 0 0 0 0,1 0 0 0 0,-1 0 0 0 0,1 0 0 0 0,-1-1 0 0 0,0 1 0 0 0,1-1 0 0 0,-1 1 0 0 0,0-1 1 0 0,1 0-1 0 0,-1 1 0 0 0,0-1 0 0 0,1 0 0 0 0,-1 0 0 0 0,0 0 0 0 0,-2-1 0 0 0,3 1 33 0 0,-1-1 1 0 0,1 0-1 0 0,0 0 0 0 0,-1 0 0 0 0,1 0 0 0 0,0 0 1 0 0,0 0-1 0 0,-1 0 0 0 0,1 0 0 0 0,0 0 0 0 0,0 0 1 0 0,0-1-1 0 0,0 1 0 0 0,1 0 0 0 0,-1-1 0 0 0,0 1 0 0 0,0-3 1 0 0,-3-5 80 0 0,2-1 1 0 0,-1 0-1 0 0,1 0 1 0 0,1 0-1 0 0,-1-14 1 0 0,0-72 323 0 0,5 0 0 0 0,19-121 0 0 0,-8 103-122 0 0,-1-120 0 0 0,-14 211-326 0 0,2-37-223 0 0,-4 0 0 0 0,-1 0 0 0 0,-19-84-1 0 0,19 132-41 0 0,0-1-1 0 0,0 1 1 0 0,-9-16-1 0 0,12 24 475 0 0,-2 1-1 0 0,1-1 0 0 0,0 0 0 0 0,-1 0 0 0 0,0 1 1 0 0,1 0-1 0 0,-1-1 0 0 0,-1 1 0 0 0,1 0 0 0 0,0 0 1 0 0,-1 1-1 0 0,0-1 0 0 0,-5-2 0 0 0,7 5-116 0 0,1 0-1 0 0,0 0 1 0 0,0 0-1 0 0,0 0 1 0 0,0 0-1 0 0,0 1 1 0 0,0-1-1 0 0,0 0 1 0 0,0 1-1 0 0,0-1 1 0 0,0 1-1 0 0,0-1 1 0 0,0 1-1 0 0,0 0 1 0 0,0-1-1 0 0,1 1 1 0 0,-1 0-1 0 0,0 0 0 0 0,0 0 1 0 0,1-1-1 0 0,-1 1 1 0 0,0 0-1 0 0,1 0 1 0 0,-1 0-1 0 0,0 1 1 0 0,-19 31-118 0 0,16-25 89 0 0,0-2-39 0 0,-1 0-1 0 0,0 0 0 0 0,0 0 0 0 0,0 0 0 0 0,-1-1 1 0 0,0 0-1 0 0,0 0 0 0 0,0-1 0 0 0,-9 6 1 0 0,12-9 23 0 0,1 0 0 0 0,-1 1 0 0 0,0-1 1 0 0,0 0-1 0 0,1 0 0 0 0,-1-1 1 0 0,0 1-1 0 0,0-1 0 0 0,0 1 1 0 0,0-1-1 0 0,0 0 0 0 0,-4 0 0 0 0,6-1 24 0 0,-1 1 0 0 0,0-1 0 0 0,0 1 0 0 0,1-1 0 0 0,-1 0 0 0 0,0 0 0 0 0,1 0-1 0 0,-1 0 1 0 0,1 0 0 0 0,-1 0 0 0 0,1 0 0 0 0,-1 0 0 0 0,1 0 0 0 0,0-1 0 0 0,0 1-1 0 0,0-1 1 0 0,0 1 0 0 0,0-1 0 0 0,0 1 0 0 0,0-1 0 0 0,-1-2 0 0 0,0-2 34 0 0,0 0 1 0 0,0 0-1 0 0,1 0 0 0 0,0 0 1 0 0,0-1-1 0 0,0 1 1 0 0,1 0-1 0 0,0-1 1 0 0,1-8-1 0 0,10-60 291 0 0,-7 55-259 0 0,8-30 88 0 0,2 1 1 0 0,3 1 0 0 0,1 0-1 0 0,2 1 1 0 0,32-53 0 0 0,-56 113 168 0 0,0 1 1 0 0,1-1 0 0 0,0 1-1 0 0,1 0 1 0 0,0 24 0 0 0,-2 94-735 0 0,4-108 183 0 0,0-1 0 0 0,2 0 0 0 0,0 0-1 0 0,2 0 1 0 0,0 0 0 0 0,2-1 0 0 0,0 0-1 0 0,13 30 1 0 0</inkml:trace>
</inkml:ink>
</file>

<file path=ppt/ink/ink2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1:52.0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68 920 0 0,'-6'-14'4827'0'0,"4"12"-4509"0"0,1-1 0 0 0,-1 0 0 0 0,1 1-1 0 0,0-1 1 0 0,0 0 0 0 0,0 0 0 0 0,10-31 12999 0 0,-2 178-12234 0 0,6 94-711 0 0,-3-55-76 0 0,-9-120-428 0 0,3 0 0 0 0,2 0 1 0 0,19 77-1 0 0,-18-116-400 0 0</inkml:trace>
</inkml:ink>
</file>

<file path=ppt/ink/ink2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14.9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256 162 2761 0 0,'-2'-6'207'0'0,"0"0"1"0"0,1 0-1 0 0,-1-1 0 0 0,1 1 1 0 0,0 0-1 0 0,0-8 1 0 0,-4-24 596 0 0,4 33-651 0 0,-1 1 0 0 0,0-1 0 0 0,0 1 1 0 0,0-1-1 0 0,0 1 0 0 0,-1-1 0 0 0,1 1 0 0 0,-1 0 0 0 0,0 0 0 0 0,0 1 1 0 0,-5-5-1 0 0,6 6 151 0 0,0 1 1 0 0,-1-1 0 0 0,0 0-1 0 0,1 1 1 0 0,-1-1-1 0 0,0 1 1 0 0,0 0 0 0 0,0 0-1 0 0,0 0 1 0 0,0 0 0 0 0,0 0-1 0 0,0 1 1 0 0,0-1 0 0 0,0 1-1 0 0,0 0 1 0 0,0 0-1 0 0,-9 4 4168 0 0,23 2-2870 0 0,19 8-1193 0 0,-22-10 110 0 0,35 16-289 0 0,0 3 1 0 0,-1 1 0 0 0,-2 2 0 0 0,-1 2-1 0 0,-1 2 1 0 0,-1 1 0 0 0,-1 2-1 0 0,42 52 1 0 0,-41-42-222 0 0,-3 1 0 0 0,-2 2 0 0 0,-2 2 0 0 0,-2 1 0 0 0,29 67 0 0 0,-52-102 23 0 0,-1-1 0 0 0,0 1 0 0 0,-1-1 1 0 0,0 1-1 0 0,-2 0 0 0 0,1 0 1 0 0,-2 0-1 0 0,1 0 0 0 0,-2 0 0 0 0,0 0 1 0 0,-1 0-1 0 0,0 0 0 0 0,-8 23 1 0 0,4-19 21 0 0,-1-1 1 0 0,-1 0 0 0 0,-1 0 0 0 0,0 0 0 0 0,-1-1-1 0 0,-1-1 1 0 0,0 0 0 0 0,-1-1 0 0 0,-25 24 0 0 0,-14 6 178 0 0,-2-2 1 0 0,-86 53-1 0 0,-128 55 42 0 0,135-78-202 0 0,77-45-620 0 0</inkml:trace>
</inkml:ink>
</file>

<file path=ppt/ink/ink2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15.6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94 98 4609 0 0,'-19'-10'470'0'0,"11"6"148"0"0,0 0 0 0 0,0 0 0 0 0,0-1 0 0 0,0 0 0 0 0,1 0 0 0 0,0-1 0 0 0,0 0 0 0 0,-6-6 0 0 0,13 11-573 0 0,0 0 0 0 0,0 1 0 0 0,0-1 0 0 0,0 1-1 0 0,-1-1 1 0 0,1 1 0 0 0,0-1 0 0 0,0 0 0 0 0,0 1 0 0 0,0-1 0 0 0,1 1 0 0 0,-1-1 0 0 0,0 1 0 0 0,0-1 0 0 0,0 0-1 0 0,0 1 1 0 0,1-1 0 0 0,-1 1 0 0 0,0-1 0 0 0,0 1 0 0 0,1-1 0 0 0,-1 1 0 0 0,0-1 0 0 0,1 1 0 0 0,-1 0 0 0 0,1-1-1 0 0,-1 1 1 0 0,0-1 0 0 0,1 1 0 0 0,-1 0 0 0 0,1-1 0 0 0,-1 1 0 0 0,1 0 0 0 0,-1 0 0 0 0,1-1 0 0 0,-1 1 0 0 0,1 0-1 0 0,0 0 1 0 0,-1 0 0 0 0,1 0 0 0 0,-1 0 0 0 0,2 0 0 0 0,25-8 731 0 0,42 2-92 0 0,0 2 1 0 0,0 3-1 0 0,111 14 0 0 0,203 52 195 0 0,-301-46-673 0 0,-1 3 0 0 0,-1 4 1 0 0,99 46-1 0 0,-122-45-82 0 0,-2 3 0 0 0,-2 2 0 0 0,-1 2-1 0 0,-1 2 1 0 0,51 49 0 0 0,-80-65-90 0 0,-2 1 0 0 0,0 1 0 0 0,-2 1 0 0 0,0 1 0 0 0,-1 0 0 0 0,-2 2 0 0 0,22 46 1 0 0,-31-59-25 0 0,-1 0 1 0 0,-1 0 0 0 0,0 1 0 0 0,-1 0-1 0 0,0-1 1 0 0,-1 1 0 0 0,-1 0 0 0 0,0 0 0 0 0,-1 0-1 0 0,0 0 1 0 0,-1 0 0 0 0,-1 0 0 0 0,0 0-1 0 0,-1-1 1 0 0,0 1 0 0 0,-1-1 0 0 0,-1 1 0 0 0,-9 18-1 0 0,5-18 124 0 0,0 0 0 0 0,0-1 0 0 0,-2-1 0 0 0,1 0 0 0 0,-1 0-1 0 0,-1-1 1 0 0,0 0 0 0 0,-1-1 0 0 0,-15 10 0 0 0,-23 11 427 0 0,-62 28 0 0 0,74-39-434 0 0,-247 111 429 0 0,-41 21-200 0 0,-39 11 119 0 0,130-52-715 0 0,73-32-3471 0 0,150-74 2530 0 0</inkml:trace>
</inkml:ink>
</file>

<file path=ppt/ink/ink2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16.1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0 107 6449 0 0,'17'-1'694'0'0,"0"-1"0"0"0,1-1 0 0 0,23-7-1 0 0,11-2 77 0 0,590-39 5133 0 0,-553 48-5196 0 0,834-14 2337 0 0,-419 11-3549 0 0,-465 5 6 0 0</inkml:trace>
</inkml:ink>
</file>

<file path=ppt/ink/ink2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16.7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2036 21 6913 0 0,'0'0'34'0'0,"0"0"-1"0"0,0 0 1 0 0,0 0-1 0 0,0 0 1 0 0,1 0-1 0 0,-1 0 0 0 0,0 0 1 0 0,0 0-1 0 0,0 0 1 0 0,0-1-1 0 0,0 1 0 0 0,1 0 1 0 0,-1 0-1 0 0,0 0 1 0 0,0 0-1 0 0,0 0 0 0 0,0 0 1 0 0,0 0-1 0 0,0 0 1 0 0,0-1-1 0 0,1 1 0 0 0,-1 0 1 0 0,0 0-1 0 0,0 0 1 0 0,0 0-1 0 0,0 0 1 0 0,0 0-1 0 0,0-1 0 0 0,0 1 1 0 0,0 0-1 0 0,0 0 1 0 0,0 0-1 0 0,0 0 0 0 0,0-1 1 0 0,0 1-1 0 0,0 0 1 0 0,0 0-1 0 0,0 0 0 0 0,0 0 1 0 0,0 0-1 0 0,0-1 1 0 0,0 1-1 0 0,0 0 1 0 0,0 0-1 0 0,0 0 0 0 0,0 0 1 0 0,0 0-1 0 0,0-1 1 0 0,-1 1-1 0 0,1 0 0 0 0,0 0 1 0 0,0 0-1 0 0,0 0 1 0 0,0 0-1 0 0,-12-6 1811 0 0,-17 0 867 0 0,-41 3 91 0 0,-93 9 0 0 0,45-1-1720 0 0,-284 14 1105 0 0,190-7-1653 0 0,-89 19-305 0 0,-40 1-22 0 0,68-39-1071 0 0,226 4 736 0 0,-2 3-1282 0 0,28 1 219 0 0</inkml:trace>
</inkml:ink>
</file>

<file path=ppt/ink/ink2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17.2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2747 0 8290 0 0,'-43'13'1023'0'0,"0"-3"0"0"0,0-2 0 0 0,-1-1 0 0 0,-86 1 0 0 0,57-4 671 0 0,-710 67 5177 0 0,126-7-6100 0 0,252-14-1553 0 0,302-29-2736 0 0,-188 62 0 0 0,264-73 1568 0 0,1 2 1 0 0,-28 15-1 0 0,29-11 1246 0 0</inkml:trace>
</inkml:ink>
</file>

<file path=ppt/ink/ink2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18.4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320 10 9218 0 0,'-7'-3'320'0'0,"-1"1"1"0"0,1 1-1 0 0,-1-1 1 0 0,0 1-1 0 0,1 1 1 0 0,-1-1-1 0 0,0 1 1 0 0,0 1-1 0 0,1-1 1 0 0,-1 1-1 0 0,0 1 1 0 0,1-1-1 0 0,-1 1 1 0 0,-7 4-1 0 0,3-2 76 0 0,1 1 1 0 0,-1 0-1 0 0,1 1 0 0 0,1 0 1 0 0,-1 1-1 0 0,1 0 0 0 0,0 1 0 0 0,-9 8 1 0 0,9-5-239 0 0,1 1 1 0 0,1 0 0 0 0,0 0-1 0 0,0 0 1 0 0,1 1 0 0 0,1 0-1 0 0,0 0 1 0 0,1 1 0 0 0,0 0-1 0 0,1 0 1 0 0,0 0 0 0 0,-2 27-1 0 0,2-3-174 0 0,3-1 0 0 0,0 0 0 0 0,10 70 0 0 0,-3-63 36 0 0,1 1 0 0 0,3-1 1 0 0,27 75-1 0 0,-30-102-35 0 0,0 0 0 0 0,1 0-1 0 0,0-1 1 0 0,2-1 0 0 0,0 1-1 0 0,0-2 1 0 0,1 1 0 0 0,1-1-1 0 0,1-1 1 0 0,0 0 0 0 0,0-1-1 0 0,20 13 1 0 0,-25-20-72 0 0,-1 0-1 0 0,1-1 1 0 0,0-1 0 0 0,0 1-1 0 0,1-1 1 0 0,-1-1-1 0 0,1 1 1 0 0,-1-1 0 0 0,1-1-1 0 0,17 2 1 0 0,-20-4 18 0 0,-1 1 1 0 0,0 0-1 0 0,1-1 1 0 0,-1 0-1 0 0,0-1 1 0 0,0 1-1 0 0,1-1 0 0 0,-1 0 1 0 0,0 0-1 0 0,-1 0 1 0 0,1-1-1 0 0,0 0 1 0 0,-1 0-1 0 0,1 0 0 0 0,-1 0 1 0 0,0-1-1 0 0,0 1 1 0 0,-1-1-1 0 0,5-6 1 0 0,2-3 115 0 0,-2-1 1 0 0,0 0-1 0 0,-1-1 0 0 0,0 0 1 0 0,-2 0-1 0 0,1 0 1 0 0,-2-1-1 0 0,0 1 1 0 0,-1-1-1 0 0,3-29 1 0 0,-4 12 288 0 0,-1 0 1 0 0,-2 0 0 0 0,-1 0 0 0 0,-9-42-1 0 0,-4 5 9 0 0,-4 1-1 0 0,-2 1 1 0 0,-54-115-1 0 0,70 173-303 0 0,0 1 1 0 0,0-1-1 0 0,-1 1 1 0 0,0 0-1 0 0,0 1 0 0 0,-13-13 1 0 0,17 19-145 0 0,-1-1 0 0 0,1 1 0 0 0,-1 0 0 0 0,1 0 0 0 0,-1 1 0 0 0,0-1 0 0 0,0 0 0 0 0,0 1 0 0 0,0 0 0 0 0,0 0 0 0 0,0 0 0 0 0,0 0 0 0 0,0 0 0 0 0,-1 1 0 0 0,1-1 0 0 0,0 1 1 0 0,0 0-1 0 0,-1 0 0 0 0,1 0 0 0 0,0 0 0 0 0,0 0 0 0 0,-1 1 0 0 0,1 0 0 0 0,0 0 0 0 0,-5 2 0 0 0,-11 7-6551 0 0</inkml:trace>
</inkml:ink>
</file>

<file path=ppt/ink/ink2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18.6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 14283 0 0,'1'-1'19'0'0,"-1"1"0"0"0,1-1 0 0 0,-1 1 0 0 0,1-1 0 0 0,0 0 0 0 0,-1 1 0 0 0,1-1 0 0 0,0 1 0 0 0,-1-1 0 0 0,1 1 0 0 0,0 0 0 0 0,0-1 0 0 0,-1 1 0 0 0,1 0 0 0 0,0-1 0 0 0,0 1 1 0 0,0 0-1 0 0,0 0 0 0 0,0 0 0 0 0,-1 0 0 0 0,1 0 0 0 0,0 0 0 0 0,0 0 0 0 0,0 0 0 0 0,0 0 0 0 0,0 0 0 0 0,-1 0 0 0 0,1 0 0 0 0,0 1 0 0 0,0-1 0 0 0,0 0 0 0 0,-1 1 0 0 0,1-1 0 0 0,0 1 0 0 0,0-1 0 0 0,-1 1 0 0 0,1-1 0 0 0,0 1 0 0 0,-1-1 0 0 0,1 1 0 0 0,-1-1 0 0 0,1 1 0 0 0,0 0 0 0 0,-1 0 0 0 0,0-1 0 0 0,1 1 0 0 0,-1 0 0 0 0,1 0 0 0 0,-1 0 0 0 0,3 4 266 0 0,-1 0 0 0 0,0-1 0 0 0,-1 1 0 0 0,1 0 0 0 0,-1 0 0 0 0,2 10 0 0 0,3 120 1775 0 0,3 35-1496 0 0,-6-145-739 0 0,1-1 0 0 0,1 0 0 0 0,2 0 1 0 0,16 42-1 0 0,-23-66 160 0 0,2 5-463 0 0,0 0 1 0 0,1 0-1 0 0,-1-1 0 0 0,1 1 1 0 0,0-1-1 0 0,6 7 1 0 0</inkml:trace>
</inkml:ink>
</file>

<file path=ppt/ink/ink2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18.9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1 241 6913 0 0,'1'-11'254'0'0,"0"1"0"0"0,1 0 0 0 0,0-1 0 0 0,1 1 0 0 0,0 0 0 0 0,1 1 0 0 0,0-1-1 0 0,0 0 1 0 0,1 1 0 0 0,8-12 0 0 0,-2 7 538 0 0,0 0-1 0 0,1 1 1 0 0,1 0-1 0 0,0 0 1 0 0,16-11-1 0 0,-24 21-635 0 0,-1 0 0 0 0,0 0 0 0 0,1 0 0 0 0,-1 1 0 0 0,1-1 0 0 0,0 1 0 0 0,-1 0 0 0 0,1 1 0 0 0,0-1 0 0 0,0 1 0 0 0,1 0 0 0 0,-1 0 0 0 0,0 0 0 0 0,0 1 0 0 0,0 0 0 0 0,1 0 0 0 0,-1 0 0 0 0,0 1 0 0 0,0 0 0 0 0,0 0 0 0 0,1 0 0 0 0,4 2 0 0 0,-7-1-76 0 0,1 0 0 0 0,-1 0 0 0 0,0 0 0 0 0,0 0 0 0 0,-1 1 0 0 0,1-1 0 0 0,0 1 0 0 0,-1 0 0 0 0,0 0 0 0 0,1 0 0 0 0,-1 0 0 0 0,0 0 0 0 0,-1 0 0 0 0,1 0 0 0 0,0 1 0 0 0,-1-1 0 0 0,0 1 0 0 0,0-1 0 0 0,0 1 0 0 0,0 0 0 0 0,-1-1 0 0 0,1 1 0 0 0,-1 0 0 0 0,0-1 0 0 0,0 1 0 0 0,-1 5 0 0 0,0 8 86 0 0,-1 0 0 0 0,-1 0 0 0 0,-1 0 0 0 0,-7 22-1 0 0,-21 43 204 0 0,-3-1-1 0 0,-49 83 1 0 0,42-86-56 0 0,41-75-304 0 0,0-1 0 0 0,-1 1-1 0 0,1 0 1 0 0,0-1 0 0 0,0 1-1 0 0,0 0 1 0 0,0-1-1 0 0,1 1 1 0 0,-1 0 0 0 0,1 0-1 0 0,0 0 1 0 0,0 0-1 0 0,0 5 1 0 0,1-7-2 0 0,-1 0 1 0 0,1 0-1 0 0,0 0 0 0 0,-1 0 1 0 0,1 0-1 0 0,0 0 0 0 0,0 0 0 0 0,0 0 1 0 0,0 0-1 0 0,0 0 0 0 0,0-1 1 0 0,0 1-1 0 0,0 0 0 0 0,0-1 1 0 0,0 1-1 0 0,0 0 0 0 0,0-1 0 0 0,1 0 1 0 0,-1 1-1 0 0,0-1 0 0 0,0 0 1 0 0,1 1-1 0 0,-1-1 0 0 0,0 0 0 0 0,0 0 1 0 0,1 0-1 0 0,-1 0 0 0 0,0 0 1 0 0,0 0-1 0 0,1-1 0 0 0,-1 1 1 0 0,2-1-1 0 0,77-8 81 0 0,-37 3 20 0 0,84 0 0 0 0,-21 13-1725 0 0,0 4-3350 0 0,-76-7-2132 0 0</inkml:trace>
</inkml:ink>
</file>

<file path=ppt/ink/ink2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19.7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 77 11058 0 0,'-4'-6'561'0'0,"1"1"-52"0"0,-1 0-1 0 0,1 0 0 0 0,1 0 1 0 0,-1 0-1 0 0,1-1 1 0 0,0 1-1 0 0,0 0 0 0 0,0-1 1 0 0,1 0-1 0 0,-1-6 1 0 0,2 12-470 0 0,0 0-1 0 0,0-1 1 0 0,0 1 0 0 0,0 0 0 0 0,0-1 0 0 0,0 1 0 0 0,0 0 0 0 0,1 0 0 0 0,-1 0-1 0 0,0-1 1 0 0,0 1 0 0 0,0 0 0 0 0,0 0 0 0 0,0-1 0 0 0,1 1 0 0 0,-1 0 0 0 0,0 0-1 0 0,0 0 1 0 0,0 0 0 0 0,1-1 0 0 0,-1 1 0 0 0,0 0 0 0 0,0 0 0 0 0,1 0 0 0 0,-1 0-1 0 0,0 0 1 0 0,0 0 0 0 0,1 0 0 0 0,-1 0 0 0 0,0 0 0 0 0,0-1 0 0 0,1 1 0 0 0,-1 0-1 0 0,0 0 1 0 0,1 0 0 0 0,-1 1 0 0 0,0-1 0 0 0,16 4 690 0 0,11 12-41 0 0,-26-15-622 0 0,52 37 701 0 0,-2 4-1 0 0,74 76 0 0 0,33 27-696 0 0,-133-124-471 0 0,25 19-860 0 0,-14-18-5215 0 0,-21-15 259 0 0</inkml:trace>
</inkml:ink>
</file>

<file path=ppt/ink/ink2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19.9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356 178 1376 0 0,'-1'-14'962'0'0,"0"0"0"0"0,-1 1 0 0 0,-1-1-1 0 0,0 1 1 0 0,-1 0 0 0 0,0 0 0 0 0,-1 0 0 0 0,-1 0-1 0 0,0 1 1 0 0,-10-15 0 0 0,15 25-772 0 0,0 1-1 0 0,0-1 1 0 0,0 1 0 0 0,-1 0 0 0 0,1 0 0 0 0,-1-1-1 0 0,1 1 1 0 0,-1 0 0 0 0,1 0 0 0 0,-1 1 0 0 0,0-1-1 0 0,0 0 1 0 0,1 0 0 0 0,-1 1 0 0 0,0-1-1 0 0,0 1 1 0 0,0 0 0 0 0,1-1 0 0 0,-1 1 0 0 0,0 0-1 0 0,0 0 1 0 0,0 0 0 0 0,0 0 0 0 0,0 0 0 0 0,1 1-1 0 0,-1-1 1 0 0,0 1 0 0 0,0-1 0 0 0,0 1 0 0 0,1 0-1 0 0,-1-1 1 0 0,0 1 0 0 0,1 0 0 0 0,-1 0-1 0 0,0 0 1 0 0,1 0 0 0 0,0 0 0 0 0,-1 1 0 0 0,-1 1-1 0 0,-5 4 122 0 0,0 1 0 0 0,1 0-1 0 0,0 0 1 0 0,0 1 0 0 0,-7 12-1 0 0,-14 31-84 0 0,1 1-1 0 0,3 2 1 0 0,-18 61 0 0 0,38-104-223 0 0,-11 32-746 0 0,2 1 0 0 0,2-1 0 0 0,-7 58 0 0 0,13-58-6287 0 0</inkml:trace>
</inkml:ink>
</file>

<file path=ppt/ink/ink2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20.1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22 14283 0 0,'1'-2'118'0'0,"-1"1"0"0"0,1 0 0 0 0,-1-1 1 0 0,1 1-1 0 0,0 0 0 0 0,0 0 0 0 0,0 0 0 0 0,-1 0 0 0 0,1 0 0 0 0,0 0 1 0 0,0 0-1 0 0,1 0 0 0 0,-1 0 0 0 0,0 0 0 0 0,0 1 0 0 0,0-1 0 0 0,1 0 1 0 0,-1 1-1 0 0,0-1 0 0 0,0 1 0 0 0,1-1 0 0 0,-1 1 0 0 0,0 0 0 0 0,1 0 1 0 0,1-1-1 0 0,-2 2 17 0 0,1-1 0 0 0,-1 0 1 0 0,0 1-1 0 0,0-1 0 0 0,0 1 1 0 0,0-1-1 0 0,0 1 0 0 0,0-1 1 0 0,0 1-1 0 0,0 0 0 0 0,0 0 1 0 0,0 0-1 0 0,0-1 0 0 0,0 1 1 0 0,-1 0-1 0 0,1 0 0 0 0,0 0 1 0 0,0 0-1 0 0,-1 0 0 0 0,1 0 1 0 0,-1 0-1 0 0,1 0 0 0 0,-1 1 1 0 0,1-1-1 0 0,-1 0 0 0 0,0 0 1 0 0,0 0-1 0 0,1 3 0 0 0,17 142 632 0 0,-6-30-4849 0 0,-6-77-2560 0 0</inkml:trace>
</inkml:ink>
</file>

<file path=ppt/ink/ink2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20.54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1 13827 0 0,'-1'0'73'0'0,"1"0"-1"0"0,-1 0 1 0 0,1 0 0 0 0,-1 0-1 0 0,0 0 1 0 0,1 0-1 0 0,-1 0 1 0 0,1 0 0 0 0,-1 0-1 0 0,0 0 1 0 0,1 0 0 0 0,-1 0-1 0 0,1 0 1 0 0,-1 0 0 0 0,1 1-1 0 0,-1-1 1 0 0,0 0-1 0 0,1 0 1 0 0,-1 1 0 0 0,1-1-1 0 0,-1 0 1 0 0,1 1 0 0 0,-1-1-1 0 0,1 1 1 0 0,0-1 0 0 0,-1 1-1 0 0,1-1 1 0 0,-1 1 0 0 0,16 8 2050 0 0,6 1-1111 0 0,48 35 611 0 0,72 64 0 0 0,-80-60-2651 0 0,101 64 1 0 0,-141-101-6270 0 0</inkml:trace>
</inkml:ink>
</file>

<file path=ppt/ink/ink2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20.7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225 5 11522 0 0,'-1'-1'123'0'0,"1"1"-1"0"0,-1-1 0 0 0,1 1 0 0 0,-1 0 1 0 0,0-1-1 0 0,1 1 0 0 0,-1 0 0 0 0,0-1 1 0 0,1 1-1 0 0,-1 0 0 0 0,0 0 0 0 0,1 0 1 0 0,-1 0-1 0 0,0 0 0 0 0,1 0 0 0 0,-1 0 1 0 0,0 0-1 0 0,1 0 0 0 0,-1 0 0 0 0,0 0 1 0 0,0 0-1 0 0,1 0 0 0 0,-1 0 0 0 0,0 1 1 0 0,1-1-1 0 0,-2 1 0 0 0,-14 16 1971 0 0,-6 36-99 0 0,19-44-1679 0 0,-129 430 2743 0 0,122-403-3501 0 0,3 1 0 0 0,0 0 0 0 0,-1 67 0 0 0,9-69-6921 0 0</inkml:trace>
</inkml:ink>
</file>

<file path=ppt/ink/ink2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21.0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49 5065 0 0,'15'-10'266'0'0,"-7"4"336"0"0,0 1 0 0 0,0 0 0 0 0,0 0 0 0 0,0 1 0 0 0,1 0 0 0 0,10-4 0 0 0,-16 8-418 0 0,-1-1 0 0 0,1 1 1 0 0,-1 0-1 0 0,1-1 0 0 0,0 1 1 0 0,-1 1-1 0 0,1-1 0 0 0,-1 0 1 0 0,1 1-1 0 0,0-1 0 0 0,-1 1 1 0 0,1 0-1 0 0,-1-1 0 0 0,0 1 1 0 0,1 0-1 0 0,-1 1 0 0 0,0-1 0 0 0,1 0 1 0 0,-1 1-1 0 0,0-1 0 0 0,0 1 1 0 0,0 0-1 0 0,0 0 0 0 0,-1 0 1 0 0,1 0-1 0 0,0 0 0 0 0,2 4 1 0 0,1 2 220 0 0,0 1 0 0 0,0 0 0 0 0,0 0 1 0 0,-1 0-1 0 0,-1 1 0 0 0,1-1 0 0 0,-2 1 0 0 0,1 0 0 0 0,-1 0 1 0 0,-1 0-1 0 0,1 17 0 0 0,-2 7 470 0 0,-2 1-1 0 0,-7 37 1 0 0,1-8 298 0 0,8-63-1169 0 0,0-1-1 0 0,0 0 1 0 0,0 0-1 0 0,0 0 1 0 0,0 0-1 0 0,0 0 1 0 0,-1 0-1 0 0,1 1 1 0 0,0-1 0 0 0,0 0-1 0 0,0 0 1 0 0,0 0-1 0 0,0 0 1 0 0,0 0-1 0 0,0 0 1 0 0,0 1-1 0 0,0-1 1 0 0,0 0-1 0 0,0 0 1 0 0,0 0 0 0 0,0 0-1 0 0,0 0 1 0 0,0 1-1 0 0,0-1 1 0 0,0 0-1 0 0,0 0 1 0 0,0 0-1 0 0,0 0 1 0 0,0 0 0 0 0,1 1-1 0 0,-1-1 1 0 0,0 0-1 0 0,0 0 1 0 0,0 0-1 0 0,0 0 1 0 0,0 0-1 0 0,0 0 1 0 0,0 0 0 0 0,0 1-1 0 0,1-1 1 0 0,-1 0-1 0 0,0 0 1 0 0,0 0-1 0 0,0 0 1 0 0,0 0-1 0 0,0 0 1 0 0,0 0 0 0 0,1 0-1 0 0,-1 0 1 0 0,0 0-1 0 0,0 0 1 0 0,0 0-1 0 0,0 0 1 0 0,0 0-1 0 0,1 0 1 0 0,-1 0-1 0 0,0 0 1 0 0,0 0 0 0 0,0 0-1 0 0,0 0 1 0 0,0 0-1 0 0,1 0 1 0 0,-1 0-1 0 0,0 0 1 0 0,0 0-1 0 0,0 0 1 0 0,12-12 374 0 0,9-19 126 0 0,-11 12-454 0 0,5-9-1265 0 0,26-35 0 0 0,-20 37-6743 0 0</inkml:trace>
</inkml:ink>
</file>

<file path=ppt/ink/ink2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22.0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71 67 4145 0 0,'-2'-5'211'0'0,"1"1"-1"0"0,-1-1 1 0 0,0 1 0 0 0,0-1-1 0 0,-1 1 1 0 0,1 0 0 0 0,-1 0 0 0 0,0 0-1 0 0,0 0 1 0 0,-4-3 0 0 0,3 3 578 0 0,0 1 0 0 0,0 0 0 0 0,-25-3 10999 0 0,57 42-11491 0 0,-25-32 127 0 0,15 20-121 0 0,64 80 144 0 0,-71-93-398 0 0,0 0-1 0 0,0 0 1 0 0,1-1 0 0 0,0 0 0 0 0,1-1-1 0 0,17 9 1 0 0,-27-16-40 0 0,-1-1 1 0 0,0 0-1 0 0,1 0 1 0 0,-1 0-1 0 0,1 0 0 0 0,-1 0 1 0 0,1 0-1 0 0,0-1 0 0 0,-1 0 1 0 0,1 1-1 0 0,0-1 0 0 0,-1 0 1 0 0,1 0-1 0 0,0 0 0 0 0,-1 0 1 0 0,1-1-1 0 0,0 1 0 0 0,-1-1 1 0 0,1 0-1 0 0,-1 0 0 0 0,1 0 1 0 0,2-1-1 0 0,-3 0 4 0 0,0 0 1 0 0,1 0-1 0 0,-1 0 0 0 0,0 0 1 0 0,-1 0-1 0 0,1-1 0 0 0,0 1 1 0 0,-1-1-1 0 0,1 1 0 0 0,-1-1 1 0 0,0 0-1 0 0,0 1 0 0 0,0-1 1 0 0,0 0-1 0 0,0 0 0 0 0,-1 0 1 0 0,1 0-1 0 0,-1 0 0 0 0,0 0 1 0 0,0-3-1 0 0,0-11 65 0 0,0 1 0 0 0,-2-1 1 0 0,0 1-1 0 0,-4-17 0 0 0,5 27-314 0 0,0 0-1 0 0,-1 0 1 0 0,0 0-1 0 0,0 0 1 0 0,0 1-1 0 0,-1-1 0 0 0,0 1 1 0 0,0 0-1 0 0,0-1 1 0 0,-1 1-1 0 0,0 1 1 0 0,0-1-1 0 0,0 0 1 0 0,-5-3-1 0 0</inkml:trace>
</inkml:ink>
</file>

<file path=ppt/ink/ink2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22.2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0 5985 0 0,'-1'8'817'0'0,"0"0"-1"0"0,0-1 1 0 0,0 1-1 0 0,1-1 1 0 0,0 1-1 0 0,0 0 1 0 0,1-1-1 0 0,0 1 1 0 0,4 14-1 0 0,0 6 935 0 0,11 201 3609 0 0,-13-173-6619 0 0,-2-19-5900 0 0</inkml:trace>
</inkml:ink>
</file>

<file path=ppt/ink/ink2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23.7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170 0 6913 0 0,'-8'5'161'0'0,"0"-1"0"0"0,-1 1 0 0 0,0-2-1 0 0,0 0 1 0 0,0 0 0 0 0,0 0 0 0 0,-1-1-1 0 0,-13 1 1 0 0,15-2 65 0 0,-7 2 35 0 0,11-1-202 0 0,-1-1 1 0 0,0 0-1 0 0,0 0 1 0 0,0 0-1 0 0,0-1 1 0 0,0 0-1 0 0,0 0 1 0 0,-9-1-1 0 0,14 0 42 0 0,0 1-1 0 0,0-1 1 0 0,0 1-1 0 0,0-1 1 0 0,0 1-1 0 0,0-1 1 0 0,0 1-1 0 0,0-1 1 0 0,0 1-1 0 0,1-1 1 0 0,-1 1-1 0 0,0 0 1 0 0,0-1-1 0 0,0 1 1 0 0,0-1-1 0 0,1 1 1 0 0,-1-1-1 0 0,0 1 1 0 0,0 0-1 0 0,1-1 1 0 0,-1 1-1 0 0,0-1 1 0 0,1 1-1 0 0,-1 0 1 0 0,0 0-1 0 0,1-1 1 0 0,-1 1-1 0 0,1 0 1 0 0,-1 0-1 0 0,1-1 1 0 0,-1 1-1 0 0,0 0 1 0 0,1 0-1 0 0,-1 0 1 0 0,1-1-1 0 0,19-10 2429 0 0,-17 10-2442 0 0,-1 1 0 0 0,1 0 0 0 0,-1 0 0 0 0,1 0 0 0 0,-1 0 0 0 0,0 0 1 0 0,1 1-1 0 0,-1-1 0 0 0,1 1 0 0 0,-1-1 0 0 0,3 2 0 0 0,-4-1-54 0 0,0-1 0 0 0,-1 0 0 0 0,1 1 0 0 0,0-1-1 0 0,0 1 1 0 0,-1-1 0 0 0,1 1 0 0 0,-1-1 0 0 0,1 1 0 0 0,0 0-1 0 0,-1-1 1 0 0,1 1 0 0 0,-1 0 0 0 0,1-1 0 0 0,-1 1 0 0 0,0 0 0 0 0,1 0-1 0 0,-1-1 1 0 0,0 1 0 0 0,0 0 0 0 0,1 0 0 0 0,-1-1 0 0 0,0 1-1 0 0,0 0 1 0 0,0 0 0 0 0,0 0 0 0 0,0 0 0 0 0,0-1 0 0 0,0 1 0 0 0,0 0-1 0 0,0 0 1 0 0,0 0 0 0 0,-1 0 0 0 0,1 1 0 0 0,-1-2 12 0 0,1 0 1 0 0,0 0-1 0 0,0 1 1 0 0,0-1-1 0 0,0 0 0 0 0,0 0 1 0 0,0 0-1 0 0,0 1 1 0 0,0-1-1 0 0,0 0 1 0 0,0 0-1 0 0,0 0 0 0 0,0 1 1 0 0,0-1-1 0 0,0 0 1 0 0,0 0-1 0 0,0 0 1 0 0,0 1-1 0 0,0-1 0 0 0,0 0 1 0 0,0 0-1 0 0,1 0 1 0 0,-1 1-1 0 0,0-1 1 0 0,0 0-1 0 0,0 0 0 0 0,0 0 1 0 0,0 0-1 0 0,0 1 1 0 0,1-1-1 0 0,-1 0 1 0 0,0 0-1 0 0,0 0 0 0 0,0 0 1 0 0,0 0-1 0 0,1 0 1 0 0,-1 1-1 0 0,0-1 1 0 0,13 0 817 0 0,22-8-494 0 0,-18 3-63 0 0,3 4-205 0 0,0 0 0 0 0,0 1-1 0 0,0 1 1 0 0,29 5 0 0 0,19 1 70 0 0,187-11-209 0 0,-56-2 12 0 0,388 25 2 0 0,70 0-26 0 0,1224-34-60 0 0,-458 11 180 0 0,-1263 5-68 0 0,1281 8 126 0 0,133 40 82 0 0,-462 54-234 0 0,-659-8-1353 0 0,-356-69 191 0 0</inkml:trace>
</inkml:ink>
</file>

<file path=ppt/ink/ink2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24.5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143 167 3225 0 0,'9'-94'1263'0'0,"-3"21"10346"0"0,-36 494-8541 0 0,-2 36-2885 0 0,17 588 273 0 0,42 0 303 0 0,-32 407-591 0 0,-64-2-191 0 0,60-1278 31 0 0,-15 991 417 0 0,48 0 1091 0 0,31-260-1280 0 0,-47-783-1714 0 0,-7-1-3360 0 0,-3-88-2289 0 0</inkml:trace>
</inkml:ink>
</file>

<file path=ppt/ink/ink2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25.4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155 51 3225 0 0,'-15'-8'1046'0'0,"0"2"1"0"0,-1 0 0 0 0,0 1 0 0 0,-22-4 0 0 0,-17-7 6678 0 0,64 16-6131 0 0,16 4-636 0 0,12 11-392 0 0,-1 1 0 0 0,-1 2 0 0 0,45 29 0 0 0,-36-20-129 0 0,104 69 330 0 0,-13-8-1070 0 0,-41-36-2675 0 0,-67-40-3918 0 0</inkml:trace>
</inkml:ink>
</file>

<file path=ppt/ink/ink2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25.6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227 87 8754 0 0,'-1'-12'888'0'0,"0"0"0"0"0,1 0 0 0 0,0 0 0 0 0,1-27 5392 0 0,-1 39-6211 0 0,-9 10 1434 0 0,-6 16-746 0 0,-113 276-46 0 0,110-254-1831 0 0,2 1-1 0 0,2 0 1 0 0,-7 54 0 0 0,16-60-5215 0 0</inkml:trace>
</inkml:ink>
</file>

<file path=ppt/ink/ink2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26.4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10138 0 0,'0'3'896'0'0,"0"1"-712"0"0,0 0-184 0 0,0 2 0 0 0,0-1 280 0 0,0 7 17 0 0,2 8 7 0 0,-1 18 0 0 0,0 17-304 0 0,1 14-184 0 0,-1 5 24 0 0,-2-3 8 0 0</inkml:trace>
</inkml:ink>
</file>

<file path=ppt/ink/ink2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27.5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1 11058 0 0,'-6'0'5668'0'0,"6"0"-5583"0"0,3 16 2058 0 0,10 20-1045 0 0,3-10-688 0 0,1-1 0 0 0,1 0-1 0 0,1-1 1 0 0,1-1 0 0 0,46 40 0 0 0,-15-22-1729 0 0,96 60 1 0 0,-122-85-5873 0 0</inkml:trace>
</inkml:ink>
</file>

<file path=ppt/ink/ink2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27.7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255 97 7370 0 0,'-5'-26'373'0'0,"4"19"272"0"0,0 1-1 0 0,-1-1 1 0 0,0 0 0 0 0,0 0-1 0 0,0 1 1 0 0,-1-1-1 0 0,-6-11 1 0 0,9 17-514 0 0,-1 1 1 0 0,1-1-1 0 0,-1 1 0 0 0,0-1 1 0 0,1 1-1 0 0,-1 0 0 0 0,1-1 0 0 0,-1 1 1 0 0,0 0-1 0 0,1-1 0 0 0,-1 1 1 0 0,0 0-1 0 0,1 0 0 0 0,-1 0 1 0 0,0-1-1 0 0,1 1 0 0 0,-1 0 0 0 0,0 0 1 0 0,1 0-1 0 0,-1 0 0 0 0,0 0 1 0 0,0 1-1 0 0,1-1 0 0 0,-1 0 0 0 0,0 0 1 0 0,1 0-1 0 0,-1 1 0 0 0,0-1 1 0 0,1 0-1 0 0,-1 0 0 0 0,1 1 1 0 0,-1-1-1 0 0,0 1 0 0 0,1-1 0 0 0,-1 1 1 0 0,1-1-1 0 0,-1 1 0 0 0,1-1 1 0 0,-1 1-1 0 0,1-1 0 0 0,0 1 1 0 0,-1-1-1 0 0,1 1 0 0 0,0 0 0 0 0,-1 0 1 0 0,-19 34 1833 0 0,18-32-1871 0 0,-107 239 2002 0 0,50-75-4106 0 0,49-129-5552 0 0</inkml:trace>
</inkml:ink>
</file>

<file path=ppt/ink/ink2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28.1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22 6913 0 0,'6'-3'106'0'0,"0"0"0"0"0,1 0 0 0 0,-1 1 0 0 0,1-1 0 0 0,-1 2 0 0 0,1-1 0 0 0,0 1 0 0 0,0 0 0 0 0,0 0 0 0 0,10 1 0 0 0,-13-1 122 0 0,0 1 0 0 0,0 0-1 0 0,0 0 1 0 0,0 0 0 0 0,0 1 0 0 0,0 0 0 0 0,0-1-1 0 0,0 2 1 0 0,0-1 0 0 0,-1 0 0 0 0,1 1-1 0 0,0-1 1 0 0,-1 1 0 0 0,1 0 0 0 0,-1 0 0 0 0,0 0-1 0 0,1 1 1 0 0,-1-1 0 0 0,0 1 0 0 0,-1 0-1 0 0,1 0 1 0 0,0 0 0 0 0,-1 0 0 0 0,0 0 0 0 0,4 6-1 0 0,-1 4 762 0 0,1 1 0 0 0,-2 0-1 0 0,0 0 1 0 0,0 0 0 0 0,1 24-1 0 0,5 14 1836 0 0,-10-52-2812 0 0,0 1 1 0 0,1-1-1 0 0,-1 1 0 0 0,0-1 1 0 0,1 0-1 0 0,-1 1 1 0 0,0-1-1 0 0,1 1 0 0 0,-1-1 1 0 0,0 0-1 0 0,1 1 1 0 0,-1-1-1 0 0,1 0 0 0 0,-1 1 1 0 0,0-1-1 0 0,1 0 0 0 0,-1 0 1 0 0,1 1-1 0 0,-1-1 1 0 0,1 0-1 0 0,-1 0 0 0 0,1 0 1 0 0,-1 0-1 0 0,1 0 1 0 0,-1 1-1 0 0,1-1 0 0 0,-1 0 1 0 0,1 0-1 0 0,-1 0 1 0 0,1-1-1 0 0,0 1 0 0 0,-1 0 1 0 0,1 0-1 0 0,-1 0 1 0 0,1 0-1 0 0,-1 0 0 0 0,1-1 1 0 0,-1 1-1 0 0,0 0 0 0 0,1 0 1 0 0,-1-1-1 0 0,1 1 1 0 0,-1 0-1 0 0,1-1 0 0 0,-1 1 1 0 0,0 0-1 0 0,1-1 1 0 0,-1 1-1 0 0,0-1 0 0 0,1 0 1 0 0,22-19-27 0 0,-23 19 24 0 0,89-95-350 0 0,-71 75 180 0 0</inkml:trace>
</inkml:ink>
</file>

<file path=ppt/ink/ink2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29.5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469 797 7370 0 0,'-219'24'1395'0'0,"20"-2"-67"0"0,193-22-1244 0 0,2 1 11 0 0,0-1 0 0 0,0 1 0 0 0,0-1-1 0 0,0 0 1 0 0,0-1 0 0 0,1 1 0 0 0,-1-1-1 0 0,0 1 1 0 0,-4-3 0 0 0,8 3-81 0 0,-1 0-1 0 0,1-1 0 0 0,0 1 1 0 0,0 0-1 0 0,0-1 1 0 0,0 1-1 0 0,-1 0 1 0 0,1-1-1 0 0,0 1 1 0 0,0 0-1 0 0,0-1 1 0 0,0 1-1 0 0,0-1 1 0 0,0 1-1 0 0,0 0 1 0 0,0-1-1 0 0,0 1 1 0 0,0-1-1 0 0,0 1 1 0 0,0 0-1 0 0,0-1 1 0 0,1 1-1 0 0,-1 0 1 0 0,0-1-1 0 0,0 1 1 0 0,0 0-1 0 0,0-1 0 0 0,1 1 1 0 0,-1 0-1 0 0,0-1 1 0 0,0 1-1 0 0,1 0 1 0 0,-1-1-1 0 0,0 1 1 0 0,0 0-1 0 0,1 0 1 0 0,-1-1-1 0 0,0 1 1 0 0,1 0-1 0 0,-1 0 1 0 0,1 0-1 0 0,-1 0 1 0 0,0 0-1 0 0,1-1 1 0 0,16-11 181 0 0,26-15-143 0 0,2 3 0 0 0,88-34 1 0 0,105-22-150 0 0,-171 60 121 0 0,298-82 1056 0 0,439-63 1 0 0,-268 99 452 0 0,5 29-504 0 0,-387 28-883 0 0,1713-61-110 0 0,-469 85-425 0 0,-482 2 482 0 0,-3-33 195 0 0,-361-28-862 0 0,-10-46-1289 0 0,-389 53 979 0 0</inkml:trace>
</inkml:ink>
</file>

<file path=ppt/ink/ink2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31.7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250 137 5065 0 0,'-4'-4'243'0'0,"0"-1"-1"0"0,0 2 1 0 0,-1-1-1 0 0,1 0 1 0 0,-1 1-1 0 0,0 0 1 0 0,0 0-1 0 0,0 1 1 0 0,0-1-1 0 0,-1 1 1 0 0,1 0-1 0 0,-1 0 1 0 0,1 1-1 0 0,-1 0 1 0 0,1 0-1 0 0,-1 0 1 0 0,0 1-1 0 0,0-1 1 0 0,-7 2-1 0 0,7-1-51 0 0,0 0-1 0 0,1 1 0 0 0,-1-1 0 0 0,0 1 0 0 0,1 1 0 0 0,-1-1 0 0 0,0 1 0 0 0,1 0 0 0 0,0 0 0 0 0,-1 0 0 0 0,1 1 0 0 0,0 0 0 0 0,0 0 1 0 0,1 0-1 0 0,-1 1 0 0 0,0 0 0 0 0,1 0 0 0 0,0 0 0 0 0,0 0 0 0 0,0 0 0 0 0,1 1 0 0 0,0 0 0 0 0,-1 0 0 0 0,1 0 0 0 0,1 0 0 0 0,-1 0 0 0 0,1 0 1 0 0,0 1-1 0 0,0-1 0 0 0,1 1 0 0 0,-2 7 0 0 0,1 0-102 0 0,1 0 0 0 0,0-1 0 0 0,1 1 0 0 0,0 0 0 0 0,1 0 0 0 0,0-1 0 0 0,1 1 0 0 0,1-1 0 0 0,0 1 0 0 0,0-1 0 0 0,1 0 0 0 0,1 0 0 0 0,8 16 0 0 0,-7-18-106 0 0,1 1 0 0 0,-1-1 0 0 0,2-1 0 0 0,0 1 0 0 0,0-1 0 0 0,1-1 0 0 0,-1 1 0 0 0,2-2 0 0 0,-1 1 0 0 0,1-1 0 0 0,1 0 0 0 0,-1-1 0 0 0,1-1 0 0 0,0 1 0 0 0,0-2 0 0 0,1 1 0 0 0,-1-2 0 0 0,1 0 0 0 0,0 0 0 0 0,0-1 0 0 0,0 0 0 0 0,0-1 0 0 0,1 0 0 0 0,-1-1 0 0 0,0-1 0 0 0,0 0 0 0 0,0 0 0 0 0,0-1 0 0 0,0-1 0 0 0,0 0 0 0 0,0-1 0 0 0,-1 0 0 0 0,19-10 0 0 0,-23 11 13 0 0,-1 0-1 0 0,1-1 1 0 0,-1 0-1 0 0,0 0 1 0 0,0-1 0 0 0,-1 1-1 0 0,1-1 1 0 0,-1-1-1 0 0,0 1 1 0 0,-1-1-1 0 0,1 0 1 0 0,-1 0-1 0 0,0 0 1 0 0,-1 0 0 0 0,1-1-1 0 0,-1 1 1 0 0,0-1-1 0 0,-1 0 1 0 0,0 0-1 0 0,0 0 1 0 0,0 0 0 0 0,-1-1-1 0 0,0 1 1 0 0,-1 0-1 0 0,0-1 1 0 0,0 1-1 0 0,0 0 1 0 0,-1 0-1 0 0,-2-13 1 0 0,-2 0 243 0 0,-1 0 0 0 0,0 1 0 0 0,-1 0 0 0 0,-2 0 1 0 0,0 1-1 0 0,0 0 0 0 0,-2 0 0 0 0,0 1 0 0 0,-21-23 0 0 0,30 37-190 0 0,-54-59 549 0 0,50 57-688 0 0,0 0 0 0 0,0 0 0 0 0,0 1-1 0 0,0-1 1 0 0,-1 1 0 0 0,0 0 0 0 0,0 1-1 0 0,-11-4 1 0 0,-1 3-741 0 0</inkml:trace>
</inkml:ink>
</file>

<file path=ppt/ink/ink2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32.0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236 104 3225 0 0,'-5'-1'528'0'0,"0"1"1"0"0,-1 0-1 0 0,1 0 1 0 0,0 0-1 0 0,0 1 1 0 0,0-1-1 0 0,-1 1 1 0 0,1 1-1 0 0,0-1 0 0 0,0 1 1 0 0,0 0-1 0 0,1 0 1 0 0,-1 0-1 0 0,0 0 1 0 0,1 1-1 0 0,0 0 1 0 0,-1 0-1 0 0,-5 6 1 0 0,-4 4-50 0 0,0 0 0 0 0,2 0 0 0 0,-23 31 0 0 0,27-31-426 0 0,0 0 0 0 0,1 1 0 0 0,0 0 0 0 0,1 0 0 0 0,0 1 0 0 0,2-1 0 0 0,-1 1 1 0 0,2 0-1 0 0,0 1 0 0 0,1-1 0 0 0,0 1 0 0 0,2-1 0 0 0,-1 1 0 0 0,2-1 0 0 0,0 1 0 0 0,1-1 0 0 0,1 1 0 0 0,0-1 0 0 0,9 25 0 0 0,-11-36-22 0 0,1 0-1 0 0,0 1 0 0 0,1-1 0 0 0,-1 0 0 0 0,1-1 0 0 0,-1 1 0 0 0,1 0 0 0 0,0-1 0 0 0,0 0 0 0 0,1 1 0 0 0,-1-1 0 0 0,1 0 0 0 0,0-1 0 0 0,-1 1 0 0 0,1-1 0 0 0,0 0 0 0 0,0 0 0 0 0,1 0 0 0 0,-1 0 0 0 0,0-1 0 0 0,1 1 0 0 0,-1-1 0 0 0,1 0 0 0 0,-1-1 0 0 0,1 1 1 0 0,0-1-1 0 0,-1 0 0 0 0,1 0 0 0 0,-1 0 0 0 0,1-1 0 0 0,-1 1 0 0 0,6-2 0 0 0,1-1 126 0 0,-1 0 1 0 0,1-1-1 0 0,-1 0 1 0 0,1 0-1 0 0,-1-1 1 0 0,-1 0-1 0 0,1-1 1 0 0,-1 0-1 0 0,0-1 1 0 0,0 0-1 0 0,0 0 1 0 0,9-12-1 0 0,-7 5 7 0 0,0 0-1 0 0,-2-1 1 0 0,1 0 0 0 0,-2-1-1 0 0,0 0 1 0 0,-1-1-1 0 0,0 1 1 0 0,-1-1-1 0 0,-1-1 1 0 0,-1 1-1 0 0,-1-1 1 0 0,0 1-1 0 0,-1-1 1 0 0,-1 0-1 0 0,-2-33 1 0 0,0 33-359 0 0,-2 0 1 0 0,0 0 0 0 0,-1 0 0 0 0,0 0 0 0 0,-2 1-1 0 0,0 0 1 0 0,-1 0 0 0 0,0 1 0 0 0,-17-28 0 0 0,2 16-6968 0 0</inkml:trace>
</inkml:ink>
</file>

<file path=ppt/ink/ink2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32.4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57 44 12443 0 0,'-7'8'90'0'0,"2"0"0"0"0,-1 0-1 0 0,1 0 1 0 0,0 1 0 0 0,1 0 0 0 0,0 0 0 0 0,0 0 0 0 0,1 1 0 0 0,0-1 0 0 0,1 1 0 0 0,0 0 0 0 0,1-1 0 0 0,-1 16 0 0 0,-1 103-130 0 0,3-113 123 0 0,2 1 0 0 0,0 0 0 0 0,1-1 0 0 0,0 0 0 0 0,1 0 0 0 0,8 18 0 0 0,-10-29-24 0 0,0 1 1 0 0,0-1-1 0 0,1 0 1 0 0,0 1-1 0 0,-1-1 0 0 0,2 0 1 0 0,-1-1-1 0 0,0 1 0 0 0,1-1 1 0 0,0 1-1 0 0,-1-1 1 0 0,1 0-1 0 0,1 0 0 0 0,-1-1 1 0 0,0 1-1 0 0,1-1 1 0 0,-1 0-1 0 0,1 0 0 0 0,0-1 1 0 0,-1 1-1 0 0,1-1 0 0 0,0 0 1 0 0,0 0-1 0 0,0-1 1 0 0,0 1-1 0 0,0-1 0 0 0,0 0 1 0 0,0-1-1 0 0,0 1 1 0 0,7-2-1 0 0,-3 0 38 0 0,-1 0 1 0 0,1-1-1 0 0,-1 1 0 0 0,1-2 1 0 0,-1 1-1 0 0,0-1 0 0 0,-1-1 1 0 0,1 1-1 0 0,-1-1 0 0 0,1 0 1 0 0,-1-1-1 0 0,-1 0 0 0 0,1 0 0 0 0,-1 0 1 0 0,0-1-1 0 0,6-9 0 0 0,-9 10-33 0 0,1 0 1 0 0,-1-1-1 0 0,0 1 0 0 0,0-1 0 0 0,-1 0 0 0 0,0 1 0 0 0,0-1 0 0 0,0 0 0 0 0,-1-1 0 0 0,0 1 0 0 0,-1 0 0 0 0,0 0 0 0 0,0-10 0 0 0,-2 6 65 0 0,0 1 0 0 0,0 0 0 0 0,-1 0 0 0 0,0 1 0 0 0,-1-1 0 0 0,0 0 1 0 0,0 1-1 0 0,-9-13 0 0 0,-5-3 89 0 0,-1 1 0 0 0,-1 0 0 0 0,-1 2 0 0 0,-1 0 1 0 0,-28-21-1 0 0,40 35-684 0 0,0 0 0 0 0,0 1 1 0 0,-1 0-1 0 0,-18-9 0 0 0,9 9-6324 0 0</inkml:trace>
</inkml:ink>
</file>

<file path=ppt/ink/ink2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32.7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76 0 13827 0 0,'0'1'141'0'0,"1"-1"0"0"0,-1 0 0 0 0,0 1 0 0 0,1-1 0 0 0,-1 1 1 0 0,1-1-1 0 0,-1 1 0 0 0,1-1 0 0 0,-1 1 0 0 0,0-1 0 0 0,0 1 0 0 0,1-1 0 0 0,-1 1 0 0 0,0-1 0 0 0,0 1 0 0 0,1-1 1 0 0,-1 1-1 0 0,0-1 0 0 0,0 1 0 0 0,0 0 0 0 0,0-1 0 0 0,0 1 0 0 0,0-1 0 0 0,0 1 0 0 0,0 0 0 0 0,0-1 0 0 0,0 1 1 0 0,-1 24 611 0 0,1-22-453 0 0,-7 56 1082 0 0,-23 98 1 0 0,-2 7-3445 0 0,26-115 980 0 0,0 0-6 0 0</inkml:trace>
</inkml:ink>
</file>

<file path=ppt/ink/ink2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30.3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278 66 1840 0 0,'-271'123'10109'0'0,"271"-123"-10075"0"0,0 0 0 0 0,-1 0 0 0 0,1 0 0 0 0,0 0 0 0 0,0 0 0 0 0,0 0 0 0 0,-1 0-1 0 0,1 0 1 0 0,0 0 0 0 0,0 0 0 0 0,-1 0 0 0 0,1 0 0 0 0,0 0 0 0 0,0 0 0 0 0,0 0 0 0 0,-1 0 0 0 0,1 0-1 0 0,0 1 1 0 0,0-1 0 0 0,0 0 0 0 0,0 0 0 0 0,-1 0 0 0 0,1 0 0 0 0,0 0 0 0 0,0 1 0 0 0,0-1 0 0 0,0 0 0 0 0,0 0-1 0 0,0 0 1 0 0,-1 0 0 0 0,1 1 0 0 0,0-1 0 0 0,0 0 0 0 0,0 0 0 0 0,0 0 0 0 0,0 1 0 0 0,0-1 0 0 0,0 0-1 0 0,0 0 1 0 0,0 0 0 0 0,0 1 0 0 0,0-1 0 0 0,0 0 0 0 0,0 0 0 0 0,0 1 0 0 0,0-1 0 0 0,0 0 0 0 0,0 0-1 0 0,14 1 577 0 0,20-5-323 0 0,153-19 10 0 0,270 1 1 0 0,-317 19-255 0 0,867-70 319 0 0,-603 35-532 0 0,95 6 267 0 0,509 33 0 0 0,285 90 21 0 0,-1041-67-64 0 0,788 63 62 0 0,-603-61-86 0 0,284 18 368 0 0,-5 25-448 0 0,-494-35-824 0 0,-122-17-14 0 0</inkml:trace>
</inkml:ink>
</file>

<file path=ppt/ink/ink2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33.1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53 0 21661 0 0,'-9'5'960'0'0,"4"-5"192"0"0,4 0-920 0 0,-2 0-232 0 0,1 2 0 0 0,0 3 0 0 0,1 1-544 0 0,-3 8-152 0 0,-1 12-32 0 0,1 14-8 0 0,-3 14 544 0 0,3 6 111 0 0,0 6 81 0 0,2 1-104 0 0,4 1-1200 0 0,-1-4-232 0 0,3-4-56 0 0,1 0-9 0 0</inkml:trace>
</inkml:ink>
</file>

<file path=ppt/ink/ink2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33.4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25 151 14283 0 0,'0'0'41'0'0,"0"0"0"0"0,1 0 0 0 0,-1 0-1 0 0,1 0 1 0 0,-1 0 0 0 0,1 0 0 0 0,-1 0 0 0 0,1 0 0 0 0,-1 1-1 0 0,0-1 1 0 0,1 0 0 0 0,-1 0 0 0 0,1 0 0 0 0,-1 1 0 0 0,0-1 0 0 0,1 0-1 0 0,-1 0 1 0 0,0 1 0 0 0,1-1 0 0 0,-1 0 0 0 0,0 1 0 0 0,1-1-1 0 0,-1 1 1 0 0,0-1 0 0 0,0 0 0 0 0,1 1 0 0 0,-1-1 0 0 0,0 1-1 0 0,0-1 1 0 0,0 1 0 0 0,0-1 0 0 0,0 0 0 0 0,1 1 0 0 0,-1-1 0 0 0,0 1-1 0 0,0-1 1 0 0,0 1 0 0 0,0-1 0 0 0,0 1 0 0 0,-1 0 0 0 0,4 26-416 0 0,-2-23 491 0 0,0 9 38 0 0,3 38 639 0 0,2 1 0 0 0,13 51 0 0 0,-15-87-729 0 0,1 0-1 0 0,1 0 1 0 0,0 0-1 0 0,1-1 1 0 0,1 0-1 0 0,0 0 1 0 0,1-1-1 0 0,1 0 1 0 0,0-1-1 0 0,16 17 1 0 0,-15-20-40 0 0,0 0 0 0 0,0 0 0 0 0,0-2 0 0 0,1 1 0 0 0,1-1 0 0 0,0-1-1 0 0,21 9 1 0 0,-30-14 6 0 0,1 0 0 0 0,-1-1 0 0 0,0 0 0 0 0,0 0 0 0 0,1 0-1 0 0,-1 0 1 0 0,0-1 0 0 0,1 1 0 0 0,-1-1 0 0 0,1 0 0 0 0,-1-1 0 0 0,0 1-1 0 0,1-1 1 0 0,-1 0 0 0 0,0 0 0 0 0,1 0 0 0 0,-1-1 0 0 0,0 1-1 0 0,0-1 1 0 0,0 0 0 0 0,0 0 0 0 0,-1 0 0 0 0,1-1 0 0 0,0 1-1 0 0,-1-1 1 0 0,0 0 0 0 0,0 0 0 0 0,1 0 0 0 0,2-5 0 0 0,1-3 75 0 0,0 0 0 0 0,-1-1 0 0 0,0 1 0 0 0,0-1 0 0 0,-1-1 0 0 0,-1 1 0 0 0,0-1 0 0 0,-1 0 0 0 0,0 0 0 0 0,1-17 0 0 0,-2 6 41 0 0,-1-1-1 0 0,-1 1 1 0 0,-2 0-1 0 0,-6-41 1 0 0,4 46-119 0 0,-2 0-1 0 0,0-1 1 0 0,-1 2 0 0 0,-1-1 0 0 0,0 1 0 0 0,-2 0-1 0 0,0 1 1 0 0,-1 0 0 0 0,0 1 0 0 0,-24-25 0 0 0,26 31-55 0 0,0 1 0 0 0,-1 0 0 0 0,0 0 0 0 0,0 1 0 0 0,-1 0 0 0 0,0 1 0 0 0,-1 0 0 0 0,1 1 0 0 0,-1 0 0 0 0,-1 1-1 0 0,1 0 1 0 0,-1 1 0 0 0,1 1 0 0 0,-1 0 0 0 0,0 0 0 0 0,0 1 0 0 0,-15 0 0 0 0,21 3-144 0 0,0-1 0 0 0,0 1 0 0 0,-1 1 0 0 0,1-1-1 0 0,1 1 1 0 0,-1 1 0 0 0,0-1 0 0 0,0 1 0 0 0,-8 5 0 0 0,-24 18-1522 0 0</inkml:trace>
</inkml:ink>
</file>

<file path=ppt/ink/ink2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31.0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0 256 4609 0 0,'8'-4'609'0'0,"1"1"0"0"0,-1 1 0 0 0,0 0-1 0 0,12-2 1 0 0,-4 0-479 0 0,572-82 2112 0 0,-574 85-2214 0 0,931-62 1897 0 0,3 54-706 0 0,-563 11-1175 0 0,748 10 82 0 0,2246-42 5359 0 0,-2663-17-7050 0 0,-691 45 1302 0 0,144-11-5871 0 0</inkml:trace>
</inkml:ink>
</file>

<file path=ppt/ink/ink2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33.7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36 0 14283 0 0,'-2'1'204'0'0,"1"0"-1"0"0,-1 0 1 0 0,1 0 0 0 0,0 0-1 0 0,-1 0 1 0 0,1 1 0 0 0,0-1 0 0 0,0 0-1 0 0,0 0 1 0 0,0 1 0 0 0,0-1-1 0 0,0 1 1 0 0,0-1 0 0 0,0 1-1 0 0,0-1 1 0 0,1 1 0 0 0,-1 0-1 0 0,1-1 1 0 0,-1 1 0 0 0,1 0-1 0 0,-1 1 1 0 0,-2 45 1108 0 0,3-26-986 0 0,-10 263 1361 0 0,11-235-1970 0 0,2-1 1 0 0,3 0 0 0 0,21 89-1 0 0,-12-94 160 0 0,0-6 107 0 0</inkml:trace>
</inkml:ink>
</file>

<file path=ppt/ink/ink2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33.9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17972 0 0,'7'12'1600'0'0,"-3"-3"-1280"0"0,0 0-256 0 0,-1 1-64 0 0,1 0 528 0 0,-3 1 97 0 0,2 6 15 0 0,0 13 8 0 0,1 18-376 0 0,0 16-80 0 0,-2 10-8 0 0,-2-6-8 0 0,-3-8-176 0 0,-3-5 0 0 0,2-5-96 0 0,-3-5 32 0 0,-1-2 64 0 0</inkml:trace>
</inkml:ink>
</file>

<file path=ppt/ink/ink2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54.2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0 19356 0 0,'-1'0'68'0'0,"1"1"0"0"0,-1-1 0 0 0,1 0 0 0 0,-1 0 1 0 0,1 0-1 0 0,0 0 0 0 0,-1 0 0 0 0,1 0 0 0 0,0 1 0 0 0,-1-1 0 0 0,1 0 0 0 0,-1 0 0 0 0,1 0 0 0 0,0 1 0 0 0,-1-1 0 0 0,1 0 0 0 0,0 1 1 0 0,0-1-1 0 0,-1 0 0 0 0,1 1 0 0 0,0-1 0 0 0,0 0 0 0 0,-1 1 0 0 0,1-1 0 0 0,0 0 0 0 0,0 1 0 0 0,0-1 0 0 0,0 1 0 0 0,0-1 1 0 0,0 1-1 0 0,-1 0 0 0 0,1 21 323 0 0,12 32-1504 0 0,-9-41 1136 0 0,13 70-988 0 0,9 136-1 0 0,-15 84 1024 0 0,-5-85-1045 0 0,-2-152-5419 0 0</inkml:trace>
</inkml:ink>
</file>

<file path=ppt/ink/ink2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54.8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3 13827 0 0,'-3'-3'1224'0'0,"0"3"-976"0"0,2 3-248 0 0,1 1 0 0 0,1 2 96 0 0,2 1-32 0 0,0 4-64 0 0,1 5 96 0 0,1 10-96 0 0,2 13 72 0 0,3 11-72 0 0,-2 7 64 0 0,-1 5-328 0 0,-1-1-72 0 0,-2 3-16 0 0,-2 2 0 0 0,-5 0 280 0 0,-4-2 72 0 0</inkml:trace>
</inkml:ink>
</file>

<file path=ppt/ink/ink2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55.33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137 28 14283 0 0,'-9'-11'1086'0'0,"8"9"-973"0"0,-1 1 0 0 0,1-1 1 0 0,0 1-1 0 0,0 0 1 0 0,0-1-1 0 0,-1 1 1 0 0,1 0-1 0 0,-1 0 0 0 0,1 0 1 0 0,-4-2-1 0 0,4 3-72 0 0,0 0 0 0 0,0 0 0 0 0,0 0 0 0 0,1 1 0 0 0,-1-1 0 0 0,0 0-1 0 0,0 1 1 0 0,0-1 0 0 0,1 0 0 0 0,-1 1 0 0 0,0-1 0 0 0,0 1 0 0 0,1-1 0 0 0,-1 1 0 0 0,0 0-1 0 0,1-1 1 0 0,-1 1 0 0 0,1-1 0 0 0,-1 1 0 0 0,0 0 0 0 0,1 0 0 0 0,0-1 0 0 0,-1 1 0 0 0,1 0-1 0 0,-1 0 1 0 0,1 0 0 0 0,0-1 0 0 0,0 1 0 0 0,-1 0 0 0 0,1 1 0 0 0,-12 32-247 0 0,2 0 0 0 0,2 0 0 0 0,0 1 1 0 0,-2 41-1 0 0,1-13-536 0 0,-15 94-4362 0 0,14-78 344 0 0</inkml:trace>
</inkml:ink>
</file>

<file path=ppt/ink/ink2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56.2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377 128 6913 0 0,'1'-7'154'0'0,"-1"3"-278"0"0,1 0 0 0 0,-1-1 0 0 0,0 1 1 0 0,0 0-1 0 0,0 0 0 0 0,0 0 1 0 0,-2-8-1 0 0,1 11 114 0 0,1 0 1 0 0,-1 0-1 0 0,0 0 1 0 0,0 0 0 0 0,1 0-1 0 0,-1 0 1 0 0,0 0-1 0 0,0 0 1 0 0,0 0-1 0 0,0 0 1 0 0,0 1-1 0 0,0-1 1 0 0,0 0 0 0 0,0 1-1 0 0,0-1 1 0 0,-1 1-1 0 0,1-1 1 0 0,0 1-1 0 0,0-1 1 0 0,0 1-1 0 0,-1 0 1 0 0,1 0 0 0 0,0 0-1 0 0,0 0 1 0 0,-1 0-1 0 0,1 0 1 0 0,0 0-1 0 0,0 0 1 0 0,-1 0-1 0 0,1 0 1 0 0,-1 1 0 0 0,-17 2-294 0 0,2 0 1 0 0,-1 2 0 0 0,0 0-1 0 0,1 1 1 0 0,0 0 0 0 0,0 2 0 0 0,-16 9-1 0 0,-5 5 1982 0 0,-61 48-1 0 0,95-67-1522 0 0,1-1 0 0 0,-1 1-1 0 0,1 0 1 0 0,0 0 0 0 0,-1 0-1 0 0,1 0 1 0 0,1 1 0 0 0,-1-1-1 0 0,0 1 1 0 0,1 0 0 0 0,0 0-1 0 0,0 0 1 0 0,0 0-1 0 0,0 0 1 0 0,1 0 0 0 0,0 0-1 0 0,-1 1 1 0 0,2-1 0 0 0,-1 0-1 0 0,0 1 1 0 0,1-1 0 0 0,0 1-1 0 0,0-1 1 0 0,0 1 0 0 0,0-1-1 0 0,1 0 1 0 0,0 1 0 0 0,0-1-1 0 0,0 0 1 0 0,3 7-1 0 0,0 4-198 0 0,1 0 0 0 0,1 0-1 0 0,0-1 1 0 0,1 0 0 0 0,1 0-1 0 0,0-1 1 0 0,0 0 0 0 0,1 0 0 0 0,1-1-1 0 0,22 21 1 0 0,-13-17-186 0 0,0 0 0 0 0,2-2 1 0 0,0 0-1 0 0,0-2 0 0 0,2 0 0 0 0,24 9 1 0 0,-35-16 259 0 0,-1 0 0 0 0,1-1 0 0 0,0-1-1 0 0,0 0 1 0 0,0 0 0 0 0,1-2 0 0 0,-1 1 0 0 0,0-1 0 0 0,14-1 0 0 0,-16-2 12 0 0,-1 1-1 0 0,0-1 1 0 0,0 0-1 0 0,0-1 0 0 0,0 0 1 0 0,0-1-1 0 0,0 0 1 0 0,-1 0-1 0 0,1-1 1 0 0,-1 0-1 0 0,-1 0 1 0 0,12-10-1 0 0,-2 1 244 0 0,-2 0 0 0 0,0-1 1 0 0,-1-1-1 0 0,0 0 0 0 0,-1-1 0 0 0,-1 0 0 0 0,-1-1 0 0 0,17-37 0 0 0,-24 45-110 0 0,0-1-1 0 0,0 1 0 0 0,-2-1 0 0 0,1 0 1 0 0,-1 0-1 0 0,-1 0 0 0 0,0 0 1 0 0,-1 0-1 0 0,0 0 0 0 0,0 0 0 0 0,-1 0 1 0 0,-1 0-1 0 0,1 0 0 0 0,-2 0 0 0 0,0 0 1 0 0,0 1-1 0 0,-1-1 0 0 0,-8-15 0 0 0,4 12 54 0 0,0-1 0 0 0,-1 2-1 0 0,-1-1 1 0 0,0 1 0 0 0,-1 1-1 0 0,-1 0 1 0 0,-22-19 0 0 0,25 24-319 0 0,-1 0 1 0 0,1 1 0 0 0,-1 0-1 0 0,-1 1 1 0 0,1 0-1 0 0,-1 1 1 0 0,0 0-1 0 0,0 0 1 0 0,0 2 0 0 0,0-1-1 0 0,0 1 1 0 0,-13 0-1 0 0,-19 2-5978 0 0</inkml:trace>
</inkml:ink>
</file>

<file path=ppt/ink/ink2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1.9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179 12 12243 0 0,'0'-11'3113'0'0,"-2"18"-691"0"0,-48 199 361 0 0,-46 104-2900 0 0,87-285-518 0 0,2 0-1 0 0,-4 27 1 0 0,9-42-709 0 0,1 0 0 0 0,0 0-1 0 0,1 0 1 0 0,2 17 0 0 0,-1-22-177 0 0,1-16 371 0 0</inkml:trace>
</inkml:ink>
</file>

<file path=ppt/ink/ink2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2.1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26 6913 0 0,'1'-2'191'0'0,"0"1"0"0"0,0-1 0 0 0,1 0 0 0 0,-1 0 0 0 0,0 1-1 0 0,1-1 1 0 0,0 1 0 0 0,-1-1 0 0 0,1 1 0 0 0,0 0 0 0 0,0-1-1 0 0,0 1 1 0 0,-1 0 0 0 0,1 0 0 0 0,1 0 0 0 0,-1 1 0 0 0,0-1-1 0 0,0 0 1 0 0,4 0 0 0 0,-4 1 71 0 0,1 1-1 0 0,-1-1 1 0 0,0 1 0 0 0,0-1-1 0 0,0 1 1 0 0,0 0-1 0 0,0 0 1 0 0,0-1 0 0 0,0 1-1 0 0,0 1 1 0 0,0-1 0 0 0,-1 0-1 0 0,1 0 1 0 0,0 1-1 0 0,-1-1 1 0 0,3 3 0 0 0,3 5 464 0 0,0 1 0 0 0,0-1-1 0 0,-1 1 1 0 0,-1 0 0 0 0,0 0 0 0 0,5 14 0 0 0,27 73 296 0 0,49 117-96 0 0,-67-174-1063 0 0,1 0 0 0 0,3-2 0 0 0,31 42 0 0 0,-50-75-77 0 0,27 35-1154 0 0,-10-14-4013 0 0,-5-7-953 0 0</inkml:trace>
</inkml:ink>
</file>

<file path=ppt/ink/ink2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2.3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2 306 10594 0 0,'0'0'18'0'0,"0"0"1"0"0,0 0-1 0 0,0-1 0 0 0,0 1 0 0 0,0 0 0 0 0,0 0 1 0 0,0 0-1 0 0,0 0 0 0 0,1 0 0 0 0,-1 0 0 0 0,0 0 1 0 0,0 0-1 0 0,0 0 0 0 0,0 0 0 0 0,0 0 0 0 0,0-1 0 0 0,0 1 1 0 0,0 0-1 0 0,0 0 0 0 0,0 0 0 0 0,0 0 0 0 0,0 0 1 0 0,0 0-1 0 0,0 0 0 0 0,0 0 0 0 0,0 0 0 0 0,0-1 1 0 0,0 1-1 0 0,0 0 0 0 0,0 0 0 0 0,0 0 0 0 0,0 0 0 0 0,0 0 1 0 0,0 0-1 0 0,0 0 0 0 0,0 0 0 0 0,0 0 0 0 0,0-1 1 0 0,-1 1-1 0 0,1 0 0 0 0,0 0 0 0 0,0 0 0 0 0,0 0 1 0 0,0 0-1 0 0,0 0 0 0 0,0 0 0 0 0,0 0 0 0 0,0 0 1 0 0,0 0-1 0 0,0 0 0 0 0,0 0 0 0 0,-1 0 0 0 0,1 0 0 0 0,0 0 1 0 0,0 0-1 0 0,0 0 0 0 0,0 0 0 0 0,0 0 0 0 0,0 0 1 0 0,0 0-1 0 0,0 0 0 0 0,-1 0 0 0 0,1 0 0 0 0,0 0 1 0 0,0 0-1 0 0,13-10 597 0 0,27-15-66 0 0,-28 18-190 0 0,45-27 829 0 0,108-64-450 0 0,-112 70-3116 0 0,69-26 0 0 0,-68 32 780 0 0,-3-2 958 0 0</inkml:trace>
</inkml:ink>
</file>

<file path=ppt/ink/ink2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2.5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65 0 6913 0 0,'-1'1'121'0'0,"0"0"0"0"0,1 0-1 0 0,-1-1 1 0 0,0 1-1 0 0,0 0 1 0 0,0 0-1 0 0,1 0 1 0 0,-1 0-1 0 0,0 0 1 0 0,1 0-1 0 0,-1 1 1 0 0,1-1-1 0 0,-1 0 1 0 0,1 0-1 0 0,0 0 1 0 0,0 0-1 0 0,-1 1 1 0 0,1-1-1 0 0,0 0 1 0 0,0 0-1 0 0,0 2 1 0 0,0 37 1274 0 0,0-26-686 0 0,-2 58 829 0 0,-4-1-1 0 0,-2 0 1 0 0,-22 85 0 0 0,22-142-5511 0 0</inkml:trace>
</inkml:ink>
</file>

<file path=ppt/ink/ink2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2.8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1 244 456 0 0,'7'-45'130'0'0,"-4"19"1745"0"0,1 0-1 0 0,1 1 0 0 0,1-1 0 0 0,1 1 1 0 0,19-42-1 0 0,-26 67-1807 0 0,0 0 1 0 0,0 0-1 0 0,2-3 945 0 0,-2 3-945 0 0,0 0 1 0 0,0 0-1 0 0,0 0 0 0 0,0 0 1 0 0,1 0-1 0 0,-1 0 1 0 0,0 0-1 0 0,0 0 1 0 0,0-1-1 0 0,1 1 0 0 0,-1 0 1 0 0,0 0-1 0 0,0 0 1 0 0,0 0-1 0 0,0 0 1 0 0,1 0-1 0 0,-1 0 0 0 0,0 0 1 0 0,0 0-1 0 0,0 1 1 0 0,1-1-1 0 0,-1 0 1 0 0,5 8 1408 0 0,2 15-186 0 0,-7-22-1172 0 0,53 192 3154 0 0,-42-165-3212 0 0,0 0 0 0 0,2 0 0 0 0,1-2 0 0 0,28 42-1 0 0,-39-64-55 0 0,29 39 146 0 0,53 59 1 0 0,-84-100-142 0 0,0-1 0 0 0,1 0 0 0 0,-1 0 1 0 0,0 1-1 0 0,1-1 0 0 0,-1 0 1 0 0,1 0-1 0 0,-1 0 0 0 0,1-1 1 0 0,-1 1-1 0 0,1 0 0 0 0,0-1 1 0 0,3 2-1 0 0,-5-2 3 0 0,1 0 0 0 0,0 0 1 0 0,-1-1-1 0 0,1 1 0 0 0,0 0 1 0 0,-1 0-1 0 0,1 0 0 0 0,0 0 1 0 0,0-1-1 0 0,-1 1 0 0 0,1 0 1 0 0,-1-1-1 0 0,1 1 0 0 0,0 0 1 0 0,-1-1-1 0 0,1 1 0 0 0,-1-1 1 0 0,1 1-1 0 0,-1-1 0 0 0,1 1 1 0 0,-1-1-1 0 0,1 1 0 0 0,0-2 1 0 0,1-3 51 0 0,0 0 1 0 0,0 0 0 0 0,0 0 0 0 0,-1-1-1 0 0,0 1 1 0 0,0 0 0 0 0,1-7 0 0 0,1-35 191 0 0,-2-66 0 0 0,0-31-1364 0 0,1 128 241 0 0,0-1 1 0 0,1 1-1 0 0,0 0 0 0 0,2 0 0 0 0,0 0 0 0 0,9-21 0 0 0,-12 33 274 0 0,1 0 1 0 0,0 0-1 0 0,0 0 1 0 0,0 0 0 0 0,0 0-1 0 0,1 0 1 0 0,-1 1-1 0 0,1-1 1 0 0,0 1 0 0 0,0 0-1 0 0,0 0 1 0 0,1 1-1 0 0,5-4 1 0 0,3 1 387 0 0</inkml:trace>
</inkml:ink>
</file>

<file path=ppt/ink/ink2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3.07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 6913 0 0,'1'-1'333'0'0,"1"1"-1"0"0,-1-1 0 0 0,0 0 0 0 0,1 1 1 0 0,-1-1-1 0 0,1 1 0 0 0,-1 0 0 0 0,1-1 1 0 0,-1 1-1 0 0,1 0 0 0 0,-1 0 0 0 0,1 0 1 0 0,-1 0-1 0 0,1 0 0 0 0,-1 0 0 0 0,1 0 1 0 0,-1 0-1 0 0,1 1 0 0 0,-1-1 0 0 0,1 1 1 0 0,-1-1-1 0 0,3 2 0 0 0,-2 0-20 0 0,0-1-1 0 0,0 1 0 0 0,-1 0 1 0 0,1 0-1 0 0,0-1 1 0 0,-1 1-1 0 0,0 1 0 0 0,1-1 1 0 0,-1 0-1 0 0,0 0 1 0 0,0 0-1 0 0,1 5 0 0 0,2 6 309 0 0,-1 1 0 0 0,0-1 0 0 0,1 28 0 0 0,-4-35-458 0 0,5 61-124 0 0,4-1 0 0 0,2 0 0 0 0,21 67 0 0 0,-24-106-2814 0 0,6 38 0 0 0,-12-47-3187 0 0</inkml:trace>
</inkml:ink>
</file>

<file path=ppt/ink/ink2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3.3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82 8290 0 0,'7'-8'402'0'0,"0"1"1"0"0,0 0-1 0 0,1 0 1 0 0,0 1-1 0 0,0 0 1 0 0,1 1-1 0 0,-1 0 0 0 0,1 0 1 0 0,0 0-1 0 0,1 1 1 0 0,-1 1-1 0 0,1 0 1 0 0,0 0-1 0 0,-1 1 1 0 0,1 0-1 0 0,0 1 1 0 0,14-1-1 0 0,-9 2-16 0 0,0 0-1 0 0,1 1 1 0 0,-1 1-1 0 0,0 0 1 0 0,0 2-1 0 0,-1-1 1 0 0,1 2-1 0 0,-1 0 1 0 0,0 0-1 0 0,25 15 1 0 0,-23-11-242 0 0,0 2 0 0 0,-1 0 1 0 0,-1 0-1 0 0,0 2 0 0 0,0 0 0 0 0,-1 0 1 0 0,-1 1-1 0 0,0 1 0 0 0,-1 0 0 0 0,-1 0 1 0 0,14 28-1 0 0,-18-31-134 0 0,-1 1-1 0 0,-1-1 1 0 0,0 1 0 0 0,0 0-1 0 0,-1 0 1 0 0,-1 0 0 0 0,0 0-1 0 0,-1 1 1 0 0,0-1-1 0 0,-1 1 1 0 0,-1-1 0 0 0,0 0-1 0 0,-1 1 1 0 0,0-1 0 0 0,-1 0-1 0 0,-9 25 1 0 0,-3-6-68 0 0,-1-2-1 0 0,-1 0 1 0 0,-2 0 0 0 0,0-2-1 0 0,-3 0 1 0 0,-37 38 0 0 0,27-34-232 0 0</inkml:trace>
</inkml:ink>
</file>

<file path=ppt/ink/ink2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38.9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134 84 5065 0 0,'-18'-27'1045'0'0,"-9"-11"2158"0"0,25 36-2971 0 0,1 1-1 0 0,-1-1 1 0 0,1 1 0 0 0,-1-1 0 0 0,1 1-1 0 0,-1 0 1 0 0,0 0 0 0 0,0 0 0 0 0,1 0-1 0 0,-1 0 1 0 0,0 0 0 0 0,0 0 0 0 0,0 0-1 0 0,0 1 1 0 0,0-1 0 0 0,0 1-1 0 0,-3-1 1 0 0,4 2-38 0 0,-1-1 1 0 0,0 0-1 0 0,1 1 0 0 0,-1-1 0 0 0,0 1 1 0 0,1 0-1 0 0,-1-1 0 0 0,1 1 0 0 0,-1 0 1 0 0,1 0-1 0 0,-1 0 0 0 0,1 0 0 0 0,0 0 0 0 0,-1 1 1 0 0,1-1-1 0 0,0 0 0 0 0,0 1 0 0 0,0-1 1 0 0,0 0-1 0 0,0 1 0 0 0,0-1 0 0 0,0 1 0 0 0,1 0 1 0 0,-1-1-1 0 0,0 1 0 0 0,0 3 0 0 0,-10 49 905 0 0,11-50-1028 0 0,-6 74 289 0 0,3 0 0 0 0,10 95 1 0 0,-1-64-258 0 0,12 253 2 0 0,30-3-2 0 0,-41-323-133 0 0,5 25 516 0 0,9 102-1 0 0,-20-145-703 0 0,-1 0 0 0 0,-1-1 1 0 0,0 1-1 0 0,-1 0 0 0 0,-1-1 0 0 0,-1 0 0 0 0,0 0 0 0 0,-1 0 1 0 0,-1 0-1 0 0,-13 25 0 0 0,8-25-1029 0 0</inkml:trace>
</inkml:ink>
</file>

<file path=ppt/ink/ink2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39.5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106 0 6913 0 0,'-6'1'357'0'0,"-1"-1"0"0"0,1 1 0 0 0,-1 0 0 0 0,1 0 0 0 0,0 1 0 0 0,0 0-1 0 0,0 0 1 0 0,0 1 0 0 0,0-1 0 0 0,0 1 0 0 0,0 1 0 0 0,1-1 0 0 0,-1 1 0 0 0,1 0-1 0 0,0 0 1 0 0,-5 6 0 0 0,10-9-293 0 0,0-1-1 0 0,0 1 1 0 0,-1-1 0 0 0,1 1 0 0 0,0 0-1 0 0,0-1 1 0 0,1 1 0 0 0,-1-1-1 0 0,0 1 1 0 0,0-1 0 0 0,0 1-1 0 0,0-1 1 0 0,0 1 0 0 0,1 0-1 0 0,-1-1 1 0 0,0 1 0 0 0,0-1-1 0 0,1 1 1 0 0,-1-1 0 0 0,0 0-1 0 0,1 1 1 0 0,-1-1 0 0 0,1 1 0 0 0,-1-1-1 0 0,0 0 1 0 0,1 1 0 0 0,-1-1-1 0 0,1 0 1 0 0,-1 1 0 0 0,1-1-1 0 0,-1 0 1 0 0,1 0 0 0 0,-1 1-1 0 0,1-1 1 0 0,-1 0 0 0 0,1 0-1 0 0,0 0 1 0 0,0 0 0 0 0,26 9 737 0 0,-24-8-622 0 0,99 27 858 0 0,-2 5 1 0 0,0 4 0 0 0,-3 5 0 0 0,102 59 0 0 0,21 32-770 0 0,-163-94-321 0 0,97 85-1 0 0,-128-100-7 0 0,-2 1 1 0 0,0 1-1 0 0,-2 2 0 0 0,-1 0 0 0 0,24 42 1 0 0,-34-49 4 0 0,-1 1 0 0 0,-1 0 0 0 0,0 0 0 0 0,-2 1 0 0 0,-1 0 1 0 0,0 1-1 0 0,-2-1 0 0 0,3 46 0 0 0,-8-46 55 0 0,-1-1 0 0 0,0 0 1 0 0,-2 0-1 0 0,0 0 0 0 0,-1 0 0 0 0,-2-1 0 0 0,0 0 0 0 0,-1 0 0 0 0,-1-1 0 0 0,-1 0 0 0 0,-22 33 1 0 0,-1-5 83 0 0,-3-3 0 0 0,-1-1 1 0 0,-58 54-1 0 0,71-76 48 0 0,-1-2 0 0 0,-1-1 1 0 0,-1-1-1 0 0,-1-1 0 0 0,0-2 0 0 0,-53 22 0 0 0,-192 49 746 0 0,208-69-749 0 0,-93 18 92 0 0,66-16-7692 0 0</inkml:trace>
</inkml:ink>
</file>

<file path=ppt/ink/ink2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0.3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92 88 4145 0 0,'0'0'0'0'0,"-47"-6"1271"0"0,42 5-751 0 0,1 0-1 0 0,-1 0 1 0 0,1 0 0 0 0,0-1-1 0 0,0 0 1 0 0,0 1 0 0 0,-1-2-1 0 0,-4-3 1 0 0,9 6-487 0 0,0 0 0 0 0,0 0 0 0 0,0-1 1 0 0,0 1-1 0 0,0 0 0 0 0,0-1 0 0 0,0 1 0 0 0,0 0 1 0 0,0-1-1 0 0,0 1 0 0 0,0 0 0 0 0,0-1 0 0 0,0 1 1 0 0,0 0-1 0 0,0-1 0 0 0,1 1 0 0 0,-1 0 0 0 0,0 0 1 0 0,0-1-1 0 0,0 1 0 0 0,0 0 0 0 0,1 0 0 0 0,-1-1 1 0 0,0 1-1 0 0,0 0 0 0 0,1 0 0 0 0,-1-1 0 0 0,0 1 1 0 0,0 0-1 0 0,1 0 0 0 0,-1 0 0 0 0,0 0 0 0 0,1 0 1 0 0,-1-1-1 0 0,0 1 0 0 0,0 0 0 0 0,1 0 0 0 0,-1 0 1 0 0,0 0-1 0 0,1 0 0 0 0,-1 0 0 0 0,0 0 0 0 0,1 0 1 0 0,-1 0-1 0 0,1 0 0 0 0,17-5 474 0 0,128-16 2116 0 0,262-6 1 0 0,-343 25-1994 0 0,850 13 3067 0 0,-610-1-3684 0 0,119-12 222 0 0,-242-6-2520 0 0,-142 6-4808 0 0</inkml:trace>
</inkml:ink>
</file>

<file path=ppt/ink/ink2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1.1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1625 19 5985 0 0,'4'-1'-108'0'0,"23"-8"5935"0"0,-26 9-5786 0 0,-20-3 2901 0 0,-73-2-276 0 0,-124 9 0 0 0,119 0-1985 0 0,-101 4 333 0 0,-194 3 100 0 0,34-9-1487 0 0,121 7-3097 0 0,212-7 1391 0 0,3 1-4169 0 0</inkml:trace>
</inkml:ink>
</file>

<file path=ppt/ink/ink2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1.5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1698 24 3681 0 0,'-38'-8'3173'0'0,"1"1"1"0"0,-41-1-1 0 0,-80 7 1316 0 0,-155 36-905 0 0,295-32-3283 0 0,-682 75 1218 0 0,402-52-2838 0 0,240-23 196 0 0</inkml:trace>
</inkml:ink>
</file>

<file path=ppt/ink/ink2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4.3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103 545 6913 0 0,'-15'7'1353'0'0,"-1"0"-1"0"0,1 1 1 0 0,1 1 0 0 0,-1 0-1 0 0,-12 16 2110 0 0,36-22-2576 0 0,13-2-253 0 0,-20-1-526 0 0,75-2 81 0 0,0-3 0 0 0,0-4 0 0 0,95-23 1 0 0,38-6-405 0 0,1559-158 904 0 0,-1222 141-569 0 0,-487 49-119 0 0,785-76-127 0 0,1 26-58 0 0,-520 42 118 0 0,770-16-74 0 0,90 23 932 0 0,-96-1-23 0 0,57 31-245 0 0,-556-8 289 0 0,-265-17-802 0 0,481-66 0 0 0,-655 42-2080 0 0,-83 11-5295 0 0</inkml:trace>
</inkml:ink>
</file>

<file path=ppt/ink/ink2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5.3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12443 0 0,'0'13'229'0'0,"-1"0"1"0"0,2 0-1 0 0,0 0 0 0 0,3 18 1 0 0,1 13-314 0 0,7 551 2099 0 0,-11-266-668 0 0,52 983 2058 0 0,-16-548-2001 0 0,54 1154-1348 0 0,-33-174 650 0 0,-46-1360-630 0 0,45 432 284 0 0,-23-404-230 0 0,-18-76-158 0 0,-16-303-280 0 0</inkml:trace>
</inkml:ink>
</file>

<file path=ppt/ink/ink2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5.9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38 8754 0 0,'-4'-5'390'0'0,"0"1"0"0"0,1-1 0 0 0,-1 0 0 0 0,1 0 0 0 0,-4-9 0 0 0,11 19 139 0 0,1 0 0 0 0,-1 0 0 0 0,1 0 0 0 0,0-1 0 0 0,0 0 0 0 0,1 0-1 0 0,8 4 1 0 0,-4-1-1 0 0,17 10-54 0 0,1-2 1 0 0,0 0 0 0 0,1-2-1 0 0,0-2 1 0 0,1 0 0 0 0,0-2-1 0 0,1-2 1 0 0,53 8-1 0 0,9-7-1049 0 0,152-4-1 0 0,-176-3-1391 0 0,-25 5-3204 0 0,-21-1 57 0 0</inkml:trace>
</inkml:ink>
</file>

<file path=ppt/ink/ink2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6.2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227 59 11979 0 0,'-3'-6'856'0'0,"1"-1"-1"0"0,0 0 1 0 0,0 0 0 0 0,1 0 0 0 0,-1-11 0 0 0,-2 11 1182 0 0,-3 13-760 0 0,-5 14-270 0 0,-27 56-764 0 0,3 2 1 0 0,4 1-1 0 0,-36 137 0 0 0,62-191-981 0 0,2 1 0 0 0,-3 47 0 0 0,8-37-95 0 0</inkml:trace>
</inkml:ink>
</file>

<file path=ppt/ink/ink2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6.6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10 9674 0 0,'0'0'38'0'0,"0"0"-1"0"0,0-1 1 0 0,0 1 0 0 0,0 0-1 0 0,0-1 1 0 0,0 1-1 0 0,0 0 1 0 0,0 0 0 0 0,0-1-1 0 0,0 1 1 0 0,0 0-1 0 0,0-1 1 0 0,0 1 0 0 0,0 0-1 0 0,0 0 1 0 0,0-1-1 0 0,0 1 1 0 0,0 0 0 0 0,0-1-1 0 0,1 1 1 0 0,-1 0 0 0 0,0 0-1 0 0,0-1 1 0 0,0 1-1 0 0,0 0 1 0 0,1 0 0 0 0,-1 0-1 0 0,0-1 1 0 0,0 1-1 0 0,1 0 1 0 0,-1 0 0 0 0,0 0-1 0 0,0 0 1 0 0,1-1 0 0 0,-1 1-1 0 0,0 0 1 0 0,0 0-1 0 0,1 0 1 0 0,-1 0 0 0 0,0 0-1 0 0,1 0 1 0 0,-1 0-1 0 0,0 0 1 0 0,1 0 0 0 0,-1 0-1 0 0,0 0 1 0 0,0 0-1 0 0,1 0 1 0 0,-1 0 0 0 0,0 0-1 0 0,1 0 1 0 0,-1 0 0 0 0,0 0-1 0 0,0 0 1 0 0,1 1-1 0 0,-1-1 1 0 0,0 0 0 0 0,0 0-1 0 0,1 0 1 0 0,-1 0-1 0 0,0 1 1 0 0,1-1 0 0 0,14 15 2134 0 0,-11-6-1625 0 0,1 0-1 0 0,-2 1 1 0 0,1-1-1 0 0,-2 1 1 0 0,1-1-1 0 0,1 14 1 0 0,4 65 1104 0 0,-3-27-1008 0 0,9 34-1786 0 0,-6-48-5695 0 0</inkml:trace>
</inkml:ink>
</file>

<file path=ppt/ink/ink2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9218 0 0,'37'16'2813'0'0,"20"17"-803"0"0,-1 3 1 0 0,-2 2 0 0 0,70 63-1 0 0,-55-43-2063 0 0,76 49 0 0 0,-113-87-7095 0 0</inkml:trace>
</inkml:ink>
</file>

<file path=ppt/ink/ink2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7.1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406 0 11058 0 0,'-8'7'1129'0'0,"0"1"0"0"0,1-1 0 0 0,-1 1 0 0 0,1 1 0 0 0,-8 11 0 0 0,-5 8-148 0 0,-151 189 2742 0 0,131-161-4441 0 0,3 2 0 0 0,-31 63 0 0 0,52-82-6629 0 0</inkml:trace>
</inkml:ink>
</file>

<file path=ppt/ink/ink2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7.5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52 6913 0 0,'2'-3'316'0'0,"-1"0"0"0"0,1-1 0 0 0,0 1 0 0 0,0 0 0 0 0,0 1 0 0 0,0-1 0 0 0,0 0 0 0 0,1 0 0 0 0,-1 1 0 0 0,1 0 0 0 0,0-1 0 0 0,0 1 0 0 0,0 0 0 0 0,0 0 0 0 0,0 1 0 0 0,0-1 0 0 0,4-1 0 0 0,-5 2-139 0 0,0 0-1 0 0,0 0 1 0 0,1 1 0 0 0,-1-1-1 0 0,0 1 1 0 0,0-1 0 0 0,1 1-1 0 0,-1 0 1 0 0,0 0-1 0 0,0 0 1 0 0,1 0 0 0 0,-1 0-1 0 0,0 0 1 0 0,0 1-1 0 0,0-1 1 0 0,1 1 0 0 0,-1-1-1 0 0,0 1 1 0 0,0 0 0 0 0,0 0-1 0 0,0 0 1 0 0,0 0-1 0 0,0 0 1 0 0,0 1 0 0 0,0-1-1 0 0,-1 1 1 0 0,3 1-1 0 0,2 6 140 0 0,0 0 0 0 0,0 0-1 0 0,-1 0 1 0 0,0 1 0 0 0,-1-1-1 0 0,0 1 1 0 0,3 16 0 0 0,15 79 729 0 0,-13-51-553 0 0,-5-33-324 0 0,0 3 125 0 0,13 39 0 0 0,-15-58-231 0 0,0 0 0 0 0,0 0 0 0 0,0 0 0 0 0,0-1-1 0 0,1 1 1 0 0,0 0 0 0 0,0-1 0 0 0,0 0 0 0 0,0 1 0 0 0,1-1-1 0 0,0-1 1 0 0,0 1 0 0 0,7 5 0 0 0,-10-9-50 0 0,1 1 0 0 0,0 0 1 0 0,0-1-1 0 0,-1 1 0 0 0,1-1 0 0 0,0 1 1 0 0,0-1-1 0 0,0 0 0 0 0,0 0 0 0 0,-1 0 0 0 0,1 0 1 0 0,0 0-1 0 0,0 0 0 0 0,0 0 0 0 0,0-1 1 0 0,-1 1-1 0 0,1-1 0 0 0,0 1 0 0 0,0-1 1 0 0,-1 0-1 0 0,1 0 0 0 0,0 0 0 0 0,-1 0 0 0 0,1 0 1 0 0,-1 0-1 0 0,1 0 0 0 0,-1 0 0 0 0,2-2 1 0 0,4-4-32 0 0,1-1 1 0 0,-1 0 0 0 0,9-15-1 0 0,-13 20 7 0 0,46-73-1804 0 0,-22 34-5959 0 0</inkml:trace>
</inkml:ink>
</file>

<file path=ppt/ink/ink2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8.1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20 10594 0 0,'19'-5'932'0'0,"0"0"-1"0"0,0 2 0 0 0,0 0 1 0 0,1 1-1 0 0,-1 1 0 0 0,1 1 1 0 0,32 3-1 0 0,-32-1-483 0 0,0 1-1 0 0,0 1 1 0 0,-1 0 0 0 0,0 2-1 0 0,0 0 1 0 0,0 1-1 0 0,0 1 1 0 0,-1 0 0 0 0,-1 2-1 0 0,30 20 1 0 0,1 8-256 0 0,-3 1 0 0 0,51 55 0 0 0,43 39-2579 0 0,-119-117-5232 0 0</inkml:trace>
</inkml:ink>
</file>

<file path=ppt/ink/ink2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8.3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261 33 12443 0 0,'-12'-32'1344'0'0,"-4"66"3254"0"0,-72 154-375 0 0,54-122-4753 0 0,4 0 1 0 0,-42 135-1 0 0,63-165-53 0 0</inkml:trace>
</inkml:ink>
</file>

<file path=ppt/ink/ink2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8.5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17972 0 0,'1'2'248'0'0,"1"1"0"0"0,-1 0 1 0 0,0-1-1 0 0,0 1 0 0 0,0 0 0 0 0,0-1 0 0 0,-1 1 1 0 0,1 0-1 0 0,-1 0 0 0 0,0 0 0 0 0,1 4 1 0 0,-1-4-42 0 0,3 29 402 0 0,19 132 745 0 0,-16-136-1721 0 0,1 0-1 0 0,1-1 1 0 0,23 50-1 0 0,25 30-343 0 0,-40-74 631 0 0</inkml:trace>
</inkml:ink>
</file>

<file path=ppt/ink/ink2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8.8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 10594 0 0,'0'0'61'0'0,"0"-1"-1"0"0,0 1 0 0 0,0 0 1 0 0,0 0-1 0 0,0-1 0 0 0,0 1 0 0 0,1 0 1 0 0,-1-1-1 0 0,0 1 0 0 0,0 0 1 0 0,0 0-1 0 0,0 0 0 0 0,0-1 1 0 0,1 1-1 0 0,-1 0 0 0 0,0 0 1 0 0,0 0-1 0 0,0-1 0 0 0,1 1 1 0 0,-1 0-1 0 0,0 0 0 0 0,0 0 1 0 0,1 0-1 0 0,-1 0 0 0 0,0-1 1 0 0,1 1-1 0 0,-1 0 0 0 0,0 0 0 0 0,0 0 1 0 0,1 0-1 0 0,-1 0 0 0 0,0 0 1 0 0,0 0-1 0 0,1 0 0 0 0,-1 0 1 0 0,0 0-1 0 0,1 0 0 0 0,-1 0 1 0 0,0 0-1 0 0,0 0 0 0 0,1 1 1 0 0,-1-1-1 0 0,0 0 0 0 0,1 0 1 0 0,18 0 1081 0 0,-8 1-790 0 0,0 2 0 0 0,0-1-1 0 0,0 1 1 0 0,-1 1 0 0 0,1 0-1 0 0,-1 1 1 0 0,0-1 0 0 0,0 2-1 0 0,0 0 1 0 0,-1 0 0 0 0,0 0 0 0 0,9 10-1 0 0,14 14 589 0 0,51 61 0 0 0,-36-38-528 0 0,-46-52-389 0 0,27 30-856 0 0,3-2-4097 0 0,0-4-1755 0 0</inkml:trace>
</inkml:ink>
</file>

<file path=ppt/ink/ink2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9.0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255 1 7834 0 0,'-6'8'921'0'0,"0"0"-1"0"0,1 1 1 0 0,0 0 0 0 0,0 0 0 0 0,1 0 0 0 0,0 0 0 0 0,1 1 0 0 0,-3 15 0 0 0,-7 14 183 0 0,-49 113 2205 0 0,-45 130-1881 0 0,100-257-2395 0 0,0 0 1 0 0,-6 47-1 0 0,12-50-5949 0 0</inkml:trace>
</inkml:ink>
</file>

<file path=ppt/ink/ink2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49.4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65 7834 0 0,'35'-20'3700'0'0,"-24"13"-2800"0"0,1 0 0 0 0,0 0 0 0 0,0 1 0 0 0,1 1 0 0 0,17-5-1 0 0,-27 9-798 0 0,1 0 0 0 0,-1 1 0 0 0,0 0-1 0 0,0-1 1 0 0,0 1 0 0 0,0 0-1 0 0,0 1 1 0 0,0-1 0 0 0,0 1-1 0 0,0-1 1 0 0,0 1 0 0 0,0 0-1 0 0,0 0 1 0 0,0 0 0 0 0,0 0 0 0 0,0 1-1 0 0,0-1 1 0 0,-1 1 0 0 0,1 0-1 0 0,-1-1 1 0 0,1 1 0 0 0,-1 1-1 0 0,0-1 1 0 0,1 0 0 0 0,-1 0-1 0 0,-1 1 1 0 0,1-1 0 0 0,3 6 0 0 0,-1-1 28 0 0,0 1 1 0 0,-1 0-1 0 0,0 0 1 0 0,-1 0-1 0 0,1 1 1 0 0,-1-1-1 0 0,-1 0 1 0 0,0 1 0 0 0,0-1-1 0 0,0 1 1 0 0,-1 0-1 0 0,-2 16 1 0 0,-3 8 503 0 0,-17 63 1 0 0,14-67-499 0 0,3-12 18 0 0,-7 26 273 0 0,12-41-378 0 0,-1 1-1 0 0,1-1 0 0 0,-1 1 0 0 0,1-1 1 0 0,0 0-1 0 0,0 1 0 0 0,0-1 0 0 0,0 1 1 0 0,1-1-1 0 0,-1 0 0 0 0,0 1 1 0 0,1-1-1 0 0,1 3 0 0 0,-1-4-41 0 0,-1-1 0 0 0,1 1 0 0 0,0-1 0 0 0,-1 0 0 0 0,1 1-1 0 0,0-1 1 0 0,0 0 0 0 0,-1 0 0 0 0,1 1 0 0 0,0-1 0 0 0,0 0 0 0 0,-1 0 0 0 0,1 0 0 0 0,0 0-1 0 0,0 0 1 0 0,0 0 0 0 0,-1 0 0 0 0,1 0 0 0 0,0-1 0 0 0,0 1 0 0 0,0 0 0 0 0,-1 0-1 0 0,1-1 1 0 0,0 1 0 0 0,0 0 0 0 0,-1-1 0 0 0,1 1 0 0 0,0-1 0 0 0,-1 1 0 0 0,1-1 0 0 0,-1 1-1 0 0,1-1 1 0 0,0 0 0 0 0,25-20 114 0 0,84-92-2583 0 0,-73 82-5484 0 0</inkml:trace>
</inkml:ink>
</file>

<file path=ppt/ink/ink2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50.4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28 271 7370 0 0,'-4'-8'629'0'0,"1"-1"1"0"0,0 1 0 0 0,0-1 0 0 0,1 1 0 0 0,-2-13 0 0 0,0 1 746 0 0,3 16-831 0 0,0 0 0 0 0,0-1 1 0 0,0 1-1 0 0,1 0 0 0 0,0 0 0 0 0,0 0 0 0 0,1-8 0 0 0,-1 11-453 0 0,0 1 0 0 0,0-1-1 0 0,0 1 1 0 0,0 0 0 0 0,0-1 0 0 0,1 1 0 0 0,-1-1 0 0 0,0 1 0 0 0,0 0 0 0 0,0-1 0 0 0,1 1-1 0 0,-1 0 1 0 0,0-1 0 0 0,0 1 0 0 0,1 0 0 0 0,-1 0 0 0 0,0-1 0 0 0,1 1 0 0 0,-1 0-1 0 0,0 0 1 0 0,1-1 0 0 0,-1 1 0 0 0,0 0 0 0 0,1 0 0 0 0,-1 0 0 0 0,1 0 0 0 0,-1-1 0 0 0,0 1-1 0 0,1 0 1 0 0,0 0 0 0 0,0 1 6 0 0,1-1 1 0 0,-1 0-1 0 0,1 1 0 0 0,-1-1 0 0 0,0 1 0 0 0,1 0 0 0 0,-1 0 0 0 0,0-1 1 0 0,1 1-1 0 0,-1 0 0 0 0,0 0 0 0 0,0 0 0 0 0,2 2 0 0 0,10 11 299 0 0,0 1-1 0 0,21 33 1 0 0,-26-35-359 0 0,1 0-1 0 0,1 0 1 0 0,0-1 0 0 0,1 0-1 0 0,0 0 1 0 0,13 9 0 0 0,-21-19-31 0 0,1 1 0 0 0,0-1 0 0 0,0 0 0 0 0,0 0 0 0 0,0-1 0 0 0,1 1 1 0 0,-1-1-1 0 0,0 0 0 0 0,1 0 0 0 0,-1 0 0 0 0,1-1 0 0 0,-1 1 0 0 0,1-1 0 0 0,-1 0 0 0 0,1-1 0 0 0,-1 1 0 0 0,0-1 0 0 0,1 0 1 0 0,-1 0-1 0 0,1 0 0 0 0,-1 0 0 0 0,0-1 0 0 0,0 0 0 0 0,0 0 0 0 0,8-5 0 0 0,2-2 26 0 0,0-1-1 0 0,0 0 1 0 0,-1-1-1 0 0,0-1 0 0 0,-1 0 1 0 0,15-21-1 0 0,-4 4-62 0 0,35-63 0 0 0,-49 75-158 0 0,-2 0 0 0 0,8-22-1 0 0,-6 8-6222 0 0</inkml:trace>
</inkml:ink>
</file>

<file path=ppt/ink/ink2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50.6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 1 2304 0 0,'-4'12'617'0'0,"0"0"-1"0"0,1 1 1 0 0,1 0-1 0 0,0-1 0 0 0,0 1 1 0 0,1 0-1 0 0,2 23 1 0 0,-2 4 1492 0 0,-2 11 220 0 0,-2 135 5324 0 0,6-159-7577 0 0,2-1 0 0 0,0 0 0 0 0,2 0 0 0 0,1 0 0 0 0,11 28 0 0 0,-7-27-7176 0 0</inkml:trace>
</inkml:ink>
</file>

<file path=ppt/ink/ink2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51.97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104 127 8754 0 0,'-8'1'303'0'0,"-8"1"1102"0"0,-1 0-1 0 0,0-1 1 0 0,-28-2-1 0 0,79-11 236 0 0,59 0-1563 0 0,-1 4 0 0 0,145 6-1 0 0,-200 2-63 0 0,827-22-179 0 0,-507 7 129 0 0,219-12 222 0 0,527-7 331 0 0,774 79 417 0 0,-887 8 222 0 0,-197-8-93 0 0,-1-31-223 0 0,485-34-631 0 0,-1123 17-312 0 0,178 0-712 0 0,-110 6-2648 0 0,-134 0-2771 0 0</inkml:trace>
</inkml:ink>
</file>

<file path=ppt/ink/ink2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54.3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150 10 3225 0 0,'-1'0'84'0'0,"1"-1"0"0"0,-1 0 0 0 0,0 0 1 0 0,1 1-1 0 0,-1-1 0 0 0,0 0 0 0 0,0 1 1 0 0,1-1-1 0 0,-1 1 0 0 0,0-1 0 0 0,0 1 1 0 0,0-1-1 0 0,0 1 0 0 0,0-1 0 0 0,1 1 1 0 0,-1 0-1 0 0,0 0 0 0 0,0-1 0 0 0,0 1 1 0 0,0 0-1 0 0,0 0 0 0 0,0 0 0 0 0,0 0 0 0 0,0 0 1 0 0,0 0-1 0 0,-1 1 0 0 0,-1-1 170 0 0,1 1 0 0 0,-1 0 0 0 0,1 0 0 0 0,-1 1 0 0 0,1-1 0 0 0,0 1 0 0 0,-1-1 0 0 0,1 1 0 0 0,-3 2 0 0 0,-3 4 528 0 0,1 0 0 0 0,0 0 0 0 0,1 0 0 0 0,-7 11 0 0 0,4-1-427 0 0,0 0 0 0 0,1 0-1 0 0,2 1 1 0 0,-1 0 0 0 0,2 0-1 0 0,1 1 1 0 0,0 0-1 0 0,2-1 1 0 0,-1 36 0 0 0,3-29-272 0 0,1 0-1 0 0,1 0 1 0 0,1 0 0 0 0,2 0 0 0 0,0 0 0 0 0,18 48-1 0 0,-14-52-82 0 0,1 0 0 0 0,1-1-1 0 0,1-1 1 0 0,1 0-1 0 0,1 0 1 0 0,0-1-1 0 0,2-1 1 0 0,25 24-1 0 0,-34-35 42 0 0,0-1-1 0 0,1 0 1 0 0,0 0-1 0 0,1-1 1 0 0,-1 0-1 0 0,1 0 1 0 0,0-1-1 0 0,0 0 1 0 0,0-1-1 0 0,0 0 1 0 0,1 0-1 0 0,0-1 1 0 0,-1 0 0 0 0,1-1-1 0 0,0 0 1 0 0,0 0-1 0 0,0-1 1 0 0,0 0-1 0 0,-1-1 1 0 0,1 0-1 0 0,0-1 1 0 0,0 0-1 0 0,9-3 1 0 0,-13 2-12 0 0,0 1 0 0 0,0-1 0 0 0,-1 1 0 0 0,1-1 0 0 0,-1-1 0 0 0,1 1 0 0 0,-1-1 0 0 0,0 0 1 0 0,-1 0-1 0 0,1-1 0 0 0,-1 1 0 0 0,1-1 0 0 0,-1 0 0 0 0,-1 0 0 0 0,4-7 0 0 0,-2 3-2 0 0,-1 0-1 0 0,0 0 1 0 0,-1-1 0 0 0,0 1-1 0 0,-1-1 1 0 0,0 0 0 0 0,0 0-1 0 0,0-19 1 0 0,-3 6 48 0 0,0 0 0 0 0,-1 0 0 0 0,-2 0-1 0 0,0 0 1 0 0,-1 1 0 0 0,-2-1 0 0 0,-14-33 0 0 0,-7-5 365 0 0,-3 2 0 0 0,-3 1 0 0 0,-47-62 0 0 0,76 113-356 0 0,-1 0 1 0 0,0 0-1 0 0,0 1 0 0 0,-1 0 0 0 0,-8-7 0 0 0,12 11-225 0 0,0 0 0 0 0,0 1 0 0 0,1-1 0 0 0,-1 1-1 0 0,0 0 1 0 0,0 0 0 0 0,-6-2 0 0 0,6 3-235 0 0,1 0 1 0 0,0 0-1 0 0,0-1 1 0 0,0 2-1 0 0,0-1 1 0 0,0 0-1 0 0,-1 0 1 0 0,1 1-1 0 0,0-1 1 0 0,0 1-1 0 0,0 0 1 0 0,0-1 0 0 0,-2 2-1 0 0,-14 11-5745 0 0</inkml:trace>
</inkml:ink>
</file>

<file path=ppt/ink/ink2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54.8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118 128 920 0 0,'-1'-1'349'0'0,"0"0"1"0"0,0 0-1 0 0,-1 0 0 0 0,1 0 1 0 0,0 0-1 0 0,0 0 0 0 0,-1 0 0 0 0,1 0 1 0 0,-1 1-1 0 0,1-1 0 0 0,-1 0 0 0 0,1 1 1 0 0,-1-1-1 0 0,1 1 0 0 0,-1 0 1 0 0,1-1-1 0 0,-1 1 0 0 0,1 0 0 0 0,-1 0 1 0 0,0 0-1 0 0,1 0 0 0 0,-1 0 1 0 0,1 0-1 0 0,-3 1 0 0 0,1 1 48 0 0,0-1 0 0 0,0 1 1 0 0,0-1-1 0 0,0 1 0 0 0,0 0 0 0 0,1 0 0 0 0,-1 0 0 0 0,1 0 1 0 0,0 1-1 0 0,-1-1 0 0 0,-2 5 0 0 0,-1 2 60 0 0,0 0-1 0 0,1 0 0 0 0,0 0 1 0 0,1 1-1 0 0,0 0 1 0 0,-6 19-1 0 0,9-20-386 0 0,-1 0 0 0 0,1 0 0 0 0,1 0 1 0 0,0 0-1 0 0,0 0 0 0 0,0 0 0 0 0,1 1 0 0 0,1-1 0 0 0,0 0 0 0 0,0 0 0 0 0,1-1 0 0 0,0 1 0 0 0,0 0 1 0 0,7 11-1 0 0,-3-8-212 0 0,0-1 0 0 0,1-1 0 0 0,0 1 0 0 0,0-1 0 0 0,1-1 0 0 0,1 1 0 0 0,0-2 0 0 0,0 1 1 0 0,19 11-1 0 0,-16-12 17 0 0,1-1 0 0 0,0 0 0 0 0,1-1 0 0 0,-1 0 0 0 0,1-1 1 0 0,0-1-1 0 0,1 0 0 0 0,15 1 0 0 0,-20-3 287 0 0,0-1-1 0 0,0-1 1 0 0,1 0-1 0 0,-1-1 1 0 0,0 0-1 0 0,0 0 0 0 0,0-1 1 0 0,0-1-1 0 0,0 0 1 0 0,-1-1-1 0 0,15-6 1 0 0,-15 5-5 0 0,0-1 0 0 0,0 0 0 0 0,-1-1 0 0 0,0 0 0 0 0,0-1 0 0 0,-1 0 0 0 0,1 0 0 0 0,-2 0 0 0 0,1-1 0 0 0,-1-1 0 0 0,-1 1 0 0 0,9-17 0 0 0,-11 17-68 0 0,0 1 1 0 0,0-1-1 0 0,-1 0 0 0 0,-1 0 1 0 0,1 0-1 0 0,-2-1 1 0 0,1 1-1 0 0,-1 0 0 0 0,-1-1 1 0 0,1 1-1 0 0,-2-1 1 0 0,1 1-1 0 0,-1-1 0 0 0,-1 1 1 0 0,-4-17-1 0 0,-1 6 13 0 0,-1 1 0 0 0,0 0-1 0 0,-2 0 1 0 0,0 0 0 0 0,-19-25-1 0 0,18 31-582 0 0,0 0-1 0 0,-1 0 0 0 0,0 1 0 0 0,-15-12 0 0 0,-2 5-6655 0 0</inkml:trace>
</inkml:ink>
</file>

<file path=ppt/ink/ink2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1:00.2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137 330 2304 0 0,'-6'-2'714'0'0,"1"0"0"0"0,-1 0-1 0 0,1 0 1 0 0,-1 0-1 0 0,1-1 1 0 0,-9-5-1 0 0,1 0 706 0 0,-29-16 3140 0 0,38 22-3987 0 0,1 0 1 0 0,0 0 0 0 0,0 0 0 0 0,1-1 0 0 0,-1 1 0 0 0,0-1 0 0 0,1 0 0 0 0,0 0 0 0 0,-1 0 0 0 0,-2-6 0 0 0,5 9-525 0 0,0 0-1 0 0,0 0 1 0 0,-1-1 0 0 0,1 1 0 0 0,0 0-1 0 0,0 0 1 0 0,0-1 0 0 0,0 1-1 0 0,0 0 1 0 0,0 0 0 0 0,0 0 0 0 0,0-1-1 0 0,0 1 1 0 0,0 0 0 0 0,0 0 0 0 0,0-1-1 0 0,0 1 1 0 0,0 0 0 0 0,0 0 0 0 0,0-1-1 0 0,0 1 1 0 0,0 0 0 0 0,1 0 0 0 0,-1-1-1 0 0,0 1 1 0 0,0 0 0 0 0,0 0-1 0 0,0 0 1 0 0,0-1 0 0 0,0 1 0 0 0,1 0-1 0 0,-1 0 1 0 0,0 0 0 0 0,0 0 0 0 0,0-1-1 0 0,1 1 1 0 0,-1 0 0 0 0,0 0 0 0 0,0 0-1 0 0,1 0 1 0 0,-1 0 0 0 0,0 0-1 0 0,16-1 548 0 0,14 9-408 0 0,-2 7-42 0 0,-1 2 1 0 0,0 0 0 0 0,-2 2-1 0 0,43 40 1 0 0,11 7-42 0 0,-77-64-105 0 0,-1-1 0 0 0,1 1 0 0 0,0-1 1 0 0,0 0-1 0 0,0 0 0 0 0,-1 0 0 0 0,1 0 0 0 0,0 0 1 0 0,0 0-1 0 0,0 0 0 0 0,1-1 0 0 0,-1 1 0 0 0,0-1 0 0 0,0 1 1 0 0,0-1-1 0 0,0 0 0 0 0,0 0 0 0 0,1 0 0 0 0,-1 0 0 0 0,0 0 1 0 0,0-1-1 0 0,0 1 0 0 0,3-1 0 0 0,-2-1 31 0 0,0 0 0 0 0,-1 0-1 0 0,1 0 1 0 0,-1 0 0 0 0,0 0 0 0 0,0 0-1 0 0,0-1 1 0 0,0 1 0 0 0,0-1 0 0 0,0 1-1 0 0,0-1 1 0 0,-1 0 0 0 0,0 0 0 0 0,1 1-1 0 0,0-7 1 0 0,7-21 111 0 0,-1 0 0 0 0,-1-1-1 0 0,3-52 1 0 0,-8 56-295 0 0,1 0 0 0 0,1 1 0 0 0,2 0 0 0 0,0 0 0 0 0,18-43 0 0 0,-23 67-108 0 0,0-1 1 0 0,0 1 0 0 0,0 0 0 0 0,0 0-1 0 0,1 0 1 0 0,-1-1 0 0 0,1 2-1 0 0,-1-1 1 0 0,1 0 0 0 0,0 0 0 0 0,0 0-1 0 0,3-1 1 0 0</inkml:trace>
</inkml:ink>
</file>

<file path=ppt/ink/ink2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1:00.5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48 0 14283 0 0,'-2'5'2767'0'0,"-21"47"327"0"0,17-31-2541 0 0,1 0 1 0 0,0 1-1 0 0,2-1 0 0 0,1 1 0 0 0,1 43 0 0 0,2-50-839 0 0,1 0-1 0 0,0 0 1 0 0,8 25-1 0 0,-5-27-886 0 0,0-1 0 0 0,0 1 0 0 0,1-1 0 0 0,12 17 0 0 0,4 1-5901 0 0</inkml:trace>
</inkml:ink>
</file>

<file path=ppt/ink/ink2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07.7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171 315 3225 0 0,'-8'-8'536'0'0,"6"5"-428"0"0,-1 0 0 0 0,1 1-1 0 0,-1-1 1 0 0,0 1 0 0 0,0 0 0 0 0,1 0-1 0 0,-8-4 1 0 0,9 6-45 0 0,0 0-1 0 0,0-1 0 0 0,-1 1 1 0 0,1 0-1 0 0,0 0 1 0 0,-1 0-1 0 0,1 0 1 0 0,0 0-1 0 0,-1 0 1 0 0,1 0-1 0 0,0 1 1 0 0,-1-1-1 0 0,1 0 1 0 0,0 1-1 0 0,0-1 0 0 0,0 1 1 0 0,-1-1-1 0 0,1 1 1 0 0,0 0-1 0 0,0-1 1 0 0,0 1-1 0 0,0 0 1 0 0,0 0-1 0 0,0 0 1 0 0,0 0-1 0 0,0 0 1 0 0,-1 2-1 0 0,-4 4 266 0 0,1 0 0 0 0,-1 1 0 0 0,1 0 0 0 0,1 1 0 0 0,-1-1 0 0 0,2 1 1 0 0,-1-1-1 0 0,-2 11 0 0 0,-16 78 811 0 0,15-65-875 0 0,-3 20-57 0 0,-7 89 1 0 0,16-113-148 0 0,2 1 0 0 0,0-1 0 0 0,2 1 0 0 0,12 50-1 0 0,-15-78-59 0 0,5 18-14 0 0,0 0-1 0 0,1 0 0 0 0,1 0 1 0 0,18 33-1 0 0,-24-49 11 0 0,1 0-1 0 0,-1 0 1 0 0,1 0-1 0 0,0-1 1 0 0,0 1 0 0 0,1-1-1 0 0,-1 1 1 0 0,0-1-1 0 0,1 0 1 0 0,0 1 0 0 0,-1-1-1 0 0,1-1 1 0 0,0 1-1 0 0,0 0 1 0 0,0-1 0 0 0,0 1-1 0 0,0-1 1 0 0,1 0-1 0 0,-1 0 1 0 0,0 0 0 0 0,0-1-1 0 0,1 1 1 0 0,-1-1 0 0 0,0 0-1 0 0,1 1 1 0 0,-1-2-1 0 0,1 1 1 0 0,-1 0 0 0 0,0-1-1 0 0,1 1 1 0 0,-1-1-1 0 0,0 0 1 0 0,0 0 0 0 0,1 0-1 0 0,-1-1 1 0 0,5-2-1 0 0,2-3-40 0 0,0 1-1 0 0,-1-1 0 0 0,0-1 0 0 0,-1 1 0 0 0,1-2 0 0 0,-2 1 0 0 0,1-1 0 0 0,-1 0 0 0 0,0-1 1 0 0,-1 1-1 0 0,0-1 0 0 0,5-13 0 0 0,5-12 214 0 0,-2-2 0 0 0,13-47 0 0 0,-16 42 77 0 0,-3 0-1 0 0,-1-1 0 0 0,-3 0 1 0 0,-1-1-1 0 0,-2 1 0 0 0,-8-72 1 0 0,-4 32 434 0 0,-3 1 1 0 0,-39-120-1 0 0,37 167-291 0 0,16 35-387 0 0,0-1 0 0 0,0 1 0 0 0,0 0 1 0 0,-1-1-1 0 0,1 1 0 0 0,0 0 0 0 0,0 0 0 0 0,-1-1 1 0 0,1 1-1 0 0,0 0 0 0 0,-1 0 0 0 0,1-1 0 0 0,0 1 1 0 0,-1 0-1 0 0,1 0 0 0 0,-1 0 0 0 0,1-1 1 0 0,0 1-1 0 0,-1 0 0 0 0,1 0 0 0 0,-1 0 0 0 0,1 0 1 0 0,0 0-1 0 0,-1 0 0 0 0,1 0 0 0 0,-1 0 1 0 0,1 0-1 0 0,-1 0 0 0 0,0 1-21 0 0,0 0 0 0 0,0 0 1 0 0,0-1-1 0 0,1 1 0 0 0,-1 0 0 0 0,0 0 1 0 0,1 0-1 0 0,-1 0 0 0 0,0 0 0 0 0,1 0 1 0 0,-1 0-1 0 0,1 0 0 0 0,0 0 0 0 0,-1 0 1 0 0,1 3-1 0 0,-11 36-1726 0 0,6-16 28 0 0</inkml:trace>
</inkml:ink>
</file>

<file path=ppt/ink/ink2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3:29.3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201 302 4433 0 0,'2'-22'678'0'0,"0"1"0"0"0,1-1-1 0 0,8-25 1 0 0,-7 32-92 0 0,0-1-1 0 0,-1 1 1 0 0,0-1 0 0 0,-2 0-1 0 0,1 1 1 0 0,-2-1 0 0 0,-3-28-1 0 0,3 42-367 0 0,-1 0 0 0 0,0 0-1 0 0,1 0 1 0 0,-1 0 0 0 0,0 0-1 0 0,0 1 1 0 0,0-1 0 0 0,0 0 0 0 0,-1 0-1 0 0,1 1 1 0 0,0-1 0 0 0,-1 1-1 0 0,1-1 1 0 0,-1 1 0 0 0,0 0-1 0 0,1 0 1 0 0,-1 0 0 0 0,0-1 0 0 0,0 2-1 0 0,1-1 1 0 0,-1 0 0 0 0,0 0-1 0 0,0 0 1 0 0,0 1 0 0 0,0-1 0 0 0,0 1-1 0 0,0 0 1 0 0,0 0 0 0 0,0 0-1 0 0,0 0 1 0 0,-1 0 0 0 0,1 0-1 0 0,0 0 1 0 0,0 0 0 0 0,0 1 0 0 0,-4 1-1 0 0,5-2-215 0 0,0 1-1 0 0,0 0 0 0 0,0 0 0 0 0,0 0 1 0 0,-1 0-1 0 0,1 0 0 0 0,0 0 0 0 0,0 0 1 0 0,1 0-1 0 0,-1 0 0 0 0,0 1 1 0 0,0-1-1 0 0,1 0 0 0 0,-1 1 0 0 0,0-1 1 0 0,1 0-1 0 0,0 1 0 0 0,-1-1 0 0 0,1 1 1 0 0,0-1-1 0 0,-1 2 0 0 0,-2 33 51 0 0,-21 422 690 0 0,11-280-572 0 0,-13 143-140 0 0,-10 245 58 0 0,14 226 149 0 0,0 280 113 0 0,19-387-306 0 0,-1-183-16 0 0,37 196-28 0 0,-4-218 0 0 0,16 710 320 0 0,-28-959-320 0 0,52 242 0 0 0,-26-164 283 0 0,-15-99-81 0 0,-11-93-29 0 0,-5 0-1 0 0,-4 188 1 0 0,-10-246-11 0 0,1-21-83 0 0,-1 0 1 0 0,-2 0-1 0 0,-10 44 1 0 0,13-81-91 0 0,1 1 1 0 0,0 0 0 0 0,-1-1-1 0 0,1 1 1 0 0,-1-1 0 0 0,1 1-1 0 0,-1 0 1 0 0,0-1 0 0 0,0 1-1 0 0,0-1 1 0 0,0 0 0 0 0,0 1-1 0 0,0-1 1 0 0,0 0 0 0 0,0 1 0 0 0,0-1-1 0 0,-1 0 1 0 0,1 0 0 0 0,0 0-1 0 0,-1 0 1 0 0,1 0 0 0 0,-3 0-1 0 0</inkml:trace>
</inkml:ink>
</file>

<file path=ppt/ink/ink2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3:30.9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46 135 920 0 0,'-23'-42'2245'0'0,"0"2"5855"0"0,68 118-4608 0 0,3-2 0 0 0,112 133 0 0 0,-155-202-3477 0 0,1-1 1 0 0,0 0-1 0 0,0 0 1 0 0,0-1 0 0 0,1 1-1 0 0,0-1 1 0 0,0-1-1 0 0,0 0 1 0 0,16 7 0 0 0,-20-10-8 0 0,0 0 0 0 0,0 0 1 0 0,0-1-1 0 0,0 1 1 0 0,0-1-1 0 0,0 0 0 0 0,0 0 1 0 0,0 0-1 0 0,0 0 1 0 0,0 0-1 0 0,0-1 1 0 0,1 1-1 0 0,-1-1 0 0 0,0 0 1 0 0,-1 0-1 0 0,1 0 1 0 0,0 0-1 0 0,0-1 0 0 0,0 1 1 0 0,-1-1-1 0 0,1 1 1 0 0,-1-1-1 0 0,1 0 0 0 0,-1 0 1 0 0,0 0-1 0 0,0-1 1 0 0,0 1-1 0 0,0 0 0 0 0,3-6 1 0 0,5-9 95 0 0,-1-1 0 0 0,-1 0 0 0 0,-1 0 0 0 0,0-1 0 0 0,-2 0 0 0 0,0 0 0 0 0,4-34 0 0 0,-7 40-96 0 0,14-153-2082 0 0,-10 81-442 0 0</inkml:trace>
</inkml:ink>
</file>

<file path=ppt/ink/ink2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3:31.2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 0 5065 0 0,'-2'2'324'0'0,"1"0"-1"0"0,-1 0 1 0 0,0 0-1 0 0,1 0 1 0 0,-1 0-1 0 0,1 1 1 0 0,0-1-1 0 0,0 0 1 0 0,0 1 0 0 0,0-1-1 0 0,0 1 1 0 0,0-1-1 0 0,1 1 1 0 0,-1-1-1 0 0,1 1 1 0 0,-1 4-1 0 0,1 50 4079 0 0,0-47-3516 0 0,10 136 2923 0 0,-4-101-3910 0 0,14 55 0 0 0,-13-75-843 0 0</inkml:trace>
</inkml:ink>
</file>

<file path=ppt/ink/ink2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3:31.6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67 8 2272 0 0,'-2'-1'191'0'0,"0"0"-1"0"0,0 0 0 0 0,0 0 1 0 0,0 1-1 0 0,0-1 0 0 0,0 0 1 0 0,0 1-1 0 0,0 0 0 0 0,-1-1 1 0 0,-2 1-1 0 0,3 0 311 0 0,0 0 1 0 0,0 0-1 0 0,0 0 1 0 0,0 0-1 0 0,0 0 1 0 0,0 0-1 0 0,-1 0 1 0 0,1 1-1 0 0,0-1 1 0 0,0 1-1 0 0,0 0 0 0 0,1 0 1 0 0,-1-1-1 0 0,0 1 1 0 0,0 0-1 0 0,0 1 1 0 0,0-1-1 0 0,-2 3 1 0 0,6-3-95 0 0,0 0 1 0 0,0-1 0 0 0,0 1 0 0 0,0 0-1 0 0,1-1 1 0 0,-1 1 0 0 0,0-1-1 0 0,0 1 1 0 0,1-1 0 0 0,3 0 0 0 0,194 17 3385 0 0,-76-4-3606 0 0,-83-10-549 0 0</inkml:trace>
</inkml:ink>
</file>

<file path=ppt/ink/ink2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3:36.4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49 283 3225 0 0,'-3'-7'82'0'0,"1"0"1"0"0,-1 0 0 0 0,1 0 0 0 0,1-1-1 0 0,-1 1 1 0 0,1-1 0 0 0,0-9-1 0 0,-2-10 276 0 0,-7-40 836 0 0,-11-53 6213 0 0,51 304 765 0 0,3 112-6857 0 0,1 6-1426 0 0,6 54 111 0 0,-33-254 0 0 0,-11 154 0 0 0,-4-180 1 0 0,-2 50-41 0 0</inkml:trace>
</inkml:ink>
</file>

<file path=ppt/ink/ink2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3:37.0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60 47 456 0 0,'-4'-1'-123'0'0,"-36"-8"2774"0"0,39 9-2448 0 0,1 0 0 0 0,-1 0 0 0 0,0-1 0 0 0,1 1 0 0 0,-1 0 0 0 0,0 0 0 0 0,1 0 0 0 0,-1-1 0 0 0,0 1 0 0 0,1 0 0 0 0,-1 0 0 0 0,0-1 0 0 0,1 1 0 0 0,-1-1 0 0 0,1 1 0 0 0,-1 0 0 0 0,1-1 0 0 0,-1 1 0 0 0,1-1 0 0 0,-1 0 0 0 0,1 1 0 0 0,0-1 0 0 0,-1 1 0 0 0,1-1 0 0 0,0 1 1 0 0,-1-1-1 0 0,1 0 0 0 0,0 1 0 0 0,0-1 0 0 0,0 0 0 0 0,-1 1 0 0 0,1-1 0 0 0,0 0 0 0 0,0 1 0 0 0,0-1 0 0 0,0 0 0 0 0,0 0 0 0 0,0 1 0 0 0,0-1 0 0 0,1 0 0 0 0,-1 1 0 0 0,0-1 0 0 0,0 0 0 0 0,0 1 0 0 0,1-1 0 0 0,-1 1 0 0 0,0-1 0 0 0,1 0 0 0 0,1-1 14 0 0,-1 1-1 0 0,1 0 1 0 0,0 0 0 0 0,-1 0-1 0 0,1 0 1 0 0,0 0 0 0 0,0 0-1 0 0,-1 1 1 0 0,1-1 0 0 0,0 0-1 0 0,0 1 1 0 0,0 0 0 0 0,0-1-1 0 0,0 1 1 0 0,0 0 0 0 0,2 0-1 0 0,39 1 413 0 0,-29 0-237 0 0,8 1-166 0 0,-1 0 0 0 0,1 1 0 0 0,0 2 0 0 0,-1 0 0 0 0,0 1 0 0 0,0 1 0 0 0,-1 1 0 0 0,0 1-1 0 0,0 0 1 0 0,-1 2 0 0 0,0 0 0 0 0,-1 1 0 0 0,19 16 0 0 0,16 20 118 0 0,-2 1-1 0 0,74 95 0 0 0,-108-124-327 0 0,15 18 111 0 0,5 6-25 0 0,46 69 1 0 0,-73-96-106 0 0,0 1 1 0 0,-1-1-1 0 0,-1 2 1 0 0,-1-1-1 0 0,-1 1 1 0 0,0 0-1 0 0,-1 1 1 0 0,2 19-1 0 0,-5-13 8 0 0,-1 0 0 0 0,-1 0-1 0 0,-1 0 1 0 0,-2 0 0 0 0,0 0 0 0 0,-2-1-1 0 0,-1 1 1 0 0,0-1 0 0 0,-2 0 0 0 0,-1-1-1 0 0,-1 0 1 0 0,-1-1 0 0 0,-17 26 0 0 0,18-34 30 0 0,-1-1 0 0 0,-1 0 1 0 0,0-1-1 0 0,0 0 0 0 0,-26 19 0 0 0,-78 45 334 0 0,-118 40 604 0 0,156-82-806 0 0,48-22-161 0 0,21-11-12 0 0,0 2-1 0 0,1 0 1 0 0,-1 0 0 0 0,1 0 0 0 0,0 1 0 0 0,-15 11 0 0 0,23-15-46 0 0,0-1 0 0 0,0 0 1 0 0,-1 0-1 0 0,1 0 0 0 0,0 0 0 0 0,0 0 1 0 0,-1 1-1 0 0,1-1 0 0 0,0 0 1 0 0,0 0-1 0 0,0 0 0 0 0,-1 1 0 0 0,1-1 1 0 0,0 0-1 0 0,0 0 0 0 0,0 1 0 0 0,0-1 1 0 0,0 0-1 0 0,0 0 0 0 0,-1 1 1 0 0,1-1-1 0 0,0 0 0 0 0,0 1 0 0 0,0-1 1 0 0,0 0-1 0 0,0 0 0 0 0,0 1 0 0 0,0-1 1 0 0,0 0-1 0 0,0 1 0 0 0,0-1 1 0 0,0 0-1 0 0,0 0 0 0 0,0 1 0 0 0,1-1 1 0 0,-1 0-1 0 0,0 1 0 0 0,0-1 1 0 0,0 0-1 0 0,0 0 0 0 0,1 1 0 0 0</inkml:trace>
</inkml:ink>
</file>

<file path=ppt/ink/ink2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3:37.9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214 89 2761 0 0,'0'-10'1009'0'0,"1"5"-326"0"0,-1 0-1 0 0,0 0 0 0 0,0 0 1 0 0,0 0-1 0 0,0 0 0 0 0,-1 0 1 0 0,0 0-1 0 0,0 0 0 0 0,-1 0 1 0 0,1 0-1 0 0,-1 0 0 0 0,0 1 1 0 0,-3-7-1 0 0,3 10-350 0 0,0 1 1 0 0,1-1-1 0 0,-1 1 1 0 0,0-1 0 0 0,0 1-1 0 0,0 0 1 0 0,0-1-1 0 0,0 1 1 0 0,0 0-1 0 0,1 0 1 0 0,-1 1-1 0 0,0-1 1 0 0,0 0-1 0 0,0 1 1 0 0,0-1-1 0 0,-1 1 1 0 0,-32 10 1554 0 0,28-8-1800 0 0,0 0-1 0 0,0 1 1 0 0,0 0 0 0 0,0 1-1 0 0,1-1 1 0 0,-1 1-1 0 0,1 1 1 0 0,1-1 0 0 0,-1 1-1 0 0,1 0 1 0 0,0 0-1 0 0,0 1 1 0 0,1-1 0 0 0,-1 1-1 0 0,1 0 1 0 0,1 0-1 0 0,0 1 1 0 0,0-1 0 0 0,-3 10-1 0 0,-1 12-76 0 0,2 0-1 0 0,0 1 1 0 0,0 53-1 0 0,4-68 79 0 0,1-5-97 0 0,0 0 1 0 0,1 0-1 0 0,0 0 1 0 0,1 0-1 0 0,0 0 1 0 0,0 0-1 0 0,1 0 1 0 0,1-1-1 0 0,0 1 0 0 0,0-1 1 0 0,0 0-1 0 0,7 9 1 0 0,-8-13 3 0 0,1 0 1 0 0,0 1-1 0 0,0-1 0 0 0,0-1 1 0 0,1 1-1 0 0,-1-1 0 0 0,1 1 1 0 0,0-1-1 0 0,1-1 0 0 0,-1 1 1 0 0,1-1-1 0 0,-1 0 0 0 0,1 0 1 0 0,0 0-1 0 0,0-1 0 0 0,0 0 1 0 0,0 0-1 0 0,1-1 0 0 0,10 2 1 0 0,5-3-5 0 0,0 0 0 0 0,0-1-1 0 0,-1-1 1 0 0,1-1 0 0 0,0-1 0 0 0,24-7 0 0 0,-39 7 19 0 0,0 1 0 0 0,0-1 0 0 0,0 0 0 0 0,0-1 1 0 0,0 0-1 0 0,-1 0 0 0 0,0 0 0 0 0,0-1 0 0 0,0 0 0 0 0,-1 0 1 0 0,6-8-1 0 0,-2 1 25 0 0,0-1-1 0 0,-1 1 1 0 0,0-1 0 0 0,9-27 0 0 0,-15 34 7 0 0,0-1 1 0 0,-1 1-1 0 0,0-1 0 0 0,-1 0 0 0 0,0 0 1 0 0,0 1-1 0 0,-1-1 0 0 0,1 0 1 0 0,-2 1-1 0 0,1-1 0 0 0,-1 0 1 0 0,0 1-1 0 0,-1 0 0 0 0,-6-13 1 0 0,5 9 4 0 0,-2 1 1 0 0,0-1-1 0 0,0 1 1 0 0,-1 0-1 0 0,0 1 1 0 0,0 0-1 0 0,-1 0 1 0 0,0 1-1 0 0,-10-8 0 0 0,8 10-93 0 0,1 1 0 0 0,-1 1 0 0 0,0 0 0 0 0,0 0 0 0 0,-1 1 0 0 0,1 0 0 0 0,-1 0 0 0 0,1 2 0 0 0,-1-1 0 0 0,-18 1 0 0 0,-8-3-2105 0 0</inkml:trace>
</inkml:ink>
</file>

<file path=ppt/ink/ink2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3:38.7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86 8 2304 0 0,'-38'28'1281'0'0,"36"-27"-877"0"0,-1 1 1 0 0,1-1 0 0 0,-1 0-1 0 0,0 1 1 0 0,0-1 0 0 0,0 0-1 0 0,0-1 1 0 0,0 1 0 0 0,1 0-1 0 0,-1-1 1 0 0,0 0 0 0 0,0 0-1 0 0,-8-2 1939 0 0,11 2-2262 0 0,0-1 0 0 0,0 1-1 0 0,0 0 1 0 0,0 0 0 0 0,0 0 0 0 0,0-1-1 0 0,0 1 1 0 0,0 0 0 0 0,0 0 0 0 0,0 0-1 0 0,0-1 1 0 0,0 1 0 0 0,0 0 0 0 0,0 0 0 0 0,0-1-1 0 0,0 1 1 0 0,0 0 0 0 0,0 0 0 0 0,0-1-1 0 0,8-10 2384 0 0,14-5 145 0 0,-17 13-2330 0 0,1 1 0 0 0,0 0 0 0 0,0 1-1 0 0,1-1 1 0 0,-1 1 0 0 0,0 1 0 0 0,0-1 0 0 0,1 1 0 0 0,-1 0 0 0 0,11 1 0 0 0,69 16 563 0 0,-41-7-527 0 0,333 40 530 0 0,-312-45-841 0 0,0-4-1 0 0,122-13 1 0 0,-138 2-1530 0 0,-42 8 549 0 0,-1 0 0 0 0,1-1 1 0 0,-1-1-1 0 0,10-5 1 0 0</inkml:trace>
</inkml:ink>
</file>

<file path=ppt/ink/ink2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3:39.3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847 33 2304 0 0,'-7'5'9403'0'0,"-19"1"-7776"0"0,0-1 1 0 0,0-1 0 0 0,0-1 0 0 0,-31-1-1 0 0,-112-13 213 0 0,-34-4-912 0 0,-28-2-1624 0 0,197 10 90 0 0,-7 0-3624 0 0</inkml:trace>
</inkml:ink>
</file>

<file path=ppt/ink/ink2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3:39.8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1077 0 456 0 0,'-5'14'7385'0'0,"-15"12"-2831"0"0,11-17-3736 0 0,-1-1 1 0 0,0 0-1 0 0,0 0 1 0 0,-1-1-1 0 0,0 0 1 0 0,0-1-1 0 0,0 0 1 0 0,-1-1-1 0 0,-20 6 1 0 0,-13 2 144 0 0,-59 9 0 0 0,76-17-649 0 0,-141 19 182 0 0,-267 2 1 0 0,310-22-2223 0 0,109-3-3688 0 0</inkml:trace>
</inkml:ink>
</file>

<file path=ppt/ink/ink2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3:53.2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79 1376 0 0,'-1'0'107'0'0,"2"0"-92"0"0,-1 0 0 0 0,0-1-1 0 0,0 1 1 0 0,0 0 0 0 0,0 0 0 0 0,0-1 0 0 0,1 1 0 0 0,-1 0 0 0 0,0 0-1 0 0,0-1 1 0 0,0 1 0 0 0,0 0 0 0 0,0 0 0 0 0,0-1 0 0 0,0 1-1 0 0,0 0 1 0 0,0 0 0 0 0,0-1 0 0 0,0 1 0 0 0,0 0 0 0 0,0 0-1 0 0,0-1 1 0 0,0 1 0 0 0,-1 0 0 0 0,1 0 0 0 0,0-1 0 0 0,0 1-1 0 0,0 0 1 0 0,0 0 0 0 0,0 0 0 0 0,-1-1 0 0 0,1 1 0 0 0,0 0-1 0 0,0 0 1 0 0,0 0 0 0 0,0-1 0 0 0,-1 1 0 0 0,1 0 0 0 0,0 0-1 0 0,0 0 1 0 0,-1 0 0 0 0,1 0 0 0 0,0 0 0 0 0,0-1 0 0 0,-1 1-1 0 0,1 0 1 0 0,0 0 0 0 0,0 0 0 0 0,-1 0 0 0 0,1 0 0 0 0,0 0-1 0 0,0 0 1 0 0,-1 0 0 0 0,1 0 0 0 0,0 0 0 0 0,0 0 0 0 0,-1 0-1 0 0,1 0 1 0 0,0 1 0 0 0,0-1 0 0 0,-1 0 0 0 0,1 0 0 0 0,0 0 0 0 0,17-37 775 0 0,-16 35-560 0 0,0-1 0 0 0,1 1-1 0 0,-1-1 1 0 0,1 1 0 0 0,0 0 0 0 0,0 0 0 0 0,0 0 0 0 0,0 0 0 0 0,0 0-1 0 0,0 0 1 0 0,0 0 0 0 0,1 1 0 0 0,-1-1 0 0 0,5-1 0 0 0,-7 3-178 0 0,1 0 0 0 0,-1 0 1 0 0,1 0-1 0 0,-1 1 1 0 0,1-1-1 0 0,-1 0 0 0 0,1 0 1 0 0,-1 1-1 0 0,1-1 0 0 0,-1 0 1 0 0,1 0-1 0 0,-1 1 1 0 0,0-1-1 0 0,1 1 0 0 0,-1-1 1 0 0,0 0-1 0 0,1 1 0 0 0,-1-1 1 0 0,0 1-1 0 0,1-1 0 0 0,-1 1 1 0 0,0-1-1 0 0,0 1 1 0 0,1-1-1 0 0,-1 1 0 0 0,0-1 1 0 0,0 1-1 0 0,0-1 0 0 0,0 2 1 0 0,5 20 433 0 0,-4-19-376 0 0,2 25 319 0 0,-1 0 0 0 0,-1 0 0 0 0,-2 0 0 0 0,-1 1 0 0 0,-8 44 0 0 0,0-3 112 0 0,9-58-521 0 0,-3 12-103 0 0,2 1 0 0 0,0-1 0 0 0,1 1 1 0 0,2-1-1 0 0,1 1 0 0 0,0-1 0 0 0,8 30 0 0 0,-1-25-3993 0 0</inkml:trace>
</inkml:ink>
</file>

<file path=ppt/ink/ink2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52.6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65 270 11979 0 0,'-34'4'1280'0'0,"6"0"-2025"0"0,26-1 603 0 0,18-2 37 0 0,245-28-271 0 0,-85 5 658 0 0,322-34 540 0 0,56-5 379 0 0,504 3 757 0 0,5 40-1203 0 0,-406 9-180 0 0,1140 13-835 0 0,-1480 0 133 0 0,1400-14 2106 0 0,-1191-1-1092 0 0,822-6 925 0 0,-374 73-3217 0 0,-873-42 103 0 0</inkml:trace>
</inkml:ink>
</file>

<file path=ppt/ink/ink2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53.3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15 597 7834 0 0,'-15'10'628'0'0,"22"-7"-851"0"0,31-8-342 0 0,-31 3 823 0 0,369-72 2872 0 0,-32 4-885 0 0,496-45-311 0 0,7 34-751 0 0,-248 26-855 0 0,1553-106-893 0 0,-995 115 360 0 0,3 55 146 0 0,297 88 2346 0 0,-848-51-1461 0 0,56-12-272 0 0,-370-22-1843 0 0,0 3-4161 0 0,-200-9-87 0 0</inkml:trace>
</inkml:ink>
</file>

<file path=ppt/ink/ink2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55.2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95 1 13827 0 0,'-3'1'190'0'0,"0"0"1"0"0,1 1-1 0 0,-1-1 0 0 0,0 1 1 0 0,0 0-1 0 0,1 0 0 0 0,-1 0 1 0 0,1 0-1 0 0,0 0 0 0 0,0 1 1 0 0,-1-1-1 0 0,2 1 0 0 0,-1-1 1 0 0,0 1-1 0 0,0 0 0 0 0,1 0 1 0 0,-2 3-1 0 0,-7 16 18 0 0,2 0 1 0 0,0 1-1 0 0,1-1 0 0 0,1 1 1 0 0,2 1-1 0 0,0-1 0 0 0,-1 42 0 0 0,5-47-247 0 0,0-1 0 0 0,2 1 1 0 0,-1-1-1 0 0,2 0 0 0 0,1 0 0 0 0,0 0 0 0 0,1 0 0 0 0,0-1 0 0 0,2 1 0 0 0,0-1 0 0 0,12 20 0 0 0,-14-27-47 0 0,1-1-1 0 0,0 0 1 0 0,0 0-1 0 0,1 0 1 0 0,0-1-1 0 0,0 0 1 0 0,1 0 0 0 0,0-1-1 0 0,0 0 1 0 0,0-1-1 0 0,1 1 1 0 0,0-1 0 0 0,0-1-1 0 0,0 0 1 0 0,1 0-1 0 0,-1-1 1 0 0,1 0 0 0 0,0-1-1 0 0,0 0 1 0 0,0 0-1 0 0,0-1 1 0 0,0-1-1 0 0,0 1 1 0 0,0-2 0 0 0,0 1-1 0 0,0-1 1 0 0,0-1-1 0 0,0 0 1 0 0,0 0 0 0 0,0-1-1 0 0,-1 0 1 0 0,1-1-1 0 0,13-8 1 0 0,-10 6 242 0 0,-1-2 1 0 0,-1 0-1 0 0,1 0 0 0 0,-1-1 1 0 0,0-1-1 0 0,-1 0 1 0 0,0 0-1 0 0,-1-1 0 0 0,0 0 1 0 0,-1-1-1 0 0,12-21 0 0 0,-16 25-4 0 0,0 1 0 0 0,-1-1 0 0 0,0 0 0 0 0,-1-1 0 0 0,0 1 0 0 0,0 0 0 0 0,0-1 0 0 0,-1 1 0 0 0,-1-1 0 0 0,0 1 0 0 0,0-1 0 0 0,0 1 0 0 0,-1-1 0 0 0,0 1 0 0 0,-1-1 0 0 0,0 1 0 0 0,0 0 0 0 0,-1-1 0 0 0,0 1 0 0 0,-6-12 0 0 0,-2 1 64 0 0,-1 1 1 0 0,-1-1-1 0 0,0 2 1 0 0,-1 0-1 0 0,-1 0 1 0 0,-25-20-1 0 0,29 27-388 0 0,-1 1 0 0 0,0 0 0 0 0,-1 1-1 0 0,0 0 1 0 0,0 1 0 0 0,-1 0 0 0 0,0 1 0 0 0,0 1-1 0 0,0 0 1 0 0,-21-3 0 0 0,8 5-7092 0 0</inkml:trace>
</inkml:ink>
</file>

<file path=ppt/ink/ink2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55.5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110 7 15203 0 0,'0'0'140'0'0,"-1"-1"0"0"0,0 0 0 0 0,1 1 0 0 0,-1-1 0 0 0,0 1 0 0 0,0-1 0 0 0,0 1 0 0 0,0-1 0 0 0,0 1 0 0 0,0 0 0 0 0,1-1 0 0 0,-1 1 0 0 0,0 0 0 0 0,0-1 0 0 0,0 1 0 0 0,0 0 0 0 0,0 0 0 0 0,0 0 0 0 0,0 0 0 0 0,0 0 0 0 0,0 0 0 0 0,0 0 0 0 0,0 1 0 0 0,0-1 0 0 0,0 0 0 0 0,-1 1 0 0 0,-1 0 68 0 0,0 1 0 0 0,0 0 0 0 0,0-1 0 0 0,1 1 0 0 0,-1 0 1 0 0,1 1-1 0 0,-1-1 0 0 0,-2 4 0 0 0,-1 2 70 0 0,-1 0-1 0 0,2 0 1 0 0,-1 1 0 0 0,-7 16 0 0 0,8-11-224 0 0,1 0 1 0 0,1 1-1 0 0,0 0 0 0 0,0 0 1 0 0,2 0-1 0 0,0 0 0 0 0,1 19 1 0 0,14 108-64 0 0,-10-115 152 0 0,8 46-463 0 0,40 134-1 0 0,10-26-5925 0 0,-44-130 3282 0 0</inkml:trace>
</inkml:ink>
</file>

<file path=ppt/ink/ink2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55.9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15 14283 0 0,'-3'-15'2159'0'0,"14"60"1645"0"0,15 157-1566 0 0,2 13-3076 0 0,-19-166-1810 0 0,2-1 1 0 0,24 64-1 0 0,-16-62-125 0 0</inkml:trace>
</inkml:ink>
</file>

<file path=ppt/ink/ink2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56.3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40 282 11522 0 0,'23'0'2151'0'0,"-23"1"-2005"0"0,0-1 0 0 0,0 1 0 0 0,-1 0 0 0 0,1 0 0 0 0,0-1 0 0 0,-1 1 0 0 0,1 0 0 0 0,-1 0 0 0 0,1-1 0 0 0,-1 1 0 0 0,1 0 0 0 0,-1-1 0 0 0,1 1 0 0 0,-1-1 0 0 0,0 1 0 0 0,1-1 0 0 0,-1 1 0 0 0,0-1 1 0 0,0 0-1 0 0,1 1 0 0 0,-1-1 0 0 0,0 0 0 0 0,0 1 0 0 0,-1-1 0 0 0,-1 3-217 0 0,-1-1 1 0 0,1 1-1 0 0,-1 0 1 0 0,1 0 0 0 0,0 0-1 0 0,0 1 1 0 0,1-1-1 0 0,-1 1 1 0 0,0-1-1 0 0,1 1 1 0 0,0 0-1 0 0,0 0 1 0 0,0 0 0 0 0,1 0-1 0 0,-1 0 1 0 0,0 7-1 0 0,0-4-50 0 0,1 1 0 0 0,1 0 0 0 0,-1 0-1 0 0,1 0 1 0 0,1 0 0 0 0,0 0 0 0 0,0-1-1 0 0,0 1 1 0 0,3 8 0 0 0,-2-8 95 0 0,1 1 0 0 0,0-1 0 0 0,0 0 0 0 0,0 0 1 0 0,1 0-1 0 0,1-1 0 0 0,-1 1 0 0 0,1-1 0 0 0,0 0 0 0 0,1 0 0 0 0,0 0 1 0 0,0-1-1 0 0,0 0 0 0 0,1 0 0 0 0,0-1 0 0 0,0 0 0 0 0,12 7 0 0 0,-13-10 118 0 0,1 0-1 0 0,0 0 0 0 0,0-1 1 0 0,-1 1-1 0 0,1-1 0 0 0,0-1 1 0 0,0 1-1 0 0,0-1 0 0 0,0-1 0 0 0,0 1 1 0 0,0-1-1 0 0,8-2 0 0 0,-4 0 79 0 0,0-1 0 0 0,-1 0-1 0 0,1 0 1 0 0,-1-1 0 0 0,0-1-1 0 0,0 1 1 0 0,10-9 0 0 0,-7 4 30 0 0,-1-1 0 0 0,0 0 0 0 0,0-1 0 0 0,-1 0 1 0 0,0-1-1 0 0,-1 0 0 0 0,-1-1 0 0 0,0 0 0 0 0,-1 0 1 0 0,9-21-1 0 0,-13 25-93 0 0,-1 0 0 0 0,0 0 0 0 0,0 0 0 0 0,-1-1 0 0 0,-1 0 0 0 0,1 1 0 0 0,-2-1 0 0 0,0 1 0 0 0,0-1 0 0 0,-1 0 0 0 0,0 1 0 0 0,0-1 0 0 0,-1 1 0 0 0,-1-1 0 0 0,0 1 0 0 0,-1 0 0 0 0,1 0-1 0 0,-2 0 1 0 0,0 1 0 0 0,0-1 0 0 0,0 1 0 0 0,-1 0 0 0 0,-1 1 0 0 0,1 0 0 0 0,-1 0 0 0 0,-11-10 0 0 0,5 6-20 0 0,-1-1 1 0 0,0 2-1 0 0,0 0 0 0 0,-2 1 0 0 0,1 0 0 0 0,-32-14 0 0 0,41 22-117 0 0,-1-1 0 0 0,1 1-1 0 0,-1 0 1 0 0,1 0 0 0 0,-1 1 0 0 0,0 0-1 0 0,0 0 1 0 0,0 1 0 0 0,1 0 0 0 0,-1 0-1 0 0,0 0 1 0 0,0 1 0 0 0,0 0-1 0 0,1 0 1 0 0,-1 1 0 0 0,0 0 0 0 0,1 0-1 0 0,-1 1 1 0 0,1 0 0 0 0,0 0 0 0 0,-8 5-1 0 0,-20 21-1738 0 0,0 7-5550 0 0</inkml:trace>
</inkml:ink>
</file>

<file path=ppt/ink/ink2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56.6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 0 13827 0 0,'-2'1'215'0'0,"0"0"0"0"0,0 0-1 0 0,0 0 1 0 0,0 1 0 0 0,0-1 0 0 0,0 0 0 0 0,0 1-1 0 0,1 0 1 0 0,-1-1 0 0 0,1 1 0 0 0,-1 0 0 0 0,1 0-1 0 0,0 0 1 0 0,-1 0 0 0 0,1 0 0 0 0,0 0 0 0 0,0 0-1 0 0,1 0 1 0 0,-1 0 0 0 0,0 0 0 0 0,1 1 0 0 0,-1-1-1 0 0,1 0 1 0 0,-1 4 0 0 0,-1 8 451 0 0,1 0 0 0 0,0 24 0 0 0,6 30-514 0 0,2 0 0 0 0,4-1 0 0 0,3 0-1 0 0,2-2 1 0 0,31 79 0 0 0,-25-87-5524 0 0,3 0-1824 0 0</inkml:trace>
</inkml:ink>
</file>

<file path=ppt/ink/ink2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0:56.9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14747 0 0,'11'28'4154'0'0,"-3"-11"-3372"0"0,6 27 137 0 0,-1 2-1 0 0,8 55 1 0 0,4 98-515 0 0,3 13-1562 0 0,-17-152 678 0 0</inkml:trace>
</inkml:ink>
</file>

<file path=ppt/ink/ink2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08.4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316 210 920 0 0,'-4'-10'272'0'0,"-1"0"0"0"0,0 0 0 0 0,-1 0 0 0 0,0 1 0 0 0,-1 0-1 0 0,0 1 1 0 0,0-1 0 0 0,-1 1 0 0 0,0 0 0 0 0,0 1 0 0 0,-1 0 0 0 0,0 1 0 0 0,-11-7 0 0 0,16 10-130 0 0,0 1 0 0 0,-1 0 0 0 0,1 0 0 0 0,-1 1 0 0 0,1-1 0 0 0,-1 1 0 0 0,1 0 0 0 0,-1 0 0 0 0,0 0 0 0 0,0 1 0 0 0,1-1 0 0 0,-1 1 0 0 0,0 0 0 0 0,0 1 0 0 0,0-1 0 0 0,1 1 0 0 0,-1 0 0 0 0,0 0 0 0 0,1 1 0 0 0,-1-1 0 0 0,1 1 0 0 0,-1 0 0 0 0,1 0 0 0 0,0 0 0 0 0,0 1 0 0 0,0 0 0 0 0,0-1 0 0 0,0 1 0 0 0,1 1 0 0 0,-1-1 0 0 0,1 1 0 0 0,-4 4 0 0 0,0 3 133 0 0,0-1 0 0 0,0 1 0 0 0,2 1 0 0 0,-1-1 0 0 0,1 1 1 0 0,1 0-1 0 0,0 0 0 0 0,1 0 0 0 0,0 1 0 0 0,-1 19 0 0 0,1-2 101 0 0,1 1 0 0 0,2 0 0 0 0,4 37 0 0 0,-1-48-324 0 0,0 0 0 0 0,0-1 0 0 0,2 0 0 0 0,0 0-1 0 0,2 0 1 0 0,0 0 0 0 0,1-1 0 0 0,17 29 0 0 0,-20-39-37 0 0,0-1 1 0 0,0 0-1 0 0,1 0 0 0 0,0-1 1 0 0,0 1-1 0 0,1-1 0 0 0,0-1 1 0 0,0 1-1 0 0,0-1 0 0 0,1 0 1 0 0,0-1-1 0 0,-1 0 0 0 0,1 0 1 0 0,1-1-1 0 0,-1 0 0 0 0,1 0 1 0 0,-1-1-1 0 0,1 0 0 0 0,0 0 1 0 0,0-1-1 0 0,14 0 0 0 0,-17-1 4 0 0,-1 0 1 0 0,1-1-1 0 0,-1 0 0 0 0,0 0 1 0 0,1 0-1 0 0,-1 0 0 0 0,0-1 1 0 0,0 0-1 0 0,0 0 0 0 0,0 0 1 0 0,0-1-1 0 0,0 0 0 0 0,-1 0 1 0 0,8-6-1 0 0,-6 3 53 0 0,1 0 1 0 0,-1-1-1 0 0,-1 0 1 0 0,1-1-1 0 0,-1 1 1 0 0,0-1-1 0 0,-1 0 1 0 0,4-9-1 0 0,2-9 146 0 0,-2 0 0 0 0,-1 0 0 0 0,-1-1 1 0 0,6-51-1 0 0,-9 40 29 0 0,-2 0 0 0 0,-1 0 0 0 0,-6-45 1 0 0,3 61-219 0 0,-1 0 0 0 0,-1 0 0 0 0,-1 1 0 0 0,0-1 0 0 0,-2 1 0 0 0,-18-35 0 0 0,2 22-500 0 0,23 33 319 0 0,0-1 1 0 0,0 1-1 0 0,-1 0 0 0 0,1 0 0 0 0,0 0 1 0 0,-1 0-1 0 0,1 0 0 0 0,-1 0 0 0 0,1 0 1 0 0,-1 1-1 0 0,1-1 0 0 0,-1 0 1 0 0,0 1-1 0 0,1-1 0 0 0,-1 1 0 0 0,0 0 1 0 0,0 0-1 0 0,1-1 0 0 0,-1 1 0 0 0,0 0 1 0 0,-2 1-1 0 0,-10 4-1192 0 0</inkml:trace>
</inkml:ink>
</file>

<file path=ppt/ink/ink2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2:08.9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249 148 6449 0 0,'-8'-2'179'0'0,"0"1"0"0"0,-1 0-1 0 0,1 0 1 0 0,0 1 0 0 0,0 0-1 0 0,0 0 1 0 0,0 1 0 0 0,0 0-1 0 0,-1 1 1 0 0,1-1 0 0 0,1 2-1 0 0,-1-1 1 0 0,0 1 0 0 0,1 0-1 0 0,-1 1 1 0 0,1-1-1 0 0,0 2 1 0 0,0-1 0 0 0,0 1-1 0 0,1 0 1 0 0,0 0 0 0 0,0 1-1 0 0,0 0 1 0 0,1 0 0 0 0,-7 8-1 0 0,6-7-64 0 0,1 1-1 0 0,-1 0 0 0 0,1 0 1 0 0,1 1-1 0 0,-1-1 0 0 0,2 1 0 0 0,-1 0 1 0 0,1 0-1 0 0,0 1 0 0 0,1-1 1 0 0,0 0-1 0 0,1 1 0 0 0,0-1 1 0 0,0 1-1 0 0,1 0 0 0 0,0-1 0 0 0,1 1 1 0 0,0-1-1 0 0,0 1 0 0 0,1-1 1 0 0,4 12-1 0 0,2-2-19 0 0,0-1 1 0 0,2 1-1 0 0,0-2 1 0 0,21 29-1 0 0,-23-37-65 0 0,0 1 0 0 0,0-2-1 0 0,0 1 1 0 0,1-1 0 0 0,1 0 0 0 0,-1-1 0 0 0,1 0-1 0 0,0 0 1 0 0,14 5 0 0 0,-20-10-24 0 0,1 0-1 0 0,0-1 1 0 0,-1 0-1 0 0,1 0 1 0 0,0 0-1 0 0,0 0 1 0 0,0-1-1 0 0,0 0 1 0 0,-1 0 0 0 0,1 0-1 0 0,0-1 1 0 0,0 1-1 0 0,0-1 1 0 0,5-2-1 0 0,-2 0 16 0 0,-1 0 0 0 0,1 0 0 0 0,0-1 0 0 0,-1 0 0 0 0,1-1 0 0 0,-1 1 0 0 0,10-10-1 0 0,-5 3 17 0 0,-2 0-1 0 0,1 0 1 0 0,-2-1-1 0 0,1 0 1 0 0,-1 0-1 0 0,-1-1 1 0 0,-1-1-1 0 0,11-23 1 0 0,-10 14 264 0 0,-1 0 0 0 0,-2-1 1 0 0,0 0-1 0 0,-1 0 0 0 0,0-38 0 0 0,-3 47-165 0 0,-1 0 0 0 0,-1 0 0 0 0,-1-1 0 0 0,0 1 0 0 0,-1 0 0 0 0,-1 0 0 0 0,0 1 0 0 0,-1-1 0 0 0,0 1 0 0 0,-8-14 0 0 0,8 19-103 0 0,-1 1 0 0 0,-1 0-1 0 0,0 0 1 0 0,0 0 0 0 0,0 1 0 0 0,-1 0 0 0 0,0 0 0 0 0,0 1-1 0 0,-1 0 1 0 0,0 1 0 0 0,0 0 0 0 0,-16-7 0 0 0,20 9-120 0 0,-1 1-1 0 0,0 0 1 0 0,1 0 0 0 0,-1 1 0 0 0,0-1 0 0 0,0 1 0 0 0,0 1-1 0 0,0-1 1 0 0,0 1 0 0 0,0 0 0 0 0,0 0 0 0 0,0 1 0 0 0,0 0 0 0 0,0 0-1 0 0,0 0 1 0 0,0 1 0 0 0,0 0 0 0 0,0 0 0 0 0,1 0 0 0 0,-1 1 0 0 0,1 0-1 0 0,-10 6 1 0 0,-7 12-956 0 0,-5 3-11 0 0</inkml:trace>
</inkml:ink>
</file>

<file path=ppt/ink/ink2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3:53.9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 35 3225 0 0,'-12'-19'1461'0'0,"1"4"1833"0"0,12 23-961 0 0,15 132 1821 0 0,-16 73-2858 0 0,-2-47-1384 0 0,2-155-211 0 0,1-1 1 0 0,0 0-1 0 0,1 0 0 0 0,0 0 0 0 0,0 0 0 0 0,1 0 0 0 0,0 0 0 0 0,6 10 0 0 0,0-3-643 0 0</inkml:trace>
</inkml:ink>
</file>

<file path=ppt/ink/ink2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3:54.4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58 59 2304 0 0,'-2'-5'614'0'0,"0"1"0"0"0,-1-1-1 0 0,1 0 1 0 0,-1 1-1 0 0,0 0 1 0 0,0 0-1 0 0,0 0 1 0 0,-1 0 0 0 0,1 0-1 0 0,-1 1 1 0 0,0-1-1 0 0,-8-4 1 0 0,12 8-506 0 0,-1 0 0 0 0,1 0 0 0 0,-1 0-1 0 0,1 1 1 0 0,0-1 0 0 0,-1 0 0 0 0,1 0 0 0 0,-1 1 0 0 0,1-1 0 0 0,-1 0 0 0 0,1 1-1 0 0,0-1 1 0 0,-1 1 0 0 0,1-1 0 0 0,-1 0 0 0 0,1 1 0 0 0,0-1 0 0 0,0 1 0 0 0,-1-1 0 0 0,1 1-1 0 0,0-1 1 0 0,0 1 0 0 0,0-1 0 0 0,-1 1 0 0 0,1-1 0 0 0,0 1 0 0 0,0-1 0 0 0,0 1 0 0 0,0-1-1 0 0,0 1 1 0 0,0-1 0 0 0,0 1 0 0 0,0-1 0 0 0,0 1 0 0 0,0-1 0 0 0,0 1 0 0 0,1-1-1 0 0,-1 2 1 0 0,1 24 680 0 0,-1-26-715 0 0,6 52 298 0 0,18 203 189 0 0,-10-86-2985 0 0,-11-130 1347 0 0,3-2-9 0 0</inkml:trace>
</inkml:ink>
</file>

<file path=ppt/ink/ink2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3:55.2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251 335 1376 0 0,'-3'-2'196'0'0,"0"0"-1"0"0,0-1 1 0 0,0 1-1 0 0,1-1 1 0 0,-1 1-1 0 0,0-1 1 0 0,1 0-1 0 0,0 0 1 0 0,-2-3-1 0 0,-4-4 171 0 0,-21-23 775 0 0,17 19-201 0 0,1 1 0 0 0,-2 0 0 0 0,0 0 0 0 0,-28-19 0 0 0,40 31-763 0 0,-1-1 0 0 0,0 1 0 0 0,1 1 0 0 0,-1-1-1 0 0,0 0 1 0 0,0 0 0 0 0,1 1 0 0 0,-1-1 0 0 0,0 1 0 0 0,0-1 0 0 0,0 1 0 0 0,0 0 0 0 0,0 0-1 0 0,0 0 1 0 0,0 0 0 0 0,0 0 0 0 0,0 0 0 0 0,0 1 0 0 0,0-1 0 0 0,1 1 0 0 0,-1-1-1 0 0,-3 2 1 0 0,2 0-19 0 0,0 0-1 0 0,1 0 0 0 0,-1 0 0 0 0,1 1 1 0 0,-1-1-1 0 0,1 0 0 0 0,0 1 1 0 0,0 0-1 0 0,0 0 0 0 0,0-1 0 0 0,0 1 1 0 0,-1 4-1 0 0,-1 2-56 0 0,1 0-1 0 0,0 0 1 0 0,0 0-1 0 0,1 0 1 0 0,0 1-1 0 0,1-1 1 0 0,0 1-1 0 0,0 13 1 0 0,6 42-177 0 0,24 111 1 0 0,-23-150 87 0 0,2-1 0 0 0,0 0 0 0 0,2 0-1 0 0,1-1 1 0 0,0 0 0 0 0,2-1 0 0 0,19 26 0 0 0,-28-43-2 0 0,1 1 1 0 0,0-1 0 0 0,1 0 0 0 0,0-1 0 0 0,0 1 0 0 0,0-1 0 0 0,0-1-1 0 0,1 1 1 0 0,-1-1 0 0 0,1 0 0 0 0,1 0 0 0 0,-1-1 0 0 0,0 0 0 0 0,1 0-1 0 0,-1-1 1 0 0,12 2 0 0 0,-10-3 30 0 0,-1-1-1 0 0,1 0 1 0 0,0 0-1 0 0,-1-1 1 0 0,1 0-1 0 0,0 0 1 0 0,-1-1-1 0 0,0 0 1 0 0,1-1-1 0 0,-1 0 1 0 0,0 0-1 0 0,0-1 1 0 0,0 0-1 0 0,13-9 1 0 0,-6 1-3 0 0,0 1-1 0 0,-1-2 1 0 0,0 0 0 0 0,-2-1 0 0 0,1 0 0 0 0,-2-1 0 0 0,0 0 0 0 0,0-1 0 0 0,-2 0-1 0 0,0 0 1 0 0,0-1 0 0 0,-2 0 0 0 0,0-1 0 0 0,6-28 0 0 0,-5 11 66 0 0,-1 0 0 0 0,-2 0 0 0 0,-2-1 0 0 0,-1 1 0 0 0,-1-1 0 0 0,-9-65 0 0 0,6 91-70 0 0,-1-1 1 0 0,0 0-1 0 0,0 1 0 0 0,-1 0 1 0 0,-1-1-1 0 0,0 2 0 0 0,0-1 0 0 0,-1 1 1 0 0,0-1-1 0 0,0 1 0 0 0,-1 1 1 0 0,0 0-1 0 0,-1 0 0 0 0,0 0 1 0 0,-17-12-1 0 0,11 10 69 0 0,0 0 1 0 0,-1 1-1 0 0,0 1 1 0 0,0 0-1 0 0,-1 1 0 0 0,0 1 1 0 0,0 0-1 0 0,-1 1 1 0 0,-26-4-1 0 0,38 8-280 0 0,0 0-1 0 0,0 1 1 0 0,0-1-1 0 0,-1 1 1 0 0,1 0 0 0 0,0 1-1 0 0,0-1 1 0 0,-1 1 0 0 0,1 0-1 0 0,-6 2 1 0 0,-4 5-6393 0 0</inkml:trace>
</inkml:ink>
</file>

<file path=ppt/ink/ink2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7:25.2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32 441 4609 0 0,'-13'-28'2998'0'0,"13"27"-2687"0"0,-1-1 0 0 0,1 1-1 0 0,-1 0 1 0 0,0-1 0 0 0,0 1 0 0 0,0 0-1 0 0,0 0 1 0 0,0-1 0 0 0,0 1-1 0 0,0 0 1 0 0,0 0 0 0 0,0 0 0 0 0,0 0-1 0 0,-1 0 1 0 0,1 1 0 0 0,-3-2-1 0 0,7 25 2852 0 0,47 190-953 0 0,-29-127-1833 0 0,-17-66-282 0 0,2-2 0 0 0,0 1 0 0 0,0 0 1 0 0,2-1-1 0 0,12 20 0 0 0,-19-34-61 0 0,2-1-1 0 0,-1 1 1 0 0,0-1-1 0 0,1 1 1 0 0,-1-1 0 0 0,1 0-1 0 0,0 0 1 0 0,0 0 0 0 0,1 0-1 0 0,-1 0 1 0 0,0-1-1 0 0,1 0 1 0 0,0 0 0 0 0,-1 0-1 0 0,1 0 1 0 0,0 0 0 0 0,0-1-1 0 0,0 1 1 0 0,0-1-1 0 0,0 0 1 0 0,0 0 0 0 0,1-1-1 0 0,-1 1 1 0 0,0-1 0 0 0,0 0-1 0 0,0 0 1 0 0,1-1-1 0 0,-1 1 1 0 0,0-1 0 0 0,6-1-1 0 0,4-4 55 0 0,0 1 0 0 0,0-2 0 0 0,-1 0 0 0 0,0 0 0 0 0,0-2 0 0 0,0 1-1 0 0,-1-2 1 0 0,-1 1 0 0 0,12-14 0 0 0,1-2 29 0 0,-1-2 0 0 0,36-53 0 0 0,-37 44-114 0 0,-2-2 1 0 0,-1 0 0 0 0,-2-2-1 0 0,19-63 1 0 0,27-170 15 0 0,-50 212-17 0 0,-11 51 44 0 0,0 0 0 0 0,-1-1 1 0 0,0 1-1 0 0,0 0 0 0 0,-2-20 1 0 0,1 30-36 0 0,0 0 1 0 0,0-1-1 0 0,0 1 1 0 0,0 0-1 0 0,0 0 0 0 0,0 0 1 0 0,0-1-1 0 0,0 1 1 0 0,0 0-1 0 0,0 0 1 0 0,0 0-1 0 0,-1 0 1 0 0,1-1-1 0 0,0 1 1 0 0,0 0-1 0 0,0 0 1 0 0,0 0-1 0 0,0 0 1 0 0,0 0-1 0 0,0-1 0 0 0,0 1 1 0 0,-1 0-1 0 0,1 0 1 0 0,0 0-1 0 0,0 0 1 0 0,0 0-1 0 0,0 0 1 0 0,-1 0-1 0 0,1 0 1 0 0,0 0-1 0 0,0-1 1 0 0,0 1-1 0 0,0 0 1 0 0,-1 0-1 0 0,1 0 1 0 0,0 0-1 0 0,0 0 0 0 0,0 0 1 0 0,0 0-1 0 0,-1 0 1 0 0,1 0-1 0 0,0 0 1 0 0,0 0-1 0 0,0 0 1 0 0,-1 1-1 0 0,1-1 1 0 0,0 0-1 0 0,-11 8 304 0 0,-6 13 85 0 0,-1 12-391 0 0,1 1 0 0 0,-19 58 1 0 0,36-92-44 0 0,-1 0 0 0 0,1 1 0 0 0,0-1 1 0 0,0 1-1 0 0,-1-1 0 0 0,1 1 0 0 0,0-1 0 0 0,0 1 1 0 0,0 0-1 0 0,0-1 0 0 0,0 1 0 0 0,-1-1 0 0 0,1 1 1 0 0,0-1-1 0 0,0 1 0 0 0,0-1 0 0 0,1 1 0 0 0,-1-1 1 0 0,0 1-1 0 0,0 0 0 0 0,0-1 0 0 0,0 1 0 0 0,0-1 1 0 0,1 1-1 0 0,-1-1 0 0 0,0 1 0 0 0,0-1 0 0 0,1 0 0 0 0,0 2 1 0 0,14-6-2304 0 0,16-20-1446 0 0,-4 13 7156 0 0,-25 33-2491 0 0,15 179-264 0 0,31 269 1143 0 0,88 310-2372 0 0,-130-757 595 0 0,-2 1 1 0 0,0 0 0 0 0,-2 0 0 0 0,0 43-1 0 0,-3-59 17 0 0,0 0 0 0 0,0 0-1 0 0,-1 0 1 0 0,0 0 0 0 0,-1 0 0 0 0,1 0-1 0 0,-2-1 1 0 0,1 1 0 0 0,-1-1-1 0 0,0 0 1 0 0,0 0 0 0 0,-1-1-1 0 0,0 1 1 0 0,0-1 0 0 0,0 0 0 0 0,-1 0-1 0 0,-12 9 1 0 0,14-11 10 0 0,0-1 0 0 0,-1 0 0 0 0,0 0 0 0 0,1 0-1 0 0,-1-1 1 0 0,0 1 0 0 0,-1-1 0 0 0,1 0 0 0 0,0-1 0 0 0,-1 1 0 0 0,1-1 0 0 0,-1 0 0 0 0,1-1 0 0 0,-10 1-1 0 0,12-1-169 0 0,0-1-1 0 0,-1 0 0 0 0,1 0 0 0 0,0 0 0 0 0,-1 0 1 0 0,1-1-1 0 0,0 1 0 0 0,0-1 0 0 0,0 1 0 0 0,0-1 1 0 0,0 0-1 0 0,0-1 0 0 0,1 1 0 0 0,-1 0 0 0 0,1-1 1 0 0,0 1-1 0 0,-1-1 0 0 0,1 0 0 0 0,0 0 0 0 0,0 0 1 0 0,1 0-1 0 0,-1 0 0 0 0,1 0 0 0 0,-2-6 0 0 0,-5-11-6407 0 0</inkml:trace>
</inkml:ink>
</file>

<file path=ppt/ink/ink2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7:25.6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84 7370 0 0,'12'-2'931'0'0,"0"-1"0"0"0,0 0 0 0 0,-1 0 0 0 0,1-1 1 0 0,19-10-1 0 0,14-5-30 0 0,-16 10-694 0 0,1 1 1 0 0,52-7 0 0 0,-60 13-1684 0 0,-1 0 1 0 0,32 3-1 0 0,-36 1-2361 0 0</inkml:trace>
</inkml:ink>
</file>

<file path=ppt/ink/ink2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7:25.8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0 135 7834 0 0,'5'-4'636'0'0,"0"1"0"0"0,0 0 1 0 0,1 0-1 0 0,-1 1 0 0 0,1-1 1 0 0,0 1-1 0 0,11-2 0 0 0,4-3 155 0 0,87-37 2285 0 0,12-4-4962 0 0,-95 37 840 0 0</inkml:trace>
</inkml:ink>
</file>

<file path=ppt/ink/ink2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7:26.7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239 209 7834 0 0,'-5'-42'2166'0'0,"3"22"-1279"0"0,0 1 1 0 0,-11-38 0 0 0,12 53-722 0 0,0 0-1 0 0,0 0 1 0 0,-1 0 0 0 0,0 0 0 0 0,0 0 0 0 0,0 1 0 0 0,0-1-1 0 0,0 1 1 0 0,-1-1 0 0 0,0 1 0 0 0,1 0 0 0 0,-1 0 0 0 0,0 0-1 0 0,-1 1 1 0 0,1-1 0 0 0,0 1 0 0 0,-1-1 0 0 0,0 1 0 0 0,-4-2-1 0 0,5 3-77 0 0,1 0-1 0 0,-1 1 0 0 0,0-1 0 0 0,1 1 0 0 0,-1-1 1 0 0,0 1-1 0 0,1 0 0 0 0,-1 0 0 0 0,0 0 0 0 0,1 0 1 0 0,-1 0-1 0 0,0 1 0 0 0,1 0 0 0 0,-1-1 0 0 0,0 1 0 0 0,1 0 1 0 0,-3 1-1 0 0,1 1 5 0 0,-1-1 0 0 0,1 1 0 0 0,0 0 0 0 0,0 0 0 0 0,1 0 0 0 0,-1 1 0 0 0,1-1 0 0 0,-6 8 1 0 0,1 1 36 0 0,1 0 1 0 0,0 1 0 0 0,0-1 0 0 0,2 1-1 0 0,-8 22 1 0 0,6-6 14 0 0,1 1 1 0 0,1 0-1 0 0,1 0 0 0 0,2 0 0 0 0,2 43 1 0 0,22 155 484 0 0,-13-156-444 0 0,73 418-234 0 0,-76-469-309 0 0,12 58-729 0 0,-15-26-2604 0 0,-4-37-2102 0 0</inkml:trace>
</inkml:ink>
</file>

<file path=ppt/ink/ink2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7:26.9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48 275 5529 0 0,'-4'-2'175'0'0,"1"1"-1"0"0,-1-1 0 0 0,1 0 1 0 0,0 0-1 0 0,0-1 0 0 0,0 1 1 0 0,0-1-1 0 0,1 1 0 0 0,-1-1 1 0 0,1 0-1 0 0,-1 0 1 0 0,1 0-1 0 0,0-1 0 0 0,-2-3 1 0 0,3 4 23 0 0,0 1 1 0 0,0-1 0 0 0,1 1 0 0 0,0-1 0 0 0,-1 0 0 0 0,1 1-1 0 0,0-1 1 0 0,0 1 0 0 0,0-1 0 0 0,1 1 0 0 0,-1-1-1 0 0,0 1 1 0 0,1-1 0 0 0,0 1 0 0 0,0-1 0 0 0,0 1-1 0 0,0-1 1 0 0,0 1 0 0 0,0 0 0 0 0,0 0 0 0 0,1-1 0 0 0,2-2-1 0 0,3-3 139 0 0,0 0-1 0 0,1 1 1 0 0,0-1-1 0 0,0 1 1 0 0,1 1 0 0 0,0 0-1 0 0,0 0 1 0 0,1 1-1 0 0,0 0 1 0 0,13-5-1 0 0,16-4 468 0 0,54-13 0 0 0,-65 20-670 0 0,-12 3-75 0 0,150-35-2538 0 0,-131 33-3268 0 0</inkml:trace>
</inkml:ink>
</file>

<file path=ppt/ink/ink2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7:27.87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147 78 5065 0 0,'3'-7'617'0'0,"-1"0"1"0"0,-1 0-1 0 0,1 0 0 0 0,-1-1 1 0 0,-1 1-1 0 0,1 0 0 0 0,-1-1 1 0 0,-1-7-1 0 0,1 14-566 0 0,0 1-1 0 0,0 0 1 0 0,0 0 0 0 0,0 0-1 0 0,0 0 1 0 0,-1-1 0 0 0,1 1-1 0 0,0 0 1 0 0,0 0 0 0 0,0 0-1 0 0,0 0 1 0 0,0-1 0 0 0,0 1-1 0 0,0 0 1 0 0,0 0 0 0 0,-1 0-1 0 0,1 0 1 0 0,0 0 0 0 0,0-1-1 0 0,0 1 1 0 0,0 0 0 0 0,-1 0-1 0 0,1 0 1 0 0,0 0 0 0 0,0 0-1 0 0,0 0 1 0 0,0 0 0 0 0,-1 0-1 0 0,1 0 1 0 0,0 0 0 0 0,0 0-1 0 0,0 0 1 0 0,0 0 0 0 0,-1 0-1 0 0,1 0 1 0 0,0 0 0 0 0,0 0 0 0 0,0 0-1 0 0,-1 0 1 0 0,1 0 0 0 0,0 0-1 0 0,0 0 1 0 0,-1 0 0 0 0,-8 8 1121 0 0,-8 12-73 0 0,1 7-695 0 0,1 0 1 0 0,1 2-1 0 0,1-1 1 0 0,1 2 0 0 0,2 0-1 0 0,1 0 1 0 0,-7 44-1 0 0,8-22-98 0 0,2 0-1 0 0,3 1 1 0 0,5 86-1 0 0,-1-116-172 0 0,2 0 0 0 0,0-1-1 0 0,2 1 1 0 0,0-1 0 0 0,14 35-1 0 0,-14-44-60 0 0,1-1 0 0 0,1 0-1 0 0,0 0 1 0 0,1 0 0 0 0,0-1-1 0 0,1 0 1 0 0,0-1 0 0 0,0 0-1 0 0,1 0 1 0 0,18 12 0 0 0,-4-5 11 0 0,0-2 0 0 0,1 0 1 0 0,47 18-1 0 0,85 21-926 0 0,-117-38-1543 0 0,-24-5-4257 0 0</inkml:trace>
</inkml:ink>
</file>

<file path=ppt/ink/ink2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7:31.3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0 335 4609 0 0,'1'-5'308'0'0,"0"1"0"0"0,0 0 0 0 0,0-1 0 0 0,0 1 0 0 0,1 0 0 0 0,-1 0 0 0 0,1 0 0 0 0,0 0 1 0 0,0 0-1 0 0,1 1 0 0 0,-1-1 0 0 0,1 1 0 0 0,4-5 0 0 0,1-1 286 0 0,0 1-1 0 0,0 0 1 0 0,19-13 0 0 0,-17 15-188 0 0,0-1 1 0 0,0 2-1 0 0,1 0 1 0 0,-1 0-1 0 0,1 0 0 0 0,14-2 1 0 0,-23 6-359 0 0,1 0 0 0 0,0 1 0 0 0,-1-1 0 0 0,1 1 0 0 0,0 0 0 0 0,0-1 1 0 0,-1 2-1 0 0,1-1 0 0 0,0 0 0 0 0,-1 0 0 0 0,1 1 0 0 0,0-1 0 0 0,-1 1 0 0 0,1 0 1 0 0,0 0-1 0 0,-1 0 0 0 0,1 0 0 0 0,-1 0 0 0 0,0 1 0 0 0,1-1 0 0 0,-1 1 1 0 0,0 0-1 0 0,0-1 0 0 0,0 1 0 0 0,0 0 0 0 0,0 0 0 0 0,0 0 0 0 0,-1 0 1 0 0,1 1-1 0 0,-1-1 0 0 0,1 0 0 0 0,0 4 0 0 0,2 5-98 0 0,0 0-1 0 0,-1 0 1 0 0,0 1-1 0 0,-1-1 1 0 0,0 1 0 0 0,-1-1-1 0 0,0 1 1 0 0,-1 0-1 0 0,-1-1 1 0 0,-2 18-1 0 0,-4 15-381 0 0,-18 60 0 0 0,15-66 344 0 0,2-6 281 0 0,-1-1 1 0 0,-23 51-1 0 0,95-181 97 0 0,91-213-3745 0 0,-64 98 3985 0 0,-65 154 290 0 0,-21 48 585 0 0,-13 26-578 0 0,-11 27 108 0 0,2-4-418 0 0,0 2 181 0 0,-23 73 1 0 0,37-98-609 0 0,0 1 0 0 0,2-1 0 0 0,0 1 0 0 0,1 0 0 0 0,0 0 0 0 0,1-1 0 0 0,0 1 0 0 0,2 0 0 0 0,2 15 0 0 0,7 26-327 0 0,2-1 0 0 0,3 0 0 0 0,2-1 0 0 0,33 68 0 0 0,-37-98-1598 0 0,1-4-4032 0 0</inkml:trace>
</inkml:ink>
</file>

<file path=ppt/ink/ink2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7:31.6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8290 0 0,'13'16'2840'0'0,"-4"1"-1748"0"0,-1 1-1 0 0,-1 1 1 0 0,-1 0-1 0 0,0 0 0 0 0,-1 0 1 0 0,4 38-1 0 0,8 28-1537 0 0,-12-67-4000 0 0,0-1-1518 0 0</inkml:trace>
</inkml:ink>
</file>

<file path=ppt/ink/ink2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7:31.8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0 7834 0 0,'-13'7'3897'0'0,"13"-4"-3641"0"0,0 0-120 0 0,0 1-16 0 0,1 0-8 0 0,2 0-929 0 0,0 2-183 0 0,2 2-40 0 0,-4 2-8 0 0,-2 3 808 0 0</inkml:trace>
</inkml:ink>
</file>

<file path=ppt/ink/ink2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7:32.5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22 6913 0 0,'1'-22'7234'0'0,"-3"32"-4589"0"0,-2 18-2376 0 0,2 0 0 0 0,1 0 1 0 0,2 0-1 0 0,0 1 0 0 0,2-2 1 0 0,6 30-1 0 0,-4-34-74 0 0,1 0 0 0 0,1-1 0 0 0,1 0 0 0 0,1 0 0 0 0,1-1-1 0 0,0 0 1 0 0,23 32 0 0 0,-28-46-299 0 0,1 0 0 0 0,0 0 0 0 0,0 0-1 0 0,1-1 1 0 0,0 0 0 0 0,0 0 0 0 0,0-1-1 0 0,1 0 1 0 0,-1 0 0 0 0,11 4 0 0 0,-13-7 49 0 0,-1 0 0 0 0,0-1 0 0 0,0 0 1 0 0,1 0-1 0 0,-1 0 0 0 0,0 0 0 0 0,1-1 0 0 0,-1 0 0 0 0,1 0 1 0 0,-1 0-1 0 0,1 0 0 0 0,-1-1 0 0 0,1 0 0 0 0,-1 0 1 0 0,0 0-1 0 0,1 0 0 0 0,-1-1 0 0 0,0 1 0 0 0,0-1 1 0 0,0 0-1 0 0,0-1 0 0 0,5-3 0 0 0,-3 1-87 0 0,1 0 0 0 0,-1-1 0 0 0,0 0 0 0 0,0 0 0 0 0,-1 0 0 0 0,0-1 0 0 0,0 0 0 0 0,0 0 0 0 0,-1 0 0 0 0,6-15 0 0 0,-1-1-570 0 0,-2-1 0 0 0,6-32 0 0 0,7-21-84 0 0,-16 76 2275 0 0,2 8-500 0 0,7 16 166 0 0,-9-15-551 0 0,0-3-418 0 0,0 0 0 0 0,0 0 1 0 0,0 0-1 0 0,1-1 0 0 0,-1 0 0 0 0,1 0 1 0 0,0 0-1 0 0,1-1 0 0 0,-1 1 0 0 0,0-1 1 0 0,1 0-1 0 0,0-1 0 0 0,0 0 1 0 0,0 0-1 0 0,0 0 0 0 0,0 0 0 0 0,0-1 1 0 0,0 0-1 0 0,0 0 0 0 0,1-1 0 0 0,-1 0 1 0 0,0 0-1 0 0,8-1 0 0 0,-9 1-145 0 0,1-1 0 0 0,-1 0-1 0 0,0 0 1 0 0,1-1-1 0 0,-1 1 1 0 0,0-1 0 0 0,0 0-1 0 0,0 0 1 0 0,0-1-1 0 0,0 0 1 0 0,0 0 0 0 0,-1 0-1 0 0,1 0 1 0 0,-1-1-1 0 0,0 1 1 0 0,0-1 0 0 0,0 0-1 0 0,-1-1 1 0 0,1 1 0 0 0,-1 0-1 0 0,0-1 1 0 0,-1 0-1 0 0,1 0 1 0 0,-1 0 0 0 0,1 0-1 0 0,1-8 1 0 0,-1-4-12 0 0,-1 1 0 0 0,-1-1 1 0 0,0 0-1 0 0,-1 1 0 0 0,-4-28 0 0 0,0-21-848 0 0,8 40-2891 0 0</inkml:trace>
</inkml:ink>
</file>

<file path=ppt/ink/ink2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7:32.7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1 920 0 0,'23'71'8848'0'0,"24"131"0"0"0,-43-182-9148 0 0</inkml:trace>
</inkml:ink>
</file>

<file path=ppt/ink/ink2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7:32.9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34 1 12899 0 0,'0'0'11'0'0,"-21"8"1495"0"0,21-8-1448 0 0,-1 0 0 0 0,0 0 0 0 0,1 0 0 0 0,-1 1 0 0 0,0-1 0 0 0,1 0 0 0 0,-1 1 0 0 0,1-1-1 0 0,-1 0 1 0 0,1 1 0 0 0,-1-1 0 0 0,1 1 0 0 0,-1-1 0 0 0,1 1 0 0 0,-1-1 0 0 0,1 1 0 0 0,-1-1 0 0 0,1 1 0 0 0,0 0 0 0 0,-1-1 0 0 0,1 1 0 0 0,0-1 0 0 0,0 1 0 0 0,0 0-1 0 0,-1-1 1 0 0,1 1 0 0 0,0 0 0 0 0,0-1 0 0 0,0 2 0 0 0,44 10-5074 0 0,-34-5 4888 0 0</inkml:trace>
</inkml:ink>
</file>

<file path=ppt/ink/ink2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7:33.3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50 3225 0 0,'4'1'425'0'0,"-1"0"0"0"0,0-1 0 0 0,1 1 0 0 0,-1-1 0 0 0,1 1 0 0 0,-1-1 0 0 0,1 0 0 0 0,-1-1 0 0 0,0 1 0 0 0,1 0 0 0 0,-1-1 0 0 0,1 0 0 0 0,-1 0 0 0 0,4-1 0 0 0,9-2 104 0 0,65-6 1873 0 0,180-19 3326 0 0,-195 24-6372 0 0,130 10-1 0 0,-176-3-754 0 0</inkml:trace>
</inkml:ink>
</file>

<file path=ppt/ink/ink2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7:33.6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27 6449 0 0,'13'-21'3944'0'0,"-12"20"-3567"0"0,0 0 0 0 0,0 1 0 0 0,0-1 0 0 0,0 1 0 0 0,0-1 0 0 0,0 1 0 0 0,0-1 0 0 0,0 1 0 0 0,2 0 0 0 0,-3 0-115 0 0,1 0-1 0 0,0 0 1 0 0,0 0 0 0 0,-1 0-1 0 0,1 0 1 0 0,0 0-1 0 0,8 6 3925 0 0,-8-4-3924 0 0,6 15 810 0 0,-1 15-371 0 0,5 25-311 0 0,-2-1 0 0 0,2 83 0 0 0,-13-43-449 0 0,-1-60-382 0 0,2 0 0 0 0,1 0 0 0 0,2-1 0 0 0,13 70 0 0 0,-6-79-4750 0 0,3-2-1665 0 0</inkml:trace>
</inkml:ink>
</file>

<file path=ppt/ink/ink2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7:34.2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40 5985 0 0,'0'-1'219'0'0,"0"-2"956"0"0,0-1 0 0 0,0 1 1 0 0,0 0-1 0 0,0-1 0 0 0,1 1 0 0 0,-1 0 1 0 0,1 0-1 0 0,5-9 2173 0 0,-5 12-3193 0 0,-1 0 0 0 0,1 0 1 0 0,-1 0-1 0 0,0 0 0 0 0,1 0 0 0 0,-1 0 0 0 0,1 0 1 0 0,-1 0-1 0 0,0 0 0 0 0,1 0 0 0 0,-1 0 0 0 0,0 0 1 0 0,1 0-1 0 0,19 10 713 0 0,-18-7-820 0 0,1-1-1 0 0,-1 1 1 0 0,1 0-1 0 0,-1-1 0 0 0,0 1 1 0 0,0 0-1 0 0,0 1 0 0 0,-1-1 1 0 0,1 0-1 0 0,-1 0 1 0 0,0 1-1 0 0,0-1 0 0 0,0 1 1 0 0,1 4-1 0 0,4 55-42 0 0,-6-50 9 0 0,2 97 138 0 0,-3-54-195 0 0,12 95 0 0 0,-9-135-60 0 0,1 0 0 0 0,1 0 0 0 0,0-1 1 0 0,2 1-1 0 0,-1-1 0 0 0,2-1 1 0 0,0 1-1 0 0,0-1 0 0 0,2 0 0 0 0,15 19 1 0 0,7-3-266 0 0,-30-29 396 0 0,0 0 0 0 0,0 0 0 0 0,0 0 0 0 0,1-1 0 0 0,-1 1 0 0 0,0 0 0 0 0,1-1 0 0 0,-1 1 0 0 0,0-1 0 0 0,1 1 0 0 0,-1-1 0 0 0,1 0 0 0 0,-1 0 0 0 0,1 1 0 0 0,-1-1 1 0 0,1 0-1 0 0,-1 0 0 0 0,1-1 0 0 0,-1 1 0 0 0,0 0 0 0 0,1 0 0 0 0,-1-1 0 0 0,1 1 0 0 0,-1-1 0 0 0,3 0 0 0 0,-3 0-19 0 0,-1 0 0 0 0,0 1 0 0 0,1-1 0 0 0,-1 0 0 0 0,0 1 0 0 0,1-1 0 0 0,-1 0 0 0 0,0 0 0 0 0,0 1 0 0 0,1-1 0 0 0,-1 0 0 0 0,0 0 0 0 0,0 0 0 0 0,0 1 0 0 0,0-1 0 0 0,0 0 0 0 0,0 0 0 0 0,0 0 0 0 0,-1 1 0 0 0,1-1 0 0 0,0 0 0 0 0,0 0 0 0 0,-1 1 0 0 0,1-2 0 0 0,-2-2-507 0 0</inkml:trace>
</inkml:ink>
</file>

<file path=ppt/ink/ink2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7:34.6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76 69 6449 0 0,'-16'-4'358'0'0,"12"3"-68"0"0,0 1 1 0 0,0-1-1 0 0,0 0 1 0 0,1-1-1 0 0,-1 1 1 0 0,0-1 0 0 0,0 1-1 0 0,1-1 1 0 0,-1 0-1 0 0,1-1 1 0 0,-1 1-1 0 0,1 0 1 0 0,0-1-1 0 0,-4-5 1 0 0,7 8-203 0 0,-1 0 0 0 0,1-1 0 0 0,0 1 0 0 0,0-1 0 0 0,0 1 0 0 0,0 0 0 0 0,0-1 0 0 0,0 1 0 0 0,0-1 0 0 0,0 1 0 0 0,0-1 0 0 0,0 1 0 0 0,0-1-1 0 0,0 1 1 0 0,0 0 0 0 0,0-1 0 0 0,0 1 0 0 0,0-1 0 0 0,0 1 0 0 0,1-1 0 0 0,-1 1 0 0 0,0 0 0 0 0,0-1 0 0 0,0 1 0 0 0,1 0 0 0 0,-1-1 0 0 0,0 1 0 0 0,1 0 0 0 0,-1-1 0 0 0,0 1 0 0 0,1-1 0 0 0,17-8 1047 0 0,19 1 52 0 0,-20 6-679 0 0,1 1-1 0 0,-1 1 0 0 0,1 0 1 0 0,0 1-1 0 0,-1 1 0 0 0,34 9 1 0 0,-13-1-159 0 0,-1 3 0 0 0,38 17-1 0 0,-71-28-379 0 0,0 0 0 0 0,0 0 0 0 0,0 0 0 0 0,0 0 0 0 0,0 1 0 0 0,0-1-1 0 0,-1 1 1 0 0,1 0 0 0 0,-1 0 0 0 0,1 0 0 0 0,-1 1 0 0 0,-1-1 0 0 0,1 1-1 0 0,0-1 1 0 0,-1 1 0 0 0,1 0 0 0 0,-1 0 0 0 0,0 0 0 0 0,-1 1 0 0 0,1-1-1 0 0,-1 0 1 0 0,0 1 0 0 0,0-1 0 0 0,0 0 0 0 0,0 1 0 0 0,-1 0 0 0 0,0-1 0 0 0,0 1-1 0 0,0-1 1 0 0,0 1 0 0 0,-1-1 0 0 0,0 1 0 0 0,0-1 0 0 0,0 0 0 0 0,0 1-1 0 0,-4 7 1 0 0,-2 1-78 0 0,0 0-1 0 0,0 0 0 0 0,-1-1 1 0 0,0 0-1 0 0,-1-1 0 0 0,-1 0 1 0 0,0 0-1 0 0,-12 10 0 0 0,-5 2-159 0 0,-1-1 0 0 0,-36 22-1 0 0,26-23-2200 0 0,24-14-3211 0 0</inkml:trace>
</inkml:ink>
</file>

<file path=ppt/ink/ink2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7:35.04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32 8754 0 0,'-1'-1'221'0'0,"0"-1"1"0"0,0 1-1 0 0,0 0 0 0 0,0 0 1 0 0,0 0-1 0 0,0-1 1 0 0,0 1-1 0 0,0 0 0 0 0,0-1 1 0 0,0 1-1 0 0,1-1 1 0 0,-1 1-1 0 0,0-4 0 0 0,1 5-104 0 0,0-1 1 0 0,0 1-1 0 0,0-1 0 0 0,0 1 0 0 0,0-1 0 0 0,0 1 0 0 0,1 0 0 0 0,-1-1 0 0 0,0 1 0 0 0,0 0 0 0 0,0-1 0 0 0,1 1 0 0 0,-1 0 0 0 0,0-1 0 0 0,1 1 0 0 0,-1 0 0 0 0,0-1 0 0 0,1 1 0 0 0,-1 0 0 0 0,0 0 0 0 0,1-1 0 0 0,-1 1 0 0 0,0 0 0 0 0,1 0 0 0 0,-1 0 0 0 0,1-1 0 0 0,-1 1 0 0 0,0 0 0 0 0,1 0 0 0 0,-1 0 1 0 0,1 0-1 0 0,0 0 0 0 0,3 0 144 0 0,0 0 0 0 0,0 0 0 0 0,0 0 0 0 0,1 1 0 0 0,-1-1 0 0 0,0 1 0 0 0,0 0 1 0 0,0 0-1 0 0,0 1 0 0 0,4 1 0 0 0,18 10 139 0 0,-1 2 0 0 0,0 0-1 0 0,-1 2 1 0 0,-1 0 0 0 0,34 34 0 0 0,95 114 313 0 0,-124-134-611 0 0,-5-4-59 0 0,-2 0-1 0 0,0 1 1 0 0,-2 1 0 0 0,-1 1 0 0 0,-1 1-1 0 0,22 58 1 0 0,-32-68-41 0 0,-1 0 1 0 0,-1 0-1 0 0,-1 0 0 0 0,0 1 1 0 0,-2 0-1 0 0,-1 0 0 0 0,-1-1 1 0 0,0 1-1 0 0,-2 0 0 0 0,0 0 1 0 0,-2-1-1 0 0,-6 22 0 0 0,2-17-71 0 0,-1-1-1 0 0,-1 0 0 0 0,-1-1 0 0 0,-1 0 0 0 0,-16 22 0 0 0,-85 104-3226 0 0,85-115-3421 0 0</inkml:trace>
</inkml:ink>
</file>

<file path=ppt/ink/ink2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8:42.3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5 102 920 0 0,'0'-1'5'0'0,"0"1"235"0"0,-1-1 0 0 0,1 0 0 0 0,-1 0 1 0 0,1 1-1 0 0,-1-1 0 0 0,1 0 0 0 0,-1 0 1 0 0,1 0-1 0 0,0 0 0 0 0,0 0 0 0 0,0 0 0 0 0,-1 0 1 0 0,1 1-1 0 0,0-1 0 0 0,0 0 0 0 0,0 0 1 0 0,0-2-1 0 0,2 3-115 0 0,-1-1 1 0 0,0 0-1 0 0,0 0 0 0 0,1 1 1 0 0,-1-1-1 0 0,0 1 1 0 0,1-1-1 0 0,-1 1 0 0 0,1 0 1 0 0,-1-1-1 0 0,0 1 0 0 0,1 0 1 0 0,-1 0-1 0 0,3 0 1 0 0,2 0 52 0 0,-1 1 1 0 0,1 0 0 0 0,-1 0-1 0 0,0 0 1 0 0,0 1 0 0 0,1-1 0 0 0,-1 1-1 0 0,0 1 1 0 0,-1-1 0 0 0,1 1 0 0 0,0-1-1 0 0,-1 1 1 0 0,1 1 0 0 0,-1-1 0 0 0,0 0-1 0 0,4 6 1 0 0,0-3-117 0 0,-1 0 0 0 0,0 0 1 0 0,1-1-1 0 0,0 0 0 0 0,10 4 0 0 0,63 18 541 0 0,32 14 1240 0 0,-84-29-1565 0 0,0-1 0 0 0,1-2 1 0 0,1-1-1 0 0,-1-1 1 0 0,33 2-1 0 0,160 5 96 0 0,-152-11 222 0 0,177 1 809 0 0,-165-3-1343 0 0,106 9-11 0 0,-152-7 127 0 0,-1-2 1 0 0,44-3-1 0 0,1-1 95 0 0,-53 2-256 0 0,0-2 0 0 0,-1 0-1 0 0,1-2 1 0 0,32-10 0 0 0,107-42 23 0 0,-122 40 36 0 0,80-26 109 0 0,2 6 0 0 0,1 5-1 0 0,136-16 1 0 0,-229 45-185 0 0,-1 1 0 0 0,1 2 0 0 0,0 1 0 0 0,46 8 0 0 0,-54-7 211 0 0,1-2 1 0 0,-1-1-1 0 0,0-2 0 0 0,0 0 1 0 0,-1-2-1 0 0,41-12 0 0 0,27-3 214 0 0,-80 17-409 0 0,0 1-1 0 0,0 0 0 0 0,1 2 0 0 0,-1-1 0 0 0,1 2 0 0 0,-1 0 0 0 0,18 3 0 0 0,24 15-2901 0 0,-36-9-3671 0 0</inkml:trace>
</inkml:ink>
</file>

<file path=ppt/ink/ink2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8:43.97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64 5529 0 0,'3'-5'220'0'0,"0"0"1"0"0,0 1-1 0 0,1-1 0 0 0,0 1 0 0 0,-1 0 0 0 0,2 0 0 0 0,-1 1 1 0 0,0-1-1 0 0,1 1 0 0 0,-1 0 0 0 0,1 0 0 0 0,0 0 1 0 0,0 1-1 0 0,0 0 0 0 0,1 0 0 0 0,-1 0 0 0 0,0 1 0 0 0,1-1 1 0 0,10 0-1 0 0,-15 3-96 0 0,-1-1 0 0 0,1 1-1 0 0,0 0 1 0 0,-1 0 0 0 0,1-1 0 0 0,-1 1 0 0 0,1 0 0 0 0,-1 0 0 0 0,1 0 0 0 0,-1 0 0 0 0,1 0-1 0 0,-1 0 1 0 0,0 0 0 0 0,0 0 0 0 0,1 0 0 0 0,-1 0 0 0 0,0 0 0 0 0,0 0 0 0 0,0 1-1 0 0,2 24 997 0 0,-2-25-1031 0 0,0 52 1013 0 0,-2 0 0 0 0,-13 71 0 0 0,0 2-499 0 0,10 37 32 0 0,24 249 0 0 0,-4-197-109 0 0,62 590 472 0 0,31-268-413 0 0,-60-334-239 0 0,11 165 86 0 0,-28 4-99 0 0,-22-243-114 0 0,30 523 194 0 0,-47 2-95 0 0,-8-421-242 0 0,-42 736 269 0 0,53-848-357 0 0,-7 267-353 0 0,12-361-42 0 0</inkml:trace>
</inkml:ink>
</file>

<file path=ppt/ink/ink2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8:45.1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141 475 9218 0 0,'-20'-2'952'0'0,"-7"-1"-120"0"0,0-1 0 0 0,-40-12 1 0 0,76 17-534 0 0,0 0 0 0 0,0-1 0 0 0,0 0 0 0 0,0-1 0 0 0,0 0 0 0 0,17-4 0 0 0,5 0 352 0 0,226-19 1309 0 0,145-20-1397 0 0,-149 13-132 0 0,44-8 20 0 0,-44-6 466 0 0,932-147 1187 0 0,-586 134-1770 0 0,-427 52-282 0 0,256 24-1 0 0,208 9 128 0 0,-579-27-155 0 0,259-8 202 0 0,-38 0-121 0 0,260 29 148 0 0,-322-5-226 0 0,269-16-1 0 0,-361-1 231 0 0,-1 6 0 0 0,139 23-1 0 0,126 7-63 0 0,-3-1-16 0 0,-177-10-178 0 0,-51-5-170 0 0,-92-6-7626 0 0</inkml:trace>
</inkml:ink>
</file>

<file path=ppt/ink/ink2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8:50.7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1 108 4145 0 0,'0'-4'247'0'0,"-1"-1"0"0"0,1 0-1 0 0,0 1 1 0 0,1-1 0 0 0,-1 0 0 0 0,1 1 0 0 0,0-1-1 0 0,2-6 1 0 0,2-16 403 0 0,0-5 4757 0 0,-5 52-4474 0 0,0 16-871 0 0,2 1-1 0 0,1-1 1 0 0,2 0-1 0 0,1 0 1 0 0,2 0-1 0 0,1-1 1 0 0,2 0-1 0 0,17 36 1 0 0,-20-54-59 0 0,1 0 1 0 0,0 0-1 0 0,2-1 1 0 0,0-1-1 0 0,24 27 1 0 0,-31-37 7 0 0,0 0 0 0 0,1-1-1 0 0,0 0 1 0 0,-1 0 0 0 0,2 0 0 0 0,-1 0 0 0 0,0-1 0 0 0,1 0 0 0 0,0 0-1 0 0,-1-1 1 0 0,1 1 0 0 0,0-1 0 0 0,0 0 0 0 0,1-1 0 0 0,-1 0 0 0 0,0 0-1 0 0,1 0 1 0 0,-1 0 0 0 0,0-1 0 0 0,1 0 0 0 0,8-2 0 0 0,-10 0 89 0 0,1 0 1 0 0,0 0 0 0 0,-1-1-1 0 0,1 0 1 0 0,-1 0 0 0 0,0 0 0 0 0,0-1-1 0 0,0 0 1 0 0,-1 1 0 0 0,1-2-1 0 0,-1 1 1 0 0,0-1 0 0 0,0 1-1 0 0,0-1 1 0 0,-1 0 0 0 0,0 0-1 0 0,0-1 1 0 0,3-7 0 0 0,2-4 54 0 0,0-1 1 0 0,-2 0-1 0 0,0-1 0 0 0,5-27 1 0 0,-8 17 72 0 0,1-54 0 0 0,1-13 653 0 0,-4 85-700 0 0,1 1-1 0 0,0-1 0 0 0,1 1 0 0 0,0-1 0 0 0,0 1 1 0 0,9-15-1 0 0,-9 19-104 0 0,1 0 0 0 0,-1 1 0 0 0,1 0 1 0 0,0 0-1 0 0,1 0 0 0 0,-1 1 0 0 0,9-7 0 0 0,-12 10-93 0 0,0 0-1 0 0,0 0 0 0 0,0 0 0 0 0,0 1 0 0 0,0-1 0 0 0,0 0 0 0 0,1 1 0 0 0,-1-1 1 0 0,0 1-1 0 0,0-1 0 0 0,1 1 0 0 0,-1 0 0 0 0,0-1 0 0 0,0 1 0 0 0,1 0 1 0 0,-1 0-1 0 0,0 0 0 0 0,1 0 0 0 0,-1 0 0 0 0,0 0 0 0 0,1 0 0 0 0,-1 1 0 0 0,0-1 1 0 0,0 0-1 0 0,1 1 0 0 0,-1-1 0 0 0,0 1 0 0 0,0-1 0 0 0,0 1 0 0 0,1 0 1 0 0,-1-1-1 0 0,0 1 0 0 0,0 0 0 0 0,0 0 0 0 0,0 0 0 0 0,0 0 0 0 0,-1 0 0 0 0,1 0 1 0 0,0 0-1 0 0,0 0 0 0 0,-1 0 0 0 0,2 2 0 0 0,7 13-79 0 0,43 70-95 0 0,-5 2-1 0 0,41 109 1 0 0,-77-170 109 0 0,-2 1 1 0 0,-1 1-1 0 0,-1-1 1 0 0,-2 1-1 0 0,-1 0 1 0 0,-1 1-1 0 0,-1-1 1 0 0,-2 0-1 0 0,-1 1 1 0 0,-1-1-1 0 0,-1 0 1 0 0,-8 30-1 0 0,6-42 105 0 0,0 0 1 0 0,-1-1-1 0 0,-1 0 0 0 0,-1 0 0 0 0,0-1 1 0 0,-1 0-1 0 0,0-1 0 0 0,-2 1 0 0 0,1-2 0 0 0,-2 0 1 0 0,1 0-1 0 0,-28 22 0 0 0,28-27 62 0 0,-1 0-1 0 0,0-1 1 0 0,0 0-1 0 0,0 0 1 0 0,-1-2-1 0 0,0 1 1 0 0,0-2-1 0 0,-1 0 1 0 0,1 0-1 0 0,-1-1 1 0 0,0-1-1 0 0,0 0 1 0 0,0-1-1 0 0,1-1 0 0 0,-1 0 1 0 0,-21-3-1 0 0,10-1-4738 0 0,0 0-1621 0 0</inkml:trace>
</inkml:ink>
</file>

<file path=ppt/ink/ink2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8:55.84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168 274 2577 0 0,'-58'21'1548'0'0,"-4"-6"3332"0"0,14 0 5528 0 0,49-14-10320 0 0,12 6 1422 0 0,21 2-1139 0 0,-9-10 129 0 0,45-9 0 0 0,6 0-405 0 0,-28 4 34 0 0,70-16 1 0 0,-75 12-72 0 0,1 2-1 0 0,52-3 1 0 0,280-15 453 0 0,-146 13-406 0 0,24-3 87 0 0,-50 0-106 0 0,17-2 12 0 0,138-13-45 0 0,-241 25-42 0 0,-13-6 101 0 0,145-34-1 0 0,-246 45-118 0 0,223-39 307 0 0,-221 39-256 0 0,0 0-1 0 0,1-1 1 0 0,-1 0-1 0 0,0 0 1 0 0,-1 0-1 0 0,11-6 1 0 0,26-10 159 0 0,-37 17-464 0 0,1 0 0 0 0,0 1 0 0 0,-1-1 0 0 0,1 1 0 0 0,0 0 0 0 0,-1 1 0 0 0,1-1 0 0 0,0 1 0 0 0,7 3 0 0 0</inkml:trace>
</inkml:ink>
</file>

<file path=ppt/ink/ink2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8:58.40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211 306 1840 0 0,'-1'-1'-9'0'0,"1"1"-1"0"0,-1 0 0 0 0,0-1 0 0 0,1 1 0 0 0,-1 0 0 0 0,1 0 0 0 0,-1-1 1 0 0,0 1-1 0 0,1 0 0 0 0,-1 0 0 0 0,0 0 0 0 0,1 0 0 0 0,-1 0 0 0 0,0 0 1 0 0,1 0-1 0 0,-1 0 0 0 0,0 0 0 0 0,1 0 0 0 0,-1 0 0 0 0,0 1 0 0 0,1-1 0 0 0,-1 0 1 0 0,0 0-1 0 0,1 1 0 0 0,-1-1 0 0 0,1 0 0 0 0,-1 1 0 0 0,1-1 0 0 0,-1 1 1 0 0,0-1-1 0 0,1 0 0 0 0,0 1 0 0 0,-1-1 0 0 0,1 1 0 0 0,-1 0 0 0 0,1-1 1 0 0,0 1-1 0 0,-1-1 0 0 0,1 1 0 0 0,0-1 0 0 0,-1 1 0 0 0,1 0 0 0 0,0-1 1 0 0,0 1-1 0 0,0 0 0 0 0,0-1 0 0 0,0 1 0 0 0,-1 0 0 0 0,1-1 0 0 0,0 1 1 0 0,0 0-1 0 0,1-1 0 0 0,-1 1 0 0 0,0 0 0 0 0,0 0 0 0 0,1 0 6 0 0,-1-1-1 0 0,0 1 0 0 0,1-1 0 0 0,-1 1 0 0 0,0-1 1 0 0,1 0-1 0 0,-1 1 0 0 0,1-1 0 0 0,-1 0 1 0 0,1 1-1 0 0,-1-1 0 0 0,1 0 0 0 0,-1 0 0 0 0,1 1 1 0 0,-1-1-1 0 0,1 0 0 0 0,-1 0 0 0 0,1 0 1 0 0,0 0-1 0 0,-1 0 0 0 0,1 0 0 0 0,-1 0 1 0 0,1 0-1 0 0,-1 0 0 0 0,1 0 0 0 0,-1 0 0 0 0,1 0 1 0 0,0 0-1 0 0,-1 0 0 0 0,1-1 0 0 0,-1 1 1 0 0,1 0-1 0 0,-1 0 0 0 0,1 0 0 0 0,-1-1 0 0 0,1 1 1 0 0,-1 0-1 0 0,0-1 0 0 0,1 1 0 0 0,-1-1 1 0 0,1 1-1 0 0,-1 0 0 0 0,0-1 0 0 0,1 1 1 0 0,-1-1-1 0 0,0 1 0 0 0,1-1 0 0 0,1-1 15 0 0,-1 0 0 0 0,1 0 1 0 0,0 0-1 0 0,-1 0 0 0 0,1 0 0 0 0,-1 0 0 0 0,0-1 0 0 0,0 1 0 0 0,2-4 0 0 0,-3-8 1484 0 0,-6 11-842 0 0,-15 15-569 0 0,19-10 26 0 0,0 0 0 0 0,0-1 0 0 0,0 1 1 0 0,-1-1-1 0 0,1 1 0 0 0,0-1 0 0 0,-1 0 1 0 0,1 0-1 0 0,-5 1 0 0 0,-22-3 865 0 0,24 0-603 0 0,-1 0-1 0 0,1 1 0 0 0,0-1 0 0 0,0 1 1 0 0,-1 1-1 0 0,1-1 0 0 0,0 1 1 0 0,0 0-1 0 0,-1 0 0 0 0,1 0 0 0 0,0 1 1 0 0,-8 3-1 0 0,11-3-320 0 0,0-1 1 0 0,1 0-1 0 0,-1 0 1 0 0,0 0-1 0 0,0 0 0 0 0,0 0 1 0 0,0-1-1 0 0,0 1 1 0 0,0-1-1 0 0,0 1 1 0 0,0-1-1 0 0,0 1 0 0 0,0-1 1 0 0,0 0-1 0 0,0 0 1 0 0,0 0-1 0 0,0-1 1 0 0,0 1-1 0 0,0 0 0 0 0,-1-1 1 0 0,1 1-1 0 0,0-1 1 0 0,0 0-1 0 0,1 1 1 0 0,-1-1-1 0 0,-3-2 0 0 0,5 3 10 0 0,-1 0-1 0 0,0-1 0 0 0,1 1 1 0 0,-1-1-1 0 0,0 1 0 0 0,1 0 0 0 0,-1-1 1 0 0,1 1-1 0 0,-1-1 0 0 0,1 0 0 0 0,-1 1 1 0 0,1-1-1 0 0,-1 1 0 0 0,1-1 0 0 0,0 0 1 0 0,-1 1-1 0 0,1-1 0 0 0,0 0 1 0 0,0 1-1 0 0,-1-1 0 0 0,1 0 0 0 0,0 0 1 0 0,0 1-1 0 0,0-1 0 0 0,0 0 0 0 0,0 0 1 0 0,0 1-1 0 0,0-1 0 0 0,0 0 0 0 0,0 0 1 0 0,0 1-1 0 0,1-2 0 0 0,22-6 251 0 0,1 2 13 0 0,1-12 3390 0 0,-18 18-3641 0 0,1-1-1 0 0,-1 0 1 0 0,0 0 0 0 0,0 0-1 0 0,0-1 1 0 0,11-5 0 0 0,11-1 346 0 0,322-43 766 0 0,85 35-228 0 0,-393 16-936 0 0,391-23 412 0 0,-1 0 14 0 0,931-41 381 0 0,-1164 50-351 0 0,199-28-427 0 0,-349 36 4 0 0,0 2 0 0 0,85 4 0 0 0,-57 1-52 0 0,-63 3 358 0 0,-9 0-1174 0 0</inkml:trace>
</inkml:ink>
</file>

<file path=ppt/ink/ink2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9:09.42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89 140 4145 0 0,'-9'2'-11'0'0,"0"0"905"0"0,-1 1 1 0 0,0 0-1 0 0,1 1 0 0 0,0 0 1 0 0,0 0-1 0 0,-14 10 0 0 0,91-35 356 0 0,-38 9-464 0 0,194-71 2411 0 0,-146 55-1708 0 0,-52 17-601 0 0,36-10 0 0 0,-61 22-863 0 0,-1 0-1 0 0,1-1 1 0 0,-1 1-1 0 0,0 0 1 0 0,1-1 0 0 0,-1 1-1 0 0,0 0 1 0 0,1 0-1 0 0,-1 0 1 0 0,0-1 0 0 0,0 1-1 0 0,0 0 1 0 0,1 0-1 0 0,-1 0 1 0 0,0-1-1 0 0,0 1 1 0 0,0 0 0 0 0,0 0-1 0 0,-1 0 1 0 0,1-1-1 0 0,0 3 1 0 0,-3 30 783 0 0,2-25-685 0 0,1 57 14 0 0,2-1 0 0 0,16 105 0 0 0,-8-95-132 0 0,80 479-96 0 0,-30-212 46 0 0,53 220 622 0 0,-108-534-430 0 0,0 1 0 0 0,-1-1 0 0 0,-1 32 0 0 0,-3-60-139 0 0,-1 0 0 0 0,1-1 0 0 0,0 1 1 0 0,0 0-1 0 0,-1-1 0 0 0,1 1 0 0 0,-1 0 1 0 0,0 0-1 0 0,1-1 0 0 0,-1 1 0 0 0,0 0 1 0 0,1 0-1 0 0,-1 0 0 0 0,0 0 0 0 0,0 0 1 0 0,0 0-1 0 0,0 0 0 0 0,0 0 0 0 0,0 0 0 0 0,-3-1 1 0 0,-1-1 45 0 0,0 0 0 0 0,-1 1 1 0 0,1-1-1 0 0,-1 1 0 0 0,-6-1 1 0 0,-5-1 97 0 0,1 1 0 0 0,-34-3 1 0 0,15 7-113 0 0,0 2 0 0 0,0 1 0 0 0,-68 17 1 0 0,67-12-6 0 0,-1-2 1 0 0,-1-1 0 0 0,-42 0 0 0 0,7-13-1386 0 0,63 6 732 0 0</inkml:trace>
</inkml:ink>
</file>

<file path=ppt/ink/ink2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9:10.48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187 156 456 0 0,'-12'8'241'0'0,"-1"-1"-1"0"0,0 0 1 0 0,-14 5-1 0 0,23-10-229 0 0,1-1 0 0 0,-1 1 0 0 0,0-1-1 0 0,1 0 1 0 0,-1 0 0 0 0,0-1-1 0 0,0 1 1 0 0,0-1 0 0 0,0 0-1 0 0,1 0 1 0 0,-1 0 0 0 0,0-1 0 0 0,0 1-1 0 0,0-1 1 0 0,0 0 0 0 0,-5-2-1 0 0,8 2-10 0 0,0 1 0 0 0,0-1 0 0 0,0 0 0 0 0,0 0 0 0 0,0 0 0 0 0,0 0 0 0 0,0 0 0 0 0,0 0 0 0 0,1 0 0 0 0,-1 0 0 0 0,0 0 0 0 0,1 0 0 0 0,-1 0 0 0 0,1-1 0 0 0,-1 1 0 0 0,1 0 0 0 0,0 0 0 0 0,-1-1 0 0 0,1 1 0 0 0,0 0 0 0 0,0 0 0 0 0,0-1 0 0 0,0 1 0 0 0,0 0 0 0 0,0-1 0 0 0,0 1 0 0 0,1 0 0 0 0,-1 0 0 0 0,0-1 0 0 0,1 1 0 0 0,-1 0 0 0 0,1 0 0 0 0,0-2 0 0 0,0 1 0 0 0,-1 0 0 0 0,1 1 0 0 0,0-1 0 0 0,-1 0 0 0 0,0 0 0 0 0,0 0 0 0 0,1 0 0 0 0,-1 0 0 0 0,0 1 0 0 0,0-1 0 0 0,-1 0 0 0 0,1 0 0 0 0,0 0 0 0 0,-1 0 0 0 0,1 1 0 0 0,-1-1 0 0 0,-1-3 0 0 0,-5-7 2 0 0,1 1-1 0 0,0-1 1 0 0,-5-14-1 0 0,7 15 13 0 0,3 7 259 0 0,-1-1-1 0 0,-2-31 13667 0 0,8 55-12708 0 0,-3-14-970 0 0,50 237 1565 0 0,11 83-900 0 0,-58-293-933 0 0,13 82-2191 0 0,4-41-3176 0 0,-20-71 5050 0 0,0 1-1 0 0,0-1 0 0 0,0 0 0 0 0,0 1 0 0 0,0-1 0 0 0,0 0 0 0 0,1 1 0 0 0,-1-1 1 0 0,1 0-1 0 0,0 0 0 0 0,-1 0 0 0 0,1 0 0 0 0,0-1 0 0 0,0 1 0 0 0,0 0 0 0 0,1-1 1 0 0,-1 1-1 0 0,0-1 0 0 0,4 2 0 0 0,3-4 158 0 0</inkml:trace>
</inkml:ink>
</file>

<file path=ppt/ink/ink2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9:10.69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0 211 7834 0 0,'44'-39'3642'0'0,"-17"16"-2508"0"0,1 1 0 0 0,1 1 1 0 0,58-31-1 0 0,-69 43-1066 0 0,0 0 0 0 0,1 2 0 0 0,1 0 0 0 0,-1 2 1 0 0,1 0-1 0 0,0 1 0 0 0,0 0 0 0 0,25 0 0 0 0,-18 4-899 0 0</inkml:trace>
</inkml:ink>
</file>

<file path=ppt/ink/ink2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9:11.13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 1 9674 0 0,'-2'0'4445'0'0,"3"8"-1914"0"0,5 9-1413 0 0,-6-17-1181 0 0,14 48 956 0 0,-2 0-1 0 0,-3 1 1 0 0,6 78 0 0 0,3 15-756 0 0,-14-109-143 0 0,-4-23-80 0 0,1-1 0 0 0,1 1 0 0 0,-1 0-1 0 0,2 0 1 0 0,4 14 0 0 0,3-65-1664 0 0,-6 19 1800 0 0,2-8 286 0 0,2-1 0 0 0,0 2 0 0 0,13-30 0 0 0,-18 52-236 0 0,0 0-1 0 0,1 0 0 0 0,0 0 0 0 0,0 1 0 0 0,0 0 0 0 0,1-1 0 0 0,0 2 0 0 0,0-1 0 0 0,0 0 0 0 0,1 1 0 0 0,0 0 0 0 0,0 0 0 0 0,0 1 0 0 0,0 0 0 0 0,1 0 0 0 0,0 0 0 0 0,12-4 0 0 0,-16 8-86 0 0,0-1 0 0 0,0 1 0 0 0,0 0 0 0 0,0 0 0 0 0,0 0 0 0 0,0 0 1 0 0,0 1-1 0 0,0-1 0 0 0,-1 1 0 0 0,1 0 0 0 0,0 0 0 0 0,0 0 0 0 0,0 0 0 0 0,-1 0 0 0 0,1 1 1 0 0,0-1-1 0 0,-1 1 0 0 0,0 0 0 0 0,1-1 0 0 0,-1 1 0 0 0,0 0 0 0 0,0 0 0 0 0,0 1 1 0 0,0-1-1 0 0,0 0 0 0 0,2 5 0 0 0,7 8-101 0 0,-1 0-1 0 0,15 34 1 0 0,-22-42 40 0 0,53 97-2276 0 0,-45-85 1086 0 0</inkml:trace>
</inkml:ink>
</file>

<file path=ppt/ink/ink2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9:11.48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1 112 2761 0 0,'11'11'11919'0'0,"4"11"-10407"0"0,29 32-1 0 0,-27-35-1038 0 0,-1 0 1 0 0,-2 1-1 0 0,15 23 0 0 0,-28-40-378 0 0,1 0-1 0 0,0-1 1 0 0,-1 1 0 0 0,0 0-1 0 0,0 0 1 0 0,0 0-1 0 0,0-1 1 0 0,0 1 0 0 0,-1 0-1 0 0,1 1 1 0 0,-1-1-1 0 0,0 0 1 0 0,0 0 0 0 0,0 0-1 0 0,0 0 1 0 0,-1 5 0 0 0,-2-9 515 0 0,-1-7-293 0 0,-1-10 28 0 0,2 0-309 0 0,2 0 0 0 0,0 0-1 0 0,1-1 1 0 0,1 1 0 0 0,1 0 0 0 0,1-1 0 0 0,6-24 0 0 0,-6 31-370 0 0,1 0 1 0 0,0 1-1 0 0,1-1 0 0 0,0 1 1 0 0,1 0-1 0 0,0 1 0 0 0,1-1 1 0 0,0 1-1 0 0,0 0 0 0 0,1 1 1 0 0,1 0-1 0 0,9-8 1 0 0,-3 5-1498 0 0</inkml:trace>
</inkml:ink>
</file>

<file path=ppt/ink/ink2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9:11.81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1 361 7834 0 0,'6'-4'303'0'0,"0"0"-1"0"0,0 1 1 0 0,0-2 0 0 0,0 1 0 0 0,-1-1 0 0 0,1 0 0 0 0,-1 0 0 0 0,0 0 0 0 0,5-8 0 0 0,-2 3 16 0 0,14-15 921 0 0,-2 0 0 0 0,27-43-1 0 0,-41 58-1070 0 0,0-1 0 0 0,-1 1-1 0 0,0-2 1 0 0,0 1 0 0 0,-1 0-1 0 0,-1-1 1 0 0,0 0 0 0 0,-1 0 0 0 0,0 0-1 0 0,1-12 1 0 0,-3 22-166 0 0,0-1 1 0 0,0 1-1 0 0,0 0 1 0 0,-1 0-1 0 0,1 0 1 0 0,0 0-1 0 0,-1 0 1 0 0,1 0-1 0 0,-1 0 0 0 0,0 0 1 0 0,0 0-1 0 0,0 0 1 0 0,0 0-1 0 0,-2-3 1 0 0,2 4 11 0 0,0 0 0 0 0,0 0 0 0 0,0 1 0 0 0,0-1 0 0 0,0 0 0 0 0,0 1 0 0 0,0-1 0 0 0,0 1 0 0 0,0-1 0 0 0,0 1 0 0 0,0 0 0 0 0,0-1 0 0 0,0 1 0 0 0,-1 0 0 0 0,1 0 0 0 0,0 0 0 0 0,0 0 0 0 0,0 0 0 0 0,-3 0 0 0 0,0 1 14 0 0,-1 0 0 0 0,1 0 0 0 0,0 1 0 0 0,-1 0 0 0 0,1 0 0 0 0,0 0-1 0 0,0 0 1 0 0,0 0 0 0 0,0 1 0 0 0,0 0 0 0 0,-5 5 0 0 0,4-3-76 0 0,0 1 0 0 0,0-1 0 0 0,0 1 0 0 0,1 0 0 0 0,0 0 0 0 0,1 0 0 0 0,-1 1 0 0 0,1-1 0 0 0,0 1 0 0 0,1 0 0 0 0,-1 0 0 0 0,1 0 0 0 0,1 0 0 0 0,-1 0 0 0 0,1 0 0 0 0,1 0 0 0 0,-1 0 0 0 0,1 1 0 0 0,1-1 0 0 0,0 10 0 0 0,0-11-85 0 0,1-1 0 0 0,-1 1 0 0 0,1-1 0 0 0,0 1 0 0 0,0-1 0 0 0,0 0 0 0 0,1 0 0 0 0,0 0-1 0 0,0 0 1 0 0,0 0 0 0 0,1 0 0 0 0,-1-1 0 0 0,1 0 0 0 0,0 0 0 0 0,1 0 0 0 0,-1 0 0 0 0,1-1 0 0 0,-1 1 0 0 0,1-1-1 0 0,0 0 1 0 0,0-1 0 0 0,0 1 0 0 0,1-1 0 0 0,-1 0 0 0 0,0 0 0 0 0,7 1 0 0 0,8 0-1421 0 0,1-2-2675 0 0</inkml:trace>
</inkml:ink>
</file>

<file path=ppt/ink/ink2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9:15.35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115 303 2761 0 0,'0'-24'715'0'0,"0"24"-560"0"0,-1-1 0 0 0,1 1 0 0 0,0-1 0 0 0,0 1 1 0 0,-1-1-1 0 0,1 1 0 0 0,0-1 0 0 0,-1 1 0 0 0,1-1 0 0 0,0 1 1 0 0,-1 0-1 0 0,1-1 0 0 0,0 1 0 0 0,-1-1 0 0 0,1 1 0 0 0,-1 0 0 0 0,1 0 1 0 0,-1-1-1 0 0,1 1 0 0 0,-1 0 0 0 0,1 0 0 0 0,-1-1 0 0 0,0 1 1 0 0,-1 0 106 0 0,0 0 0 0 0,0 1 0 0 0,0-1 0 0 0,0 1 0 0 0,0-1 0 0 0,1 1 0 0 0,-1 0 0 0 0,0 0 0 0 0,0-1 0 0 0,1 1 1 0 0,-1 0-1 0 0,1 0 0 0 0,-1 1 0 0 0,1-1 0 0 0,-1 0 0 0 0,1 1 0 0 0,-1-1 0 0 0,1 0 0 0 0,-1 3 0 0 0,-7 7 50 0 0,1 0 0 0 0,0 1 1 0 0,1-1-1 0 0,1 2 0 0 0,-1-1 0 0 0,2 1 0 0 0,0 0 0 0 0,1 0 0 0 0,0 0 0 0 0,-4 26 0 0 0,8-37-307 0 0,1 1 1 0 0,-1-1-1 0 0,0 0 0 0 0,1 0 0 0 0,-1 1 1 0 0,1-1-1 0 0,0 0 0 0 0,0 0 0 0 0,0 0 1 0 0,0 0-1 0 0,0 0 0 0 0,1 0 0 0 0,-1 0 0 0 0,0 0 1 0 0,1 0-1 0 0,0 0 0 0 0,-1-1 0 0 0,1 1 1 0 0,0-1-1 0 0,0 1 0 0 0,0-1 0 0 0,0 0 1 0 0,4 2-1 0 0,6 4-95 0 0,0-2 1 0 0,26 9-1 0 0,-22-9 20 0 0,-4-1-23 0 0,-2 0-70 0 0,0-1-1 0 0,0 1 0 0 0,0 1 0 0 0,0 0 0 0 0,13 9 0 0 0,-22-13 157 0 0,1 0-1 0 0,-1 1 1 0 0,1-1-1 0 0,-1 1 0 0 0,1-1 1 0 0,-1 1-1 0 0,0 0 1 0 0,1-1-1 0 0,-1 1 1 0 0,0 0-1 0 0,0 0 0 0 0,-1 0 1 0 0,1 0-1 0 0,0 0 1 0 0,-1 0-1 0 0,1 0 1 0 0,-1 0-1 0 0,1 0 1 0 0,-1 0-1 0 0,0 0 0 0 0,0 0 1 0 0,0 0-1 0 0,0 0 1 0 0,0 0-1 0 0,-1 0 1 0 0,1 1-1 0 0,-1-1 0 0 0,1 0 1 0 0,-1 0-1 0 0,0-1 1 0 0,1 1-1 0 0,-1 0 1 0 0,0 0-1 0 0,-2 2 0 0 0,-2 6 51 0 0,-1-1 0 0 0,0 1-1 0 0,-1-2 1 0 0,0 1 0 0 0,0-1-1 0 0,0 0 1 0 0,-1 0 0 0 0,-1-1-1 0 0,-11 8 1 0 0,18-19-640 0 0,3-8 316 0 0,6-11-101 0 0,136-354-1648 0 0,-36 132 3768 0 0,-80 179 2229 0 0,-30 78-3284 0 0,-1 0-1 0 0,2 1 1 0 0,0-1-1 0 0,0 1 1 0 0,1-1-1 0 0,1 18 0 0 0,8 84-1118 0 0,-7-103 634 0 0,19 145-198 0 0,-15-129 0 0 0,2 0 0 0 0,0-1 0 0 0,19 43 0 0 0,-26-67-3 0 0,1-1-1 0 0,-1 0 1 0 0,1 0 0 0 0,0 0 0 0 0,-1 0 0 0 0,1 1 0 0 0,0-1 0 0 0,0 0 0 0 0,0 0 0 0 0,-1 0-1 0 0,1 0 1 0 0,0-1 0 0 0,0 1 0 0 0,2 1 0 0 0,-2-2-4 0 0,-1 0 1 0 0,0 0-1 0 0,1 0 1 0 0,-1 0-1 0 0,1 0 0 0 0,-1 0 1 0 0,1 0-1 0 0,-1 0 1 0 0,0 0-1 0 0,1 0 1 0 0,-1 0-1 0 0,1 0 0 0 0,-1 0 1 0 0,0 0-1 0 0,1-1 1 0 0,-1 1-1 0 0,1 0 0 0 0,-1 0 1 0 0,0 0-1 0 0,1-1 1 0 0,-1 1-1 0 0,0 0 1 0 0,1 0-1 0 0,-1-1 0 0 0,0 1 1 0 0,1 0-1 0 0,-1-1 1 0 0,0 0-1 0 0,3-3-19 0 0,-1 0-1 0 0,0 0 1 0 0,0-1 0 0 0,0 1 0 0 0,0-1-1 0 0,0-5 1 0 0,9-36 24 0 0,-5 20 10 0 0,0 0 1 0 0,2 0-1 0 0,0 1 1 0 0,2 0-1 0 0,1 0 1 0 0,15-25 0 0 0,-25 49 7 0 0,-1 0 1 0 0,1 0 0 0 0,-1 1-1 0 0,1-1 1 0 0,-1 0 0 0 0,1 0-1 0 0,-1 1 1 0 0,1-1 0 0 0,0 0-1 0 0,-1 1 1 0 0,1-1 0 0 0,0 1-1 0 0,-1-1 1 0 0,1 1 0 0 0,0-1-1 0 0,0 1 1 0 0,0 0 0 0 0,0-1 0 0 0,-1 1-1 0 0,1 0 1 0 0,0-1 0 0 0,0 1-1 0 0,0 0 1 0 0,0 0 0 0 0,0 0-1 0 0,0 0 1 0 0,0 0 0 0 0,-1 0-1 0 0,1 0 1 0 0,2 0 0 0 0,-1 2 13 0 0,0-1 0 0 0,-1 0 0 0 0,1 0 1 0 0,0 1-1 0 0,-1-1 0 0 0,1 0 0 0 0,-1 1 0 0 0,0 0 1 0 0,1-1-1 0 0,-1 1 0 0 0,0 0 0 0 0,2 3 1 0 0,3 8 114 0 0,0 0 0 0 0,7 25 1 0 0,-13-37-143 0 0,17 64 160 0 0,12 40-32 0 0,-24-91-528 0 0,0-1 1 0 0,1 0-1 0 0,1 0 0 0 0,0-1 1 0 0,13 18-1 0 0,-9-16-919 0 0</inkml:trace>
</inkml:ink>
</file>

<file path=ppt/ink/ink2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9:15.65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21 69 2761 0 0,'15'-47'13549'0'0,"-18"57"-13086"0"0,0 0 0 0 0,1 1-1 0 0,0 0 1 0 0,1 0 0 0 0,0-1-1 0 0,0 1 1 0 0,1 0 0 0 0,3 17 0 0 0,-3-24-400 0 0,1 1 0 0 0,0-1 0 0 0,0 1 0 0 0,1-1 1 0 0,-1 0-1 0 0,1 0 0 0 0,0 0 0 0 0,0 0 0 0 0,1 0 1 0 0,3 5-1 0 0,-4-7-14 0 0,0 0 0 0 0,0 0 0 0 0,0 0 0 0 0,0 0 0 0 0,0-1 0 0 0,1 1 0 0 0,-1-1 0 0 0,1 0 0 0 0,-1 0 0 0 0,1 1 0 0 0,-1-2 0 0 0,1 1 0 0 0,0 0 0 0 0,-1 0 0 0 0,1-1 0 0 0,0 0 0 0 0,-1 1 0 0 0,5-1 0 0 0,-5 0-37 0 0,1 0 0 0 0,-1-1 0 0 0,0 1 1 0 0,0 0-1 0 0,0-1 0 0 0,1 0 0 0 0,-1 1 0 0 0,0-1 0 0 0,0 0 1 0 0,0 0-1 0 0,0 0 0 0 0,0 0 0 0 0,-1 0 0 0 0,1-1 1 0 0,0 1-1 0 0,0-1 0 0 0,-1 1 0 0 0,1-1 0 0 0,-1 1 1 0 0,1-1-1 0 0,-1 0 0 0 0,0 0 0 0 0,0 0 0 0 0,0 0 1 0 0,0 0-1 0 0,0 0 0 0 0,0 0 0 0 0,0 0 0 0 0,-1 0 1 0 0,1 0-1 0 0,-1 0 0 0 0,1 0 0 0 0,-1-1 0 0 0,0 1 1 0 0,0-4-1 0 0,0-1-24 0 0,0 0-1 0 0,0 0 1 0 0,-1 1 0 0 0,1-1-1 0 0,-2 0 1 0 0,1 1 0 0 0,-1-1 0 0 0,0 0-1 0 0,0 1 1 0 0,-5-10 0 0 0,3 10-32 0 0,0-1-1 0 0,-1 1 1 0 0,1 0 0 0 0,-1 0-1 0 0,-1 1 1 0 0,1 0 0 0 0,-1 0 0 0 0,0 0-1 0 0,-9-6 1 0 0,13 10-130 0 0,1 0-1 0 0,-1 0 1 0 0,0 0 0 0 0,0 0-1 0 0,0 1 1 0 0,0-1-1 0 0,0 1 1 0 0,-1-1 0 0 0,1 1-1 0 0,0-1 1 0 0,0 1-1 0 0,0 0 1 0 0,0 0 0 0 0,0 0-1 0 0,0 1 1 0 0,-1-1-1 0 0,1 0 1 0 0,0 1 0 0 0,0-1-1 0 0,0 1 1 0 0,0 0 0 0 0,0 0-1 0 0,0 0 1 0 0,0 0-1 0 0,1 0 1 0 0,-1 0 0 0 0,0 0-1 0 0,0 0 1 0 0,1 1-1 0 0,-1-1 1 0 0,1 1 0 0 0,-1-1-1 0 0,1 1 1 0 0,0 0-1 0 0,-1 0 1 0 0,1-1 0 0 0,-1 4-1 0 0</inkml:trace>
</inkml:ink>
</file>

<file path=ppt/ink/ink2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9:15.92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26 2304 0 0,'8'-26'14487'0'0,"-3"50"-12807"0"0,3 64 522 0 0,-3 96 0 0 0,4 42-2328 0 0,13-77-136 0 0,-13-115-356 0 0</inkml:trace>
</inkml:ink>
</file>

<file path=ppt/ink/ink2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9:16.42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146 447 12443 0 0,'0'-2'257'0'0,"1"1"0"0"0,-1-1 0 0 0,0 0 0 0 0,0 1 1 0 0,0-1-1 0 0,0 0 0 0 0,0 1 0 0 0,0-1 0 0 0,0 0 1 0 0,0 1-1 0 0,0-1 0 0 0,-1 1 0 0 0,1-1 0 0 0,-1 0 1 0 0,1 1-1 0 0,-1-1 0 0 0,-1-2 0 0 0,1 4-101 0 0,0-1 0 0 0,0 1 0 0 0,0 0-1 0 0,0-1 1 0 0,0 1 0 0 0,-1 0 0 0 0,1 0-1 0 0,0-1 1 0 0,0 1 0 0 0,0 0 0 0 0,0 0 0 0 0,0 0-1 0 0,0 1 1 0 0,0-1 0 0 0,-1 0 0 0 0,1 0 0 0 0,0 0-1 0 0,0 1 1 0 0,0-1 0 0 0,0 1 0 0 0,0-1-1 0 0,0 1 1 0 0,0-1 0 0 0,0 1 0 0 0,0-1 0 0 0,1 1-1 0 0,-1 0 1 0 0,-1 1 0 0 0,-8 5-57 0 0,1 1-1 0 0,0-1 1 0 0,0 2 0 0 0,1-1 0 0 0,0 1-1 0 0,0 1 1 0 0,1-1 0 0 0,0 1 0 0 0,-8 18-1 0 0,11-22-105 0 0,2-1-1 0 0,-1 1 1 0 0,1 0-1 0 0,0 0 0 0 0,0 0 1 0 0,0 0-1 0 0,1 0 1 0 0,0 0-1 0 0,0 1 1 0 0,1-1-1 0 0,0 0 0 0 0,0 1 1 0 0,0-1-1 0 0,1 0 1 0 0,-1 0-1 0 0,2 1 0 0 0,-1-1 1 0 0,1 0-1 0 0,0 0 1 0 0,3 6-1 0 0,-5-11-48 0 0,1 1-1 0 0,0 0 1 0 0,-1-1-1 0 0,1 1 1 0 0,0-1 0 0 0,0 1-1 0 0,0-1 1 0 0,0 0-1 0 0,1 1 1 0 0,-1-1-1 0 0,0 0 1 0 0,0 0 0 0 0,1 0-1 0 0,-1 0 1 0 0,1 0-1 0 0,-1 0 1 0 0,1 0 0 0 0,-1 0-1 0 0,1-1 1 0 0,0 1-1 0 0,-1-1 1 0 0,1 1-1 0 0,0-1 1 0 0,-1 0 0 0 0,1 1-1 0 0,0-1 1 0 0,0 0-1 0 0,-1 0 1 0 0,1 0 0 0 0,0 0-1 0 0,-1-1 1 0 0,1 1-1 0 0,0 0 1 0 0,0-1-1 0 0,-1 1 1 0 0,1-1 0 0 0,0 1-1 0 0,-1-1 1 0 0,1 0-1 0 0,-1 0 1 0 0,1 0-1 0 0,-1 0 1 0 0,0 0 0 0 0,1 0-1 0 0,-1 0 1 0 0,0 0-1 0 0,2-2 1 0 0,4-4-469 0 0,0-1-1 0 0,0 1 1 0 0,-1-1 0 0 0,0-1-1 0 0,0 1 1 0 0,8-18 0 0 0,-2-2-274 0 0,-2-1 0 0 0,-1 0 0 0 0,0-1 1 0 0,-3 0-1 0 0,0 0 0 0 0,-2-1 0 0 0,0-44 0 0 0,-4 28 1351 0 0,-7-54-1 0 0,-17-40 4291 0 0,15 116-2040 0 0,3 22-545 0 0,1 16-1237 0 0,1 10-722 0 0,2-1 0 0 0,0 1-1 0 0,2-1 1 0 0,3 37 0 0 0,23 89 64 0 0,-17-111-279 0 0,2-1 0 0 0,1 0 0 0 0,2 0 0 0 0,2-2 0 0 0,1 0 0 0 0,2-1 0 0 0,34 48 0 0 0,-30-51-998 0 0,2-2 1 0 0,32 30-1 0 0,-31-35-6831 0 0</inkml:trace>
</inkml:ink>
</file>

<file path=ppt/ink/ink2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9:16.54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58 20 456 0 0,'4'-19'17236'0'0,"-10"20"-15212"0"0,-1 0-7 0 0,-1 2-1737 0 0,0 0-352 0 0,-1 0-72 0 0,1 1-16 0 0,1 0 160 0 0,-1-5 0 0 0</inkml:trace>
</inkml:ink>
</file>

<file path=ppt/ink/ink2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9:41.38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727 213 5065 0 0,'-3'-20'1439'0'0,"0"1"1"0"0,-1 0-1 0 0,-1 0 0 0 0,-8-21 1 0 0,10 34-1061 0 0,1 1 0 0 0,-1-1 0 0 0,-1 1 0 0 0,1-1 1 0 0,-1 1-1 0 0,0 0 0 0 0,0 0 0 0 0,0 0 0 0 0,-1 1 1 0 0,1 0-1 0 0,-1 0 0 0 0,0 0 0 0 0,-1 0 0 0 0,1 1 1 0 0,0 0-1 0 0,-11-5 0 0 0,8 5-197 0 0,-1 1 0 0 0,1-1 0 0 0,-1 2 0 0 0,1-1 0 0 0,-1 1 0 0 0,1 0 0 0 0,-1 1 0 0 0,0 0 0 0 0,0 0 0 0 0,1 1 0 0 0,-14 2 0 0 0,9 1-45 0 0,-1 0-1 0 0,1 1 1 0 0,0 0-1 0 0,1 1 1 0 0,-1 0 0 0 0,-17 12-1 0 0,-3 7-24 0 0,2 1 0 0 0,0 1 0 0 0,-51 60-1 0 0,61-61-71 0 0,2 2-1 0 0,0 0 1 0 0,2 0-1 0 0,1 2 1 0 0,1 0-1 0 0,1 1 0 0 0,2 1 1 0 0,-12 51-1 0 0,7-7 74 0 0,3 0 0 0 0,-6 126 0 0 0,13 82 11 0 0,9-214-83 0 0,2 0 1 0 0,16 72-1 0 0,-4-79-16 0 0,4-1-1 0 0,1-1 1 0 0,37 72 0 0 0,12 31 12 0 0,-55-124-37 0 0,2 0 0 0 0,43 71 0 0 0,-47-91 0 0 0,1 0 0 0 0,1-2 0 0 0,1 0 0 0 0,1 0 0 0 0,0-2 0 0 0,37 27 0 0 0,-7-8-104 0 0,1-3 1 0 0,3-2-1 0 0,89 40 0 0 0,-127-64 82 0 0,1-2-1 0 0,0 0 1 0 0,0-1-1 0 0,0 0 1 0 0,1-1-1 0 0,-1-1 0 0 0,1 0 1 0 0,-1-1-1 0 0,1 0 1 0 0,27-5-1 0 0,-32 2 22 0 0,1 0 0 0 0,-2 0 0 0 0,1-1 0 0 0,0 0 0 0 0,-1 0 0 0 0,1-1 0 0 0,-1 0 0 0 0,-1-1 0 0 0,1 0-1 0 0,-1-1 1 0 0,0 0 0 0 0,0 0 0 0 0,-1 0 0 0 0,0-1 0 0 0,12-17 0 0 0,8-21 1 0 0,-2-1 0 0 0,-3-2 0 0 0,-1 0 0 0 0,25-94 0 0 0,-36 101 48 0 0,-3-1 0 0 0,-1 0 0 0 0,-2 0 0 0 0,-3-59 0 0 0,4-39 40 0 0,6-122 39 0 0,-13 210-78 0 0,-2 0 1 0 0,-21-103-1 0 0,10 91-13 0 0,-14-61 304 0 0,-67-182 0 0 0,84 282-314 0 0,-1 1 0 0 0,-2-1 0 0 0,0 2 1 0 0,-1 0-1 0 0,-1 1 0 0 0,-2 1 0 0 0,0 1 0 0 0,-1 0 0 0 0,-1 2 1 0 0,-34-25-1 0 0,27 22-356 0 0,0-1 217 0 0,-58-35 1 0 0,76 53-417 0 0,0-1 0 0 0,-1 1-1 0 0,0 1 1 0 0,0 0 0 0 0,-1 1-1 0 0,1 0 1 0 0,-1 1 0 0 0,1 0-1 0 0,-22-1 1 0 0</inkml:trace>
</inkml:ink>
</file>

<file path=ppt/ink/ink2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9:42.74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0 289 4145 0 0,'6'-39'3247'0'0,"-2"-1"-1"0"0,-2-1 1 0 0,-7-77 0 0 0,4 109-3008 0 0,1 7 15 0 0,-1 0 0 0 0,1-1 1 0 0,0 1-1 0 0,0 0 0 0 0,0-1 1 0 0,0 1-1 0 0,0 0 1 0 0,0-1-1 0 0,2-3 0 0 0,-1 5-159 0 0,-1 0-1 0 0,1 0 1 0 0,0 0-1 0 0,0 0 0 0 0,0 0 1 0 0,0 0-1 0 0,0 0 1 0 0,1 0-1 0 0,-1 0 1 0 0,0 1-1 0 0,0-1 1 0 0,1 1-1 0 0,-1-1 0 0 0,0 1 1 0 0,0-1-1 0 0,1 1 1 0 0,-1-1-1 0 0,3 1 1 0 0,-3 0-95 0 0,-1 0-1 0 0,1 0 1 0 0,0 0 0 0 0,-1 0 0 0 0,1 1 0 0 0,0-1 0 0 0,-1 0 0 0 0,1 0 0 0 0,0 1 0 0 0,-1-1 0 0 0,1 0-1 0 0,-1 1 1 0 0,1-1 0 0 0,-1 0 0 0 0,1 1 0 0 0,-1-1 0 0 0,1 1 0 0 0,-1-1 0 0 0,1 1 0 0 0,-1-1-1 0 0,1 1 1 0 0,-1 0 0 0 0,0-1 0 0 0,1 1 0 0 0,-1-1 0 0 0,0 1 0 0 0,0 0 0 0 0,1-1 0 0 0,-1 1 0 0 0,0 0-1 0 0,0 0 1 0 0,6 27 11 0 0,-5-25-5 0 0,13 108 113 0 0,1 150 0 0 0,-4-27-18 0 0,26 75-807 0 0,-36-289 19 0 0</inkml:trace>
</inkml:ink>
</file>

<file path=ppt/ink/ink2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9:43.28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0 162 2304 0 0,'1'-3'51'0'0,"-1"0"0"0"0,1 0-1 0 0,0 0 1 0 0,0 0 0 0 0,0 0-1 0 0,0 0 1 0 0,1 0-1 0 0,-1 1 1 0 0,1-1 0 0 0,0 0-1 0 0,-1 1 1 0 0,1-1 0 0 0,0 1-1 0 0,1 0 1 0 0,-1 0-1 0 0,3-3 1 0 0,45-31 1813 0 0,-42 30-1424 0 0,8-4 229 0 0,1 1 0 0 0,0 0-1 0 0,0 1 1 0 0,1 0 0 0 0,0 2 0 0 0,0 0 0 0 0,25-4-1 0 0,-33 8-404 0 0,0 1 0 0 0,0-1-1 0 0,1 2 1 0 0,-1 0-1 0 0,0 0 1 0 0,0 1-1 0 0,1 0 1 0 0,-1 0 0 0 0,0 1-1 0 0,0 1 1 0 0,0 0-1 0 0,0 0 1 0 0,-1 1-1 0 0,1 0 1 0 0,10 7 0 0 0,-17-9-238 0 0,-1 0 0 0 0,1 0 0 0 0,-1 1 0 0 0,1-1 0 0 0,-1 1 1 0 0,0-1-1 0 0,0 1 0 0 0,0 0 0 0 0,-1 0 0 0 0,1 0 1 0 0,-1 0-1 0 0,1 0 0 0 0,-1 0 0 0 0,0 1 0 0 0,0-1 0 0 0,0 0 1 0 0,-1 1-1 0 0,1-1 0 0 0,-1 0 0 0 0,0 1 0 0 0,0-1 1 0 0,0 1-1 0 0,0-1 0 0 0,-1 0 0 0 0,1 1 0 0 0,-2 3 0 0 0,-2 10-41 0 0,0-1 0 0 0,-2 1-1 0 0,-12 27 1 0 0,16-39 12 0 0,-31 58-1 0 0,-2 0 0 0 0,-51 66 0 0 0,66-100 4 0 0,19-27-17 0 0,0 0 0 0 0,-1-1 0 0 0,1 1 0 0 0,0 0 0 0 0,0 0 0 0 0,0 0 0 0 0,0-1 0 0 0,0 1 0 0 0,0 0 0 0 0,1 0 0 0 0,-1 0 0 0 0,1 1 0 0 0,-1-1 0 0 0,1 0 0 0 0,0 0 0 0 0,0 0 0 0 0,0 4 0 0 0,1-5-1 0 0,0 0 0 0 0,0 0 0 0 0,0 0-1 0 0,0 1 1 0 0,0-1 0 0 0,1-1 0 0 0,-1 1-1 0 0,0 0 1 0 0,1 0 0 0 0,-1 0-1 0 0,1-1 1 0 0,-1 1 0 0 0,0 0 0 0 0,1-1-1 0 0,0 0 1 0 0,-1 1 0 0 0,1-1 0 0 0,-1 0-1 0 0,1 0 1 0 0,-1 0 0 0 0,1 0 0 0 0,0 0-1 0 0,1 0 1 0 0,86 0-1225 0 0,-48-2 1114 0 0,43 6 1 0 0,-73-3 192 0 0,1 0 1 0 0,-1 1 0 0 0,1 1 0 0 0,-1 0-1 0 0,0 1 1 0 0,0 0 0 0 0,0 1 0 0 0,12 7 0 0 0,-19-10 10 0 0,0 1 1 0 0,0-1 0 0 0,0 1 0 0 0,0 0 0 0 0,-1 1-1 0 0,0-1 1 0 0,1 0 0 0 0,-1 1 0 0 0,0 0-1 0 0,-1 0 1 0 0,1 0 0 0 0,-1 0 0 0 0,0 0 0 0 0,0 0-1 0 0,0 1 1 0 0,0-1 0 0 0,1 9 0 0 0,-2-6 48 0 0,0 0 1 0 0,-1 1 0 0 0,0-1 0 0 0,-1 0 0 0 0,1 0-1 0 0,-1 1 1 0 0,-1-1 0 0 0,1 0 0 0 0,-1 0-1 0 0,-5 11 1 0 0,-3 3 164 0 0,-1 1 0 0 0,-1-1-1 0 0,-1-1 1 0 0,-1 0 0 0 0,-31 34 0 0 0,10-21-409 0 0,10-14-2698 0 0</inkml:trace>
</inkml:ink>
</file>

<file path=ppt/ink/ink2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9:43.51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 8754 0 0,'3'0'310'0'0,"0"1"0"0"0,0 0 0 0 0,1 0 0 0 0,-1 0-1 0 0,0 0 1 0 0,0 0 0 0 0,0 0 0 0 0,0 1 0 0 0,-1 0 0 0 0,1-1 0 0 0,0 1 0 0 0,-1 0 0 0 0,1 0 0 0 0,-1 1 0 0 0,0-1 0 0 0,1 0-1 0 0,-1 1 1 0 0,0 0 0 0 0,-1-1 0 0 0,1 1 0 0 0,1 3 0 0 0,2 2 270 0 0,-1-1-1 0 0,-1 1 1 0 0,0 0 0 0 0,0 0-1 0 0,0 1 1 0 0,3 16 0 0 0,-4 8-38 0 0,-1 1 1 0 0,-5 44 0 0 0,0 20-1104 0 0,5-81-580 0 0,0-1 0 0 0,1 1 1 0 0,7 29-1 0 0</inkml:trace>
</inkml:ink>
</file>

<file path=ppt/ink/ink2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9:43.69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 13 8290 0 0,'-2'-6'736'0'0,"-1"2"-584"0"0,2 2-152 0 0,0 1 304 0 0,1 2 0 0 0,1 1-688 0 0,0-1-96 0 0,4 2-32 0 0,23 0-88 0 0,-20-7 600 0 0</inkml:trace>
</inkml:ink>
</file>

<file path=ppt/ink/ink2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19:44.24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256 1 5529 0 0,'-5'1'108'0'0,"0"0"-1"0"0,0 0 0 0 0,1 1 1 0 0,-1-1-1 0 0,1 1 0 0 0,-1 1 1 0 0,1-1-1 0 0,0 1 1 0 0,-1-1-1 0 0,1 1 0 0 0,-6 6 1 0 0,-39 45 1315 0 0,30-31-1250 0 0,7-10-28 0 0,-54 66 653 0 0,59-69-669 0 0,0 0 0 0 0,1 0 0 0 0,0 0 0 0 0,1 1 0 0 0,0 0 0 0 0,-5 16 0 0 0,10-25-122 0 0,-1 0 1 0 0,1-1 0 0 0,-1 1 0 0 0,1 0-1 0 0,-1 0 1 0 0,1 0 0 0 0,0-1 0 0 0,0 1-1 0 0,0 0 1 0 0,0 0 0 0 0,0 0 0 0 0,1 0 0 0 0,-1-1-1 0 0,0 1 1 0 0,1 0 0 0 0,-1 0 0 0 0,1-1-1 0 0,0 1 1 0 0,0 0 0 0 0,-1-1 0 0 0,3 4 0 0 0,-1-4-35 0 0,-1 0 0 0 0,1 0 1 0 0,0 0-1 0 0,-1 0 0 0 0,1 0 1 0 0,0 0-1 0 0,0 0 0 0 0,0-1 1 0 0,0 1-1 0 0,-1-1 0 0 0,1 1 1 0 0,0-1-1 0 0,0 0 0 0 0,0 0 1 0 0,0 0-1 0 0,4 0 0 0 0,3-1-8 0 0,-1 0 0 0 0,1-1 0 0 0,-1 0-1 0 0,1 0 1 0 0,-1-1 0 0 0,0 0 0 0 0,14-7-1 0 0,-12 3 505 0 0,1-1-1 0 0,-1 0 0 0 0,-1-1 0 0 0,0 0 0 0 0,0-1 0 0 0,0 1 0 0 0,-1-2 1 0 0,8-12-1 0 0,-7 9 215 0 0,1 0 0 0 0,1 1 0 0 0,23-22 0 0 0,-32 33-596 0 0,0 0 0 0 0,0 1 0 0 0,0-1-1 0 0,0 0 1 0 0,1 1 0 0 0,-1-1 0 0 0,1 1 0 0 0,-1 0 0 0 0,1 0 0 0 0,-1 0 0 0 0,1 0 0 0 0,0 0-1 0 0,-1 1 1 0 0,1-1 0 0 0,0 1 0 0 0,0 0 0 0 0,-1-1 0 0 0,1 1 0 0 0,0 1 0 0 0,0-1 0 0 0,0 0-1 0 0,4 2 1 0 0,-4-1-16 0 0,-1 1-1 0 0,1-1 1 0 0,0 1-1 0 0,-1 0 1 0 0,0 0-1 0 0,1 0 1 0 0,-1 0-1 0 0,0 0 1 0 0,0 0 0 0 0,0 1-1 0 0,0-1 1 0 0,0 1-1 0 0,-1-1 1 0 0,1 1-1 0 0,-1 0 1 0 0,0 0-1 0 0,0 0 1 0 0,0-1-1 0 0,0 1 1 0 0,1 4-1 0 0,5 29 30 0 0,-1 0 1 0 0,-2 0-1 0 0,-2 0 0 0 0,-1 1 0 0 0,-1-1 0 0 0,-3 0 1 0 0,-10 62-1 0 0,10-88 17 0 0,1 0 1 0 0,-1 0 0 0 0,-1 0-1 0 0,0-1 1 0 0,0 1 0 0 0,-1-1-1 0 0,0 0 1 0 0,-1 0 0 0 0,0-1-1 0 0,-8 10 1 0 0,11-14-55 0 0,-1 0 0 0 0,0 0 0 0 0,-1 0 0 0 0,1-1 1 0 0,0 0-1 0 0,-1 0 0 0 0,0 0 0 0 0,0 0 0 0 0,0-1 0 0 0,0 1 0 0 0,0-1 0 0 0,0-1 0 0 0,-1 1 0 0 0,1-1 0 0 0,0 0 1 0 0,-1 0-1 0 0,1 0 0 0 0,-1-1 0 0 0,0 0 0 0 0,-9-1 0 0 0,13 1-189 0 0,0-1 0 0 0,0 1-1 0 0,0-1 1 0 0,-1 1 0 0 0,1-1 0 0 0,0 0-1 0 0,0 0 1 0 0,0 0 0 0 0,0 0 0 0 0,0-1-1 0 0,0 1 1 0 0,1 0 0 0 0,-1-1 0 0 0,-2-2-1 0 0</inkml:trace>
</inkml:ink>
</file>

<file path=ppt/ink/ink2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16.01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77 143 4609 0 0,'-4'-27'1407'0'0,"2"14"-302"0"0,-1 1 0 0 0,2-1 1 0 0,0 0-1 0 0,1 0 0 0 0,0 0 0 0 0,5-24 526 0 0,-5 37-1598 0 0,0 0 0 0 0,0 0 0 0 0,0 0 0 0 0,0 0-1 0 0,0 0 1 0 0,0 1 0 0 0,0-1 0 0 0,1 0 0 0 0,-1 0 0 0 0,0 0 0 0 0,0 0-1 0 0,0 0 1 0 0,0 0 0 0 0,0 0 0 0 0,0 0 0 0 0,0 0 0 0 0,0 0 0 0 0,0 0-1 0 0,2-1 527 0 0,-2 1-526 0 0,0 0 0 0 0,0-1 0 0 0,0 1 0 0 0,0 0-1 0 0,0 0 1 0 0,0 0 0 0 0,0 0 0 0 0,0 0 0 0 0,0 0 0 0 0,0 0 0 0 0,0 0-1 0 0,0 0 1 0 0,0-1 0 0 0,0 1 0 0 0,0 0 0 0 0,0 0 0 0 0,0 0 0 0 0,5 12 930 0 0,3 14-78 0 0,1 55 445 0 0,-4 2 0 0 0,-7 117 0 0 0,-1-98-963 0 0,4-8-194 0 0,0-31-281 0 0,-10 88-1 0 0,8-147-194 0 0,0 1 0 0 0,0-1 0 0 0,0 0 0 0 0,-1 0 1 0 0,1 0-1 0 0,-1-1 0 0 0,0 1 0 0 0,0 0 0 0 0,-1 0 0 0 0,1-1 0 0 0,-1 0 0 0 0,-3 4 0 0 0,5-6 130 0 0,0 0 0 0 0,1 0 0 0 0,-1-1-1 0 0,0 1 1 0 0,-1 0 0 0 0,1 0 0 0 0,0-1 0 0 0,0 1 0 0 0,0 0-1 0 0,0-1 1 0 0,0 1 0 0 0,-1-1 0 0 0,1 0 0 0 0,0 1-1 0 0,0-1 1 0 0,-1 0 0 0 0,1 0 0 0 0,0 0 0 0 0,0 0-1 0 0,-1 0 1 0 0,1 0 0 0 0,0 0 0 0 0,-1 0 0 0 0,1 0-1 0 0,0-1 1 0 0,0 1 0 0 0,-1 0 0 0 0,1-1 0 0 0,0 1-1 0 0,0-1 1 0 0,0 1 0 0 0,0-1 0 0 0,-1 0 0 0 0,1 0 0 0 0,0 1-1 0 0,0-1 1 0 0,1 0 0 0 0,-1 0 0 0 0,0 0 0 0 0,0 0-1 0 0,0 0 1 0 0,-1-2 0 0 0,1 0 164 0 0,-1 0 0 0 0,1 0 0 0 0,-1 0 0 0 0,1 1 0 0 0,0-2 0 0 0,0 1 0 0 0,1 0 0 0 0,-1 0 0 0 0,1 0 0 0 0,-1-5 0 0 0,1 6-1 0 0,-2-18-60 0 0</inkml:trace>
</inkml:ink>
</file>

<file path=ppt/ink/ink2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16.42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140 82 1840 0 0,'1'-5'292'0'0,"-1"0"0"0"0,1 0 0 0 0,-1 0-1 0 0,-1 1 1 0 0,1-1 0 0 0,-2-8-1 0 0,-19-26 10354 0 0,21 39-10579 0 0,-9 12 1271 0 0,-3 14-486 0 0,-78 226 1740 0 0,88-249-2564 0 0,1 0 1 0 0,0 0-1 0 0,1 0 0 0 0,-1 1 0 0 0,0-1 1 0 0,1 0-1 0 0,0 1 0 0 0,0-1 0 0 0,0 0 1 0 0,0 1-1 0 0,0-1 0 0 0,2 4 0 0 0,-2-6-18 0 0,0 0-1 0 0,0-1 1 0 0,1 1-1 0 0,-1-1 0 0 0,0 1 1 0 0,1-1-1 0 0,-1 1 1 0 0,0-1-1 0 0,1 1 1 0 0,-1-1-1 0 0,1 1 0 0 0,-1-1 1 0 0,1 0-1 0 0,-1 1 1 0 0,1-1-1 0 0,-1 0 1 0 0,1 1-1 0 0,-1-1 0 0 0,1 0 1 0 0,-1 0-1 0 0,1 1 1 0 0,0-1-1 0 0,-1 0 1 0 0,1 0-1 0 0,0 0 1 0 0,1 0-8 0 0,0 0 1 0 0,0 0-1 0 0,0-1 1 0 0,0 1 0 0 0,0-1-1 0 0,0 1 1 0 0,0-1 0 0 0,-1 0-1 0 0,1 1 1 0 0,0-1 0 0 0,0 0-1 0 0,1-2 1 0 0,7-4-27 0 0,0 0 0 0 0,0-1 0 0 0,-1-1 1 0 0,0 1-1 0 0,0-2 0 0 0,9-12 0 0 0,40-67 123 0 0,-9 13 719 0 0,-37 57-472 0 0,26-32 531 0 0,-36 49-816 0 0,0 0 0 0 0,0-1 0 0 0,1 1 0 0 0,-1 0-1 0 0,0 0 1 0 0,1 1 0 0 0,-1-1 0 0 0,1 0 0 0 0,0 1-1 0 0,0 0 1 0 0,0-1 0 0 0,-1 1 0 0 0,1 0 0 0 0,0 1 0 0 0,0-1-1 0 0,5 0 1 0 0,-7 1-33 0 0,1 0 0 0 0,0 1 0 0 0,0-1 0 0 0,0 1 0 0 0,0 0-1 0 0,-1 0 1 0 0,1-1 0 0 0,0 1 0 0 0,-1 0 0 0 0,1 0 0 0 0,-1 1 0 0 0,1-1 0 0 0,-1 0-1 0 0,1 0 1 0 0,-1 1 0 0 0,0-1 0 0 0,1 1 0 0 0,-1-1 0 0 0,1 4 0 0 0,22 39 305 0 0,-16-27-175 0 0,-3-8-283 0 0,0-1 0 0 0,0-1 1 0 0,1 1-1 0 0,0-1 0 0 0,0 0 0 0 0,0 0 0 0 0,1-1 0 0 0,0 0 0 0 0,1 0 1 0 0,0 0-1 0 0,-1-1 0 0 0,2-1 0 0 0,-1 1 0 0 0,0-1 0 0 0,10 3 0 0 0,11 2-7766 0 0</inkml:trace>
</inkml:ink>
</file>

<file path=ppt/ink/ink2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17.73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91 46 5529 0 0,'-1'-3'380'0'0,"1"0"1"0"0,-1 1-1 0 0,0-1 0 0 0,0 0 1 0 0,0 1-1 0 0,-1-1 0 0 0,1 1 0 0 0,-1 0 1 0 0,1-1-1 0 0,-1 1 0 0 0,0 0 0 0 0,0 0 1 0 0,0 0-1 0 0,0 0 0 0 0,0 0 1 0 0,0 1-1 0 0,-4-3 0 0 0,5 4-232 0 0,0-1-1 0 0,0 1 1 0 0,0-1 0 0 0,0 1-1 0 0,-1 0 1 0 0,1-1-1 0 0,0 1 1 0 0,0 0 0 0 0,0 0-1 0 0,-1 0 1 0 0,1 0 0 0 0,0 0-1 0 0,0 0 1 0 0,-1 1-1 0 0,1-1 1 0 0,0 0 0 0 0,0 0-1 0 0,0 1 1 0 0,0-1 0 0 0,-1 1-1 0 0,1-1 1 0 0,0 1-1 0 0,0 0 1 0 0,0-1 0 0 0,0 1-1 0 0,0 0 1 0 0,0 0 0 0 0,0 0-1 0 0,1-1 1 0 0,-1 1-1 0 0,0 0 1 0 0,0 0 0 0 0,1 0-1 0 0,-1 0 1 0 0,0 1 0 0 0,1-1-1 0 0,-1 0 1 0 0,1 0-1 0 0,0 0 1 0 0,-1 2 0 0 0,-4 10 167 0 0,1-1 0 0 0,1 1 0 0 0,0 0 0 0 0,1 0 0 0 0,1 0 1 0 0,0 1-1 0 0,0 15 0 0 0,12 95 476 0 0,-4-78-482 0 0,2-2 0 0 0,31 87-1 0 0,47 77-954 0 0,-43-108-1545 0 0,-42-96 1556 0 0,0 1-1 0 0,0-1 1 0 0,-1 1-1 0 0,0-1 1 0 0,0 1-1 0 0,0-1 0 0 0,0 1 1 0 0,-1 9-1 0 0</inkml:trace>
</inkml:ink>
</file>

<file path=ppt/ink/ink2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17.88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25 198 456 0 0,'0'-1'-23'0'0,"-5"-6"910"0"0,1-1-1 0 0,1 0 1 0 0,0-1-1 0 0,0 1 1 0 0,-2-13-1 0 0,4 19-658 0 0,1 0 0 0 0,0 0 0 0 0,0 0 0 0 0,0 0 1 0 0,0 0-1 0 0,0 0 0 0 0,1 0 0 0 0,-1 0 0 0 0,0 0 0 0 0,1 0 0 0 0,0 0 0 0 0,-1 0 0 0 0,1 1 0 0 0,0-1 0 0 0,0 0 0 0 0,0 0 1 0 0,0 1-1 0 0,0-1 0 0 0,1 1 0 0 0,-1-1 0 0 0,0 1 0 0 0,1-1 0 0 0,-1 1 0 0 0,1 0 0 0 0,-1 0 0 0 0,1 0 0 0 0,0-1 1 0 0,-1 2-1 0 0,5-3 0 0 0,38-18 1756 0 0,-7 2-1907 0 0,64-21 1 0 0,-85 35-5378 0 0</inkml:trace>
</inkml:ink>
</file>

<file path=ppt/ink/ink2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18.07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0 6449 0 0,'3'1'297'0'0,"0"-1"-1"0"0,0 1 0 0 0,0 0 1 0 0,0 0-1 0 0,0 0 0 0 0,-1 1 1 0 0,1-1-1 0 0,0 1 0 0 0,-1-1 1 0 0,1 1-1 0 0,-1 0 0 0 0,1 0 1 0 0,-1 0-1 0 0,0 0 1 0 0,0 0-1 0 0,0 1 0 0 0,0-1 1 0 0,0 1-1 0 0,3 4 0 0 0,-1 1 421 0 0,1-1-1 0 0,-1 1 1 0 0,-1 0-1 0 0,1 0 1 0 0,3 16 0 0 0,6 58-112 0 0,-10-46-5714 0 0</inkml:trace>
</inkml:ink>
</file>

<file path=ppt/ink/ink2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18.24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16 79 4145 0 0,'-15'-78'10824'0'0,"15"79"-10864"0"0,0 0-1 0 0,0 0 1 0 0,0 0 0 0 0,0 0-1 0 0,0 0 1 0 0,0 0 0 0 0,0 0-1 0 0,0 0 1 0 0,0 0 0 0 0,1 0 0 0 0,-1 0-1 0 0,0 0 1 0 0,1 0 0 0 0,-1-1-1 0 0,0 1 1 0 0,1 0 0 0 0,-1 0-1 0 0,1 0 1 0 0,0 0 0 0 0,-1 0 0 0 0,1-1-1 0 0,0 1 1 0 0,0 1 0 0 0,2 1-51 0 0,0 0 0 0 0,0 0 1 0 0,0-1-1 0 0,1 1 0 0 0,-1-1 1 0 0,1 0-1 0 0,0 1 0 0 0,-1-1 0 0 0,7 2 1 0 0,10 2 30 0 0</inkml:trace>
</inkml:ink>
</file>

<file path=ppt/ink/ink2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18.63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1 219 920 0 0,'0'-2'331'0'0,"1"0"1"0"0,-1 0-1 0 0,1 0 0 0 0,0 0 0 0 0,-1 0 0 0 0,1 0 1 0 0,0 0-1 0 0,0 1 0 0 0,1-1 0 0 0,-1 0 0 0 0,0 1 1 0 0,0-1-1 0 0,1 1 0 0 0,-1-1 0 0 0,1 1 0 0 0,-1 0 1 0 0,1-1-1 0 0,0 1 0 0 0,0 0 0 0 0,-1 0 0 0 0,1 0 1 0 0,0 0-1 0 0,0 1 0 0 0,0-1 0 0 0,0 0 0 0 0,0 1 1 0 0,0 0-1 0 0,0-1 0 0 0,0 1 0 0 0,3 0 0 0 0,2-1 245 0 0,-1 0 0 0 0,0 1 0 0 0,0-1 0 0 0,1 2 1 0 0,-1-1-1 0 0,0 0 0 0 0,1 1 0 0 0,-1 1 0 0 0,7 1 0 0 0,-7 0-336 0 0,1 1 0 0 0,-1 0 0 0 0,0 1 1 0 0,0-1-1 0 0,0 1 0 0 0,0 0 0 0 0,-1 1 0 0 0,0-1 1 0 0,0 1-1 0 0,-1 0 0 0 0,1 0 0 0 0,-1 1 1 0 0,-1-1-1 0 0,1 1 0 0 0,-1 0 0 0 0,0 0 1 0 0,-1 0-1 0 0,1 0 0 0 0,-1 0 0 0 0,-1 1 1 0 0,2 7-1 0 0,-4-15-229 0 0,1 0 0 0 0,0 0 0 0 0,0 0 1 0 0,0-1-1 0 0,-1 1 0 0 0,1 0 0 0 0,0 0 1 0 0,0 0-1 0 0,-1 0 0 0 0,1-1 0 0 0,0 1 1 0 0,0 0-1 0 0,-1 0 0 0 0,1 0 0 0 0,0 0 1 0 0,0 0-1 0 0,-1 0 0 0 0,1 0 0 0 0,0 0 1 0 0,0 0-1 0 0,-1 0 0 0 0,1 0 0 0 0,0 0 0 0 0,0 0 1 0 0,-1 0-1 0 0,1 0 0 0 0,0 0 0 0 0,0 0 1 0 0,-1 0-1 0 0,1 1 0 0 0,0-1 0 0 0,0 0 1 0 0,-1 0-1 0 0,1 0 0 0 0,0 0 0 0 0,0 0 1 0 0,-1 1-1 0 0,1-1 0 0 0,0 0 0 0 0,0 0 1 0 0,0 0-1 0 0,0 1 0 0 0,-1-1 0 0 0,1 0 0 0 0,0 0 1 0 0,0 1-1 0 0,0-1 0 0 0,0 0 0 0 0,0 0 1 0 0,0 1-1 0 0,0-1 0 0 0,0 0 0 0 0,-1 0 1 0 0,1 1-1 0 0,0-1 0 0 0,0 0 0 0 0,0 0 1 0 0,0 1-1 0 0,0-1 0 0 0,1 0 0 0 0,-1 0 1 0 0,0 1-1 0 0,-16-19 349 0 0,13 7-302 0 0,0 0 0 0 0,1 0 0 0 0,0 0 0 0 0,0 0 0 0 0,1-1 0 0 0,1 1 0 0 0,0 0 1 0 0,0 0-1 0 0,1-1 0 0 0,1 1 0 0 0,0 0 0 0 0,5-18 0 0 0,-1 12-577 0 0,0 0 0 0 0,14-29 0 0 0,-12 33-1188 0 0,-1 0 1 0 0,2 0-1 0 0,12-14 1 0 0</inkml:trace>
</inkml:ink>
</file>

<file path=ppt/ink/ink2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18.97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4 212 2761 0 0,'0'0'198'0'0,"-1"1"1"0"0,1 0 0 0 0,0-1 0 0 0,-1 1 0 0 0,1-1 0 0 0,0 1 0 0 0,0 0 0 0 0,-1-1 0 0 0,1 1 0 0 0,0 0-1 0 0,0-1 1 0 0,0 1 0 0 0,0 0 0 0 0,0-1 0 0 0,0 1 0 0 0,0 0 0 0 0,0-1 0 0 0,0 1 0 0 0,0 0 0 0 0,0-1-1 0 0,0 1 1 0 0,1 0 0 0 0,-1-1 0 0 0,0 1 0 0 0,0 0 0 0 0,1-1 0 0 0,-1 1 0 0 0,0-1 0 0 0,1 1 0 0 0,-1-1-1 0 0,1 1 1 0 0,-1-1 0 0 0,1 1 0 0 0,-1-1 0 0 0,1 1 0 0 0,-1-1 0 0 0,1 1 0 0 0,-1-1 0 0 0,1 0-1 0 0,0 1 1 0 0,-1-1 0 0 0,2 0 0 0 0,-1 0 72 0 0,0 0 0 0 0,1 0 0 0 0,-1 0 0 0 0,0 0 0 0 0,1 0 0 0 0,-1-1 0 0 0,0 1 0 0 0,0 0 0 0 0,1-1 0 0 0,-1 1 0 0 0,0-1 0 0 0,0 0 0 0 0,0 1 0 0 0,1-1 0 0 0,-1 0 0 0 0,0 0 0 0 0,0 1 0 0 0,0-1 0 0 0,0 0 0 0 0,1-2 0 0 0,5-6 65 0 0,-1-1 1 0 0,0 0 0 0 0,0 0-1 0 0,-1-1 1 0 0,0 1 0 0 0,-1-1 0 0 0,5-19-1 0 0,-7 23-303 0 0,-1 1 0 0 0,1-1-1 0 0,-1 0 1 0 0,-1 1 0 0 0,1-1 0 0 0,-1 0-1 0 0,0 0 1 0 0,-1 1 0 0 0,0-1 0 0 0,0 0-1 0 0,0 0 1 0 0,-1 1 0 0 0,0-1 0 0 0,-4-9-1 0 0,6 15-7 0 0,0 1 0 0 0,-1-1-1 0 0,1 0 1 0 0,0 1 0 0 0,-1-1-1 0 0,1 0 1 0 0,0 1 0 0 0,-1-1 0 0 0,1 1-1 0 0,-1-1 1 0 0,1 1 0 0 0,-1-1-1 0 0,1 1 1 0 0,-1-1 0 0 0,0 1-1 0 0,1-1 1 0 0,-1 1 0 0 0,1 0-1 0 0,-1-1 1 0 0,0 1 0 0 0,1 0-1 0 0,-1 0 1 0 0,0-1 0 0 0,0 1 0 0 0,1 0-1 0 0,-1 0 1 0 0,0 0 0 0 0,1 0-1 0 0,-1 0 1 0 0,-1 0 0 0 0,1 1-3 0 0,-1-1 0 0 0,1 1 1 0 0,0 0-1 0 0,-1 0 0 0 0,1 0 1 0 0,0 0-1 0 0,0 0 1 0 0,0 0-1 0 0,0 0 0 0 0,0 0 1 0 0,0 0-1 0 0,0 1 0 0 0,-1 1 1 0 0,-2 4 0 0 0,0 0-1 0 0,1 0 1 0 0,0 0 0 0 0,-3 12 0 0 0,5-14-22 0 0,0-1 1 0 0,0 1-1 0 0,0-1 1 0 0,1 1-1 0 0,0 0 1 0 0,0-1-1 0 0,0 1 1 0 0,0 0-1 0 0,1 0 1 0 0,0-1-1 0 0,0 1 1 0 0,0-1-1 0 0,0 1 1 0 0,1-1-1 0 0,0 0 1 0 0,0 1-1 0 0,0-1 1 0 0,0 0-1 0 0,1 0 1 0 0,-1 0-1 0 0,1-1 1 0 0,0 1-1 0 0,1 0 1 0 0,-1-1-1 0 0,0 0 1 0 0,1 0-1 0 0,0 0 1 0 0,0 0-1 0 0,4 2 1 0 0,5 1-124 0 0,-1 0 1 0 0,2 0 0 0 0,-1-2-1 0 0,1 1 1 0 0,-1-2 0 0 0,1 1-1 0 0,0-2 1 0 0,21 1 0 0 0,-8-1-745 0 0</inkml:trace>
</inkml:ink>
</file>

<file path=ppt/ink/ink2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20.15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185 44 4145 0 0,'-6'-13'1760'0'0,"5"10"-1232"0"0,0 0-1 0 0,0 1 0 0 0,0-1 0 0 0,0 1 0 0 0,-1-1 0 0 0,1 1 0 0 0,-1 0 0 0 0,0 0 0 0 0,-2-3 0 0 0,3 5-390 0 0,0-1-1 0 0,0 1 1 0 0,0-1-1 0 0,0 1 0 0 0,-1-1 1 0 0,1 1-1 0 0,0 0 1 0 0,0-1-1 0 0,-1 1 1 0 0,1 0-1 0 0,0 0 0 0 0,0 0 1 0 0,-1 0-1 0 0,1 0 1 0 0,0 0-1 0 0,0 1 0 0 0,-1-1 1 0 0,1 0-1 0 0,0 1 1 0 0,0-1-1 0 0,0 1 0 0 0,0-1 1 0 0,-1 1-1 0 0,1-1 1 0 0,-2 2-1 0 0,-8 7 122 0 0,-1 0-1 0 0,1 0 1 0 0,0 1 0 0 0,1 1-1 0 0,1-1 1 0 0,-1 2-1 0 0,2-1 1 0 0,0 1 0 0 0,0 1-1 0 0,1-1 1 0 0,-9 21-1 0 0,15-29-250 0 0,-1 0 0 0 0,1 0 0 0 0,0 0 0 0 0,0 1-1 0 0,0-1 1 0 0,0 0 0 0 0,1 1 0 0 0,0-1 0 0 0,-1 0-1 0 0,2 1 1 0 0,-1-1 0 0 0,2 8 0 0 0,-2-11-38 0 0,0 0 1 0 0,1 0-1 0 0,-1 0 1 0 0,1 0-1 0 0,0 1 1 0 0,-1-1 0 0 0,1 0-1 0 0,0 0 1 0 0,-1 0-1 0 0,1 0 1 0 0,0-1-1 0 0,0 1 1 0 0,0 0-1 0 0,0 0 1 0 0,0 0 0 0 0,0-1-1 0 0,0 1 1 0 0,0 0-1 0 0,1 0 1 0 0,0-1-86 0 0,0 1 1 0 0,0-1-1 0 0,0 0 1 0 0,1 1-1 0 0,-1-1 1 0 0,0 0 0 0 0,0 0-1 0 0,0-1 1 0 0,0 1-1 0 0,0 0 1 0 0,0-1-1 0 0,0 1 1 0 0,0-1-1 0 0,4-1 1 0 0,2-2-209 0 0,0-1 0 0 0,0 0 1 0 0,-1 0-1 0 0,0 0 0 0 0,0-1 0 0 0,0 0 1 0 0,0 0-1 0 0,-1-1 0 0 0,0 0 0 0 0,-1 0 0 0 0,0 0 1 0 0,0-1-1 0 0,8-16 0 0 0,-5 11 834 0 0,0 0-1 0 0,1 1 0 0 0,16-19 1 0 0,-25 31-453 0 0,1 0-1 0 0,-1 0 1 0 0,1-1 0 0 0,-1 1-1 0 0,0 0 1 0 0,1 0 0 0 0,-1 0-1 0 0,1 0 1 0 0,-1 0 0 0 0,1 0 0 0 0,-1 0-1 0 0,1 0 1 0 0,-1 0 0 0 0,0 0-1 0 0,1 0 1 0 0,-1 1 0 0 0,1-1 0 0 0,-1 0-1 0 0,0 0 1 0 0,1 0 0 0 0,-1 0-1 0 0,1 1 1 0 0,-1-1 0 0 0,0 0 0 0 0,1 0-1 0 0,-1 1 1 0 0,0-1 0 0 0,1 0-1 0 0,-1 1 1 0 0,0-1 0 0 0,1 0 0 0 0,-1 1-1 0 0,0-1 1 0 0,0 1 0 0 0,0-1-1 0 0,1 0 1 0 0,-1 1 0 0 0,0-1 0 0 0,0 1-1 0 0,0-1 1 0 0,0 0 0 0 0,0 1-1 0 0,0 0 1 0 0,12 26 714 0 0,-10-21-484 0 0,2 3-427 0 0,-1 0 0 0 0,2-1 0 0 0,-1 1 0 0 0,1-1 1 0 0,1 0-1 0 0,0-1 0 0 0,0 1 0 0 0,0-1 1 0 0,15 13-1 0 0,-6-10-5392 0 0</inkml:trace>
</inkml:ink>
</file>

<file path=ppt/ink/ink2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20.42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 1 11522 0 0,'-3'-1'7317'0'0,"1"21"-4346"0"0,2 49-3398 0 0,1-25 1109 0 0,-2-20-652 0 0,-1 67-50 0 0,16 149-1 0 0,-9-207-876 0 0,2 0 0 0 0,20 60 0 0 0,-18-71-180 0 0,0 0-1 0 0,1-1 0 0 0,2-1 1 0 0,0 0-1 0 0,15 19 0 0 0,-8-14-638 0 0,-4-4 1033 0 0</inkml:trace>
</inkml:ink>
</file>

<file path=ppt/ink/ink2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20.86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52 14 6449 0 0,'0'0'127'0'0,"1"-1"-1"0"0,-1 1 0 0 0,0 0 1 0 0,0-1-1 0 0,0 1 0 0 0,0 0 1 0 0,0-1-1 0 0,1 1 0 0 0,-1 0 1 0 0,0-1-1 0 0,0 1 0 0 0,0 0 0 0 0,0-1 1 0 0,0 1-1 0 0,0-1 0 0 0,0 1 1 0 0,0 0-1 0 0,0-1 0 0 0,0 1 1 0 0,-1-1-1 0 0,1 1 0 0 0,0 0 1 0 0,0-1-1 0 0,0 1 0 0 0,0 0 1 0 0,0-1-1 0 0,-1 1 0 0 0,0-2 632 0 0,1 2-632 0 0,-1 0 1 0 0,1 0-1 0 0,0-1 0 0 0,-1 1 1 0 0,1 0-1 0 0,0 0 0 0 0,-1 0 1 0 0,1 0-1 0 0,0-1 0 0 0,-1 1 0 0 0,1 0 1 0 0,-1 0-1 0 0,1 0 0 0 0,0 0 1 0 0,-1 0-1 0 0,1 0 0 0 0,0 0 1 0 0,-1 0-1 0 0,1 0 0 0 0,-1 0 1 0 0,1 0-1 0 0,0 0 0 0 0,-1 1 1 0 0,1-1-1 0 0,0 0 0 0 0,-1 0 1 0 0,1 0-1 0 0,0 0 0 0 0,-1 1 0 0 0,0-1 1 0 0,-16 9 3833 0 0,10-3-5036 0 0,4-1 1129 0 0,1-1 1 0 0,1 1-1 0 0,-1-1 0 0 0,0 1 1 0 0,1 0-1 0 0,0-1 0 0 0,0 1 1 0 0,1 0-1 0 0,-1 0 1 0 0,1 0-1 0 0,0 0 0 0 0,0-1 1 0 0,1 1-1 0 0,-1 0 1 0 0,1 0-1 0 0,0 0 0 0 0,0-1 1 0 0,1 1-1 0 0,3 7 1 0 0,0 0-92 0 0,0-1 0 0 0,0 0 1 0 0,1 0-1 0 0,1 0 0 0 0,0-1 1 0 0,14 16-1 0 0,-17-23 41 0 0,0 1 0 0 0,0-1 0 0 0,0 0 0 0 0,0-1 0 0 0,1 1 0 0 0,-1-1 1 0 0,1 1-1 0 0,0-1 0 0 0,0-1 0 0 0,0 1 0 0 0,0-1 0 0 0,0 0 0 0 0,0 0 0 0 0,0 0 0 0 0,0-1 0 0 0,1 0 0 0 0,-1 0 1 0 0,0 0-1 0 0,0 0 0 0 0,0-1 0 0 0,10-3 0 0 0,-11 4-1 0 0,-1-1 1 0 0,0 0 0 0 0,0 0-1 0 0,0-1 1 0 0,0 1-1 0 0,0-1 1 0 0,0 1-1 0 0,0-1 1 0 0,-1 0 0 0 0,1 0-1 0 0,-1 0 1 0 0,1-1-1 0 0,-1 1 1 0 0,0 0-1 0 0,1-1 1 0 0,-1 0-1 0 0,-1 1 1 0 0,1-1 0 0 0,0 0-1 0 0,-1 0 1 0 0,1 0-1 0 0,-1 0 1 0 0,0 0-1 0 0,0 0 1 0 0,0-1-1 0 0,-1 1 1 0 0,1 0 0 0 0,-1 0-1 0 0,1-1 1 0 0,-1 1-1 0 0,0 0 1 0 0,0-1-1 0 0,-1 1 1 0 0,1 0-1 0 0,-2-4 1 0 0,1 2-163 0 0,-1 0 1 0 0,0 0 0 0 0,0 1-1 0 0,0-1 1 0 0,-1 1-1 0 0,1 0 1 0 0,-1 0-1 0 0,0-1 1 0 0,0 2-1 0 0,-1-1 1 0 0,1 0-1 0 0,-1 1 1 0 0,0-1-1 0 0,0 1 1 0 0,0 0-1 0 0,0 1 1 0 0,0-1-1 0 0,-7-2 1 0 0,-4-2-754 0 0,0 0-1 0 0,-1 2 1 0 0,1 0 0 0 0,-24-5 0 0 0,19 6-3270 0 0</inkml:trace>
</inkml:ink>
</file>

<file path=ppt/ink/ink2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21.38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49 20 7370 0 0,'4'-19'11711'0'0,"-1"21"-11162"0"0,-2-2-494 0 0,0 1 1 0 0,0 0-1 0 0,0 0 1 0 0,0-1 0 0 0,0 1-1 0 0,-1 0 1 0 0,1 0-1 0 0,0 0 1 0 0,-1 0 0 0 0,1 0-1 0 0,0 0 1 0 0,-1 0 0 0 0,1 0-1 0 0,-1 0 1 0 0,0 0-1 0 0,1 0 1 0 0,-1 0 0 0 0,0 0-1 0 0,0 0 1 0 0,1 0 0 0 0,-1 1-1 0 0,0-1 1 0 0,0 2-1 0 0,-1 1 98 0 0,0 0-1 0 0,0 0 1 0 0,-1 0-1 0 0,1 0 1 0 0,-1 0-1 0 0,-3 6 0 0 0,-15 24 65 0 0,12-22-120 0 0,1 0 0 0 0,1 0 1 0 0,-8 18-1 0 0,14-28-79 0 0,0-1 0 0 0,0 1 0 0 0,0-1 0 0 0,0 1 1 0 0,0-1-1 0 0,0 1 0 0 0,0-1 0 0 0,0 1 0 0 0,1-1 0 0 0,-1 1 0 0 0,0-1 1 0 0,1 0-1 0 0,-1 1 0 0 0,1-1 0 0 0,0 1 0 0 0,-1-1 0 0 0,1 0 1 0 0,0 0-1 0 0,0 1 0 0 0,0-1 0 0 0,1 1 0 0 0,9 17 159 0 0,9 46-223 0 0,15 79 0 0 0,7 29-238 0 0,-24-116 5 0 0,7 20-490 0 0,-12-26-2948 0 0</inkml:trace>
</inkml:ink>
</file>

<file path=ppt/ink/ink2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21.59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1 141 4609 0 0,'0'-1'87'0'0,"0"1"0"0"0,0-1 1 0 0,0 1-1 0 0,0-1 0 0 0,1 0 0 0 0,-1 1 0 0 0,0-1 0 0 0,0 1 1 0 0,1-1-1 0 0,-1 0 0 0 0,0 1 0 0 0,1-1 0 0 0,-1 1 1 0 0,0-1-1 0 0,1 1 0 0 0,-1-1 0 0 0,1 1 0 0 0,-1-1 0 0 0,1 1 1 0 0,-1 0-1 0 0,1-1 0 0 0,-1 1 0 0 0,1 0 0 0 0,-1-1 1 0 0,1 1-1 0 0,0 0 0 0 0,-1 0 0 0 0,1 0 0 0 0,-1-1 1 0 0,2 1-1 0 0,27-13 3095 0 0,-24 11-2580 0 0,203-74 7796 0 0,-130 50-8889 0 0,-48 16-6245 0 0</inkml:trace>
</inkml:ink>
</file>

<file path=ppt/ink/ink2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27.2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252 12 10594 0 0,'1'0'-18'0'0,"-1"-1"-1"0"0,0 1 0 0 0,0 0 0 0 0,0 0 1 0 0,0-1-1 0 0,1 1 0 0 0,-1 0 1 0 0,0-1-1 0 0,0 1 0 0 0,0 0 1 0 0,0-1-1 0 0,0 1 0 0 0,0 0 0 0 0,0-1 1 0 0,0 1-1 0 0,0 0 0 0 0,0 0 1 0 0,0-1-1 0 0,0 1 0 0 0,0 0 1 0 0,0-1-1 0 0,-1 1 0 0 0,1 0 0 0 0,0-1 1 0 0,0 1-1 0 0,0 0 0 0 0,0 0 1 0 0,0-1-1 0 0,-1 1 0 0 0,1 0 1 0 0,0 0-1 0 0,0-1 0 0 0,0 1 0 0 0,-1 0 1 0 0,1 0-1 0 0,0 0 0 0 0,0 0 1 0 0,-1-1-1 0 0,1 1 0 0 0,0 0 1 0 0,-1 0-1 0 0,1 0 0 0 0,0 0 0 0 0,-1 0 1 0 0,-19 3 549 0 0,-19 14 533 0 0,16-4-584 0 0,0 2 0 0 0,-36 29 1 0 0,49-35-184 0 0,0 0-1 0 0,0 1 1 0 0,1 0 0 0 0,1 1 0 0 0,-1 0 0 0 0,2 0-1 0 0,-9 17 1 0 0,15-27-287 0 0,0 1 0 0 0,1-1-1 0 0,-1 1 1 0 0,1-1-1 0 0,-1 1 1 0 0,1-1 0 0 0,0 1-1 0 0,0 0 1 0 0,0-1 0 0 0,0 1-1 0 0,0 0 1 0 0,0-1-1 0 0,0 1 1 0 0,0-1 0 0 0,1 1-1 0 0,-1 0 1 0 0,1-1 0 0 0,-1 1-1 0 0,1-1 1 0 0,-1 1-1 0 0,1-1 1 0 0,0 1 0 0 0,0-1-1 0 0,0 0 1 0 0,0 1 0 0 0,0-1-1 0 0,0 0 1 0 0,0 0-1 0 0,0 0 1 0 0,1 1 0 0 0,-1-1-1 0 0,0 0 1 0 0,1-1 0 0 0,-1 1-1 0 0,0 0 1 0 0,1 0-1 0 0,-1-1 1 0 0,1 1 0 0 0,2 0-1 0 0,8 4-106 0 0,1-1 0 0 0,0 0-1 0 0,24 3 1 0 0,-23-5 163 0 0,23 5-124 0 0,-10-3 167 0 0,39 12 0 0 0,-60-15-90 0 0,0 2 0 0 0,0-1 1 0 0,0 0-1 0 0,0 1 0 0 0,0 0 1 0 0,-1 1-1 0 0,0-1 0 0 0,1 1 1 0 0,-1 0-1 0 0,0 0 0 0 0,7 9 1 0 0,-10-10 15 0 0,-1-1 0 0 0,1 1-1 0 0,-1 0 1 0 0,0 0 0 0 0,0 0 0 0 0,0 0 0 0 0,0 0 0 0 0,0 0 0 0 0,-1 0 0 0 0,1 1 0 0 0,-1-1 0 0 0,0 0 0 0 0,0 0 0 0 0,0 0 0 0 0,0 0 0 0 0,-1 1 0 0 0,1-1 0 0 0,-1 0 0 0 0,0 0-1 0 0,0 0 1 0 0,0 0 0 0 0,0 0 0 0 0,0 0 0 0 0,-1 0 0 0 0,-2 3 0 0 0,-5 9 455 0 0,0-1 0 0 0,-2 0-1 0 0,-16 18 1 0 0,19-23-290 0 0,-12 11 293 0 0,0-1 0 0 0,-2-1-1 0 0,-30 20 1 0 0,27-21-416 0 0,2 1 0 0 0,-36 35 0 0 0,57-51-168 0 0,1-1-32 0 0,0 0 1 0 0,0 0-1 0 0,0 0 0 0 0,0 0 1 0 0,0 0-1 0 0,0 0 1 0 0,0 0-1 0 0,0 1 1 0 0,0-1-1 0 0,1 0 1 0 0,-1 1-1 0 0,1-1 1 0 0,-1 1-1 0 0,1-1 1 0 0,-1 0-1 0 0,1 1 1 0 0,0-1-1 0 0,0 1 0 0 0,-1 2 1 0 0,4 2-1274 0 0</inkml:trace>
</inkml:ink>
</file>

<file path=ppt/ink/ink2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27.7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89 8290 0 0,'3'-1'463'0'0,"0"1"0"0"0,-1 0-1 0 0,1 1 1 0 0,0-1 0 0 0,0 0 0 0 0,0 1 0 0 0,0 0 0 0 0,0-1 0 0 0,0 1 0 0 0,0 0-1 0 0,0 1 1 0 0,-1-1 0 0 0,1 0 0 0 0,-1 1 0 0 0,1 0 0 0 0,-1-1 0 0 0,1 1 0 0 0,-1 0 0 0 0,4 4-1 0 0,-4-2-264 0 0,0-1-1 0 0,0 1 0 0 0,0-1 0 0 0,0 1 0 0 0,-1 0 0 0 0,0 0 1 0 0,1 0-1 0 0,-1 0 0 0 0,-1 0 0 0 0,2 5 0 0 0,-2 37 256 0 0,-1-38-466 0 0,1-1 1 0 0,0 1-1 0 0,0 0 0 0 0,1 0 1 0 0,0 0-1 0 0,0 0 1 0 0,4 11-1 0 0,-5-18 12 0 0,0-1 1 0 0,0 0-1 0 0,0 1 0 0 0,0-1 0 0 0,0 0 0 0 0,1 0 0 0 0,-1 1 0 0 0,0-1 0 0 0,0 0 1 0 0,0 0-1 0 0,0 0 0 0 0,0 1 0 0 0,1-1 0 0 0,-1 0 0 0 0,0 0 0 0 0,0 0 0 0 0,0 1 1 0 0,1-1-1 0 0,-1 0 0 0 0,0 0 0 0 0,0 0 0 0 0,0 0 0 0 0,1 0 0 0 0,-1 1 0 0 0,0-1 1 0 0,0 0-1 0 0,1 0 0 0 0,-1 0 0 0 0,0 0 0 0 0,1 0 0 0 0,-1 0 0 0 0,0 0 0 0 0,0 0 1 0 0,1 0-1 0 0,-1 0 0 0 0,0 0 0 0 0,0 0 0 0 0,1 0 0 0 0,-1 0 0 0 0,0 0 0 0 0,0 0 1 0 0,1-1-1 0 0,-1 1 0 0 0,12-13-93 0 0,3-18-240 0 0,35-89-635 0 0,-44 107 1195 0 0,2 0-1 0 0,-1 0 1 0 0,2 1 0 0 0,-1 0-1 0 0,2 1 1 0 0,18-19-1 0 0,-27 29-190 0 0,0 0 0 0 0,0 0 0 0 0,0-1-1 0 0,0 1 1 0 0,0 0 0 0 0,1 0 0 0 0,-1 0 0 0 0,0 0-1 0 0,1 1 1 0 0,-1-1 0 0 0,1 0 0 0 0,-1 0-1 0 0,1 1 1 0 0,-1-1 0 0 0,1 1 0 0 0,-1 0-1 0 0,1-1 1 0 0,0 1 0 0 0,-1 0 0 0 0,1 0 0 0 0,-1 0-1 0 0,1 0 1 0 0,0 0 0 0 0,-1 0 0 0 0,1 0-1 0 0,-1 1 1 0 0,1-1 0 0 0,0 1 0 0 0,-1-1-1 0 0,1 1 1 0 0,-1-1 0 0 0,0 1 0 0 0,1 0 0 0 0,-1 0-1 0 0,1 0 1 0 0,-1 0 0 0 0,0 0 0 0 0,0 0-1 0 0,1 0 1 0 0,-1 0 0 0 0,0 0 0 0 0,0 1 0 0 0,0-1-1 0 0,0 0 1 0 0,-1 1 0 0 0,2 1 0 0 0,4 9 78 0 0,-1 0 0 0 0,0 0 0 0 0,-1 1 0 0 0,5 22 0 0 0,-6-21-111 0 0,2 7 53 0 0,-3-9-61 0 0,1 0-1 0 0,0 0 1 0 0,0 0 0 0 0,2 0 0 0 0,-1-1 0 0 0,1 0 0 0 0,12 19-1 0 0,-16-29-6 0 0,-1-1 0 0 0,0 0 0 0 0,0 1 0 0 0,1-1 0 0 0,-1 0 0 0 0,0 1 0 0 0,0-1 0 0 0,1 0 0 0 0,-1 0 0 0 0,0 1 0 0 0,1-1 0 0 0,-1 0-1 0 0,0 0 1 0 0,1 0 0 0 0,-1 0 0 0 0,1 1 0 0 0,-1-1 0 0 0,0 0 0 0 0,1 0 0 0 0,-1 0 0 0 0,1 0 0 0 0,-1 0 0 0 0,0 0 0 0 0,1 0 0 0 0,-1 0-1 0 0,1 0 1 0 0,-1 0 0 0 0,0 0 0 0 0,1 0 0 0 0,-1-1 0 0 0,1 1 0 0 0,-1 0 0 0 0,11-13-201 0 0,5-27 177 0 0,-13 31 70 0 0,4-10-12 0 0,3-10 147 0 0,21-38 0 0 0,-28 60-147 0 0,1 0 0 0 0,0 0 0 0 0,1 1 0 0 0,-1 0 1 0 0,1 0-1 0 0,0 0 0 0 0,1 1 0 0 0,0-1 0 0 0,-1 1 0 0 0,2 0 1 0 0,6-3-1 0 0,-11 7-26 0 0,0 0 1 0 0,0 0-1 0 0,1 0 0 0 0,-1 1 1 0 0,0-1-1 0 0,1 1 0 0 0,-1 0 1 0 0,1-1-1 0 0,-1 1 0 0 0,0 0 1 0 0,1 1-1 0 0,-1-1 1 0 0,0 0-1 0 0,1 1 0 0 0,-1-1 1 0 0,0 1-1 0 0,1 0 0 0 0,-1-1 1 0 0,0 1-1 0 0,0 0 0 0 0,0 1 1 0 0,0-1-1 0 0,3 2 1 0 0,6 5-79 0 0,0 1 0 0 0,0 0 0 0 0,9 12 0 0 0,9 6-248 0 0,-19-18-480 0 0</inkml:trace>
</inkml:ink>
</file>

<file path=ppt/ink/ink2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28.6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130 562 7834 0 0,'4'-4'400'0'0,"-1"-1"0"0"0,0 1 0 0 0,0-1 0 0 0,-1 0 0 0 0,0 0 0 0 0,4-9 1 0 0,-6 12-193 0 0,1 1 1 0 0,-1 0-1 0 0,0 0 1 0 0,1-1-1 0 0,-1 1 1 0 0,0 0-1 0 0,1-1 1 0 0,-1 1-1 0 0,0 0 1 0 0,0-1-1 0 0,0 1 1 0 0,0 0-1 0 0,-1-1 1 0 0,1 1-1 0 0,0 0 1 0 0,0-1-1 0 0,-1 1 1 0 0,1 0-1 0 0,-1 0 1 0 0,1-1-1 0 0,-1 1 1 0 0,0 0 0 0 0,1 0-1 0 0,-1 0 1 0 0,0 0-1 0 0,0 0 1 0 0,0 0-1 0 0,0 0 1 0 0,0 0-1 0 0,0 0 1 0 0,0 0-1 0 0,-2-1 1 0 0,1 2-114 0 0,0 0 0 0 0,1-1 0 0 0,-1 1 0 0 0,0 0 0 0 0,0 1 0 0 0,0-1 0 0 0,1 0 0 0 0,-1 0 0 0 0,0 1 0 0 0,0-1 0 0 0,1 1 0 0 0,-1-1 0 0 0,0 1 0 0 0,1 0 0 0 0,-1 0 1 0 0,1 0-1 0 0,-1 0 0 0 0,1 0 0 0 0,-1 0 0 0 0,1 0 0 0 0,0 0 0 0 0,-1 1 0 0 0,0 1 0 0 0,-30 34 286 0 0,32-37-371 0 0,-44 67-217 0 0,40-61-12 0 0,1 1-1 0 0,0 0 1 0 0,0-1 0 0 0,1 1-1 0 0,0 0 1 0 0,0 1-1 0 0,0-1 1 0 0,0 14 0 0 0,2-21 176 0 0,0 1 1 0 0,-1-1 0 0 0,1 0 0 0 0,0 0 0 0 0,0 1 0 0 0,0-1 0 0 0,0 0 0 0 0,0 0 0 0 0,0 0 0 0 0,0 1 0 0 0,0-1 0 0 0,0 0 0 0 0,0 0 0 0 0,0 1 0 0 0,0-1 0 0 0,1 0 0 0 0,-1 0 0 0 0,0 0 0 0 0,0 1 0 0 0,0-1 0 0 0,0 0 0 0 0,0 0 0 0 0,0 0 0 0 0,0 1 0 0 0,1-1 0 0 0,-1 0 0 0 0,0 0 0 0 0,0 0 0 0 0,0 0 0 0 0,0 1 0 0 0,1-1 0 0 0,-1 0 0 0 0,0 0 0 0 0,0 0 0 0 0,0 0 0 0 0,1 0 0 0 0,-1 0 0 0 0,0 0 0 0 0,0 0 0 0 0,0 0 0 0 0,1 0 0 0 0,-1 1 0 0 0,0-1 0 0 0,0 0 0 0 0,1 0 0 0 0,-1-1 0 0 0,12-7-881 0 0,10-16 481 0 0,52-100 1716 0 0,-58 171 509 0 0,-13-41-1731 0 0,-1-1 0 0 0,1 0 0 0 0,0 0 0 0 0,0 0 0 0 0,1 0 0 0 0,-1-1 0 0 0,1 1 0 0 0,0-1 0 0 0,0 0 0 0 0,0 0 0 0 0,1 0 0 0 0,0-1 0 0 0,-1 0 0 0 0,1 0 0 0 0,0 0 0 0 0,1 0 0 0 0,-1-1 0 0 0,0 0 1 0 0,1 0-1 0 0,-1 0 0 0 0,1-1 0 0 0,0 1 0 0 0,0-2 0 0 0,-1 1 0 0 0,1 0 0 0 0,7-1 0 0 0,-6 0-54 0 0,1 0 1 0 0,-1 0 0 0 0,1-1-1 0 0,-1 0 1 0 0,1 0-1 0 0,-1 0 1 0 0,1-1-1 0 0,-1-1 1 0 0,0 1-1 0 0,0-1 1 0 0,0 0 0 0 0,0 0-1 0 0,-1-1 1 0 0,1 0-1 0 0,-1 0 1 0 0,0-1-1 0 0,0 0 1 0 0,-1 0 0 0 0,11-11-1 0 0,-8 4-36 0 0,-1-1 0 0 0,0 0 1 0 0,-1 0-1 0 0,-1 0 0 0 0,0-1 0 0 0,0 0 0 0 0,-1 0 0 0 0,3-28 0 0 0,-2-4 56 0 0,-4-69-1 0 0,1-6 801 0 0,-2 136-658 0 0,0 0-1 0 0,1 0 0 0 0,0-1 0 0 0,1 1 1 0 0,1 0-1 0 0,0-1 0 0 0,1 0 1 0 0,1 0-1 0 0,0 0 0 0 0,8 15 1 0 0,-5-17-254 0 0,1 0 1 0 0,0 0-1 0 0,1-1 0 0 0,0 0 1 0 0,21 17-1 0 0,-25-23 39 0 0,0-1-1 0 0,0 0 1 0 0,1 0-1 0 0,0 0 0 0 0,-1 0 1 0 0,1-1-1 0 0,1 0 0 0 0,-1-1 1 0 0,0 0-1 0 0,1 0 1 0 0,-1 0-1 0 0,16 1 0 0 0,-19-4 12 0 0,-1 0 0 0 0,1 1-1 0 0,0-1 1 0 0,-1-1 0 0 0,1 1 0 0 0,0 0-1 0 0,-1-1 1 0 0,1 0 0 0 0,-1 0-1 0 0,0 0 1 0 0,0 0 0 0 0,0 0-1 0 0,0-1 1 0 0,0 1 0 0 0,0-1 0 0 0,-1 0-1 0 0,1 0 1 0 0,-1 0 0 0 0,0 0-1 0 0,1 0 1 0 0,0-4 0 0 0,8-11-281 0 0,-2-1-1 0 0,11-31 1 0 0,-16 40 303 0 0,55-189 2113 0 0,-26 79-965 0 0,-19 227 1001 0 0,-8-81-2194 0 0,0 0 1 0 0,2 0-1 0 0,0 0 1 0 0,2-1-1 0 0,1 0 1 0 0,1-1-1 0 0,16 24 1 0 0,-12-22-513 0 0</inkml:trace>
</inkml:ink>
</file>

<file path=ppt/ink/ink2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29.4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87 6913 0 0,'-2'-3'344'0'0,"1"1"0"0"0,0 0-1 0 0,-1-1 1 0 0,1 1-1 0 0,0-1 1 0 0,1 0-1 0 0,-1 1 1 0 0,0-1-1 0 0,1 0 1 0 0,-1 1-1 0 0,1-1 1 0 0,0 0-1 0 0,0 1 1 0 0,0-1 0 0 0,0 0-1 0 0,0 0 1 0 0,1 1-1 0 0,-1-1 1 0 0,1 0-1 0 0,0 1 1 0 0,0-1-1 0 0,0 1 1 0 0,0-1-1 0 0,2-3 1 0 0,-2 5-148 0 0,0-1 0 0 0,0 1 0 0 0,0 0 0 0 0,0 0 0 0 0,0 0 1 0 0,0 0-1 0 0,0 0 0 0 0,0 0 0 0 0,1 0 0 0 0,-1 0 0 0 0,0 0 0 0 0,1 0 0 0 0,-1 1 0 0 0,0-1 0 0 0,1 1 1 0 0,-1-1-1 0 0,1 1 0 0 0,2-1 0 0 0,-2 1-116 0 0,0 0 0 0 0,0 0 0 0 0,0 0 1 0 0,1 1-1 0 0,-1-1 0 0 0,0 1 0 0 0,0-1 0 0 0,0 1 0 0 0,0 0 1 0 0,0 0-1 0 0,0 0 0 0 0,0 0 0 0 0,-1 0 0 0 0,1 0 1 0 0,0 1-1 0 0,0-1 0 0 0,1 2 0 0 0,4 4 5 0 0,-1 0 0 0 0,1 0 1 0 0,-2 1-1 0 0,1 0 0 0 0,-1 0 0 0 0,0 0 0 0 0,-1 1 1 0 0,0 0-1 0 0,4 10 0 0 0,3 15 382 0 0,8 40 1 0 0,-11-37-361 0 0,5 15-457 0 0,1-1 0 0 0,3 0 0 0 0,2-2 0 0 0,3 0 0 0 0,1-1 0 0 0,53 80 0 0 0,-62-109-1153 0 0</inkml:trace>
</inkml:ink>
</file>

<file path=ppt/ink/ink2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29.7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6 329 2304 0 0,'-6'-16'12098'0'0,"7"15"-11803"0"0,9 0 3288 0 0,6 3-4477 0 0,46 24 3182 0 0,-51-20-1943 0 0,1-1 0 0 0,-1 0 0 0 0,1 0 0 0 0,0-2 0 0 0,15 4 0 0 0,-23-7-299 0 0,0 1 0 0 0,-1-1 0 0 0,1 0 0 0 0,-1 0-1 0 0,1-1 1 0 0,-1 1 0 0 0,1-1 0 0 0,-1 0 0 0 0,1 0-1 0 0,-1 0 1 0 0,0 0 0 0 0,1 0 0 0 0,-1-1 0 0 0,0 1-1 0 0,0-1 1 0 0,0 0 0 0 0,0 0 0 0 0,0 0 0 0 0,-1-1-1 0 0,1 1 1 0 0,0-1 0 0 0,-1 1 0 0 0,2-4 0 0 0,12-17 88 0 0,-1 0 1 0 0,-2-1-1 0 0,0-1 1 0 0,-2 0-1 0 0,-1-1 1 0 0,8-28-1 0 0,26-61-3053 0 0,-34 94-4624 0 0</inkml:trace>
</inkml:ink>
</file>

<file path=ppt/ink/ink2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30.9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27 12899 0 0,'7'-23'5734'0'0,"-2"20"-3412"0"0,0 16-1362 0 0,20 169-435 0 0,23 116-3499 0 0,-39-260 1656 0 0</inkml:trace>
</inkml:ink>
</file>

<file path=ppt/ink/ink2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31.3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0 367 11979 0 0,'2'-4'166'0'0,"0"1"0"0"0,0-1 1 0 0,0 1-1 0 0,0 0 1 0 0,0 0-1 0 0,1-1 1 0 0,-1 2-1 0 0,1-1 0 0 0,0 0 1 0 0,0 0-1 0 0,0 1 1 0 0,1 0-1 0 0,4-4 1 0 0,6-4 228 0 0,-12 8-382 0 0,32-28 1275 0 0,45-51 1 0 0,-72 72-1103 0 0,1 0 1 0 0,-1-1-1 0 0,-1 0 1 0 0,0 0-1 0 0,0 0 1 0 0,-1-1-1 0 0,0 0 1 0 0,-1 0 0 0 0,0 0-1 0 0,-1 0 1 0 0,2-16-1 0 0,-4 25-183 0 0,-1 0-1 0 0,1 0 0 0 0,-1 0 0 0 0,0 0 1 0 0,0 0-1 0 0,0 0 0 0 0,0 0 1 0 0,0 0-1 0 0,-1 0 0 0 0,1 0 1 0 0,-1 0-1 0 0,1 0 0 0 0,-1 0 1 0 0,0 0-1 0 0,1 0 0 0 0,-1 1 1 0 0,0-1-1 0 0,0 0 0 0 0,-1 0 1 0 0,1 1-1 0 0,0-1 0 0 0,0 1 1 0 0,-1-1-1 0 0,1 1 0 0 0,-1-1 1 0 0,1 1-1 0 0,-1 0 0 0 0,0 0 1 0 0,0 0-1 0 0,1 0 0 0 0,-1 0 1 0 0,0 0-1 0 0,0 0 0 0 0,0 1 1 0 0,0-1-1 0 0,0 1 0 0 0,0-1 1 0 0,0 1-1 0 0,0 0 0 0 0,0 0 1 0 0,0 0-1 0 0,-2 0 0 0 0,-1 0 8 0 0,1 0 0 0 0,-1 1 0 0 0,0 0 0 0 0,1 0 0 0 0,-1 0 0 0 0,1 0 0 0 0,-1 1 0 0 0,1 0 0 0 0,0 0 0 0 0,0 0 0 0 0,0 0 0 0 0,0 1 0 0 0,0-1 0 0 0,0 1 0 0 0,1 0 0 0 0,-1 0 0 0 0,-5 7 0 0 0,7-7 35 0 0,-1 1 0 0 0,1 0-1 0 0,-1 0 1 0 0,1 0 0 0 0,0 0 0 0 0,0 0-1 0 0,1 1 1 0 0,-1-1 0 0 0,1 0 0 0 0,0 1-1 0 0,0-1 1 0 0,1 1 0 0 0,-1-1 0 0 0,1 1-1 0 0,0 0 1 0 0,0-1 0 0 0,1 1 0 0 0,1 7-1 0 0,0-5 6 0 0,0-1 1 0 0,1 1-1 0 0,0-1 0 0 0,0 0 0 0 0,1 0 0 0 0,0 0 1 0 0,0 0-1 0 0,0 0 0 0 0,1-1 0 0 0,-1 0 0 0 0,7 5 0 0 0,7 5-115 0 0,1 0-1 0 0,1-2 0 0 0,0 0 0 0 0,1-1 0 0 0,0-1 0 0 0,25 8 0 0 0,3-3-2566 0 0,-25-13-4009 0 0</inkml:trace>
</inkml:ink>
</file>

<file path=ppt/ink/ink2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31.6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255 1 7834 0 0,'-20'2'4808'0'0,"-18"13"-2010"0"0,33-13-2283 0 0,-14 7 175 0 0,0 1-1 0 0,0 1 0 0 0,1 1 0 0 0,-19 15 0 0 0,29-21-563 0 0,1 0 0 0 0,0 1 0 0 0,0 0 0 0 0,0 0 0 0 0,1 1 0 0 0,0-1 0 0 0,1 2 0 0 0,-1-1 0 0 0,2 0 0 0 0,-1 1 0 0 0,-4 13-1 0 0,9-20-98 0 0,-1 0 0 0 0,0-1 0 0 0,1 1 0 0 0,0 0 0 0 0,-1 0 0 0 0,1 0-1 0 0,0 0 1 0 0,0 0 0 0 0,0 0 0 0 0,1 0 0 0 0,-1 0 0 0 0,0 0-1 0 0,1 0 1 0 0,-1 0 0 0 0,1 0 0 0 0,-1 0 0 0 0,1 0 0 0 0,0-1 0 0 0,0 1-1 0 0,0 0 1 0 0,0-1 0 0 0,2 3 0 0 0,-1-2-9 0 0,1 1 1 0 0,0-1 0 0 0,0 1-1 0 0,0-1 1 0 0,0 0-1 0 0,1 0 1 0 0,-1-1-1 0 0,1 1 1 0 0,-1-1-1 0 0,8 3 1 0 0,6 0-9 0 0,2-1 0 0 0,-1-1 0 0 0,32 1 0 0 0,-45-3 10 0 0,57-1 84 0 0,-38-1 25 0 0,0 2 0 0 0,40 5 0 0 0,-64-5-125 0 0,1 0 0 0 0,-1 0 0 0 0,0 0 0 0 0,0 0 0 0 0,1 0 0 0 0,-1 0 0 0 0,0 0 0 0 0,1 0 0 0 0,-1 0 0 0 0,0 0 0 0 0,1 0 0 0 0,-1 0 0 0 0,0 0 1 0 0,0 1-1 0 0,1-1 0 0 0,-1 0 0 0 0,0 0 0 0 0,0 0 0 0 0,1 0 0 0 0,-1 1 0 0 0,0-1 0 0 0,0 0 0 0 0,1 0 0 0 0,-1 1 0 0 0,0-1 0 0 0,0 0 0 0 0,0 0 0 0 0,0 1 0 0 0,1-1 0 0 0,-1 0 0 0 0,0 1 1 0 0,0-1-1 0 0,0 0 0 0 0,0 0 0 0 0,0 1 0 0 0,0-1 0 0 0,0 0 0 0 0,0 1 0 0 0,0-1 0 0 0,0 0 0 0 0,0 1 0 0 0,0-1 0 0 0,-10 15 35 0 0,-23 11-175 0 0,31-25 120 0 0,-37 24-277 0 0,25-17-606 0 0,1 0 1 0 0,1 1 0 0 0,-1 0 0 0 0,2 1 0 0 0,-22 22 0 0 0,33-32 746 0 0,-1 1 0 0 0,0-1 0 0 0,1 1 0 0 0,0-1 1 0 0,-1 1-1 0 0,1-1 0 0 0,-1 0 0 0 0,1 1 0 0 0,-1 0 0 0 0,1-1 1 0 0,0 1-1 0 0,-1-1 0 0 0,1 1 0 0 0,0-1 0 0 0,0 1 1 0 0,0 0-1 0 0,-1-1 0 0 0,1 1 0 0 0,0-1 0 0 0,0 1 1 0 0,0 0-1 0 0,0-1 0 0 0,0 1 0 0 0,0 0 0 0 0,0-1 1 0 0,0 1-1 0 0,0 0 0 0 0,0-1 0 0 0,0 1 0 0 0,1-1 0 0 0,-1 1 1 0 0,0 0-1 0 0,0-1 0 0 0,1 1 0 0 0,-1-1 0 0 0,0 1 1 0 0,1-1-1 0 0,-1 1 0 0 0,0-1 0 0 0,1 1 0 0 0,-1-1 1 0 0,1 1-1 0 0,-1-1 0 0 0,1 1 0 0 0,-1-1 0 0 0,1 0 1 0 0,0 1-1 0 0,11 1-2440 0 0</inkml:trace>
</inkml:ink>
</file>

<file path=ppt/ink/ink2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31.9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76 68 9674 0 0,'23'-38'1688'0'0,"-20"18"1003"0"0,-3 19-2569 0 0,0 1 0 0 0,0-1 0 0 0,-1 1 1 0 0,1-1-1 0 0,0 1 0 0 0,-1-1 0 0 0,1 1 1 0 0,0 0-1 0 0,-1-1 0 0 0,1 1 0 0 0,-1-1 0 0 0,1 1 1 0 0,0 0-1 0 0,-1-1 0 0 0,1 1 0 0 0,-1 0 1 0 0,1-1-1 0 0,-1 1 0 0 0,1 0 0 0 0,-1 0 0 0 0,0-1 1 0 0,1 1-1 0 0,-1 0 0 0 0,1 0 0 0 0,-1 0 1 0 0,1 0-1 0 0,-1 0 0 0 0,0 0 0 0 0,1 0 0 0 0,-1 0 1 0 0,0 0-1 0 0,-3 1 113 0 0,0 0-1 0 0,1 0 1 0 0,-1 0 0 0 0,0 0 0 0 0,1 1 0 0 0,-1-1-1 0 0,1 1 1 0 0,0 0 0 0 0,-1 0 0 0 0,1 0-1 0 0,0 1 1 0 0,0-1 0 0 0,0 1 0 0 0,-3 4 0 0 0,3-4-159 0 0,-1 1 0 0 0,1-1 0 0 0,0 1 0 0 0,0 0 0 0 0,1 0 1 0 0,-1 0-1 0 0,1 0 0 0 0,0 1 0 0 0,0-1 0 0 0,0 1 0 0 0,-1 5 0 0 0,3-6-66 0 0,0-1-1 0 0,0 1 0 0 0,0 0 0 0 0,0 0 1 0 0,1-1-1 0 0,-1 1 0 0 0,1 0 0 0 0,0-1 0 0 0,0 1 1 0 0,0 0-1 0 0,1-1 0 0 0,-1 0 0 0 0,1 1 1 0 0,0-1-1 0 0,0 0 0 0 0,0 0 0 0 0,1 0 0 0 0,-1 0 1 0 0,0 0-1 0 0,1-1 0 0 0,5 5 0 0 0,6 3 25 0 0,0 0 0 0 0,0-1 0 0 0,29 12-1 0 0,-29-15 33 0 0,1 2-1 0 0,17 12 0 0 0,-30-19-64 0 0,-1-1-1 0 0,0 1 1 0 0,0 0-1 0 0,0 0 1 0 0,0 0 0 0 0,0 0-1 0 0,0 0 1 0 0,0 0 0 0 0,0 0-1 0 0,-1 1 1 0 0,1-1-1 0 0,0 0 1 0 0,-1 0 0 0 0,1 1-1 0 0,0-1 1 0 0,-1 0 0 0 0,0 1-1 0 0,1-1 1 0 0,-1 1 0 0 0,0-1-1 0 0,0 0 1 0 0,0 1-1 0 0,0 2 1 0 0,0-2-3 0 0,-1 1-1 0 0,0-1 1 0 0,0 0 0 0 0,0 1-1 0 0,0-1 1 0 0,0 0 0 0 0,-1 0-1 0 0,1 0 1 0 0,-1 0-1 0 0,1 0 1 0 0,-1 0 0 0 0,-3 2-1 0 0,-5 4-99 0 0,0 0 0 0 0,0-1 0 0 0,-1 0-1 0 0,-14 6 1 0 0,4-3-1562 0 0,0 0-5787 0 0</inkml:trace>
</inkml:ink>
</file>

<file path=ppt/ink/ink2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32.8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2 9218 0 0,'-14'-2'9142'0'0,"14"3"-8952"0"0,-5 15 1627 0 0,4-13-1981 0 0,-2 20 517 0 0,0 0 0 0 0,2 0 0 0 0,0 0 0 0 0,1 1 0 0 0,5 24 0 0 0,-4-27-255 0 0,56 338-348 0 0,-40-275-1515 0 0,-16-76 853 0 0,1-1 0 0 0,-1 1 0 0 0,0 0 0 0 0,-1-1-1 0 0,0 1 1 0 0,-1 11 0 0 0</inkml:trace>
</inkml:ink>
</file>

<file path=ppt/ink/ink2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33.1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6 150 8290 0 0,'-1'-1'138'0'0,"1"-1"1"0"0,-1 1-1 0 0,0 0 1 0 0,1 0-1 0 0,-1 0 1 0 0,1-1-1 0 0,0 1 1 0 0,-1 0-1 0 0,1-1 0 0 0,0 1 1 0 0,0 0-1 0 0,0-1 1 0 0,-1 1-1 0 0,2 0 1 0 0,-1-1-1 0 0,0 1 1 0 0,0 0-1 0 0,0-1 1 0 0,1 1-1 0 0,-1 0 1 0 0,0 0-1 0 0,1-1 1 0 0,-1 1-1 0 0,1 0 1 0 0,0 0-1 0 0,-1 0 1 0 0,1-1-1 0 0,0 1 0 0 0,0 0 1 0 0,0 0-1 0 0,0 0 1 0 0,-1 0-1 0 0,3 0 1 0 0,40-41 3094 0 0,-33 34-3098 0 0,-3 1-138 0 0,1 1 0 0 0,0 1 0 0 0,0-1 0 0 0,0 1 0 0 0,0 1 0 0 0,1 0 0 0 0,0 0 0 0 0,0 0 0 0 0,0 1 0 0 0,0 1 0 0 0,1-1 0 0 0,-1 2 0 0 0,14-2 0 0 0,-17 3 130 0 0,1 0-1 0 0,-1 0 0 0 0,1 1 1 0 0,-1-1-1 0 0,1 2 0 0 0,-1-1 0 0 0,0 1 1 0 0,1 0-1 0 0,-1 0 0 0 0,0 0 0 0 0,0 1 1 0 0,0 0-1 0 0,-1 1 0 0 0,1-1 0 0 0,-1 1 1 0 0,0 0-1 0 0,0 0 0 0 0,0 1 1 0 0,0-1-1 0 0,5 8 0 0 0,18 31 1274 0 0,5 6-622 0 0,-6-24-6959 0 0</inkml:trace>
</inkml:ink>
</file>

<file path=ppt/ink/ink2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33.3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6449 0 0,'1'5'577'0'0,"1"-3"-465"0"0,0 1-112 0 0,1-1 0 0 0,-1 0-305 0 0,0 1-79 0 0,1 1-24 0 0,4 5 0 0 0,4 3 408 0 0,-2-1 0 0 0</inkml:trace>
</inkml:ink>
</file>

<file path=ppt/ink/ink2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33.5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10138 0 0,'6'1'356'0'0,"0"-1"1"0"0,0 1-1 0 0,-1 0 0 0 0,1 0 0 0 0,0 1 0 0 0,0 0 1 0 0,-1 0-1 0 0,1 0 0 0 0,-1 0 0 0 0,1 1 0 0 0,-1 0 0 0 0,0 0 1 0 0,0 1-1 0 0,0-1 0 0 0,-1 1 0 0 0,1 0 0 0 0,-1 0 1 0 0,0 1-1 0 0,0-1 0 0 0,5 9 0 0 0,-5-7-219 0 0,0 1 1 0 0,0 0-1 0 0,-1 0 0 0 0,0 0 0 0 0,0 0 0 0 0,-1 0 1 0 0,0 0-1 0 0,0 1 0 0 0,-1-1 0 0 0,0 1 1 0 0,0 0-1 0 0,0-1 0 0 0,-1 1 0 0 0,-1-1 0 0 0,-1 15 1 0 0,9-70-1009 0 0,-2 31 140 0 0</inkml:trace>
</inkml:ink>
</file>

<file path=ppt/ink/ink2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33.7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6449 0 0,'4'7'752'0'0,"1"-1"0"0"0,-1 0-1 0 0,1 1 1 0 0,8 6 0 0 0,16 25 2235 0 0,-25-31-2696 0 0,0 1-1 0 0,0-1 1 0 0,-1 1 0 0 0,0 0-1 0 0,-1 0 1 0 0,2 11 0 0 0,-3-11-710 0 0</inkml:trace>
</inkml:ink>
</file>

<file path=ppt/ink/ink2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33.9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12 9674 0 0,'-3'-3'424'0'0,"1"1"96"0"0,2 1-416 0 0,0 0-104 0 0,2-1 0 0 0,-1 2 112 0 0,2-1 0 0 0,0-1 0 0 0</inkml:trace>
</inkml:ink>
</file>

<file path=ppt/ink/ink2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34.5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61 4609 0 0,'1'-2'338'0'0,"1"1"0"0"0,-1-1 0 0 0,1 1-1 0 0,0 0 1 0 0,0 0 0 0 0,0 0 0 0 0,0 0 0 0 0,0 0 0 0 0,0 0 0 0 0,0 0-1 0 0,0 1 1 0 0,0-1 0 0 0,0 1 0 0 0,4-1 0 0 0,32-1 3904 0 0,-36 2-4116 0 0,-1 1 0 0 0,1-1 0 0 0,-1 1 0 0 0,1-1 1 0 0,-1 1-1 0 0,1 0 0 0 0,-1-1 0 0 0,0 1 0 0 0,1 0 0 0 0,-1 0 0 0 0,0 0 0 0 0,0 0 0 0 0,1 0 0 0 0,-1 0 1 0 0,0 0-1 0 0,0 1 0 0 0,-1-1 0 0 0,1 0 0 0 0,0 1 0 0 0,0-1 0 0 0,0 0 0 0 0,-1 1 0 0 0,1-1 1 0 0,-1 1-1 0 0,1-1 0 0 0,-1 1 0 0 0,0-1 0 0 0,1 1 0 0 0,-1 0 0 0 0,0 1 0 0 0,0 9 86 0 0,0 0 0 0 0,0-1 0 0 0,-4 17-1 0 0,1 8-169 0 0,3-34-109 0 0,0-1-1 0 0,0 1 1 0 0,0-1-1 0 0,0 1 0 0 0,0-1 1 0 0,0 1-1 0 0,0-1 1 0 0,0 1-1 0 0,1-1 1 0 0,-1 0-1 0 0,1 1 0 0 0,-1-1 1 0 0,1 1-1 0 0,-1-1 1 0 0,1 0-1 0 0,0 1 1 0 0,0-1-1 0 0,0 0 0 0 0,0 0 1 0 0,0 0-1 0 0,0 0 1 0 0,0 0-1 0 0,0 0 1 0 0,0 0-1 0 0,0 0 0 0 0,0 0 1 0 0,1 0-1 0 0,-1 0 1 0 0,0-1-1 0 0,1 1 0 0 0,-1-1 1 0 0,0 1-1 0 0,1-1 1 0 0,-1 1-1 0 0,1-1 1 0 0,2 1-1 0 0,-2-2-219 0 0,1 1 0 0 0,-1-1-1 0 0,0 0 1 0 0,0 0 0 0 0,1 1 0 0 0,-1-1-1 0 0,0-1 1 0 0,0 1 0 0 0,0 0 0 0 0,0 0-1 0 0,0-1 1 0 0,0 1 0 0 0,-1-1 0 0 0,1 0-1 0 0,0 1 1 0 0,-1-1 0 0 0,0 0 0 0 0,1 0 0 0 0,-1 0-1 0 0,0 0 1 0 0,0 0 0 0 0,0 0 0 0 0,1-3-1 0 0,14-40-3697 0 0,-9 24 4035 0 0,17-37-1 0 0,-22 53 431 0 0,1 0 1 0 0,0 1-1 0 0,0-1 1 0 0,1 1-1 0 0,-1-1 0 0 0,1 1 1 0 0,0 0-1 0 0,0 0 1 0 0,0 1-1 0 0,0-1 1 0 0,1 1-1 0 0,6-4 0 0 0,-11 7-414 0 0,1 0 0 0 0,0 0 0 0 0,-1-1-1 0 0,1 1 1 0 0,0 0 0 0 0,-1 0-1 0 0,1 0 1 0 0,0 0 0 0 0,-1 0-1 0 0,1 0 1 0 0,0 0 0 0 0,0 0-1 0 0,-1 0 1 0 0,1 0 0 0 0,0 0-1 0 0,-1 1 1 0 0,1-1 0 0 0,0 0-1 0 0,-1 0 1 0 0,1 1 0 0 0,-1-1-1 0 0,1 1 1 0 0,0-1 0 0 0,-1 0-1 0 0,1 1 1 0 0,-1-1 0 0 0,1 1-1 0 0,-1-1 1 0 0,1 1 0 0 0,-1-1 0 0 0,0 1-1 0 0,1-1 1 0 0,-1 1 0 0 0,0 0-1 0 0,1-1 1 0 0,-1 2 0 0 0,13 32 3470 0 0,-7-17-2453 0 0,-5-15-1086 0 0,15 22-254 0 0,-16-23 254 0 0,0-1 1 0 0,1 1-1 0 0,-1-1 0 0 0,0 0 0 0 0,0 1 0 0 0,0-1 0 0 0,1 0 0 0 0,-1 1 0 0 0,0-1 0 0 0,1 0 0 0 0,-1 1 0 0 0,0-1 0 0 0,1 0 0 0 0,-1 0 1 0 0,0 1-1 0 0,1-1 0 0 0,-1 0 0 0 0,0 0 0 0 0,1 0 0 0 0,-1 1 0 0 0,1-1 0 0 0,-1 0 0 0 0,0 0 0 0 0,1 0 0 0 0,-1 0 0 0 0,1 0 1 0 0,-1 0-1 0 0,0 0 0 0 0,1 0 0 0 0,-1 0 0 0 0,1 0 0 0 0,-1 0 0 0 0,1 0 0 0 0,-1 0 0 0 0,0 0 0 0 0,1-1 0 0 0,-1 1 0 0 0,1 0 0 0 0,-1 0 1 0 0,0 0-1 0 0,1-1 0 0 0,-1 1 0 0 0,0 0 0 0 0,1 0 0 0 0,-1-1 0 0 0,0 1 0 0 0,1 0 0 0 0,-1-1 0 0 0,0 1 0 0 0,0 0 0 0 0,1-1 0 0 0,-1 1 1 0 0,0-1-1 0 0,18-25 2220 0 0,-17 26-2172 0 0,-1-1 0 0 0,0 1 0 0 0,0 0 0 0 0,0 0 0 0 0,0 0 0 0 0,1 0 0 0 0,-1 0 0 0 0,0-1 0 0 0,0 1 0 0 0,1 0 0 0 0,-1 0 0 0 0,0 0 0 0 0,0 0 0 0 0,0 0 0 0 0,1 0 0 0 0,-1 0 0 0 0,0 0 0 0 0,0 0 0 0 0,1 0 0 0 0,-1 0 0 0 0,0 0 0 0 0,0 0 0 0 0,1 0 0 0 0,-1 0 0 0 0,0 0-1 0 0,0 0 1 0 0,1 0 0 0 0,-1 0 0 0 0,0 0 0 0 0,0 1 0 0 0,1-1 0 0 0,-1 0 0 0 0,0 0 0 0 0,0 0 0 0 0,1 0 0 0 0,3 17 481 0 0,10 90 75 0 0,-7-69-487 0 0,1 38 1 0 0,-8-62-100 0 0,0 0 1 0 0,-1 0 0 0 0,0 0 0 0 0,-1 0-1 0 0,-1 0 1 0 0,-6 18 0 0 0,0-6-169 0 0,-2 0 0 0 0,-1-2 1 0 0,-1 1-1 0 0,-1-2 0 0 0,-1 1 0 0 0,-34 39 0 0 0,33-45-597 0 0</inkml:trace>
</inkml:ink>
</file>

<file path=ppt/ink/ink2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59.1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160 220 2761 0 0,'-14'2'303'0'0,"0"0"1"0"0,0 0-1 0 0,0 2 1 0 0,-18 6 0 0 0,27-9-139 0 0,0 1 0 0 0,0 0 0 0 0,0 0 0 0 0,1 1 1 0 0,-1 0-1 0 0,1-1 0 0 0,0 1 0 0 0,0 1 0 0 0,0-1 0 0 0,0 0 1 0 0,0 1-1 0 0,1 0 0 0 0,0 0 0 0 0,0 0 0 0 0,-4 6 0 0 0,7-9-133 0 0,-1 0-1 0 0,1 0 0 0 0,0 0 0 0 0,-1 0 0 0 0,1 0 0 0 0,0 0 0 0 0,0 0 0 0 0,0 0 0 0 0,0 0 0 0 0,0 0 0 0 0,0 0 0 0 0,0 0 0 0 0,0 0 0 0 0,0 0 0 0 0,0 0 0 0 0,0 0 0 0 0,1 0 0 0 0,-1 0 0 0 0,0 0 0 0 0,1 0 0 0 0,-1 0 0 0 0,1 0 0 0 0,-1 0 0 0 0,2 1 0 0 0,0 0 22 0 0,0 0-1 0 0,0 0 0 0 0,1 0 0 0 0,-1 0 1 0 0,0 0-1 0 0,1 0 0 0 0,0-1 0 0 0,4 3 1 0 0,6 1 358 0 0,0-1 1 0 0,25 6 0 0 0,-35-10-253 0 0,30 6 480 0 0,0-2 0 0 0,0-1 0 0 0,64-3 0 0 0,100-21 569 0 0,-194 21-1187 0 0,285-41 1018 0 0,223-26-436 0 0,-241 46-510 0 0,66-6 68 0 0,407-24 1632 0 0,-164 31-197 0 0,-545 18-1552 0 0,78-4 157 0 0,301-11 279 0 0,90-1-465 0 0,-89-13 291 0 0,-214 11 382 0 0,-97 7-232 0 0,-60 6-174 0 0,0 2 0 0 0,44 2-1 0 0,-87 3-283 0 0,30 3 75 0 0,-29-3-97 0 0,0 0-1 0 0,0 0 1 0 0,0 0 0 0 0,0 1 0 0 0,1-1-1 0 0,-1 0 1 0 0,0 1 0 0 0,0-1 0 0 0,0 1-1 0 0,0-1 1 0 0,0 1 0 0 0,0 0 0 0 0,0-1-1 0 0,0 1 1 0 0,0 0 0 0 0,-1 0 0 0 0,1 0-1 0 0,0 0 1 0 0,0-1 0 0 0,-1 1 0 0 0,2 2 0 0 0,-2 3-529 0 0</inkml:trace>
</inkml:ink>
</file>

<file path=ppt/ink/ink2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59.5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12 165 3209 0 0,'-6'-14'136'0'0,"3"3"40"0"0,0 1-176 0 0,3 3 0 0 0,0 3 0 0 0,2 1 0 0 0,1-2 0 0 0,-1-5 0 0 0,4-5 0 0 0,1-5 0 0 0,4-2 0 0 0,0 0-96 0 0,2 1 96 0 0</inkml:trace>
</inkml:ink>
</file>

<file path=ppt/ink/ink2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0:59.9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97 208 5065 0 0,'-4'-20'345'0'0,"1"0"-1"0"0,1 0 1 0 0,0-1-1 0 0,2 1 1 0 0,1-1-1 0 0,3-22 1 0 0,-1 7 164 0 0,-4 29 1704 0 0,-2 21-952 0 0,-3 24-318 0 0,-35 278 1338 0 0,24-228-1842 0 0,5 2 1 0 0,-1 115 0 0 0,102 797 673 0 0,-71-895-483 0 0,-9-64 676 0 0,-2 1 0 0 0,2 61-1 0 0,-9-104-1319 0 0,0 0-1 0 0,0 1 1 0 0,0-1-1 0 0,-1 0 0 0 0,1 0 1 0 0,0 0-1 0 0,0 1 1 0 0,-1-1-1 0 0,1 0 0 0 0,-1 0 1 0 0,1 0-1 0 0,-1 0 1 0 0,1 0-1 0 0,-2 2 1 0 0,-2 1-346 0 0</inkml:trace>
</inkml:ink>
</file>

<file path=ppt/ink/ink2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00.3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49 10138 0 0,'-1'-1'35'0'0,"1"1"0"0"0,-1 0-1 0 0,1-1 1 0 0,0 1 0 0 0,-1-1-1 0 0,1 1 1 0 0,-1-1 0 0 0,1 1-1 0 0,0-1 1 0 0,-1 1 0 0 0,1-1-1 0 0,0 1 1 0 0,0-1 0 0 0,-1 0-1 0 0,1 1 1 0 0,0-1 0 0 0,0 1-1 0 0,0-1 1 0 0,0 0 0 0 0,0 1-1 0 0,0-1 1 0 0,0 0 0 0 0,0 1-1 0 0,0-1 1 0 0,0 1 0 0 0,0-1-1 0 0,0 0 1 0 0,0 1 0 0 0,1-1-1 0 0,-1 1 1 0 0,0-1 0 0 0,0 1-1 0 0,1-1 1 0 0,-1 0 0 0 0,0 1-1 0 0,1-1 1 0 0,1-1 12 0 0,0 0-1 0 0,1 0 1 0 0,-1 1-1 0 0,0-1 1 0 0,1 1-1 0 0,-1-1 1 0 0,1 1-1 0 0,-1 0 1 0 0,4-1-1 0 0,2-1-40 0 0,0 1 0 0 0,0 0 0 0 0,1 0 0 0 0,-1 1 0 0 0,17-1 1 0 0,-15 4-21 0 0,-1 0 1 0 0,1 0 0 0 0,-1 1-1 0 0,0 1 1 0 0,0-1 0 0 0,0 1-1 0 0,-1 1 1 0 0,11 6 0 0 0,64 50-145 0 0,-65-47 147 0 0,167 120 1822 0 0,-80-60-829 0 0,-83-56-298 0 0,-1 1 1 0 0,0 1-1 0 0,-2 1 0 0 0,21 27 1 0 0,-11-13 158 0 0,-27-32-748 0 0,0 0 1 0 0,0-1-1 0 0,1 1 0 0 0,-1-1 0 0 0,0 0 1 0 0,1 0-1 0 0,-1 0 0 0 0,1 0 1 0 0,0 0-1 0 0,0-1 0 0 0,0 1 0 0 0,0-1 1 0 0,0 0-1 0 0,0 0 0 0 0,0 0 0 0 0,0 0 1 0 0,0 0-1 0 0,1-1 0 0 0,-1 1 1 0 0,5-1-1 0 0,-4-1-3 0 0,0 0 0 0 0,0 0 0 0 0,0 0 0 0 0,0 0 0 0 0,0-1 0 0 0,0 0 0 0 0,0 0 0 0 0,-1 0 0 0 0,1 0 0 0 0,-1-1 0 0 0,1 0 0 0 0,-1 1 0 0 0,0-1 0 0 0,0 0 0 0 0,4-5 0 0 0,77-95 498 0 0,-47 56-360 0 0,45-45 1 0 0,-1 14-1 0 0,-7 7-863 0 0,-26 23-5140 0 0</inkml:trace>
</inkml:ink>
</file>

<file path=ppt/ink/ink2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01.6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1 183 1840 0 0,'1'-20'848'0'0,"2"-1"-1"0"0,0 0 0 0 0,12-38 0 0 0,-6 25 744 0 0,9 7 7237 0 0,-7 43-7184 0 0,6 19-841 0 0,-1 1 0 0 0,18 64 1 0 0,10 80-300 0 0,18 240 237 0 0,-4-16-435 0 0,-55-392-363 0 0,-1 1 1 0 0,0 1 0 0 0,-1-1-1 0 0,-1 23 1 0 0,0-33-126 0 0,0-1 1 0 0,0 0-1 0 0,0 0 0 0 0,-1 1 1 0 0,1-1-1 0 0,0 0 1 0 0,-1 0-1 0 0,0 1 1 0 0,0-1-1 0 0,1 0 0 0 0,-1 0 1 0 0,-1 0-1 0 0,1 0 1 0 0,0 0-1 0 0,0-1 0 0 0,-1 1 1 0 0,1 0-1 0 0,-1 0 1 0 0,1-1-1 0 0,-1 1 1 0 0,0-1-1 0 0,0 1 0 0 0,0-1 1 0 0,1 0-1 0 0,-1 0 1 0 0,0 0-1 0 0,-1 0 0 0 0,1 0 1 0 0,0 0-1 0 0,0-1 1 0 0,0 1-1 0 0,0-1 1 0 0,-1 1-1 0 0,1-1 0 0 0,-5 0 1 0 0,-1-1-1074 0 0</inkml:trace>
</inkml:ink>
</file>

<file path=ppt/ink/ink2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02.1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38 264 10594 0 0,'-2'-1'42'0'0,"-1"0"-1"0"0,1 0 0 0 0,0 0 1 0 0,0 0-1 0 0,0-1 1 0 0,0 1-1 0 0,0-1 1 0 0,0 0-1 0 0,0 1 0 0 0,0-1 1 0 0,1 0-1 0 0,-1 0 1 0 0,1 0-1 0 0,-1 0 0 0 0,1-1 1 0 0,0 1-1 0 0,0 0 1 0 0,0-1-1 0 0,0 1 0 0 0,0 0 1 0 0,0-1-1 0 0,1 1 1 0 0,-1-1-1 0 0,1 1 0 0 0,0-1 1 0 0,-1 1-1 0 0,1-1 1 0 0,1 1-1 0 0,-1-1 0 0 0,0 1 1 0 0,0-1-1 0 0,1 1 1 0 0,0-1-1 0 0,-1 1 1 0 0,1-1-1 0 0,0 1 0 0 0,0 0 1 0 0,0-1-1 0 0,1 1 1 0 0,1-3-1 0 0,5-5 393 0 0,0 1-1 0 0,1-1 1 0 0,0 1-1 0 0,0 1 1 0 0,1 0 0 0 0,0 0-1 0 0,0 1 1 0 0,1 1-1 0 0,0-1 1 0 0,0 2 0 0 0,15-6-1 0 0,13-4 760 0 0,82-18 1 0 0,-78 23-1041 0 0,-1 3 1 0 0,1 1-1 0 0,0 2 1 0 0,0 2-1 0 0,0 2 1 0 0,0 2-1 0 0,0 2 1 0 0,67 14 0 0 0,-89-13-163 0 0,-1 1 0 0 0,0 1 0 0 0,0 0 0 0 0,0 2 0 0 0,-1 0 1 0 0,0 1-1 0 0,-1 1 0 0 0,0 1 0 0 0,0 1 0 0 0,-2 0 1 0 0,1 1-1 0 0,-2 1 0 0 0,0 0 0 0 0,-1 1 0 0 0,0 1 0 0 0,-1 0 1 0 0,-1 1-1 0 0,-1 0 0 0 0,10 23 0 0 0,-7-7-72 0 0,-1 1-1 0 0,-1 0 1 0 0,-3 1-1 0 0,-1 0 1 0 0,-1 0 0 0 0,-2 1-1 0 0,-2 0 1 0 0,-1 0-1 0 0,-2 0 1 0 0,-5 40-1 0 0,0-31 235 0 0,-3-2 0 0 0,-1 1-1 0 0,-3-1 1 0 0,-1-1 0 0 0,-2 0-1 0 0,-2-1 1 0 0,-42 74 0 0 0,41-85 102 0 0,-2-2 1 0 0,-1 0 0 0 0,-40 44 0 0 0,44-56-96 0 0,-1-1 1 0 0,-1-1-1 0 0,0-1 0 0 0,-1 0 1 0 0,-1-1-1 0 0,-29 13 0 0 0,14-10-61 0 0,0-1-1 0 0,-47 11 0 0 0,63-21-224 0 0,0-1 0 0 0,0-1 0 0 0,0 0-1 0 0,-1-2 1 0 0,1-1 0 0 0,-23-1 0 0 0,38 0-1747 0 0</inkml:trace>
</inkml:ink>
</file>

<file path=ppt/ink/ink2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02.5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70 104 6913 0 0,'-5'0'-106'0'0,"0"1"-1"0"0,0-1 0 0 0,0 1 1 0 0,1 1-1 0 0,-1-1 0 0 0,0 1 1 0 0,0 0-1 0 0,-4 2 0 0 0,-13 5 1621 0 0,48-15-440 0 0,-1 1-1 0 0,0 1 1 0 0,1 2 0 0 0,37 0-1 0 0,13-1-245 0 0,264-42 2314 0 0,-92 10-1279 0 0,-133 22-1864 0 0,221 3-1 0 0,-312 11-6692 0 0</inkml:trace>
</inkml:ink>
</file>

<file path=ppt/ink/ink2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03.1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623 0 8754 0 0,'-96'4'6862'0'0,"-1"-1"-4083"0"0,19-1-1223 0 0,-88 14 1 0 0,6 12-6595 0 0,135-22-1102 0 0</inkml:trace>
</inkml:ink>
</file>

<file path=ppt/ink/ink2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03.4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771 0 920 0 0,'-3'3'774'0'0,"0"-1"0"0"0,-1 0-1 0 0,1 0 1 0 0,-1 0 0 0 0,0 0-1 0 0,0-1 1 0 0,-4 2 0 0 0,-246 51 8569 0 0,64-17-6880 0 0,-58 17-3320 0 0,202-43-5656 0 0</inkml:trace>
</inkml:ink>
</file>

<file path=ppt/ink/ink2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04.0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13 7370 0 0,'0'-1'168'0'0,"1"0"1"0"0,-1 1-1 0 0,1-1 1 0 0,-1 0-1 0 0,1 1 1 0 0,0-1-1 0 0,-1 0 1 0 0,1 1-1 0 0,0-1 1 0 0,0 1-1 0 0,0-1 1 0 0,-1 1 0 0 0,1-1-1 0 0,0 1 1 0 0,0 0-1 0 0,0 0 1 0 0,0-1-1 0 0,0 1 1 0 0,0 0-1 0 0,0 0 1 0 0,0 0-1 0 0,1 0 1 0 0,23-2 1162 0 0,-14 3-1058 0 0,-1 1-1 0 0,0 0 1 0 0,0 1-1 0 0,-1 0 1 0 0,1 1-1 0 0,-1 0 0 0 0,0 0 1 0 0,1 1-1 0 0,-2 0 1 0 0,1 1-1 0 0,-1 0 1 0 0,0 0-1 0 0,0 1 0 0 0,0 0 1 0 0,-1 1-1 0 0,9 11 1 0 0,-3-2-114 0 0,0 0 0 0 0,-1 0-1 0 0,-1 1 1 0 0,-1 1 0 0 0,0 0 0 0 0,-2 1 0 0 0,7 20 0 0 0,-11-29-101 0 0,-2 0 1 0 0,1 0-1 0 0,-1 1 1 0 0,-1-1-1 0 0,0 1 1 0 0,-1-1-1 0 0,0 1 1 0 0,0-1-1 0 0,-5 23 1 0 0,0-17-28 0 0,0 0 1 0 0,-1-1 0 0 0,-1 0-1 0 0,0 0 1 0 0,-18 28 0 0 0,19-35-77 0 0,-53 79 407 0 0,53-80-500 0 0,0 0 1 0 0,-1-1 0 0 0,0 0-1 0 0,0 0 1 0 0,0-1 0 0 0,-1 0 0 0 0,0 0-1 0 0,-12 6 1 0 0,11-9-1627 0 0</inkml:trace>
</inkml:ink>
</file>

<file path=ppt/ink/ink2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04.5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81 6913 0 0,'-18'3'499'0'0,"-16"2"2309"0"0,34-6-2721 0 0,0 1 1 0 0,0-1 0 0 0,0 0 0 0 0,0 1 0 0 0,0-1-1 0 0,0 1 1 0 0,1-1 0 0 0,-1 0 0 0 0,0 1 0 0 0,0-1-1 0 0,1 1 1 0 0,-1-1 0 0 0,0 1 0 0 0,1-1 0 0 0,-1 1 0 0 0,1-1-1 0 0,-1 1 1 0 0,0 0 0 0 0,1-1 0 0 0,-1 1 0 0 0,1-1-1 0 0,-1 1 1 0 0,1 0 0 0 0,-1 0 0 0 0,1-1 0 0 0,0 1-1 0 0,18-15 710 0 0,1 5-423 0 0,0 1-1 0 0,1 1 1 0 0,0 0 0 0 0,0 2 0 0 0,0 0-1 0 0,1 2 1 0 0,0 0 0 0 0,42-1 0 0 0,-20 5-196 0 0,0 1 1 0 0,0 2-1 0 0,67 14 1 0 0,-88-11-158 0 0,-1 1 0 0 0,1 1 0 0 0,-1 1 0 0 0,-1 1 0 0 0,0 0 1 0 0,0 2-1 0 0,-1 1 0 0 0,-1 0 0 0 0,26 23 0 0 0,-22-16-14 0 0,-1 2 0 0 0,0 1-1 0 0,-2 0 1 0 0,-1 1 0 0 0,-1 1 0 0 0,26 49 0 0 0,-38-61-22 0 0,0 0 1 0 0,-1 0 0 0 0,-1 1-1 0 0,0-1 1 0 0,-1 1-1 0 0,0 0 1 0 0,-1 0 0 0 0,-1 0-1 0 0,0 0 1 0 0,-1 17-1 0 0,-2-11 43 0 0,-1 1 0 0 0,0-1 0 0 0,-2 0 1 0 0,0 0-1 0 0,-2 0 0 0 0,-11 25 0 0 0,0-9 358 0 0,-2 0 1 0 0,-1-2 0 0 0,-2 0-1 0 0,-1-2 1 0 0,-2 0 0 0 0,-48 45-1 0 0,56-61-260 0 0,0-1-1 0 0,-1-1 0 0 0,-1 0 0 0 0,0-2 0 0 0,-1 0 0 0 0,-27 10 0 0 0,-134 39 434 0 0,39-16-688 0 0,135-42-62 0 0,-9 4-3536 0 0</inkml:trace>
</inkml:ink>
</file>

<file path=ppt/ink/ink2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04.9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5 120 2304 0 0,'0'-1'217'0'0,"-1"0"0"0"0,0 0 0 0 0,1-1 0 0 0,-1 1 0 0 0,1 0 0 0 0,0 0 0 0 0,-1-1 0 0 0,1 1 0 0 0,0 0 0 0 0,0-1 0 0 0,0 1 0 0 0,0-1 0 0 0,0 1 0 0 0,0 0 0 0 0,0-1 0 0 0,0 1 0 0 0,0 0 0 0 0,1-1 0 0 0,-1 1 0 0 0,0 0 0 0 0,1 0 0 0 0,0-1 0 0 0,-1 1 0 0 0,1 0 0 0 0,-1 0 0 0 0,1 0 0 0 0,0 0 0 0 0,0 0 0 0 0,0 0 0 0 0,0 0 0 0 0,0 0 0 0 0,0 0 0 0 0,1-1 0 0 0,3-4 676 0 0,1 1 0 0 0,0-1-1 0 0,0 1 1 0 0,10-6 0 0 0,-5 5-390 0 0,0 1 1 0 0,1 0 0 0 0,0 1 0 0 0,-1 0-1 0 0,1 1 1 0 0,1 0 0 0 0,-1 1 0 0 0,15-2-1 0 0,15 2 399 0 0,46 4 0 0 0,-30 0-461 0 0,871-10 1064 0 0,-887 7-1488 0 0,248-1-2512 0 0,-255 5-4717 0 0</inkml:trace>
</inkml:ink>
</file>

<file path=ppt/ink/ink2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05.5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1160 88 3681 0 0,'-1'-1'154'0'0,"1"0"0"0"0,0 0 1 0 0,-1 0-1 0 0,1 0 0 0 0,-1 0 1 0 0,1 1-1 0 0,-1-1 0 0 0,0 0 1 0 0,1 0-1 0 0,-1 0 0 0 0,0 1 1 0 0,0-1-1 0 0,0 0 0 0 0,1 1 1 0 0,-1-1-1 0 0,0 1 0 0 0,0-1 1 0 0,0 1-1 0 0,0-1 0 0 0,0 1 0 0 0,0-1 1 0 0,0 1-1 0 0,0 0 0 0 0,0 0 1 0 0,0-1-1 0 0,0 1 0 0 0,0 0 1 0 0,0 0-1 0 0,0 0 0 0 0,0 0 1 0 0,-2 1-1 0 0,-34 0 2716 0 0,-95 17 3672 0 0,-1-7-3324 0 0,27-6-2248 0 0,-186-17 0 0 0,50-32-1030 0 0,134 21-1383 0 0,106 23 1242 0 0,-41-11-1938 0 0,18-4-5028 0 0,18 14 4505 0 0,3 2 2475 0 0</inkml:trace>
</inkml:ink>
</file>

<file path=ppt/ink/ink2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05.8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1273 0 9218 0 0,'-5'2'351'0'0,"0"-1"0"0"0,0 0-1 0 0,0 1 1 0 0,0 0 0 0 0,0 0 0 0 0,1 1-1 0 0,-1-1 1 0 0,-7 7 0 0 0,-13 5 661 0 0,-195 66 4404 0 0,124-54-3872 0 0,-151 20 0 0 0,128-30-1449 0 0,-168 2 0 0 0,250-19-522 0 0,-66 1-1023 0 0,36 11-5315 0 0,47-5 952 0 0</inkml:trace>
</inkml:ink>
</file>

<file path=ppt/ink/ink2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06.4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 32 12443 0 0,'-3'-5'185'0'0,"-19"-19"2341"0"0,22 23-2467 0 0,0 1 0 0 0,0 0 0 0 0,-1 0 0 0 0,1 0 1 0 0,0-1-1 0 0,-1 1 0 0 0,1 0 0 0 0,0 0 0 0 0,-1 0 0 0 0,1 0 0 0 0,0 0 0 0 0,-1 0 0 0 0,1 0 0 0 0,0 0 0 0 0,-1 0 0 0 0,1 0 0 0 0,-1 0 0 0 0,1 0 0 0 0,0 0 0 0 0,-1 0 0 0 0,1 0 0 0 0,0 0 0 0 0,-1 0 0 0 0,1 0 0 0 0,0 0 1 0 0,-1 0-1 0 0,0 1 0 0 0,-5 15 1353 0 0,3 13-1020 0 0,1-1-1 0 0,1 0 1 0 0,2 1-1 0 0,7 49 1 0 0,31 111-959 0 0,2-43-510 0 0,-3-53-2705 0 0,-24-65-1744 0 0</inkml:trace>
</inkml:ink>
</file>

<file path=ppt/ink/ink2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06.7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3 183 4145 0 0,'-1'-4'134'0'0,"0"0"-1"0"0,1 0 1 0 0,-1-1-1 0 0,1 1 1 0 0,0 0 0 0 0,0-1-1 0 0,1 1 1 0 0,-1 0 0 0 0,1 0-1 0 0,0-1 1 0 0,0 1-1 0 0,0 0 1 0 0,1 0 0 0 0,2-5-1 0 0,0 1 418 0 0,1 1 0 0 0,0 0-1 0 0,0 0 1 0 0,1 0-1 0 0,-1 1 1 0 0,9-7-1 0 0,-6 6-194 0 0,-1 1 1 0 0,1 0-1 0 0,0 1 0 0 0,1 0 0 0 0,-1 0 0 0 0,1 1 0 0 0,0 0 0 0 0,0 0 0 0 0,0 1 0 0 0,1 0 0 0 0,-1 1 0 0 0,1 0 0 0 0,-1 0 0 0 0,1 1 0 0 0,0 1 0 0 0,-1-1 0 0 0,1 2 0 0 0,0-1 0 0 0,0 1 0 0 0,17 5 0 0 0,-7-1-70 0 0,0 1 1 0 0,-1 1-1 0 0,0 1 1 0 0,-1 0 0 0 0,0 2-1 0 0,0 0 1 0 0,-1 1-1 0 0,32 26 1 0 0,-22-14-248 0 0,0 2 1 0 0,-1 1-1 0 0,-2 2 1 0 0,-1 0-1 0 0,-1 1 0 0 0,-1 1 1 0 0,-2 1-1 0 0,24 51 1 0 0,-40-76-26 0 0,-1 1 0 0 0,0-1 0 0 0,0 1 0 0 0,-1 0 0 0 0,0-1 0 0 0,0 1 1 0 0,0 0-1 0 0,-1 0 0 0 0,0 0 0 0 0,0 0 0 0 0,-1 0 0 0 0,0-1 0 0 0,0 1 0 0 0,-1 0 0 0 0,0-1 1 0 0,0 1-1 0 0,-4 9 0 0 0,-1-5 101 0 0,1 0-1 0 0,-1 0 1 0 0,-1-1 0 0 0,0 0 0 0 0,0-1-1 0 0,-1 0 1 0 0,0 0 0 0 0,-18 13 0 0 0,3-5-70 0 0,-1-1 0 0 0,-1-2 0 0 0,0 0 0 0 0,-1-2 0 0 0,0 0 0 0 0,-1-2 0 0 0,0-1 0 0 0,-52 9 1 0 0,54-14-2744 0 0,-1-1 1 0 0,-53-1 0 0 0</inkml:trace>
</inkml:ink>
</file>

<file path=ppt/ink/ink2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07.1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115 87 1840 0 0,'-10'0'578'0'0,"1"1"0"0"0,-1 0 0 0 0,0 0 0 0 0,1 0 0 0 0,-1 1 0 0 0,1 1-1 0 0,-10 3 1 0 0,17-5-407 0 0,1-1 0 0 0,-1 1-1 0 0,0 0 1 0 0,1 0 0 0 0,-1 0-1 0 0,1 0 1 0 0,-1 0 0 0 0,1 0-1 0 0,0 0 1 0 0,-1 0 0 0 0,1 1 0 0 0,0-1-1 0 0,0 0 1 0 0,0 1 0 0 0,0-1-1 0 0,0 1 1 0 0,0-1 0 0 0,0 1-1 0 0,1 0 1 0 0,-1-1 0 0 0,0 1-1 0 0,1 0 1 0 0,-1 0 0 0 0,1-1 0 0 0,0 1-1 0 0,0 0 1 0 0,0 0 0 0 0,0-1-1 0 0,0 1 1 0 0,0 0 0 0 0,0 0-1 0 0,0 0 1 0 0,1-1 0 0 0,-1 1-1 0 0,1 0 1 0 0,-1 0 0 0 0,1-1 0 0 0,0 1-1 0 0,-1-1 1 0 0,1 1 0 0 0,0 0-1 0 0,0-1 1 0 0,0 0 0 0 0,2 3-1 0 0,0 0-4 0 0,-1 0 0 0 0,1 0-1 0 0,0-1 1 0 0,0 1 0 0 0,1-1 0 0 0,-1 1-1 0 0,1-1 1 0 0,0 0 0 0 0,0 0-1 0 0,0-1 1 0 0,0 1 0 0 0,0-1-1 0 0,0 0 1 0 0,1 0 0 0 0,-1 0 0 0 0,7 1-1 0 0,-4-2-34 0 0,0 0 1 0 0,1 0-1 0 0,-1 0 0 0 0,1-1 0 0 0,0 0 0 0 0,-1-1 1 0 0,1 0-1 0 0,-1 0 0 0 0,13-4 0 0 0,-8 2-64 0 0,-1-1-1 0 0,1-1 0 0 0,-1 0 1 0 0,0 0-1 0 0,-1-1 0 0 0,1-1 1 0 0,-1 1-1 0 0,0-2 1 0 0,-1 1-1 0 0,0-1 0 0 0,0-1 1 0 0,13-17-1 0 0,-20 25-60 0 0,-1-1-1 0 0,0 0 1 0 0,1 0-1 0 0,-1 0 1 0 0,0 0-1 0 0,0-1 1 0 0,0 1-1 0 0,0 0 1 0 0,-1 0-1 0 0,1-1 1 0 0,-1 1-1 0 0,1 0 1 0 0,-1 0 0 0 0,0-1-1 0 0,0 1 1 0 0,0-1-1 0 0,0 1 1 0 0,0 0-1 0 0,-1-1 1 0 0,1 1-1 0 0,-2-4 1 0 0,1 3 21 0 0,-1 0 0 0 0,0 0 0 0 0,0 1 0 0 0,0-1 1 0 0,0 0-1 0 0,0 1 0 0 0,-1-1 0 0 0,1 1 0 0 0,-1 0 0 0 0,0 0 0 0 0,1 0 0 0 0,-1 0 1 0 0,-5-2-1 0 0,-3-1 25 0 0,-1 0 0 0 0,0 1 1 0 0,-1 0-1 0 0,1 1 1 0 0,-1 0-1 0 0,-22-2 0 0 0,30 5-229 0 0,1-1-1 0 0,0 1 1 0 0,-1 0 0 0 0,1 0-1 0 0,0 1 1 0 0,-1-1-1 0 0,1 1 1 0 0,0 0-1 0 0,0 0 1 0 0,0 0-1 0 0,-1 1 1 0 0,1 0 0 0 0,1-1-1 0 0,-1 1 1 0 0,0 1-1 0 0,0-1 1 0 0,1 0-1 0 0,-6 5 1 0 0</inkml:trace>
</inkml:ink>
</file>

<file path=ppt/ink/ink2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07.4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79 9218 0 0,'11'-4'665'0'0,"-1"0"0"0"0,2 1 1 0 0,-1 1-1 0 0,0 0 0 0 0,0 0 0 0 0,17 1 0 0 0,3-2 255 0 0,28-2 2026 0 0,75 2 1 0 0,59 13-1120 0 0,96 0-1820 0 0,-268-11-320 0 0,1-1 1 0 0,-1-1-1 0 0,0-1 1 0 0,21-7-1 0 0,-24 5-1646 0 0,-1 0 0 0 0,28-16 0 0 0,-21 8-3816 0 0</inkml:trace>
</inkml:ink>
</file>

<file path=ppt/ink/ink2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07.9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807 10 5529 0 0,'0'0'35'0'0,"1"0"1"0"0,-1 0-1 0 0,0 0 0 0 0,0 0 0 0 0,0 0 1 0 0,0 0-1 0 0,0 0 0 0 0,0 0 0 0 0,1 0 0 0 0,-1 0 1 0 0,0 0-1 0 0,0 0 0 0 0,0 0 0 0 0,0 0 1 0 0,0 0-1 0 0,0 0 0 0 0,0 1 0 0 0,1-1 0 0 0,-1 0 1 0 0,0 0-1 0 0,0 0 0 0 0,0 0 0 0 0,0 0 1 0 0,0 0-1 0 0,0 0 0 0 0,0 0 0 0 0,0 0 0 0 0,0 1 1 0 0,0-1-1 0 0,0 0 0 0 0,0 0 0 0 0,1 0 1 0 0,-1 0-1 0 0,0 0 0 0 0,0 0 0 0 0,0 0 0 0 0,0 1 1 0 0,0-1-1 0 0,0 0 0 0 0,0 0 0 0 0,0 0 1 0 0,0 0-1 0 0,0 0 0 0 0,0 0 0 0 0,0 1 0 0 0,0-1 1 0 0,0 0-1 0 0,-1 0 0 0 0,1 0 0 0 0,0 0 1 0 0,0 0-1 0 0,0 0 0 0 0,0 1 0 0 0,0-1 1 0 0,0 0-1 0 0,0 0 0 0 0,-11 5 4167 0 0,-90-14 1963 0 0,68 4-4784 0 0,-61 0 1 0 0,-12 11-834 0 0,-117 22 0 0 0,8 22-6125 0 0,189-43-455 0 0</inkml:trace>
</inkml:ink>
</file>

<file path=ppt/ink/ink2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08.2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834 0 8290 0 0,'-40'16'2720'0'0,"-1"-3"-1"0"0,-45 10 1 0 0,23-8-525 0 0,-201 45 1915 0 0,222-54-4126 0 0,0-2 1 0 0,0-2-1 0 0,-1-2 0 0 0,-56-6 1 0 0,49 2-1290 0 0,28 5 618 0 0</inkml:trace>
</inkml:ink>
</file>

<file path=ppt/ink/ink2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46.7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31 4609 0 0,'1'-2'545'0'0,"0"-1"-1"0"0,0 1 1 0 0,0 0-1 0 0,1-1 1 0 0,-1 1-1 0 0,1 0 1 0 0,-1 0-1 0 0,1 0 1 0 0,0 0-1 0 0,0 0 1 0 0,0 1-1 0 0,4-4 1 0 0,-6 5-336 0 0,1 0 0 0 0,-1 0 0 0 0,1 0 0 0 0,-1 0 0 0 0,1 0 0 0 0,-1-1 0 0 0,8 4 3136 0 0,-7-2-3136 0 0,12 19 1946 0 0,0 10-1261 0 0,-2 1 0 0 0,-1 0-1 0 0,11 59 1 0 0,3 102-656 0 0,-12-86 14 0 0,52 674 932 0 0,-64-757-1184 0 0,0-1 1 0 0,-1 1-1 0 0,-2-1 0 0 0,0 1 0 0 0,-2-1 0 0 0,-12 40 0 0 0,17-61-13 0 0,-1 0 0 0 0,1-1 0 0 0,0 1-1 0 0,0 0 1 0 0,0-1 0 0 0,-1 1 0 0 0,1 0-1 0 0,0-1 1 0 0,0 1 0 0 0,-1-1 0 0 0,1 1-1 0 0,-1-1 1 0 0,1 1 0 0 0,0-1 0 0 0,-1 1-1 0 0,1-1 1 0 0,-1 1 0 0 0,1-1 0 0 0,-1 0-1 0 0,0 1 1 0 0,1-1 0 0 0,-1 0 0 0 0,-1 1-1 0 0,-5-11-990 0 0,2-26-1497 0 0,14-96-6637 0 0,-3 66 5412 0 0,-3 20 2784 0 0</inkml:trace>
</inkml:ink>
</file>

<file path=ppt/ink/ink2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47.2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239 158 456 0 0,'-13'-9'354'0'0,"-1"1"0"0"0,-1 1 1 0 0,1 0-1 0 0,-1 1 0 0 0,0 1 0 0 0,-1 0 0 0 0,1 1 0 0 0,-31-4 0 0 0,23 6 891 0 0,18 2-726 0 0,0 0 0 0 0,0 0-1 0 0,1-1 1 0 0,-1 1-1 0 0,0-1 1 0 0,1-1-1 0 0,-1 1 1 0 0,1 0 0 0 0,-6-4-1 0 0,10 5-434 0 0,0-1 1 0 0,0 1-1 0 0,0-1 0 0 0,0 1 1 0 0,0-1-1 0 0,0 1 0 0 0,0-1 1 0 0,0 1-1 0 0,0-1 0 0 0,0 1 1 0 0,0-1-1 0 0,0 1 0 0 0,0-1 1 0 0,1 1-1 0 0,-1-1 0 0 0,0 1 1 0 0,0-1-1 0 0,1 1 0 0 0,-1-1 1 0 0,0 1-1 0 0,1-1 0 0 0,-1 1 1 0 0,0 0-1 0 0,1-1 0 0 0,-1 1 1 0 0,1 0-1 0 0,-1-1 0 0 0,1 1 0 0 0,-1 0 1 0 0,0-1-1 0 0,1 1 0 0 0,-1 0 1 0 0,1 0-1 0 0,-1 0 0 0 0,1 0 1 0 0,-1-1-1 0 0,2 1 0 0 0,20-11 856 0 0,11-2-325 0 0,1 2 0 0 0,1 1 0 0 0,0 2 1 0 0,0 2-1 0 0,1 1 0 0 0,63-1 0 0 0,-39 6-189 0 0,0 4 0 0 0,0 2 0 0 0,73 16 0 0 0,-111-17-405 0 0,0 1-1 0 0,-1 1 1 0 0,0 0-1 0 0,0 2 1 0 0,0 0-1 0 0,-1 2 1 0 0,23 15-1 0 0,-29-15-12 0 0,0 0 0 0 0,0 1-1 0 0,-2 1 1 0 0,0 0-1 0 0,0 0 1 0 0,-1 1 0 0 0,-1 1-1 0 0,0 0 1 0 0,12 26-1 0 0,-8-12 59 0 0,-2 2-1 0 0,-1 0 1 0 0,-1 0-1 0 0,-2 0 1 0 0,-1 1-1 0 0,-1 1 1 0 0,1 54-1 0 0,-6-59-7 0 0,-2 0 1 0 0,-1 0-1 0 0,-1-1 0 0 0,-1 1 0 0 0,-2 0 0 0 0,0-1 0 0 0,-2 0 1 0 0,-1-1-1 0 0,-16 32 0 0 0,-1-9 122 0 0,-2-1 0 0 0,-2-1 0 0 0,-3-1 0 0 0,-45 49 0 0 0,49-64-88 0 0,-1-1 0 0 0,-2-1 1 0 0,0-2-1 0 0,-2-2 0 0 0,-1-1 0 0 0,-43 23 1 0 0,52-34-15 0 0,-35 18 108 0 0,56-28-176 0 0,0-1 0 0 0,-1 0 0 0 0,0 0 0 0 0,1-1 0 0 0,-1 0 0 0 0,0 0 0 0 0,0 0 0 0 0,-9-1 0 0 0,15 0-30 0 0,-1 0-1 0 0,0 0 1 0 0,1 0-1 0 0,-1 0 0 0 0,0 0 1 0 0,1 0-1 0 0,-1 0 1 0 0,0 0-1 0 0,1-1 1 0 0,-1 1-1 0 0,0 0 0 0 0,1-1 1 0 0,-1 1-1 0 0,0 0 1 0 0,1-1-1 0 0,-1 1 1 0 0,1-1-1 0 0,-1 1 0 0 0,1-1 1 0 0,-1 1-1 0 0,1-1 1 0 0,-1 1-1 0 0,1-1 1 0 0,0 1-1 0 0,-1-1 0 0 0,1 0 1 0 0,0 1-1 0 0,0-1 1 0 0,-1 0-1 0 0,1 1 1 0 0,0-1-1 0 0,0 0 0 0 0,0 1 1 0 0,0-1-1 0 0,0 0 1 0 0,-1 1-1 0 0,1-1 0 0 0,1 0 1 0 0,-1 0-1 0 0,0 1 1 0 0,0-1-1 0 0,0 0 1 0 0,1 0-1 0 0,11-29-3339 0 0</inkml:trace>
</inkml:ink>
</file>

<file path=ppt/ink/ink2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47.7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80 1840 0 0,'-16'-13'2297'0'0,"4"2"1847"0"0,13 10-4091 0 0,0 0 0 0 0,-1 0 0 0 0,1 1 0 0 0,0-1 0 0 0,0 0 0 0 0,0 1 0 0 0,0-1 0 0 0,0 1 0 0 0,0-1 0 0 0,0 1 0 0 0,0 0 0 0 0,0-1 0 0 0,0 1 0 0 0,0 0 0 0 0,0-1 0 0 0,0 1 0 0 0,0 0 0 0 0,0 0 0 0 0,2 0 0 0 0,307-40 6018 0 0,161 33-4103 0 0,-65 53-360 0 0,-324-34-1064 0 0,-1-4-659 0 0,135-3 1 0 0,-184-7-526 0 0,-4-3-195 0 0</inkml:trace>
</inkml:ink>
</file>

<file path=ppt/ink/ink2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48.3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1420 37 2304 0 0,'14'-8'349'0'0,"-10"6"157"0"0,1 0 0 0 0,-1 0 0 0 0,1 0 0 0 0,-1-1 0 0 0,0 0 0 0 0,0 0 0 0 0,0 0 0 0 0,3-4 0 0 0,-9 6-25 0 0,0 1 1 0 0,0 0 0 0 0,0-1-1 0 0,1 1 1 0 0,-1 0-1 0 0,0 0 1 0 0,0 1-1 0 0,0-1 1 0 0,0 0-1 0 0,0 1 1 0 0,-3 0-1 0 0,-164 30 6056 0 0,-88-9-4586 0 0,98-11-1213 0 0,-9 3-410 0 0,-183-8-1 0 0,305-11-211 0 0,-69-15 0 0 0,75 12-1276 0 0,1 1 0 0 0,-66-2 1 0 0</inkml:trace>
</inkml:ink>
</file>

<file path=ppt/ink/ink2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48.7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1486 0 456 0 0,'-1'2'468'0'0,"1"0"1"0"0,-1 0-1 0 0,0 0 1 0 0,1 0-1 0 0,-1-1 0 0 0,0 1 1 0 0,0 0-1 0 0,0 0 0 0 0,0-1 1 0 0,0 1-1 0 0,-1-1 0 0 0,1 1 1 0 0,0-1-1 0 0,-1 0 1 0 0,1 1-1 0 0,-1-1 0 0 0,1 0 1 0 0,-1 0-1 0 0,0 0 0 0 0,1 0 1 0 0,-1 0-1 0 0,0 0 0 0 0,0-1 1 0 0,-3 2-1 0 0,-50 12 3627 0 0,52-13-3835 0 0,-79 10 2282 0 0,-101 2 0 0 0,38-4-1677 0 0,-715 105-185 0 0,846-112-812 0 0,-94 11-3018 0 0</inkml:trace>
</inkml:ink>
</file>

<file path=ppt/ink/ink2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49.6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10 5529 0 0,'-7'-9'9428'0'0,"15"23"-4002"0"0,2-3-7150 0 0,103 99 3514 0 0,-78-73-1618 0 0,1-2-1 0 0,2-1 1 0 0,77 53-1 0 0,-105-81-777 0 0,0-1-1 0 0,0-1 0 0 0,0 1 1 0 0,0-2-1 0 0,1 1 0 0 0,0-1 1 0 0,13 2-1 0 0,-7-5-944 0 0</inkml:trace>
</inkml:ink>
</file>

<file path=ppt/ink/ink2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49.9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391 4 11058 0 0,'0'0'113'0'0,"-1"-1"-1"0"0,0 1 0 0 0,1-1 0 0 0,-1 1 1 0 0,0 0-1 0 0,0-1 0 0 0,1 1 0 0 0,-1 0 1 0 0,0 0-1 0 0,0-1 0 0 0,0 1 1 0 0,1 0-1 0 0,-1 0 0 0 0,0 0 0 0 0,0 0 1 0 0,0 0-1 0 0,1 0 0 0 0,-1 0 0 0 0,0 1 1 0 0,0-1-1 0 0,0 0 0 0 0,1 0 0 0 0,-1 0 1 0 0,0 1-1 0 0,0-1 0 0 0,1 0 0 0 0,-1 1 1 0 0,0-1-1 0 0,1 1 0 0 0,-1-1 0 0 0,0 1 1 0 0,1-1-1 0 0,-1 1 0 0 0,0 0 1 0 0,-25 27 1787 0 0,18-18-1223 0 0,-153 185 3083 0 0,24 18-5530 0 0,119-179-3021 0 0,4-2-1563 0 0</inkml:trace>
</inkml:ink>
</file>

<file path=ppt/ink/ink2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0.4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25 7834 0 0,'0'-1'238'0'0,"0"0"1"0"0,-1 0 0 0 0,1-1-1 0 0,-1 1 1 0 0,1 0 0 0 0,-1 0-1 0 0,1 0 1 0 0,-1 0 0 0 0,0 0-1 0 0,1-1 1 0 0,-1 1 0 0 0,0 0 0 0 0,0 0-1 0 0,0 1 1 0 0,0-1 0 0 0,0 0-1 0 0,0 0 1 0 0,0 0 0 0 0,0 1-1 0 0,0-1 1 0 0,0 0 0 0 0,0 1-1 0 0,-1-1 1 0 0,1 1 0 0 0,0 0-1 0 0,0-1 1 0 0,-1 1 0 0 0,1 0-1 0 0,0 0 1 0 0,-2-1 0 0 0,2 2-54 0 0,-1 0 1 0 0,1-1-1 0 0,0 1 1 0 0,-1 0-1 0 0,1 0 1 0 0,0 0-1 0 0,0 0 1 0 0,0 0 0 0 0,-1 0-1 0 0,1 0 1 0 0,0 0-1 0 0,0 1 1 0 0,1-1-1 0 0,-1 0 1 0 0,0 1-1 0 0,0-1 1 0 0,1 0-1 0 0,-1 1 1 0 0,0-1-1 0 0,1 1 1 0 0,0-1-1 0 0,-1 1 1 0 0,1-1-1 0 0,0 3 1 0 0,-3 13 138 0 0,1 1 0 0 0,1-1-1 0 0,0 1 1 0 0,4 28 0 0 0,15 73-663 0 0,-6-55-34 0 0,-5-13-963 0 0,0 0-3376 0 0,-2 2-1632 0 0</inkml:trace>
</inkml:ink>
</file>

<file path=ppt/ink/ink2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0.8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21 10594 0 0,'0'-1'112'0'0,"0"0"-1"0"0,1 0 1 0 0,-1 0-1 0 0,1 0 1 0 0,-1 0-1 0 0,1 0 1 0 0,0 0-1 0 0,-1 0 1 0 0,1 0-1 0 0,0 0 1 0 0,0 0-1 0 0,-1 0 1 0 0,1 0-1 0 0,0 0 1 0 0,0 1-1 0 0,0-1 1 0 0,0 0-1 0 0,0 1 1 0 0,0-1-1 0 0,0 1 1 0 0,0-1-1 0 0,0 1 1 0 0,1-1-1 0 0,-1 1 1 0 0,0 0-1 0 0,0-1 1 0 0,0 1-1 0 0,1 0 1 0 0,-1 0-1 0 0,0 0 1 0 0,0 0-1 0 0,2 1 1 0 0,41 1 1836 0 0,-31 2-1657 0 0,0 1-1 0 0,0-1 0 0 0,-1 2 1 0 0,0 0-1 0 0,0 0 0 0 0,0 2 1 0 0,20 15-1 0 0,71 72-553 0 0,-71-64-161 0 0,10 8-2047 0 0,-23-20-3178 0 0</inkml:trace>
</inkml:ink>
</file>

<file path=ppt/ink/ink2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1.0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277 29 5529 0 0,'-10'-15'166'0'0,"-6"2"4762"0"0,15 13-4670 0 0,-1 0-1 0 0,1 0 1 0 0,0 0-1 0 0,-1 0 1 0 0,1 0-1 0 0,-1 0 1 0 0,1 0-1 0 0,0 1 1 0 0,-1-1-1 0 0,1 0 1 0 0,0 1-1 0 0,-1-1 1 0 0,1 1-1 0 0,0-1 1 0 0,0 1-1 0 0,0 0 1 0 0,-1 0-1 0 0,1-1 1 0 0,0 1-1 0 0,0 0 1 0 0,0 0-1 0 0,0 0 1 0 0,0 0-1 0 0,1 0 1 0 0,-1 0-1 0 0,-1 2 1 0 0,-18 23 582 0 0,2 0 0 0 0,0 2 1 0 0,-19 42-1 0 0,16-31-710 0 0,-2 5-50 0 0,-26 69 0 0 0,41-91-1015 0 0,1 1-1 0 0,-6 43 0 0 0,10-35-5761 0 0</inkml:trace>
</inkml:ink>
</file>

<file path=ppt/ink/ink2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1.4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32 138 1376 0 0,'-1'-1'154'0'0,"-1"1"0"0"0,0 0 0 0 0,1-1 0 0 0,-1 0 0 0 0,1 1 0 0 0,-1-1 0 0 0,1 0 0 0 0,-1 0 0 0 0,1 0 0 0 0,-1 0 0 0 0,1 0 0 0 0,0 0 0 0 0,0 0 0 0 0,-1 0 0 0 0,1-1 0 0 0,0 1-1 0 0,0 0 1 0 0,0-1 0 0 0,0 1 0 0 0,1-1 0 0 0,-1 1 0 0 0,0-1 0 0 0,1 1 0 0 0,-1-1 0 0 0,1 0 0 0 0,-1 1 0 0 0,1-1 0 0 0,0 0 0 0 0,-1 1 0 0 0,1-1 0 0 0,0 0 0 0 0,0 1 0 0 0,0-1 0 0 0,1 0 0 0 0,-1 1 0 0 0,0-1-1 0 0,1-2 1 0 0,0 0 249 0 0,1-1-1 0 0,-1 1 0 0 0,1 0 0 0 0,-1 0 1 0 0,1 0-1 0 0,0 0 0 0 0,1 0 0 0 0,-1 1 0 0 0,1-1 1 0 0,0 1-1 0 0,0-1 0 0 0,0 1 0 0 0,4-4 0 0 0,-2 4-151 0 0,0-1-1 0 0,0 1 0 0 0,1 0 0 0 0,0 0 0 0 0,-1 1 0 0 0,1-1 1 0 0,0 1-1 0 0,0 1 0 0 0,0-1 0 0 0,1 1 0 0 0,-1 0 0 0 0,0 0 1 0 0,0 1-1 0 0,1 0 0 0 0,-1 0 0 0 0,0 0 0 0 0,10 3 0 0 0,-11-2-136 0 0,0 0-1 0 0,0 1 1 0 0,0 0 0 0 0,0 0-1 0 0,0 0 1 0 0,-1 1-1 0 0,1 0 1 0 0,-1 0-1 0 0,0 0 1 0 0,0 0 0 0 0,0 1-1 0 0,0-1 1 0 0,-1 1-1 0 0,1 0 1 0 0,-1 0-1 0 0,0 0 1 0 0,0 1 0 0 0,0-1-1 0 0,-1 1 1 0 0,0-1-1 0 0,3 9 1 0 0,1 4 47 0 0,-2 0 1 0 0,0 1-1 0 0,-1 0 0 0 0,-1 0 1 0 0,0 0-1 0 0,-2 25 1 0 0,-15 108 1571 0 0,15-150-1710 0 0,0-1 1 0 0,0 1-1 0 0,-1 0 0 0 0,1-1 0 0 0,0 1 1 0 0,0 0-1 0 0,0-1 0 0 0,0 1 0 0 0,0 0 1 0 0,0-1-1 0 0,0 1 0 0 0,0 0 0 0 0,0-1 1 0 0,0 1-1 0 0,0 0 0 0 0,1-1 0 0 0,-1 1 1 0 0,0 0-1 0 0,0-1 0 0 0,1 1 0 0 0,-1 0 1 0 0,0-1-1 0 0,1 1 0 0 0,-1-1 0 0 0,1 1 1 0 0,-1-1-1 0 0,1 1 0 0 0,-1-1 0 0 0,1 1 0 0 0,-1-1 1 0 0,1 1-1 0 0,0 0 0 0 0,1-1-6 0 0,0 0 0 0 0,-1 0 0 0 0,1 0 0 0 0,0 0 0 0 0,-1-1 0 0 0,1 1-1 0 0,0 0 1 0 0,-1-1 0 0 0,1 1 0 0 0,0-1 0 0 0,-1 1 0 0 0,1-1 0 0 0,1-1 0 0 0,48-33-198 0 0,-48 33 170 0 0,55-45-441 0 0,-25 19 47 0 0</inkml:trace>
</inkml:ink>
</file>

<file path=ppt/ink/ink2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3.0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70 158 5065 0 0,'-69'-39'9177'0'0,"87"52"-8678"0"0,1 0 1 0 0,18 18-1 0 0,-23-18-231 0 0,1-1 0 0 0,0-1 0 0 0,25 15 0 0 0,-34-23-127 0 0,0-1 1 0 0,0 1-1 0 0,0-1 0 0 0,0 0 1 0 0,1-1-1 0 0,-1 1 0 0 0,1-1 1 0 0,-1 0-1 0 0,1-1 0 0 0,0 0 1 0 0,-1 0-1 0 0,1 0 0 0 0,-1-1 1 0 0,8-1-1 0 0,-5 0 72 0 0,0 0-1 0 0,0-1 1 0 0,-1 1 0 0 0,1-2-1 0 0,-1 1 1 0 0,0-1-1 0 0,0 0 1 0 0,0-1 0 0 0,7-5-1 0 0,-11 6-148 0 0,0 0 0 0 0,1-1 0 0 0,-2 1 0 0 0,1-1 0 0 0,-1 1 0 0 0,1-1 0 0 0,-1 0-1 0 0,0 0 1 0 0,-1-1 0 0 0,1 1 0 0 0,-1-1 0 0 0,-1 1 0 0 0,1-1 0 0 0,1-9 0 0 0,16-76-881 0 0,-9 54-4716 0 0</inkml:trace>
</inkml:ink>
</file>

<file path=ppt/ink/ink2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3.2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0 5985 0 0,'-1'0'70'0'0,"0"1"0"0"0,1-1 0 0 0,-1 0 0 0 0,0 0 0 0 0,1 0 0 0 0,-1 0 0 0 0,0 0 0 0 0,1 1 0 0 0,-1-1 0 0 0,0 0 0 0 0,1 1 0 0 0,-1-1 0 0 0,1 0 0 0 0,-1 1 0 0 0,1-1 0 0 0,-1 1 0 0 0,0-1 0 0 0,1 0 0 0 0,0 1 0 0 0,-1 0 0 0 0,1-1 0 0 0,-1 1 0 0 0,1-1 0 0 0,0 1 0 0 0,-1 1 0 0 0,-4 21 2890 0 0,11 26 1130 0 0,-6-48-4090 0 0,5 24 1175 0 0,16 45-1 0 0,17 21-2688 0 0,-27-66-4126 0 0</inkml:trace>
</inkml:ink>
</file>

<file path=ppt/ink/ink2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4.4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131 114 6913 0 0,'-2'-14'248'0'0,"-12"-45"1758"0"0,14 56-1682 0 0,-1 1-1 0 0,0-1 0 0 0,0 1 0 0 0,0-1 0 0 0,0 1 1 0 0,0 0-1 0 0,-1 0 0 0 0,1-1 0 0 0,-1 1 1 0 0,1 0-1 0 0,-1 0 0 0 0,0 0 0 0 0,0 1 0 0 0,0-1 1 0 0,0 0-1 0 0,0 1 0 0 0,0-1 0 0 0,-4-1 1 0 0,5 3-195 0 0,0 0 1 0 0,0 0-1 0 0,-1 0 1 0 0,1 0-1 0 0,0 1 1 0 0,0-1-1 0 0,-1 0 1 0 0,1 1 0 0 0,0-1-1 0 0,0 1 1 0 0,0-1-1 0 0,0 1 1 0 0,-1-1-1 0 0,1 1 1 0 0,0 0-1 0 0,0 0 1 0 0,0 0-1 0 0,1-1 1 0 0,-1 1 0 0 0,0 0-1 0 0,0 0 1 0 0,0 0-1 0 0,1 0 1 0 0,-1 0-1 0 0,0 0 1 0 0,1 1-1 0 0,-1-1 1 0 0,1 0-1 0 0,-1 0 1 0 0,1 0 0 0 0,0 1-1 0 0,-1 0 1 0 0,-13 45 554 0 0,14-45-578 0 0,-12 60 336 0 0,-7 106 1 0 0,13 67-126 0 0,4-99-80 0 0,11 498 441 0 0,0-302-554 0 0,1 79-75 0 0,2 235 20 0 0,17 171 91 0 0,32-132 632 0 0,-4-65 304 0 0,-51-522-1131 0 0,11 104 99 0 0,-13-176-168 0 0,1 0-1 0 0,1 0 1 0 0,2-1 0 0 0,0 0 0 0 0,18 36 0 0 0,-25-59-86 0 0,0 0-1 0 0,0 0 1 0 0,1 0-1 0 0,-1 0 1 0 0,1 0-1 0 0,-1 0 1 0 0,1 0-1 0 0,-1 0 1 0 0,1-1 0 0 0,4 4-1 0 0</inkml:trace>
</inkml:ink>
</file>

<file path=ppt/ink/ink2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5.1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218 378 7834 0 0,'-14'-6'678'0'0,"0"-1"1"0"0,0 1 0 0 0,-1 1 0 0 0,0 1 0 0 0,0 0 0 0 0,0 1-1 0 0,0 1 1 0 0,-1 0 0 0 0,1 1 0 0 0,-1 0 0 0 0,-26 4-1 0 0,42-4-653 0 0,-1 1-1 0 0,1 0 1 0 0,-1 0-1 0 0,1 0 1 0 0,-1 0-1 0 0,1 0 1 0 0,0 0-1 0 0,-1 0 0 0 0,1 0 1 0 0,-1 0-1 0 0,1 0 1 0 0,-1 0-1 0 0,1 1 1 0 0,0-1-1 0 0,-1 0 1 0 0,1 0-1 0 0,-1 0 1 0 0,1 0-1 0 0,0 1 0 0 0,-1-1 1 0 0,1 0-1 0 0,0 0 1 0 0,-1 1-1 0 0,1-1 1 0 0,0 0-1 0 0,-1 1 1 0 0,1-1-1 0 0,-1 1 1 0 0,11 6 942 0 0,21 2 253 0 0,0-7-1130 0 0,-1-2-1 0 0,1 0 1 0 0,-1-3 0 0 0,50-9-1 0 0,31-2 151 0 0,130 8 175 0 0,-22 1-339 0 0,-120 0-27 0 0,374-31 411 0 0,-272 16-295 0 0,96-12-4 0 0,-101 8-110 0 0,0 8 1 0 0,250 12-1 0 0,-189 11-183 0 0,406-40 0 0 0,172-51 1385 0 0,-20 19-942 0 0,-700 58-1528 0 0,-94 4-6347 0 0</inkml:trace>
</inkml:ink>
</file>

<file path=ppt/ink/ink2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5.7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15 10594 0 0,'-1'0'62'0'0,"1"0"-1"0"0,0 0 1 0 0,0 0 0 0 0,-1 0-1 0 0,1 0 1 0 0,0-1-1 0 0,0 1 1 0 0,0 0-1 0 0,-1 0 1 0 0,1 0 0 0 0,0 0-1 0 0,0 0 1 0 0,0 0-1 0 0,-1 0 1 0 0,1 0-1 0 0,0-1 1 0 0,0 1 0 0 0,0 0-1 0 0,0 0 1 0 0,-1 0-1 0 0,1 0 1 0 0,0-1-1 0 0,0 1 1 0 0,0 0 0 0 0,0 0-1 0 0,0 0 1 0 0,0-1-1 0 0,-1 1 1 0 0,1 0-1 0 0,0 0 1 0 0,0 0 0 0 0,0-1-1 0 0,0 1 1 0 0,0 0-1 0 0,0 0 1 0 0,0-1-1 0 0,0 1 1 0 0,0 0 0 0 0,0 0-1 0 0,0 0 1 0 0,0-1-1 0 0,0 1 1 0 0,1 0-1 0 0,10-5 1873 0 0,19 2-5 0 0,-18 5-1609 0 0,0 0 1 0 0,-1 1-1 0 0,1 1 0 0 0,-1 0 0 0 0,0 0 0 0 0,0 1 0 0 0,11 7 0 0 0,69 51 648 0 0,-72-48-1063 0 0,0-1-1 0 0,2 0 1 0 0,-1-2 0 0 0,1 0 0 0 0,26 9 0 0 0,-31-15-673 0 0,0-1-1 0 0,0-1 0 0 0,0 0 0 0 0,1-2 0 0 0,0 0 1 0 0,-1 0-1 0 0,1-2 0 0 0,0 0 0 0 0,-1-1 1 0 0,29-4-1 0 0,-26-1-3649 0 0</inkml:trace>
</inkml:ink>
</file>

<file path=ppt/ink/ink2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5.9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407 8 5065 0 0,'-1'-1'170'0'0,"-1"0"1"0"0,1 0-1 0 0,-1 1 0 0 0,0-1 0 0 0,0 0 1 0 0,1 1-1 0 0,-1-1 0 0 0,0 1 0 0 0,0-1 1 0 0,0 1-1 0 0,1 0 0 0 0,-1 0 0 0 0,0 0 1 0 0,0 0-1 0 0,0 0 0 0 0,0 0 0 0 0,0 0 1 0 0,1 1-1 0 0,-4 0 0 0 0,0 1 351 0 0,0 1 0 0 0,1 0-1 0 0,-1 0 1 0 0,1 0 0 0 0,-8 8-1 0 0,-5 6 159 0 0,0 1 1 0 0,1 0-1 0 0,0 1 0 0 0,-22 38 0 0 0,-42 94 188 0 0,56-102-617 0 0,-51 110 243 0 0,64-130-1277 0 0,1 0 1 0 0,1 1 0 0 0,-8 50 0 0 0,13-50-4186 0 0</inkml:trace>
</inkml:ink>
</file>

<file path=ppt/ink/ink2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6.2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29 9218 0 0,'-1'-2'503'0'0,"1"0"1"0"0,0 0-1 0 0,0 0 1 0 0,0 0-1 0 0,0 1 1 0 0,0-1-1 0 0,1 0 1 0 0,-1 0-1 0 0,0 0 1 0 0,7-7 3610 0 0,-3 23-2729 0 0,-1 47-228 0 0,-3-42-1429 0 0,2 0 1 0 0,6 37-1 0 0,-2-30-602 0 0</inkml:trace>
</inkml:ink>
</file>

<file path=ppt/ink/ink2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6.6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1 9674 0 0,'-8'1'6902'0'0,"8"0"-6796"0"0,12 15 2450 0 0,38 31-3230 0 0,-29-28 1351 0 0,163 178-658 0 0,-165-180-529 0 0,1 0-1 0 0,0-2 1 0 0,33 19-1 0 0,-25-19-1136 0 0</inkml:trace>
</inkml:ink>
</file>

<file path=ppt/ink/ink2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6.9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231 10 8754 0 0,'-1'-1'332'0'0,"0"0"0"0"0,0 0-1 0 0,0 0 1 0 0,1 1 0 0 0,-1-1 0 0 0,0 0 0 0 0,0 1 0 0 0,0-1-1 0 0,0 1 1 0 0,0-1 0 0 0,-1 1 0 0 0,1 0 0 0 0,0-1 0 0 0,0 1 0 0 0,0 0-1 0 0,0 0 1 0 0,0 0 0 0 0,0-1 0 0 0,-1 1 0 0 0,0 1 0 0 0,0-1-53 0 0,0 0 1 0 0,1 1-1 0 0,-1 0 1 0 0,0-1-1 0 0,1 1 1 0 0,-1 0-1 0 0,1 0 1 0 0,-1 0-1 0 0,1 0 1 0 0,-1 0-1 0 0,-2 2 1 0 0,-2 4 37 0 0,0 1 1 0 0,0-1-1 0 0,1 1 1 0 0,-5 9-1 0 0,5-10-19 0 0,-23 40-122 0 0,2 0 1 0 0,-34 88-1 0 0,50-107-2062 0 0,-9 49-1 0 0,15-52-4629 0 0</inkml:trace>
</inkml:ink>
</file>

<file path=ppt/ink/ink2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7.2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55 5065 0 0,'-1'0'69'0'0,"1"0"0"0"0,-1 0 0 0 0,1 0 0 0 0,-1 0 0 0 0,1 0-1 0 0,0 0 1 0 0,-1-1 0 0 0,1 1 0 0 0,-1 0 0 0 0,1 0 0 0 0,-1 0 0 0 0,1 0 0 0 0,-1-1-1 0 0,1 1 1 0 0,-1 0 0 0 0,1 0 0 0 0,0-1 0 0 0,-1 1 0 0 0,1 0 0 0 0,0-1 0 0 0,-1 1 0 0 0,1 0-1 0 0,0-1 1 0 0,-1 1 0 0 0,1-1 0 0 0,0 1 0 0 0,0 0 0 0 0,-1-1 0 0 0,1 1 0 0 0,0-1-1 0 0,0 1 1 0 0,0-1 0 0 0,0 1 0 0 0,-1-1 0 0 0,1 1 0 0 0,0-1 0 0 0,0 1 0 0 0,0-1 0 0 0,0 1-1 0 0,0-1 1 0 0,0 1 0 0 0,0-1 0 0 0,1 1 0 0 0,-1 0 0 0 0,0-1 0 0 0,0 1 0 0 0,0-1 0 0 0,0 1-1 0 0,1-1 1 0 0,-1 1 0 0 0,0-1 0 0 0,0 1 0 0 0,1 0 0 0 0,-1-1 0 0 0,0 1 0 0 0,1 0-1 0 0,-1-1 1 0 0,2-1 332 0 0,-1-1 1 0 0,0 1-1 0 0,1 0 0 0 0,-1 1 0 0 0,1-1 0 0 0,-1 0 0 0 0,1 0 0 0 0,0 0 0 0 0,0 1 0 0 0,0-1 1 0 0,3-1-1 0 0,0 1-178 0 0,0 0 0 0 0,0 1 1 0 0,0-1-1 0 0,0 1 1 0 0,0 0-1 0 0,0 1 0 0 0,0-1 1 0 0,1 1-1 0 0,-1 0 1 0 0,0 0-1 0 0,0 1 1 0 0,0-1-1 0 0,0 1 0 0 0,1 0 1 0 0,-1 1-1 0 0,0-1 1 0 0,0 1-1 0 0,-1 0 0 0 0,1 0 1 0 0,0 1-1 0 0,-1-1 1 0 0,1 1-1 0 0,-1 0 0 0 0,0 0 1 0 0,0 1-1 0 0,0-1 1 0 0,5 7-1 0 0,-2-2-57 0 0,-2 0 1 0 0,1 0-1 0 0,-1 1 0 0 0,-1 0 0 0 0,0 0 1 0 0,0 0-1 0 0,0 0 0 0 0,-1 0 0 0 0,-1 1 1 0 0,0 0-1 0 0,0-1 0 0 0,0 1 1 0 0,-1 18-1 0 0,-1-27-149 0 0,0-1 0 0 0,0 1 0 0 0,-1-1 0 0 0,1 1 0 0 0,0-1 0 0 0,0 1 0 0 0,0 0 0 0 0,0-1 0 0 0,0 1 0 0 0,0-1 0 0 0,0 1 0 0 0,0-1 0 0 0,1 1 0 0 0,-1-1 0 0 0,0 1 0 0 0,0-1 0 0 0,0 1 0 0 0,1-1 0 0 0,-1 1 0 0 0,0-1 0 0 0,0 0 0 0 0,1 1 0 0 0,-1-1 0 0 0,0 1 0 0 0,1-1 0 0 0,-1 0 0 0 0,0 1 0 0 0,1-1 0 0 0,-1 0 0 0 0,1 1 0 0 0,-1-1 0 0 0,1 0 0 0 0,-1 0 0 0 0,0 1 0 0 0,1-1 0 0 0,0 0 0 0 0,0 0-5 0 0,1-1 0 0 0,-1 1 0 0 0,1 0 0 0 0,-1-1 0 0 0,0 0 1 0 0,1 1-1 0 0,-1-1 0 0 0,0 0 0 0 0,1 0 0 0 0,-1 0 0 0 0,0 0 0 0 0,2-1 1 0 0,32-39-24 0 0,-34 40 27 0 0,49-62-1891 0 0,-32 39-5792 0 0</inkml:trace>
</inkml:ink>
</file>

<file path=ppt/ink/ink2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8.0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16 125 6913 0 0,'-15'-23'3335'0'0,"15"15"-970"0"0,11 10-144 0 0,-6 2-1786 0 0,1 0 0 0 0,-1 1 0 0 0,-1-1 0 0 0,1 1 0 0 0,-1 0 0 0 0,1 0 0 0 0,5 11 0 0 0,10 11 376 0 0,-9-15-668 0 0,0-1-1 0 0,1 0 0 0 0,0-1 0 0 0,0 0 0 0 0,1-1 0 0 0,0-1 0 0 0,1 0 0 0 0,0 0 1 0 0,0-2-1 0 0,1 1 0 0 0,0-2 0 0 0,0 0 0 0 0,16 3 0 0 0,-28-8-97 0 0,-1 0-1 0 0,1 0 1 0 0,-1-1-1 0 0,1 1 1 0 0,0-1-1 0 0,-1 1 1 0 0,1-1-1 0 0,-1 0 1 0 0,1 0-1 0 0,-1 0 1 0 0,0 0-1 0 0,1 0 1 0 0,-1-1-1 0 0,0 1 1 0 0,0-1-1 0 0,0 1 1 0 0,0-1-1 0 0,0 0 1 0 0,0 0-1 0 0,-1 0 1 0 0,1 0-1 0 0,-1 0 1 0 0,1 0-1 0 0,1-3 1 0 0,4-9 179 0 0,1 1 0 0 0,9-29 0 0 0,-10 24-172 0 0,10-21-295 0 0,15-39 603 0 0,-11 27-5581 0 0</inkml:trace>
</inkml:ink>
</file>

<file path=ppt/ink/ink2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8.2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1 3225 0 0,'-3'3'225'0'0,"1"0"0"0"0,-1 0 0 0 0,1 0 0 0 0,-1 1 0 0 0,1-1 0 0 0,0 1 0 0 0,0 0 0 0 0,1-1 0 0 0,-1 1 0 0 0,1 0 1 0 0,0 0-1 0 0,0 0 0 0 0,0 0 0 0 0,0 0 0 0 0,1 0 0 0 0,-1 8 0 0 0,1 10 3707 0 0,5 42-1 0 0,-3-39-2891 0 0,14 108 3166 0 0,5-1-4549 0 0,-17-108-425 0 0,0 1-6078 0 0</inkml:trace>
</inkml:ink>
</file>

<file path=ppt/ink/ink2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9.8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158 50 8290 0 0,'-3'-1'186'0'0,"-1"0"1"0"0,1 0 0 0 0,0 0-1 0 0,0 1 1 0 0,-1-1-1 0 0,1 1 1 0 0,0 0-1 0 0,-1-1 1 0 0,1 2 0 0 0,0-1-1 0 0,-1 0 1 0 0,1 1-1 0 0,0-1 1 0 0,-1 1 0 0 0,1 0-1 0 0,0 0 1 0 0,-4 2-1 0 0,2 0 37 0 0,0 0 0 0 0,1 0 0 0 0,-1 0 0 0 0,1 1 0 0 0,0 0 0 0 0,0-1 0 0 0,0 1 0 0 0,1 1-1 0 0,-6 8 1 0 0,2-2-71 0 0,0 1 0 0 0,2 0 0 0 0,-1 0-1 0 0,1 1 1 0 0,1 0 0 0 0,1-1 0 0 0,0 1-1 0 0,-2 16 1 0 0,4-18-148 0 0,0 0 0 0 0,0 1-1 0 0,2-1 1 0 0,-1 1 0 0 0,2-1-1 0 0,-1 0 1 0 0,1 1 0 0 0,1-1-1 0 0,0 0 1 0 0,1-1 0 0 0,0 1-1 0 0,6 11 1 0 0,-6-16-33 0 0,0 1-1 0 0,1-1 1 0 0,0 0-1 0 0,0 0 1 0 0,0 0-1 0 0,1 0 1 0 0,0-1-1 0 0,0 0 1 0 0,0 0-1 0 0,1-1 1 0 0,-1 0-1 0 0,1 0 1 0 0,0 0-1 0 0,1-1 1 0 0,-1 0 0 0 0,0-1-1 0 0,1 1 1 0 0,9 1-1 0 0,-9-3-2 0 0,-1 0 0 0 0,0 1-1 0 0,1-2 1 0 0,-1 1 0 0 0,1-1 0 0 0,-1-1-1 0 0,1 1 1 0 0,-1-1 0 0 0,0-1 0 0 0,1 1-1 0 0,-1-1 1 0 0,0 0 0 0 0,0-1 0 0 0,0 0-1 0 0,0 0 1 0 0,10-6 0 0 0,-12 5 97 0 0,0 0 0 0 0,0-1 0 0 0,0 0 0 0 0,-1 0 0 0 0,1 0 0 0 0,-1 0 0 0 0,-1 0 1 0 0,1-1-1 0 0,-1 0 0 0 0,0 0 0 0 0,0 0 0 0 0,0 0 0 0 0,-1 0 0 0 0,0 0 0 0 0,0-1 0 0 0,-1 1 0 0 0,1-1 0 0 0,-1-13 0 0 0,0 7 132 0 0,-1-1 1 0 0,-1 0-1 0 0,0 1 0 0 0,-1-1 0 0 0,0 1 0 0 0,-1-1 0 0 0,0 1 1 0 0,-1 0-1 0 0,-1 0 0 0 0,0 1 0 0 0,-1-1 0 0 0,0 1 0 0 0,-1 0 1 0 0,0 1-1 0 0,-1 0 0 0 0,-1 0 0 0 0,-10-11 0 0 0,10 12-384 0 0,-1 1 0 0 0,0 1-1 0 0,-1-1 1 0 0,0 2-1 0 0,0-1 1 0 0,-1 2 0 0 0,0 0-1 0 0,0 0 1 0 0,0 1-1 0 0,0 0 1 0 0,-16-3 0 0 0,15 7-942 0 0,2 3-179 0 0</inkml:trace>
</inkml:ink>
</file>

<file path=ppt/ink/ink2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0.2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226 49 8290 0 0,'-4'-5'315'0'0,"0"1"1"0"0,-1 0 0 0 0,0-1-1 0 0,0 2 1 0 0,0-1 0 0 0,0 0-1 0 0,0 1 1 0 0,-1 0 0 0 0,0 0-1 0 0,1 1 1 0 0,-12-4 0 0 0,14 6-67 0 0,-1-1 1 0 0,0 0-1 0 0,0 1 1 0 0,0 0-1 0 0,0 0 1 0 0,0 0-1 0 0,0 0 1 0 0,0 1-1 0 0,0-1 1 0 0,1 1-1 0 0,-1 0 1 0 0,0 0-1 0 0,0 0 1 0 0,1 1-1 0 0,-1 0 1 0 0,0-1-1 0 0,1 1 1 0 0,0 0-1 0 0,-6 5 1 0 0,2 0-151 0 0,0 0 1 0 0,1 0 0 0 0,0 1-1 0 0,0-1 1 0 0,1 1 0 0 0,0 1-1 0 0,0-1 1 0 0,1 1 0 0 0,0-1-1 0 0,1 1 1 0 0,-1 1 0 0 0,2-1-1 0 0,-1 0 1 0 0,2 1 0 0 0,-1-1-1 0 0,1 10 1 0 0,-1-4 10 0 0,2-1 0 0 0,0 1-1 0 0,1-1 1 0 0,0 1 0 0 0,1-1 0 0 0,1 0 0 0 0,0 0 0 0 0,1 0-1 0 0,11 27 1 0 0,-11-34-101 0 0,1 0 0 0 0,0 0 0 0 0,0 0 0 0 0,0-1 0 0 0,0 1 0 0 0,1-1 0 0 0,0-1 0 0 0,1 1 0 0 0,-1-1 0 0 0,1 0 0 0 0,0 0 0 0 0,0-1-1 0 0,1 0 1 0 0,-1 0 0 0 0,1-1 0 0 0,0 0 0 0 0,0-1 0 0 0,0 1 0 0 0,0-1 0 0 0,16 1 0 0 0,-18-2 5 0 0,1 0-1 0 0,0-1 1 0 0,-1 0-1 0 0,1 0 1 0 0,0-1-1 0 0,0 0 1 0 0,-1 0-1 0 0,1-1 1 0 0,-1 1-1 0 0,1-2 1 0 0,-1 1 0 0 0,0 0-1 0 0,0-1 1 0 0,0-1-1 0 0,0 1 1 0 0,0-1-1 0 0,-1 1 1 0 0,1-2-1 0 0,-1 1 1 0 0,0-1-1 0 0,0 1 1 0 0,-1-1 0 0 0,0-1-1 0 0,0 1 1 0 0,0 0-1 0 0,4-8 1 0 0,-1-2 159 0 0,-1 0 1 0 0,0 0-1 0 0,-2 0 1 0 0,1 0-1 0 0,-2-1 1 0 0,0 0-1 0 0,-1 1 1 0 0,1-29 0 0 0,-3 37-237 0 0,0-1 0 0 0,-1 1 0 0 0,1-1 0 0 0,-1 1 0 0 0,-1 0 0 0 0,1-1-1 0 0,-1 1 1 0 0,-1 0 0 0 0,1 0 0 0 0,-1 0 0 0 0,0 1 0 0 0,-1-1 0 0 0,1 1 0 0 0,-2-1 0 0 0,1 1 0 0 0,0 0 0 0 0,-1 1 0 0 0,0-1 0 0 0,-1 1 0 0 0,-9-8 0 0 0,-2 4-4979 0 0,-2 4-1670 0 0</inkml:trace>
</inkml:ink>
</file>

<file path=ppt/ink/ink2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0.6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110 0 10594 0 0,'-4'2'32'0'0,"1"0"-1"0"0,0 0 1 0 0,0 1-1 0 0,0-1 0 0 0,1 0 1 0 0,-1 1-1 0 0,1 0 1 0 0,-1 0-1 0 0,1 0 1 0 0,0 0-1 0 0,-3 6 1 0 0,-21 42-899 0 0,19-37 1327 0 0,0 1-202 0 0,0 1 0 0 0,1 0 1 0 0,1 1-1 0 0,0-1 0 0 0,1 1 1 0 0,1 0-1 0 0,-1 24 0 0 0,3-36-219 0 0,1 0 0 0 0,0 1 0 0 0,1-1 0 0 0,-1 0 0 0 0,1 0 1 0 0,0 0-1 0 0,0 1 0 0 0,1-1 0 0 0,0 0 0 0 0,0-1 0 0 0,0 1 0 0 0,0 0 0 0 0,1-1 0 0 0,-1 1 0 0 0,1-1 0 0 0,0 0 0 0 0,1 1 0 0 0,-1-2 1 0 0,1 1-1 0 0,0 0 0 0 0,-1-1 0 0 0,2 1 0 0 0,-1-1 0 0 0,0 0 0 0 0,1-1 0 0 0,-1 1 0 0 0,1-1 0 0 0,7 3 0 0 0,3 0 118 0 0,0 0 0 0 0,1 0-1 0 0,-1-2 1 0 0,1 0 0 0 0,-1-1 0 0 0,1 0-1 0 0,29-2 1 0 0,-36 0-39 0 0,0-2-1 0 0,0 1 0 0 0,0-1 1 0 0,0 0-1 0 0,0-1 1 0 0,0 0-1 0 0,-1-1 1 0 0,1 0-1 0 0,-1 0 0 0 0,0-1 1 0 0,0 0-1 0 0,0 0 1 0 0,-1-1-1 0 0,12-10 1 0 0,-11 7 78 0 0,0 0 1 0 0,0-1 0 0 0,0 1 0 0 0,-2-2 0 0 0,1 1-1 0 0,-1-1 1 0 0,0 0 0 0 0,-1 0 0 0 0,-1 0 0 0 0,0-1 0 0 0,0 1-1 0 0,3-22 1 0 0,-6 27-107 0 0,-1 0 0 0 0,1 0 1 0 0,-1 0-1 0 0,-1 0 0 0 0,1-1 0 0 0,-1 1 0 0 0,0 0 0 0 0,0 0 1 0 0,-1 0-1 0 0,0 0 0 0 0,0 1 0 0 0,0-1 0 0 0,-1 0 0 0 0,0 1 1 0 0,0-1-1 0 0,0 1 0 0 0,0 0 0 0 0,-1 0 0 0 0,0 1 0 0 0,0-1 1 0 0,-1 1-1 0 0,1-1 0 0 0,-1 2 0 0 0,0-1 0 0 0,0 0 0 0 0,-9-4 1 0 0,4 3-782 0 0,-1 0 1 0 0,1 1-1 0 0,-1 1 0 0 0,0 0 1 0 0,0 0-1 0 0,0 1 1 0 0,0 0-1 0 0,0 1 1 0 0,0 0-1 0 0,-13 1 0 0 0,5 2-5427 0 0</inkml:trace>
</inkml:ink>
</file>

<file path=ppt/ink/ink2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0.9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67 11979 0 0,'7'-13'497'0'0,"15"-21"1038"0"0,-21 32-1322 0 0,0 1 0 0 0,0-1 0 0 0,1 1 0 0 0,-1-1 0 0 0,0 1 0 0 0,1 0 0 0 0,-1 0 0 0 0,1-1 0 0 0,0 1 0 0 0,-1 0 0 0 0,1 0 0 0 0,0 1 0 0 0,0-1-1 0 0,0 0 1 0 0,3 0 0 0 0,-5 1-114 0 0,1 0 0 0 0,0 0 0 0 0,0 1-1 0 0,-1-1 1 0 0,1 0 0 0 0,0 1 0 0 0,0-1 0 0 0,-1 1-1 0 0,1-1 1 0 0,0 1 0 0 0,-1-1 0 0 0,1 1-1 0 0,-1-1 1 0 0,1 1 0 0 0,-1 0 0 0 0,1-1-1 0 0,-1 1 1 0 0,1 0 0 0 0,-1-1 0 0 0,1 1 0 0 0,-1 0-1 0 0,0 0 1 0 0,0-1 0 0 0,1 1 0 0 0,-1 0-1 0 0,0 0 1 0 0,0 0 0 0 0,0-1 0 0 0,0 1-1 0 0,0 1 1 0 0,4 33 299 0 0,-4-28-317 0 0,45 271-2520 0 0,-37-237 1155 0 0,0 2-4990 0 0</inkml:trace>
</inkml:ink>
</file>

<file path=ppt/ink/ink2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1.3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1 9218 0 0,'-14'6'7916'0'0,"13"-4"-7557"0"0,-5 18 2647 0 0,10 29-3269 0 0,-2-38 879 0 0,4 40-1858 0 0,3 0 0 0 0,16 51 0 0 0,-13-62-5050 0 0</inkml:trace>
</inkml:ink>
</file>

<file path=ppt/ink/ink2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1.8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44 240 6913 0 0,'-4'3'286'0'0,"1"0"0"0"0,-1 1-1 0 0,1-1 1 0 0,0 1 0 0 0,0 0-1 0 0,0 0 1 0 0,0 0-1 0 0,0 0 1 0 0,1 1 0 0 0,0-1-1 0 0,0 1 1 0 0,0-1-1 0 0,1 1 1 0 0,-1 0 0 0 0,1 0-1 0 0,0-1 1 0 0,0 1-1 0 0,1 0 1 0 0,0 8 0 0 0,-1 0-33 0 0,1-1 1 0 0,1 0 0 0 0,0 0 0 0 0,0 0 0 0 0,2 0 0 0 0,-1 0 0 0 0,5 12-1 0 0,-4-18-213 0 0,0 0 0 0 0,0 0 0 0 0,1 0 0 0 0,0 0 0 0 0,0-1 0 0 0,0 1 0 0 0,0-1 0 0 0,1 0 0 0 0,0 0-1 0 0,0-1 1 0 0,1 1 0 0 0,-1-1 0 0 0,1 0 0 0 0,0-1 0 0 0,0 1 0 0 0,0-1 0 0 0,0 0 0 0 0,0-1 0 0 0,1 0 0 0 0,-1 0-1 0 0,1 0 1 0 0,0-1 0 0 0,7 1 0 0 0,-9-1 64 0 0,1-1 1 0 0,-1 1-1 0 0,1-1 0 0 0,0-1 0 0 0,-1 1 0 0 0,1-1 1 0 0,-1 0-1 0 0,1 0 0 0 0,-1-1 0 0 0,1 1 0 0 0,-1-1 1 0 0,0-1-1 0 0,0 1 0 0 0,0-1 0 0 0,0 0 0 0 0,0 0 1 0 0,-1 0-1 0 0,1 0 0 0 0,-1-1 0 0 0,0 0 0 0 0,0 0 1 0 0,0 0-1 0 0,-1 0 0 0 0,1-1 0 0 0,-1 1 0 0 0,0-1 1 0 0,0 0-1 0 0,2-7 0 0 0,4-9 243 0 0,-2-1 1 0 0,0 0-1 0 0,-1 0 1 0 0,-1 0-1 0 0,-2-1 0 0 0,0 0 1 0 0,-1-44-1 0 0,-2 54-304 0 0,-1-1-1 0 0,-1 1 0 0 0,0 0 1 0 0,0 0-1 0 0,-2 0 1 0 0,1 1-1 0 0,-2-1 1 0 0,0 1-1 0 0,0 0 0 0 0,-1 0 1 0 0,0 1-1 0 0,-1-1 1 0 0,-1 1-1 0 0,0 1 1 0 0,-11-12-1 0 0,16 18-325 0 0,-1 1 1 0 0,0 0-1 0 0,1 0 1 0 0,-2 0-1 0 0,1 0 1 0 0,0 1-1 0 0,-6-3 1 0 0,-12-2-6893 0 0</inkml:trace>
</inkml:ink>
</file>

<file path=ppt/ink/ink2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2.1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1 14283 0 0,'-1'0'157'0'0,"-1"0"0"0"0,1 1 0 0 0,0 0-1 0 0,-1-1 1 0 0,1 1 0 0 0,0 0 0 0 0,-1-1 0 0 0,1 1-1 0 0,0 0 1 0 0,0 0 0 0 0,0 0 0 0 0,0 0 0 0 0,0 0 0 0 0,0 0-1 0 0,0 1 1 0 0,0-1 0 0 0,0 0 0 0 0,0 0 0 0 0,1 1 0 0 0,-1-1-1 0 0,0 3 1 0 0,-11 30 1331 0 0,9-10-1147 0 0,1-1 0 0 0,1 1 0 0 0,1 0 0 0 0,1-1 0 0 0,6 39 0 0 0,2-15-2358 0 0,26 81 0 0 0,-25-102-4318 0 0</inkml:trace>
</inkml:ink>
</file>

<file path=ppt/ink/ink2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2.4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 5065 0 0,'0'3'429'0'0,"-1"0"0"0"0,0 0 0 0 0,1 0 0 0 0,0 0 0 0 0,0 0 0 0 0,-1 0 0 0 0,2 0 0 0 0,-1 0 0 0 0,0 0 0 0 0,1 0 0 0 0,-1 0 0 0 0,1-1 1 0 0,2 7-1 0 0,1 7 364 0 0,22 182 6220 0 0,-13-65-7612 0 0,-11-110-5949 0 0</inkml:trace>
</inkml:ink>
</file>

<file path=ppt/ink/ink2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5.6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180 19 6449 0 0,'-3'-3'190'0'0,"0"1"0"0"0,1 1-1 0 0,-1-1 1 0 0,-1 0 0 0 0,1 1-1 0 0,0-1 1 0 0,0 1 0 0 0,0 0-1 0 0,-1 0 1 0 0,1 0 0 0 0,-1 1-1 0 0,1-1 1 0 0,-1 1 0 0 0,1 0-1 0 0,0 0 1 0 0,-1 0 0 0 0,1 0 0 0 0,-1 1-1 0 0,1-1 1 0 0,-1 1 0 0 0,1 0-1 0 0,0 0 1 0 0,-1 0 0 0 0,1 0-1 0 0,0 1 1 0 0,-5 2 0 0 0,3-1 65 0 0,-1 1 0 0 0,1 0 0 0 0,0 0 1 0 0,0 0-1 0 0,0 1 0 0 0,0 0 1 0 0,1 0-1 0 0,0 0 0 0 0,0 0 0 0 0,0 1 1 0 0,1-1-1 0 0,0 1 0 0 0,-4 7 1 0 0,2 2-161 0 0,1-1 0 0 0,0 1 0 0 0,1 0 0 0 0,1 0 1 0 0,0 0-1 0 0,1 0 0 0 0,0 0 0 0 0,2 0 0 0 0,0 0 1 0 0,0 0-1 0 0,7 28 0 0 0,-6-36-89 0 0,-1-1-1 0 0,1 0 1 0 0,0 0 0 0 0,1 0-1 0 0,0 0 1 0 0,0 0 0 0 0,0-1 0 0 0,0 1-1 0 0,1-1 1 0 0,0 0 0 0 0,0 0-1 0 0,0 0 1 0 0,1 0 0 0 0,0-1-1 0 0,0 0 1 0 0,0 0 0 0 0,0 0-1 0 0,1-1 1 0 0,-1 1 0 0 0,1-1 0 0 0,0-1-1 0 0,0 1 1 0 0,0-1 0 0 0,0 0-1 0 0,0 0 1 0 0,1-1 0 0 0,-1 0-1 0 0,0 0 1 0 0,1 0 0 0 0,7-1 0 0 0,-6-1 75 0 0,1 0 0 0 0,0-1 0 0 0,0 0 1 0 0,-1 0-1 0 0,0-1 0 0 0,1 0 0 0 0,-1 0 1 0 0,0-1-1 0 0,0 0 0 0 0,-1-1 0 0 0,1 1 1 0 0,-1-2-1 0 0,0 1 0 0 0,0-1 0 0 0,-1 0 1 0 0,10-10-1 0 0,-6 4 68 0 0,0 0 0 0 0,-1 0 1 0 0,0-1-1 0 0,0 0 0 0 0,-2-1 0 0 0,0 0 1 0 0,0 0-1 0 0,7-24 0 0 0,-13 32-81 0 0,1 0-1 0 0,-1 1 1 0 0,0-1-1 0 0,0 0 1 0 0,-1 0 0 0 0,0 0-1 0 0,0 0 1 0 0,0 0-1 0 0,-1 0 1 0 0,0 0-1 0 0,0 1 1 0 0,0-1 0 0 0,-1 0-1 0 0,0 1 1 0 0,0-1-1 0 0,0 1 1 0 0,-1-1 0 0 0,0 1-1 0 0,0 0 1 0 0,0 0-1 0 0,0 0 1 0 0,-5-4-1 0 0,2 3-83 0 0,-1 0 0 0 0,0 1-1 0 0,0-1 1 0 0,0 1-1 0 0,0 1 1 0 0,-1-1 0 0 0,0 1-1 0 0,0 1 1 0 0,0 0-1 0 0,0 0 1 0 0,0 0 0 0 0,-1 1-1 0 0,0 0 1 0 0,-11-1-1 0 0,-16 4-2511 0 0,19 2-4030 0 0</inkml:trace>
</inkml:ink>
</file>

<file path=ppt/ink/ink2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6.0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132 15 6913 0 0,'-2'-1'207'0'0,"-1"-1"-1"0"0,1 1 0 0 0,0-1 0 0 0,-1 1 1 0 0,1 0-1 0 0,-1 0 0 0 0,1 0 1 0 0,-1 0-1 0 0,1 0 0 0 0,-1 0 0 0 0,0 1 1 0 0,0-1-1 0 0,1 1 0 0 0,-1 0 0 0 0,0 0 1 0 0,1 0-1 0 0,-1 0 0 0 0,0 0 0 0 0,0 1 1 0 0,1-1-1 0 0,-1 1 0 0 0,0 0 0 0 0,1 0 1 0 0,-1 0-1 0 0,1 0 0 0 0,-1 0 0 0 0,1 0 1 0 0,0 1-1 0 0,-1-1 0 0 0,1 1 0 0 0,0 0 1 0 0,0-1-1 0 0,0 1 0 0 0,-4 4 0 0 0,1 2-14 0 0,1 0 0 0 0,-1-1 0 0 0,1 1 0 0 0,0 1 0 0 0,1-1 0 0 0,0 1 0 0 0,0-1-1 0 0,1 1 1 0 0,0 0 0 0 0,-1 14 0 0 0,1-2 208 0 0,1 0 0 0 0,1 0 1 0 0,4 29-1 0 0,-2-37-376 0 0,0-1 0 0 0,1 1 1 0 0,1-1-1 0 0,0 1 0 0 0,0-1 1 0 0,1-1-1 0 0,1 1 0 0 0,0-1 1 0 0,1 1-1 0 0,11 13 0 0 0,-15-20-11 0 0,1-1-1 0 0,0 1 1 0 0,0-1 0 0 0,0 0-1 0 0,1 0 1 0 0,-1 0-1 0 0,1-1 1 0 0,0 0 0 0 0,0 0-1 0 0,0 0 1 0 0,1 0-1 0 0,-1-1 1 0 0,1 0 0 0 0,-1 0-1 0 0,1-1 1 0 0,-1 1-1 0 0,1-1 1 0 0,0 0-1 0 0,0-1 1 0 0,0 1 0 0 0,0-1-1 0 0,0 0 1 0 0,-1-1-1 0 0,1 1 1 0 0,7-3 0 0 0,-9 2 41 0 0,1-1 1 0 0,0 0 0 0 0,-1 0-1 0 0,1 0 1 0 0,-1 0 0 0 0,0-1 0 0 0,1 0-1 0 0,-1 0 1 0 0,-1 0 0 0 0,1 0-1 0 0,0 0 1 0 0,-1-1 0 0 0,1 0-1 0 0,-1 0 1 0 0,0 0 0 0 0,-1 0 0 0 0,1 0-1 0 0,-1 0 1 0 0,1-1 0 0 0,-1 0-1 0 0,-1 1 1 0 0,1-1 0 0 0,-1 0-1 0 0,0 0 1 0 0,2-8 0 0 0,-2 1 69 0 0,0 0 0 0 0,0 0 0 0 0,-1 0 0 0 0,-1 0 0 0 0,0 0 0 0 0,0 0 0 0 0,-1 0 0 0 0,-1 0 0 0 0,-6-17 0 0 0,0 4 34 0 0,-1 1 0 0 0,-1 0 0 0 0,-14-23 0 0 0,22 42-230 0 0,-1 0 0 0 0,1 0 0 0 0,-1 0 0 0 0,0 0 0 0 0,0 0 0 0 0,0 1 0 0 0,-1-1 0 0 0,1 1 0 0 0,-1 0 0 0 0,0 1 0 0 0,-1-1 0 0 0,1 1 0 0 0,0 0-1 0 0,-1 0 1 0 0,0 1 0 0 0,1 0 0 0 0,-1 0 0 0 0,-12-2 0 0 0,3 5-1056 0 0,1 4-288 0 0</inkml:trace>
</inkml:ink>
</file>

<file path=ppt/ink/ink2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6.5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80 110 6913 0 0,'-2'-2'344'0'0,"0"-1"0"0"0,1 0 0 0 0,-2 0 0 0 0,1 1 0 0 0,0-1 0 0 0,0 1 0 0 0,-1 0 0 0 0,1-1 0 0 0,-1 1 0 0 0,0 0 0 0 0,-4-2 0 0 0,6 4-180 0 0,1-1 0 0 0,-1 1 0 0 0,0 0 0 0 0,0 0 0 0 0,0 0 0 0 0,1-1 0 0 0,-1 1 0 0 0,0 0 0 0 0,0 0 0 0 0,0 0 0 0 0,1 0 0 0 0,-1 0 0 0 0,0 1 0 0 0,0-1 0 0 0,0 0 0 0 0,1 0 0 0 0,-1 0 0 0 0,0 1 0 0 0,0-1 0 0 0,0 1 0 0 0,0 0-94 0 0,-1 0-1 0 0,1 0 1 0 0,0 0 0 0 0,0 0 0 0 0,0 1 0 0 0,0-1 0 0 0,0 0 0 0 0,0 1 0 0 0,1-1 0 0 0,-1 1 0 0 0,0-1 0 0 0,1 1-1 0 0,-2 2 1 0 0,-2 13 167 0 0,0 1 0 0 0,0-1 1 0 0,2 1-1 0 0,0 0 0 0 0,1 27 0 0 0,2-32-135 0 0,0 0 0 0 0,0 0-1 0 0,1 0 1 0 0,1 0 0 0 0,0-1 0 0 0,1 1 0 0 0,0-1 0 0 0,8 16-1 0 0,-10-24-50 0 0,0-1 0 0 0,0 1 0 0 0,1 0 0 0 0,-1-1 0 0 0,1 1 0 0 0,0-1 0 0 0,0 0 0 0 0,0 0 0 0 0,0 0 0 0 0,1-1 0 0 0,-1 1 0 0 0,1-1 0 0 0,-1 1 0 0 0,1-1-1 0 0,0 0 1 0 0,0-1 0 0 0,0 1 0 0 0,0-1 0 0 0,0 0 0 0 0,0 0 0 0 0,1 0 0 0 0,-1 0 0 0 0,0-1 0 0 0,0 1 0 0 0,1-1 0 0 0,-1 0 0 0 0,8-2 0 0 0,-5 1 14 0 0,0-1 0 0 0,0 0 0 0 0,0 0 0 0 0,0-1 0 0 0,-1 0 0 0 0,1 0-1 0 0,-1-1 1 0 0,0 0 0 0 0,0 0 0 0 0,0 0 0 0 0,0-1 0 0 0,-1 1 0 0 0,0-1 0 0 0,0-1 0 0 0,8-9 0 0 0,-4 0 75 0 0,0 0-1 0 0,0 0 0 0 0,-2-1 1 0 0,0 0-1 0 0,0 0 0 0 0,-2 0 1 0 0,0-1-1 0 0,-1 0 0 0 0,3-26 1 0 0,-6 35-102 0 0,-1 1 0 0 0,0-1 0 0 0,0 0 1 0 0,-1 0-1 0 0,0 0 0 0 0,0 1 0 0 0,-1-1 1 0 0,0 0-1 0 0,0 1 0 0 0,-4-9 0 0 0,3 10-49 0 0,0 2 0 0 0,0-1 1 0 0,-1 0-1 0 0,1 0 0 0 0,-1 1 0 0 0,0 0 0 0 0,0 0 0 0 0,0 0 1 0 0,-1 0-1 0 0,1 1 0 0 0,-1-1 0 0 0,0 1 0 0 0,0 1 0 0 0,0-1 1 0 0,-7-2-1 0 0,7 3-314 0 0,1 1 0 0 0,0 0 0 0 0,0 0 0 0 0,-1 0 0 0 0,1 0 0 0 0,-1 1 0 0 0,1 0 0 0 0,-1 0 0 0 0,1 0 0 0 0,-1 1 0 0 0,1-1 0 0 0,0 1 0 0 0,-1 0 0 0 0,-7 3 0 0 0,-9 5-6027 0 0</inkml:trace>
</inkml:ink>
</file>

<file path=ppt/ink/ink2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6.9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2 11979 0 0,'0'0'64'0'0,"0"0"0"0"0,0 0 0 0 0,0-1 0 0 0,-1 1 0 0 0,1 0 0 0 0,0 0 0 0 0,0 0 0 0 0,-1 0 1 0 0,1 0-1 0 0,0 0 0 0 0,0 0 0 0 0,0 0 0 0 0,-1 0 0 0 0,1-1 0 0 0,0 1 0 0 0,0 0 0 0 0,-1 0 0 0 0,1 0 1 0 0,0 0-1 0 0,0 1 0 0 0,-1-1 0 0 0,1 0 0 0 0,0 0 0 0 0,0 0 0 0 0,-1 0 0 0 0,1 0 0 0 0,0 0 1 0 0,0 0-1 0 0,0 0 0 0 0,-1 0 0 0 0,1 1 0 0 0,0-1 0 0 0,0 0 0 0 0,0 0 0 0 0,-1 0 0 0 0,1 0 1 0 0,0 1-1 0 0,0-1 0 0 0,0 0 0 0 0,0 0 0 0 0,-1 1 0 0 0,-3 14 1403 0 0,3 26 32 0 0,1-33-955 0 0,4 122 1331 0 0,32 204 0 0 0,-29-290-2548 0 0,22 71-1 0 0,-22-95-6699 0 0</inkml:trace>
</inkml:ink>
</file>

<file path=ppt/ink/ink2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12.2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420 7 5065 0 0,'-19'-7'9845'0'0,"17"8"-9516"0"0,1 0-120 0 0,-1 0 1 0 0,1 1 0 0 0,-1-1-1 0 0,1 0 1 0 0,0 1 0 0 0,0-1-1 0 0,0 1 1 0 0,0-1 0 0 0,0 1-1 0 0,0 0 1 0 0,0-1 0 0 0,0 3 0 0 0,-2 2-101 0 0,1 0 1 0 0,1 0 0 0 0,-1 0 0 0 0,1 0 0 0 0,0 0 0 0 0,0 1 0 0 0,1 8 0 0 0,0 8 295 0 0,-1 0 0 0 0,0-1 0 0 0,-2 1-1 0 0,-1 0 1 0 0,-7 25 0 0 0,-2 15-219 0 0,-51 191 374 0 0,0-2-166 0 0,-33 336-330 0 0,62-311-64 0 0,-14 79 0 0 0,36-252 0 0 0,1 152 0 0 0,7-94 0 0 0,10 101 20 0 0,2-73 100 0 0,8 139-3 0 0,-8-218-110 0 0,17 272 133 0 0,-1-136 285 0 0,1 21 238 0 0,-23-192-2299 0 0</inkml:trace>
</inkml:ink>
</file>

<file path=ppt/ink/ink2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13.0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112 203 5985 0 0,'-9'5'693'0'0,"1"-1"-1"0"0,-1-1 1 0 0,0 1-1 0 0,0-2 1 0 0,0 1-1 0 0,0-1 1 0 0,0 0-1 0 0,-1-1 1 0 0,1 0-1 0 0,-12-1 1 0 0,31-9 3256 0 0,10-1-3697 0 0,38-10 252 0 0,2 3 0 0 0,-1 3 1 0 0,96-10-1 0 0,-113 18-353 0 0,660-63 1977 0 0,-344 41-1797 0 0,777-4 544 0 0,-1081 33-889 0 0,1128 5 127 0 0,-296 19 119 0 0,-756-12-232 0 0,395 20 0 0 0,-363-37 2 0 0,245 0 276 0 0,-390 5-694 0 0,0 1-1 0 0,0 0 1 0 0,-1 1-1 0 0,1 1 0 0 0,21 7 1 0 0</inkml:trace>
</inkml:ink>
</file>

<file path=ppt/ink/ink2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13.6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113 69 9218 0 0,'-6'-3'456'0'0,"0"-1"1"0"0,0 0-1 0 0,1 0 0 0 0,0 0 0 0 0,-7-8 1 0 0,9 9 112 0 0,0 0 0 0 0,-1-1 0 0 0,1 1 0 0 0,-1 0 0 0 0,1 0 0 0 0,-1 1 0 0 0,0-1 1 0 0,0 1-1 0 0,0 0 0 0 0,0 0 0 0 0,0 0 0 0 0,-1 1 0 0 0,1-1 0 0 0,-6 0 0 0 0,10 2-519 0 0,-1 0 0 0 0,1 0 0 0 0,0 0 0 0 0,-1 0-1 0 0,1 0 1 0 0,0 0 0 0 0,-1 0 0 0 0,1 0 0 0 0,0 0-1 0 0,-1 0 1 0 0,1 0 0 0 0,0 0 0 0 0,0 0 0 0 0,-1 0-1 0 0,1 0 1 0 0,0 0 0 0 0,-1 0 0 0 0,1 1 0 0 0,0-1-1 0 0,0 0 1 0 0,-1 0 0 0 0,1 0 0 0 0,0 1 0 0 0,0-1-1 0 0,0 0 1 0 0,-1 0 0 0 0,1 0 0 0 0,0 1 0 0 0,0-1-1 0 0,0 0 1 0 0,0 1 0 0 0,-1-1 0 0 0,1 0 0 0 0,0 0-1 0 0,0 1 1 0 0,0-1 0 0 0,0 1 0 0 0,5 12 585 0 0,14 10-194 0 0,-5-15-330 0 0,1 0 0 0 0,-1 0 0 0 0,2-2 0 0 0,-1 0-1 0 0,29 7 1 0 0,25 10-120 0 0,-45-13 8 0 0,-1 1 0 0 0,0 1-1 0 0,-1 1 1 0 0,31 23 0 0 0,-47-31 5 0 0,0 0 0 0 0,0 0 0 0 0,-1 0 1 0 0,1 1-1 0 0,-1 0 0 0 0,0 1 1 0 0,-1-1-1 0 0,0 1 0 0 0,0-1 0 0 0,0 1 1 0 0,-1 0-1 0 0,0 1 0 0 0,0-1 0 0 0,0 1 1 0 0,-1-1-1 0 0,-1 1 0 0 0,1 0 1 0 0,0 14-1 0 0,-3-17 10 0 0,1 0-1 0 0,-1 0 1 0 0,0-1 0 0 0,-1 1-1 0 0,1 0 1 0 0,-1 0 0 0 0,0-1-1 0 0,0 1 1 0 0,0-1 0 0 0,-1 0-1 0 0,0 0 1 0 0,-3 5 0 0 0,-45 47 184 0 0,36-41-121 0 0,-43 38 113 0 0,37-34-1553 0 0,-32 35 0 0 0</inkml:trace>
</inkml:ink>
</file>

<file path=ppt/ink/ink2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14.7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332 144 4649 0 0,'16'-10'87'0'0,"-1"0"0"0"0,0-1 0 0 0,14-14 0 0 0,-22 19 6 0 0,-1-1 0 0 0,1 0-1 0 0,-2 0 1 0 0,1 0 0 0 0,-1-1 0 0 0,0 1-1 0 0,0-1 1 0 0,3-10 0 0 0,-8 17 7 0 0,1 1 0 0 0,-1 0 0 0 0,0 0 0 0 0,0-1 0 0 0,1 1 0 0 0,-1 0 0 0 0,0 0 0 0 0,0-1 0 0 0,0 1 0 0 0,0 0 0 0 0,0-1 0 0 0,0 1 0 0 0,1 0 0 0 0,-1-1 0 0 0,0 1 0 0 0,0 0 0 0 0,0-1 0 0 0,0 1 0 0 0,0-1 0 0 0,0 1 0 0 0,0 0 0 0 0,0-1 0 0 0,0 1 0 0 0,-1 0 0 0 0,1-1 0 0 0,0 1 0 0 0,0 0 0 0 0,0-1 0 0 0,0 1 0 0 0,0 0 0 0 0,0 0 0 0 0,-1-1 0 0 0,1 1 0 0 0,0 0 0 0 0,0-1 0 0 0,-1 1 0 0 0,1 0 0 0 0,0 0 0 0 0,-1-1 0 0 0,-13 7 2260 0 0,-15 15-237 0 0,-98 90 360 0 0,77-71-1880 0 0,2 2 1 0 0,2 3 0 0 0,-48 58-1 0 0,88-94-582 0 0,4-6-45 0 0,-1 1 1 0 0,0 0-1 0 0,0-1 1 0 0,0 1 0 0 0,0-1-1 0 0,0 0 1 0 0,0 0 0 0 0,-1 0-1 0 0,0 0 1 0 0,1-1-1 0 0,-9 4 1 0 0,25-33 182 0 0,196-238-690 0 0,-202 256 596 0 0,-2 2 72 0 0,0 1 1 0 0,-1 0-1 0 0,2 1 1 0 0,-1-1 0 0 0,1 1-1 0 0,0 0 1 0 0,0 1-1 0 0,0 0 1 0 0,0-1-1 0 0,10-3 1 0 0,-15 8-57 0 0,-1 0 0 0 0,1 1 0 0 0,0-1-1 0 0,0 0 1 0 0,0 0 0 0 0,-1 0 0 0 0,1 1 0 0 0,0-1 0 0 0,0 1 0 0 0,-1-1 0 0 0,1 0 0 0 0,0 1 0 0 0,-1-1 0 0 0,1 1 0 0 0,0-1 0 0 0,-1 1 0 0 0,1 0 0 0 0,-1-1 0 0 0,1 1 0 0 0,-1 0 0 0 0,1-1 0 0 0,-1 1 0 0 0,1 0 0 0 0,-1 0 0 0 0,12 23 322 0 0,-10-19-370 0 0,1 3-28 0 0,14 32 78 0 0,2-1-1 0 0,1-1 0 0 0,1 0 0 0 0,3-2 1 0 0,34 42-1 0 0,48 23-1880 0 0,-64-65-5846 0 0</inkml:trace>
</inkml:ink>
</file>

<file path=ppt/ink/ink2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18.7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67 38 3225 0 0,'-29'-14'2816'0'0,"25"13"-1846"0"0,-1-1 1 0 0,1 0-1 0 0,-1 0 0 0 0,-15-15 7463 0 0,28 18-6961 0 0,10 4-592 0 0,-7 3-664 0 0,-1-1-1 0 0,-1 1 1 0 0,1 1-1 0 0,-1-1 1 0 0,-1 2-1 0 0,0-1 1 0 0,12 18 0 0 0,43 81-21 0 0,-56-94-153 0 0,19 37-9 0 0,63 109 37 0 0,-71-131-62 0 0,2-1 0 0 0,1 0 1 0 0,31 31-1 0 0,12 5-343 0 0,37 38-999 0 0,-31-38-5071 0 0</inkml:trace>
</inkml:ink>
</file>

<file path=ppt/ink/ink2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19.0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484 114 3681 0 0,'-9'-35'793'0'0,"8"30"-144"0"0,0-1 0 0 0,0 1 0 0 0,0 0 0 0 0,-1-1 0 0 0,1 1 0 0 0,-1 0 0 0 0,-1 0 0 0 0,1 0 0 0 0,-1 0 0 0 0,0 0 0 0 0,0 1 0 0 0,0-1 0 0 0,-5-4 0 0 0,6 8-436 0 0,0 0 0 0 0,0 1 0 0 0,1-1 0 0 0,-1 1 0 0 0,0 0 0 0 0,0-1 0 0 0,0 1-1 0 0,0 0 1 0 0,1 0 0 0 0,-1 0 0 0 0,0 1 0 0 0,0-1 0 0 0,0 0 0 0 0,1 1 0 0 0,-1-1 0 0 0,0 1 0 0 0,0-1-1 0 0,1 1 1 0 0,-1 0 0 0 0,0 0 0 0 0,1 0 0 0 0,-1 0 0 0 0,1 0 0 0 0,-1 0 0 0 0,1 0 0 0 0,-3 3 0 0 0,-38 38 768 0 0,39-38-780 0 0,-52 61 246 0 0,3 3 0 0 0,3 2-1 0 0,3 2 1 0 0,-60 126 0 0 0,75-119-194 0 0,23-37-1183 0 0,10-1-3549 0 0</inkml:trace>
</inkml:ink>
</file>

<file path=ppt/ink/ink2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19.2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8290 0 0,'2'0'154'0'0,"1"1"0"0"0,-1-1 0 0 0,0 0 0 0 0,0 1 0 0 0,0 0 0 0 0,0-1 0 0 0,0 1 0 0 0,0 0 1 0 0,0 0-1 0 0,0 0 0 0 0,0 0 0 0 0,-1 0 0 0 0,1 1 0 0 0,0-1 0 0 0,-1 0 0 0 0,1 1 0 0 0,0 0 0 0 0,-1-1 0 0 0,0 1 1 0 0,1 0-1 0 0,0 2 0 0 0,1 3 528 0 0,0 0 0 0 0,-1-1 0 0 0,0 1-1 0 0,0 0 1 0 0,1 10 0 0 0,-1 10 598 0 0,-1-1 0 0 0,-1 1 0 0 0,-1-1 0 0 0,-8 50 0 0 0,4-41-1205 0 0,-1 64 0 0 0,7-75-843 0 0,-1 0-261 0 0</inkml:trace>
</inkml:ink>
</file>

<file path=ppt/ink/ink2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20.3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28 138 7370 0 0,'-4'0'132'0'0,"-20"5"7091"0"0,40 2-5959 0 0,-9-3-1014 0 0,0-1-1 0 0,0 1 1 0 0,-1 1 0 0 0,1-1 0 0 0,-1 1-1 0 0,0 0 1 0 0,0 0 0 0 0,-1 1 0 0 0,1 0-1 0 0,7 11 1 0 0,5 10-45 0 0,20 38 1 0 0,-9-13-109 0 0,-21-40-87 0 0,1 3-17 0 0,1 0 0 0 0,16 18 0 0 0,-25-30 15 0 0,1-1 0 0 0,1 0-1 0 0,-1 1 1 0 0,0-1 0 0 0,1 0 0 0 0,-1 0-1 0 0,1 0 1 0 0,-1 0 0 0 0,1-1 0 0 0,0 1-1 0 0,0-1 1 0 0,0 0 0 0 0,0 0 0 0 0,0 0 0 0 0,0 0-1 0 0,0 0 1 0 0,0 0 0 0 0,0-1 0 0 0,0 0-1 0 0,4 1 1 0 0,-4-2 45 0 0,-1 0-1 0 0,1 0 1 0 0,-1 0 0 0 0,1-1-1 0 0,-1 1 1 0 0,0-1-1 0 0,0 1 1 0 0,1-1-1 0 0,-1 0 1 0 0,0 1 0 0 0,0-1-1 0 0,0 0 1 0 0,-1 0-1 0 0,1-1 1 0 0,-1 1 0 0 0,1 0-1 0 0,-1-1 1 0 0,1 1-1 0 0,-1 0 1 0 0,0-1 0 0 0,0 0-1 0 0,0 1 1 0 0,-1-1-1 0 0,1 0 1 0 0,0-2 0 0 0,2-10 243 0 0,-1 0 0 0 0,0-1 0 0 0,0-14 1 0 0,-1-55-116 0 0,3-53 75 0 0,4 48-3000 0 0,-5 70-4383 0 0</inkml:trace>
</inkml:ink>
</file>

<file path=ppt/ink/ink2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21.1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23 1376 0 0,'0'0'99'0'0,"0"-1"-1"0"0,-1 1 1 0 0,1-1-1 0 0,0 1 1 0 0,-1-1-1 0 0,1 0 1 0 0,0 1-1 0 0,0-1 1 0 0,0 1 0 0 0,-1-1-1 0 0,1 0 1 0 0,0 1-1 0 0,0-1 1 0 0,0 1-1 0 0,0-1 1 0 0,0 0-1 0 0,0 1 1 0 0,0-1-1 0 0,0 0 1 0 0,1 1-1 0 0,-1-1 1 0 0,0 1-1 0 0,0-1 1 0 0,0 1-1 0 0,1-1 1 0 0,-1 0-1 0 0,0 1 1 0 0,1-1-1 0 0,-1 1 1 0 0,0-1-1 0 0,1 1 1 0 0,-1-1-1 0 0,1 1 1 0 0,-1 0 0 0 0,1-1-1 0 0,-1 1 1 0 0,1-1-1 0 0,-1 1 1 0 0,1 0-1 0 0,-1-1 1 0 0,1 1-1 0 0,-1 0 1 0 0,1 0-1 0 0,0 0 1 0 0,-1-1-1 0 0,2 1 1 0 0,-1 0 37 0 0,0 1 0 0 0,0-1 0 0 0,0 0 0 0 0,0 0 0 0 0,0 1 1 0 0,0-1-1 0 0,0 1 0 0 0,0-1 0 0 0,0 1 0 0 0,0 0 0 0 0,0-1 0 0 0,0 1 0 0 0,0 0 0 0 0,0 0 1 0 0,-1-1-1 0 0,1 1 0 0 0,0 0 0 0 0,0 0 0 0 0,-1 0 0 0 0,1 0 0 0 0,-1 0 0 0 0,1 0 1 0 0,-1 0-1 0 0,1 0 0 0 0,-1 0 0 0 0,0 0 0 0 0,1 2 0 0 0,3 20 317 0 0,-2 1-1 0 0,0-1 1 0 0,-2 1-1 0 0,-2 29 1 0 0,0-20-147 0 0,-14 177 878 0 0,-1 11-1867 0 0,17-193-26 0 0</inkml:trace>
</inkml:ink>
</file>

<file path=ppt/ink/ink2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21.5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4 1840 0 0,'-1'0'208'0'0,"1"0"0"0"0,-1-1 0 0 0,1 1-1 0 0,-1 0 1 0 0,0-1 0 0 0,1 1 0 0 0,-1 0-1 0 0,1 0 1 0 0,-1-1 0 0 0,0 1-1 0 0,1 0 1 0 0,-1 0 0 0 0,0 0 0 0 0,1 0-1 0 0,-1 0 1 0 0,1 0 0 0 0,-1 0 0 0 0,0 0-1 0 0,1 0 1 0 0,-1 0 0 0 0,0 0-1 0 0,1 0 1 0 0,-2 1 0 0 0,3 11 3637 0 0,17 16-1327 0 0,102 107 1756 0 0,-84-90-3786 0 0,3-2-1 0 0,83 72 0 0 0,-81-84-428 0 0,0-2-1 0 0,84 43 0 0 0,-100-60-3297 0 0,47 13 1 0 0,-57-21-2199 0 0</inkml:trace>
</inkml:ink>
</file>

<file path=ppt/ink/ink2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22.1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95 5985 0 0,'0'-1'107'0'0,"0"0"0"0"0,1 1-1 0 0,-1-1 1 0 0,0 0-1 0 0,0 0 1 0 0,1 0 0 0 0,-1 1-1 0 0,1-1 1 0 0,-1 0 0 0 0,0 0-1 0 0,1 1 1 0 0,0-1 0 0 0,-1 0-1 0 0,1 1 1 0 0,-1-1-1 0 0,1 0 1 0 0,0 1 0 0 0,-1-1-1 0 0,1 1 1 0 0,0-1 0 0 0,0 1-1 0 0,17-14 1983 0 0,-15 12-1928 0 0,0 0 0 0 0,-1 0 0 0 0,1 0 1 0 0,0 1-1 0 0,0 0 0 0 0,0-1 1 0 0,0 1-1 0 0,0 0 0 0 0,0 0 0 0 0,1 1 1 0 0,-1-1-1 0 0,0 0 0 0 0,0 1 1 0 0,1 0-1 0 0,-1 0 0 0 0,0 0 0 0 0,0 0 1 0 0,1 1-1 0 0,-1-1 0 0 0,0 1 1 0 0,0 0-1 0 0,0 0 0 0 0,0 0 0 0 0,0 0 1 0 0,0 0-1 0 0,0 1 0 0 0,0 0 1 0 0,0-1-1 0 0,0 1 0 0 0,-1 0 1 0 0,1 0-1 0 0,-1 0 0 0 0,0 1 0 0 0,1-1 1 0 0,2 4-1 0 0,3 5 124 0 0,-1 0 0 0 0,0 1 1 0 0,0-1-1 0 0,-1 1 0 0 0,0 1 0 0 0,-1-1 1 0 0,4 17-1 0 0,-9-28-222 0 0,0-1 1 0 0,0 1-1 0 0,0 0 0 0 0,1-1 0 0 0,-1 1 1 0 0,0 0-1 0 0,0-1 0 0 0,1 1 0 0 0,-1-1 1 0 0,0 1-1 0 0,1 0 0 0 0,-1-1 0 0 0,0 1 1 0 0,1-1-1 0 0,-1 1 0 0 0,1-1 1 0 0,-1 1-1 0 0,1-1 0 0 0,-1 0 0 0 0,1 1 1 0 0,0-1-1 0 0,-1 0 0 0 0,1 1 0 0 0,-1-1 1 0 0,1 0-1 0 0,0 0 0 0 0,-1 1 1 0 0,1-1-1 0 0,0 0 0 0 0,0 0 0 0 0,1 0 38 0 0,0-1 0 0 0,-1 1 0 0 0,1-1 0 0 0,0 1 0 0 0,-1-1 0 0 0,1 0 0 0 0,-1 1 0 0 0,1-1 0 0 0,-1 0 0 0 0,1 0 0 0 0,-1 0 0 0 0,2-2 0 0 0,7-6 209 0 0,-1-1 1 0 0,13-17-1 0 0,-17 20-386 0 0,57-61-1284 0 0,-19 28-4302 0 0,-7 7-1063 0 0</inkml:trace>
</inkml:ink>
</file>

<file path=ppt/ink/ink2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25.4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179 27 3225 0 0,'-3'-3'220'0'0,"1"1"0"0"0,0 0 1 0 0,-1 0-1 0 0,1 0 0 0 0,-1 0 0 0 0,1 0 1 0 0,-1 0-1 0 0,0 1 0 0 0,0-1 1 0 0,0 1-1 0 0,0 0 0 0 0,0 0 1 0 0,0 0-1 0 0,0 0 0 0 0,0 1 0 0 0,0-1 1 0 0,0 1-1 0 0,-1 0 0 0 0,1-1 1 0 0,0 1-1 0 0,0 1 0 0 0,0-1 1 0 0,0 1-1 0 0,-1-1 0 0 0,1 1 0 0 0,0 0 1 0 0,-3 1-1 0 0,0 0 122 0 0,0 0 1 0 0,0 0-1 0 0,0 0 1 0 0,1 1-1 0 0,-1 0 1 0 0,1 0-1 0 0,0 0 0 0 0,0 1 1 0 0,0 0-1 0 0,0 0 1 0 0,0 0-1 0 0,1 0 1 0 0,-7 9-1 0 0,9-6-226 0 0,-1 0-1 0 0,1 0 1 0 0,0 0 0 0 0,1 0-1 0 0,0 0 1 0 0,0 0 0 0 0,0 0-1 0 0,1 0 1 0 0,0 1 0 0 0,0-1-1 0 0,1 0 1 0 0,0 0 0 0 0,0 0-1 0 0,1 0 1 0 0,0 0 0 0 0,0 0-1 0 0,0 0 1 0 0,1 0 0 0 0,0-1-1 0 0,1 1 1 0 0,5 8 0 0 0,-7-13-59 0 0,1 1 1 0 0,0-1-1 0 0,0 0 1 0 0,0 1-1 0 0,0-1 1 0 0,0 0 0 0 0,0-1-1 0 0,0 1 1 0 0,1 0-1 0 0,-1-1 1 0 0,0 0-1 0 0,1 0 1 0 0,0 0-1 0 0,-1 0 1 0 0,1-1 0 0 0,-1 1-1 0 0,1-1 1 0 0,0 0-1 0 0,-1 0 1 0 0,1 0-1 0 0,0-1 1 0 0,-1 1 0 0 0,1-1-1 0 0,-1 0 1 0 0,1 0-1 0 0,-1 0 1 0 0,1 0-1 0 0,-1-1 1 0 0,1 1 0 0 0,-1-1-1 0 0,0 0 1 0 0,4-3-1 0 0,-2 2-37 0 0,0 0 1 0 0,-1 0-1 0 0,1-1 0 0 0,-1 1 0 0 0,0-1 1 0 0,-1 0-1 0 0,1 0 0 0 0,0 0 0 0 0,-1-1 0 0 0,0 1 1 0 0,0-1-1 0 0,-1 0 0 0 0,1 0 0 0 0,-1 0 1 0 0,0 0-1 0 0,0 0 0 0 0,0 0 0 0 0,-1-1 0 0 0,0 1 1 0 0,0 0-1 0 0,0-8 0 0 0,-2 7 64 0 0,0 2 0 0 0,0-1 0 0 0,0 0 0 0 0,-1 0 0 0 0,1 0 0 0 0,-1 1-1 0 0,0-1 1 0 0,-1 0 0 0 0,1 1 0 0 0,-1 0 0 0 0,0 0 0 0 0,-4-5 0 0 0,5 7-61 0 0,0 0-1 0 0,1 0 1 0 0,-1 0 0 0 0,0 0 0 0 0,0 1-1 0 0,0-1 1 0 0,0 1 0 0 0,0 0-1 0 0,-1-1 1 0 0,1 1 0 0 0,0 0 0 0 0,-1 0-1 0 0,1 0 1 0 0,0 1 0 0 0,-1-1-1 0 0,1 1 1 0 0,-1-1 0 0 0,1 1 0 0 0,-1 0-1 0 0,0 0 1 0 0,1 0 0 0 0,-1 0 0 0 0,1 0-1 0 0,-1 0 1 0 0,1 1 0 0 0,-4 1-1 0 0,4-1-20 0 0,1 0-1 0 0,0 0 1 0 0,-1 0-1 0 0,1 1 1 0 0,0-1-1 0 0,0 0 1 0 0,-1 1-1 0 0,1-1 1 0 0,0 1-1 0 0,1 0 1 0 0,-1-1-1 0 0,0 1 0 0 0,0 0 1 0 0,1-1-1 0 0,-1 1 1 0 0,1 0-1 0 0,-1 0 1 0 0,1-1-1 0 0,0 1 1 0 0,0 2-1 0 0,-1 38-280 0 0,2-38 274 0 0,-1-1-1 0 0,1 1 0 0 0,0 0 0 0 0,0-1 0 0 0,0 1 0 0 0,1-1 0 0 0,-1 1 0 0 0,1-1 0 0 0,-1 0 1 0 0,1 0-1 0 0,0 0 0 0 0,1 0 0 0 0,-1 0 0 0 0,0 0 0 0 0,1 0 0 0 0,0-1 0 0 0,0 1 1 0 0,5 3-1 0 0,-3-3 1 0 0,0-1 0 0 0,0 0 1 0 0,0 0-1 0 0,0-1 0 0 0,0 1 1 0 0,0-1-1 0 0,0 0 1 0 0,1 0-1 0 0,-1-1 0 0 0,0 0 1 0 0,1 0-1 0 0,5 0 0 0 0,-2-1 24 0 0,-1 0-1 0 0,1-1 0 0 0,-1 0 0 0 0,1 0 1 0 0,-1 0-1 0 0,0-1 0 0 0,0-1 1 0 0,0 1-1 0 0,-1-1 0 0 0,1 0 0 0 0,-1-1 1 0 0,0 0-1 0 0,0 0 0 0 0,0-1 1 0 0,-1 0-1 0 0,8-8 0 0 0,-12 12-2 0 0,-1 0-1 0 0,0 0 1 0 0,1 0-1 0 0,-1 0 1 0 0,0-1-1 0 0,0 1 1 0 0,0 0-1 0 0,0-1 1 0 0,0 1-1 0 0,-1 0 1 0 0,1-1-1 0 0,-1 1 1 0 0,0-1-1 0 0,1 1 1 0 0,-1-1-1 0 0,0 1 1 0 0,0-1-1 0 0,-1 1 1 0 0,1-1-1 0 0,0 1 1 0 0,-1-1-1 0 0,0 1 1 0 0,1-1-1 0 0,-1 1 1 0 0,0 0-1 0 0,0-1 1 0 0,-1 1-1 0 0,1 0 1 0 0,0 0-1 0 0,-1 0 1 0 0,1 0-1 0 0,-1 0 1 0 0,0 0-1 0 0,1 0 0 0 0,-1 1 1 0 0,0-1-1 0 0,0 1 1 0 0,-4-3 0 0 0,2 1-10 0 0,0 1 1 0 0,-1-1-1 0 0,1 1 1 0 0,-1 0-1 0 0,0 0 1 0 0,1 1-1 0 0,-1-1 1 0 0,0 1-1 0 0,0 0 1 0 0,0 1-1 0 0,0-1 1 0 0,0 1-1 0 0,0 0 1 0 0,0 0-1 0 0,0 0 1 0 0,0 1-1 0 0,0-1 1 0 0,-9 4-1 0 0,8-1-12 0 0,0 0-1 0 0,0 1 1 0 0,0-1-1 0 0,1 1 1 0 0,0 1 0 0 0,-1-1-1 0 0,1 1 1 0 0,1 0-1 0 0,-1 0 1 0 0,1 0-1 0 0,-6 9 1 0 0,7-10 0 0 0,1 0 0 0 0,0-1-1 0 0,-1 1 1 0 0,1 1 0 0 0,1-1 0 0 0,-1 0 0 0 0,1 0-1 0 0,-1 1 1 0 0,1-1 0 0 0,1 1 0 0 0,-1-1 0 0 0,1 1 0 0 0,-1 0-1 0 0,1-1 1 0 0,0 1 0 0 0,1-1 0 0 0,-1 1 0 0 0,2 4 0 0 0,-1-7 1 0 0,-1-1 1 0 0,1 1 0 0 0,0-1 0 0 0,-1 1 0 0 0,1-1 0 0 0,0 1 0 0 0,0-1 0 0 0,0 1 0 0 0,0-1 0 0 0,0 0 0 0 0,1 0 0 0 0,-1 1 0 0 0,0-1 0 0 0,1 0 0 0 0,-1 0 0 0 0,0 0 0 0 0,1 0 0 0 0,-1-1 0 0 0,1 1 0 0 0,3 1 0 0 0,-2-1-13 0 0,0-1 0 0 0,0 1 0 0 0,1-1 0 0 0,-1 0-1 0 0,0 0 1 0 0,0 0 0 0 0,0 0 0 0 0,1-1 0 0 0,-1 1 0 0 0,6-3 0 0 0,-5 2 0 0 0,1 0 0 0 0,-1-1 0 0 0,0 0 0 0 0,1 0 0 0 0,-1 0 0 0 0,0 0 0 0 0,0-1 0 0 0,0 1 0 0 0,-1-1 0 0 0,1 0 0 0 0,-1-1 0 0 0,0 1 0 0 0,1 0 0 0 0,-1-1 0 0 0,4-7 0 0 0,-6 9 27 0 0,-1 0 0 0 0,0 0 0 0 0,0 0 0 0 0,0 0 0 0 0,0 0 0 0 0,-1 1 0 0 0,1-1 0 0 0,0 0 0 0 0,-1 0 0 0 0,0 0 0 0 0,1 0 0 0 0,-1 0 0 0 0,0 1 0 0 0,0-1 0 0 0,0 0-1 0 0,0 1 1 0 0,0-1 0 0 0,0 1 0 0 0,0-1 0 0 0,-1 1 0 0 0,-2-3 0 0 0,-31-28 137 0 0,31 30-116 0 0,1-1 0 0 0,-1 1 0 0 0,0-1 1 0 0,0 1-1 0 0,0 1 0 0 0,0-1 0 0 0,0 0 1 0 0,0 1-1 0 0,0 0 0 0 0,-1 0 0 0 0,1 0 0 0 0,0 1 1 0 0,-1-1-1 0 0,1 1 0 0 0,-1 0 0 0 0,-5 1 0 0 0,7 0-15 0 0,0 0-1 0 0,1-1 0 0 0,-1 2 0 0 0,0-1 0 0 0,1 0 0 0 0,-1 1 0 0 0,1-1 0 0 0,0 1 1 0 0,-1-1-1 0 0,1 1 0 0 0,0 0 0 0 0,0 0 0 0 0,0 0 0 0 0,1 1 0 0 0,-1-1 0 0 0,0 0 0 0 0,1 1 1 0 0,-1-1-1 0 0,1 0 0 0 0,0 1 0 0 0,0 0 0 0 0,0-1 0 0 0,0 1 0 0 0,0 0 0 0 0,1 0 1 0 0,-1 3-1 0 0,0-4-15 0 0,1 0 0 0 0,-1 0 1 0 0,1-1-1 0 0,-1 1 1 0 0,1 0-1 0 0,0 0 0 0 0,0 0 1 0 0,0 0-1 0 0,0-1 1 0 0,1 1-1 0 0,-1 0 0 0 0,0 0 1 0 0,1 0-1 0 0,-1-1 0 0 0,1 1 1 0 0,-1 0-1 0 0,1-1 1 0 0,0 1-1 0 0,0 0 0 0 0,0-1 1 0 0,0 1-1 0 0,0-1 1 0 0,2 2-1 0 0,-2-1-4 0 0,1-1-1 0 0,1 0 1 0 0,-1 0-1 0 0,0 0 1 0 0,0 0-1 0 0,0-1 1 0 0,0 1-1 0 0,1-1 1 0 0,-1 1-1 0 0,0-1 1 0 0,1 0 0 0 0,-1 1-1 0 0,0-1 1 0 0,1-1-1 0 0,3 1 1 0 0,4-2 26 0 0,1 0 0 0 0,0-1 1 0 0,-1 0-1 0 0,1 0 1 0 0,-1-1-1 0 0,15-8 0 0 0,-23 11 12 0 0,1-1 0 0 0,-1 1 0 0 0,1-1-1 0 0,-1 0 1 0 0,0 0 0 0 0,0 0 0 0 0,0 0-1 0 0,0 0 1 0 0,0 0 0 0 0,0-1 0 0 0,-1 1-1 0 0,1-1 1 0 0,1-2 0 0 0,-3 4-27 0 0,0 1 0 0 0,0-1 0 0 0,1 1 0 0 0,-1-1 1 0 0,0 0-1 0 0,0 1 0 0 0,0-1 0 0 0,0 0 0 0 0,0 1 0 0 0,0-1 0 0 0,0 0 0 0 0,0 1 1 0 0,0-1-1 0 0,-1 1 0 0 0,1-1 0 0 0,0 0 0 0 0,0 1 0 0 0,0-1 0 0 0,-1 1 1 0 0,1-1-1 0 0,0 0 0 0 0,-1 1 0 0 0,0-1 0 0 0,0 0-11 0 0,0 0 1 0 0,-1 0-1 0 0,1 0 1 0 0,-1 0-1 0 0,1 0 1 0 0,0 0-1 0 0,-1 1 0 0 0,0-1 1 0 0,1 1-1 0 0,-1-1 1 0 0,1 1-1 0 0,-1 0 0 0 0,-2-1 1 0 0,0 1-18 0 0,0 0 0 0 0,0 0 0 0 0,0 0 0 0 0,-1 1 0 0 0,1-1 0 0 0,0 1 0 0 0,0 0 0 0 0,1 0 0 0 0,-1 1 0 0 0,0-1 0 0 0,0 1 0 0 0,1 0 0 0 0,-1 0 0 0 0,0 0 0 0 0,1 0 0 0 0,0 0 0 0 0,-5 5 0 0 0,4-3-404 0 0,0-1 0 0 0,1 1-1 0 0,0 0 1 0 0,0 0 0 0 0,0 0 0 0 0,0 0-1 0 0,1 0 1 0 0,-4 9 0 0 0,0 5-6357 0 0</inkml:trace>
</inkml:ink>
</file>

<file path=ppt/ink/ink2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26.9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104 44 6449 0 0,'-3'-2'184'0'0,"0"1"0"0"0,0 0-1 0 0,0 0 1 0 0,0 1 0 0 0,0-1-1 0 0,0 1 1 0 0,0-1 0 0 0,0 1-1 0 0,0 0 1 0 0,0 0 0 0 0,0 0-1 0 0,0 1 1 0 0,0-1 0 0 0,0 1-1 0 0,0 0 1 0 0,0-1 0 0 0,0 1-1 0 0,0 1 1 0 0,0-1 0 0 0,0 0-1 0 0,0 1 1 0 0,1-1 0 0 0,-1 1-1 0 0,1 0 1 0 0,-1 0 0 0 0,1 0-1 0 0,0 0 1 0 0,-1 0 0 0 0,1 1-1 0 0,0-1 1 0 0,1 1 0 0 0,-1-1-1 0 0,0 1 1 0 0,1 0 0 0 0,-2 3-1 0 0,1 0-31 0 0,1 0-1 0 0,-1 0 0 0 0,1 0 0 0 0,1 0 0 0 0,-1 0 0 0 0,1 1 0 0 0,0-1 1 0 0,0 0-1 0 0,1 0 0 0 0,0 1 0 0 0,0-1 0 0 0,0 0 0 0 0,4 10 0 0 0,-4-14-141 0 0,0 0 0 0 0,1 1 0 0 0,-1-1 0 0 0,0 0 0 0 0,0 0-1 0 0,1 0 1 0 0,-1 0 0 0 0,1 0 0 0 0,0-1 0 0 0,0 1-1 0 0,0 0 1 0 0,-1-1 0 0 0,1 1 0 0 0,1-1 0 0 0,-1 0-1 0 0,0 0 1 0 0,0 0 0 0 0,0 0 0 0 0,1 0 0 0 0,-1 0 0 0 0,0 0-1 0 0,1-1 1 0 0,-1 1 0 0 0,1-1 0 0 0,-1 0 0 0 0,1 0-1 0 0,-1 0 1 0 0,0 0 0 0 0,1 0 0 0 0,-1 0 0 0 0,1-1 0 0 0,-1 1-1 0 0,1-1 1 0 0,-1 1 0 0 0,0-1 0 0 0,5-2 0 0 0,-5 2-7 0 0,0-1 0 0 0,1 1 0 0 0,-1 0 0 0 0,0-1 0 0 0,0 1 0 0 0,0-1 0 0 0,-1 0 0 0 0,1 1 0 0 0,0-1 0 0 0,0 0 0 0 0,-1 0 0 0 0,0 0 0 0 0,1-1 0 0 0,-1 1 0 0 0,0 0 0 0 0,0 0 0 0 0,0-1 0 0 0,0 1 0 0 0,0-1 0 0 0,-1 1 0 0 0,1 0 0 0 0,-1-1 0 0 0,0 1 0 0 0,1-1 0 0 0,-1 1 0 0 0,0-1 0 0 0,-1 0 0 0 0,1 1 0 0 0,0-1 0 0 0,-1 1 0 0 0,1 0 0 0 0,-1-1 0 0 0,-2-4 0 0 0,3 4 75 0 0,-1 1 1 0 0,0-1 0 0 0,0 0-1 0 0,0 1 1 0 0,0-1-1 0 0,0 0 1 0 0,-1 1-1 0 0,1-1 1 0 0,-1 1-1 0 0,1 0 1 0 0,-1-1 0 0 0,0 1-1 0 0,0 0 1 0 0,0 0-1 0 0,0 0 1 0 0,-1 1-1 0 0,1-1 1 0 0,0 0 0 0 0,-1 1-1 0 0,1 0 1 0 0,-1-1-1 0 0,1 1 1 0 0,-1 0-1 0 0,0 0 1 0 0,0 0 0 0 0,1 1-1 0 0,-1-1 1 0 0,0 1-1 0 0,-4-1 1 0 0,5 2-50 0 0,0 0 0 0 0,0 0 0 0 0,-1 0 0 0 0,1 0 0 0 0,0 0 0 0 0,0 0 0 0 0,0 1 0 0 0,0-1 0 0 0,0 0 0 0 0,1 1 0 0 0,-1 0 0 0 0,0-1 0 0 0,1 1 1 0 0,-1 0-1 0 0,1 0 0 0 0,-1 0 0 0 0,1 0 0 0 0,0 0 0 0 0,0 0 0 0 0,0 1 0 0 0,0-1 0 0 0,1 0 0 0 0,-1 0 0 0 0,0 1 0 0 0,1-1 0 0 0,-1 5 0 0 0,0 2-42 0 0,-1 0-1 0 0,2 0 1 0 0,-1 0 0 0 0,1 0-1 0 0,2 17 1 0 0,-2-25 10 0 0,0 0 0 0 0,0 0 0 0 0,1 0 0 0 0,-1 1 0 0 0,0-1 0 0 0,0 0 0 0 0,0 0 0 0 0,1 0 0 0 0,-1 0 0 0 0,1 1 0 0 0,-1-1 0 0 0,1 0 0 0 0,-1 0 0 0 0,1 0 0 0 0,0 0 0 0 0,0 0 0 0 0,-1 0 0 0 0,1 0 0 0 0,0 0 0 0 0,0-1 0 0 0,0 1-1 0 0,0 0 1 0 0,0 0 0 0 0,0-1 0 0 0,0 1 0 0 0,0 0 0 0 0,0-1 0 0 0,0 1 0 0 0,0-1 0 0 0,0 0 0 0 0,1 1 0 0 0,-1-1 0 0 0,0 0 0 0 0,0 0 0 0 0,0 0 0 0 0,1 0 0 0 0,-1 0 0 0 0,0 0 0 0 0,0 0 0 0 0,1 0 0 0 0,-1 0 0 0 0,0 0 0 0 0,0-1 0 0 0,0 1 0 0 0,0 0 0 0 0,1-1 0 0 0,-1 1 0 0 0,0-1 0 0 0,0 0 0 0 0,0 1 0 0 0,1-2 0 0 0,3 0 31 0 0,-1-1 0 0 0,0 0 0 0 0,0 0 0 0 0,0 0 0 0 0,0-1 0 0 0,0 0 1 0 0,-1 1-1 0 0,1-1 0 0 0,-1 0 0 0 0,0-1 0 0 0,3-4 0 0 0,-5 5 1 0 0,0 0-1 0 0,0-1 1 0 0,-1 1 0 0 0,1 0-1 0 0,-1-1 1 0 0,0 1 0 0 0,0-1-1 0 0,0 1 1 0 0,-1 0 0 0 0,1-1-1 0 0,-1 1 1 0 0,0 0 0 0 0,-3-8-1 0 0,2 8 8 0 0,1 1 0 0 0,0-1-1 0 0,-1 1 1 0 0,1-1 0 0 0,-1 1-1 0 0,0-1 1 0 0,0 1-1 0 0,-1 0 1 0 0,1 0 0 0 0,0 0-1 0 0,-1 1 1 0 0,0-1-1 0 0,0 0 1 0 0,0 1 0 0 0,0 0-1 0 0,-3-3 1 0 0,5 5-32 0 0,1 0 0 0 0,-1 0 0 0 0,1-1 0 0 0,-1 1 0 0 0,0 0 1 0 0,1 0-1 0 0,-1 0 0 0 0,1 0 0 0 0,-1 0 0 0 0,1 0 0 0 0,-1 0 0 0 0,1 0 0 0 0,-1 0 0 0 0,0 0 1 0 0,1 0-1 0 0,-1 0 0 0 0,1 0 0 0 0,-1 0 0 0 0,1 0 0 0 0,-1 1 0 0 0,1-1 0 0 0,-1 0 0 0 0,1 0 0 0 0,-1 1 1 0 0,1-1-1 0 0,-1 0 0 0 0,1 1 0 0 0,-1-1 0 0 0,1 0 0 0 0,-1 1 0 0 0,-4 18 217 0 0,4-15-184 0 0,1 1 1 0 0,0-1 0 0 0,1 0 0 0 0,-1 1-1 0 0,1-1 1 0 0,0 0 0 0 0,2 6-1 0 0,-2-8-37 0 0,1 0 0 0 0,-1 0 0 0 0,1-1 0 0 0,0 1 0 0 0,-1 0 0 0 0,1-1 0 0 0,0 1 0 0 0,0-1 0 0 0,1 1 0 0 0,-1-1 0 0 0,0 0 0 0 0,0 0 0 0 0,1 0 0 0 0,-1 0 0 0 0,0-1 0 0 0,4 2 0 0 0,-5-2 0 0 0,0 0 0 0 0,0 1 0 0 0,0-1 0 0 0,-1 0 0 0 0,1 0 0 0 0,0 0 0 0 0,0 0 0 0 0,0 0 0 0 0,0 0 0 0 0,0 0 0 0 0,0 0 0 0 0,0 0 0 0 0,0 0 0 0 0,0 0 0 0 0,0-1 0 0 0,-1 1 0 0 0,1 0 0 0 0,0-1 0 0 0,0 1 0 0 0,0 0 0 0 0,0-1 0 0 0,-1 1 0 0 0,1-1 0 0 0,0 0 0 0 0,0 1 0 0 0,-1-1 0 0 0,1 0 0 0 0,0 1 0 0 0,-1-1 0 0 0,1 0 0 0 0,-1 1 0 0 0,1-1 0 0 0,-1 0 0 0 0,1 0 0 0 0,-1 0 0 0 0,0 0 0 0 0,1 1 0 0 0,-1-1 0 0 0,0 0 0 0 0,0 0 0 0 0,0 0 0 0 0,0 0 0 0 0,1 0 0 0 0,-1-1 0 0 0,-2-7 134 0 0,0 0 0 0 0,0 0 0 0 0,-1 1 0 0 0,0-1 0 0 0,0 1 0 0 0,-7-11 0 0 0,2 2 57 0 0,8 14-157 0 0,-1 1 0 0 0,0 0 0 0 0,0 0 0 0 0,-1 0 0 0 0,1 0 1 0 0,0-1-1 0 0,-1 2 0 0 0,1-1 0 0 0,-1 0 0 0 0,0 0 0 0 0,1 0 1 0 0,-4-1-1 0 0,5 3-26 0 0,-1-1 1 0 0,1 1-1 0 0,0 0 1 0 0,-1 0-1 0 0,1 0 1 0 0,0 0-1 0 0,-1 0 1 0 0,1 0 0 0 0,0 0-1 0 0,-1 0 1 0 0,1 0-1 0 0,-1 0 1 0 0,1 0-1 0 0,0 0 1 0 0,-1 0-1 0 0,1 0 1 0 0,0 0-1 0 0,-1 0 1 0 0,1 1-1 0 0,0-1 1 0 0,-1 0 0 0 0,1 0-1 0 0,0 0 1 0 0,-1 0-1 0 0,1 1 1 0 0,0-1-1 0 0,0 0 1 0 0,-1 1-1 0 0,-8 18 101 0 0,7-8-582 0 0,0 0 1 0 0,0 0-1 0 0,1 1 0 0 0,0-1 1 0 0,1 0-1 0 0,2 17 0 0 0,-2-26 388 0 0,0 1 0 0 0,1-1 0 0 0,-1 0 0 0 0,0 0 0 0 0,1 0 0 0 0,0 0 0 0 0,-1 0 0 0 0,1 0 0 0 0,0-1 0 0 0,0 1 0 0 0,0 0 0 0 0,0 0 0 0 0,0-1 0 0 0,1 1 0 0 0,-1 0 0 0 0,1-1-1 0 0,-1 1 1 0 0,1-1 0 0 0,-1 0 0 0 0,1 1 0 0 0,0-1 0 0 0,-1 0 0 0 0,1 0 0 0 0,0 0 0 0 0,0 0 0 0 0,0 0 0 0 0,0-1 0 0 0,0 1 0 0 0,0-1 0 0 0,0 1 0 0 0,0-1 0 0 0,0 0 0 0 0,0 0 0 0 0,0 1-1 0 0,0-1 1 0 0,0-1 0 0 0,0 1 0 0 0,0 0 0 0 0,1 0 0 0 0,-1-1 0 0 0,0 1 0 0 0,0-1 0 0 0,2-1 0 0 0,14-5-380 0 0,-1-6 331 0 0</inkml:trace>
</inkml:ink>
</file>

<file path=ppt/ink/ink2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30.5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93 23 3225 0 0,'-1'-1'-90'0'0,"-10"-20"6410"0"0,11 21-6204 0 0,1 0 35 0 0,0 0 0 0 0,-1 1-1 0 0,1-1 1 0 0,0 0 0 0 0,-1 1-1 0 0,1-1 1 0 0,0 0-1 0 0,-1 1 1 0 0,1-1 0 0 0,0 1-1 0 0,-1-1 1 0 0,1 1 0 0 0,-1 0-1 0 0,1-1 1 0 0,-1 1 0 0 0,1 0-1 0 0,-1-1 1 0 0,0 1-1 0 0,1 0 1 0 0,-1-1 0 0 0,0 1-1 0 0,1 0 1 0 0,-1 0 0 0 0,0-1-1 0 0,0 1 1 0 0,0 1 0 0 0,8 23 1160 0 0,-8-23-1035 0 0,1 1-22 0 0,1 6 217 0 0,0-1-1 0 0,0 1 1 0 0,1-1 0 0 0,1 0 0 0 0,7 14 0 0 0,-11-21-427 0 0,1 0 0 0 0,0 0 0 0 0,0 1 0 0 0,0-1-1 0 0,0 0 1 0 0,0 0 0 0 0,0 0 0 0 0,1 0 0 0 0,-1-1 0 0 0,0 1 0 0 0,0 0 0 0 0,1 0 0 0 0,-1-1 0 0 0,0 1 0 0 0,1-1 0 0 0,-1 1 0 0 0,2 0 0 0 0,-1-1-10 0 0,0-1 0 0 0,0 1 1 0 0,0 0-1 0 0,0 0 0 0 0,0-1 0 0 0,0 1 0 0 0,0-1 1 0 0,0 1-1 0 0,0-1 0 0 0,0 0 0 0 0,0 0 0 0 0,-1 0 1 0 0,1 0-1 0 0,0 0 0 0 0,-1 0 0 0 0,3-2 1 0 0,-3 2-28 0 0,-1 1 0 0 0,1 0 0 0 0,-1-1 0 0 0,1 1 0 0 0,-1 0 0 0 0,1-1 0 0 0,-1 1 0 0 0,1-1 1 0 0,-1 1-1 0 0,1-1 0 0 0,-1 1 0 0 0,1-1 0 0 0,-1 1 0 0 0,0-1 0 0 0,1 1 0 0 0,-1-1 0 0 0,0 0 1 0 0,0 1-1 0 0,1-1 0 0 0,-1 0 0 0 0,0 1 0 0 0,0-1 0 0 0,0 0 0 0 0,0 1 0 0 0,0-1 0 0 0,0 1 0 0 0,0-1 1 0 0,0 0-1 0 0,0 1 0 0 0,0-1 0 0 0,0 0 0 0 0,0 1 0 0 0,0-1 0 0 0,-1 0 0 0 0,1 1 0 0 0,0-1 1 0 0,0 1-1 0 0,-1-1 0 0 0,1 0 0 0 0,0 1 0 0 0,-1-1 0 0 0,1 1 0 0 0,-1-1 0 0 0,1 1 0 0 0,-1-1 1 0 0,1 1-1 0 0,-1 0 0 0 0,1-1 0 0 0,-1 1 0 0 0,1-1 0 0 0,-1 1 0 0 0,1 0 0 0 0,-1 0 0 0 0,0-1 1 0 0,1 1-1 0 0,-1 0 0 0 0,0 0 0 0 0,1 0 0 0 0,-1 0 0 0 0,0-1 0 0 0,-3 0 15 0 0,1 0-1 0 0,-1 0 1 0 0,0 0 0 0 0,1 0-1 0 0,-1 1 1 0 0,0-1-1 0 0,1 1 1 0 0,-1 0-1 0 0,-6 1 1 0 0,7 0-16 0 0,1 0 0 0 0,0 0 0 0 0,0 0 0 0 0,-1 0 0 0 0,1 0 0 0 0,0 0 0 0 0,0 1 0 0 0,0-1 0 0 0,1 1 0 0 0,-1 0-1 0 0,0-1 1 0 0,0 1 0 0 0,1 0 0 0 0,-1 0 0 0 0,1 0 0 0 0,0 0 0 0 0,-2 5 0 0 0,1-3 15 0 0,0 1-1 0 0,0 0 0 0 0,1 0 1 0 0,0 0-1 0 0,0 0 1 0 0,0 0-1 0 0,1 0 0 0 0,-1 10 1 0 0,2-11-4 0 0,-1 1 0 0 0,1 0 1 0 0,-1 0-1 0 0,1-1 1 0 0,1 1-1 0 0,-1 0 0 0 0,1-1 1 0 0,-1 1-1 0 0,5 5 0 0 0,-5-8-13 0 0,0 0 0 0 0,1 0 1 0 0,-1 0-1 0 0,1 0 0 0 0,-1 0 0 0 0,1-1 0 0 0,0 1 0 0 0,-1-1 0 0 0,1 1 0 0 0,0-1 0 0 0,0 0 0 0 0,0 1 0 0 0,0-1 0 0 0,1 0 0 0 0,-1 0 0 0 0,0-1 0 0 0,0 1 0 0 0,5 1 0 0 0,-5-2-6 0 0,0 0-1 0 0,1 1 1 0 0,-1-1-1 0 0,1 0 1 0 0,-1 0-1 0 0,0 0 0 0 0,1-1 1 0 0,-1 1-1 0 0,0-1 1 0 0,1 1-1 0 0,-1-1 0 0 0,0 0 1 0 0,0 1-1 0 0,1-1 1 0 0,-1-1-1 0 0,0 1 0 0 0,0 0 1 0 0,0 0-1 0 0,0-1 1 0 0,0 1-1 0 0,-1-1 0 0 0,1 1 1 0 0,0-1-1 0 0,-1 0 1 0 0,1 0-1 0 0,-1 0 1 0 0,0 0-1 0 0,1 0 0 0 0,-1 0 1 0 0,0 0-1 0 0,0 0 1 0 0,0 0-1 0 0,0-5 0 0 0,0 4 0 0 0,0 0-1 0 0,-1-1 0 0 0,1 1 1 0 0,-1 0-1 0 0,0-1 0 0 0,0 1 1 0 0,-1-1-1 0 0,1 1 0 0 0,0 0 1 0 0,-1-1-1 0 0,0 1 0 0 0,0 0 1 0 0,0 0-1 0 0,0-1 0 0 0,-1 1 1 0 0,1 0-1 0 0,-1 0 0 0 0,0 0 1 0 0,0 1-1 0 0,0-1 0 0 0,0 0 1 0 0,0 1-1 0 0,-4-4 0 0 0,2 3 15 0 0,0 0-1 0 0,0 1 0 0 0,0 0 0 0 0,0-1 0 0 0,0 2 1 0 0,0-1-1 0 0,-1 0 0 0 0,1 1 0 0 0,-1 0 0 0 0,1 0 0 0 0,-1 0 1 0 0,1 0-1 0 0,-1 1 0 0 0,1 0 0 0 0,-1 0 0 0 0,0 0 1 0 0,1 1-1 0 0,-1-1 0 0 0,1 1 0 0 0,-1 0 0 0 0,-5 2 0 0 0,5-1 2 0 0,0 0 0 0 0,0 0 0 0 0,0 0 0 0 0,0 1-1 0 0,1 0 1 0 0,-1 0 0 0 0,1 0 0 0 0,0 0 0 0 0,0 0-1 0 0,0 1 1 0 0,1 0 0 0 0,-1 0 0 0 0,1 0 0 0 0,0 0-1 0 0,0 1 1 0 0,0-1 0 0 0,0 1 0 0 0,-3 7 0 0 0,6-10-13 0 0,-1 0 0 0 0,1 0 0 0 0,0 0 0 0 0,-1 0 0 0 0,1-1 0 0 0,0 1 0 0 0,0 0 0 0 0,0 0 0 0 0,0 0 0 0 0,0 0 0 0 0,1 0 0 0 0,-1 0 0 0 0,1-1 0 0 0,-1 1 0 0 0,1 0 0 0 0,-1 0 0 0 0,1-1 0 0 0,1 3 0 0 0,1 0-4 0 0,-1 0-1 0 0,1-1 1 0 0,0 1 0 0 0,0-1-1 0 0,0 0 1 0 0,1 0 0 0 0,5 4 0 0 0,1 0-11 0 0,1-1 0 0 0,0 0 0 0 0,0 0 0 0 0,21 6 0 0 0,-29-11-2 0 0,1 0-1 0 0,-1 0 0 0 0,1 0 0 0 0,0 0 0 0 0,-1-1 0 0 0,1 0 0 0 0,-1 1 0 0 0,1-1 0 0 0,0-1 0 0 0,-1 1 0 0 0,1 0 1 0 0,0-1-1 0 0,-1 0 0 0 0,1 0 0 0 0,-1 0 0 0 0,1 0 0 0 0,-1-1 0 0 0,0 1 0 0 0,1-1 0 0 0,-1 0 0 0 0,5-4 0 0 0,-6 4 34 0 0,1-1-1 0 0,-1 1 1 0 0,0-1-1 0 0,0 0 1 0 0,0 0-1 0 0,-1 1 1 0 0,1-1-1 0 0,-1-1 1 0 0,1 1-1 0 0,-1 0 1 0 0,0 0-1 0 0,0 0 1 0 0,-1-1-1 0 0,1 1 1 0 0,-1-1-1 0 0,1 1 1 0 0,-1 0-1 0 0,0-1 1 0 0,0 1-1 0 0,-1-1 1 0 0,1 1-1 0 0,-1 0 1 0 0,-1-6-1 0 0,0 2 39 0 0,-1 0 0 0 0,0 0 0 0 0,0 0-1 0 0,0 0 1 0 0,-1 1 0 0 0,0 0 0 0 0,0 0-1 0 0,0 0 1 0 0,-1 0 0 0 0,0 1 0 0 0,0-1-1 0 0,0 1 1 0 0,-9-5 0 0 0,12 8-45 0 0,0 0 1 0 0,0 1-1 0 0,0 0 1 0 0,0-1-1 0 0,-1 1 0 0 0,1 0 1 0 0,0 0-1 0 0,-1 1 1 0 0,1-1-1 0 0,-1 0 0 0 0,1 1 1 0 0,-1-1-1 0 0,1 1 1 0 0,-1 0-1 0 0,1 0 0 0 0,-1 0 1 0 0,0 0-1 0 0,1 0 1 0 0,-1 1-1 0 0,1-1 0 0 0,-1 1 1 0 0,1-1-1 0 0,0 1 1 0 0,-1 0-1 0 0,1 0 0 0 0,0 0 1 0 0,-1 1-1 0 0,1-1 1 0 0,0 0-1 0 0,0 1 0 0 0,0-1 1 0 0,0 1-1 0 0,0 0 1 0 0,0 0-1 0 0,1 0 0 0 0,-1 0 1 0 0,1 0-1 0 0,-1 0 1 0 0,1 0-1 0 0,-2 4 0 0 0,2-5-9 0 0,0 1-1 0 0,0 0 0 0 0,0 0 0 0 0,0 0 1 0 0,0 0-1 0 0,0 0 0 0 0,1 1 1 0 0,-1-1-1 0 0,1 0 0 0 0,0 0 0 0 0,-1 0 1 0 0,1 0-1 0 0,0 1 0 0 0,0-1 1 0 0,1 0-1 0 0,-1 0 0 0 0,0 0 0 0 0,1 1 1 0 0,-1-1-1 0 0,2 2 0 0 0,-1 0-5 0 0,1-1-1 0 0,0 0 0 0 0,0 0 1 0 0,0 0-1 0 0,0 0 1 0 0,0-1-1 0 0,1 1 0 0 0,-1 0 1 0 0,1-1-1 0 0,0 0 0 0 0,5 4 1 0 0,-4-3-30 0 0,1-1 0 0 0,-1 1 1 0 0,1-1-1 0 0,0 0 0 0 0,0 0 0 0 0,0 0 0 0 0,0 0 1 0 0,0-1-1 0 0,0 0 0 0 0,0 0 0 0 0,0-1 1 0 0,0 1-1 0 0,0-1 0 0 0,1 0 0 0 0,-1-1 0 0 0,0 1 1 0 0,8-3-1 0 0,-12 3 37 0 0,0-1 0 0 0,1 0 0 0 0,-1 0 0 0 0,0 1-1 0 0,0-1 1 0 0,0 0 0 0 0,0 0 0 0 0,0-1 0 0 0,0 1 0 0 0,0 0 0 0 0,0 0 0 0 0,-1 0 0 0 0,1-1 0 0 0,0 1 0 0 0,-1 0 0 0 0,1-1 0 0 0,0 1 0 0 0,-1 0-1 0 0,0-1 1 0 0,1 1 0 0 0,-1-1 0 0 0,0 1 0 0 0,0-1 0 0 0,0 1 0 0 0,0 0 0 0 0,0-1 0 0 0,0 1 0 0 0,0-1 0 0 0,0 1 0 0 0,-1-1 0 0 0,1 1-1 0 0,-1 0 1 0 0,1-1 0 0 0,-1 1 0 0 0,0-2 0 0 0,-2-6 4 0 0,-1 1-1 0 0,1-1 0 0 0,-11-15 1 0 0,10 18 16 0 0,0 0 1 0 0,0-1-1 0 0,-1 2 1 0 0,0-1 0 0 0,0 0-1 0 0,-1 1 1 0 0,-10-8 0 0 0,15 12-15 0 0,-1 1 1 0 0,1-1-1 0 0,0 0 1 0 0,-1 1-1 0 0,1-1 1 0 0,-1 0 0 0 0,1 1-1 0 0,-1 0 1 0 0,1-1-1 0 0,-1 1 1 0 0,1 0 0 0 0,-1 0-1 0 0,1 0 1 0 0,-1 0-1 0 0,1 0 1 0 0,-1 0 0 0 0,-2 1-1 0 0,2 0-2 0 0,0 0-1 0 0,0 0 1 0 0,0 0-1 0 0,1 0 1 0 0,-1 1 0 0 0,0-1-1 0 0,1 0 1 0 0,-1 1-1 0 0,1-1 1 0 0,0 1 0 0 0,-1 0-1 0 0,1-1 1 0 0,0 1-1 0 0,0 0 1 0 0,0 0-1 0 0,0 0 1 0 0,0 2 0 0 0,-2 2 3 0 0,1 0 1 0 0,-1 0 0 0 0,1 0 0 0 0,1 0 0 0 0,-1 0 0 0 0,1 0 0 0 0,0 0 0 0 0,1 9 0 0 0,0-13-7 0 0,0 0 1 0 0,0 0-1 0 0,1-1 1 0 0,-1 1 0 0 0,1 0-1 0 0,-1 0 1 0 0,1 0-1 0 0,0-1 1 0 0,-1 1 0 0 0,1 0-1 0 0,0-1 1 0 0,0 1 0 0 0,0-1-1 0 0,1 1 1 0 0,-1-1-1 0 0,0 1 1 0 0,0-1 0 0 0,1 0-1 0 0,-1 0 1 0 0,1 1-1 0 0,-1-1 1 0 0,1 0 0 0 0,0-1-1 0 0,-1 1 1 0 0,1 0-1 0 0,0 0 1 0 0,0-1 0 0 0,-1 1-1 0 0,1-1 1 0 0,0 1-1 0 0,0-1 1 0 0,2 0 0 0 0,2 1-31 0 0,-1-1 1 0 0,0 0-1 0 0,0-1 1 0 0,0 1 0 0 0,1-1-1 0 0,-1 0 1 0 0,0 0-1 0 0,0-1 1 0 0,9-3 0 0 0,-12 4 16 0 0,0 1 0 0 0,0-1 0 0 0,-1 0 1 0 0,1 0-1 0 0,0 0 0 0 0,0 0 0 0 0,-1 0 1 0 0,1 0-1 0 0,0 0 0 0 0,-1-1 1 0 0,1 1-1 0 0,-1 0 0 0 0,0-1 0 0 0,1 0 1 0 0,-1 1-1 0 0,0-1 0 0 0,0 0 1 0 0,0 1-1 0 0,0-1 0 0 0,0 0 0 0 0,-1 0 1 0 0,1 0-1 0 0,-1 0 0 0 0,1 0 0 0 0,-1 0 1 0 0,1 0-1 0 0,-1 0 0 0 0,0-2 1 0 0,-1 1-14 0 0,0 1 1 0 0,0-1-1 0 0,-1 1 1 0 0,1-1-1 0 0,-1 1 1 0 0,0-1-1 0 0,1 1 1 0 0,-1 0-1 0 0,0 0 1 0 0,0 0-1 0 0,-5-3 1 0 0,-26-20 24 0 0,32 24-3 0 0,-1 0 15 0 0,0 0-1 0 0,0 0 0 0 0,0 0 1 0 0,0 1-1 0 0,-1-1 0 0 0,1 1 0 0 0,0-1 1 0 0,0 1-1 0 0,0 0 0 0 0,0 0 1 0 0,0 0-1 0 0,-1 0 0 0 0,1 0 0 0 0,0 0 1 0 0,0 1-1 0 0,0-1 0 0 0,0 1 1 0 0,0 0-1 0 0,0-1 0 0 0,0 1 1 0 0,0 0-1 0 0,0 0 0 0 0,0 0 0 0 0,0 0 1 0 0,0 1-1 0 0,1-1 0 0 0,-4 3 1 0 0,4-3-4 0 0,-1 0 0 0 0,1 0 0 0 0,0 0 0 0 0,0 1 0 0 0,0-1 0 0 0,0 0 0 0 0,0 0 0 0 0,0 1 0 0 0,0-1 1 0 0,0 1-1 0 0,1-1 0 0 0,-1 1 0 0 0,1-1 0 0 0,-1 1 0 0 0,1-1 0 0 0,-1 1 0 0 0,1-1 0 0 0,0 1 1 0 0,0 0-1 0 0,-1-1 0 0 0,1 1 0 0 0,0-1 0 0 0,1 1 0 0 0,-1 0 0 0 0,0-1 0 0 0,0 1 0 0 0,1-1 0 0 0,-1 1 1 0 0,1-1-1 0 0,-1 1 0 0 0,1-1 0 0 0,0 1 0 0 0,-1-1 0 0 0,1 1 0 0 0,0-1 0 0 0,0 0 0 0 0,0 1 1 0 0,2 0-1 0 0,-2 0-212 0 0,1-1 1 0 0,0 1 0 0 0,-1-1-1 0 0,1 1 1 0 0,0-1 0 0 0,0 0-1 0 0,0 0 1 0 0,0 0 0 0 0,0 0 0 0 0,0 0-1 0 0,0 0 1 0 0,0-1 0 0 0,1 1-1 0 0,-1-1 1 0 0,0 1 0 0 0,0-1-1 0 0,5 0 1 0 0,-2 0-1291 0 0</inkml:trace>
</inkml:ink>
</file>

<file path=ppt/ink/ink2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30.7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0 14283 0 0,'-2'3'632'0'0,"-2"0"136"0"0,1 0-616 0 0,1-2-152 0 0,1 1 0 0 0,1-1 0 0 0,0 0 0 0 0,0 1 80 0 0,0 0-80 0 0,3 1 64 0 0,2 0-64 0 0,2-4 0 0 0</inkml:trace>
</inkml:ink>
</file>

<file path=ppt/ink/ink2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40.8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221 148 6913 0 0,'-17'-51'1488'0'0,"0"-4"624"0"0,15 52-1799 0 0,1 0 1 0 0,-1 0-1 0 0,0 0 0 0 0,0 0 1 0 0,0 0-1 0 0,0 1 0 0 0,0-1 0 0 0,-1 1 1 0 0,1-1-1 0 0,-1 1 0 0 0,0 0 1 0 0,1 0-1 0 0,-6-3 0 0 0,7 4-188 0 0,-1 1 1 0 0,1 0-1 0 0,0-1 0 0 0,0 1 1 0 0,-1 0-1 0 0,1 0 0 0 0,0 0 1 0 0,-1 0-1 0 0,1 0 0 0 0,0 0 0 0 0,-1 0 1 0 0,1 0-1 0 0,0 1 0 0 0,0-1 1 0 0,-1 0-1 0 0,1 1 0 0 0,0-1 1 0 0,0 1-1 0 0,-1-1 0 0 0,1 1 0 0 0,0 0 1 0 0,0 0-1 0 0,0-1 0 0 0,0 1 1 0 0,0 0-1 0 0,0 0 0 0 0,0 0 1 0 0,0 0-1 0 0,1 0 0 0 0,-1 0 0 0 0,0 0 1 0 0,1 0-1 0 0,-1 0 0 0 0,0 2 1 0 0,-5 7 211 0 0,1 0-1 0 0,1 0 1 0 0,-5 12 0 0 0,4-9-109 0 0,-12 33-92 0 0,1 2-1 0 0,3 0 0 0 0,1 0 0 0 0,3 1 1 0 0,2 1-1 0 0,2-1 0 0 0,2 1 0 0 0,2 0 1 0 0,12 94-1 0 0,-7-122-119 0 0,0 0 1 0 0,2 0 0 0 0,1-1 0 0 0,0 1-1 0 0,2-2 1 0 0,0 1 0 0 0,1-1 0 0 0,20 29-1 0 0,-19-35-188 0 0,0 1-1 0 0,1-2 0 0 0,0 0 0 0 0,1 0 0 0 0,1-1 1 0 0,0 0-1 0 0,0-2 0 0 0,1 1 0 0 0,1-2 0 0 0,-1 0 0 0 0,18 7 1 0 0,-2-5-7115 0 0</inkml:trace>
</inkml:ink>
</file>

<file path=ppt/ink/ink2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41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36 2761 0 0,'-30'-15'2569'0'0,"27"13"-1659"0"0,-1 0-1 0 0,1-1 1 0 0,-1 1 0 0 0,0 1-1 0 0,0-1 1 0 0,0 1 0 0 0,0-1-1 0 0,0 1 1 0 0,0 0 0 0 0,0 1-1 0 0,0-1 1 0 0,-8 0 0 0 0,11 2-762 0 0,0 0-1 0 0,0-1 1 0 0,0 1 0 0 0,0 0 0 0 0,0-1 0 0 0,0 1 0 0 0,1 0 0 0 0,-1 0 0 0 0,0 0 0 0 0,0 0 0 0 0,0 0-1 0 0,1 0 1 0 0,-1 0 0 0 0,1 0 0 0 0,-1 0 0 0 0,1 0 0 0 0,-1 0 0 0 0,1 0 0 0 0,0 1 0 0 0,-1-1-1 0 0,1 0 1 0 0,0 0 0 0 0,0 0 0 0 0,0 3 0 0 0,-2 35 207 0 0,2-33-134 0 0,1 41 10 0 0,1-1-1 0 0,9 51 1 0 0,-8-81-221 0 0,0 0 0 0 0,1 0 0 0 0,1-1 0 0 0,0 1 0 0 0,2-1 0 0 0,-1 0 0 0 0,2-1 0 0 0,0 1 0 0 0,16 20 0 0 0,-21-31-26 0 0,0-1 1 0 0,0 0-1 0 0,0 1 1 0 0,1-1 0 0 0,-1 0-1 0 0,1-1 1 0 0,0 1-1 0 0,0-1 1 0 0,0 0-1 0 0,0 0 1 0 0,0 0 0 0 0,0 0-1 0 0,6 1 1 0 0,-8-3 8 0 0,0 0 1 0 0,0 0-1 0 0,0 0 1 0 0,0 0-1 0 0,0 0 0 0 0,0 0 1 0 0,-1 0-1 0 0,1-1 1 0 0,0 1-1 0 0,0-1 1 0 0,0 1-1 0 0,0-1 1 0 0,0 0-1 0 0,-1 0 1 0 0,1 0-1 0 0,0 0 0 0 0,0 0 1 0 0,-1 0-1 0 0,1 0 1 0 0,-1 0-1 0 0,1-1 1 0 0,-1 1-1 0 0,0-1 1 0 0,0 1-1 0 0,1-1 0 0 0,-1 1 1 0 0,0-1-1 0 0,0 0 1 0 0,0 0-1 0 0,-1 1 1 0 0,1-1-1 0 0,0-3 1 0 0,2-3 43 0 0,-1-1 0 0 0,0 0 0 0 0,0 1 0 0 0,-1-1 0 0 0,0 0 0 0 0,-1 0 0 0 0,0 0 0 0 0,0 0 0 0 0,-1 1 0 0 0,0-1 0 0 0,0 0 0 0 0,-1 0 0 0 0,-1 1 0 0 0,1-1 0 0 0,-7-13 0 0 0,-3-4 111 0 0,-1 1 0 0 0,-1 0 0 0 0,-27-36 0 0 0,15 24-244 0 0,16 21-324 0 0,-2-1-1 0 0,1 2 1 0 0,-2 0 0 0 0,0 0-1 0 0,-25-21 1 0 0</inkml:trace>
</inkml:ink>
</file>

<file path=ppt/ink/ink2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41.6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 8290 0 0,'0'0'80'0'0,"0"-1"-1"0"0,1 1 1 0 0,-1 0 0 0 0,0 0 0 0 0,1-1-1 0 0,-1 1 1 0 0,0 0 0 0 0,1 0 0 0 0,-1-1-1 0 0,0 1 1 0 0,1 0 0 0 0,-1 0 0 0 0,1 0-1 0 0,-1 0 1 0 0,0 0 0 0 0,1-1 0 0 0,-1 1 0 0 0,1 0-1 0 0,-1 0 1 0 0,0 0 0 0 0,1 0 0 0 0,-1 0-1 0 0,1 0 1 0 0,-1 1 0 0 0,1-1 0 0 0,-1 0-1 0 0,0 0 1 0 0,1 0 0 0 0,-1 0 0 0 0,0 0-1 0 0,1 0 1 0 0,-1 1 0 0 0,1-1 0 0 0,-1 0 0 0 0,0 0-1 0 0,1 1 1 0 0,-1-1 0 0 0,1 1 0 0 0,11 19 2136 0 0,1 26 763 0 0,-12-23-2663 0 0,0 0 0 0 0,-3 25 0 0 0,-19 95-6437 0 0,16-111 4875 0 0,3-21 1231 0 0</inkml:trace>
</inkml:ink>
</file>

<file path=ppt/ink/ink2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42.0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 37 6449 0 0,'-4'6'3602'0'0,"-8"37"-2016"0"0,8-17-1479 0 0,0 1 1 0 0,2 0-1 0 0,1-1 0 0 0,3 49 0 0 0,-1-64-218 0 0,1 1 0 0 0,0-1 0 0 0,0 0 0 0 0,1 0 0 0 0,0 0 0 0 0,1-1 0 0 0,1 1 0 0 0,-1-1 1 0 0,1 0-1 0 0,1 0 0 0 0,0-1 0 0 0,1 1 0 0 0,14 15 0 0 0,-19-23-42 0 0,-1 0 0 0 0,1 0 0 0 0,0-1 1 0 0,0 1-1 0 0,0-1 0 0 0,0 1 1 0 0,0-1-1 0 0,0 0 0 0 0,0 0 1 0 0,0 0-1 0 0,1 0 0 0 0,-1 0 0 0 0,0 0 1 0 0,1-1-1 0 0,-1 1 0 0 0,0-1 1 0 0,1 0-1 0 0,-1 1 0 0 0,1-1 0 0 0,-1 0 1 0 0,4-1-1 0 0,-3 0 126 0 0,-1 0 1 0 0,1 0-1 0 0,-1 0 0 0 0,1-1 0 0 0,-1 1 1 0 0,0-1-1 0 0,1 0 0 0 0,-1 1 0 0 0,0-1 1 0 0,0 0-1 0 0,0 0 0 0 0,0 0 0 0 0,-1-1 1 0 0,1 1-1 0 0,2-4 0 0 0,1-5 398 0 0,0 0 1 0 0,0 0-1 0 0,-1-1 0 0 0,0 0 0 0 0,-1 1 1 0 0,0-1-1 0 0,1-16 0 0 0,-3 14-25 0 0,-1 0 0 0 0,0 0-1 0 0,-1 0 1 0 0,0 0 0 0 0,-1 0 0 0 0,-1 0-1 0 0,0 1 1 0 0,-1-1 0 0 0,0 1 0 0 0,-1 0-1 0 0,-1 0 1 0 0,0 0 0 0 0,-1 1-1 0 0,0 0 1 0 0,-1 0 0 0 0,0 1 0 0 0,0 0-1 0 0,-2 1 1 0 0,1-1 0 0 0,-1 2 0 0 0,-1-1-1 0 0,0 1 1 0 0,-20-12 0 0 0,11 16-403 0 0,13 7-470 0 0</inkml:trace>
</inkml:ink>
</file>

<file path=ppt/ink/ink2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42.2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10594 0 0,'5'0'4282'0'0,"7"7"-2057"0"0,-3 6-1930 0 0,-1 1 1 0 0,0 0-1 0 0,-2 0 1 0 0,1 1-1 0 0,-2 0 1 0 0,0 0-1 0 0,5 22 1 0 0,13 114 1900 0 0,-19-119-2084 0 0,7 158-699 0 0,-11-147-43 0 0</inkml:trace>
</inkml:ink>
</file>

<file path=ppt/ink/ink2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42.8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191 1 8754 0 0,'-5'3'341'0'0,"1"0"1"0"0,-1 1-1 0 0,1-1 0 0 0,-1 1 1 0 0,1 0-1 0 0,0 1 1 0 0,1-1-1 0 0,-1 1 0 0 0,1 0 1 0 0,0-1-1 0 0,-5 12 0 0 0,0-3 287 0 0,-8 14 265 0 0,2 2 0 0 0,0-1 0 0 0,-15 53 1 0 0,-16 95 779 0 0,40-152-1407 0 0,2 0 0 0 0,0 0 0 0 0,2 1 0 0 0,0-1 0 0 0,2 1 0 0 0,1-1 0 0 0,7 41 0 0 0,-4-47-380 0 0,0-1 0 0 0,1 1 1 0 0,0-1-1 0 0,14 23 0 0 0,-13-27-832 0 0,1 0 0 0 0,1-1 0 0 0,0 0-1 0 0,0 0 1 0 0,22 19 0 0 0,-7-11-5330 0 0</inkml:trace>
</inkml:ink>
</file>

<file path=ppt/ink/ink2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44.8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7834 0 0,'9'19'9798'0'0,"-5"13"-6142"0"0,-5 47-4332 0 0,1-20 1159 0 0,1-28-1356 0 0,2-1-1 0 0,2 1 1 0 0,12 46-1 0 0,-8-52-5557 0 0</inkml:trace>
</inkml:ink>
</file>

<file path=ppt/ink/ink2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45.0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80 1 4609 0 0,'0'0'353'0'0,"-4"20"5415"0"0,-29 102 637 0 0,-2 1-8171 0 0,28-100-3801 0 0</inkml:trace>
</inkml:ink>
</file>

<file path=ppt/ink/ink2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45.3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39 11 7370 0 0,'-4'20'5703'0'0,"-3"3"-3760"0"0,-2 11-1062 0 0,-9 105-573 0 0,18-125-353 0 0,-1 0 1 0 0,2 0-1 0 0,0 0 1 0 0,0 0-1 0 0,2 0 1 0 0,-1 0-1 0 0,10 24 1 0 0,-10-33 37 0 0,0 0 1 0 0,0 0 0 0 0,1-1-1 0 0,0 0 1 0 0,0 1 0 0 0,0-1 0 0 0,0 0-1 0 0,1 0 1 0 0,0-1 0 0 0,0 1-1 0 0,0-1 1 0 0,0 0 0 0 0,0 0-1 0 0,7 4 1 0 0,-9-6-12 0 0,1 0-1 0 0,-1 0 1 0 0,0-1-1 0 0,1 1 1 0 0,-1 0 0 0 0,1-1-1 0 0,-1 0 1 0 0,0 0 0 0 0,1 1-1 0 0,-1-2 1 0 0,1 1-1 0 0,-1 0 1 0 0,1 0 0 0 0,-1-1-1 0 0,0 1 1 0 0,1-1-1 0 0,-1 0 1 0 0,0 1 0 0 0,1-1-1 0 0,-1 0 1 0 0,0-1-1 0 0,0 1 1 0 0,0 0 0 0 0,0-1-1 0 0,0 1 1 0 0,0-1 0 0 0,0 1-1 0 0,-1-1 1 0 0,1 0-1 0 0,0 0 1 0 0,-1 0 0 0 0,2-2-1 0 0,3-5 47 0 0,-1-1 0 0 0,0 1 0 0 0,-1-1 0 0 0,0 0-1 0 0,0 0 1 0 0,-1 0 0 0 0,0 0 0 0 0,-1-1 0 0 0,0 1 0 0 0,-1-1 0 0 0,0 1-1 0 0,-1-1 1 0 0,-1-18 0 0 0,-1 9 294 0 0,-1 0 0 0 0,0-1 0 0 0,-2 1 0 0 0,0 0 1 0 0,-1 1-1 0 0,-11-23 0 0 0,14 35-279 0 0,0 1-1 0 0,0 0 1 0 0,-1 0 0 0 0,0 0 0 0 0,-1 0 0 0 0,1 1 0 0 0,-1-1 0 0 0,0 1-1 0 0,0 0 1 0 0,-8-5 0 0 0,10 8-385 0 0,0 0-1 0 0,-1 0 1 0 0,1 1-1 0 0,-1-1 1 0 0,0 1-1 0 0,0-1 1 0 0,-4 0-1 0 0</inkml:trace>
</inkml:ink>
</file>

<file path=ppt/ink/ink2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45.6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6913 0 0,'0'0'188'0'0,"1"0"0"0"0,-1 1 0 0 0,1-1-1 0 0,0 0 1 0 0,-1 0 0 0 0,1 0 0 0 0,0 1-1 0 0,-1-1 1 0 0,1 0 0 0 0,-1 1 0 0 0,1-1-1 0 0,-1 0 1 0 0,1 1 0 0 0,-1-1 0 0 0,1 1-1 0 0,-1-1 1 0 0,1 0 0 0 0,-1 1 0 0 0,0-1-1 0 0,1 1 1 0 0,-1 0 0 0 0,0-1 0 0 0,1 1-1 0 0,-1 0 1 0 0,12 17 2819 0 0,2 7-1399 0 0,0 0 1 0 0,-2 1 0 0 0,18 55-1 0 0,-24-58-1628 0 0,-1-1 0 0 0,-1 1 1 0 0,-1-1-1 0 0,-1 1 0 0 0,-1 0 0 0 0,-1 0 0 0 0,-2 0 0 0 0,0 0 1 0 0,-6 28-1 0 0,2-22-644 0 0,-2 0 1 0 0,-2 0-1 0 0,-22 48 1 0 0,15-43-473 0 0</inkml:trace>
</inkml:ink>
</file>

<file path=ppt/ink/ink2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46.3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119 99 1840 0 0,'-8'-15'-109'0'0,"5"8"1160"0"0,-1-1 0 0 0,0 0 0 0 0,-1 1 0 0 0,1 0 0 0 0,-2 0 0 0 0,1 0-1 0 0,-1 0 1 0 0,1 1 0 0 0,-2 0 0 0 0,-8-7 0 0 0,14 13-937 0 0,0 0 1 0 0,0 0 0 0 0,1 0-1 0 0,-1 0 1 0 0,0 0 0 0 0,0 0-1 0 0,1 0 1 0 0,-1 0 0 0 0,0 0-1 0 0,0 0 1 0 0,0 0 0 0 0,1 0-1 0 0,-1 1 1 0 0,0-1-1 0 0,1 0 1 0 0,-1 1 0 0 0,0-1-1 0 0,0 0 1 0 0,1 1 0 0 0,-1-1-1 0 0,1 1 1 0 0,-1-1 0 0 0,0 1-1 0 0,1-1 1 0 0,-1 1 0 0 0,1 0-1 0 0,-1-1 1 0 0,1 1-1 0 0,-1-1 1 0 0,1 1 0 0 0,0 0-1 0 0,-1 0 1 0 0,1-1 0 0 0,0 1-1 0 0,0 0 1 0 0,-1 0 0 0 0,1-1-1 0 0,0 1 1 0 0,0 0 0 0 0,0 1-1 0 0,-9 38 811 0 0,8-33-630 0 0,-5 30-26 0 0,2-1 0 0 0,2 1 0 0 0,1 0 0 0 0,2 0 0 0 0,1 0 0 0 0,13 66 0 0 0,-8-73-353 0 0,1 0 0 0 0,1 0 1 0 0,1-2-1 0 0,2 1 0 0 0,1-1 0 0 0,1-1 1 0 0,1 0-1 0 0,31 39 0 0 0,-30-48-1019 0 0,1 0 0 0 0,19 16-1 0 0,-12-14-5140 0 0</inkml:trace>
</inkml:ink>
</file>

<file path=ppt/ink/ink2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46.7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5065 0 0,'1'1'370'0'0,"1"0"0"0"0,-1 0 0 0 0,0-1 0 0 0,1 1 0 0 0,-1 0 0 0 0,0 0 0 0 0,0 0 0 0 0,0 1 0 0 0,0-1 0 0 0,0 0-1 0 0,0 0 1 0 0,0 1 0 0 0,0-1 0 0 0,-1 0 0 0 0,1 1 0 0 0,0-1 0 0 0,-1 1 0 0 0,1 1 0 0 0,11 31 4257 0 0,-7-5-3300 0 0,0 0 0 0 0,-2 1 0 0 0,-1 46 0 0 0,-1-17-3106 0 0,4-1-3286 0 0,0-27-1462 0 0</inkml:trace>
</inkml:ink>
</file>

<file path=ppt/ink/ink2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46.9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11058 0 0,'4'2'488'0'0,"-3"0"105"0"0,4 1-473 0 0,-3-1-120 0 0,0 0 0 0 0,-1 1 0 0 0,1-1 720 0 0,0 5 120 0 0,3 6 24 0 0,-1 2 8 0 0,-2 5-712 0 0,1 1-160 0 0,-3 0 0 0 0,-1 1 0 0 0,-3 0 0 0 0,-3-1 64 0 0</inkml:trace>
</inkml:ink>
</file>

<file path=ppt/ink/ink2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47.5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51 33 4609 0 0,'-28'-32'11759'0'0,"28"32"-11620"0"0,-1 1 0 0 0,0-1 0 0 0,0 0 0 0 0,0 1 0 0 0,1-1 0 0 0,-1 1 0 0 0,0 0 0 0 0,1-1 0 0 0,-1 1 0 0 0,0-1 0 0 0,1 1 0 0 0,-1 0 0 0 0,1 0 0 0 0,-1-1 0 0 0,1 1-1 0 0,-1 0 1 0 0,1 0 0 0 0,0 0 0 0 0,-1-1 0 0 0,1 1 0 0 0,0 0 0 0 0,0 0 0 0 0,0 0 0 0 0,-1 0 0 0 0,1 0 0 0 0,0-1 0 0 0,0 3 0 0 0,-3 10 113 0 0,1 0-1 0 0,0 1 1 0 0,0-1 0 0 0,1 1-1 0 0,1 0 1 0 0,1 13 0 0 0,1-17-521 0 0,-1 0 0 0 0,1 0 1 0 0,1 0-1 0 0,-1 0 0 0 0,6 10 0 0 0,-1-4-1063 0 0</inkml:trace>
</inkml:ink>
</file>

<file path=ppt/ink/ink2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47.7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6449 0 0,'5'0'621'0'0,"1"1"0"0"0,-1-1-1 0 0,0 1 1 0 0,0 0 0 0 0,0 0 0 0 0,1 1-1 0 0,-1-1 1 0 0,0 1 0 0 0,-1 0-1 0 0,1 0 1 0 0,0 1 0 0 0,-1-1 0 0 0,1 1-1 0 0,5 5 1 0 0,-4-2-140 0 0,0 0-1 0 0,0 0 1 0 0,-1 1 0 0 0,1-1 0 0 0,-1 2 0 0 0,-1-1-1 0 0,0 0 1 0 0,4 9 0 0 0,3 11 2 0 0,-2 0-1 0 0,-1 0 1 0 0,-2 1 0 0 0,5 36 0 0 0,-7-34-1145 0 0,0 53 1 0 0,-6-45-6890 0 0</inkml:trace>
</inkml:ink>
</file>

<file path=ppt/ink/ink2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27.5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1 246 1376 0 0,'2'-10'128'0'0,"0"2"-128"0"0,0-1 0 0 0,1 4 0 0 0,-1-1-160 0 0,-1 2-48 0 0,0 0-16 0 0,2-5 0 0 0,1-3 224 0 0,1-5 0 0 0,2-4 0 0 0,1 0 0 0 0,3-1 0 0 0,-1 1 96 0 0,1 0 0 0 0,2 2 0 0 0,-2-1-96 0 0,1 3 88 0 0</inkml:trace>
</inkml:ink>
</file>

<file path=ppt/ink/ink2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28.4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205 0 2304 0 0,'-5'0'759'0'0,"0"1"0"0"0,0-1-1 0 0,0 1 1 0 0,0-1 0 0 0,0 1-1 0 0,1 1 1 0 0,-1-1 0 0 0,0 1-1 0 0,1 0 1 0 0,-8 4 0 0 0,10-5-547 0 0,0 0 1 0 0,0 0-1 0 0,0 1 1 0 0,1-1-1 0 0,-1 1 1 0 0,1 0-1 0 0,-1-1 1 0 0,1 1-1 0 0,-1 0 1 0 0,1 0-1 0 0,0 0 1 0 0,0 0-1 0 0,0 0 1 0 0,0 0-1 0 0,0 0 1 0 0,1 0-1 0 0,-1 1 1 0 0,1-1-1 0 0,-1 0 1 0 0,1 0-1 0 0,0 1 1 0 0,0-1-1 0 0,-1 0 1 0 0,2 4-1 0 0,-1 6 145 0 0,4 27 471 0 0,-4-38-788 0 0,1 0 0 0 0,-1 0 1 0 0,0 0-1 0 0,0 0 0 0 0,0 0 0 0 0,1 0 1 0 0,-1 0-1 0 0,1 0 0 0 0,-1 0 0 0 0,1 0 1 0 0,-1-1-1 0 0,1 1 0 0 0,-1 0 0 0 0,1 0 1 0 0,0 0-1 0 0,-1-1 0 0 0,1 1 0 0 0,0 0 1 0 0,0-1-1 0 0,0 1 0 0 0,-1 0 1 0 0,1-1-1 0 0,0 1 0 0 0,0-1 0 0 0,0 0 1 0 0,0 1-1 0 0,0-1 0 0 0,0 0 0 0 0,2 1 1 0 0,-2-1-3 0 0,0-1 0 0 0,0 1 0 0 0,1 0 0 0 0,-1-1 0 0 0,0 1 0 0 0,0-1 0 0 0,0 0 0 0 0,0 1 0 0 0,0-1 0 0 0,0 0 0 0 0,-1 1 1 0 0,1-1-1 0 0,0 0 0 0 0,0 0 0 0 0,0 0 0 0 0,-1 0 0 0 0,1 0 0 0 0,0 0 0 0 0,-1 0 0 0 0,1 0 0 0 0,-1 0 0 0 0,1 0 0 0 0,-1 0 0 0 0,1 0 0 0 0,-1 0 1 0 0,0 0-1 0 0,0 0 0 0 0,0-1 0 0 0,1 1 0 0 0,-1 0 0 0 0,0 0 0 0 0,-1 0 0 0 0,1 0 0 0 0,0-1 0 0 0,0 1 0 0 0,-1-2 0 0 0,1-4 15 0 0,-1 0 0 0 0,0-1 0 0 0,0 1 0 0 0,-4-10 0 0 0,5 15-24 0 0,-1-1 0 0 0,0 1-1 0 0,1 0 1 0 0,-1 0 0 0 0,0 0 0 0 0,0 0-1 0 0,0 0 1 0 0,-1 0 0 0 0,1 0 0 0 0,0 0-1 0 0,-1 0 1 0 0,1 0 0 0 0,-1 1-1 0 0,0-1 1 0 0,0 1 0 0 0,1-1 0 0 0,-1 1-1 0 0,0 0 1 0 0,0-1 0 0 0,0 1-1 0 0,0 0 1 0 0,0 0 0 0 0,-1 1 0 0 0,1-1-1 0 0,0 0 1 0 0,0 1 0 0 0,-1-1 0 0 0,1 1-1 0 0,0 0 1 0 0,-1 0 0 0 0,-2 0-1 0 0,0 1-11 0 0,1 0 0 0 0,0 0 0 0 0,0 1-1 0 0,-1 0 1 0 0,1-1 0 0 0,0 2 0 0 0,1-1-1 0 0,-1 0 1 0 0,0 1 0 0 0,1-1 0 0 0,-1 1-1 0 0,1 0 1 0 0,0 0 0 0 0,0 1-1 0 0,-5 6 1 0 0,4-4-70 0 0,0 1 0 0 0,0-1 0 0 0,0 0-1 0 0,1 1 1 0 0,0 0 0 0 0,1 0 0 0 0,-3 11 0 0 0,4-17 25 0 0,1 1 1 0 0,0-1-1 0 0,0 1 0 0 0,-1-1 1 0 0,1 1-1 0 0,1-1 1 0 0,-1 1-1 0 0,0-1 1 0 0,0 1-1 0 0,0-1 0 0 0,1 0 1 0 0,-1 1-1 0 0,1-1 1 0 0,-1 1-1 0 0,1-1 0 0 0,-1 0 1 0 0,1 1-1 0 0,1 0 1 0 0,-1-1-8 0 0,1 1 1 0 0,-1-1 0 0 0,0-1 0 0 0,1 1 0 0 0,0 0-1 0 0,-1 0 1 0 0,1 0 0 0 0,-1-1 0 0 0,1 1 0 0 0,0-1-1 0 0,-1 1 1 0 0,1-1 0 0 0,0 0 0 0 0,0 0 0 0 0,-1 0-1 0 0,1 1 1 0 0,0-2 0 0 0,0 1 0 0 0,2 0 0 0 0,3-2 40 0 0,0 1 0 0 0,0-1 1 0 0,0-1-1 0 0,0 1 0 0 0,0-1 1 0 0,-1 0-1 0 0,1 0 0 0 0,-1-1 1 0 0,0 0-1 0 0,7-6 1 0 0,-8 6 30 0 0,0 0 1 0 0,0 0-1 0 0,-1 0 1 0 0,0 0 0 0 0,0-1-1 0 0,0 0 1 0 0,0 0-1 0 0,0 0 1 0 0,-1-1 0 0 0,0 1-1 0 0,0-1 1 0 0,2-6-1 0 0,-5 11-30 0 0,0 0 0 0 0,0 0-1 0 0,1 0 1 0 0,-1 0 0 0 0,0 0-1 0 0,0 0 1 0 0,0 0 0 0 0,0 0-1 0 0,0 0 1 0 0,0 0 0 0 0,-1 0-1 0 0,1-1 1 0 0,0 1 0 0 0,0 1-1 0 0,-1-1 1 0 0,1 0 0 0 0,-1 0-1 0 0,1 0 1 0 0,-1 0 0 0 0,1 0-1 0 0,-1 0 1 0 0,0 0 0 0 0,1 0-1 0 0,-1 1 1 0 0,-1-2 0 0 0,0 1 8 0 0,0-1 0 0 0,0 1 1 0 0,0 0-1 0 0,0 0 1 0 0,0 0-1 0 0,-1 0 1 0 0,1 0-1 0 0,0 1 1 0 0,-1-1-1 0 0,-3 0 1 0 0,1 1 35 0 0,0-1-1 0 0,1 1 1 0 0,-1 0 0 0 0,0 0-1 0 0,1 1 1 0 0,-1-1 0 0 0,1 1 0 0 0,-1 0-1 0 0,1 0 1 0 0,-1 1 0 0 0,-6 2 0 0 0,4 2-51 0 0,1-1 0 0 0,0 1 0 0 0,0 0 1 0 0,1 0-1 0 0,0 0 0 0 0,0 1 0 0 0,0 0 1 0 0,1 0-1 0 0,0 0 0 0 0,-5 12 1 0 0,8-15-40 0 0,-1 1 1 0 0,1-1-1 0 0,0 1 0 0 0,0-1 1 0 0,0 1-1 0 0,0-1 1 0 0,1 1-1 0 0,0-1 1 0 0,0 7-1 0 0,1-8-6 0 0,-1-1-1 0 0,1 0 1 0 0,-1 1-1 0 0,1-1 1 0 0,0 0 0 0 0,0 1-1 0 0,0-1 1 0 0,0 0-1 0 0,0 0 1 0 0,1 0-1 0 0,-1 0 1 0 0,1 0 0 0 0,-1 0-1 0 0,1 0 1 0 0,0-1-1 0 0,-1 1 1 0 0,1 0-1 0 0,3 1 1 0 0,-1-1-68 0 0,1 0 0 0 0,-1 0 0 0 0,1-1 0 0 0,0 1 0 0 0,-1-1 0 0 0,1 0 0 0 0,0 0 1 0 0,0-1-1 0 0,0 0 0 0 0,0 1 0 0 0,-1-2 0 0 0,1 1 0 0 0,0 0 0 0 0,0-1 0 0 0,0 0 0 0 0,0 0 0 0 0,5-3 0 0 0,-1 2 151 0 0,1-2 0 0 0,-2 1-1 0 0,1-1 1 0 0,0-1 0 0 0,-1 1-1 0 0,0-1 1 0 0,15-12 0 0 0,-22 16 3 0 0,1-1 0 0 0,0 1 0 0 0,-1-1 1 0 0,1 1-1 0 0,-1-1 0 0 0,1 0 0 0 0,-1 0 0 0 0,0 1 0 0 0,0-1 1 0 0,1 0-1 0 0,-1 0 0 0 0,-1 0 0 0 0,1 0 0 0 0,0-1 0 0 0,-1 1 1 0 0,1 0-1 0 0,-1 0 0 0 0,1 0 0 0 0,-1 0 0 0 0,0-1 0 0 0,0 1 1 0 0,0 0-1 0 0,0-3 0 0 0,-2 2 47 0 0,1 0 1 0 0,0 0-1 0 0,-1 0 1 0 0,1 0-1 0 0,-1 0 1 0 0,0 0-1 0 0,0 0 1 0 0,0 1-1 0 0,-1-1 1 0 0,1 1-1 0 0,0 0 1 0 0,-1 0-1 0 0,0-1 1 0 0,-5-2-1 0 0,1 1-9 0 0,0 0 0 0 0,0 1 1 0 0,-1 0-1 0 0,0 0 0 0 0,1 1 0 0 0,-1 0 0 0 0,0 0 1 0 0,0 1-1 0 0,0 0 0 0 0,0 0 0 0 0,-12 1 0 0 0,16 0-65 0 0,-1 0 0 0 0,1 0-1 0 0,0 0 1 0 0,0 1-1 0 0,0 0 1 0 0,0 0-1 0 0,0 0 1 0 0,1 0-1 0 0,-1 1 1 0 0,0-1-1 0 0,0 1 1 0 0,1 0-1 0 0,-1 0 1 0 0,1 0-1 0 0,0 1 1 0 0,-1-1-1 0 0,1 1 1 0 0,0 0-1 0 0,1 0 1 0 0,-1 0-1 0 0,0 0 1 0 0,1 0-1 0 0,0 0 1 0 0,-3 6-1 0 0,4-7-9 0 0,0-1 0 0 0,0 1 0 0 0,1 0 0 0 0,-1-1 0 0 0,1 1 0 0 0,-1 0-1 0 0,1-1 1 0 0,0 1 0 0 0,0 0 0 0 0,0-1 0 0 0,0 1 0 0 0,0 0 0 0 0,0 0 0 0 0,0-1-1 0 0,1 1 1 0 0,-1 0 0 0 0,0-1 0 0 0,1 1 0 0 0,0 0 0 0 0,-1-1 0 0 0,1 1 0 0 0,1 1 0 0 0,0-1-8 0 0,-1 0 0 0 0,1 0 0 0 0,0 0 0 0 0,0-1 0 0 0,0 1 0 0 0,1 0 0 0 0,-1-1 1 0 0,0 0-1 0 0,1 0 0 0 0,-1 1 0 0 0,0-2 0 0 0,1 1 0 0 0,2 1 0 0 0,3 0-18 0 0,1-1 0 0 0,-1 1 1 0 0,1-1-1 0 0,-1-1 0 0 0,1 0 0 0 0,-1 0 0 0 0,17-3 0 0 0,-18 1 21 0 0,0 0 0 0 0,0-1 0 0 0,0 1 0 0 0,0-2 0 0 0,0 1-1 0 0,-1-1 1 0 0,0 0 0 0 0,0 0 0 0 0,11-10 0 0 0,-16 13 19 0 0,1 0 1 0 0,-1-1-1 0 0,0 1 1 0 0,0 0-1 0 0,0-1 1 0 0,0 1-1 0 0,0-1 1 0 0,0 0-1 0 0,0 1 1 0 0,-1-1-1 0 0,1 0 0 0 0,-1 1 1 0 0,1-1-1 0 0,-1 0 1 0 0,1 0-1 0 0,-1 1 1 0 0,0-1-1 0 0,0-3 1 0 0,-1 3-4 0 0,1 0 1 0 0,-1 0 0 0 0,0 0 0 0 0,0 0 0 0 0,0 0-1 0 0,0 0 1 0 0,0 1 0 0 0,0-1 0 0 0,-1 0-1 0 0,1 1 1 0 0,-1-1 0 0 0,1 1 0 0 0,-1-1-1 0 0,0 1 1 0 0,1 0 0 0 0,-1-1 0 0 0,0 1 0 0 0,0 0-1 0 0,-3-1 1 0 0,0 0-128 0 0,1 0 0 0 0,0 0 0 0 0,-1 1-1 0 0,1 0 1 0 0,-1-1 0 0 0,1 2 0 0 0,-1-1 0 0 0,0 0-1 0 0,1 1 1 0 0,-1 0 0 0 0,0 0 0 0 0,1 1 0 0 0,-1-1 0 0 0,0 1-1 0 0,1 0 1 0 0,-9 3 0 0 0</inkml:trace>
</inkml:ink>
</file>

<file path=ppt/ink/ink2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48.9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146 186 4145 0 0,'2'-47'2923'0'0,"0"35"-1875"0"0,-1 0 1 0 0,0-1 0 0 0,-1 1 0 0 0,-1 0 0 0 0,0 0 0 0 0,-1-1 0 0 0,-6-22 0 0 0,8 34-921 0 0,0 0-1 0 0,0 0 0 0 0,-1 0 0 0 0,1 0 0 0 0,0 1 1 0 0,-1-1-1 0 0,1 0 0 0 0,-1 0 0 0 0,1 0 1 0 0,-1 1-1 0 0,1-1 0 0 0,-1 0 0 0 0,1 1 1 0 0,-1-1-1 0 0,0 0 0 0 0,0 1 0 0 0,1-1 0 0 0,-1 1 1 0 0,0-1-1 0 0,0 1 0 0 0,1 0 0 0 0,-1-1 1 0 0,0 1-1 0 0,0 0 0 0 0,0-1 0 0 0,0 1 1 0 0,0 0-1 0 0,0 0 0 0 0,-1 0 0 0 0,1 0-19 0 0,-1 1 0 0 0,0-1-1 0 0,1 1 1 0 0,-1 0-1 0 0,0 0 1 0 0,1 0 0 0 0,-1 0-1 0 0,1 0 1 0 0,-1 0 0 0 0,1 0-1 0 0,0 0 1 0 0,-1 0 0 0 0,-1 3-1 0 0,-5 6 38 0 0,1 0-1 0 0,0 1 0 0 0,-5 11 0 0 0,11-22-125 0 0,-9 22 34 0 0,0-1 0 0 0,2 1 0 0 0,0 1 0 0 0,2-1 0 0 0,0 1 0 0 0,1 1-1 0 0,2-1 1 0 0,0 0 0 0 0,1 1 0 0 0,2 0 0 0 0,0-1 0 0 0,2 1 0 0 0,6 36 0 0 0,-1-30-80 0 0,1 0 1 0 0,1-1-1 0 0,1 0 1 0 0,2 0-1 0 0,1-2 1 0 0,1 1-1 0 0,1-2 1 0 0,1 0 0 0 0,2-1-1 0 0,20 24 1 0 0,58 63-4185 0 0,-80-91 2812 0 0</inkml:trace>
</inkml:ink>
</file>

<file path=ppt/ink/ink2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50.2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174 22 4609 0 0,'-2'-2'174'0'0,"0"0"0"0"0,0 0 1 0 0,-1 0-1 0 0,1 0 0 0 0,0 1 0 0 0,-1-1 1 0 0,0 1-1 0 0,1 0 0 0 0,-1-1 0 0 0,0 1 1 0 0,1 0-1 0 0,-1 1 0 0 0,0-1 0 0 0,0 0 1 0 0,0 1-1 0 0,0 0 0 0 0,0-1 0 0 0,0 1 1 0 0,0 0-1 0 0,0 1 0 0 0,0-1 0 0 0,0 0 1 0 0,1 1-1 0 0,-1 0 0 0 0,0 0 0 0 0,0 0 1 0 0,0 0-1 0 0,1 0 0 0 0,-1 0 0 0 0,0 1 1 0 0,1-1-1 0 0,-1 1 0 0 0,1 0 0 0 0,0-1 1 0 0,-1 1-1 0 0,1 0 0 0 0,0 1 0 0 0,0-1 1 0 0,1 0-1 0 0,-3 4 0 0 0,-9 22 58 0 0,2 1-1 0 0,1 1 1 0 0,1 0 0 0 0,2 0-1 0 0,1 1 1 0 0,1 0 0 0 0,1 0-1 0 0,2 0 1 0 0,3 38 0 0 0,-1-63-249 0 0,1 1 1 0 0,0-1 0 0 0,0 0 0 0 0,1 0-1 0 0,0 0 1 0 0,0 0 0 0 0,0 0 0 0 0,1 0-1 0 0,0 0 1 0 0,0-1 0 0 0,0 1 0 0 0,1-1-1 0 0,0 0 1 0 0,8 8 0 0 0,-10-11-1 0 0,1 0 1 0 0,-1 0-1 0 0,0-1 1 0 0,1 1 0 0 0,0-1-1 0 0,-1 1 1 0 0,1-1-1 0 0,0 0 1 0 0,0 0-1 0 0,-1 0 1 0 0,1-1-1 0 0,0 1 1 0 0,0-1 0 0 0,0 0-1 0 0,0 1 1 0 0,0-1-1 0 0,0 0 1 0 0,0-1-1 0 0,0 1 1 0 0,0-1 0 0 0,0 1-1 0 0,0-1 1 0 0,-1 0-1 0 0,1 0 1 0 0,0 0-1 0 0,0 0 1 0 0,-1 0-1 0 0,1-1 1 0 0,-1 1 0 0 0,1-1-1 0 0,-1 0 1 0 0,0 0-1 0 0,4-3 1 0 0,1-2 171 0 0,0 0-1 0 0,-1 0 1 0 0,0 0 0 0 0,0-1 0 0 0,0 0 0 0 0,-1 0 0 0 0,0-1-1 0 0,-1 1 1 0 0,0-1 0 0 0,-1 0 0 0 0,1 0 0 0 0,-2 0-1 0 0,1-1 1 0 0,-1 1 0 0 0,-1-1 0 0 0,0 1 0 0 0,1-16-1 0 0,-2 12 52 0 0,-1-1 1 0 0,0 1-1 0 0,0 0 0 0 0,-1 0 0 0 0,-1 0 0 0 0,0 0 0 0 0,-1 0 0 0 0,-1 0 0 0 0,0 1 0 0 0,0 0 0 0 0,-1 0 0 0 0,-10-14 0 0 0,13 21-390 0 0,-1 0 1 0 0,0 1-1 0 0,0 0 1 0 0,-1-1-1 0 0,-6-4 0 0 0,5 6-946 0 0</inkml:trace>
</inkml:ink>
</file>

<file path=ppt/ink/ink2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50.5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4609 0 0,'2'1'268'0'0,"0"1"-1"0"0,0-1 1 0 0,-1 1 0 0 0,1 0-1 0 0,0-1 1 0 0,-1 1-1 0 0,0 0 1 0 0,1 0 0 0 0,-1 0-1 0 0,0 1 1 0 0,0-1 0 0 0,0 0-1 0 0,0 0 1 0 0,-1 1 0 0 0,1-1-1 0 0,0 0 1 0 0,-1 3 0 0 0,6 43 2455 0 0,-6-47-2573 0 0,3 81 2315 0 0,-3-1-3386 0 0,0-46-968 0 0,0-16 672 0 0</inkml:trace>
</inkml:ink>
</file>

<file path=ppt/ink/ink2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50.8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0 7834 0 0,'-5'2'6783'0'0,"3"6"-4128"0"0,3 17-3154 0 0,0-6 1438 0 0,0 30-245 0 0,8 61 1 0 0,-3-75-2223 0 0,10 35 1 0 0,-8-43-4349 0 0</inkml:trace>
</inkml:ink>
</file>

<file path=ppt/ink/ink2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51.1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23 7370 0 0,'0'0'75'0'0,"-1"-1"0"0"0,1 1 1 0 0,-1 0-1 0 0,1 0 0 0 0,0-1 0 0 0,-1 1 1 0 0,1 0-1 0 0,-1-1 0 0 0,1 1 1 0 0,0 0-1 0 0,-1-1 0 0 0,1 1 1 0 0,0-1-1 0 0,0 1 0 0 0,-1 0 1 0 0,1-1-1 0 0,0 1 0 0 0,0-1 1 0 0,0 1-1 0 0,-1-1 0 0 0,1 1 0 0 0,0-1 1 0 0,0 1-1 0 0,0-1 0 0 0,0 1 1 0 0,0-1-1 0 0,0 1 0 0 0,0-1 1 0 0,0 1-1 0 0,0-1 0 0 0,0 1 1 0 0,0-1-1 0 0,0 1 0 0 0,1-1 1 0 0,-1 1-1 0 0,0-1 0 0 0,0 1 1 0 0,0-1-1 0 0,1 1 0 0 0,-1 0 0 0 0,0-1 1 0 0,1 1-1 0 0,-1-1 0 0 0,0 1 1 0 0,1 0-1 0 0,-1-1 0 0 0,0 1 1 0 0,1 0-1 0 0,-1-1 0 0 0,1 1 1 0 0,-1 0-1 0 0,0 0 0 0 0,1-1 1 0 0,-1 1-1 0 0,1 0 0 0 0,-1 0 0 0 0,1 0 1 0 0,-1 0-1 0 0,1 0 0 0 0,-1 0 1 0 0,1-1-1 0 0,-1 1 0 0 0,1 0 1 0 0,-1 1-1 0 0,1-1 0 0 0,-1 0 1 0 0,1 0-1 0 0,-1 0 0 0 0,1 0 1 0 0,5 0 403 0 0,-1 0-1 0 0,1 0 1 0 0,-1 0 0 0 0,1 0 0 0 0,6 3 0 0 0,1 0-195 0 0,0 2-1 0 0,-1 0 0 0 0,1 0 0 0 0,-1 1 1 0 0,-1 1-1 0 0,1 0 0 0 0,-1 0 1 0 0,-1 1-1 0 0,1 1 0 0 0,13 14 0 0 0,-11-9-32 0 0,-1 1-1 0 0,-1 0 0 0 0,-1 1 0 0 0,0 0 0 0 0,-1 1 1 0 0,13 31-1 0 0,-10-12-135 0 0,-2-1 0 0 0,-1 1 0 0 0,-2 1 1 0 0,-2-1-1 0 0,-1 1 0 0 0,-2 0 0 0 0,-2 41 1 0 0,-3-38-157 0 0,-1-1 1 0 0,-14 59-1 0 0,-17 16-3209 0 0,16-64-3337 0 0</inkml:trace>
</inkml:ink>
</file>

<file path=ppt/ink/ink2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59.68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683 127 4145 0 0,'0'-1'257'0'0,"1"0"1"0"0,0-1 0 0 0,0 1-1 0 0,0 0 1 0 0,-1 0-1 0 0,1 0 1 0 0,-1 0 0 0 0,1-1-1 0 0,-1 1 1 0 0,1 0-1 0 0,-1-1 1 0 0,0 1-1 0 0,0 0 1 0 0,1-1 0 0 0,-1 1-1 0 0,0 0 1 0 0,0-1-1 0 0,0 1 1 0 0,0 0-1 0 0,-1-1 1 0 0,1 1 0 0 0,0 0-1 0 0,-1-2 1 0 0,0 1 129 0 0,-1 0 1 0 0,1-1-1 0 0,-1 1 1 0 0,1 1 0 0 0,-1-1-1 0 0,1 0 1 0 0,-1 0-1 0 0,0 0 1 0 0,0 1-1 0 0,0-1 1 0 0,-4-1 0 0 0,-8-4 699 0 0,1 0 0 0 0,-1 2 1 0 0,-22-7-1 0 0,25 9-1051 0 0,-13-5 336 0 0,-1 0 0 0 0,1 2 1 0 0,-1 1-1 0 0,0 1 0 0 0,-34-1 1 0 0,44 5-360 0 0,-1 0 1 0 0,1 1 0 0 0,0 1 0 0 0,0 0-1 0 0,-1 1 1 0 0,1 1 0 0 0,1 0 0 0 0,-1 1-1 0 0,1 1 1 0 0,0 0 0 0 0,0 1 0 0 0,0 0 0 0 0,1 1-1 0 0,0 1 1 0 0,1 0 0 0 0,0 0 0 0 0,0 2-1 0 0,1-1 1 0 0,1 1 0 0 0,-1 1 0 0 0,2 0-1 0 0,0 0 1 0 0,0 1 0 0 0,-8 18 0 0 0,6-10-13 0 0,1 1 1 0 0,1 1 0 0 0,1 0-1 0 0,1 0 1 0 0,1 0 0 0 0,-4 40-1 0 0,8-45-16 0 0,1-1-1 0 0,1 1 0 0 0,1-1 0 0 0,0 1 0 0 0,1 0 0 0 0,1-1 0 0 0,1 0 1 0 0,0 0-1 0 0,13 30 0 0 0,-4-15-75 0 0,8 17 75 0 0,40 69-1 0 0,-52-103-53 0 0,1-1 0 0 0,1 0 0 0 0,0-1-1 0 0,0 0 1 0 0,1-1 0 0 0,1 0-1 0 0,0-1 1 0 0,26 18 0 0 0,-11-13-47 0 0,0 0 0 0 0,0-1 0 0 0,1-2 0 0 0,51 15 0 0 0,-70-25 141 0 0,1 0 0 0 0,0-1 1 0 0,0-1-1 0 0,1 1 0 0 0,-1-2 1 0 0,0 0-1 0 0,0 0 0 0 0,1-1 0 0 0,-1 0 1 0 0,0-1-1 0 0,0 0 0 0 0,0-1 1 0 0,0 0-1 0 0,-1-1 0 0 0,1 0 0 0 0,17-10 1 0 0,-16 6-7 0 0,-2 0 0 0 0,1-1 1 0 0,-1 0-1 0 0,-1 0 0 0 0,15-18 1 0 0,38-60 101 0 0,-52 71-115 0 0,20-28 216 0 0,34-69 0 0 0,-54 89-134 0 0,0 0 1 0 0,-1-1-1 0 0,-1 0 1 0 0,-2 0-1 0 0,4-27 0 0 0,-7 30 43 0 0,0 0-1 0 0,-2-1 0 0 0,0 1 0 0 0,-2-1 0 0 0,0 1 0 0 0,-8-38 0 0 0,7 50-116 0 0,-1 0 0 0 0,-1 0 0 0 0,0 0 0 0 0,0 0 0 0 0,-1 1 0 0 0,0 0 0 0 0,0 0 0 0 0,-1 0 0 0 0,-1 0 0 0 0,1 1 0 0 0,-1 0 0 0 0,-1 1 0 0 0,1-1 0 0 0,-1 2 0 0 0,-1-1 0 0 0,-11-7 0 0 0,10 8 9 0 0,0 1 0 0 0,0 0 0 0 0,-1 0 1 0 0,1 1-1 0 0,-1 1 0 0 0,0-1 1 0 0,0 2-1 0 0,-1 0 0 0 0,1 0 0 0 0,0 1 1 0 0,-15 0-1 0 0,5 2-850 0 0,0 1 1 0 0,0 1-1 0 0,1 1 0 0 0,-1 1 1 0 0,-24 9-1 0 0,27-9-5966 0 0</inkml:trace>
</inkml:ink>
</file>

<file path=ppt/ink/ink2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3:00.84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423 35 6449 0 0,'-4'-4'479'0'0,"-1"1"-1"0"0,0-1 1 0 0,0 1-1 0 0,0 0 1 0 0,0 0-1 0 0,0 1 1 0 0,-1-1-1 0 0,1 1 1 0 0,-1 1-1 0 0,0-1 1 0 0,1 1 0 0 0,-1 0-1 0 0,0 0 1 0 0,0 0-1 0 0,0 1 1 0 0,0 0-1 0 0,0 0 1 0 0,-7 1-1 0 0,5 0-101 0 0,0 1 1 0 0,-1-1-1 0 0,1 1 0 0 0,0 1 0 0 0,0-1 1 0 0,0 1-1 0 0,1 1 0 0 0,-1 0 1 0 0,1 0-1 0 0,0 0 0 0 0,0 1 0 0 0,-8 6 1 0 0,-3 8-134 0 0,0 0 1 0 0,1 2 0 0 0,1 0-1 0 0,1 0 1 0 0,-16 32 0 0 0,13-18-114 0 0,2 1-1 0 0,-23 72 1 0 0,34-87-103 0 0,1 1-1 0 0,1 0 1 0 0,1-1-1 0 0,0 36 1 0 0,13 89 67 0 0,-10-133-57 0 0,1 9-31 0 0,2 0 1 0 0,0 0-1 0 0,1 0 0 0 0,2-1 1 0 0,0 0-1 0 0,1 0 1 0 0,1-1-1 0 0,1 0 1 0 0,0 0-1 0 0,2-1 0 0 0,17 22 1 0 0,-19-29-6 0 0,0-1 1 0 0,0-1-1 0 0,1 0 0 0 0,0 0 1 0 0,1-1-1 0 0,0-1 1 0 0,0 0-1 0 0,1 0 0 0 0,0-1 1 0 0,0-1-1 0 0,1 0 1 0 0,0-1-1 0 0,0 0 0 0 0,0-2 1 0 0,1 1-1 0 0,-1-2 0 0 0,29 3 1 0 0,-28-5-35 0 0,1 0 1 0 0,-1-1-1 0 0,0 0 0 0 0,0-2 1 0 0,-1 1-1 0 0,1-2 1 0 0,0 0-1 0 0,-1-1 0 0 0,0 0 1 0 0,0-1-1 0 0,0 0 1 0 0,-1-1-1 0 0,0-1 0 0 0,0 0 1 0 0,-1-1-1 0 0,0-1 1 0 0,-1 1-1 0 0,0-2 0 0 0,14-16 1 0 0,-9 9 96 0 0,-1-2 1 0 0,-1 0 0 0 0,19-35-1 0 0,-28 44-37 0 0,-1 1-1 0 0,0-1 1 0 0,-1 0 0 0 0,0 1-1 0 0,-1-1 1 0 0,0-1-1 0 0,0 1 1 0 0,-1 0-1 0 0,-1 0 1 0 0,0-13-1 0 0,-2 3 76 0 0,0 0 0 0 0,-1 1 0 0 0,-1-1-1 0 0,-10-29 1 0 0,9 38-8 0 0,0 1 1 0 0,0 0-1 0 0,-1 0 0 0 0,-1 0 0 0 0,0 1 0 0 0,0 0 1 0 0,-1 0-1 0 0,-17-16 0 0 0,-171-158 149 0 0,179 167-2406 0 0</inkml:trace>
</inkml:ink>
</file>

<file path=ppt/ink/ink2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3:01.95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523 27 5529 0 0,'-1'-2'328'0'0,"0"1"-1"0"0,-1-1 1 0 0,1 1-1 0 0,-1 0 1 0 0,0-1-1 0 0,1 1 1 0 0,-1 0 0 0 0,0 0-1 0 0,1 0 1 0 0,-1 0-1 0 0,0 0 1 0 0,0 1-1 0 0,0-1 1 0 0,0 1-1 0 0,0-1 1 0 0,-3 0 0 0 0,-42-5 3239 0 0,30 5-2085 0 0,11 0-1222 0 0,-1 1 0 0 0,1 0 0 0 0,-1 0-1 0 0,1 0 1 0 0,0 1 0 0 0,-1 0-1 0 0,1 0 1 0 0,0 1 0 0 0,0 0-1 0 0,0 0 1 0 0,0 0 0 0 0,0 1 0 0 0,1 0-1 0 0,-1 0 1 0 0,1 0 0 0 0,-1 1-1 0 0,1 0 1 0 0,0 0 0 0 0,-7 8-1 0 0,-6 8-159 0 0,1 0-1 0 0,1 1 1 0 0,-20 34-1 0 0,11-15 32 0 0,-11 10 114 0 0,4 3 0 0 0,-48 102 0 0 0,72-137-239 0 0,1 2 0 0 0,0-1 0 0 0,2 1 0 0 0,0 0 1 0 0,2 0-1 0 0,0 0 0 0 0,1 0 0 0 0,1 1 0 0 0,1-1 0 0 0,1 1 1 0 0,0-1-1 0 0,7 31 0 0 0,1-20-6 0 0,0 0 0 0 0,3 0 0 0 0,23 47 0 0 0,-24-58 0 0 0,1-1 0 0 0,0 0 0 0 0,1-1 0 0 0,1 0 0 0 0,1-1 0 0 0,19 17 0 0 0,-24-26-60 0 0,1 0 1 0 0,0-1 0 0 0,0-1-1 0 0,0 0 1 0 0,1-1 0 0 0,0 0-1 0 0,0 0 1 0 0,0-1 0 0 0,1-1-1 0 0,22 3 1 0 0,-10-3-48 0 0,-1-1-1 0 0,1-1 1 0 0,-1-1 0 0 0,43-6-1 0 0,-51 3 77 0 0,-1-1 0 0 0,0 0 0 0 0,1-2 0 0 0,-2 1 0 0 0,1-2 0 0 0,23-14 0 0 0,78-59-229 0 0,-92 62 246 0 0,-9 8 99 0 0,-1-1 0 0 0,-1 0 0 0 0,0-1 0 0 0,-1 0 0 0 0,0-2 0 0 0,0 1 0 0 0,-2-1 0 0 0,0-1 0 0 0,0 0 0 0 0,-2 0 0 0 0,0 0 0 0 0,0-2 0 0 0,-1 1 0 0 0,6-27 0 0 0,-7 19 29 0 0,-1-1 0 0 0,-2 0 0 0 0,-1 0 0 0 0,0 0 0 0 0,-2-1 0 0 0,-1 1 0 0 0,-1 0 0 0 0,-8-37 0 0 0,2 24 132 0 0,-2 0-1 0 0,-2 1 1 0 0,-2 0 0 0 0,-32-62-1 0 0,40 87-209 0 0,-1 0 1 0 0,0 0-1 0 0,0 1 0 0 0,-1 0 0 0 0,-1 1 1 0 0,0-1-1 0 0,0 2 0 0 0,-1-1 0 0 0,0 1 0 0 0,-1 1 1 0 0,0 0-1 0 0,0 0 0 0 0,-1 1 0 0 0,0 1 1 0 0,0-1-1 0 0,0 2 0 0 0,-1 0 0 0 0,-19-5 0 0 0,-1 2-159 0 0,4 0-241 0 0,-1 2-1 0 0,-42-5 1 0 0,59 12 140 0 0,3 2-160 0 0</inkml:trace>
</inkml:ink>
</file>

<file path=ppt/ink/ink2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4:06.6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549 56 2304 0 0,'-13'-18'13561'0'0,"0"18"-14535"0"0,7 0 1356 0 0,0-1 0 0 0,0 1 0 0 0,0-1 0 0 0,1 0 0 0 0,-1 0 0 0 0,0-1-1 0 0,1 1 1 0 0,-1-1 0 0 0,1-1 0 0 0,0 1 0 0 0,-1-1 0 0 0,1 0 0 0 0,-5-4 0 0 0,6 5-281 0 0,0 1 0 0 0,0-1 1 0 0,0 1-1 0 0,0 0 0 0 0,0 0 1 0 0,0 0-1 0 0,-1 0 0 0 0,1 1 1 0 0,0 0-1 0 0,0 0 0 0 0,-1 0 1 0 0,1 0-1 0 0,0 1 0 0 0,0-1 1 0 0,-1 1-1 0 0,-3 2 0 0 0,-12 3 34 0 0,0 1-1 0 0,-21 11 1 0 0,1-1-52 0 0,-91 32 203 0 0,128-47-286 0 0,-1 0 0 0 0,1-1 0 0 0,0 2 0 0 0,0-1 0 0 0,0 0 0 0 0,0 0 0 0 0,1 1 0 0 0,-1 0 0 0 0,1 0 0 0 0,-1-1 0 0 0,1 1 0 0 0,0 0 0 0 0,0 1 0 0 0,-2 5 0 0 0,-19 56 0 0 0,9-23 0 0 0,6-16-15 0 0,1 0 0 0 0,1 0 0 0 0,1 1 0 0 0,1 0 0 0 0,2 1 0 0 0,0-1 0 0 0,4 45 0 0 0,0-52-31 0 0,1-1-1 0 0,0 1 1 0 0,1-1 0 0 0,1 0 0 0 0,1 0 0 0 0,0-1-1 0 0,2 0 1 0 0,0 0 0 0 0,1 0 0 0 0,13 17 0 0 0,2 0-81 0 0,1-1 0 0 0,2-1 0 0 0,52 47 0 0 0,-62-66 153 0 0,1-1 0 0 0,0-1 1 0 0,1 0-1 0 0,0-2 0 0 0,1 0 1 0 0,0-1-1 0 0,0-1 0 0 0,1-1 1 0 0,1-1-1 0 0,-1 0 0 0 0,1-2 1 0 0,-1-1-1 0 0,1 0 0 0 0,0-2 1 0 0,35-1-1 0 0,-42-2 5 0 0,0 0 0 0 0,0-1 0 0 0,0-1-1 0 0,0 0 1 0 0,-1-1 0 0 0,0-1 0 0 0,0 0 0 0 0,0 0 0 0 0,-1-2-1 0 0,0 0 1 0 0,0 0 0 0 0,-1-1 0 0 0,0-1 0 0 0,-1 0 0 0 0,13-14-1 0 0,-15 14-1 0 0,0-1-1 0 0,-1 0 0 0 0,0-1 0 0 0,0 0 0 0 0,-1 0 0 0 0,-1-1 0 0 0,0 1 0 0 0,-1-1 0 0 0,0-1 0 0 0,-1 1 0 0 0,0-1 0 0 0,-2 0 1 0 0,1 0-1 0 0,-2 0 0 0 0,1 0 0 0 0,-2-21 0 0 0,-3-5-3 0 0,1-6 213 0 0,-2 1 0 0 0,-20-89 1 0 0,20 120-197 0 0,-1 0 1 0 0,0 1-1 0 0,0 0 0 0 0,-2 0 1 0 0,0 0-1 0 0,0 1 1 0 0,-1 0-1 0 0,0 0 0 0 0,-1 1 1 0 0,0 0-1 0 0,-1 0 1 0 0,-1 1-1 0 0,-19-15 1 0 0,-45-38-32 0 0,57 45-11 0 0,-2 1 0 0 0,0 1 1 0 0,-24-14-1 0 0,36 26 0 0 0,0 0 0 0 0,0 0 0 0 0,-1 1 0 0 0,1 0 0 0 0,-1 0-1 0 0,1 1 1 0 0,-1 0 0 0 0,0 0 0 0 0,0 1 0 0 0,0 1 0 0 0,0-1-1 0 0,-17 3 1 0 0,14-1-4 0 0,-1 1-1 0 0,1 0 1 0 0,-1 1-1 0 0,1 1 1 0 0,0 0-1 0 0,0 0 1 0 0,-11 7-1 0 0,15-6 2 0 0,0 0 0 0 0,0 0-1 0 0,1 1 1 0 0,0 0 0 0 0,0 0 0 0 0,1 0-1 0 0,0 1 1 0 0,0 0 0 0 0,0 1-1 0 0,-6 12 1 0 0,-40 77-95 0 0,-56 152-1 0 0,103-234 104 0 0,0-1-9 0 0,0 1 1 0 0,1 0-1 0 0,1 1 0 0 0,0-1 0 0 0,1 1 1 0 0,1-1-1 0 0,1 1 0 0 0,0-1 0 0 0,1 1 1 0 0,5 27-1 0 0,-2-22-8 0 0,1 0 0 0 0,1-1 0 0 0,1 1 1 0 0,1-1-1 0 0,1-1 0 0 0,1 1 0 0 0,15 22 0 0 0,-20-35 2 0 0,0 0 0 0 0,0 0 1 0 0,1-1-1 0 0,-1 0 0 0 0,2 0 0 0 0,-1 0 0 0 0,0-1 1 0 0,1 0-1 0 0,0 0 0 0 0,0-1 0 0 0,1 0 0 0 0,-1 0 1 0 0,1-1-1 0 0,0 0 0 0 0,0 0 0 0 0,0-1 0 0 0,0 1 1 0 0,13 0-1 0 0,-9-2 5 0 0,0-1-1 0 0,-1 0 1 0 0,1-1 0 0 0,0 0 0 0 0,-1-1 0 0 0,1-1 0 0 0,-1 1-1 0 0,1-2 1 0 0,-1 1 0 0 0,0-2 0 0 0,-1 1 0 0 0,18-12 0 0 0,0-1-1 0 0,0-1 1 0 0,-2-1 0 0 0,42-39-1 0 0,-54 44 2 0 0,-1 0-1 0 0,-1-1 0 0 0,-1-1 1 0 0,0 0-1 0 0,-1 0 0 0 0,0-1 1 0 0,12-31-1 0 0,-16 31 24 0 0,0-1 0 0 0,-1 0 1 0 0,-1 0-1 0 0,0 0 0 0 0,-2 0 0 0 0,0-1 0 0 0,-1 1 1 0 0,-1-1-1 0 0,0 0 0 0 0,-1 1 0 0 0,-2-1 0 0 0,0 1 1 0 0,-1 0-1 0 0,0 0 0 0 0,-1 0 0 0 0,-2 1 1 0 0,0-1-1 0 0,0 1 0 0 0,-20-30 0 0 0,10 20 44 0 0,-1 2-1 0 0,-2 0 1 0 0,-33-34-1 0 0,46 52-41 0 0,-1 1 1 0 0,1 1-1 0 0,-1-1 0 0 0,0 1 0 0 0,-1 0 0 0 0,-16-6 0 0 0,19 9-15 0 0,1 0-1 0 0,-1 1 0 0 0,0-1 0 0 0,1 2 0 0 0,-1-1 0 0 0,0 1 0 0 0,0-1 0 0 0,0 1 0 0 0,1 1 0 0 0,-1-1 0 0 0,0 1 0 0 0,-8 3 0 0 0,2 0-22 0 0,0 1-1 0 0,0 1 0 0 0,0 0 0 0 0,1 0 1 0 0,0 1-1 0 0,1 1 0 0 0,-1 0 1 0 0,1 0-1 0 0,-15 18 0 0 0,5-4-31 0 0,2 0 1 0 0,0 1-1 0 0,-18 33 0 0 0,26-36 37 0 0,1-1-1 0 0,0 1 1 0 0,2 0-1 0 0,0 1 1 0 0,-7 41-1 0 0,8-19-30 0 0,2-1 0 0 0,0 45 0 0 0,4-66 6 0 0,1 1 0 0 0,1-1-1 0 0,1 0 1 0 0,0 0 0 0 0,2 0 0 0 0,0 0 0 0 0,10 24-1 0 0,-11-36 20 0 0,1 1 0 0 0,0-1 0 0 0,0 0-1 0 0,1 0 1 0 0,0-1 0 0 0,1 1 0 0 0,0-1-1 0 0,0-1 1 0 0,1 1 0 0 0,-1-1 0 0 0,2-1-1 0 0,-1 1 1 0 0,1-2 0 0 0,0 1 0 0 0,0-1-1 0 0,15 6 1 0 0,-11-6 9 0 0,1 0-1 0 0,-1-1 1 0 0,1-1 0 0 0,0 0-1 0 0,0-1 1 0 0,0-1 0 0 0,0 0-1 0 0,0-1 1 0 0,1 0 0 0 0,-1-1-1 0 0,0-1 1 0 0,17-4 0 0 0,-21 4 22 0 0,-1-1-1 0 0,0 0 1 0 0,0-1 0 0 0,0 0-1 0 0,-1 0 1 0 0,1-1 0 0 0,-1 0-1 0 0,0-1 1 0 0,0 1 0 0 0,-1-1-1 0 0,0-1 1 0 0,0 0 0 0 0,0 0 0 0 0,-1 0-1 0 0,0-1 1 0 0,0 0 0 0 0,-1 0-1 0 0,7-14 1 0 0,0-6 21 0 0,-2 0 0 0 0,0-1 0 0 0,9-55 0 0 0,3-91 154 0 0,-21 158-160 0 0,-1 0-1 0 0,-1 0 1 0 0,0 1 0 0 0,-1-1-1 0 0,0 0 1 0 0,-2 1 0 0 0,0 0 0 0 0,-1 0-1 0 0,0 0 1 0 0,-1 0 0 0 0,-11-19-1 0 0,11 24 9 0 0,-1 0 0 0 0,0 0 0 0 0,-1 0 0 0 0,0 1 0 0 0,0 0 0 0 0,-1 1 0 0 0,-1 0 0 0 0,1 0 0 0 0,-1 1 0 0 0,-1 1 0 0 0,0-1 0 0 0,0 2 0 0 0,0-1 0 0 0,-1 2 0 0 0,-14-6 0 0 0,20 9-37 0 0,1 0 0 0 0,0 1-1 0 0,-1 0 1 0 0,1 1 0 0 0,0-1-1 0 0,-1 1 1 0 0,1 0 0 0 0,-1 0-1 0 0,1 1 1 0 0,-1-1 0 0 0,1 1-1 0 0,0 0 1 0 0,-10 4 0 0 0,6-1-14 0 0,1-1 0 0 0,0 2 0 0 0,0-1 0 0 0,1 1 0 0 0,-1 1 0 0 0,1-1 0 0 0,-11 12 0 0 0,2 1-42 0 0,1 0 0 0 0,1 1 0 0 0,0 1-1 0 0,2 0 1 0 0,-16 33 0 0 0,20-36 8 0 0,1 0 1 0 0,1 0-1 0 0,0 0 1 0 0,1 1-1 0 0,1 0 0 0 0,1 0 1 0 0,1 0-1 0 0,0 0 1 0 0,1 1-1 0 0,1-1 1 0 0,4 31-1 0 0,-3-44 31 0 0,0 1 1 0 0,1-1-1 0 0,0 0 0 0 0,0 0 1 0 0,0 0-1 0 0,0 0 0 0 0,1-1 1 0 0,0 1-1 0 0,0-1 0 0 0,0 1 1 0 0,0-1-1 0 0,1 0 0 0 0,0 0 1 0 0,-1 0-1 0 0,1-1 0 0 0,1 0 1 0 0,-1 1-1 0 0,1-1 0 0 0,-1-1 1 0 0,1 1-1 0 0,0-1 0 0 0,0 0 1 0 0,9 3-1 0 0,-8-3-1 0 0,0-1 0 0 0,0 0 1 0 0,0 0-1 0 0,1 0 0 0 0,-1-1 0 0 0,0 0 0 0 0,1 0 1 0 0,-1 0-1 0 0,0-1 0 0 0,0 0 0 0 0,1-1 0 0 0,-1 1 0 0 0,0-1 1 0 0,0 0-1 0 0,0 0 0 0 0,-1-1 0 0 0,1 0 0 0 0,-1 0 1 0 0,11-7-1 0 0,0-4 54 0 0,0-1 0 0 0,-1 0 1 0 0,0-1-1 0 0,-1-1 0 0 0,-1 0 1 0 0,-1-1-1 0 0,18-33 0 0 0,-24 39-12 0 0,0-1-1 0 0,-1 0 1 0 0,0 0 0 0 0,-1 0-1 0 0,-1 0 1 0 0,0-1-1 0 0,-1 1 1 0 0,0-1 0 0 0,-1 0-1 0 0,0 1 1 0 0,-1-1-1 0 0,-1 0 1 0 0,-3-17 0 0 0,4 28-7 0 0,-1 0 0 0 0,0 0 1 0 0,1 0-1 0 0,-1 0 1 0 0,0 0-1 0 0,-1 0 1 0 0,1 0-1 0 0,0 0 0 0 0,-1 0 1 0 0,0 1-1 0 0,1-1 1 0 0,-1 1-1 0 0,0-1 0 0 0,0 1 1 0 0,-1 0-1 0 0,1-1 1 0 0,0 1-1 0 0,-1 0 0 0 0,0 1 1 0 0,1-1-1 0 0,-1 0 1 0 0,0 1-1 0 0,0 0 0 0 0,0-1 1 0 0,1 1-1 0 0,-7-1 1 0 0,4 1 4 0 0,-1 1 0 0 0,0 0 0 0 0,0 0 0 0 0,1 0 0 0 0,-1 1 0 0 0,0 0-1 0 0,1 0 1 0 0,-1 0 0 0 0,0 1 0 0 0,1 0 0 0 0,0 0 0 0 0,-1 0 0 0 0,1 1 0 0 0,-5 3 0 0 0,0 1-59 0 0,1 0 1 0 0,-1 0-1 0 0,1 1 0 0 0,1 1 1 0 0,-1-1-1 0 0,2 1 0 0 0,-1 1 0 0 0,1-1 1 0 0,1 1-1 0 0,-1 1 0 0 0,2-1 0 0 0,-1 1 1 0 0,2 0-1 0 0,-8 22 0 0 0,8-16-22 0 0,0 0-1 0 0,0 0 0 0 0,2 0 1 0 0,0 0-1 0 0,1 0 0 0 0,1 0 1 0 0,0 0-1 0 0,1 0 1 0 0,7 32-1 0 0,-6-43 45 0 0,-1-1 0 0 0,2 0-1 0 0,-1 0 1 0 0,0 0 0 0 0,1 0 0 0 0,0 0 0 0 0,0-1-1 0 0,1 1 1 0 0,-1-1 0 0 0,1 0 0 0 0,0 0 0 0 0,0 0 0 0 0,0-1-1 0 0,1 1 1 0 0,-1-1 0 0 0,1 0 0 0 0,0 0 0 0 0,0-1 0 0 0,0 1-1 0 0,0-1 1 0 0,0 0 0 0 0,0 0 0 0 0,1-1 0 0 0,-1 0-1 0 0,1 0 1 0 0,-1 0 0 0 0,1-1 0 0 0,10 1 0 0 0,-10-1 20 0 0,0 0-1 0 0,-1 0 1 0 0,1-1 0 0 0,0 0 0 0 0,0 0 0 0 0,-1 0-1 0 0,1 0 1 0 0,0-1 0 0 0,-1 0 0 0 0,0 0 0 0 0,1-1-1 0 0,-1 1 1 0 0,0-1 0 0 0,0 0 0 0 0,-1-1 0 0 0,1 1-1 0 0,0-1 1 0 0,-1 0 0 0 0,0 0 0 0 0,0 0 0 0 0,0-1-1 0 0,-1 1 1 0 0,1-1 0 0 0,-1 0 0 0 0,0 0 0 0 0,-1 0-1 0 0,4-9 1 0 0,-4 6 34 0 0,-1-1 0 0 0,0 1 0 0 0,0 0 0 0 0,-1 0 0 0 0,0-1 0 0 0,0 1 1 0 0,-1 0-1 0 0,0-1 0 0 0,-1 1 0 0 0,1 0 0 0 0,-6-13 0 0 0,2 8 25 0 0,0 0 1 0 0,-1 0-1 0 0,0 1 1 0 0,-1 0 0 0 0,0 1-1 0 0,-12-15 1 0 0,17 24-58 0 0,1 0 1 0 0,0 0 0 0 0,-1 0 0 0 0,0 0 0 0 0,1 0-1 0 0,-1 1 1 0 0,0-1 0 0 0,0 1 0 0 0,0-1 0 0 0,0 1-1 0 0,0 0 1 0 0,0 0 0 0 0,-1 0 0 0 0,1 0-1 0 0,0 0 1 0 0,-1 0 0 0 0,1 1 0 0 0,0-1 0 0 0,-1 1-1 0 0,1-1 1 0 0,-1 1 0 0 0,1 0 0 0 0,-1 0-1 0 0,1 0 1 0 0,0 0 0 0 0,-1 1 0 0 0,1-1 0 0 0,-1 1-1 0 0,1-1 1 0 0,0 1 0 0 0,-1 0 0 0 0,1 0-1 0 0,0 0 1 0 0,0 0 0 0 0,-1 0 0 0 0,1 0 0 0 0,0 1-1 0 0,0-1 1 0 0,1 1 0 0 0,-1 0 0 0 0,0-1 0 0 0,0 1-1 0 0,-1 2 1 0 0,-7 8-50 0 0,0 1 0 0 0,1 0-1 0 0,1 0 1 0 0,0 0 0 0 0,-8 20-1 0 0,11-21 17 0 0,0-1-1 0 0,1 1 1 0 0,0 0 0 0 0,0 0-1 0 0,2 0 1 0 0,-1 1-1 0 0,2-1 1 0 0,0 1-1 0 0,0 22 1 0 0,2-31 12 0 0,-1 1 0 0 0,1-1 0 0 0,0 1 0 0 0,0-1 0 0 0,0 1 1 0 0,1-1-1 0 0,0 0 0 0 0,0 0 0 0 0,0 1 0 0 0,0-1 0 0 0,0 0 0 0 0,1-1 0 0 0,0 1 0 0 0,0 0 0 0 0,0-1 1 0 0,0 0-1 0 0,0 1 0 0 0,1-1 0 0 0,-1-1 0 0 0,1 1 0 0 0,0 0 0 0 0,0-1 0 0 0,0 0 0 0 0,0 0 0 0 0,0 0 0 0 0,1 0 1 0 0,-1-1-1 0 0,1 0 0 0 0,6 2 0 0 0,-6-2-7 0 0,0 0 0 0 0,0-1 0 0 0,0 1 0 0 0,0-1 0 0 0,0 0 0 0 0,0 0 0 0 0,0 0 1 0 0,0-1-1 0 0,0 0 0 0 0,0 0 0 0 0,0 0 0 0 0,0-1 0 0 0,0 1 0 0 0,-1-1 0 0 0,1 0 0 0 0,-1 0 0 0 0,1-1 0 0 0,-1 0 0 0 0,5-3 0 0 0,-6 3 27 0 0,-1 0 0 0 0,1 0 0 0 0,0 0-1 0 0,-1-1 1 0 0,1 1 0 0 0,-1-1-1 0 0,0 0 1 0 0,0 1 0 0 0,-1-1 0 0 0,1 0-1 0 0,-1 0 1 0 0,1 0 0 0 0,-1-1-1 0 0,-1 1 1 0 0,1 0 0 0 0,-1 0 0 0 0,1 0-1 0 0,-1-1 1 0 0,0 1 0 0 0,-1 0-1 0 0,1 0 1 0 0,-1 0 0 0 0,-1-5-1 0 0,-2-9 48 0 0,-1 0-1 0 0,-1 1 0 0 0,-1-1 0 0 0,-1 1 1 0 0,0 1-1 0 0,-1 0 0 0 0,0 0 0 0 0,-1 0 0 0 0,-15-15 1 0 0,24 29-44 0 0,-1 0 1 0 0,1 1 0 0 0,-1-1 0 0 0,1 1-1 0 0,-1 0 1 0 0,1-1 0 0 0,-1 1-1 0 0,0 0 1 0 0,0 0 0 0 0,0 0 0 0 0,0 0-1 0 0,0 0 1 0 0,0 1 0 0 0,0-1 0 0 0,0 1-1 0 0,0-1 1 0 0,0 1 0 0 0,0 0-1 0 0,0-1 1 0 0,0 1 0 0 0,0 0 0 0 0,0 0-1 0 0,0 1 1 0 0,-3-1 0 0 0,2 2-4 0 0,-1-1 0 0 0,1 1 0 0 0,-1 0 1 0 0,1 0-1 0 0,0 0 0 0 0,-1 0 0 0 0,1 0 0 0 0,0 1 0 0 0,0-1 1 0 0,1 1-1 0 0,-1 0 0 0 0,-2 4 0 0 0,-3 3-50 0 0,1 0 0 0 0,1 1 0 0 0,0 0 0 0 0,0 0 0 0 0,1 0 0 0 0,1 1 0 0 0,-5 17 0 0 0,7-20 14 0 0,1-1 1 0 0,0 1 0 0 0,0 0-1 0 0,1 0 1 0 0,1 0-1 0 0,-1 0 1 0 0,1 0 0 0 0,1-1-1 0 0,0 1 1 0 0,0 0 0 0 0,0-1-1 0 0,1 1 1 0 0,7 11-1 0 0,-8-15 2 0 0,0-1-1 0 0,1 0 0 0 0,0 1 1 0 0,0-2-1 0 0,0 1 0 0 0,1 0 1 0 0,-1 0-1 0 0,1-1 1 0 0,0 0-1 0 0,0 0 0 0 0,0 0 1 0 0,0 0-1 0 0,1-1 0 0 0,-1 1 1 0 0,1-1-1 0 0,0 0 0 0 0,-1-1 1 0 0,1 1-1 0 0,0-1 1 0 0,0 0-1 0 0,0 0 0 0 0,0 0 1 0 0,0-1-1 0 0,0 0 0 0 0,6 0 1 0 0,-5-1 38 0 0,-1 0 0 0 0,1 0 1 0 0,-1-1-1 0 0,0 1 1 0 0,0-1-1 0 0,1-1 0 0 0,-1 1 1 0 0,-1-1-1 0 0,1 1 0 0 0,0-1 1 0 0,-1-1-1 0 0,1 1 1 0 0,-1-1-1 0 0,0 0 0 0 0,0 0 1 0 0,0 0-1 0 0,-1 0 1 0 0,0 0-1 0 0,1-1 0 0 0,-1 0 1 0 0,-1 0-1 0 0,4-8 1 0 0,-1 2 55 0 0,0 1 1 0 0,-1-1 0 0 0,-1 0 0 0 0,0 0 0 0 0,-1-1 0 0 0,0 1 0 0 0,0 0 0 0 0,-1-1 0 0 0,-1 1 0 0 0,0-13 0 0 0,-1 16-27 0 0,0-1 0 0 0,-1 0 1 0 0,0 0-1 0 0,-1 1 0 0 0,1-1 0 0 0,-2 1 0 0 0,1 0 0 0 0,-1 0 0 0 0,0 0 0 0 0,-1 0 1 0 0,-6-8-1 0 0,8 13-25 0 0,1 0 0 0 0,0 1 0 0 0,-1-1 1 0 0,0 1-1 0 0,0 0 0 0 0,1 0 0 0 0,-1 0 1 0 0,-1 0-1 0 0,1 0 0 0 0,0 1 0 0 0,0-1 1 0 0,-1 1-1 0 0,1 0 0 0 0,0 0 0 0 0,-1 0 1 0 0,1 1-1 0 0,-1-1 0 0 0,1 1 0 0 0,-1 0 0 0 0,0-1 1 0 0,1 2-1 0 0,-1-1 0 0 0,1 0 0 0 0,-1 1 1 0 0,1 0-1 0 0,-1 0 0 0 0,1 0 0 0 0,0 0 1 0 0,-1 0-1 0 0,-4 3 0 0 0,-1 1-67 0 0,0 1 0 0 0,0 1 0 0 0,0-1 0 0 0,1 2 0 0 0,0-1 0 0 0,0 1-1 0 0,0 0 1 0 0,1 0 0 0 0,1 1 0 0 0,0 0 0 0 0,0 0 0 0 0,0 1 0 0 0,1 0 0 0 0,1 0 0 0 0,-1 0 0 0 0,2 0 0 0 0,-1 1-1 0 0,2-1 1 0 0,-1 1 0 0 0,0 12 0 0 0,5-5-544 0 0</inkml:trace>
</inkml:ink>
</file>

<file path=ppt/ink/ink2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4:08.6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408 24 3225 0 0,'-19'-6'1591'0'0,"0"1"-1"0"0,0 1 1 0 0,-1 0 0 0 0,1 2 0 0 0,-1 0 0 0 0,0 1 0 0 0,-31 3-1 0 0,43 0-1356 0 0,0 0-1 0 0,0 1 0 0 0,1 0 0 0 0,-1 0 1 0 0,1 0-1 0 0,-1 1 0 0 0,1 0 0 0 0,0 1 1 0 0,1 0-1 0 0,-1 0 0 0 0,1 0 1 0 0,0 1-1 0 0,0 0 0 0 0,1 0 0 0 0,0 0 1 0 0,0 1-1 0 0,0 0 0 0 0,1 0 0 0 0,-4 7 1 0 0,-2 6-162 0 0,0 0 0 0 0,2 1 0 0 0,1-1 0 0 0,0 2 1 0 0,-7 40-1 0 0,11-36-63 0 0,0 0-1 0 0,1 0 1 0 0,2 0 0 0 0,1 0-1 0 0,0 0 1 0 0,2-1 0 0 0,2 1 0 0 0,10 40-1 0 0,-11-55-65 0 0,0 1-1 0 0,0-1 0 0 0,1 1 0 0 0,1-1 0 0 0,-1-1 1 0 0,2 1-1 0 0,0-1 0 0 0,0 0 0 0 0,1-1 1 0 0,0 1-1 0 0,0-2 0 0 0,1 1 0 0 0,0-1 0 0 0,1 0 1 0 0,0-1-1 0 0,0 0 0 0 0,0-1 0 0 0,1 0 0 0 0,0-1 1 0 0,16 6-1 0 0,-22-9 35 0 0,0-1 1 0 0,1 0-1 0 0,-1 0 1 0 0,1 0-1 0 0,-1-1 1 0 0,1 0-1 0 0,-1 0 1 0 0,1 0-1 0 0,-1 0 1 0 0,1-1-1 0 0,-1 0 1 0 0,1-1 0 0 0,-1 1-1 0 0,8-4 1 0 0,-4 1 52 0 0,-1 0 0 0 0,0-1 0 0 0,0 0 0 0 0,0-1 0 0 0,0 1 1 0 0,-1-2-1 0 0,12-11 0 0 0,-3-2 127 0 0,-1 0 0 0 0,-1 0 0 0 0,0-1 0 0 0,-2-1 1 0 0,15-35-1 0 0,-17 34-65 0 0,-2-1 0 0 0,0 0 0 0 0,-2 0 0 0 0,0 0 0 0 0,-2 0 0 0 0,-1-1 0 0 0,0-45 1 0 0,-3 59-37 0 0,0 0 1 0 0,-1 1 0 0 0,-1-1 0 0 0,0 0 0 0 0,0 1 0 0 0,-1-1 0 0 0,0 1 0 0 0,-1 0-1 0 0,0 0 1 0 0,-1 0 0 0 0,0 1 0 0 0,0 0 0 0 0,-1-1 0 0 0,0 2 0 0 0,-1-1-1 0 0,0 1 1 0 0,0 0 0 0 0,-1 0 0 0 0,0 1 0 0 0,-11-8 0 0 0,4 5 21 0 0,0 1 1 0 0,-1 0 0 0 0,0 2-1 0 0,0-1 1 0 0,0 2-1 0 0,-1 0 1 0 0,0 1-1 0 0,0 1 1 0 0,-34-4-1 0 0,42 8-69 0 0,0-1 0 0 0,1 2-1 0 0,-1-1 1 0 0,1 1 0 0 0,-1 1-1 0 0,1-1 1 0 0,-1 1 0 0 0,1 1-1 0 0,0 0 1 0 0,0 0-1 0 0,0 0 1 0 0,0 1 0 0 0,1 0-1 0 0,-1 1 1 0 0,1 0 0 0 0,0 0-1 0 0,1 0 1 0 0,-1 1 0 0 0,1 0-1 0 0,0 0 1 0 0,0 1-1 0 0,-5 8 1 0 0,2-1-29 0 0,1 1-1 0 0,1-1 1 0 0,0 2 0 0 0,1-1-1 0 0,1 0 1 0 0,0 1-1 0 0,1 0 1 0 0,1 0 0 0 0,0 0-1 0 0,1 1 1 0 0,1 32 0 0 0,3 11-229 0 0,20 112 0 0 0,-18-151 214 0 0,-1 1-58 0 0,1-1 1 0 0,1 0 0 0 0,1 0 0 0 0,1-1 0 0 0,1 0 0 0 0,1 0-1 0 0,21 35 1 0 0,-25-48 46 0 0,-1-1-1 0 0,1 0 0 0 0,0 0 0 0 0,0 0 0 0 0,1 0 1 0 0,0-1-1 0 0,0 0 0 0 0,0-1 0 0 0,0 1 0 0 0,1-1 1 0 0,0 0-1 0 0,0-1 0 0 0,0 0 0 0 0,0 0 1 0 0,0 0-1 0 0,1-1 0 0 0,-1 0 0 0 0,1 0 0 0 0,0-1 1 0 0,-1 0-1 0 0,1 0 0 0 0,0-1 0 0 0,0 0 0 0 0,-1-1 1 0 0,11-1-1 0 0,-5 0 61 0 0,0-1 0 0 0,0-1 0 0 0,0 0 0 0 0,0 0-1 0 0,0-2 1 0 0,-1 1 0 0 0,0-2 0 0 0,0 0 0 0 0,-1 0 0 0 0,19-15 0 0 0,-16 9 106 0 0,-1 0 0 0 0,0-1 0 0 0,-1-1 0 0 0,0 0 0 0 0,-1 0 0 0 0,-1-1 0 0 0,11-22-1 0 0,-11 17-38 0 0,-1 0-1 0 0,-1 0 1 0 0,-1-1-1 0 0,-1 0 0 0 0,0 0 1 0 0,-2-1-1 0 0,-1 1 0 0 0,-1-1 1 0 0,0 0-1 0 0,-2 0 1 0 0,-1 0-1 0 0,0 0 0 0 0,-7-30 1 0 0,4 41-37 0 0,0 1 1 0 0,-1-1-1 0 0,0 1 1 0 0,-1 0 0 0 0,0 1-1 0 0,0-1 1 0 0,-1 1 0 0 0,-1 0-1 0 0,1 1 1 0 0,-2 0 0 0 0,1 0-1 0 0,-1 1 1 0 0,-1 0-1 0 0,-18-13 1 0 0,16 14 1 0 0,1 0-1 0 0,-1 0 1 0 0,0 1 0 0 0,0 1 0 0 0,-1 0-1 0 0,0 1 1 0 0,0 0 0 0 0,0 1 0 0 0,0 0-1 0 0,0 1 1 0 0,-1 1 0 0 0,1 0-1 0 0,-20 1 1 0 0,26 1-32 0 0,1 0-1 0 0,0 0 1 0 0,0 1-1 0 0,0 0 1 0 0,0 0-1 0 0,0 0 1 0 0,1 1-1 0 0,-1 0 1 0 0,1 0-1 0 0,-1 0 1 0 0,1 1 0 0 0,0-1-1 0 0,-5 6 1 0 0,3-1-18 0 0,-1 0 1 0 0,2 0 0 0 0,-1 1 0 0 0,1-1-1 0 0,0 2 1 0 0,1-1 0 0 0,-5 11 0 0 0,1 6-86 0 0,0 0 1 0 0,1 0-1 0 0,2 1 0 0 0,1 0 1 0 0,-3 32-1 0 0,6-30-8 0 0,0 0-1 0 0,2 0 1 0 0,1 0 0 0 0,1 0-1 0 0,7 32 1 0 0,-7-50 63 0 0,1-1 0 0 0,0 1 0 0 0,1-1 0 0 0,0 0 0 0 0,0 0 0 0 0,1 0 0 0 0,0-1 0 0 0,1 1-1 0 0,0-1 1 0 0,1-1 0 0 0,0 1 0 0 0,0-1 0 0 0,0 0 0 0 0,1-1 0 0 0,1 1 0 0 0,15 9 0 0 0,-3-4-32 0 0,1-2 0 0 0,0-1 1 0 0,1 0-1 0 0,0-2 0 0 0,0-1 0 0 0,29 6 0 0 0,-40-11 44 0 0,0 1 1 0 0,1-2-1 0 0,-1 0 0 0 0,0-1 0 0 0,1 0 1 0 0,-1 0-1 0 0,1-2 0 0 0,-1 1 0 0 0,0-2 1 0 0,0 1-1 0 0,0-2 0 0 0,0 1 0 0 0,22-12 1 0 0,-27 10 14 0 0,0 0 1 0 0,0 0-1 0 0,-1-1 0 0 0,1 0 1 0 0,-1 0-1 0 0,-1-1 1 0 0,1 1-1 0 0,-1-1 0 0 0,0 0 1 0 0,-1-1-1 0 0,0 1 1 0 0,0-1-1 0 0,0 0 1 0 0,-1 0-1 0 0,0 0 0 0 0,-1-1 1 0 0,0 1-1 0 0,2-11 1 0 0,-2 4 74 0 0,-1-1 0 0 0,0 1 0 0 0,0 0 0 0 0,-2-1 0 0 0,0 1 0 0 0,-1 0 0 0 0,0-1 1 0 0,-1 1-1 0 0,-8-20 0 0 0,3 12 54 0 0,-1 0 0 0 0,-1 0-1 0 0,-1 1 1 0 0,-2 1 0 0 0,-28-39 0 0 0,36 53-91 0 0,-1 0 1 0 0,0 1-1 0 0,0 0 0 0 0,0 0 0 0 0,-1 1 1 0 0,0-1-1 0 0,0 1 0 0 0,0 1 1 0 0,-1 0-1 0 0,1 0 0 0 0,-1 0 1 0 0,0 1-1 0 0,0 0 0 0 0,0 0 0 0 0,-1 1 1 0 0,1 0-1 0 0,-1 1 0 0 0,1 0 1 0 0,-1 0-1 0 0,-13 1 0 0 0,17 0-34 0 0,0 1 0 0 0,0 0 0 0 0,1 0 0 0 0,-1 0 0 0 0,0 1 0 0 0,1-1 0 0 0,-1 1-1 0 0,1 0 1 0 0,-1 1 0 0 0,1-1 0 0 0,0 1 0 0 0,0 0 0 0 0,0 0 0 0 0,-6 5 0 0 0,4-1-10 0 0,1 0 0 0 0,0 0 1 0 0,0 0-1 0 0,0 0 0 0 0,0 1 1 0 0,1 0-1 0 0,-5 13 0 0 0,2 2-12 0 0,1-1 1 0 0,1 1-1 0 0,0 1 0 0 0,2-1 1 0 0,0 28-1 0 0,2-31-70 0 0,1-1-1 0 0,1 1 1 0 0,0-1-1 0 0,2 0 0 0 0,0 1 1 0 0,1-1-1 0 0,13 34 1 0 0,-15-47 64 0 0,1 0 0 0 0,0 0 1 0 0,0-1-1 0 0,0 1 0 0 0,1-1 1 0 0,0 0-1 0 0,0 0 0 0 0,0 0 0 0 0,0 0 1 0 0,1-1-1 0 0,0 0 0 0 0,0 0 1 0 0,0 0-1 0 0,1-1 0 0 0,-1 1 0 0 0,1-1 1 0 0,0-1-1 0 0,-1 1 0 0 0,1-1 1 0 0,1 0-1 0 0,-1 0 0 0 0,0-1 0 0 0,0 1 1 0 0,1-1-1 0 0,-1-1 0 0 0,0 1 0 0 0,10-2 1 0 0,-10 1 7 0 0,0 0 0 0 0,0-1 0 0 0,0 0 0 0 0,0 0 1 0 0,0-1-1 0 0,0 1 0 0 0,0-1 0 0 0,-1 0 0 0 0,1-1 1 0 0,-1 1-1 0 0,0-1 0 0 0,0-1 0 0 0,0 1 0 0 0,0 0 0 0 0,0-1 1 0 0,-1 0-1 0 0,1 0 0 0 0,-1-1 0 0 0,0 1 0 0 0,0-1 1 0 0,-1 0-1 0 0,0 0 0 0 0,1 0 0 0 0,-2 0 0 0 0,1-1 0 0 0,0 1 1 0 0,-1-1-1 0 0,0 1 0 0 0,1-8 0 0 0,3-15 197 0 0,-1 0 0 0 0,-1-1-1 0 0,-1 1 1 0 0,-2-51 0 0 0,-1 69-122 0 0,0 2-19 0 0,0 0 0 0 0,-1 0 0 0 0,0-1 0 0 0,0 1 0 0 0,0 0 0 0 0,-1 1 0 0 0,-1-1 1 0 0,1 0-1 0 0,-8-14 0 0 0,9 20-28 0 0,-1 0 1 0 0,1 0-1 0 0,-1 0 1 0 0,0 0-1 0 0,0 0 0 0 0,1 0 1 0 0,-1 1-1 0 0,0-1 1 0 0,0 1-1 0 0,-1-1 1 0 0,1 1-1 0 0,0 0 1 0 0,0 0-1 0 0,-1 0 0 0 0,1 0 1 0 0,-1 0-1 0 0,1 0 1 0 0,0 1-1 0 0,-1-1 1 0 0,1 1-1 0 0,-1 0 0 0 0,0 0 1 0 0,1 0-1 0 0,-1 0 1 0 0,1 0-1 0 0,-1 0 1 0 0,1 1-1 0 0,-1-1 1 0 0,1 1-1 0 0,-1 0 0 0 0,1-1 1 0 0,0 1-1 0 0,-1 0 1 0 0,-3 3-1 0 0,-6 2-37 0 0,1 1-1 0 0,0 0 0 0 0,0 0 1 0 0,1 1-1 0 0,0 0 0 0 0,0 1 1 0 0,1 1-1 0 0,-13 15 1 0 0,10-10-59 0 0,1 0 0 0 0,1 1 1 0 0,1 0-1 0 0,0 0 0 0 0,-9 26 1 0 0,17-40 70 0 0,0-1 0 0 0,0 1 0 0 0,0 0 0 0 0,1 0 0 0 0,-1-1 0 0 0,0 1 1 0 0,1 0-1 0 0,0 0 0 0 0,-1 0 0 0 0,1-1 0 0 0,0 1 0 0 0,0 0 0 0 0,0 0 0 0 0,0 0 1 0 0,1 0-1 0 0,-1 0 0 0 0,0-1 0 0 0,1 1 0 0 0,-1 0 0 0 0,1 0 0 0 0,0 0 0 0 0,-1-1 1 0 0,1 1-1 0 0,0 0 0 0 0,0-1 0 0 0,0 1 0 0 0,0-1 0 0 0,1 1 0 0 0,-1-1 0 0 0,0 0 1 0 0,0 1-1 0 0,1-1 0 0 0,-1 0 0 0 0,1 0 0 0 0,-1 0 0 0 0,1 0 0 0 0,0 0 0 0 0,-1 0 1 0 0,1-1-1 0 0,0 1 0 0 0,3 1 0 0 0,0-1-47 0 0,1 0-1 0 0,-1-1 1 0 0,1 1 0 0 0,0-1 0 0 0,-1 0-1 0 0,1-1 1 0 0,-1 1 0 0 0,1-1 0 0 0,-1 0-1 0 0,1-1 1 0 0,-1 1 0 0 0,0-1 0 0 0,6-2-1 0 0,-1-2 71 0 0,-1 0 0 0 0,-1 0 0 0 0,1-1 0 0 0,-1 0 0 0 0,0 0 0 0 0,-1-1-1 0 0,1 0 1 0 0,-1 0 0 0 0,-1-1 0 0 0,0 0 0 0 0,0 0 0 0 0,-1-1 0 0 0,0 1 0 0 0,-1-1 0 0 0,0 0-1 0 0,0 0 1 0 0,4-20 0 0 0,-5 18 56 0 0,-1 0 0 0 0,0-1 0 0 0,0 1 0 0 0,-1-1-1 0 0,-1 1 1 0 0,0-1 0 0 0,-1 1 0 0 0,0-1 0 0 0,-1 1 0 0 0,0 0 0 0 0,-1-1-1 0 0,0 1 1 0 0,-1 0 0 0 0,-1 1 0 0 0,-6-13 0 0 0,10 21-26 0 0,0 1 0 0 0,0 1 0 0 0,0-1 0 0 0,-1 0-1 0 0,1 0 1 0 0,-1 0 0 0 0,1 1 0 0 0,-1-1 0 0 0,1 0 0 0 0,-1 1 0 0 0,0 0 0 0 0,0-1 0 0 0,0 1 0 0 0,0 0 0 0 0,0 0-1 0 0,0 0 1 0 0,0 0 0 0 0,0 1 0 0 0,0-1 0 0 0,-5 0 0 0 0,4 1 0 0 0,0 0 1 0 0,0 0-1 0 0,0 1 0 0 0,1-1 0 0 0,-1 1 1 0 0,0 0-1 0 0,0 0 0 0 0,0 0 1 0 0,0 0-1 0 0,1 0 0 0 0,-1 0 0 0 0,1 1 1 0 0,-1 0-1 0 0,-2 1 0 0 0,-4 5-36 0 0,1 0-1 0 0,0 0 0 0 0,0 0 0 0 0,0 1 0 0 0,1 0 1 0 0,1 1-1 0 0,-8 12 0 0 0,2 3-69 0 0,0 0-1 0 0,1 0 1 0 0,-8 33-1 0 0,16-47 19 0 0,0 1 0 0 0,1-1 1 0 0,0 1-1 0 0,1 0 0 0 0,0 0 0 0 0,1 0 0 0 0,0-1 0 0 0,1 1 0 0 0,0 0 0 0 0,4 13 1 0 0,-4-23 45 0 0,-1 1 0 0 0,1-1 0 0 0,0 1 0 0 0,0 0 0 0 0,0-1 0 0 0,1 0 0 0 0,-1 1 1 0 0,1-1-1 0 0,-1 0 0 0 0,1 0 0 0 0,0 0 0 0 0,0 0 0 0 0,2 3 0 0 0,-2-4-3 0 0,-1-1 0 0 0,0 1 0 0 0,1 0 0 0 0,-1-1-1 0 0,0 1 1 0 0,1 0 0 0 0,-1-1 0 0 0,1 0 0 0 0,-1 1-1 0 0,1-1 1 0 0,-1 0 0 0 0,1 0 0 0 0,-1 0 0 0 0,1 0-1 0 0,-1 0 1 0 0,1 0 0 0 0,0 0 0 0 0,1-1 0 0 0,0 0-6 0 0,1-1 0 0 0,-1 1 0 0 0,1-1 0 0 0,-1 0 0 0 0,0 0 0 0 0,0 0 0 0 0,0 0 0 0 0,0-1 0 0 0,0 1 0 0 0,0-1 0 0 0,0 0 0 0 0,-1 0-1 0 0,0 0 1 0 0,1 0 0 0 0,-1 0 0 0 0,0-1 0 0 0,2-4 0 0 0,1-4 95 0 0,-1-1-1 0 0,0 1 1 0 0,-1-1-1 0 0,0 0 1 0 0,-1 0-1 0 0,-1 0 0 0 0,0 0 1 0 0,-1 0-1 0 0,0 0 1 0 0,-3-21-1 0 0,-1 5 152 0 0,-2 0-1 0 0,-1 0 1 0 0,-17-46 0 0 0,22 70-201 0 0,0-1 0 0 0,-1 1 0 0 0,1 0 0 0 0,-1 0 0 0 0,0 0 0 0 0,-1 0 0 0 0,1 0 0 0 0,-1 1 0 0 0,-4-5 0 0 0,7 8-11 0 0,-1 0 1 0 0,0 0-1 0 0,1 0 0 0 0,-1 0 1 0 0,0 0-1 0 0,1 0 1 0 0,-1 0-1 0 0,0 1 1 0 0,0-1-1 0 0,0 0 1 0 0,1 1-1 0 0,-1 0 1 0 0,0-1-1 0 0,0 1 0 0 0,0 0 1 0 0,0 0-1 0 0,0 0 1 0 0,0 0-1 0 0,0 1 1 0 0,0-1-1 0 0,0 0 1 0 0,1 1-1 0 0,-1 0 1 0 0,0-1-1 0 0,0 1 0 0 0,0 0 1 0 0,1 0-1 0 0,-1 0 1 0 0,0 0-1 0 0,-2 2 1 0 0,-9 8-17 0 0,0 1 1 0 0,1 0 0 0 0,1 1 0 0 0,0 0-1 0 0,1 1 1 0 0,0 0 0 0 0,1 1-1 0 0,1 0 1 0 0,0 0 0 0 0,1 1 0 0 0,1 0-1 0 0,-7 22 1 0 0,12-30-9 0 0,-1-1 0 0 0,1 1-1 0 0,1-1 1 0 0,-1 1 0 0 0,1-1 0 0 0,0 1 0 0 0,1-1-1 0 0,0 1 1 0 0,0-1 0 0 0,1 1 0 0 0,-1-1 0 0 0,2 0-1 0 0,-1 0 1 0 0,1 0 0 0 0,0 0 0 0 0,1 0-1 0 0,7 12 1 0 0,-2-7-363 0 0,1-1-1 0 0,0 0 0 0 0,0-1 1 0 0,1 0-1 0 0,1 0 0 0 0,-1-1 1 0 0,1-1-1 0 0,16 9 0 0 0</inkml:trace>
</inkml:ink>
</file>

<file path=ppt/ink/ink2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4:11.1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639 165 7370 0 0,'-5'-3'463'0'0,"0"1"0"0"0,0 0 0 0 0,0 0 0 0 0,0 0-1 0 0,-1 1 1 0 0,1 0 0 0 0,-1 0 0 0 0,1 0 0 0 0,-1 0 0 0 0,-10 1 0 0 0,5 0-28 0 0,-27-2 932 0 0,0 1-1 0 0,0 2 0 0 0,0 2 1 0 0,-48 10-1 0 0,64-8-1160 0 0,0 0-1 0 0,0 1 1 0 0,1 2 0 0 0,0 0 0 0 0,1 1-1 0 0,0 1 1 0 0,0 1 0 0 0,-30 23 0 0 0,40-26-201 0 0,1 0 1 0 0,1 1 0 0 0,0 1 0 0 0,0-1 0 0 0,0 1 0 0 0,2 1-1 0 0,-1-1 1 0 0,1 1 0 0 0,1 0 0 0 0,0 1 0 0 0,0-1-1 0 0,1 1 1 0 0,1 0 0 0 0,0 0 0 0 0,0 0 0 0 0,1 0 0 0 0,1 0-1 0 0,0 1 1 0 0,1-1 0 0 0,0 1 0 0 0,3 15 0 0 0,-2-16-22 0 0,1 0 1 0 0,1-1-1 0 0,0 1 1 0 0,0 0 0 0 0,1-1-1 0 0,1 0 1 0 0,0 0-1 0 0,0 0 1 0 0,1 0 0 0 0,1-1-1 0 0,0 0 1 0 0,0 0-1 0 0,1-1 1 0 0,0 0 0 0 0,0-1-1 0 0,1 1 1 0 0,0-1-1 0 0,1-1 1 0 0,0 0 0 0 0,0 0-1 0 0,20 9 1 0 0,-20-12-15 0 0,0 0-1 0 0,1 0 1 0 0,-1-1 0 0 0,1 0 0 0 0,-1 0-1 0 0,1-2 1 0 0,0 1 0 0 0,0-1-1 0 0,0-1 1 0 0,0 0 0 0 0,0 0 0 0 0,0-1-1 0 0,0-1 1 0 0,0 0 0 0 0,0 0 0 0 0,-1-1-1 0 0,1-1 1 0 0,-1 1 0 0 0,0-2 0 0 0,0 1-1 0 0,0-2 1 0 0,-1 1 0 0 0,1-1-1 0 0,-1 0 1 0 0,-1-1 0 0 0,1 0 0 0 0,-1-1-1 0 0,0 0 1 0 0,-1 0 0 0 0,0 0 0 0 0,0-1-1 0 0,7-13 1 0 0,-6 8 160 0 0,-1-1 1 0 0,0 0-1 0 0,-1-1 0 0 0,0 1 1 0 0,-2-1-1 0 0,0 0 1 0 0,0-1-1 0 0,-1 1 0 0 0,-2-1 1 0 0,1 1-1 0 0,-2-1 0 0 0,0 0 1 0 0,-1 1-1 0 0,-4-23 1 0 0,0 14-40 0 0,0 0 0 0 0,-2 0 1 0 0,-1 0-1 0 0,-1 1 0 0 0,0 1 1 0 0,-2 0-1 0 0,-1 0 1 0 0,-25-36-1 0 0,29 49-71 0 0,0-1 0 0 0,-1 2 0 0 0,1-1 0 0 0,-2 1 0 0 0,0 0 0 0 0,0 1 0 0 0,0 0 0 0 0,-1 1-1 0 0,-17-9 1 0 0,23 13-17 0 0,0 1-1 0 0,-1 0 1 0 0,1 1-1 0 0,0-1 1 0 0,0 1-1 0 0,-1 0 1 0 0,1 0-1 0 0,-1 1 1 0 0,1 0-1 0 0,-1 0 1 0 0,1 0-1 0 0,-1 0 1 0 0,1 1-1 0 0,0 0 1 0 0,-1 0-1 0 0,1 1 1 0 0,0-1-1 0 0,0 1 1 0 0,-1 0-1 0 0,2 0 1 0 0,-1 1-1 0 0,0 0 1 0 0,0 0-1 0 0,1 0 0 0 0,-6 4 1 0 0,-3 5-32 0 0,1 0 0 0 0,0 1-1 0 0,1 1 1 0 0,0 0 0 0 0,1 0 0 0 0,1 1 0 0 0,0 0-1 0 0,1 0 1 0 0,0 1 0 0 0,1 0 0 0 0,1 1-1 0 0,1 0 1 0 0,0-1 0 0 0,2 2 0 0 0,0-1 0 0 0,-2 25-1 0 0,4-18-20 0 0,0 0 0 0 0,2 0 0 0 0,1-1 1 0 0,1 1-1 0 0,0 0 0 0 0,2-1 0 0 0,1 0 0 0 0,1 0 0 0 0,1 0 0 0 0,1-1 0 0 0,17 32 0 0 0,-18-41 8 0 0,0-1 1 0 0,0 0 0 0 0,1-1 0 0 0,1 0-1 0 0,0-1 1 0 0,0 0 0 0 0,1 0-1 0 0,0-1 1 0 0,1-1 0 0 0,0 1 0 0 0,0-2-1 0 0,1 0 1 0 0,20 8 0 0 0,-22-11 50 0 0,0 0 0 0 0,0-1 0 0 0,0-1 0 0 0,1 1 0 0 0,-1-2 0 0 0,1 0 0 0 0,0 0 0 0 0,-1-1 0 0 0,1-1 0 0 0,0 1 0 0 0,-1-2 0 0 0,1 0 0 0 0,-1 0 0 0 0,1-1 0 0 0,-1-1 0 0 0,0 0 0 0 0,10-5 0 0 0,-3 0 59 0 0,-1-1 1 0 0,0 0-1 0 0,0-1 1 0 0,-1-1-1 0 0,-1-1 1 0 0,0 0-1 0 0,-1-1 1 0 0,-1-1-1 0 0,0 0 1 0 0,0 0-1 0 0,-2-1 0 0 0,10-19 1 0 0,-15 24-26 0 0,0 0-1 0 0,-1-1 1 0 0,0 0 0 0 0,-1 0-1 0 0,-1 0 1 0 0,0 0 0 0 0,-1-1 0 0 0,0 1-1 0 0,0-1 1 0 0,-2 1 0 0 0,1-1-1 0 0,-2 0 1 0 0,0 1 0 0 0,0-1 0 0 0,-1 1-1 0 0,-1-1 1 0 0,0 1 0 0 0,0 0-1 0 0,-11-22 1 0 0,4 15 56 0 0,0 0 0 0 0,-2 1-1 0 0,0 0 1 0 0,-1 1 0 0 0,-16-16 0 0 0,-4 0 29 0 0,-47-37 1 0 0,70 61-112 0 0,-1 1 1 0 0,-1 0 0 0 0,1 1 0 0 0,-1 0 0 0 0,-1 1 0 0 0,1 0-1 0 0,-1 1 1 0 0,0 0 0 0 0,0 1 0 0 0,-1 1 0 0 0,-16-2 0 0 0,22 4-15 0 0,0 1 0 0 0,0 0 1 0 0,1 0-1 0 0,-1 1 0 0 0,0 0 1 0 0,1 0-1 0 0,-1 1 0 0 0,1 0 0 0 0,-1 0 1 0 0,1 1-1 0 0,0 0 0 0 0,0 0 1 0 0,0 1-1 0 0,0 0 0 0 0,1 0 1 0 0,-1 0-1 0 0,1 1 0 0 0,0 0 0 0 0,1 0 1 0 0,-1 1-1 0 0,-6 9 0 0 0,0 0-29 0 0,0 0 0 0 0,2 1-1 0 0,0 1 1 0 0,1 0-1 0 0,0 0 1 0 0,2 1 0 0 0,0 0-1 0 0,1 0 1 0 0,1 0-1 0 0,0 1 1 0 0,-3 37 0 0 0,7-42-24 0 0,1 1 1 0 0,0-1 0 0 0,1 0 0 0 0,1 1 0 0 0,0-1 0 0 0,1 0 0 0 0,0 0-1 0 0,2 0 1 0 0,-1 0 0 0 0,2-1 0 0 0,0 0 0 0 0,0 0 0 0 0,1 0-1 0 0,1-1 1 0 0,0 0 0 0 0,14 16 0 0 0,-9-13-9 0 0,2-1-1 0 0,0 0 1 0 0,0-1-1 0 0,2-1 1 0 0,-1 0-1 0 0,1-2 1 0 0,1 0-1 0 0,0 0 1 0 0,0-2-1 0 0,1 0 1 0 0,0-1-1 0 0,30 6 1 0 0,-44-12 60 0 0,0-1 0 0 0,0 1 0 0 0,0-1 0 0 0,0-1 1 0 0,-1 1-1 0 0,1 0 0 0 0,0-1 0 0 0,0 0 0 0 0,0 0 0 0 0,-1-1 0 0 0,1 0 1 0 0,0 1-1 0 0,7-6 0 0 0,-4 2 6 0 0,-1 0 0 0 0,0 0 1 0 0,0-1-1 0 0,0 0 0 0 0,-1 0 0 0 0,1-1 1 0 0,4-8-1 0 0,2-3 8 0 0,-1-1 0 0 0,-1 0 0 0 0,0-1 0 0 0,-2-1 0 0 0,9-26 0 0 0,-9 14 6 0 0,-1 1 1 0 0,-2-1 0 0 0,-2-1-1 0 0,0 1 1 0 0,-3-1-1 0 0,0 1 1 0 0,-2-1-1 0 0,-2 0 1 0 0,-1 1-1 0 0,-14-55 1 0 0,16 81 2 0 0,0 0 1 0 0,0 0-1 0 0,-1 0 0 0 0,1 0 1 0 0,-2 1-1 0 0,1 0 0 0 0,-1-1 1 0 0,0 1-1 0 0,-6-7 0 0 0,8 11-12 0 0,0 0 0 0 0,0 1-1 0 0,0-1 1 0 0,0 0 0 0 0,0 1-1 0 0,0-1 1 0 0,-1 1 0 0 0,1 0-1 0 0,-1 0 1 0 0,1 0 0 0 0,-1 0-1 0 0,1 0 1 0 0,-1 0 0 0 0,0 1-1 0 0,1-1 1 0 0,-1 1 0 0 0,0 0-1 0 0,1 0 1 0 0,-1 0 0 0 0,0 0-1 0 0,0 0 1 0 0,1 1 0 0 0,-1-1-1 0 0,0 1 1 0 0,1-1 0 0 0,-1 1-1 0 0,-3 2 1 0 0,-5 2 0 0 0,0 1-1 0 0,0 1 1 0 0,1-1 0 0 0,0 2 0 0 0,0-1-1 0 0,1 2 1 0 0,0-1 0 0 0,0 1-1 0 0,-10 15 1 0 0,-1 2-44 0 0,1 2 1 0 0,-20 39-1 0 0,24-37-66 0 0,1 0 0 0 0,2 1 0 0 0,1 0 0 0 0,-12 58 0 0 0,19-67-6 0 0,1 1 1 0 0,1-1-1 0 0,0 1 1 0 0,2 0 0 0 0,1 0-1 0 0,1 0 1 0 0,8 40-1 0 0,-8-56 67 0 0,0-1 0 0 0,0 0-1 0 0,1 0 1 0 0,0 1 0 0 0,0-2-1 0 0,0 1 1 0 0,1 0 0 0 0,0-1-1 0 0,0 1 1 0 0,1-1 0 0 0,-1 0-1 0 0,1-1 1 0 0,0 1 0 0 0,0-1-1 0 0,1 0 1 0 0,-1 0 0 0 0,1 0-1 0 0,0-1 1 0 0,7 3 0 0 0,-8-4 34 0 0,0 0 1 0 0,-1-1 0 0 0,1 0 0 0 0,0 0-1 0 0,0 0 1 0 0,-1 0 0 0 0,1-1-1 0 0,0 0 1 0 0,0 0 0 0 0,0 0 0 0 0,0 0-1 0 0,0-1 1 0 0,-1 0 0 0 0,1 0-1 0 0,0 0 1 0 0,0-1 0 0 0,-1 0 0 0 0,1 0-1 0 0,-1 0 1 0 0,0 0 0 0 0,0 0-1 0 0,1-1 1 0 0,-1 0 0 0 0,-1 0 0 0 0,1 0-1 0 0,0 0 1 0 0,3-5 0 0 0,3-6 41 0 0,0 0 1 0 0,0 0 0 0 0,-1-1 0 0 0,-1 0-1 0 0,-1-1 1 0 0,0 0 0 0 0,-1 0-1 0 0,-1-1 1 0 0,0 1 0 0 0,-1-1 0 0 0,-1 0-1 0 0,2-24 1 0 0,-3 1 37 0 0,-1 0 0 0 0,-2 1 1 0 0,-1-1-1 0 0,-10-50 0 0 0,10 82-49 0 0,1-1 0 0 0,-2 1 1 0 0,1 0-1 0 0,-1 0 0 0 0,0 0 1 0 0,0 0-1 0 0,-1 1 0 0 0,0-1 1 0 0,-6-6-1 0 0,8 12-13 0 0,1 0 0 0 0,-1 0 0 0 0,0 0 0 0 0,0 0 0 0 0,0 1 0 0 0,0-1 0 0 0,0 1 1 0 0,0-1-1 0 0,-1 1 0 0 0,1 0 0 0 0,0 0 0 0 0,-1 0 0 0 0,1 0 0 0 0,-1 0 0 0 0,1 1 0 0 0,-1-1 0 0 0,1 1 1 0 0,-1-1-1 0 0,0 1 0 0 0,1 0 0 0 0,-1 0 0 0 0,1 0 0 0 0,-1 1 0 0 0,0-1 0 0 0,1 0 0 0 0,-1 1 0 0 0,1 0 1 0 0,-1 0-1 0 0,1 0 0 0 0,-1 0 0 0 0,1 0 0 0 0,-4 2 0 0 0,-9 6-4 0 0,0 1-1 0 0,0 1 1 0 0,1 0-1 0 0,1 0 0 0 0,0 1 1 0 0,0 1-1 0 0,1 0 1 0 0,1 1-1 0 0,-13 20 1 0 0,16-21-55 0 0,-1 0 0 0 0,2 1-1 0 0,0 0 1 0 0,1 0 0 0 0,0 1 0 0 0,1 0 0 0 0,1 0-1 0 0,0 0 1 0 0,1 0 0 0 0,-2 30 0 0 0,5-37 9 0 0,0-1-1 0 0,1 1 1 0 0,0 0-1 0 0,0-1 1 0 0,1 1-1 0 0,0-1 1 0 0,0 1-1 0 0,0-1 1 0 0,1 0-1 0 0,0 0 1 0 0,1 0-1 0 0,-1 0 1 0 0,2 0-1 0 0,-1-1 1 0 0,0 0 0 0 0,1 0-1 0 0,10 10 1 0 0,-8-11-11 0 0,-1-1 1 0 0,1 1-1 0 0,0-1 1 0 0,0 0-1 0 0,0 0 1 0 0,1-1-1 0 0,0 0 1 0 0,-1 0-1 0 0,1-1 1 0 0,0 0-1 0 0,0-1 1 0 0,0 1 0 0 0,0-2-1 0 0,0 1 1 0 0,1-1-1 0 0,13-1 1 0 0,-14 0 44 0 0,1 0 0 0 0,0 0 0 0 0,-1-1 0 0 0,1 0 0 0 0,-1 0 0 0 0,1-1 0 0 0,-1 0 0 0 0,0 0 0 0 0,0-1 0 0 0,-1 0 0 0 0,1-1 0 0 0,-1 0 0 0 0,0 0 0 0 0,0 0 0 0 0,0-1 0 0 0,-1 0 0 0 0,0 0 0 0 0,0-1 0 0 0,0 0 0 0 0,-1 0 0 0 0,0 0 0 0 0,-1 0 0 0 0,1-1 0 0 0,-1 0 0 0 0,-1 0 0 0 0,0 0 0 0 0,0 0 0 0 0,0-1 0 0 0,-1 1 0 0 0,0-1 0 0 0,-1 0 0 0 0,0 1 0 0 0,0-1 0 0 0,-1-10 0 0 0,0 3 103 0 0,-1 0 1 0 0,0 0 0 0 0,-2 0 0 0 0,1 0 0 0 0,-2 1-1 0 0,0-1 1 0 0,-9-21 0 0 0,11 32-76 0 0,0 1 0 0 0,0 0 0 0 0,0 0 0 0 0,-1-1 0 0 0,1 2 0 0 0,-1-1 0 0 0,0 0 0 0 0,0 0 0 0 0,0 1 0 0 0,-1 0 0 0 0,1-1 0 0 0,-1 1 0 0 0,0 1 0 0 0,0-1 0 0 0,0 0 0 0 0,0 1 0 0 0,0 0 0 0 0,0 0 0 0 0,-1 0 1 0 0,1 1-1 0 0,-1-1 0 0 0,0 1 0 0 0,1 0 0 0 0,-1 1 0 0 0,0-1 0 0 0,1 1 0 0 0,-1 0 0 0 0,0 0 0 0 0,-5 1 0 0 0,0 0-27 0 0,0 2 1 0 0,0 0 0 0 0,0 0-1 0 0,1 0 1 0 0,-1 1-1 0 0,1 1 1 0 0,0 0-1 0 0,0 0 1 0 0,1 1 0 0 0,-1 0-1 0 0,1 0 1 0 0,0 1-1 0 0,1 0 1 0 0,-9 10 0 0 0,10-11-32 0 0,1 0 0 0 0,0 0 0 0 0,1 1 0 0 0,-1 0 0 0 0,1 0 0 0 0,1 0 0 0 0,-1 0 0 0 0,1 0 0 0 0,0 1 0 0 0,1-1 0 0 0,0 1 0 0 0,0 0 0 0 0,1 0 0 0 0,0 0 0 0 0,0 0 0 0 0,0 0 0 0 0,1 0 0 0 0,2 15 0 0 0,-1-19 13 0 0,0 0-1 0 0,1 0 1 0 0,-1 0 0 0 0,1-1-1 0 0,-1 1 1 0 0,1 0 0 0 0,0-1-1 0 0,0 0 1 0 0,1 1-1 0 0,-1-1 1 0 0,1 0 0 0 0,0 0-1 0 0,0 0 1 0 0,0 0-1 0 0,0-1 1 0 0,0 1 0 0 0,0-1-1 0 0,1 0 1 0 0,-1 0-1 0 0,1 0 1 0 0,0 0 0 0 0,-1-1-1 0 0,1 1 1 0 0,0-1 0 0 0,0 0-1 0 0,0 0 1 0 0,0-1-1 0 0,0 1 1 0 0,0-1 0 0 0,0 0-1 0 0,0 0 1 0 0,0 0-1 0 0,0 0 1 0 0,0-1 0 0 0,0 1-1 0 0,0-1 1 0 0,0 0-1 0 0,0-1 1 0 0,0 1 0 0 0,0-1-1 0 0,-1 1 1 0 0,1-1-1 0 0,-1 0 1 0 0,1-1 0 0 0,-1 1-1 0 0,0 0 1 0 0,0-1 0 0 0,0 0-1 0 0,4-4 1 0 0,0-2 45 0 0,-1-1 0 0 0,0 0 0 0 0,0 0 0 0 0,-1 0 0 0 0,0-1 0 0 0,-1 0 0 0 0,0 0-1 0 0,4-21 1 0 0,-7 27-8 0 0,0-1 0 0 0,-1 1 0 0 0,0-1 0 0 0,0 0 0 0 0,0 1 0 0 0,0-1-1 0 0,-1 0 1 0 0,0 1 0 0 0,-2-7 0 0 0,2 9 3 0 0,0 0 1 0 0,0 0-1 0 0,-1 0 1 0 0,1 0-1 0 0,-1 0 0 0 0,0 1 1 0 0,0-1-1 0 0,0 1 1 0 0,0-1-1 0 0,0 1 0 0 0,-1 0 1 0 0,1-1-1 0 0,-1 1 1 0 0,1 0-1 0 0,-1 1 1 0 0,-5-4-1 0 0,6 4-9 0 0,0 0 0 0 0,0 1 0 0 0,0-1 0 0 0,-1 0 0 0 0,1 1-1 0 0,0-1 1 0 0,0 1 0 0 0,-1 0 0 0 0,1 0 0 0 0,0 0 0 0 0,0 0 0 0 0,-1 0 0 0 0,1 0 0 0 0,0 1 0 0 0,0-1 0 0 0,-1 1 0 0 0,-3 1 0 0 0,1 0-9 0 0,1 0 1 0 0,-1 1 0 0 0,1 0 0 0 0,0 0 0 0 0,0 0 0 0 0,0 0 0 0 0,-6 7 0 0 0,0 1-42 0 0,1 0 0 0 0,1 1 0 0 0,0 0 0 0 0,-12 24 1 0 0,16-28 4 0 0,1 0 0 0 0,0 1 1 0 0,1-1-1 0 0,-1 0 0 0 0,1 1 1 0 0,1 0-1 0 0,0-1 0 0 0,0 1 0 0 0,1 0 1 0 0,0 10-1 0 0,1-16 1 0 0,-1 0 1 0 0,1 0-1 0 0,-1 0 0 0 0,1-1 1 0 0,0 1-1 0 0,0 0 0 0 0,0 0 1 0 0,0 0-1 0 0,1-1 0 0 0,-1 1 1 0 0,1-1-1 0 0,0 1 0 0 0,-1-1 0 0 0,1 0 1 0 0,0 1-1 0 0,1-1 0 0 0,-1 0 1 0 0,0 0-1 0 0,0-1 0 0 0,1 1 1 0 0,-1 0-1 0 0,1-1 0 0 0,0 1 1 0 0,-1-1-1 0 0,1 0 0 0 0,0 0 0 0 0,0 0 1 0 0,0 0-1 0 0,0-1 0 0 0,0 1 1 0 0,-1-1-1 0 0,1 0 0 0 0,5 0 1 0 0,-6 1-3 0 0,1-1 0 0 0,-1 0 0 0 0,1 0 0 0 0,-1 0 0 0 0,1 0 0 0 0,-1 0 0 0 0,1 0 0 0 0,-1-1 0 0 0,1 1 0 0 0,-1-1 0 0 0,1 0 0 0 0,-1 0 0 0 0,0 0 0 0 0,1 0 0 0 0,-1 0 0 0 0,0-1 0 0 0,0 1 0 0 0,0 0 1 0 0,0-1-1 0 0,0 0 0 0 0,0 1 0 0 0,2-4 0 0 0,-3 2 25 0 0,1 0 1 0 0,-1 0-1 0 0,1 0 1 0 0,-1 0-1 0 0,0-1 1 0 0,0 1-1 0 0,-1 0 1 0 0,1-1-1 0 0,-1 1 1 0 0,0-1-1 0 0,0 1 1 0 0,0-1-1 0 0,0 1 1 0 0,-1-5-1 0 0,-2-6 118 0 0,0 0-1 0 0,-1 0 0 0 0,0 0 1 0 0,-1 1-1 0 0,-1 0 0 0 0,-13-23 1 0 0,18 33-93 0 0,-1 0 1 0 0,0 0-1 0 0,0 0 1 0 0,-1 0-1 0 0,1 1 1 0 0,0-1-1 0 0,-1 1 1 0 0,0-1 0 0 0,1 1-1 0 0,-1 0 1 0 0,0 0-1 0 0,0 0 1 0 0,-1 0-1 0 0,1 1 1 0 0,0-1-1 0 0,0 1 1 0 0,-1 0 0 0 0,1 0-1 0 0,-1 0 1 0 0,1 0-1 0 0,-8 0 1 0 0,7 1 1 0 0,-1 1-1 0 0,0-1 1 0 0,1 1 0 0 0,-1 1 0 0 0,0-1-1 0 0,1 0 1 0 0,0 1 0 0 0,-1 0 0 0 0,1 0-1 0 0,0 0 1 0 0,0 1 0 0 0,0 0 0 0 0,0-1 0 0 0,0 1-1 0 0,1 0 1 0 0,-4 5 0 0 0,-4 3-88 0 0,1 0 1 0 0,1 1 0 0 0,-11 16-1 0 0,18-24 51 0 0,-1 0 0 0 0,1-1 0 0 0,0 1-1 0 0,0 0 1 0 0,0 0 0 0 0,1 0 0 0 0,0 0 0 0 0,-1 1 0 0 0,1-1-1 0 0,1 0 1 0 0,-1 0 0 0 0,1 1 0 0 0,-1-1 0 0 0,1 0 0 0 0,1 1-1 0 0,-1 4 1 0 0,9 6-85 0 0,-8-15 99 0 0,-1 0 0 0 0,0 1 1 0 0,1-1-1 0 0,-1 0 1 0 0,0 0-1 0 0,0 0 0 0 0,1 0 1 0 0,-1 0-1 0 0,0 0 0 0 0,1 0 1 0 0,-1 0-1 0 0,1 0 0 0 0,-1 0 1 0 0,0 0-1 0 0,1 0 0 0 0,-1 0 1 0 0,0 0-1 0 0,1 0 0 0 0,-1 0 1 0 0,0 0-1 0 0,1 0 1 0 0,-1 0-1 0 0,0 0 0 0 0,0-1 1 0 0,1 1-1 0 0,-1 0 0 0 0,0 0 1 0 0,1-1-1 0 0,0 0 10 0 0,1-1 0 0 0,-1 1-1 0 0,0-1 1 0 0,0 0 0 0 0,0 1 0 0 0,0-1 0 0 0,0 0-1 0 0,0 0 1 0 0,0 0 0 0 0,-1 0 0 0 0,1 1 0 0 0,0-1 0 0 0,-1-3-1 0 0,6-35 329 0 0,-1-58 0 0 0,-3 99-366 0 0,-1-1 1 0 0,1 1-1 0 0,-1-1 0 0 0,1 1 1 0 0,-1-1-1 0 0,1 1 0 0 0,-1-1 1 0 0,1 0-1 0 0,-1 0 1 0 0,1 0-1 0 0,-1 0 0 0 0,1 0 1 0 0,-1 0-1 0 0,1-1 0 0 0,-1 1 1 0 0,3-1-1 0 0,34-7-24 0 0,-33 5 55 0 0,0 0 0 0 0,0 0 0 0 0,0 0 0 0 0,0 0 0 0 0,-1-1 0 0 0,1 0 0 0 0,-1 0 0 0 0,0 0 0 0 0,0 0 0 0 0,-1-1 0 0 0,1 0 0 0 0,4-8 0 0 0,-31 31-44 0 0,20-15-138 0 0,-1 0-178 0 0,0 0-1 0 0,1 0 0 0 0,-1 0 0 0 0,1 0 0 0 0,0 1 0 0 0,-5 6 0 0 0</inkml:trace>
</inkml:ink>
</file>

<file path=ppt/ink/ink2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4:11.26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62 1 3225 0 0,'-7'7'136'0'0,"1"-3"40"0"0,2 2-176 0 0,1-4 0 0 0,1 0 0 0 0,-1 1 1184 0 0,-1-2 208 0 0,-2 3 41 0 0,0 0 7 0 0,-1 1-56 0 0,2-3-7 0 0,-2 1 1375 0 0,5-3-2560 0 0,5-3-192 0 0,4-1-128 0 0,3-6 24 0 0</inkml:trace>
</inkml:ink>
</file>

<file path=ppt/ink/ink2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3:05.6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44 27 4145 0 0,'3'-26'5108'0'0,"4"27"-3199"0"0,4 13-1589 0 0,-5-5-6 0 0,0 0 0 0 0,-1 0 0 0 0,-1 1 0 0 0,1 0 0 0 0,-2 0-1 0 0,1 0 1 0 0,-1 0 0 0 0,-1 0 0 0 0,0 1 0 0 0,0 0-1 0 0,0 17 1 0 0,-2 13 389 0 0,-10 71-1 0 0,4-54-223 0 0,-11 201 281 0 0,9-99-604 0 0,-45 248 0 0 0,49-390-98 0 0,2-10 5 0 0,-1 1 0 0 0,2-1 0 0 0,-1 1 1 0 0,1-1-1 0 0,0 1 0 0 0,1 0 0 0 0,0-1 0 0 0,2 16 1 0 0,-2-23-133 0 0,0-1-1 0 0,0 0 1 0 0,0 0 0 0 0,1 1 0 0 0,-1-1 0 0 0,0 0 0 0 0,0 1 0 0 0,0-1 0 0 0,0 0 0 0 0,1 0-1 0 0,-1 0 1 0 0,0 1 0 0 0,0-1 0 0 0,1 0 0 0 0,-1 0 0 0 0,0 0 0 0 0,0 1 0 0 0,1-1 0 0 0,-1 0-1 0 0,0 0 1 0 0,0 0 0 0 0,1 0 0 0 0,-1 0 0 0 0,0 0 0 0 0,1 0 0 0 0,-1 0 0 0 0,0 0-1 0 0,0 0 1 0 0,1 0 0 0 0,-1 0 0 0 0,0 0 0 0 0,1 0 0 0 0,-1 0 0 0 0,0 0 0 0 0,1 0 0 0 0,-1 0-1 0 0,0 0 1 0 0,0 0 0 0 0,1 0 0 0 0,-1 0 0 0 0,0-1 0 0 0,0 1 0 0 0,1 0 0 0 0,-1 0 0 0 0,0 0-1 0 0,0 0 1 0 0,1-1 0 0 0,-1 1 0 0 0,0 0 0 0 0,0 0 0 0 0,0-1 0 0 0,1 1 0 0 0,-1 0-1 0 0,0 0 1 0 0,0-1 0 0 0,0 1 0 0 0,0 0 0 0 0,0 0 0 0 0,0-1 0 0 0,0 1 0 0 0,0 0 0 0 0,1-1-1 0 0</inkml:trace>
</inkml:ink>
</file>

<file path=ppt/ink/ink2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3:06.1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99 78 1376 0 0,'-12'-6'547'0'0,"0"0"0"0"0,-18-14 0 0 0,23 16 373 0 0,1-1 0 0 0,0 0 0 0 0,0-1 0 0 0,0 1 0 0 0,-8-12-1 0 0,23 14 1836 0 0,19 4-2799 0 0,-26-1 199 0 0,87 4-25 0 0,146 15 1186 0 0,54 44-1104 0 0,-185-36-205 0 0,-61-17 53 0 0,0-2-1 0 0,58 3 1 0 0,-78-10-341 0 0,0-1 0 0 0,1-1-1 0 0,-1-1 1 0 0,0-1 0 0 0,0-1-1 0 0,24-7 1 0 0,-34 6-3834 0 0</inkml:trace>
</inkml:ink>
</file>

<file path=ppt/ink/ink2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3:06.5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134 1 456 0 0,'-30'14'6617'0'0,"27"3"99"0"0,4 1-6343 0 0,-1 24 507 0 0,-1 1 0 0 0,-10 55 1 0 0,-1 51 752 0 0,16-15-1850 0 0,-1 53-456 0 0,-4-160 593 0 0,-2 1 0 0 0,-1-1 1 0 0,-1 0-1 0 0,-17 49 1 0 0,5-36 79 0 0,12-30 0 0 0,0 0 0 0 0,1 1 0 0 0,0-1 0 0 0,0 1 0 0 0,1 0 0 0 0,1 0 0 0 0,0 1 0 0 0,0-1 0 0 0,0 15 0 0 0,2-25-16 0 0,0 0 1 0 0,1-1 0 0 0,-1 1-1 0 0,0 0 1 0 0,0 0-1 0 0,0-1 1 0 0,1 1 0 0 0,-1 0-1 0 0,0 0 1 0 0,1-1 0 0 0,-1 1-1 0 0,1 0 1 0 0,-1-1-1 0 0,1 1 1 0 0,-1-1 0 0 0,1 1-1 0 0,-1-1 1 0 0,1 1 0 0 0,0-1-1 0 0,1 2 1 0 0,9-5-3323 0 0</inkml:trace>
</inkml:ink>
</file>

<file path=ppt/ink/ink2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3:06.8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892 125 456 0 0,'-4'-2'1116'0'0,"1"1"-1"0"0,-1 0 1 0 0,0 0 0 0 0,1 0-1 0 0,-1 0 1 0 0,0 0 0 0 0,0 1-1 0 0,-6-1 1 0 0,-33 5 2713 0 0,-11-1-2064 0 0,-150-8 2904 0 0,4-1-3296 0 0,169 3-1345 0 0,1-2 0 0 0,-1-1 0 0 0,1-2 1 0 0,-45-17-1 0 0,-6-10-4303 0 0,18 9-3878 0 0,54 23 4380 0 0</inkml:trace>
</inkml:ink>
</file>

<file path=ppt/ink/ink2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4:16.6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408 163 3225 0 0,'0'-2'178'0'0,"-1"0"1"0"0,0 0 0 0 0,0 0 0 0 0,0 0-1 0 0,0 0 1 0 0,0 0 0 0 0,0 0 0 0 0,-1 1 0 0 0,1-1-1 0 0,-1 0 1 0 0,1 1 0 0 0,-1-1 0 0 0,0 1-1 0 0,1-1 1 0 0,-1 1 0 0 0,0 0 0 0 0,0 0-1 0 0,-4-2 1 0 0,2 2 46 0 0,0 0 1 0 0,0 0-1 0 0,0 0 0 0 0,0 1 1 0 0,0-1-1 0 0,0 1 0 0 0,-1 0 0 0 0,1 0 1 0 0,-6 1-1 0 0,-4 2 241 0 0,-1 1-1 0 0,1 0 1 0 0,0 0 0 0 0,-20 11-1 0 0,-5 3 909 0 0,0 2 0 0 0,2 1-1 0 0,-43 33 1 0 0,79-54-1368 0 0,1 0 1 0 0,0 0-1 0 0,0 0 0 0 0,0 0 1 0 0,0 0-1 0 0,0 0 0 0 0,0 0 1 0 0,-1 0-1 0 0,1 0 0 0 0,0 0 1 0 0,0 0-1 0 0,0 0 0 0 0,0 0 1 0 0,0 0-1 0 0,0 0 1 0 0,-1 0-1 0 0,1 0 0 0 0,0 0 1 0 0,0 0-1 0 0,0 1 0 0 0,0-1 1 0 0,0 0-1 0 0,0 0 0 0 0,0 0 1 0 0,0 0-1 0 0,-1 0 0 0 0,1 0 1 0 0,0 0-1 0 0,0 0 1 0 0,0 0-1 0 0,0 1 0 0 0,0-1 1 0 0,0 0-1 0 0,0 0 0 0 0,0 0 1 0 0,0 0-1 0 0,0 0 0 0 0,0 0 1 0 0,0 1-1 0 0,0-1 0 0 0,0 0 1 0 0,0 0-1 0 0,0 0 0 0 0,0 0 1 0 0,0 0-1 0 0,0 0 1 0 0,0 1-1 0 0,0-1 0 0 0,0 0 1 0 0,0 0-1 0 0,0 0 0 0 0,0 0 1 0 0,0 0-1 0 0,0 0 0 0 0,0 0 1 0 0,0 1-1 0 0,0-1 0 0 0,1 0 1 0 0,-1 0-1 0 0,0 0 0 0 0,0 0 1 0 0,0 0-1 0 0,0 0 1 0 0,0 0-1 0 0,0 0 0 0 0,0 0 1 0 0,1 1-1 0 0,12-3-27 0 0,16-8-565 0 0,25-20 212 0 0,-2-2 0 0 0,-1-3 0 0 0,62-54 0 0 0,-87 66 820 0 0,-23 20 115 0 0,-9 9 5 0 0,-6 6-208 0 0,-200 218 595 0 0,225-243-1450 0 0,186-204-507 0 0,-163 170 2051 0 0,-75 65-124 0 0,-48 40-1017 0 0,61-38-125 0 0,-1-2 1 0 0,0-1 0 0 0,-43 19 0 0 0,69-36 220 0 0,1 1 0 0 0,0-1 0 0 0,0 0 0 0 0,-1 0 0 0 0,1 1 0 0 0,0-1 0 0 0,-1 0 0 0 0,1 0 0 0 0,0 0 0 0 0,-1 1 0 0 0,1-1 1 0 0,0 0-1 0 0,-1 0 0 0 0,1 0 0 0 0,0 0 0 0 0,-1 0 0 0 0,1 0 0 0 0,0 0 0 0 0,-1 0 0 0 0,1 0 0 0 0,-1 0 0 0 0,1 0 0 0 0,0 0 0 0 0,-1 0 0 0 0,1 0 0 0 0,0 0 1 0 0,-1 0-1 0 0,1 0 0 0 0,-1 0 0 0 0,1-1 0 0 0,0 1 0 0 0,-1 0 0 0 0,1 0 0 0 0,0 0 0 0 0,0-1 0 0 0,-1 1 0 0 0,1 0 0 0 0,0 0 0 0 0,-1-1 0 0 0,1 1 0 0 0,0 0 1 0 0,0-1-1 0 0,0 1 0 0 0,-1 0 0 0 0,1-1 0 0 0,7-21 207 0 0,22-22 95 0 0,-3 15-304 0 0,2 1 0 0 0,35-28 0 0 0,-54 48 0 0 0,-82 67 1970 0 0,-127 150-1532 0 0,265-249-934 0 0,-27 9 505 0 0,-13 10 9 0 0,1 1 0 0 0,1 1-1 0 0,58-31 1 0 0,-85 50-18 0 0,0-1 0 0 0,1 1 0 0 0,-1 0 0 0 0,0-1 0 0 0,0 1 0 0 0,1 0 0 0 0,-1 0 0 0 0,1-1 0 0 0,-1 1 0 0 0,0 0 0 0 0,1 0 0 0 0,-1 0 0 0 0,1-1 0 0 0,-1 1 0 0 0,0 0 0 0 0,1 0 0 0 0,-1 0 0 0 0,1 0 0 0 0,-1 0 0 0 0,1 0 0 0 0,-1 0 0 0 0,0 0 0 0 0,1 0 0 0 0,-1 0 0 0 0,1 0 0 0 0,-1 0 0 0 0,1 0 0 0 0,-1 1 0 0 0,0-1 0 0 0,1 0 0 0 0,-1 0 0 0 0,1 0 0 0 0,-1 0 0 0 0,0 1 0 0 0,1-1 0 0 0,-1 0 0 0 0,0 1 0 0 0,1-1 0 0 0,-1 1 0 0 0,-8 17 0 0 0,-28 27 0 0 0,34-43 0 0 0,-127 127 100 0 0,53-56-56 0 0,143-120 20 0 0,-25 14-60 0 0,9-7 11 0 0,0 2 0 0 0,3 3 0 0 0,63-32 0 0 0,-115 66-10 0 0,0 0 0 0 0,0 0 0 0 0,0 0 0 0 0,1 0 0 0 0,-1 0 0 0 0,0 1 0 0 0,1-1 0 0 0,-1 1 0 0 0,0-1 0 0 0,3 1 0 0 0,-2 6 44 0 0,-12 10-3 0 0,-35 34 126 0 0,-3-2 0 0 0,-1-2-1 0 0,-61 44 1 0 0,-1 2 0 0 0,101-84-172 0 0,6-6 0 0 0,0 0 0 0 0,1 0 0 0 0,-1 0 0 0 0,1 0 0 0 0,0 1 0 0 0,-1-1 0 0 0,1 1 0 0 0,1-1 0 0 0,-1 1 0 0 0,-2 3 0 0 0,34-21-60 0 0,333-222-622 0 0,-245 165 655 0 0,-97 61 91 0 0,-21 11-61 0 0,0 0 1 0 0,0 0 0 0 0,0 0 0 0 0,-1 0-1 0 0,1 0 1 0 0,0 0 0 0 0,0 1 0 0 0,0-1-1 0 0,0 0 1 0 0,0 0 0 0 0,0 0-1 0 0,0 0 1 0 0,0 0 0 0 0,0 0 0 0 0,0 0-1 0 0,0 0 1 0 0,0 0 0 0 0,0 0 0 0 0,0 1-1 0 0,0-1 1 0 0,0 0 0 0 0,0 0 0 0 0,0 0-1 0 0,0 0 1 0 0,0 0 0 0 0,0 0 0 0 0,0 0-1 0 0,0 0 1 0 0,0 0 0 0 0,0 0 0 0 0,1 1-1 0 0,-1-1 1 0 0,0 0 0 0 0,0 0 0 0 0,0 0-1 0 0,0 0 1 0 0,0 0 0 0 0,0 0 0 0 0,0 0-1 0 0,0 0 1 0 0,0 0 0 0 0,0 0 0 0 0,0 0-1 0 0,0 0 1 0 0,0 0 0 0 0,1 0-1 0 0,-1 0 1 0 0,0 0 0 0 0,0 0 0 0 0,0 0-1 0 0,0 0 1 0 0,0 0 0 0 0,0 0 0 0 0,0 0-1 0 0,0 0 1 0 0,0 0 0 0 0,1 0 0 0 0,-1 0-1 0 0,0 0 1 0 0,0 0 0 0 0,-25 29 498 0 0,12-15-449 0 0,-40 40 108 0 0,-3-3-1 0 0,-108 77 0 0 0,84-68-143 0 0,70-52-15 0 0,-2 1 11 0 0,0 0-1 0 0,1 0 0 0 0,1 1 0 0 0,-19 22 1 0 0,29-32-14 0 0,0 0-1 0 0,0 0 1 0 0,0 0 0 0 0,-1 0 0 0 0,1 0 0 0 0,0 0 0 0 0,0 0 0 0 0,0 0 0 0 0,0 0-1 0 0,0 0 1 0 0,0 0 0 0 0,0 0 0 0 0,0 1 0 0 0,0-1 0 0 0,-1 0 0 0 0,1 0 0 0 0,0 0-1 0 0,0 0 1 0 0,0 0 0 0 0,0 0 0 0 0,0 0 0 0 0,0 0 0 0 0,0 1 0 0 0,0-1 0 0 0,0 0-1 0 0,0 0 1 0 0,0 0 0 0 0,0 0 0 0 0,0 0 0 0 0,0 0 0 0 0,0 0 0 0 0,0 1 0 0 0,0-1-1 0 0,0 0 1 0 0,0 0 0 0 0,0 0 0 0 0,0 0 0 0 0,0 0 0 0 0,0 0 0 0 0,0 0 0 0 0,0 1-1 0 0,0-1 1 0 0,0 0 0 0 0,0 0 0 0 0,0 0 0 0 0,0 0 0 0 0,0 0 0 0 0,1 0 0 0 0,-1 0-1 0 0,0 0 1 0 0,0 1 0 0 0,0-1 0 0 0,0 0 0 0 0,0 0 0 0 0,0 0 0 0 0,0 0 0 0 0,0 0-1 0 0,1 0 1 0 0,-1 0 0 0 0,0 0 0 0 0,0 0 0 0 0,0 0 0 0 0,0 0 0 0 0,0 0 0 0 0,0 0-1 0 0,0 0 1 0 0,1 0 0 0 0,-1 0 0 0 0,0 0 0 0 0,13-4-237 0 0,17-12-149 0 0,130-86-617 0 0,229-156 198 0 0,-370 245 797 0 0,2-4 80 0 0,2 1 0 0 0,-1 1 0 0 0,2 1-1 0 0,39-17 1 0 0,-63 31-50 0 0,0 0-1 0 0,1 0 1 0 0,-1-1-1 0 0,0 1 1 0 0,1 0-1 0 0,-1 0 1 0 0,0-1-1 0 0,1 1 1 0 0,-1 0-1 0 0,0 0 1 0 0,1 0-1 0 0,-1 0 1 0 0,0 0-1 0 0,1-1 1 0 0,-1 1-1 0 0,1 0 1 0 0,-1 0-1 0 0,0 0 1 0 0,1 0-1 0 0,-1 0 1 0 0,0 0-1 0 0,1 0 0 0 0,-1 0 1 0 0,1 0-1 0 0,-1 1 1 0 0,0-1-1 0 0,1 0 1 0 0,-1 0-1 0 0,0 0 1 0 0,1 0-1 0 0,-1 0 1 0 0,0 1-1 0 0,1-1 1 0 0,-1 0-1 0 0,0 0 1 0 0,1 1-1 0 0,-1-1 1 0 0,0 0-1 0 0,1 1 1 0 0,-10 15 392 0 0,-31 24-132 0 0,36-36-226 0 0,-287 253 287 0 0,-63 61 36 0 0,337-300-382 0 0,9-11-2 0 0,0 1 0 0 0,1-1 0 0 0,0 1-1 0 0,0 1 1 0 0,1-1 0 0 0,0 1 0 0 0,-9 18-1 0 0,15-26-1 0 0,-1-1-1 0 0,1 0 1 0 0,0 1-1 0 0,0-1 0 0 0,0 0 1 0 0,0 1-1 0 0,-1-1 1 0 0,1 0-1 0 0,0 1 1 0 0,0-1-1 0 0,0 1 0 0 0,0-1 1 0 0,0 0-1 0 0,0 1 1 0 0,0-1-1 0 0,0 0 1 0 0,0 1-1 0 0,0-1 0 0 0,0 0 1 0 0,0 1-1 0 0,1-1 1 0 0,-1 1-1 0 0,0-1 0 0 0,0 0 1 0 0,0 1-1 0 0,0-1 1 0 0,1 0-1 0 0,-1 0 1 0 0,0 1-1 0 0,0-1 0 0 0,0 0 1 0 0,1 1-1 0 0,12-3-421 0 0,14-12-172 0 0,38-31-101 0 0,71-65-1 0 0,-52 40 591 0 0,28-25 63 0 0,52-40-45 0 0,-131 110 202 0 0,2 2 0 0 0,75-38 0 0 0,-109 60-62 0 0,1 0-1 0 0,0 0 0 0 0,-1 1 1 0 0,1-1-1 0 0,0 0 1 0 0,0 1-1 0 0,0-1 0 0 0,-1 1 1 0 0,1 0-1 0 0,0 0 0 0 0,3-1 1 0 0,-4 2-23 0 0,-1-1 1 0 0,0 0-1 0 0,0 1 0 0 0,0-1 1 0 0,0 0-1 0 0,0 0 1 0 0,1 1-1 0 0,-1-1 0 0 0,0 0 1 0 0,0 1-1 0 0,0-1 0 0 0,0 0 1 0 0,0 1-1 0 0,0-1 1 0 0,0 1-1 0 0,0-1 0 0 0,0 0 1 0 0,0 1-1 0 0,0-1 0 0 0,0 0 1 0 0,0 1-1 0 0,-1-1 1 0 0,1 0-1 0 0,0 1 0 0 0,0-1 1 0 0,0 0-1 0 0,0 0 0 0 0,-1 1 1 0 0,1-1-1 0 0,0 0 1 0 0,0 0-1 0 0,0 1 0 0 0,-1-1 1 0 0,1 0-1 0 0,-1 1 0 0 0,-33 37 733 0 0,-380 369-71 0 0,226-237-631 0 0,120-112-42 0 0,61-52-11 0 0,4-4 0 0 0,0 1 0 0 0,1-1 0 0 0,-1 1 0 0 0,0-1 0 0 0,1 1 0 0 0,-1 0 0 0 0,1 0 0 0 0,-2 4 0 0 0,23-13-488 0 0,31-24 79 0 0,-1-3 1 0 0,-1-2-1 0 0,64-62 1 0 0,36-43 322 0 0,-79 71 351 0 0,4 3 0 0 0,100-70-1 0 0,-204 159 371 0 0,1 0-1 0 0,-50 53 1 0 0,-49 70-713 0 0,68-75 178 0 0,-186 197-100 0 0,246-266 0 0 0,0-1 1 0 0,0 0-1 0 0,-1 0 0 0 0,1 0 1 0 0,0 0-1 0 0,1 1 0 0 0,-1-1 1 0 0,0 0-1 0 0,0 1 1 0 0,1-1-1 0 0,-1 1 0 0 0,0-1 1 0 0,0 3-1 0 0,2-4-3 0 0,-1 0-1 0 0,0 1 1 0 0,0-1 0 0 0,0 0-1 0 0,1 1 1 0 0,-1-1 0 0 0,0 0 0 0 0,0 0-1 0 0,0 0 1 0 0,1 1 0 0 0,-1-1-1 0 0,0 0 1 0 0,1 0 0 0 0,-1 0 0 0 0,0 1-1 0 0,1-1 1 0 0,-1 0 0 0 0,0 0-1 0 0,0 0 1 0 0,1 0 0 0 0,-1 0-1 0 0,0 0 1 0 0,1 0 0 0 0,-1 0 0 0 0,0 0-1 0 0,1 0 1 0 0,-1 0 0 0 0,0 0-1 0 0,1 0 1 0 0,-1 0 0 0 0,0 0-1 0 0,1 0 1 0 0,-1 0 0 0 0,0 0 0 0 0,1-1-1 0 0,41-14-306 0 0,12-18 119 0 0,-2-2 0 0 0,-2-3 0 0 0,82-77 0 0 0,-78 65 11 0 0,2 3 0 0 0,75-49-1 0 0,-123 91 197 0 0,-5 2 8 0 0,0 1 0 0 0,0 0-1 0 0,1-1 1 0 0,-1 2 0 0 0,1-1-1 0 0,-1 0 1 0 0,1 1 0 0 0,0 0-1 0 0,0-1 1 0 0,6 0 0 0 0,-10 2-14 0 0,1 1 1 0 0,-1-1-1 0 0,0 0 1 0 0,0 0-1 0 0,1 1 1 0 0,-1-1 0 0 0,0 0-1 0 0,0 0 1 0 0,0 1-1 0 0,0-1 1 0 0,0 0-1 0 0,1 0 1 0 0,-1 1 0 0 0,0-1-1 0 0,0 0 1 0 0,0 1-1 0 0,0-1 1 0 0,0 0-1 0 0,0 1 1 0 0,0-1 0 0 0,0 0-1 0 0,0 1 1 0 0,0-1-1 0 0,0 0 1 0 0,0 1-1 0 0,0-1 1 0 0,0 0 0 0 0,0 0-1 0 0,0 1 1 0 0,-1-1-1 0 0,1 0 1 0 0,0 1-1 0 0,0-1 1 0 0,0 0 0 0 0,0 0-1 0 0,-1 1 1 0 0,1-1-1 0 0,0 0 1 0 0,0 0-1 0 0,0 1 1 0 0,-1-1 0 0 0,-9 15 160 0 0,10-15-149 0 0,-84 106 385 0 0,-121 116 1 0 0,155-170-368 0 0,47-49-38 0 0,0-1 2 0 0,1 0 0 0 0,-1 1 0 0 0,1-1 1 0 0,0 0-1 0 0,0 1 0 0 0,0 0 1 0 0,0-1-1 0 0,0 1 0 0 0,0 0 1 0 0,1 0-1 0 0,-2 5 0 0 0,5-8-4 0 0,0-1 0 0 0,1 1 0 0 0,-1-1-1 0 0,0 0 1 0 0,0 1 0 0 0,1-1 0 0 0,-1 0-1 0 0,0 0 1 0 0,0-1 0 0 0,0 1 0 0 0,0 0-1 0 0,2-3 1 0 0,-3 4-5 0 0,359-248-1120 0 0,-356 245 1123 0 0,1 0 0 0 0,0 0 0 0 0,0 1 0 0 0,0-1 0 0 0,7-1 1 0 0,-11 4 1 0 0,-1 0-1 0 0,1 0 1 0 0,-1 0 0 0 0,1-1 0 0 0,-1 1 0 0 0,1 0 0 0 0,-1 0 0 0 0,1 0 0 0 0,-1 0 0 0 0,1 0 0 0 0,-1 0 0 0 0,0 1-1 0 0,1-1 1 0 0,-1 0 0 0 0,1 0 0 0 0,-1 0 0 0 0,1 0 0 0 0,-1 0 0 0 0,1 1 0 0 0,-1-1 0 0 0,0 0 0 0 0,1 0 0 0 0,-1 1-1 0 0,0-1 1 0 0,1 0 0 0 0,0 1 0 0 0,-1 0 1 0 0,0 1-1 0 0,1-1 1 0 0,-1 0-1 0 0,0 0 1 0 0,0 0-1 0 0,0 1 1 0 0,0-1 0 0 0,0 0-1 0 0,0 0 1 0 0,0 0-1 0 0,-1 1 1 0 0,1-1-1 0 0,0 0 1 0 0,0 0 0 0 0,-1 0-1 0 0,0 2 1 0 0,-10 23 111 0 0,-2 0 1 0 0,-1 0 0 0 0,0-1 0 0 0,-35 42-1 0 0,-14 25 113 0 0,55-70-225 0 0,8-22 0 0 0,0 1 0 0 0,0-1 0 0 0,0 0 0 0 0,0 1 0 0 0,1-1 0 0 0,-1 1 0 0 0,0-1 0 0 0,0 0 0 0 0,0 1 0 0 0,0-1 0 0 0,0 0 0 0 0,1 1 0 0 0,-1-1 0 0 0,0 1 0 0 0,0-1 0 0 0,0 0 0 0 0,1 1 0 0 0,-1-1 0 0 0,0 0 0 0 0,1 0 0 0 0,-1 1 0 0 0,0-1 0 0 0,1 0 0 0 0,-1 0 0 0 0,0 1 0 0 0,1-1 0 0 0,-1 0 0 0 0,1 0 0 0 0,2 1 0 0 0,0-1 0 0 0,0 0 0 0 0,0 0 0 0 0,0 0 0 0 0,0-1 0 0 0,0 1 0 0 0,0-1 0 0 0,0 1 0 0 0,0-1 0 0 0,0 0 0 0 0,3-2 0 0 0,16-6 0 0 0,0 0 0 0 0,31-20 0 0 0,-43 23 0 0 0,-1-1 0 0 0,1 0 0 0 0,-1 0 0 0 0,-1-1 0 0 0,1 0 0 0 0,-2 0 0 0 0,11-14 0 0 0,-14 15 0 0 0,-1 0 0 0 0,1 0 0 0 0,-1-1 0 0 0,-1 1 0 0 0,1-1 0 0 0,-1 0 0 0 0,-1 0 0 0 0,1 0 0 0 0,-1-16 0 0 0,0 11 0 0 0,-1 0 0 0 0,-1 0 0 0 0,0 0 0 0 0,-1 0 0 0 0,-5-18 0 0 0,4 23-100 0 0,-1 1 1 0 0,1-1-1 0 0,-2 0 1 0 0,1 1-1 0 0,-1 0 1 0 0,0 0-1 0 0,-7-7 1 0 0,5 6-50 0 0,1 1 0 0 0,0-1 1 0 0,1-1-1 0 0,-1 1 0 0 0,-3-12 0 0 0,4 7-1231 0 0,1-1-1 0 0,0 1 1 0 0,-2-23-1 0 0,3 15-4355 0 0</inkml:trace>
</inkml:ink>
</file>

<file path=ppt/ink/ink2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4:49.93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24 15 3817 0 0,'-7'-9'0'0'0,"2"5"0"0"0,0 3 0 0 0,3 1 0 0 0,-3 0 0 0 0</inkml:trace>
</inkml:ink>
</file>

<file path=ppt/ink/ink2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4:50.36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18 31 3225 0 0,'-18'-30'12070'0'0,"29"42"-9262"0"0,-11-11-2444 0 0,4 3-20 0 0,241 252 2605 0 0,-148-160-2696 0 0,-39-38-777 0 0,-3 3-1 0 0,-3 2 1 0 0,68 106 0 0 0,-104-142-1894 0 0,-7-12-3958 0 0</inkml:trace>
</inkml:ink>
</file>

<file path=ppt/ink/ink2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4:50.70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0 6449 0 0,'2'4'546'0'0,"0"-1"0"0"0,1 0 0 0 0,0 0 0 0 0,0 0 0 0 0,0 0 0 0 0,0 0 0 0 0,6 3 0 0 0,6 7 1458 0 0,0 0-1 0 0,0 1 1 0 0,-1 0-1 0 0,19 27 1 0 0,-16-17-1747 0 0,-1 0 0 0 0,-1 2 0 0 0,-1 0-1 0 0,19 51 1 0 0,-25-50-2318 0 0,7 47-1 0 0,-11-52-53 0 0,0 0-3836 0 0</inkml:trace>
</inkml:ink>
</file>

<file path=ppt/ink/ink2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4:51.04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 3225 0 0,'13'17'1696'0'0,"1"-1"1"0"0,1 0 0 0 0,1-1-1 0 0,0 0 1 0 0,0-2-1 0 0,23 14 1 0 0,-12-6 1557 0 0,33 29 0 0 0,-51-41-3050 0 0,0 1 0 0 0,0 0 1 0 0,11 19-1 0 0,41 87-254 0 0,-43-77-1450 0 0,1-2 0 0 0,25 36 0 0 0,-37-63 348 0 0</inkml:trace>
</inkml:ink>
</file>

<file path=ppt/ink/ink2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4:51.38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1 456 0 0,'47'38'5610'0'0,"-27"-22"-2844"0"0,1 0 0 0 0,0-1 0 0 0,29 16 0 0 0,-31-21-2106 0 0,-1 0 1 0 0,0 2-1 0 0,0 0 0 0 0,-1 1 0 0 0,-1 1 0 0 0,16 16 0 0 0,-11-6-416 0 0,-1 1-1 0 0,-1 0 0 0 0,21 40 1 0 0,-30-49-542 0 0,1-1 0 0 0,0 1-1 0 0,0-2 1 0 0,2 0 0 0 0,0 0 0 0 0,0-1 0 0 0,1 0 0 0 0,31 20 0 0 0,-20-15-2834 0 0</inkml:trace>
</inkml:ink>
</file>

<file path=ppt/ink/ink2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4:51.65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0 2304 0 0,'69'32'2619'0'0,"-40"-19"914"0"0,0 0 1 0 0,48 33-1 0 0,50 58 3078 0 0,-10 9-5701 0 0,22 21-7357 0 0</inkml:trace>
</inkml:ink>
</file>

<file path=ppt/ink/ink2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4:51.92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0 2761 0 0,'189'117'14974'0'0,"-65"-34"-9632"0"0,-38-25-5646 0 0,-77-52 178 0 0,27 18-897 0 0,-11-8-2448 0 0</inkml:trace>
</inkml:ink>
</file>

<file path=ppt/ink/ink2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4:52.18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 6913 0 0,'213'174'9327'0'0,"-34"-31"-3709"0"0,-173-137-5529 0 0,196 183 151 0 0,-186-174-1862 0 0,0-1 0 0 0,0 0 0 0 0,35 20 0 0 0,-37-25-2 0 0</inkml:trace>
</inkml:ink>
</file>

<file path=ppt/ink/ink2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4:52.38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0 7370 0 0,'32'24'1714'0'0,"209"149"8779"0"0,-185-137-9776 0 0,1-2 0 0 0,90 37 1 0 0,-129-64-2589 0 0,-1 1-5328 0 0</inkml:trace>
</inkml:ink>
</file>

<file path=ppt/ink/ink2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4:52.55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0 6449 0 0,'123'116'7259'0'0,"-6"-6"-2077"0"0,-33-41-4832 0 0,-72-60-720 0 0,1 0-1 0 0,0-1 1 0 0,1-1 0 0 0,0 0-1 0 0,0-1 1 0 0,19 6 0 0 0,-7-6 310 0 0</inkml:trace>
</inkml:ink>
</file>

<file path=ppt/ink/ink2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3.23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0 519 10138 0 0,'18'-25'1890'0'0,"11"-5"-1499"0"0,2 2 0 0 0,1 1 0 0 0,1 1 0 0 0,1 1 0 0 0,1 3 0 0 0,1 0 0 0 0,55-22 1 0 0,-86 41-370 0 0,1 1 1 0 0,0 0 0 0 0,0 0 0 0 0,0 0-1 0 0,0 1 1 0 0,0 0 0 0 0,0 0 0 0 0,0 1-1 0 0,0-1 1 0 0,7 2 0 0 0,-11-1-23 0 0,0 0 0 0 0,0 1 0 0 0,1 0 0 0 0,-1-1 0 0 0,0 1 0 0 0,0 0 0 0 0,0 0 0 0 0,0 0 0 0 0,0 1 0 0 0,-1-1 0 0 0,1 0-1 0 0,0 1 1 0 0,-1-1 0 0 0,1 1 0 0 0,0-1 0 0 0,-1 1 0 0 0,0 0 0 0 0,1 0 0 0 0,-1-1 0 0 0,0 1 0 0 0,0 0 0 0 0,0 0 0 0 0,0 0 0 0 0,0 0 0 0 0,-1 1 0 0 0,1-1 0 0 0,-1 0 0 0 0,1 0 0 0 0,-1 0 0 0 0,0 4 0 0 0,1 8-41 0 0,0-1-1 0 0,-1 0 1 0 0,-1 1 0 0 0,0-1 0 0 0,-1 0-1 0 0,-6 24 1 0 0,-32 77-236 0 0,21-64 128 0 0,62-164-2689 0 0,34-94 3620 0 0,5-56 5802 0 0,-87 286-5947 0 0,1 1 0 0 0,1 0 0 0 0,1 45 1 0 0,-1-4 39 0 0,3-58-677 0 0,-8 182 83 0 0,8-161-77 0 0,2 1 1 0 0,1 0 0 0 0,1-1-1 0 0,14 48 1 0 0,-15-67-89 0 0,1 0 0 0 0,-1 1 0 0 0,1-1 0 0 0,1-1 0 0 0,0 1 0 0 0,0 0 0 0 0,0-1 0 0 0,1 0 0 0 0,7 6 0 0 0,-7-7-525 0 0,1 0 0 0 0,-1-1 0 0 0,1 0 0 0 0,0-1 0 0 0,14 8 0 0 0,0-6-896 0 0</inkml:trace>
</inkml:ink>
</file>

<file path=ppt/ink/ink2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3.49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 13363 0 0,'124'229'7135'0'0,"-75"-109"-7313"0"0,-10 5-3633 0 0,-30-92 3425 0 0</inkml:trace>
</inkml:ink>
</file>

<file path=ppt/ink/ink2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3.79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1 116 6913 0 0,'1'-1'134'0'0,"1"-1"0"0"0,0 1 0 0 0,-1-1 0 0 0,1 1 0 0 0,0 0 0 0 0,0 0 0 0 0,0 0 0 0 0,0 0 0 0 0,0 0 0 0 0,0 1-1 0 0,1-1 1 0 0,1 0 0 0 0,2-1 458 0 0,61-18 2695 0 0,115-21 0 0 0,-29 9-4194 0 0,-128 25-4444 0 0</inkml:trace>
</inkml:ink>
</file>

<file path=ppt/ink/ink2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4.03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47 5 8290 0 0,'-1'-1'193'0'0,"0"1"1"0"0,-1-1 0 0 0,1 1 0 0 0,0-1-1 0 0,-1 1 1 0 0,1-1 0 0 0,-1 1 0 0 0,1 0-1 0 0,-1-1 1 0 0,1 1 0 0 0,-1 0-1 0 0,1 0 1 0 0,-1 0 0 0 0,1 0 0 0 0,-1 1-1 0 0,1-1 1 0 0,-1 0 0 0 0,1 0-1 0 0,0 1 1 0 0,-3 0 0 0 0,3 1 147 0 0,0 0-1 0 0,-1-1 1 0 0,1 1 0 0 0,0 0-1 0 0,0 0 1 0 0,0 0-1 0 0,0 0 1 0 0,1 0 0 0 0,-1 0-1 0 0,0 0 1 0 0,1 0 0 0 0,0 0-1 0 0,-1 0 1 0 0,1 5 0 0 0,-2 12 737 0 0,2-1 1 0 0,0 2 0 0 0,0-2-1 0 0,6 29 1 0 0,21 78-446 0 0,-12-62-330 0 0,-1 10-254 0 0,-9-39-468 0 0,2-1 0 0 0,1 0 0 0 0,2 0 0 0 0,1-1 0 0 0,25 52 1 0 0,-21-59-7272 0 0</inkml:trace>
</inkml:ink>
</file>

<file path=ppt/ink/ink2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4.50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0 141 10594 0 0,'23'-4'4221'0'0,"-7"1"-3068"0"0,-1 0-1 0 0,1 2 1 0 0,24-1-1 0 0,-32 3-1065 0 0,0 1-1 0 0,0 0 0 0 0,-1 0 1 0 0,1 1-1 0 0,-1 0 0 0 0,0 0 1 0 0,0 1-1 0 0,0-1 0 0 0,0 1 1 0 0,-1 1-1 0 0,1 0 0 0 0,-1 0 1 0 0,0 0-1 0 0,-1 0 0 0 0,1 1 0 0 0,-1 0 1 0 0,0 0-1 0 0,-1 1 0 0 0,1-1 1 0 0,-1 1-1 0 0,-1 0 0 0 0,1 0 1 0 0,-1 0-1 0 0,2 8 0 0 0,-1-6-219 0 0,-2 0 0 0 0,1 0-1 0 0,-1 0 1 0 0,0 0 0 0 0,-1 1-1 0 0,0-1 1 0 0,-1 0 0 0 0,0 0 0 0 0,0 1-1 0 0,-1-1 1 0 0,0 0 0 0 0,-1 0-1 0 0,0 1 1 0 0,0-1 0 0 0,-1-1 0 0 0,0 1-1 0 0,-1 0 1 0 0,0-1 0 0 0,0 1-1 0 0,-7 9 1 0 0,21-63-1593 0 0,-6 33 1435 0 0,25-79-395 0 0,30-154 0 0 0,-53 192 2382 0 0,-8 46 410 0 0,-9 34-451 0 0,1 4-1241 0 0,2 1-1 0 0,1 0 1 0 0,2 0-1 0 0,-3 45 1 0 0,7-60-415 0 0,1 0 1 0 0,1 0-1 0 0,0-1 0 0 0,1 1 1 0 0,1 0-1 0 0,1 0 0 0 0,0-1 1 0 0,1 0-1 0 0,1 0 1 0 0,9 19-1 0 0,9 0-692 0 0,-5-13-4999 0 0,-1-2-1418 0 0</inkml:trace>
</inkml:ink>
</file>

<file path=ppt/ink/ink2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4.85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84 4145 0 0,'1'-3'143'0'0,"0"0"0"0"0,1 0 1 0 0,-1 0-1 0 0,1 0 0 0 0,0 0 1 0 0,0 1-1 0 0,0-1 0 0 0,0 1 1 0 0,1-1-1 0 0,-1 1 0 0 0,0 0 0 0 0,1 0 1 0 0,0 0-1 0 0,-1 0 0 0 0,1 0 1 0 0,4-1-1 0 0,51-24 3362 0 0,-53 25-3341 0 0,0 0 123 0 0,0 0 0 0 0,0 0 0 0 0,0 1 0 0 0,0-1 1 0 0,1 1-1 0 0,-1 0 0 0 0,0 1 0 0 0,1-1 0 0 0,-1 1 0 0 0,1 0 0 0 0,-1 1 0 0 0,0-1 0 0 0,1 1 0 0 0,-1 0 0 0 0,0 1 0 0 0,0-1 0 0 0,0 1 0 0 0,1 0 1 0 0,-2 0-1 0 0,1 0 0 0 0,7 5 0 0 0,-5-1-115 0 0,-1-1 0 0 0,0 1 0 0 0,-1-1 0 0 0,1 2 1 0 0,-1-1-1 0 0,0 0 0 0 0,-1 1 0 0 0,1 0 0 0 0,-1 0 0 0 0,-1 1 1 0 0,1-1-1 0 0,-1 1 0 0 0,3 12 0 0 0,-2-1 283 0 0,0 1-1 0 0,1 35 1 0 0,-4-34 320 0 0,2 0 0 0 0,4 21 0 0 0,-7-42-751 0 0,0 1-1 0 0,0 0 1 0 0,0-1 0 0 0,0 1-1 0 0,0-1 1 0 0,1 1 0 0 0,-1-1-1 0 0,0 1 1 0 0,0-1 0 0 0,1 0-1 0 0,-1 1 1 0 0,0-1 0 0 0,1 1-1 0 0,-1-1 1 0 0,0 1 0 0 0,1-1-1 0 0,-1 0 1 0 0,1 1 0 0 0,-1-1-1 0 0,0 0 1 0 0,1 1 0 0 0,-1-1-1 0 0,1 0 1 0 0,-1 0 0 0 0,1 0-1 0 0,-1 1 1 0 0,1-1 0 0 0,-1 0-1 0 0,1 0 1 0 0,-1 0 0 0 0,1 0-1 0 0,0 0 1 0 0,-1 0 0 0 0,1 0-1 0 0,-1 0 1 0 0,1 0 0 0 0,-1 0-1 0 0,1 0 1 0 0,-1 0 0 0 0,1 0-1 0 0,-1-1 1 0 0,1 1 0 0 0,-1 0-1 0 0,1 0 1 0 0,-1 0 0 0 0,1-1-1 0 0,-1 1 1 0 0,1 0 0 0 0,-1-1-1 0 0,0 1 1 0 0,1 0 0 0 0,-1-1-1 0 0,1 0 1 0 0,27-25 127 0 0,-22 19-109 0 0,87-81-229 0 0,-63 63-117 0 0</inkml:trace>
</inkml:ink>
</file>

<file path=ppt/ink/ink2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6.63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22 35 456 0 0,'-16'26'4412'0'0,"15"-22"-2837"0"0,-1 0 1 0 0,0 0-1 0 0,1 0 0 0 0,4 16 5770 0 0,-2-20-7146 0 0,25-1 443 0 0,-7-5-573 0 0,0 0 0 0 0,-1-1 1 0 0,0-1-1 0 0,0-1 0 0 0,26-18 1 0 0,-14 9-1955 0 0,-5 3-4639 0 0</inkml:trace>
</inkml:ink>
</file>

<file path=ppt/ink/ink2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6.84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1 120 8290 0 0,'0'0'736'0'0,"0"-1"-584"0"0,1 0-152 0 0,2-1 704 0 0,0-1 104 0 0,2 1 24 0 0,4-5 9 0 0,3-3-281 0 0,4-1-56 0 0,0-2-16 0 0,3 1 0 0 0,0 0-640 0 0,-1 0-128 0 0,3 1-24 0 0,-3 0-8 0 0,0-1 312 0 0</inkml:trace>
</inkml:ink>
</file>

<file path=ppt/ink/ink2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7.17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 0 11979 0 0,'-5'2'6754'0'0,"7"7"-3951"0"0,5 9-2304 0 0,-7-18-452 0 0,39 100 472 0 0,-5 2-1 0 0,33 167 1 0 0,-5-16-3118 0 0,-55-230-4981 0 0</inkml:trace>
</inkml:ink>
</file>

<file path=ppt/ink/ink2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7.38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10 1 12443 0 0,'-4'4'3977'0'0,"2"-1"-3033"0"0,-1 0-368 0 0,2-1-64 0 0,1 3 464 0 0,20 10-2768 0 0</inkml:trace>
</inkml:ink>
</file>

<file path=ppt/ink/ink2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7.68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80 10594 0 0,'57'-4'7664'0'0,"0"-7"-4316"0"0,-29 4-3974 0 0,0-2 0 0 0,-1-1-1 0 0,-1-1 1 0 0,28-17 0 0 0</inkml:trace>
</inkml:ink>
</file>

<file path=ppt/ink/ink2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8.03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51 0 8354 0 0,'-6'6'776'0'0,"1"0"1"0"0,0 0 0 0 0,0 0-1 0 0,1 1 1 0 0,0-1 0 0 0,0 1-1 0 0,0 0 1 0 0,1 0-1 0 0,0 1 1 0 0,-2 8 0 0 0,4-13-618 0 0,1-1 1 0 0,-1 1 0 0 0,1 0-1 0 0,-1-1 1 0 0,1 1-1 0 0,0 0 1 0 0,0-1 0 0 0,1 1-1 0 0,-1 0 1 0 0,0 0-1 0 0,1-1 1 0 0,0 1-1 0 0,-1-1 1 0 0,1 1 0 0 0,0 0-1 0 0,0-1 1 0 0,1 0-1 0 0,-1 1 1 0 0,0-1 0 0 0,1 0-1 0 0,0 0 1 0 0,-1 1-1 0 0,1-1 1 0 0,0 0 0 0 0,0-1-1 0 0,0 1 1 0 0,0 0-1 0 0,0-1 1 0 0,1 1 0 0 0,-1-1-1 0 0,1 1 1 0 0,2 0-1 0 0,18 7-27 0 0,45 13 0 0 0,-50-18-37 0 0,-1 1 0 0 0,1 1 0 0 0,31 16 1 0 0,-43-18-84 0 0,-1 0 1 0 0,1 0-1 0 0,0 0 1 0 0,-1 1 0 0 0,0-1-1 0 0,0 2 1 0 0,0-1 0 0 0,-1 0-1 0 0,0 1 1 0 0,0 0-1 0 0,0 0 1 0 0,-1 0 0 0 0,0 0-1 0 0,3 8 1 0 0,-4-7 35 0 0,0-1 0 0 0,0 0 0 0 0,-1 1 0 0 0,0-1 0 0 0,0 1 0 0 0,0 0 0 0 0,-1-1 0 0 0,0 1 0 0 0,0-1 0 0 0,-1 1 0 0 0,0 0 0 0 0,0-1 0 0 0,-1 1 1 0 0,0-1-1 0 0,0 0 0 0 0,0 0 0 0 0,-1 1 0 0 0,1-2 0 0 0,-2 1 0 0 0,-4 8 0 0 0,1-4-191 0 0,-1 0 0 0 0,0-1 1 0 0,-1 1-1 0 0,0-2 0 0 0,0 1 0 0 0,-1-1 0 0 0,0-1 1 0 0,-1 1-1 0 0,-20 9 0 0 0</inkml:trace>
</inkml:ink>
</file>

<file path=ppt/ink/ink2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39.6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33 59 3225 0 0,'-2'0'135'0'0,"0"-1"0"0"0,1 0 0 0 0,-1 0 0 0 0,0 0 0 0 0,0 1 0 0 0,1-2 0 0 0,-1 1 0 0 0,0 0 0 0 0,1 0 0 0 0,-1 0 0 0 0,1-1 0 0 0,-2-1 0 0 0,2 1 294 0 0,0 0 0 0 0,0 1 0 0 0,0-1 0 0 0,0 0 0 0 0,0 1 0 0 0,0-1 0 0 0,1 0-1 0 0,-1 0 1 0 0,1 0 0 0 0,-1 1 0 0 0,1-1 0 0 0,0 0 0 0 0,-1 0 0 0 0,1 0 0 0 0,0 0 0 0 0,0 0-1 0 0,1 0 1 0 0,-1 0 0 0 0,0 0 0 0 0,2-3 0 0 0,-2 5-330 0 0,0 0 0 0 0,1 0 0 0 0,-1 0 0 0 0,0-1 0 0 0,0 1 0 0 0,1 0 0 0 0,-1 0 0 0 0,1 0 0 0 0,-1 0 0 0 0,0 0 0 0 0,1 0 0 0 0,-1 0 0 0 0,0 0 0 0 0,1 0 0 0 0,-1 0-1 0 0,0 0 1 0 0,1 0 0 0 0,-1 0 0 0 0,0 0 0 0 0,1 0 0 0 0,-1 0 0 0 0,0 0 0 0 0,1 0 0 0 0,-1 0 0 0 0,0 1 0 0 0,1-1 0 0 0,-1 0 0 0 0,0 0 0 0 0,1 0 0 0 0,-1 1 0 0 0,0-1 0 0 0,0 0 0 0 0,1 0 0 0 0,-1 1 0 0 0,0-1 0 0 0,0 0 0 0 0,1 0 0 0 0,-1 1 0 0 0,0-1 0 0 0,0 0 0 0 0,0 1 0 0 0,0-1 0 0 0,16 18 699 0 0,-14-16-420 0 0,263 278 2253 0 0,-101-61-2325 0 0,-118-150-118 0 0,107 120 1 0 0,-60-98-147 0 0,-39-40 25 0 0,59 72 0 0 0,-100-107-19 0 0,339 390 240 0 0,-291-338-204 0 0,-2 2 0 0 0,95 150-1 0 0,14 20-78 0 0,48 55-6 0 0,-128-170 143 0 0,147 148-203 0 0,-228-266 61 0 0,301 305 0 0 0,-158-168 0 0 0,-92-91 0 0 0,-27-24 3 0 0,270 260 138 0 0,-203-190-141 0 0,53 53 0 0 0,-56-54 0 0 0,46 53 0 0 0,35 41 0 0 0,-167-183 0 0 0,52 56 0 0 0,90 89 0 0 0,-114-121 0 0 0,311 267 0 0 0,-86-74 64 0 0,-134-92-9 0 0,25 24 82 0 0,81 52 87 0 0,-74-53-222 0 0,-106-99-19 0 0,67 54 0 0 0,2-8 49 0 0,179 197 0 0 0,-258-256-32 0 0,2-2 0 0 0,60 41 0 0 0,-60-47 0 0 0,3 7 22 0 0,-2 1 0 0 0,-2 3-1 0 0,53 74 1 0 0,-55-66 9 0 0,2-3 1 0 0,90 84 0 0 0,-49-61 49 0 0,-4 3 1 0 0,107 133 0 0 0,-68-81 236 0 0,-82-92-175 0 0,-1 2 0 0 0,41 58 0 0 0,107 151-5 0 0,-186-250-138 0 0,15 16-314 0 0,-15-16 308 0 0,1 1-1 0 0,-1-1 0 0 0,0 0 0 0 0,0 0 0 0 0,0 1 0 0 0,0-1 0 0 0,0 0 1 0 0,0 0-1 0 0,1 1 0 0 0,-1-1 0 0 0,0 0 0 0 0,0 0 0 0 0,0 0 0 0 0,1 1 0 0 0,-1-1 1 0 0,0 0-1 0 0,0 0 0 0 0,0 0 0 0 0,1 0 0 0 0,-1 0 0 0 0,0 0 0 0 0,0 1 0 0 0,1-1 1 0 0,-1 0-1 0 0,0 0 0 0 0,1 0 0 0 0,-1 0 0 0 0,0 0 0 0 0,0 0 0 0 0,1 0 0 0 0,-1 0 1 0 0,0 0-1 0 0,0 0 0 0 0,1 0 0 0 0,-1 0 0 0 0,0 0 0 0 0,1 0 0 0 0,-1 0 0 0 0,0-1 1 0 0,0 1-1 0 0,1 0 0 0 0,-1 0 0 0 0,0 0 0 0 0,0 0 0 0 0,0 0 0 0 0,1-1 0 0 0,-1 1 1 0 0,0 0-1 0 0,0 0 0 0 0,0 0 0 0 0,1-1 0 0 0,-1 1 0 0 0,0 0 0 0 0,0 0 0 0 0,0 0 1 0 0,0-1-1 0 0,0 1 0 0 0,1 0 0 0 0,-1-1 0 0 0,0 1 0 0 0,0 0 0 0 0,0 0 0 0 0,0-1 1 0 0,0 1-1 0 0,0 0 0 0 0,0 0 0 0 0,0-1 0 0 0,0 0 0 0 0,0-5-429 0 0</inkml:trace>
</inkml:ink>
</file>

<file path=ppt/ink/ink2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0.9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79 234 6913 0 0,'-31'16'2246'0'0,"25"-12"-1417"0"0,-1 0-1 0 0,-1-1 0 0 0,1 0 0 0 0,-13 3 0 0 0,55-29 3588 0 0,-10 5-3823 0 0,4-1-135 0 0,38-22 301 0 0,-61 37-657 0 0,0 1 0 0 0,1 1 1 0 0,-1-1-1 0 0,0 1 1 0 0,1 0-1 0 0,0 1 0 0 0,-1-1 1 0 0,12 0-1 0 0,-17 3-93 0 0,1-1 0 0 0,-1 0 0 0 0,0 0 0 0 0,0 1 0 0 0,0-1 0 0 0,0 1 0 0 0,1-1 1 0 0,-1 1-1 0 0,0-1 0 0 0,0 1 0 0 0,0 0 0 0 0,0-1 0 0 0,0 1 0 0 0,0 0 0 0 0,0 0 0 0 0,0 0 0 0 0,-1 0 0 0 0,1 0 0 0 0,0 0 0 0 0,-1 0 0 0 0,1 0 0 0 0,0 0 1 0 0,-1 0-1 0 0,1 0 0 0 0,-1 0 0 0 0,1 1 0 0 0,-1-1 0 0 0,0 0 0 0 0,0 0 0 0 0,1 0 0 0 0,-1 3 0 0 0,2 43 204 0 0,-3-41-189 0 0,-2 36 10 0 0,-2 1-1 0 0,-2-1 1 0 0,-3 0 0 0 0,0-1 0 0 0,-23 54 0 0 0,58-177-718 0 0,17-105 0 0 0,12-46-321 0 0,-41 203 2096 0 0,-13 30-1076 0 0,0 0 0 0 0,0 0 0 0 0,0-1-1 0 0,0 1 1 0 0,0 0 0 0 0,1 0 0 0 0,-1 0 0 0 0,0 0 0 0 0,0 0 0 0 0,0 0 0 0 0,0 0-1 0 0,0-1 1 0 0,0 1 0 0 0,0 0 0 0 0,0 0 0 0 0,0 0 0 0 0,1 0 0 0 0,-1 0 0 0 0,0 0-1 0 0,0 0 1 0 0,0 0 0 0 0,0 0 0 0 0,0 0 0 0 0,0 0 0 0 0,1 0 0 0 0,-1 0-1 0 0,0 0 1 0 0,0 0 0 0 0,0 0 0 0 0,0 0 0 0 0,0 0 0 0 0,0 0 0 0 0,1 0 0 0 0,-1 0-1 0 0,0 0 1 0 0,0 0 0 0 0,0 0 0 0 0,0 0 0 0 0,0 0 0 0 0,1 0 0 0 0,-1 0 0 0 0,0 0-1 0 0,0 0 1 0 0,0 0 0 0 0,0 0 0 0 0,0 0 0 0 0,0 0 0 0 0,0 0 0 0 0,1 1 0 0 0,-1-1-1 0 0,0 0 1 0 0,0 0 0 0 0,2 18 424 0 0,-3 43 484 0 0,-1-27-715 0 0,3 0 0 0 0,5 50 0 0 0,1-39-151 0 0,16 83 202 0 0,-19-114-325 0 0,0 1 0 0 0,1-1 0 0 0,0 0 0 0 0,1 0 0 0 0,1-1 0 0 0,11 17 0 0 0,-7-16-1021 0 0,4-3-4232 0 0</inkml:trace>
</inkml:ink>
</file>

<file path=ppt/ink/ink2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1.18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 0 9218 0 0,'-12'8'6389'0'0,"12"-8"-6201"0"0,0 1 0 0 0,0-1 0 0 0,0 1 0 0 0,-7 18 1977 0 0,6-2-1603 0 0,2 1 1 0 0,0-1-1 0 0,0 1 1 0 0,2-1-1 0 0,0 0 0 0 0,10 31 1 0 0,-3-12-383 0 0,-10-34-188 0 0,21 87-721 0 0,54 141 0 0 0,-64-204-6867 0 0</inkml:trace>
</inkml:ink>
</file>

<file path=ppt/ink/ink2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1.43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93 5065 0 0,'0'0'116'0'0,"1"1"1"0"0,-1-1-1 0 0,1 1 0 0 0,-1-1 1 0 0,0 0-1 0 0,1 1 0 0 0,-1-1 1 0 0,1 0-1 0 0,-1 1 0 0 0,1-1 1 0 0,-1 0-1 0 0,1 0 0 0 0,-1 1 1 0 0,1-1-1 0 0,-1 0 0 0 0,1 0 1 0 0,-1 0-1 0 0,1 0 0 0 0,0 0 1 0 0,-1 0-1 0 0,1 0 0 0 0,-1 0 0 0 0,1 0 1 0 0,-1 0-1 0 0,1 0 0 0 0,-1 0 1 0 0,1 0-1 0 0,0-1 0 0 0,23-3 2341 0 0,-20 4-2150 0 0,34-9 3648 0 0,75-28 0 0 0,-70 21-3728 0 0,47-10 0 0 0,-71 22-1181 0 0</inkml:trace>
</inkml:ink>
</file>

<file path=ppt/ink/ink2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1.72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 32 6913 0 0,'-26'-31'12105'0'0,"42"52"-9928"0"0,-6-1-1765 0 0,-1 1 0 0 0,-1 1 0 0 0,-1-1 1 0 0,8 39-1 0 0,5 93 202 0 0,-15-104-1501 0 0,1 1 0 0 0,17 60 0 0 0,-13-80-6759 0 0</inkml:trace>
</inkml:ink>
</file>

<file path=ppt/ink/ink2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2.1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34 7370 0 0,'-1'-2'140'0'0,"1"1"-1"0"0,0 0 1 0 0,0-1 0 0 0,-1 1 0 0 0,1-1 0 0 0,0 1 0 0 0,0 0 0 0 0,0-1 0 0 0,1 1 0 0 0,-1-1 0 0 0,0 1 0 0 0,0 0 0 0 0,1-1 0 0 0,-1 1 0 0 0,1 0-1 0 0,-1-1 1 0 0,1 1 0 0 0,0 0 0 0 0,-1 0 0 0 0,1-1 0 0 0,2-1 0 0 0,-2 3 54 0 0,1-1 0 0 0,-1 1 0 0 0,0 0 0 0 0,1-1 0 0 0,-1 1 0 0 0,1 0 0 0 0,-1 0 0 0 0,1 0 0 0 0,-1 0 0 0 0,1 0 0 0 0,-1 0 0 0 0,1 1 0 0 0,-1-1-1 0 0,1 0 1 0 0,-1 1 0 0 0,1-1 0 0 0,-1 1 0 0 0,0 0 0 0 0,1-1 0 0 0,-1 1 0 0 0,2 2 0 0 0,5 2 73 0 0,0 0 0 0 0,-1 1 0 0 0,1 1 0 0 0,-1-1-1 0 0,-1 1 1 0 0,0 0 0 0 0,0 1 0 0 0,0-1 0 0 0,-1 1 0 0 0,0 0 0 0 0,0 1 0 0 0,-1-1-1 0 0,0 1 1 0 0,3 10 0 0 0,0 1-108 0 0,-1 1-1 0 0,0 1 0 0 0,-2-1 1 0 0,-1 1-1 0 0,2 23 0 0 0,-6 9-259 0 0,-8 74 0 0 0,1-50 23 0 0,33-189-826 0 0,-8 23 320 0 0,3 2 1 0 0,37-95-1 0 0,-42 155 2039 0 0,-15 26-1415 0 0,0 0 1 0 0,0 0-1 0 0,0 0 0 0 0,0-1 1 0 0,1 1-1 0 0,-1 0 1 0 0,0 0-1 0 0,0 0 0 0 0,0 0 1 0 0,0 0-1 0 0,0 0 1 0 0,1 0-1 0 0,-1-1 0 0 0,0 1 1 0 0,0 0-1 0 0,0 0 1 0 0,1 0-1 0 0,-1 0 0 0 0,0 0 1 0 0,0 0-1 0 0,0 0 0 0 0,0 0 1 0 0,1 0-1 0 0,-1 0 1 0 0,0 0-1 0 0,0 0 0 0 0,0 0 1 0 0,1 0-1 0 0,-1 0 1 0 0,0 0-1 0 0,0 0 0 0 0,0 0 1 0 0,0 1-1 0 0,1-1 1 0 0,-1 0-1 0 0,0 0 0 0 0,0 0 1 0 0,0 0-1 0 0,0 0 1 0 0,1 0-1 0 0,2 17 975 0 0,-5 50-718 0 0,0-23 284 0 0,6 70 0 0 0,-3-103-523 0 0,1 0 1 0 0,0 1-1 0 0,0-2 1 0 0,1 1 0 0 0,1 0-1 0 0,0 0 1 0 0,0-1-1 0 0,1 0 1 0 0,0 0 0 0 0,1 0-1 0 0,9 11 1 0 0,-10-15-335 0 0,1-1 1 0 0,0 0-1 0 0,0 0 1 0 0,0 0-1 0 0,1-1 1 0 0,0 0-1 0 0,0 0 1 0 0,0 0-1 0 0,13 3 1 0 0,4 2-7060 0 0</inkml:trace>
</inkml:ink>
</file>

<file path=ppt/ink/ink2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2.4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7370 0 0,'2'10'6636'0'0,"2"-10"-5213"0"0,0-1-1127 0 0,0 1 0 0 0,0 0 0 0 0,0 0 1 0 0,0 0-1 0 0,0 0 0 0 0,0 1 1 0 0,0-1-1 0 0,-1 1 0 0 0,1 0 0 0 0,0 0 1 0 0,0 1-1 0 0,-1-1 0 0 0,1 1 0 0 0,-1 0 1 0 0,1 0-1 0 0,5 4 0 0 0,-5-2-148 0 0,0 0 0 0 0,0 0-1 0 0,-1 1 1 0 0,1-1 0 0 0,-1 1-1 0 0,0 0 1 0 0,0 0-1 0 0,-1 0 1 0 0,1 0 0 0 0,-1 0-1 0 0,0 0 1 0 0,1 7 0 0 0,4 18 50 0 0,4 43 1 0 0,-8-48-126 0 0,1-1 0 0 0,0 1 0 0 0,11 28 0 0 0,-14-50-80 0 0,0-1 0 0 0,-1 1 1 0 0,2-1-1 0 0,-1 0 0 0 0,0 1 0 0 0,0-1 0 0 0,1 0 0 0 0,-1 0 0 0 0,1 0 0 0 0,0 0 0 0 0,0 0 1 0 0,0 0-1 0 0,0 0 0 0 0,0 0 0 0 0,0-1 0 0 0,0 1 0 0 0,0-1 0 0 0,1 0 0 0 0,1 2 0 0 0,-1-3 36 0 0,-1 0-1 0 0,0 1 0 0 0,0-1 0 0 0,0 0 0 0 0,1 0 0 0 0,-1-1 0 0 0,0 1 0 0 0,0 0 0 0 0,0-1 0 0 0,0 1 0 0 0,0-1 0 0 0,1 0 1 0 0,-1 0-1 0 0,0 0 0 0 0,0 0 0 0 0,-1 0 0 0 0,1 0 0 0 0,0 0 0 0 0,0-1 0 0 0,0 1 0 0 0,-1 0 0 0 0,1-1 0 0 0,1-2 0 0 0,56-68-2192 0 0,-31 40-5559 0 0</inkml:trace>
</inkml:ink>
</file>

<file path=ppt/ink/ink2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3.1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92 10594 0 0,'1'5'3116'0'0,"-1"-5"-3056"0"0,11-2 1807 0 0,12-7 272 0 0,12-15-1412 0 0,20-12-2046 0 0,-47 32 115 0 0,0 0 0 0 0,0 1 0 0 0,1 0 0 0 0,0 0 1 0 0,13-2-1 0 0,-8 2-1035 0 0</inkml:trace>
</inkml:ink>
</file>

<file path=ppt/ink/ink2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3.36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0 141 7370 0 0,'54'-65'2603'0'0,"0"19"-5498"0"0,-30 27 2182 0 0,-11 8 677 0 0</inkml:trace>
</inkml:ink>
</file>

<file path=ppt/ink/ink2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3.59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43 1 8754 0 0,'-19'9'873'0'0,"1"6"5152"0"0,17-14-5591 0 0,0 0 1 0 0,1 1-1 0 0,-1-1 0 0 0,1 1 0 0 0,-1 0 1 0 0,1-1-1 0 0,-1 1 0 0 0,1-1 0 0 0,0 1 1 0 0,0 0-1 0 0,0-1 0 0 0,0 3 0 0 0,3 19-236 0 0,96 400 1780 0 0,-72-331-2710 0 0,-15-64 52 0 0</inkml:trace>
</inkml:ink>
</file>

<file path=ppt/ink/ink2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3.7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 1 10138 0 0,'-18'9'6586'0'0,"16"-4"-6034"0"0,1-1-176 0 0,1-1-40 0 0</inkml:trace>
</inkml:ink>
</file>

<file path=ppt/ink/ink2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4.2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9 158 5985 0 0,'-1'-1'54'0'0,"1"1"-1"0"0,-1 0 1 0 0,1 0-1 0 0,-1-1 1 0 0,1 1-1 0 0,-1 0 0 0 0,1-1 1 0 0,0 1-1 0 0,-1-1 1 0 0,1 1-1 0 0,0 0 1 0 0,-1-1-1 0 0,1 1 1 0 0,0-1-1 0 0,-1 1 0 0 0,1-1 1 0 0,0 1-1 0 0,0-1 1 0 0,-1 0-1 0 0,1 1 1 0 0,0-1-1 0 0,0 1 1 0 0,0-1-1 0 0,0 1 0 0 0,0-1 1 0 0,0 1-1 0 0,0-1 1 0 0,0 0-1 0 0,0 1 1 0 0,0-1-1 0 0,0 1 1 0 0,1-2-1 0 0,14-17 1982 0 0,35-14 1584 0 0,-43 29-3160 0 0,18-11 840 0 0,0 1 0 0 0,2 2 1 0 0,-1 0-1 0 0,2 2 1 0 0,35-9-1 0 0,-61 18-1301 0 0,1 1 0 0 0,-1-1 0 0 0,1 1 0 0 0,-1-1 0 0 0,1 1 0 0 0,-1 0 0 0 0,1 0 0 0 0,-1 0 0 0 0,1 0 0 0 0,-1 1 0 0 0,1-1 0 0 0,-1 1 1 0 0,1-1-1 0 0,-1 1 0 0 0,1 0 0 0 0,-1 0 0 0 0,0 0 0 0 0,4 2 0 0 0,-4-1-62 0 0,-1 0 1 0 0,1 0-1 0 0,-1 0 1 0 0,0 0-1 0 0,1 1 1 0 0,-1-1-1 0 0,0 0 1 0 0,0 1-1 0 0,-1-1 1 0 0,1 1-1 0 0,0-1 1 0 0,-1 1-1 0 0,1-1 1 0 0,-1 1-1 0 0,0-1 1 0 0,0 1-1 0 0,0 4 1 0 0,-2 58-478 0 0,0-40 347 0 0,2 1-1 0 0,0-1 1 0 0,2 0 0 0 0,1 0 0 0 0,8 37 0 0 0,-6-45 37 0 0,0 0 1 0 0,2 0-1 0 0,0-1 0 0 0,12 20 1 0 0,-15-28-298 0 0,2 0 0 0 0,-1-1-1 0 0,1 0 1 0 0,0-1 0 0 0,0 1 0 0 0,1-1 0 0 0,0 0 0 0 0,0-1 0 0 0,1 0 0 0 0,10 6-1 0 0,-8-5 441 0 0</inkml:trace>
</inkml:ink>
</file>

<file path=ppt/ink/ink2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4.34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42 126 5529 0 0,'-7'0'-806'0'0,"-28"-9"8834"0"0,36 9-7934 0 0,14-14 2534 0 0,74-37 268 0 0,-33 20-4107 0 0,-22 11-4913 0 0</inkml:trace>
</inkml:ink>
</file>

<file path=ppt/ink/ink2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4.6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32 146 9674 0 0,'-32'6'1564'0'0,"54"-28"4000"0"0,59-37-3171 0 0,-34 23-4324 0 0,3 1-5060 0 0</inkml:trace>
</inkml:ink>
</file>

<file path=ppt/ink/ink2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4.7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132 0 1952 0 0,'-23'30'474'0'0,"2"0"-1"0"0,-24 45 0 0 0,38-62 115 0 0,1 2 0 0 0,0-1-1 0 0,0 1 1 0 0,2 0-1 0 0,0 0 1 0 0,1 0-1 0 0,0 0 1 0 0,-1 20 0 0 0,4-30-339 0 0,0 0 0 0 0,1 0 0 0 0,-1 0 0 0 0,1 0 0 0 0,0 0 0 0 0,0 0 0 0 0,1 0 0 0 0,-1 0 0 0 0,1-1 0 0 0,0 1 0 0 0,0 0 0 0 0,1-1 0 0 0,-1 0 0 0 0,1 0 1 0 0,0 1-1 0 0,0-1 0 0 0,1-1 0 0 0,6 7 0 0 0,4 1 462 0 0,0-1-1 0 0,1-1 1 0 0,0 0 0 0 0,20 8-1 0 0,-23-12-393 0 0,-1 0 0 0 0,0 0-1 0 0,0 2 1 0 0,-1-1-1 0 0,0 1 1 0 0,0 0-1 0 0,0 1 1 0 0,-1 1 0 0 0,11 11-1 0 0,-19-17-273 0 0,1-1-1 0 0,-1 1 0 0 0,0 0 0 0 0,1-1 0 0 0,-1 1 1 0 0,0 0-1 0 0,-1 0 0 0 0,1 0 0 0 0,0 0 1 0 0,-1 0-1 0 0,0 0 0 0 0,0 0 0 0 0,0 0 1 0 0,0 0-1 0 0,0 0 0 0 0,0 0 0 0 0,-1 0 0 0 0,0 0 1 0 0,1 0-1 0 0,-2 3 0 0 0,-10 21-229 0 0</inkml:trace>
</inkml:ink>
</file>

<file path=ppt/ink/ink2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00.8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 4805 2761 0 0,'-1'1'419'0'0,"1"-1"-349"0"0,-1 0 0 0 0,1 0 0 0 0,0 0 0 0 0,0 0 0 0 0,0 0-1 0 0,0 0 1 0 0,-1 0 0 0 0,1 0 0 0 0,0 0 0 0 0,0 0 0 0 0,0 0 0 0 0,-1 0 0 0 0,1 0 0 0 0,0 0 0 0 0,0 0 0 0 0,0 0-1 0 0,-1 0 1 0 0,1 0 0 0 0,-3-1 1119 0 0,3 0-1119 0 0,0 1-1 0 0,0 0 1 0 0,0 0 0 0 0,0 0 0 0 0,0 0 0 0 0,0-1 0 0 0,0 1 0 0 0,0 0 0 0 0,0-1 0 0 0,-6-17 779 0 0,3-27-19 0 0,16-360 3479 0 0,0 57-3314 0 0,42-577 1661 0 0,-41 783-2264 0 0,-6-2-1 0 0,-15-199 0 0 0,4-27 942 0 0,6 134-759 0 0,18-241 1146 0 0,-15 370-1543 0 0,-3 37 59 0 0,22-127 0 0 0,66-272-236 0 0,-81 355-22 0 0,-9 87 14 0 0,1 0-1 0 0,1 0 1 0 0,1 0-1 0 0,13-43 1 0 0,-6 32-1024 0 0,9-55 1 0 0,-3 11-79 0 0,-50 130-262 0 0,-162 257-645 0 0,179-280 1648 0 0,9-13 65 0 0,-1 0 0 0 0,-17 19 1 0 0,21-30 316 0 0,4-13-173 0 0,51-129-731 0 0,-44 126 1004 0 0,0 1 0 0 0,0 0-1 0 0,2 0 1 0 0,-1 1 0 0 0,2 0 0 0 0,0 1-1 0 0,19-20 1 0 0,-27 31 4 0 0,-1-1-1 0 0,1 1 1 0 0,0-1-1 0 0,0 1 1 0 0,0-1 0 0 0,0 1-1 0 0,0 0 1 0 0,0 0 0 0 0,0 0-1 0 0,0 0 1 0 0,1 0 0 0 0,-1 1-1 0 0,0-1 1 0 0,0 1 0 0 0,1-1-1 0 0,-1 1 1 0 0,0 0 0 0 0,1 0-1 0 0,-1 0 1 0 0,1 0-1 0 0,3 1 1 0 0,-3 0 30 0 0,0 1-1 0 0,0-1 1 0 0,0 1-1 0 0,-1 0 1 0 0,1-1-1 0 0,-1 1 1 0 0,1 0-1 0 0,-1 1 1 0 0,0-1-1 0 0,0 0 1 0 0,0 1 0 0 0,0-1-1 0 0,0 1 1 0 0,2 3-1 0 0,4 10 320 0 0,-1 1 0 0 0,0 0 0 0 0,-1 0 0 0 0,5 27-1 0 0,6 34-17 0 0,9 36-458 0 0,-14-77-320 0 0</inkml:trace>
</inkml:ink>
</file>

<file path=ppt/ink/ink2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02.7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92 201 920 0 0,'-5'1'405'0'0,"-1"-1"0"0"0,0 1 0 0 0,1 0 0 0 0,-1 1-1 0 0,1-1 1 0 0,-1 1 0 0 0,1 0 0 0 0,0 0 0 0 0,-1 1 0 0 0,1-1 0 0 0,0 1-1 0 0,1 1 1 0 0,-1-1 0 0 0,1 0 0 0 0,-9 12 5677 0 0,80-46-3182 0 0,-40 17-2299 0 0,2 2-1 0 0,-1 0 0 0 0,1 2 1 0 0,39-8-1 0 0,-12 10-565 0 0,66 0 1 0 0,-89 6-32 0 0,0-1-37 0 0,56-14 0 0 0,-63 11 12 0 0,1 1-1 0 0,-1 1 1 0 0,42-1-1 0 0,30 6 22 0 0,0 0 0 0 0,99 14 0 0 0,429 27 181 0 0,-499-31-72 0 0,-82-6-94 0 0,66 1 0 0 0,143-24 81 0 0,-127 7 155 0 0,151 6 0 0 0,-227 5-198 0 0,103-13 0 0 0,-63 3-29 0 0,12-4-24 0 0,119-31 0 0 0,-133 26-10 0 0,0 4-1 0 0,1 4 0 0 0,1 4 1 0 0,-1 4-1 0 0,150 14 0 0 0,-20 11 150 0 0,609 71 987 0 0,-697-73-925 0 0,291 37 48 0 0,131 5-91 0 0,-254-19 346 0 0,89 10-53 0 0,-259-43-453 0 0,235 51 1 0 0,-122-13-728 0 0,34 9-383 0 0,-262-55 308 0 0,0 1-1 0 0,0-2 0 0 0,0 0 0 0 0,0-1 1 0 0,0 0-1 0 0,0-1 0 0 0,0-1 0 0 0,0 0 0 0 0,0-1 1 0 0,26-9-1 0 0,-25 8-3657 0 0</inkml:trace>
</inkml:ink>
</file>

<file path=ppt/ink/ink2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03.2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174 0 3025 0 0,'-52'10'454'0'0,"-7"0"2234"0"0,51-8-1289 0 0,-1 0 0 0 0,1 1 0 0 0,0 0 1 0 0,-12 6-1 0 0,19-8-1227 0 0,1-1 1 0 0,-1 0-1 0 0,1 1 0 0 0,-1-1 1 0 0,1 0-1 0 0,-1 1 1 0 0,1-1-1 0 0,-1 1 0 0 0,1-1 1 0 0,-1 1-1 0 0,1-1 1 0 0,-1 1-1 0 0,1-1 1 0 0,0 1-1 0 0,-1-1 0 0 0,1 1 1 0 0,0 0-1 0 0,0-1 1 0 0,-1 1-1 0 0,1-1 0 0 0,0 1 1 0 0,0 0-1 0 0,0-1 1 0 0,0 1-1 0 0,0 0 0 0 0,0-1 1 0 0,0 1-1 0 0,0 0 1 0 0,0-1-1 0 0,0 1 0 0 0,0 1 1 0 0,1 0-50 0 0,0 0 1 0 0,0 0 0 0 0,0 0-1 0 0,1 0 1 0 0,-1 0-1 0 0,0 0 1 0 0,1 0-1 0 0,-1 0 1 0 0,3 2-1 0 0,42 30-531 0 0,-45-33 508 0 0,26 14-101 0 0,0-1 1 0 0,1-2-1 0 0,0-1 1 0 0,36 10-1 0 0,-31-11-4 0 0,-1 1-1 0 0,57 29 1 0 0,-86-39 25 0 0,0 1 0 0 0,0 0 0 0 0,0 0-1 0 0,0 0 1 0 0,0 1 0 0 0,-1-1 0 0 0,1 1 0 0 0,-1-1-1 0 0,0 1 1 0 0,0 0 0 0 0,0 0 0 0 0,0 0 0 0 0,0 0-1 0 0,0 0 1 0 0,-1 0 0 0 0,0 0 0 0 0,2 7 0 0 0,-2-4 52 0 0,0-1 1 0 0,-1 1 0 0 0,0-1-1 0 0,0 1 1 0 0,0-1 0 0 0,-1 1 0 0 0,0-1-1 0 0,0 1 1 0 0,0-1 0 0 0,-3 8 0 0 0,-6 8 189 0 0,0 1 1 0 0,-1-1 0 0 0,-1-1-1 0 0,-17 23 1 0 0,27-40-255 0 0,-29 41-475 0 0,-55 59-1 0 0</inkml:trace>
</inkml:ink>
</file>

<file path=ppt/ink/ink2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09.3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3199 2652 3225 0 0,'0'0'240'0'0,"-1"1"-200"0"0,0 0 0 0 0,1 0 0 0 0,-1 0 0 0 0,0 0 0 0 0,0 0 0 0 0,0 0 0 0 0,0 0 0 0 0,0-1 0 0 0,0 1 0 0 0,0 0 0 0 0,0-1 0 0 0,0 1 0 0 0,0 0 0 0 0,0-1 0 0 0,0 0 0 0 0,0 1 0 0 0,0-1 0 0 0,0 1 0 0 0,-1-1 0 0 0,1 0 0 0 0,0 0 0 0 0,0 0 0 0 0,0 0 0 0 0,-1 0 0 0 0,1 0 0 0 0,0 0 0 0 0,0 0 0 0 0,0 0 0 0 0,-1-1 0 0 0,1 1 0 0 0,0 0 0 0 0,0-1 0 0 0,0 1 0 0 0,0-1 0 0 0,0 1 0 0 0,0-1 0 0 0,0 0 0 0 0,-1 0 0 0 0,-3-4 334 0 0,2 0 0 0 0,-1 0 0 0 0,0-1 0 0 0,1 1 0 0 0,0-1 0 0 0,-3-8 0 0 0,-13-22 609 0 0,12 30-886 0 0,0 0 0 0 0,0 0 0 0 0,0 1 1 0 0,-1 0-1 0 0,0 0 0 0 0,0 1 0 0 0,-10-4 1 0 0,-31-20 397 0 0,-109-107 1279 0 0,22 16-1068 0 0,-23-14 955 0 0,-88-69-618 0 0,89 59-451 0 0,110 98-672 0 0,-60-52 109 0 0,-63-62 142 0 0,117 107 27 0 0,-3 2-1 0 0,-100-66 0 0 0,85 64-139 0 0,-99-81-67 0 0,143 110-132 0 0,-43-42 0 0 0,51 44 109 0 0,-2 1 0 0 0,1 1 0 0 0,-44-27 0 0 0,8 8 207 0 0,2-3 0 0 0,-92-85 1 0 0,38 12 913 0 0,-24-21-169 0 0,89 100-679 0 0,-1 2 0 0 0,-91-51 0 0 0,113 70-93 0 0,1-1-1 0 0,-38-34 1 0 0,6 3 127 0 0,-94-55 166 0 0,136 95-282 0 0,11 5-161 0 0,-1 1 1 0 0,0-1-1 0 0,0 0 1 0 0,1 1-1 0 0,-1-1 1 0 0,1 0-1 0 0,-1 0 1 0 0,1 0-1 0 0,-1 0 1 0 0,1-1-1 0 0,0 1 0 0 0,-1 0 1 0 0,-1-2-1 0 0,3 1-228 0 0,0 1-1 0 0,0 0 0 0 0,0 0 0 0 0,0 0 0 0 0,0-1 1 0 0,0 1-1 0 0,1 0 0 0 0,-1 0 0 0 0,0 0 1 0 0,1 0-1 0 0,-1 0 0 0 0,0 0 0 0 0,1-1 0 0 0,-1 1 1 0 0,1 0-1 0 0,0 0 0 0 0,-1 0 0 0 0,2-1 0 0 0</inkml:trace>
</inkml:ink>
</file>

<file path=ppt/ink/ink2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09.8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7 7370 0 0,'4'-6'7935'0'0,"8"13"-7363"0"0,0 1 0 0 0,0 1 1 0 0,-1 0-1 0 0,0 0 1 0 0,12 15-1 0 0,50 63 271 0 0,-20-23-601 0 0,-32-40-459 0 0,55 58 419 0 0,-66-73-907 0 0,0 0-1 0 0,0-1 0 0 0,1 0 1 0 0,0-1-1 0 0,1 0 0 0 0,13 6 1 0 0,-14-9-3159 0 0</inkml:trace>
</inkml:ink>
</file>

<file path=ppt/ink/ink2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0.2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1 920 0 0,'-1'1'329'0'0,"1"1"1"0"0,0-1-1 0 0,0 0 0 0 0,0 1 0 0 0,0-1 0 0 0,1 1 1 0 0,-1-1-1 0 0,0 0 0 0 0,0 1 0 0 0,1-1 0 0 0,-1 0 0 0 0,1 1 1 0 0,-1-1-1 0 0,1 0 0 0 0,0 0 0 0 0,0 1 0 0 0,-1-1 1 0 0,1 0-1 0 0,0 0 0 0 0,0 0 0 0 0,0 0 0 0 0,0 0 0 0 0,0 0 1 0 0,0 0-1 0 0,0-1 0 0 0,3 2 0 0 0,-2 0-97 0 0,1 1 0 0 0,0-1 1 0 0,0-1-1 0 0,-1 1 0 0 0,1 0 0 0 0,1-1 0 0 0,-1 0 0 0 0,0 1 0 0 0,0-1 0 0 0,5 0 0 0 0,-18-3 752 0 0,7 0-1032 0 0,0 1 1 0 0,0 0-1 0 0,0 0 0 0 0,0 0 0 0 0,0 1 0 0 0,0-1 1 0 0,-6 1-1 0 0,7-1 51 0 0,1 1 0 0 0,0 0 0 0 0,0-1-1 0 0,0 1 1 0 0,0-1 0 0 0,0 0 0 0 0,0 1 0 0 0,0-1 0 0 0,0 0 0 0 0,0 1 0 0 0,1-1 0 0 0,-1 0 0 0 0,0 0 0 0 0,0 0-1 0 0,1 0 1 0 0,-1 0 0 0 0,0 0 0 0 0,1 0 0 0 0,-1 0 0 0 0,1 0 0 0 0,-1-1 0 0 0,-3-3 177 0 0,6 8 125 0 0,-2-1-646 0 0</inkml:trace>
</inkml:ink>
</file>

<file path=ppt/ink/ink2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0.5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3 168 4609 0 0,'-2'0'2821'0'0,"2"-8"-953"0"0,5-24-260 0 0,12-42-1752 0 0,-6 38-1948 0 0,-7 19-1169 0 0</inkml:trace>
</inkml:ink>
</file>

<file path=ppt/ink/ink2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0.7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 1 3209 0 0,'-3'11'63'0'0,"-15"70"496"0"0,17-75-153 0 0,1 1-1 0 0,-1-1 1 0 0,1 0 0 0 0,1 1 0 0 0,-1-1-1 0 0,1 0 1 0 0,0 1 0 0 0,0-1-1 0 0,1 0 1 0 0,3 10 0 0 0,-4-15-242 0 0,1 1 0 0 0,-1-1 1 0 0,0 1-1 0 0,0-1 1 0 0,1 1-1 0 0,-1-1 0 0 0,0 0 1 0 0,1 1-1 0 0,0-1 0 0 0,-1 0 1 0 0,1 0-1 0 0,0 0 0 0 0,-1-1 1 0 0,1 1-1 0 0,0 0 0 0 0,0 0 1 0 0,0-1-1 0 0,0 1 0 0 0,-1-1 1 0 0,1 0-1 0 0,0 0 0 0 0,0 0 1 0 0,2 0-1 0 0,55-4 2358 0 0,-26 0-1208 0 0,-28 4-1163 0 0,1 0-1 0 0,-1 1 0 0 0,1-1 1 0 0,-1 1-1 0 0,1 0 1 0 0,-1 1-1 0 0,0-1 0 0 0,1 1 1 0 0,-1 0-1 0 0,0 0 1 0 0,0 1-1 0 0,0-1 1 0 0,-1 1-1 0 0,9 6 0 0 0,-7-3-463 0 0,0 0-1 0 0,-1 0 0 0 0,1 0 0 0 0,-1 1 0 0 0,7 11 1 0 0,-1 0-5629 0 0</inkml:trace>
</inkml:ink>
</file>

<file path=ppt/ink/ink2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1.7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2761 0 0,'0'4'1153'0'0,"1"-1"-960"0"0,-1-1 0 0 0,1 0 0 0 0,0 0 0 0 0,0 1-1 0 0,0-1 1 0 0,0 0 0 0 0,0 0 0 0 0,0 0 0 0 0,0 0 0 0 0,1 0-1 0 0,-1 0 1 0 0,1 0 0 0 0,-1 0 0 0 0,1-1 0 0 0,0 1 0 0 0,0 0 0 0 0,0-1-1 0 0,0 0 1 0 0,0 1 0 0 0,0-1 0 0 0,0 0 0 0 0,0 0 0 0 0,1 0-1 0 0,-1 0 1 0 0,0-1 0 0 0,3 1 0 0 0,5 2-137 0 0,-1 0-1 0 0,1-1 1 0 0,0 0 0 0 0,0-1 0 0 0,10 0-1 0 0,-17-1-144 0 0,-1 0 0 0 0,0 0 0 0 0,0-1-1 0 0,1 1 1 0 0,-1-1 0 0 0,0 1 0 0 0,0-1-1 0 0,0 0 1 0 0,0 0 0 0 0,0 0 0 0 0,4-2-1 0 0</inkml:trace>
</inkml:ink>
</file>

<file path=ppt/ink/ink2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2.7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0 920 0 0,'0'1'136'0'0,"0"12"1625"0"0,0-11-1325 0 0,0 0 0 0 0,0-1 0 0 0,0 1-1 0 0,0 0 1 0 0,0-1 0 0 0,0 1 0 0 0,0 0 0 0 0,1-1 0 0 0,-1 1 0 0 0,1-1-1 0 0,-1 1 1 0 0,1-1 0 0 0,-1 1 0 0 0,1-1 0 0 0,0 1 0 0 0,0-1 0 0 0,0 1 0 0 0,2 1-1 0 0,23 35 2648 0 0,-9-13-2157 0 0,0-2-1 0 0,1 0 0 0 0,22 21 0 0 0,153 128-93 0 0,-73-67-470 0 0,12 35-389 0 0,-97-99 15 0 0,1-1-1 0 0,61 50 1 0 0,164 115 73 0 0,-223-173-52 0 0,-1 2 1 0 0,-2 2-1 0 0,-1 1 0 0 0,48 69 0 0 0,26 30 515 0 0,16-8-349 0 0,44 55-125 0 0,-65-59-358 0 0,187 177 0 0 0,51 61-396 0 0,-294-308 722 0 0,2-3 0 0 0,68 55-1 0 0,-40-40-88 0 0,43 34-39 0 0,-81-71 169 0 0,-1 2 0 0 0,-2 1 1 0 0,-1 3-1 0 0,36 45 0 0 0,130 183 2884 0 0,-195-255-2890 0 0,-4-5-87 0 0,0 0 0 0 0,0 0-1 0 0,1 0 1 0 0,-1 0 0 0 0,1 0-1 0 0,0 0 1 0 0,0-1 0 0 0,0 1-1 0 0,0-1 1 0 0,0 0 0 0 0,1 0-1 0 0,3 2 1 0 0,-1-1-479 0 0,1 0-1 0 0,-1 0 1 0 0,-1 1 0 0 0,11 8 0 0 0,1 0-2076 0 0</inkml:trace>
</inkml:ink>
</file>

<file path=ppt/ink/ink2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3.3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56 39 1376 0 0,'-55'-39'13907'0'0,"133"94"-10081"0"0,33 41-2640 0 0,-108-94-1145 0 0,105 103-190 0 0,-23-21-3594 0 0,-63-64-2323 0 0</inkml:trace>
</inkml:ink>
</file>

<file path=ppt/ink/ink2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3.5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1 11058 0 0,'0'1'114'0'0,"0"1"-1"0"0,1-1 1 0 0,-1 0-1 0 0,0 1 0 0 0,0-1 1 0 0,0 1-1 0 0,0-1 1 0 0,0 0-1 0 0,0 1 0 0 0,0-1 1 0 0,0 1-1 0 0,-1-1 1 0 0,1 0-1 0 0,-1 2 0 0 0,-2-1 366 0 0,1-13-1869 0 0</inkml:trace>
</inkml:ink>
</file>

<file path=ppt/ink/ink2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4.0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1 245 7370 0 0,'1'0'114'0'0,"0"1"-1"0"0,0-1 1 0 0,0 0 0 0 0,1 0 0 0 0,-1 0 0 0 0,0 1 0 0 0,0-1 0 0 0,1 0 0 0 0,-1 0 0 0 0,0-1 0 0 0,0 1 0 0 0,1 0 0 0 0,-1 0 0 0 0,0-1 0 0 0,0 1 0 0 0,0 0 0 0 0,0-1 0 0 0,1 1 0 0 0,-1-1 0 0 0,0 0-1 0 0,0 1 1 0 0,0-1 0 0 0,0 0 0 0 0,0 0 0 0 0,0 1 0 0 0,-1-1 0 0 0,1 0 0 0 0,1-1 0 0 0,27-27 940 0 0,-17 14-850 0 0,0-1 1 0 0,-1 0-1 0 0,12-24 1 0 0,-20 33-471 0 0,0 0 0 0 0,-1 1 0 0 0,0-1 0 0 0,0 0 1 0 0,1-10-1 0 0,-2 13-164 0 0,-1 1 0 0 0,0-1 1 0 0,0 1-1 0 0,0-1 0 0 0,0 0 1 0 0,-1 1-1 0 0,0-1 0 0 0,0 0 1 0 0,1 1-1 0 0,-2 0 0 0 0,-1-6 1 0 0,2 8 342 0 0,1 0 1 0 0,-1 0 0 0 0,1-1 0 0 0,-1 1 0 0 0,0 0-1 0 0,1 0 1 0 0,-1 0 0 0 0,0 0 0 0 0,0 0 0 0 0,0 0 0 0 0,0 1-1 0 0,0-1 1 0 0,0 0 0 0 0,0 0 0 0 0,0 1 0 0 0,0-1-1 0 0,-1 0 1 0 0,1 1 0 0 0,0-1 0 0 0,0 1 0 0 0,0 0-1 0 0,-1-1 1 0 0,1 1 0 0 0,0 0 0 0 0,-1 0 0 0 0,1 0 0 0 0,0 0-1 0 0,-1 0 1 0 0,1 0 0 0 0,0 0 0 0 0,0 0 0 0 0,-1 0-1 0 0,1 1 1 0 0,0-1 0 0 0,0 1 0 0 0,-1-1 0 0 0,1 1-1 0 0,0-1 1 0 0,0 1 0 0 0,0-1 0 0 0,-2 3 0 0 0,-1-1 106 0 0,0 1-1 0 0,0 0 1 0 0,1 0 0 0 0,-1 1 0 0 0,1-1 0 0 0,-1 1-1 0 0,1-1 1 0 0,1 1 0 0 0,-1 0 0 0 0,-2 5 0 0 0,-4 9-76 0 0,2 1 1 0 0,0 0-1 0 0,-7 34 1 0 0,12-42 229 0 0,1 0 1 0 0,-1-1-1 0 0,2 1 1 0 0,-1 0-1 0 0,2-1 0 0 0,-1 1 1 0 0,1 0-1 0 0,5 18 1 0 0,-5-27 118 0 0,0 0 0 0 0,0 1 0 0 0,0-1 0 0 0,0 0 0 0 0,0 0 0 0 0,0 0 0 0 0,1 1 0 0 0,-1-1 0 0 0,1-1 1 0 0,0 1-1 0 0,0 0 0 0 0,-1 0 0 0 0,1-1 0 0 0,0 1 0 0 0,0-1 0 0 0,1 1 0 0 0,-1-1 0 0 0,0 0 0 0 0,0 0 0 0 0,1 0 0 0 0,-1 0 0 0 0,0 0 1 0 0,1-1-1 0 0,-1 1 0 0 0,1-1 0 0 0,-1 1 0 0 0,1-1 0 0 0,-1 0 0 0 0,1 0 0 0 0,-1 0 0 0 0,6-1 0 0 0,8-1 618 0 0,0-1-1 0 0,0-1 1 0 0,-1 0 0 0 0,17-7-1 0 0,-1 1 491 0 0,-19 6-1026 0 0,0 1-1 0 0,0 0 0 0 0,0 1 0 0 0,0 1 1 0 0,19-1-1 0 0,-28 2-362 0 0,0 1 1 0 0,0-1-1 0 0,0 1 0 0 0,0-1 1 0 0,0 1-1 0 0,0 0 1 0 0,-1 0-1 0 0,1 0 1 0 0,0 0-1 0 0,-1 1 0 0 0,1-1 1 0 0,0 1-1 0 0,-1-1 1 0 0,0 1-1 0 0,1 0 1 0 0,-1 0-1 0 0,0 0 1 0 0,0 0-1 0 0,0 0 0 0 0,0 1 1 0 0,-1-1-1 0 0,1 1 1 0 0,-1-1-1 0 0,1 1 1 0 0,-1 0-1 0 0,0-1 0 0 0,0 1 1 0 0,1 4-1 0 0,5 37-1664 0 0,-5-18-5524 0 0</inkml:trace>
</inkml:ink>
</file>

<file path=ppt/ink/ink2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7.7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0 3225 0 0,'-1'7'350'0'0,"0"0"0"0"0,1 0 0 0 0,0 0 0 0 0,0 0 0 0 0,1 0 0 0 0,0 0 0 0 0,0-1 0 0 0,0 1 0 0 0,1 0 0 0 0,0-1 0 0 0,0 1 0 0 0,1-1 0 0 0,0 0 0 0 0,0 1 0 0 0,0-1 0 0 0,1-1 0 0 0,0 1 0 0 0,0 0 0 0 0,1-1 0 0 0,-1 0 0 0 0,7 6 0 0 0,12 9 129 0 0,0-1 0 0 0,1-1 0 0 0,40 22 0 0 0,-49-30-152 0 0,12 8-163 0 0,0 1-1 0 0,-2 1 0 0 0,-1 2 1 0 0,27 29-1 0 0,78 106 596 0 0,-2-2-21 0 0,49 21-212 0 0,6 9-421 0 0,199 218 876 0 0,-294-310-967 0 0,38 41 14 0 0,169 140 0 0 0,-44-39-1125 0 0,-164-147 481 0 0,100 77 0 0 0,-112-102 616 0 0,68 74 0 0 0,-96-90 0 0 0,118 107 577 0 0,-85-83 273 0 0,-3 3 1 0 0,85 109 0 0 0,-152-170-783 0 0,29 34 553 0 0,-36-45-640 0 0,0 0 0 0 0,0 1-1 0 0,0-1 1 0 0,1 0 0 0 0,-1-1 0 0 0,1 1-1 0 0,-1 0 1 0 0,1-1 0 0 0,-1 1 0 0 0,1-1-1 0 0,0 0 1 0 0,0 0 0 0 0,0 0 0 0 0,0 0-1 0 0,4 0 1 0 0,-6-1-337 0 0,1-1 0 0 0,-1 1-1 0 0,0-1 1 0 0,0 1 0 0 0,0-1 0 0 0,0 0-1 0 0,0 0 1 0 0,0 0 0 0 0,0 1 0 0 0,0-1-1 0 0,-1 0 1 0 0,1 0 0 0 0,0 0 0 0 0,0 0-1 0 0,-1 0 1 0 0,1-1 0 0 0,-1 1-1 0 0,1 0 1 0 0,-1 0 0 0 0,1-2 0 0 0,2-7-3563 0 0</inkml:trace>
</inkml:ink>
</file>

<file path=ppt/ink/ink2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8.2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9218 0 0,'0'4'718'0'0,"0"0"0"0"0,0 0 0 0 0,0 0 0 0 0,0 0 0 0 0,1 0 0 0 0,0-1 0 0 0,0 1 0 0 0,0 0 0 0 0,3 6 1 0 0,-4-9-698 0 0,0-1 0 0 0,1 1 0 0 0,-1-1 0 0 0,0 0 0 0 0,1 1 0 0 0,-1-1 0 0 0,0 0 0 0 0,1 1 0 0 0,-1-1 0 0 0,1 0 0 0 0,-1 0 0 0 0,0 1 0 0 0,1-1 0 0 0,-1 0 0 0 0,1 0 0 0 0,-1 0 0 0 0,1 0 0 0 0,-1 1 1 0 0,1-1-1 0 0,-1 0 0 0 0,1 0 0 0 0,-1 0 0 0 0,1 0 0 0 0,-1 0 0 0 0,1 0 0 0 0,-1 0 0 0 0,1-1 0 0 0,2 1-205 0 0,-1-1 0 0 0,0 0 1 0 0,-1 0-1 0 0,1 0 0 0 0,0-1 0 0 0,0 1 0 0 0,0 0 0 0 0,-1-1 1 0 0,1 1-1 0 0,1-2 0 0 0,-1 1-58 0 0,0 0 0 0 0,0 0 1 0 0,0 1-1 0 0,0-1 0 0 0,0 1 0 0 0,0-1 1 0 0,0 1-1 0 0,0 0 0 0 0,1 0 0 0 0,4-2 1 0 0,7 2 145 0 0</inkml:trace>
</inkml:ink>
</file>

<file path=ppt/ink/ink2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8.7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2 110 8290 0 0,'-1'-15'2816'0'0,"0"-36"438"0"0,1 48-3119 0 0,1 1-1 0 0,-1-1 0 0 0,0 1 0 0 0,1 0 0 0 0,-1-1 1 0 0,1 1-1 0 0,0 0 0 0 0,0-1 0 0 0,0 1 0 0 0,0 0 0 0 0,0 0 1 0 0,0 0-1 0 0,1-1 0 0 0,-1 1 0 0 0,1 1 0 0 0,-1-1 0 0 0,4-3 1 0 0,-4 5-30 0 0,-1 0 1 0 0,1 0 0 0 0,-1 0 0 0 0,1 0-1 0 0,0 0 1 0 0,-1 0 0 0 0,1 0 0 0 0,-1 0-1 0 0,1 0 1 0 0,-1 0 0 0 0,1 1 0 0 0,-1-1-1 0 0,1 0 1 0 0,-1 0 0 0 0,0 1 0 0 0,1-1-1 0 0,-1 0 1 0 0,1 0 0 0 0,-1 1 0 0 0,1-1-1 0 0,-1 0 1 0 0,0 1 0 0 0,1-1 0 0 0,-1 1-1 0 0,0-1 1 0 0,1 1 0 0 0,-1 0-1 0 0,15 19 1036 0 0,-4-5-717 0 0,38 33-35 0 0,-2 2 0 0 0,55 78 1 0 0,-102-128-390 0 0,2 2 0 0 0,0 0 0 0 0,-1 1 0 0 0,1-1 0 0 0,-1 0 0 0 0,0 1 0 0 0,0-1 0 0 0,0 1 0 0 0,0 0 0 0 0,0-1 0 0 0,0 1 0 0 0,0 0 0 0 0,-1 3 0 0 0,-3-8-145 0 0,0 1 1 0 0,0-1 0 0 0,-1 0-1 0 0,1 0 1 0 0,0 0-1 0 0,1-1 1 0 0,-6-3-1 0 0,7 4-13 0 0,-32-25-1967 0 0,18 16 557 0 0,1 0 0 0 0,-19-21 0 0 0,28 26 1182 0 0,1 1 0 0 0,0-1-1 0 0,0 0 1 0 0,1 0 0 0 0,-1-1 0 0 0,1 1 0 0 0,1-1 0 0 0,-1 1-1 0 0,1-1 1 0 0,-2-8 0 0 0,3 8-354 0 0</inkml:trace>
</inkml:ink>
</file>

<file path=ppt/ink/ink2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9.68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118 110 6913 0 0,'-2'4'523'0'0,"-1"-1"0"0"0,1 1-1 0 0,0 0 1 0 0,-1-1 0 0 0,0 0-1 0 0,0 1 1 0 0,0-1 0 0 0,-6 5-1 0 0,32-52 3158 0 0,-20 39-3774 0 0,0-1 0 0 0,-1 1 1 0 0,1-1-1 0 0,-1 0 0 0 0,0 0 0 0 0,-1 0 1 0 0,2-10-1 0 0,-22 63-1414 0 0,16-37 1163 0 0,0 0 0 0 0,0-1 0 0 0,-1 1 0 0 0,-9 15 0 0 0,-17 11 3383 0 0,21-27-2380 0 0,4-5-309 0 0,0 1 0 0 0,0 0 0 0 0,0 0 0 0 0,1 0-1 0 0,0 0 1 0 0,0 1 0 0 0,0 0 0 0 0,1 0 0 0 0,-3 7 0 0 0,17-24 1203 0 0,6-11-1431 0 0,22-59-89 0 0,-29 57-30 0 0,1 0 0 0 0,1 1 0 0 0,24-35 0 0 0,-35 57 8 0 0,1-1-1 0 0,-1 1 0 0 0,0-1 0 0 0,1 1 1 0 0,-1-1-1 0 0,0 1 0 0 0,1 0 0 0 0,0 0 1 0 0,-1 0-1 0 0,1 0 0 0 0,0 0 0 0 0,-1 0 0 0 0,1 0 1 0 0,3-1-1 0 0,-3 2 8 0 0,-1 0 1 0 0,0 0-1 0 0,0 0 1 0 0,0 0-1 0 0,1 0 0 0 0,-1 1 1 0 0,0-1-1 0 0,0 0 0 0 0,0 0 1 0 0,0 1-1 0 0,1-1 1 0 0,-1 1-1 0 0,0-1 0 0 0,0 1 1 0 0,0 0-1 0 0,0-1 0 0 0,0 1 1 0 0,1 1-1 0 0,3 4 86 0 0,0 0 0 0 0,0 0 0 0 0,0 1 0 0 0,-1-1 0 0 0,0 1 0 0 0,3 8 0 0 0,4 5 24 0 0,29 40 80 0 0,59 68 1 0 0,33 49-43 0 0,-25-21 50 0 0,-57-92-2721 0 0</inkml:trace>
</inkml:ink>
</file>

<file path=ppt/ink/ink2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9.8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122 252 3209 0 0,'-55'24'1010'0'0,"-2"-5"4420"0"0,56-19-5354 0 0,1 0 0 0 0,0 0 0 0 0,-1-1 0 0 0,1 1 0 0 0,0 0-1 0 0,-1 0 1 0 0,1 0 0 0 0,-1 0 0 0 0,1 0 0 0 0,0 0 0 0 0,-1 0 0 0 0,1-1 0 0 0,0 1 0 0 0,-1 0 0 0 0,1 0 0 0 0,0 0 0 0 0,0-1 0 0 0,-1 1 0 0 0,1 0 0 0 0,0-1 0 0 0,-1 1 0 0 0,1 0 0 0 0,0 0 0 0 0,0-1 0 0 0,0 1 0 0 0,-1 0 0 0 0,1-1-1 0 0,0 1 1 0 0,0 0 0 0 0,0-1 0 0 0,0 1 0 0 0,0-1 0 0 0,0 1 0 0 0,0 0 0 0 0,0-1 0 0 0,0 1 0 0 0,0 0 0 0 0,0-1 0 0 0,0 1 0 0 0,0-1 0 0 0,0 1 0 0 0,0 0 0 0 0,0-1 0 0 0,0 1 0 0 0,0 0 0 0 0,0-1 0 0 0,1 0 0 0 0,4-23 555 0 0,-4 19-334 0 0,6-19-21 0 0,1-1 0 0 0,1 1 1 0 0,1 1-1 0 0,15-27 0 0 0,-9 22-1603 0 0,26-32 1 0 0,-30 43-3423 0 0</inkml:trace>
</inkml:ink>
</file>

<file path=ppt/ink/ink2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20.1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6 147 6913 0 0,'-2'10'474'0'0,"-2"41"4908"0"0,4-52-5357 0 0,0 1 0 0 0,0 0 0 0 0,0 0 0 0 0,0 0 0 0 0,0 0 0 0 0,0 0-1 0 0,0 0 1 0 0,1 0 0 0 0,-1 0 0 0 0,0 0 0 0 0,0 0 0 0 0,0 0 0 0 0,0 0 0 0 0,0-1-1 0 0,0 1 1 0 0,0 0 0 0 0,0 0 0 0 0,0 0 0 0 0,0 0 0 0 0,0 0 0 0 0,0 0 0 0 0,0 0-1 0 0,0 0 1 0 0,0 0 0 0 0,1 0 0 0 0,-1 0 0 0 0,0 0 0 0 0,0 0 0 0 0,0 0 0 0 0,0 0-1 0 0,0 0 1 0 0,0 0 0 0 0,0 0 0 0 0,0 0 0 0 0,0 0 0 0 0,0 0 0 0 0,1 0 0 0 0,-1 0-1 0 0,0 0 1 0 0,0 0 0 0 0,0 0 0 0 0,0 0 0 0 0,0 0 0 0 0,0 0 0 0 0,0 0 0 0 0,0 0-1 0 0,0 0 1 0 0,0 0 0 0 0,0 0 0 0 0,0 1 0 0 0,0-1 0 0 0,1 0 0 0 0,-1 0-1 0 0,0 0 1 0 0,0 0 0 0 0,0 0 0 0 0,0 0 0 0 0,0 0 0 0 0,0 0 0 0 0,0 0 0 0 0,0 0-1 0 0,0 0 1 0 0,0 1 0 0 0,7-13 446 0 0,4-14-302 0 0,13-52-287 0 0,-11 32-1468 0 0,2 1-3541 0 0</inkml:trace>
</inkml:ink>
</file>

<file path=ppt/ink/ink2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20.2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0 456 0 0,'0'9'831'0'0,"0"1"-1"0"0,1-1 1 0 0,0 0-1 0 0,1 0 1 0 0,-1 1-1 0 0,2-1 1 0 0,-1-1-1 0 0,1 1 1 0 0,1 0-1 0 0,5 11 1 0 0,-4-13-293 0 0,0-1 1 0 0,0 1-1 0 0,0-1 1 0 0,1 0-1 0 0,-1 0 1 0 0,1-1-1 0 0,1 0 1 0 0,-1 0 0 0 0,1 0-1 0 0,0-1 1 0 0,0 0-1 0 0,9 3 1 0 0,19 8 535 0 0,-21-10-914 0 0,0 1-1 0 0,21 11 1 0 0,-31-14-377 0 0,0-1 0 0 0,-1 1 1 0 0,0-1-1 0 0,1 1 0 0 0,-1 0 0 0 0,0 1 0 0 0,0-1 0 0 0,-1 0 0 0 0,1 1 0 0 0,-1-1 1 0 0,0 1-1 0 0,1 0 0 0 0,1 6 0 0 0,2 8-1570 0 0</inkml:trace>
</inkml:ink>
</file>

<file path=ppt/ink/ink2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20.6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1 11058 0 0,'-1'1'224'0'0,"1"0"0"0"0,0 1 0 0 0,0-1-1 0 0,-1 0 1 0 0,1 1 0 0 0,0-1-1 0 0,0 0 1 0 0,0 1 0 0 0,0-1 0 0 0,1 0-1 0 0,-1 1 1 0 0,0-1 0 0 0,0 0-1 0 0,1 1 1 0 0,-1-1 0 0 0,1 0 0 0 0,-1 0-1 0 0,1 1 1 0 0,0-1 0 0 0,-1 0-1 0 0,1 0 1 0 0,0 0 0 0 0,0 0 0 0 0,0 0-1 0 0,0 0 1 0 0,0 0 0 0 0,0 0-1 0 0,0 0 1 0 0,0 0 0 0 0,2 0 0 0 0,-3 0-262 0 0,179 182 3344 0 0,-124-121-3379 0 0,2-3 0 0 0,3-3 0 0 0,78 57 0 0 0,-100-88-4983 0 0,-3-5-1776 0 0</inkml:trace>
</inkml:ink>
</file>

<file path=ppt/ink/ink2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22.5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2998 2744 10594 0 0,'-1'2'123'0'0,"1"0"-1"0"0,-1-1 0 0 0,0 1 1 0 0,0 0-1 0 0,0-1 0 0 0,0 1 1 0 0,0-1-1 0 0,0 1 0 0 0,0-1 1 0 0,0 1-1 0 0,0-1 0 0 0,-1 0 1 0 0,1 0-1 0 0,-1 0 0 0 0,1 0 1 0 0,-1 0-1 0 0,1 0 0 0 0,-3 1 0 0 0,3-2-78 0 0,-1-1 1 0 0,1 1-1 0 0,0 0 0 0 0,-1-1 0 0 0,1 1 0 0 0,0-1 0 0 0,-1 0 0 0 0,1 1 0 0 0,0-1 0 0 0,0 0 0 0 0,-1 0 0 0 0,1 0 0 0 0,0 0 0 0 0,0 0 0 0 0,0 0 0 0 0,0 0 0 0 0,0 0 0 0 0,0 0 0 0 0,1 0 0 0 0,-1-1 0 0 0,0 1 0 0 0,0-2 0 0 0,-61-82 294 0 0,-3 3 1 0 0,-96-93-1 0 0,107 118-201 0 0,-144-169 533 0 0,-52-53-449 0 0,29 84-328 0 0,-1-1 35 0 0,51 38 292 0 0,132 127-243 0 0,-1 2-1 0 0,-74-41 1 0 0,42 26 12 0 0,2-2 0 0 0,-87-75 0 0 0,42 30-306 0 0,42 30 381 0 0,3-4-1 0 0,-100-118 1 0 0,116 122-124 0 0,24 31 316 0 0,-2 2 0 0 0,0 1 0 0 0,-43-27 1 0 0,33 25 744 0 0,-57-54 0 0 0,58 44-469 0 0,-19-20 468 0 0,-69-52 0 0 0,126 109-1248 0 0,0 0 0 0 0,0 0 1 0 0,1-1-1 0 0,-1 1 1 0 0,1-1-1 0 0,-1 0 0 0 0,1 0 1 0 0,0 1-1 0 0,0-1 0 0 0,1 0 1 0 0,-2-4-1 0 0</inkml:trace>
</inkml:ink>
</file>

<file path=ppt/ink/ink2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23.2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 14 3225 0 0,'-18'-13'7253'0'0,"24"24"-4976"0"0,30 40-727 0 0,2-2 0 0 0,51 50 1 0 0,27 33-2188 0 0,-99-109 199 0 0,33 38-4728 0 0,-28-38 354 0 0</inkml:trace>
</inkml:ink>
</file>

<file path=ppt/ink/ink2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23.4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 49 9674 0 0,'-23'-5'2875'0'0,"23"5"-2886"0"0,-1 0 0 0 0,1 0 1 0 0,0-1-1 0 0,-1 1 0 0 0,1 0 1 0 0,0-1-1 0 0,-1 1 0 0 0,1 0 1 0 0,0-1-1 0 0,-1 1 0 0 0,1-1 1 0 0,0 1-1 0 0,-1 0 0 0 0,1-1 1 0 0,0 1-1 0 0,0-1 0 0 0,0 1 1 0 0,0-1-1 0 0,-1 1 0 0 0,1-1 1 0 0,0 1-1 0 0,0-1 0 0 0,0 1 1 0 0,0-2-1 0 0,1 0-202 0 0,0 0-1 0 0,-1 1 1 0 0,1-1 0 0 0,0 0-1 0 0,0 0 1 0 0,0 0 0 0 0,0 1-1 0 0,1-1 1 0 0,-1 1 0 0 0,0-1-1 0 0,1 1 1 0 0,-1-1 0 0 0,1 1-1 0 0,-1 0 1 0 0,1 0 0 0 0,3-2-1 0 0,2-2 201 0 0</inkml:trace>
</inkml:ink>
</file>

<file path=ppt/ink/ink2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23.74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10 227 1376 0 0,'-1'0'65'0'0,"1"0"1"0"0,0 0-1 0 0,-1 0 0 0 0,1 0 0 0 0,-1 0 0 0 0,1 0 0 0 0,0 0 0 0 0,-1 0 0 0 0,1 0 0 0 0,0 0 1 0 0,-1-1-1 0 0,1 1 0 0 0,0 0 0 0 0,-1 0 0 0 0,1 0 0 0 0,0-1 0 0 0,-1 1 0 0 0,1 0 0 0 0,0 0 1 0 0,0-1-1 0 0,-1 1 0 0 0,1 0 0 0 0,0-1 0 0 0,0 1 0 0 0,-1 0 0 0 0,1-1 0 0 0,0 1 0 0 0,0 0 1 0 0,0-1-1 0 0,0 1 0 0 0,0-1 0 0 0,0 1 0 0 0,-1 0 0 0 0,1-1 0 0 0,3-19 1200 0 0,11-19-260 0 0,-14 39-1003 0 0,8-18 812 0 0,1 0 0 0 0,1 0 0 0 0,1 0 1 0 0,0 2-1 0 0,1-1 0 0 0,27-28 0 0 0,-38 44-788 0 0,0 1-1 0 0,0-1 0 0 0,0 0 0 0 0,0 0 0 0 0,0 0 0 0 0,0 1 1 0 0,0-1-1 0 0,0 0 0 0 0,0 1 0 0 0,0-1 0 0 0,1 1 0 0 0,-1 0 0 0 0,0-1 1 0 0,0 1-1 0 0,1 0 0 0 0,-1 0 0 0 0,0-1 0 0 0,0 1 0 0 0,1 0 0 0 0,-1 0 1 0 0,0 1-1 0 0,0-1 0 0 0,1 0 0 0 0,-1 0 0 0 0,0 1 0 0 0,0-1 0 0 0,0 0 1 0 0,1 1-1 0 0,-1-1 0 0 0,0 1 0 0 0,0 0 0 0 0,0-1 0 0 0,0 1 0 0 0,0 0 1 0 0,0-1-1 0 0,0 1 0 0 0,0 0 0 0 0,0 0 0 0 0,0 0 0 0 0,-1 0 0 0 0,1 0 1 0 0,0 0-1 0 0,-1 0 0 0 0,2 2 0 0 0,4 7 67 0 0,-1 0 0 0 0,0 0 0 0 0,0 0 0 0 0,3 12 0 0 0,-2-6-3 0 0,32 78 325 0 0,54 113 836 0 0,-87-199-1685 0 0,0 1 0 0 0,1-1 0 0 0,0 0 0 0 0,0 0 0 0 0,8 7 0 0 0</inkml:trace>
</inkml:ink>
</file>

<file path=ppt/ink/ink2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23.9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13 369 6913 0 0,'-1'-1'53'0'0,"0"0"0"0"0,0 1 0 0 0,0-1 0 0 0,1 0 0 0 0,-1 0 0 0 0,0 1 0 0 0,0-1 0 0 0,1 0 0 0 0,-1 0 0 0 0,0 0 0 0 0,1 0 0 0 0,-1 0 0 0 0,1 0 0 0 0,-1 0 0 0 0,1 0 0 0 0,0 0 0 0 0,-1 0 0 0 0,1 0 0 0 0,0 0 0 0 0,0 0 0 0 0,0-1 0 0 0,0 1 0 0 0,0 0 0 0 0,0 0 0 0 0,0 0 0 0 0,0 0 0 0 0,0 0 0 0 0,0 0 0 0 0,1 0 0 0 0,-1 0 0 0 0,0-1 0 0 0,1 1 0 0 0,0-1 0 0 0,15-47 841 0 0,-12 39-532 0 0,15-43-269 0 0,2 0 0 0 0,3 2 0 0 0,32-53-1 0 0,-47 90-152 0 0</inkml:trace>
</inkml:ink>
</file>

<file path=ppt/ink/ink2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24.36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96 6913 0 0,'24'-35'5011'0'0,"35"-25"-5875"0"0,-62 64 628 0 0,1 1 0 0 0,-1 0 0 0 0,1 0 0 0 0,0 0 1 0 0,0 0-1 0 0,0 0 0 0 0,1 0 0 0 0,0 0 0 0 0,0 1 1 0 0,0-1-1 0 0,1 0 0 0 0,-1 1 0 0 0,1-1 0 0 0,1 8 1 0 0,0-8 386 0 0,-1 0 1 0 0,1-1 0 0 0,0 1-1 0 0,0-1 1 0 0,0 1 0 0 0,1-1 0 0 0,-1 0-1 0 0,4 7 1 0 0,-4-10-95 0 0,1 1 1 0 0,-1 0-1 0 0,0 0 0 0 0,0-1 0 0 0,1 1 1 0 0,-1-1-1 0 0,1 1 0 0 0,-1-1 1 0 0,1 0-1 0 0,0 0 0 0 0,0 0 1 0 0,-1 0-1 0 0,1 0 0 0 0,0 0 1 0 0,0 0-1 0 0,0 0 0 0 0,0-1 1 0 0,0 1-1 0 0,2 0 0 0 0,18 0 452 0 0,-17-1-307 0 0,0 0-1 0 0,0 1 0 0 0,-1-1 1 0 0,1 1-1 0 0,0 0 0 0 0,4 2 0 0 0,-7-3-156 0 0,-1 1-1 0 0,0-1 0 0 0,0 1 0 0 0,1 0 0 0 0,-1 0 0 0 0,0 0 0 0 0,0 0 0 0 0,0 0 0 0 0,0 0 0 0 0,0 0 0 0 0,0 0 1 0 0,0 0-1 0 0,0 0 0 0 0,-1 0 0 0 0,1 1 0 0 0,0-1 0 0 0,-1 0 0 0 0,1 1 0 0 0,-1-1 0 0 0,1 0 0 0 0,-1 1 0 0 0,0-1 1 0 0,0 1-1 0 0,0-1 0 0 0,1 2 0 0 0,-1 40-746 0 0,0-12-3709 0 0</inkml:trace>
</inkml:ink>
</file>

<file path=ppt/ink/ink2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35.0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2761 0 0,'7'1'107'0'0,"1"0"1"0"0,-1 0 0 0 0,0 0 0 0 0,0 1 0 0 0,0 1 0 0 0,0-1 0 0 0,0 1-1 0 0,0 0 1 0 0,-1 1 0 0 0,1-1 0 0 0,8 8 0 0 0,10 8 447 0 0,29 29 0 0 0,-45-40-399 0 0,110 98 1597 0 0,40 38-273 0 0,-34-3-583 0 0,-16-14-378 0 0,-36-58-196 0 0,156 113 0 0 0,-77-62 35 0 0,43 30 663 0 0,-117-98-627 0 0,4 2-107 0 0,118 100 0 0 0,-123-83-287 0 0,-9-7 0 0 0,143 105 0 0 0,309 236-794 0 0,-438-336 772 0 0,139 137 44 0 0,-19-18 104 0 0,118 112 154 0 0,-65-57-108 0 0,80 83 415 0 0,-80-71-190 0 0,-107-114-460 0 0,241 220-189 0 0,-146-111 282 0 0,-42-38 23 0 0,152 130-52 0 0,-68-93 306 0 0,-235-208-343 0 0,157 153 25 0 0,13 12 150 0 0,-186-179-89 0 0,257 226 177 0 0,38 60-160 0 0,-84-77-129 0 0,-3-2 244 0 0,-154-156-172 0 0,140 162 0 0 0,-158-160-48 0 0,138 122 0 0 0,-127-127 164 0 0,94 115 0 0 0,-105-109-52 0 0,124 110 0 0 0,75 67-123 0 0,28 22 26 0 0,-19-21-206 0 0,-90-77 269 0 0,-98-103-29 0 0,108 106 55 0 0,-95-74 175 0 0,194 163 0 0 0,-218-206-118 0 0,77 85 1 0 0,63 55 59 0 0,-192-185-183 0 0,250 212 11 0 0,-125-105 977 0 0,-90-78-746 0 0,101 75-140 0 0,-37-31-4 0 0,-116-87-13 0 0,0 1 1 0 0,15 19 0 0 0,-20-22-127 0 0,0 0 1 0 0,1 0 0 0 0,0 0 0 0 0,0-1-1 0 0,1 0 1 0 0,0-1 0 0 0,0 1 0 0 0,15 8-1 0 0,-21-14-37 0 0,0 0 1 0 0,0 1-1 0 0,0-1 0 0 0,0 0 0 0 0,0 0 0 0 0,0 1 0 0 0,0-1 1 0 0,0 0-1 0 0,0 0 0 0 0,0 0 0 0 0,1 0 0 0 0,-1-1 0 0 0,0 1 1 0 0,0 0-1 0 0,0 0 0 0 0,0-1 0 0 0,0 1 0 0 0,0 0 0 0 0,0-1 1 0 0,0 1-1 0 0,0-1 0 0 0,-1 1 0 0 0,1-1 0 0 0,2-1 1 0 0</inkml:trace>
</inkml:ink>
</file>

<file path=ppt/ink/ink2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1.6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140 448 4145 0 0,'-7'4'584'0'0,"0"0"1"0"0,0-1-1 0 0,-1 0 0 0 0,1-1 0 0 0,-1 1 1 0 0,-12 1-1 0 0,16-3-348 0 0,0 0-1 0 0,0-1 1 0 0,0 1 0 0 0,0-1-1 0 0,0 0 1 0 0,0 0-1 0 0,0 0 1 0 0,0-1 0 0 0,0 1-1 0 0,0-1 1 0 0,0 0-1 0 0,0 0 1 0 0,0 0 0 0 0,-5-3-1 0 0,8 3-148 0 0,0 0 1 0 0,0-1-1 0 0,0 1 0 0 0,0-1 0 0 0,0 1 0 0 0,0 0 1 0 0,1-1-1 0 0,-1 1 0 0 0,0-1 0 0 0,1 0 0 0 0,-1 1 1 0 0,1-1-1 0 0,0 1 0 0 0,-1-1 0 0 0,1 0 0 0 0,0 1 1 0 0,0-1-1 0 0,0 0 0 0 0,0 1 0 0 0,0-1 0 0 0,1 0 1 0 0,-1 1-1 0 0,0-1 0 0 0,1 1 0 0 0,-1-1 0 0 0,1 0 1 0 0,1-1-1 0 0,23-51 1031 0 0,-18 42-838 0 0,6-13 172 0 0,4-11-49 0 0,2 1 0 0 0,1 1 0 0 0,41-51 0 0 0,-61 84-403 0 0,1 0 0 0 0,0 0-1 0 0,0 0 1 0 0,0 0 0 0 0,0 0 0 0 0,0 0 0 0 0,0 0-1 0 0,0 0 1 0 0,0 1 0 0 0,0-1 0 0 0,0 0 0 0 0,0 1-1 0 0,0-1 1 0 0,0 1 0 0 0,1-1 0 0 0,-1 1 0 0 0,0-1-1 0 0,0 1 1 0 0,1 0 0 0 0,-1 0 0 0 0,0 0 0 0 0,1 0-1 0 0,-1 0 1 0 0,0 0 0 0 0,0 0 0 0 0,2 0 0 0 0,-1 1 3 0 0,0 0 1 0 0,-1 0 0 0 0,1 0 0 0 0,0 1-1 0 0,-1-1 1 0 0,1 0 0 0 0,-1 1 0 0 0,1-1-1 0 0,-1 1 1 0 0,1 0 0 0 0,-1-1 0 0 0,0 1 0 0 0,0 0-1 0 0,1 3 1 0 0,5 9 59 0 0,-2 1 0 0 0,0 0 0 0 0,4 22 0 0 0,-7-29-19 0 0,10 60 169 0 0,-2 1 0 0 0,0 95 0 0 0,-3-31-361 0 0,-7-125 145 0 0,1 0 0 0 0,0 0-1 0 0,1 0 1 0 0,-1-1 0 0 0,2 1 0 0 0,3 11 0 0 0,-1-18-54 0 0,0-10-141 0 0,2-10-242 0 0,0-39 12 0 0,-2-1-1 0 0,-3 0 0 0 0,-2 0 0 0 0,-16-109 0 0 0,4 77 1379 0 0,-27-98-1 0 0,39 187-855 0 0,0 1-1 0 0,-1-1 1 0 0,1 1-1 0 0,-1-1 1 0 0,1 0-1 0 0,-1 1 1 0 0,0-1-1 0 0,1 1 1 0 0,-1-1-1 0 0,0 1 1 0 0,0 0-1 0 0,0-1 0 0 0,0 1 1 0 0,-1 0-1 0 0,1 0 1 0 0,0 0-1 0 0,0 0 1 0 0,-3-2-1 0 0,3 3-46 0 0,1 0 0 0 0,0 0 0 0 0,-1 0 0 0 0,1 0 0 0 0,0 0 0 0 0,-1 0 0 0 0,1 0 0 0 0,0 0 0 0 0,0 0 0 0 0,-1 0 0 0 0,1 0-1 0 0,0 0 1 0 0,-1 0 0 0 0,1 1 0 0 0,0-1 0 0 0,-1 0 0 0 0,1 0 0 0 0,0 0 0 0 0,0 0 0 0 0,-1 1 0 0 0,1-1 0 0 0,0 0-1 0 0,0 0 1 0 0,0 1 0 0 0,-1-1 0 0 0,1 0 0 0 0,0 0 0 0 0,0 1 0 0 0,0-1 0 0 0,-1 1 0 0 0,-2 20 714 0 0,4-3-603 0 0,0-1 1 0 0,2 0-1 0 0,0 1 1 0 0,1-1-1 0 0,1-1 1 0 0,11 28-1 0 0,3-3-148 0 0,32 54-1 0 0,-39-74-80 0 0,1-1 1 0 0,1-1-1 0 0,0 0 0 0 0,2 0 1 0 0,0-2-1 0 0,1 0 0 0 0,1-1 1 0 0,23 16-1 0 0,-23-20-2246 0 0,1-1 0 0 0,39 17 0 0 0,-29-16-4179 0 0</inkml:trace>
</inkml:ink>
</file>

<file path=ppt/ink/ink2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1.9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5529 0 0,'0'0'423'0'0,"25"14"7383"0"0,-16-6-6950 0 0,0 1 0 0 0,0 0 0 0 0,-1 0 0 0 0,0 1 0 0 0,-1 0 0 0 0,0 1 0 0 0,7 13 0 0 0,35 84 371 0 0,-42-89-1049 0 0,6 14-326 0 0,29 62-253 0 0,-37-85-296 0 0,0-1 0 0 0,1 0-1 0 0,0-1 1 0 0,0 0-1 0 0,1 0 1 0 0,0 0 0 0 0,13 11-1 0 0,-5-9-5271 0 0</inkml:trace>
</inkml:ink>
</file>

<file path=ppt/ink/ink2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2.1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8 190 10594 0 0,'-8'15'1456'0'0,"9"-14"-1347"0"0,-1-1 0 0 0,1 0 0 0 0,-1 0-1 0 0,1 1 1 0 0,0-1 0 0 0,-1 0 0 0 0,1 0-1 0 0,-1 0 1 0 0,1 0 0 0 0,0 1 0 0 0,-1-1-1 0 0,1 0 1 0 0,0 0 0 0 0,-1 0 0 0 0,1-1-1 0 0,-1 1 1 0 0,1 0 0 0 0,0 0 0 0 0,-1 0-1 0 0,1 0 1 0 0,-1 0 0 0 0,1-1 0 0 0,1 0 880 0 0,2-1-93 0 0,10-10-487 0 0,0-1 0 0 0,-1 0 0 0 0,-1-1 0 0 0,0 0 0 0 0,15-24-1 0 0,21-45-7864 0 0,-40 67 2511 0 0</inkml:trace>
</inkml:ink>
</file>

<file path=ppt/ink/ink2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2.6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76 1 2673 0 0,'-3'1'337'0'0,"1"-1"1"0"0,0 1-1 0 0,-1 0 1 0 0,1-1-1 0 0,0 1 1 0 0,-1-1-1 0 0,1 0 1 0 0,0 0-1 0 0,-1 0 1 0 0,1 0-1 0 0,0 0 1 0 0,-1-1-1 0 0,1 1 1 0 0,-1 0-1 0 0,-2-2 1 0 0,-28 5 8756 0 0,33-3-8904 0 0,0 0 1 0 0,-1 1 0 0 0,1-1-1 0 0,0 1 1 0 0,0-1-1 0 0,0 1 1 0 0,0-1 0 0 0,0 1-1 0 0,0-1 1 0 0,0 2 0 0 0,1 19 1426 0 0,0-16-1492 0 0,0-1 0 0 0,0 1 0 0 0,0-1 0 0 0,1 0 0 0 0,-1 0-1 0 0,5 7 1 0 0,6 6 80 0 0,1 1 0 0 0,10 21 0 0 0,-15-25-221 0 0,0 0 0 0 0,1 0 0 0 0,1-1 0 0 0,19 21 0 0 0,-10-15-1109 0 0,1-2 1 0 0,34 25-1 0 0,-35-31-499 0 0</inkml:trace>
</inkml:ink>
</file>

<file path=ppt/ink/ink2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3.0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0 170 5985 0 0,'7'-7'4454'0'0,"-6"7"-4269"0"0,-1 0 1 0 0,1 0 0 0 0,-1 0-1 0 0,0 0 1 0 0,5 0 1855 0 0,-4 1-1855 0 0,4 0-73 0 0,-1 0 0 0 0,1 1 0 0 0,-1-1 0 0 0,0 1 0 0 0,0 0-1 0 0,0 1 1 0 0,0-1 0 0 0,0 1 0 0 0,0-1 0 0 0,0 1 0 0 0,-1 0 0 0 0,1 1 0 0 0,-1-1 0 0 0,0 0 0 0 0,0 1 0 0 0,0 0 0 0 0,2 4 0 0 0,5 11 116 0 0,-1 1 0 0 0,0 0 0 0 0,-2 0-1 0 0,0 0 1 0 0,5 32 0 0 0,-5-25-273 0 0,0 0 0 0 0,16 37 0 0 0,-23-63 5 0 0,0-1 0 0 0,0 1 0 0 0,0-1 0 0 0,0 1 0 0 0,0 0 0 0 0,1-1 0 0 0,-1 1 0 0 0,0-1 0 0 0,0 1 0 0 0,1-1 0 0 0,-1 1 0 0 0,0-1 0 0 0,0 1 0 0 0,1-1 0 0 0,-1 1 0 0 0,1-1 0 0 0,-1 1 0 0 0,0-1 0 0 0,1 1 0 0 0,-1-1 0 0 0,1 0 0 0 0,-1 1 0 0 0,1-1 0 0 0,-1 0 0 0 0,1 1 0 0 0,-1-1 0 0 0,1 0 0 0 0,-1 0 0 0 0,1 0 0 0 0,0 1 0 0 0,0-1 0 0 0,4-19-1559 0 0,-5-31 160 0 0,0 50 1449 0 0,-6-84-1392 0 0,-3-79 640 0 0,9 130 1399 0 0,1 1 1 0 0,11-62-1 0 0,0 72 3123 0 0,-7 37-2750 0 0,8 85 1087 0 0,-10-66-1539 0 0,11 53 0 0 0,-12-77-564 0 0,1-1 1 0 0,0-1-1 0 0,0 1 0 0 0,1 0 0 0 0,0-1 1 0 0,0 0-1 0 0,1 1 0 0 0,0-2 1 0 0,1 1-1 0 0,9 10 0 0 0,-9-12-349 0 0,1-1 0 0 0,-1 0 0 0 0,1 0-1 0 0,15 8 1 0 0,14 2-3757 0 0,-21-12-1521 0 0</inkml:trace>
</inkml:ink>
</file>

<file path=ppt/ink/ink2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3.3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70 4145 0 0,'3'-5'281'0'0,"-1"1"0"0"0,1 0 0 0 0,0-1 0 0 0,0 1 0 0 0,0 0 0 0 0,0 1 0 0 0,1-1 0 0 0,0 1 1 0 0,-1-1-1 0 0,1 1 0 0 0,1 0 0 0 0,-1 0 0 0 0,0 1 0 0 0,1-1 0 0 0,-1 1 0 0 0,1 0 0 0 0,0 0 0 0 0,-1 1 0 0 0,1-1 0 0 0,9 0 0 0 0,-10 1-5 0 0,0 0 1 0 0,0 0-1 0 0,1 0 0 0 0,-1 1 0 0 0,0 0 0 0 0,0 0 0 0 0,1 0 0 0 0,-1 0 0 0 0,0 1 1 0 0,0-1-1 0 0,0 1 0 0 0,0 0 0 0 0,1 0 0 0 0,-1 1 0 0 0,-1-1 0 0 0,1 1 0 0 0,0 0 0 0 0,0 0 1 0 0,-1 0-1 0 0,1 1 0 0 0,-1-1 0 0 0,1 1 0 0 0,-1 0 0 0 0,0 0 0 0 0,3 4 0 0 0,-1 3 29 0 0,-1 0-1 0 0,0 0 1 0 0,-1 0-1 0 0,0 0 1 0 0,0 1-1 0 0,-1-1 1 0 0,-1 1-1 0 0,0 0 0 0 0,0-1 1 0 0,-1 14-1 0 0,0-9-100 0 0,1 1 0 0 0,0 0 0 0 0,2-1-1 0 0,3 17 1 0 0,-6-32-279 0 0,0 1-1 0 0,0 0 1 0 0,1-1 0 0 0,-1 1-1 0 0,0 0 1 0 0,0-1 0 0 0,0 1-1 0 0,1 0 1 0 0,-1-1 0 0 0,0 1 0 0 0,1 0-1 0 0,-1-1 1 0 0,1 1 0 0 0,-1-1-1 0 0,1 1 1 0 0,-1-1 0 0 0,1 1-1 0 0,-1-1 1 0 0,1 1 0 0 0,-1-1-1 0 0,1 1 1 0 0,-1-1 0 0 0,1 0 0 0 0,0 1-1 0 0,-1-1 1 0 0,1 0 0 0 0,0 0-1 0 0,-1 1 1 0 0,1-1 0 0 0,0 0-1 0 0,-1 0 1 0 0,1 0 0 0 0,0 0-1 0 0,0 0 1 0 0,-1 0 0 0 0,1 0-1 0 0,0 0 1 0 0,-1 0 0 0 0,1 0 0 0 0,0-1-1 0 0,0 1 1 0 0,-1 0 0 0 0,1 0-1 0 0,-1-1 1 0 0,1 1 0 0 0,0 0-1 0 0,-1-1 1 0 0,1 1 0 0 0,-1 0-1 0 0,2-1 1 0 0</inkml:trace>
</inkml:ink>
</file>

<file path=ppt/ink/ink2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3.5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38 5529 0 0,'2'-1'171'0'0,"0"1"0"0"0,0-1-1 0 0,0 0 1 0 0,0 1 0 0 0,0-1 0 0 0,0 0-1 0 0,-1 0 1 0 0,1 0 0 0 0,0 0-1 0 0,0-1 1 0 0,-1 1 0 0 0,1 0 0 0 0,-1-1-1 0 0,1 1 1 0 0,1-4 0 0 0,-1 3-166 0 0,0 0 1 0 0,0 0 0 0 0,0 0-1 0 0,0 0 1 0 0,0 1-1 0 0,0-1 1 0 0,1 1 0 0 0,3-3-1 0 0,3 21-4251 0 0,-10-10 4246 0 0</inkml:trace>
</inkml:ink>
</file>

<file path=ppt/ink/ink2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3.6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6 106 3225 0 0,'-2'4'165'0'0,"1"1"-1"0"0,0-1 1 0 0,0 1 0 0 0,1-1 0 0 0,-1 1 0 0 0,1-1-1 0 0,0 1 1 0 0,0-1 0 0 0,2 8 0 0 0,-2-12-61 0 0,0 1 0 0 0,0 0-1 0 0,0 0 1 0 0,1 0 0 0 0,-1 0 0 0 0,0 0 0 0 0,1 0 0 0 0,-1-1 0 0 0,1 1-1 0 0,-1 0 1 0 0,1 0 0 0 0,-1-1 0 0 0,1 1 0 0 0,0 0 0 0 0,-1-1 0 0 0,1 1-1 0 0,0 0 1 0 0,-1-1 0 0 0,1 1 0 0 0,2 0 0 0 0,-2-1-22 0 0,0 0-1 0 0,1 0 1 0 0,-1 0 0 0 0,1 1 0 0 0,-1-2-1 0 0,0 1 1 0 0,1 0 0 0 0,-1 0 0 0 0,1 0-1 0 0,-1-1 1 0 0,0 1 0 0 0,1-1 0 0 0,-1 1-1 0 0,0-1 1 0 0,0 1 0 0 0,1-1 0 0 0,-1 0-1 0 0,2-1 1 0 0,9-7-112 0 0,0-1-1 0 0,0 0 0 0 0,-1-1 1 0 0,16-19-1 0 0,19-18-251 0 0,-9 14 272 0 0,-23 19 10 0 0</inkml:trace>
</inkml:ink>
</file>

<file path=ppt/ink/ink2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3.9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9218 0 0,'2'2'10346'0'0,"9"24"-7854"0"0,11 36-2161 0 0,15 72 612 0 0,-20-69-1545 0 0,42 108-1 0 0,-37-126-7287 0 0</inkml:trace>
</inkml:ink>
</file>

<file path=ppt/ink/ink2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46.7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31 4609 0 0,'1'-2'545'0'0,"0"-1"-1"0"0,0 1 1 0 0,0 0-1 0 0,1-1 1 0 0,-1 1-1 0 0,1 0 1 0 0,-1 0-1 0 0,1 0 1 0 0,0 0-1 0 0,0 0 1 0 0,0 1-1 0 0,4-4 1 0 0,-6 5-336 0 0,1 0 0 0 0,-1 0 0 0 0,1 0 0 0 0,-1 0 0 0 0,1 0 0 0 0,-1-1 0 0 0,8 4 3136 0 0,-7-2-3136 0 0,12 19 1946 0 0,0 10-1261 0 0,-2 1 0 0 0,-1 0-1 0 0,11 59 1 0 0,3 102-656 0 0,-12-86 14 0 0,52 674 932 0 0,-64-757-1184 0 0,0-1 1 0 0,-1 1-1 0 0,-2-1 0 0 0,0 1 0 0 0,-2-1 0 0 0,-12 40 0 0 0,17-61-13 0 0,-1 0 0 0 0,1-1 0 0 0,0 1-1 0 0,0 0 1 0 0,0-1 0 0 0,-1 1 0 0 0,1 0-1 0 0,0-1 1 0 0,0 1 0 0 0,-1-1 0 0 0,1 1-1 0 0,-1-1 1 0 0,1 1 0 0 0,0-1 0 0 0,-1 1-1 0 0,1-1 1 0 0,-1 1 0 0 0,1-1 0 0 0,-1 0-1 0 0,0 1 1 0 0,1-1 0 0 0,-1 0 0 0 0,-1 1-1 0 0,-5-11-990 0 0,2-26-1497 0 0,14-96-6637 0 0,-3 66 5412 0 0,-3 20 2784 0 0</inkml:trace>
</inkml:ink>
</file>

<file path=ppt/ink/ink2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47.2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239 158 456 0 0,'-13'-9'354'0'0,"-1"1"0"0"0,-1 1 1 0 0,1 0-1 0 0,-1 1 0 0 0,0 1 0 0 0,-1 0 0 0 0,1 1 0 0 0,-31-4 0 0 0,23 6 891 0 0,18 2-726 0 0,0 0 0 0 0,0 0-1 0 0,1-1 1 0 0,-1 1-1 0 0,0-1 1 0 0,1-1-1 0 0,-1 1 1 0 0,1 0 0 0 0,-6-4-1 0 0,10 5-434 0 0,0-1 1 0 0,0 1-1 0 0,0-1 0 0 0,0 1 1 0 0,0-1-1 0 0,0 1 0 0 0,0-1 1 0 0,0 1-1 0 0,0-1 0 0 0,0 1 1 0 0,0-1-1 0 0,0 1 0 0 0,0-1 1 0 0,1 1-1 0 0,-1-1 0 0 0,0 1 1 0 0,0-1-1 0 0,1 1 0 0 0,-1-1 1 0 0,0 1-1 0 0,1-1 0 0 0,-1 1 1 0 0,0 0-1 0 0,1-1 0 0 0,-1 1 1 0 0,1 0-1 0 0,-1-1 0 0 0,1 1 0 0 0,-1 0 1 0 0,0-1-1 0 0,1 1 0 0 0,-1 0 1 0 0,1 0-1 0 0,-1 0 0 0 0,1 0 1 0 0,-1-1-1 0 0,2 1 0 0 0,20-11 856 0 0,11-2-325 0 0,1 2 0 0 0,1 1 0 0 0,0 2 1 0 0,0 2-1 0 0,1 1 0 0 0,63-1 0 0 0,-39 6-189 0 0,0 4 0 0 0,0 2 0 0 0,73 16 0 0 0,-111-17-405 0 0,0 1-1 0 0,-1 1 1 0 0,0 0-1 0 0,0 2 1 0 0,0 0-1 0 0,-1 2 1 0 0,23 15-1 0 0,-29-15-12 0 0,0 0 0 0 0,0 1-1 0 0,-2 1 1 0 0,0 0-1 0 0,0 0 1 0 0,-1 1 0 0 0,-1 1-1 0 0,0 0 1 0 0,12 26-1 0 0,-8-12 59 0 0,-2 2-1 0 0,-1 0 1 0 0,-1 0-1 0 0,-2 0 1 0 0,-1 1-1 0 0,-1 1 1 0 0,1 54-1 0 0,-6-59-7 0 0,-2 0 1 0 0,-1 0-1 0 0,-1-1 0 0 0,-1 1 0 0 0,-2 0 0 0 0,0-1 0 0 0,-2 0 1 0 0,-1-1-1 0 0,-16 32 0 0 0,-1-9 122 0 0,-2-1 0 0 0,-2-1 0 0 0,-3-1 0 0 0,-45 49 0 0 0,49-64-88 0 0,-1-1 0 0 0,-2-1 1 0 0,0-2-1 0 0,-2-2 0 0 0,-1-1 0 0 0,-43 23 1 0 0,52-34-15 0 0,-35 18 108 0 0,56-28-176 0 0,0-1 0 0 0,-1 0 0 0 0,0 0 0 0 0,1-1 0 0 0,-1 0 0 0 0,0 0 0 0 0,0 0 0 0 0,-9-1 0 0 0,15 0-30 0 0,-1 0-1 0 0,0 0 1 0 0,1 0-1 0 0,-1 0 0 0 0,0 0 1 0 0,1 0-1 0 0,-1 0 1 0 0,0 0-1 0 0,1-1 1 0 0,-1 1-1 0 0,0 0 0 0 0,1-1 1 0 0,-1 1-1 0 0,0 0 1 0 0,1-1-1 0 0,-1 1 1 0 0,1-1-1 0 0,-1 1 0 0 0,1-1 1 0 0,-1 1-1 0 0,1-1 1 0 0,-1 1-1 0 0,1-1 1 0 0,0 1-1 0 0,-1-1 0 0 0,1 0 1 0 0,0 1-1 0 0,0-1 1 0 0,-1 0-1 0 0,1 1 1 0 0,0-1-1 0 0,0 0 0 0 0,0 1 1 0 0,0-1-1 0 0,0 0 1 0 0,-1 1-1 0 0,1-1 0 0 0,1 0 1 0 0,-1 0-1 0 0,0 1 1 0 0,0-1-1 0 0,0 0 1 0 0,1 0-1 0 0,11-29-3339 0 0</inkml:trace>
</inkml:ink>
</file>

<file path=ppt/ink/ink2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47.7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80 1840 0 0,'-16'-13'2297'0'0,"4"2"1847"0"0,13 10-4091 0 0,0 0 0 0 0,-1 0 0 0 0,1 1 0 0 0,0-1 0 0 0,0 0 0 0 0,0 1 0 0 0,0-1 0 0 0,0 1 0 0 0,0-1 0 0 0,0 1 0 0 0,0 0 0 0 0,0-1 0 0 0,0 1 0 0 0,0 0 0 0 0,0-1 0 0 0,0 1 0 0 0,0 0 0 0 0,0 0 0 0 0,2 0 0 0 0,307-40 6018 0 0,161 33-4103 0 0,-65 53-360 0 0,-324-34-1064 0 0,-1-4-659 0 0,135-3 1 0 0,-184-7-526 0 0,-4-3-195 0 0</inkml:trace>
</inkml:ink>
</file>

<file path=ppt/ink/ink2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48.3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1420 37 2304 0 0,'14'-8'349'0'0,"-10"6"157"0"0,1 0 0 0 0,-1 0 0 0 0,1 0 0 0 0,-1-1 0 0 0,0 0 0 0 0,0 0 0 0 0,0 0 0 0 0,3-4 0 0 0,-9 6-25 0 0,0 1 1 0 0,0 0 0 0 0,0-1-1 0 0,1 1 1 0 0,-1 0-1 0 0,0 0 1 0 0,0 1-1 0 0,0-1 1 0 0,0 0-1 0 0,0 1 1 0 0,-3 0-1 0 0,-164 30 6056 0 0,-88-9-4586 0 0,98-11-1213 0 0,-9 3-410 0 0,-183-8-1 0 0,305-11-211 0 0,-69-15 0 0 0,75 12-1276 0 0,1 1 0 0 0,-66-2 1 0 0</inkml:trace>
</inkml:ink>
</file>

<file path=ppt/ink/ink2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48.7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1486 0 456 0 0,'-1'2'468'0'0,"1"0"1"0"0,-1 0-1 0 0,0 0 1 0 0,1 0-1 0 0,-1-1 0 0 0,0 1 1 0 0,0 0-1 0 0,0 0 0 0 0,0-1 1 0 0,0 1-1 0 0,-1-1 0 0 0,1 1 1 0 0,0-1-1 0 0,-1 0 1 0 0,1 1-1 0 0,-1-1 0 0 0,1 0 1 0 0,-1 0-1 0 0,0 0 0 0 0,1 0 1 0 0,-1 0-1 0 0,0 0 0 0 0,0-1 1 0 0,-3 2-1 0 0,-50 12 3627 0 0,52-13-3835 0 0,-79 10 2282 0 0,-101 2 0 0 0,38-4-1677 0 0,-715 105-185 0 0,846-112-812 0 0,-94 11-3018 0 0</inkml:trace>
</inkml:ink>
</file>

<file path=ppt/ink/ink2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49.6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10 5529 0 0,'-7'-9'9428'0'0,"15"23"-4002"0"0,2-3-7150 0 0,103 99 3514 0 0,-78-73-1618 0 0,1-2-1 0 0,2-1 1 0 0,77 53-1 0 0,-105-81-777 0 0,0-1-1 0 0,0-1 0 0 0,0 1 1 0 0,0-2-1 0 0,1 1 0 0 0,0-1 1 0 0,13 2-1 0 0,-7-5-944 0 0</inkml:trace>
</inkml:ink>
</file>

<file path=ppt/ink/ink2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49.9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391 4 11058 0 0,'0'0'113'0'0,"-1"-1"-1"0"0,0 1 0 0 0,1-1 0 0 0,-1 1 1 0 0,0 0-1 0 0,0-1 0 0 0,1 1 0 0 0,-1 0 1 0 0,0 0-1 0 0,0-1 0 0 0,0 1 1 0 0,1 0-1 0 0,-1 0 0 0 0,0 0 0 0 0,0 0 1 0 0,0 0-1 0 0,1 0 0 0 0,-1 0 0 0 0,0 1 1 0 0,0-1-1 0 0,0 0 0 0 0,1 0 0 0 0,-1 0 1 0 0,0 1-1 0 0,0-1 0 0 0,1 0 0 0 0,-1 1 1 0 0,0-1-1 0 0,1 1 0 0 0,-1-1 0 0 0,0 1 1 0 0,1-1-1 0 0,-1 1 0 0 0,0 0 1 0 0,-25 27 1787 0 0,18-18-1223 0 0,-153 185 3083 0 0,24 18-5530 0 0,119-179-3021 0 0,4-2-1563 0 0</inkml:trace>
</inkml:ink>
</file>

<file path=ppt/ink/ink2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0.4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25 7834 0 0,'0'-1'238'0'0,"0"0"1"0"0,-1 0 0 0 0,1-1-1 0 0,-1 1 1 0 0,1 0 0 0 0,-1 0-1 0 0,1 0 1 0 0,-1 0 0 0 0,0 0-1 0 0,1-1 1 0 0,-1 1 0 0 0,0 0 0 0 0,0 0-1 0 0,0 1 1 0 0,0-1 0 0 0,0 0-1 0 0,0 0 1 0 0,0 0 0 0 0,0 1-1 0 0,0-1 1 0 0,0 0 0 0 0,0 1-1 0 0,-1-1 1 0 0,1 1 0 0 0,0 0-1 0 0,0-1 1 0 0,-1 1 0 0 0,1 0-1 0 0,0 0 1 0 0,-2-1 0 0 0,2 2-54 0 0,-1 0 1 0 0,1-1-1 0 0,0 1 1 0 0,-1 0-1 0 0,1 0 1 0 0,0 0-1 0 0,0 0 1 0 0,0 0 0 0 0,-1 0-1 0 0,1 0 1 0 0,0 0-1 0 0,0 1 1 0 0,1-1-1 0 0,-1 0 1 0 0,0 1-1 0 0,0-1 1 0 0,1 0-1 0 0,-1 1 1 0 0,0-1-1 0 0,1 1 1 0 0,0-1-1 0 0,-1 1 1 0 0,1-1-1 0 0,0 3 1 0 0,-3 13 138 0 0,1 1 0 0 0,1-1-1 0 0,0 1 1 0 0,4 28 0 0 0,15 73-663 0 0,-6-55-34 0 0,-5-13-963 0 0,0 0-3376 0 0,-2 2-1632 0 0</inkml:trace>
</inkml:ink>
</file>

<file path=ppt/ink/ink2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0.8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21 10594 0 0,'0'-1'112'0'0,"0"0"-1"0"0,1 0 1 0 0,-1 0-1 0 0,1 0 1 0 0,-1 0-1 0 0,1 0 1 0 0,0 0-1 0 0,-1 0 1 0 0,1 0-1 0 0,0 0 1 0 0,0 0-1 0 0,-1 0 1 0 0,1 0-1 0 0,0 0 1 0 0,0 1-1 0 0,0-1 1 0 0,0 0-1 0 0,0 1 1 0 0,0-1-1 0 0,0 1 1 0 0,0-1-1 0 0,0 1 1 0 0,1-1-1 0 0,-1 1 1 0 0,0 0-1 0 0,0-1 1 0 0,0 1-1 0 0,1 0 1 0 0,-1 0-1 0 0,0 0 1 0 0,0 0-1 0 0,2 1 1 0 0,41 1 1836 0 0,-31 2-1657 0 0,0 1-1 0 0,0-1 0 0 0,-1 2 1 0 0,0 0-1 0 0,0 0 0 0 0,0 2 1 0 0,20 15-1 0 0,71 72-553 0 0,-71-64-161 0 0,10 8-2047 0 0,-23-20-3178 0 0</inkml:trace>
</inkml:ink>
</file>

<file path=ppt/ink/ink2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1.0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277 29 5529 0 0,'-10'-15'166'0'0,"-6"2"4762"0"0,15 13-4670 0 0,-1 0-1 0 0,1 0 1 0 0,0 0-1 0 0,-1 0 1 0 0,1 0-1 0 0,-1 0 1 0 0,1 0-1 0 0,0 1 1 0 0,-1-1-1 0 0,1 0 1 0 0,0 1-1 0 0,-1-1 1 0 0,1 1-1 0 0,0-1 1 0 0,0 1-1 0 0,0 0 1 0 0,-1 0-1 0 0,1-1 1 0 0,0 1-1 0 0,0 0 1 0 0,0 0-1 0 0,0 0 1 0 0,0 0-1 0 0,1 0 1 0 0,-1 0-1 0 0,-1 2 1 0 0,-18 23 582 0 0,2 0 0 0 0,0 2 1 0 0,-19 42-1 0 0,16-31-710 0 0,-2 5-50 0 0,-26 69 0 0 0,41-91-1015 0 0,1 1-1 0 0,-6 43 0 0 0,10-35-5761 0 0</inkml:trace>
</inkml:ink>
</file>

<file path=ppt/ink/ink2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1.4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32 138 1376 0 0,'-1'-1'154'0'0,"-1"1"0"0"0,0 0 0 0 0,1-1 0 0 0,-1 0 0 0 0,1 1 0 0 0,-1-1 0 0 0,1 0 0 0 0,-1 0 0 0 0,1 0 0 0 0,-1 0 0 0 0,1 0 0 0 0,0 0 0 0 0,0 0 0 0 0,-1 0 0 0 0,1-1 0 0 0,0 1-1 0 0,0 0 1 0 0,0-1 0 0 0,0 1 0 0 0,1-1 0 0 0,-1 1 0 0 0,0-1 0 0 0,1 1 0 0 0,-1-1 0 0 0,1 0 0 0 0,-1 1 0 0 0,1-1 0 0 0,0 0 0 0 0,-1 1 0 0 0,1-1 0 0 0,0 0 0 0 0,0 1 0 0 0,0-1 0 0 0,1 0 0 0 0,-1 1 0 0 0,0-1-1 0 0,1-2 1 0 0,0 0 249 0 0,1-1-1 0 0,-1 1 0 0 0,1 0 0 0 0,-1 0 1 0 0,1 0-1 0 0,0 0 0 0 0,1 0 0 0 0,-1 1 0 0 0,1-1 1 0 0,0 1-1 0 0,0-1 0 0 0,0 1 0 0 0,4-4 0 0 0,-2 4-151 0 0,0-1-1 0 0,0 1 0 0 0,1 0 0 0 0,0 0 0 0 0,-1 1 0 0 0,1-1 1 0 0,0 1-1 0 0,0 1 0 0 0,0-1 0 0 0,1 1 0 0 0,-1 0 0 0 0,0 0 1 0 0,0 1-1 0 0,1 0 0 0 0,-1 0 0 0 0,0 0 0 0 0,10 3 0 0 0,-11-2-136 0 0,0 0-1 0 0,0 1 1 0 0,0 0 0 0 0,0 0-1 0 0,0 0 1 0 0,-1 1-1 0 0,1 0 1 0 0,-1 0-1 0 0,0 0 1 0 0,0 0 0 0 0,0 1-1 0 0,0-1 1 0 0,-1 1-1 0 0,1 0 1 0 0,-1 0-1 0 0,0 0 1 0 0,0 1 0 0 0,0-1-1 0 0,-1 1 1 0 0,0-1-1 0 0,3 9 1 0 0,1 4 47 0 0,-2 0 1 0 0,0 1-1 0 0,-1 0 0 0 0,-1 0 1 0 0,0 0-1 0 0,-2 25 1 0 0,-15 108 1571 0 0,15-150-1710 0 0,0-1 1 0 0,0 1-1 0 0,-1 0 0 0 0,1-1 0 0 0,0 1 1 0 0,0 0-1 0 0,0-1 0 0 0,0 1 0 0 0,0 0 1 0 0,0-1-1 0 0,0 1 0 0 0,0 0 0 0 0,0-1 1 0 0,0 1-1 0 0,0 0 0 0 0,1-1 0 0 0,-1 1 1 0 0,0 0-1 0 0,0-1 0 0 0,1 1 0 0 0,-1 0 1 0 0,0-1-1 0 0,1 1 0 0 0,-1-1 0 0 0,1 1 1 0 0,-1-1-1 0 0,1 1 0 0 0,-1-1 0 0 0,1 1 0 0 0,-1-1 1 0 0,1 1-1 0 0,0 0 0 0 0,1-1-6 0 0,0 0 0 0 0,-1 0 0 0 0,1 0 0 0 0,0 0 0 0 0,-1-1 0 0 0,1 1-1 0 0,0 0 1 0 0,-1-1 0 0 0,1 1 0 0 0,0-1 0 0 0,-1 1 0 0 0,1-1 0 0 0,1-1 0 0 0,48-33-198 0 0,-48 33 170 0 0,55-45-441 0 0,-25 19 47 0 0</inkml:trace>
</inkml:ink>
</file>

<file path=ppt/ink/ink2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3.0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70 158 5065 0 0,'-69'-39'9177'0'0,"87"52"-8678"0"0,1 0 1 0 0,18 18-1 0 0,-23-18-231 0 0,1-1 0 0 0,0-1 0 0 0,25 15 0 0 0,-34-23-127 0 0,0-1 1 0 0,0 1-1 0 0,0-1 0 0 0,0 0 1 0 0,1-1-1 0 0,-1 1 0 0 0,1-1 1 0 0,-1 0-1 0 0,1-1 0 0 0,0 0 1 0 0,-1 0-1 0 0,1 0 0 0 0,-1-1 1 0 0,8-1-1 0 0,-5 0 72 0 0,0 0-1 0 0,0-1 1 0 0,-1 1 0 0 0,1-2-1 0 0,-1 1 1 0 0,0-1-1 0 0,0 0 1 0 0,0-1 0 0 0,7-5-1 0 0,-11 6-148 0 0,0 0 0 0 0,1-1 0 0 0,-2 1 0 0 0,1-1 0 0 0,-1 1 0 0 0,1-1 0 0 0,-1 0-1 0 0,0 0 1 0 0,-1-1 0 0 0,1 1 0 0 0,-1-1 0 0 0,-1 1 0 0 0,1-1 0 0 0,1-9 0 0 0,16-76-881 0 0,-9 54-4716 0 0</inkml:trace>
</inkml:ink>
</file>

<file path=ppt/ink/ink2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3.2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0 5985 0 0,'-1'0'70'0'0,"0"1"0"0"0,1-1 0 0 0,-1 0 0 0 0,0 0 0 0 0,1 0 0 0 0,-1 0 0 0 0,0 0 0 0 0,1 1 0 0 0,-1-1 0 0 0,0 0 0 0 0,1 1 0 0 0,-1-1 0 0 0,1 0 0 0 0,-1 1 0 0 0,1-1 0 0 0,-1 1 0 0 0,0-1 0 0 0,1 0 0 0 0,0 1 0 0 0,-1 0 0 0 0,1-1 0 0 0,-1 1 0 0 0,1-1 0 0 0,0 1 0 0 0,-1 1 0 0 0,-4 21 2890 0 0,11 26 1130 0 0,-6-48-4090 0 0,5 24 1175 0 0,16 45-1 0 0,17 21-2688 0 0,-27-66-4126 0 0</inkml:trace>
</inkml:ink>
</file>

<file path=ppt/ink/ink2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4.4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131 114 6913 0 0,'-2'-14'248'0'0,"-12"-45"1758"0"0,14 56-1682 0 0,-1 1-1 0 0,0-1 0 0 0,0 1 0 0 0,0-1 0 0 0,0 1 1 0 0,0 0-1 0 0,-1 0 0 0 0,1-1 0 0 0,-1 1 1 0 0,1 0-1 0 0,-1 0 0 0 0,0 0 0 0 0,0 1 0 0 0,0-1 1 0 0,0 0-1 0 0,0 1 0 0 0,0-1 0 0 0,-4-1 1 0 0,5 3-195 0 0,0 0 1 0 0,0 0-1 0 0,-1 0 1 0 0,1 0-1 0 0,0 1 1 0 0,0-1-1 0 0,-1 0 1 0 0,1 1 0 0 0,0-1-1 0 0,0 1 1 0 0,0-1-1 0 0,0 1 1 0 0,-1-1-1 0 0,1 1 1 0 0,0 0-1 0 0,0 0 1 0 0,0 0-1 0 0,1-1 1 0 0,-1 1 0 0 0,0 0-1 0 0,0 0 1 0 0,0 0-1 0 0,1 0 1 0 0,-1 0-1 0 0,0 0 1 0 0,1 1-1 0 0,-1-1 1 0 0,1 0-1 0 0,-1 0 1 0 0,1 0 0 0 0,0 1-1 0 0,-1 0 1 0 0,-13 45 554 0 0,14-45-578 0 0,-12 60 336 0 0,-7 106 1 0 0,13 67-126 0 0,4-99-80 0 0,11 498 441 0 0,0-302-554 0 0,1 79-75 0 0,2 235 20 0 0,17 171 91 0 0,32-132 632 0 0,-4-65 304 0 0,-51-522-1131 0 0,11 104 99 0 0,-13-176-168 0 0,1 0-1 0 0,1 0 1 0 0,2-1 0 0 0,0 0 0 0 0,18 36 0 0 0,-25-59-86 0 0,0 0-1 0 0,0 0 1 0 0,1 0-1 0 0,-1 0 1 0 0,1 0-1 0 0,-1 0 1 0 0,1 0-1 0 0,-1 0 1 0 0,1-1 0 0 0,4 4-1 0 0</inkml:trace>
</inkml:ink>
</file>

<file path=ppt/ink/ink2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5.1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218 378 7834 0 0,'-14'-6'678'0'0,"0"-1"1"0"0,0 1 0 0 0,-1 1 0 0 0,0 1 0 0 0,0 0 0 0 0,0 1-1 0 0,0 1 1 0 0,-1 0 0 0 0,1 1 0 0 0,-1 0 0 0 0,-26 4-1 0 0,42-4-653 0 0,-1 1-1 0 0,1 0 1 0 0,-1 0-1 0 0,1 0 1 0 0,-1 0-1 0 0,1 0 1 0 0,0 0-1 0 0,-1 0 0 0 0,1 0 1 0 0,-1 0-1 0 0,1 0 1 0 0,-1 0-1 0 0,1 1 1 0 0,0-1-1 0 0,-1 0 1 0 0,1 0-1 0 0,-1 0 1 0 0,1 0-1 0 0,0 1 0 0 0,-1-1 1 0 0,1 0-1 0 0,0 0 1 0 0,-1 1-1 0 0,1-1 1 0 0,0 0-1 0 0,-1 1 1 0 0,1-1-1 0 0,-1 1 1 0 0,11 6 942 0 0,21 2 253 0 0,0-7-1130 0 0,-1-2-1 0 0,1 0 1 0 0,-1-3 0 0 0,50-9-1 0 0,31-2 151 0 0,130 8 175 0 0,-22 1-339 0 0,-120 0-27 0 0,374-31 411 0 0,-272 16-295 0 0,96-12-4 0 0,-101 8-110 0 0,0 8 1 0 0,250 12-1 0 0,-189 11-183 0 0,406-40 0 0 0,172-51 1385 0 0,-20 19-942 0 0,-700 58-1528 0 0,-94 4-6347 0 0</inkml:trace>
</inkml:ink>
</file>

<file path=ppt/ink/ink2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5.7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15 10594 0 0,'-1'0'62'0'0,"1"0"-1"0"0,0 0 1 0 0,0 0 0 0 0,-1 0-1 0 0,1 0 1 0 0,0-1-1 0 0,0 1 1 0 0,0 0-1 0 0,-1 0 1 0 0,1 0 0 0 0,0 0-1 0 0,0 0 1 0 0,0 0-1 0 0,-1 0 1 0 0,1 0-1 0 0,0-1 1 0 0,0 1 0 0 0,0 0-1 0 0,0 0 1 0 0,-1 0-1 0 0,1 0 1 0 0,0-1-1 0 0,0 1 1 0 0,0 0 0 0 0,0 0-1 0 0,0 0 1 0 0,0-1-1 0 0,-1 1 1 0 0,1 0-1 0 0,0 0 1 0 0,0 0 0 0 0,0-1-1 0 0,0 1 1 0 0,0 0-1 0 0,0 0 1 0 0,0-1-1 0 0,0 1 1 0 0,0 0 0 0 0,0 0-1 0 0,0 0 1 0 0,0-1-1 0 0,0 1 1 0 0,1 0-1 0 0,10-5 1873 0 0,19 2-5 0 0,-18 5-1609 0 0,0 0 1 0 0,-1 1-1 0 0,1 1 0 0 0,-1 0 0 0 0,0 0 0 0 0,0 1 0 0 0,11 7 0 0 0,69 51 648 0 0,-72-48-1063 0 0,0-1-1 0 0,2 0 1 0 0,-1-2 0 0 0,1 0 0 0 0,26 9 0 0 0,-31-15-673 0 0,0-1-1 0 0,0-1 0 0 0,0 0 0 0 0,1-2 0 0 0,0 0 1 0 0,-1 0-1 0 0,1-2 0 0 0,0 0 0 0 0,-1-1 1 0 0,29-4-1 0 0,-26-1-3649 0 0</inkml:trace>
</inkml:ink>
</file>

<file path=ppt/ink/ink2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5.9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407 8 5065 0 0,'-1'-1'170'0'0,"-1"0"1"0"0,1 0-1 0 0,-1 1 0 0 0,0-1 0 0 0,0 0 1 0 0,1 1-1 0 0,-1-1 0 0 0,0 1 0 0 0,0-1 1 0 0,0 1-1 0 0,1 0 0 0 0,-1 0 0 0 0,0 0 1 0 0,0 0-1 0 0,0 0 0 0 0,0 0 0 0 0,0 0 1 0 0,1 1-1 0 0,-4 0 0 0 0,0 1 351 0 0,0 1 0 0 0,1 0-1 0 0,-1 0 1 0 0,1 0 0 0 0,-8 8-1 0 0,-5 6 159 0 0,0 1 1 0 0,1 0-1 0 0,0 1 0 0 0,-22 38 0 0 0,-42 94 188 0 0,56-102-617 0 0,-51 110 243 0 0,64-130-1277 0 0,1 0 1 0 0,1 1 0 0 0,-8 50 0 0 0,13-50-4186 0 0</inkml:trace>
</inkml:ink>
</file>

<file path=ppt/ink/ink2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6.2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29 9218 0 0,'-1'-2'503'0'0,"1"0"1"0"0,0 0-1 0 0,0 0 1 0 0,0 0-1 0 0,0 1 1 0 0,0-1-1 0 0,1 0 1 0 0,-1 0-1 0 0,0 0 1 0 0,7-7 3610 0 0,-3 23-2729 0 0,-1 47-228 0 0,-3-42-1429 0 0,2 0 1 0 0,6 37-1 0 0,-2-30-602 0 0</inkml:trace>
</inkml:ink>
</file>

<file path=ppt/ink/ink2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6.6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1 9674 0 0,'-8'1'6902'0'0,"8"0"-6796"0"0,12 15 2450 0 0,38 31-3230 0 0,-29-28 1351 0 0,163 178-658 0 0,-165-180-529 0 0,1 0-1 0 0,0-2 1 0 0,33 19-1 0 0,-25-19-1136 0 0</inkml:trace>
</inkml:ink>
</file>

<file path=ppt/ink/ink2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6.9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231 10 8754 0 0,'-1'-1'332'0'0,"0"0"0"0"0,0 0-1 0 0,0 0 1 0 0,1 1 0 0 0,-1-1 0 0 0,0 0 0 0 0,0 1 0 0 0,0-1-1 0 0,0 1 1 0 0,0-1 0 0 0,-1 1 0 0 0,1 0 0 0 0,0-1 0 0 0,0 1 0 0 0,0 0-1 0 0,0 0 1 0 0,0 0 0 0 0,0-1 0 0 0,-1 1 0 0 0,0 1 0 0 0,0-1-53 0 0,0 0 1 0 0,1 1-1 0 0,-1 0 1 0 0,0-1-1 0 0,1 1 1 0 0,-1 0-1 0 0,1 0 1 0 0,-1 0-1 0 0,1 0 1 0 0,-1 0-1 0 0,-2 2 1 0 0,-2 4 37 0 0,0 1 1 0 0,0-1-1 0 0,1 1 1 0 0,-5 9-1 0 0,5-10-19 0 0,-23 40-122 0 0,2 0 1 0 0,-34 88-1 0 0,50-107-2062 0 0,-9 49-1 0 0,15-52-4629 0 0</inkml:trace>
</inkml:ink>
</file>

<file path=ppt/ink/ink2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7.2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55 5065 0 0,'-1'0'69'0'0,"1"0"0"0"0,-1 0 0 0 0,1 0 0 0 0,-1 0 0 0 0,1 0-1 0 0,0 0 1 0 0,-1-1 0 0 0,1 1 0 0 0,-1 0 0 0 0,1 0 0 0 0,-1 0 0 0 0,1 0 0 0 0,-1-1-1 0 0,1 1 1 0 0,-1 0 0 0 0,1 0 0 0 0,0-1 0 0 0,-1 1 0 0 0,1 0 0 0 0,0-1 0 0 0,-1 1 0 0 0,1 0-1 0 0,0-1 1 0 0,-1 1 0 0 0,1-1 0 0 0,0 1 0 0 0,0 0 0 0 0,-1-1 0 0 0,1 1 0 0 0,0-1-1 0 0,0 1 1 0 0,0-1 0 0 0,0 1 0 0 0,-1-1 0 0 0,1 1 0 0 0,0-1 0 0 0,0 1 0 0 0,0-1 0 0 0,0 1-1 0 0,0-1 1 0 0,0 1 0 0 0,0-1 0 0 0,1 1 0 0 0,-1 0 0 0 0,0-1 0 0 0,0 1 0 0 0,0-1 0 0 0,0 1-1 0 0,1-1 1 0 0,-1 1 0 0 0,0-1 0 0 0,0 1 0 0 0,1 0 0 0 0,-1-1 0 0 0,0 1 0 0 0,1 0-1 0 0,-1-1 1 0 0,2-1 332 0 0,-1-1 1 0 0,0 1-1 0 0,1 0 0 0 0,-1 1 0 0 0,1-1 0 0 0,-1 0 0 0 0,1 0 0 0 0,0 0 0 0 0,0 1 0 0 0,0-1 1 0 0,3-1-1 0 0,0 1-178 0 0,0 0 0 0 0,0 1 1 0 0,0-1-1 0 0,0 1 1 0 0,0 0-1 0 0,0 1 0 0 0,0-1 1 0 0,1 1-1 0 0,-1 0 1 0 0,0 0-1 0 0,0 1 1 0 0,0-1-1 0 0,0 1 0 0 0,1 0 1 0 0,-1 1-1 0 0,0-1 1 0 0,0 1-1 0 0,-1 0 0 0 0,1 0 1 0 0,0 1-1 0 0,-1-1 1 0 0,1 1-1 0 0,-1 0 0 0 0,0 0 1 0 0,0 1-1 0 0,0-1 1 0 0,5 7-1 0 0,-2-2-57 0 0,-2 0 1 0 0,1 0-1 0 0,-1 1 0 0 0,-1 0 0 0 0,0 0 1 0 0,0 0-1 0 0,0 0 0 0 0,-1 0 0 0 0,-1 1 1 0 0,0 0-1 0 0,0-1 0 0 0,0 1 1 0 0,-1 18-1 0 0,-1-27-149 0 0,0-1 0 0 0,0 1 0 0 0,-1-1 0 0 0,1 1 0 0 0,0-1 0 0 0,0 1 0 0 0,0 0 0 0 0,0-1 0 0 0,0 1 0 0 0,0-1 0 0 0,0 1 0 0 0,0-1 0 0 0,1 1 0 0 0,-1-1 0 0 0,0 1 0 0 0,0-1 0 0 0,0 1 0 0 0,1-1 0 0 0,-1 1 0 0 0,0-1 0 0 0,0 0 0 0 0,1 1 0 0 0,-1-1 0 0 0,0 1 0 0 0,1-1 0 0 0,-1 0 0 0 0,0 1 0 0 0,1-1 0 0 0,-1 0 0 0 0,1 1 0 0 0,-1-1 0 0 0,1 0 0 0 0,-1 0 0 0 0,0 1 0 0 0,1-1 0 0 0,0 0 0 0 0,0 0-5 0 0,1-1 0 0 0,-1 1 0 0 0,1 0 0 0 0,-1-1 0 0 0,0 0 1 0 0,1 1-1 0 0,-1-1 0 0 0,0 0 0 0 0,1 0 0 0 0,-1 0 0 0 0,0 0 0 0 0,2-1 1 0 0,32-39-24 0 0,-34 40 27 0 0,49-62-1891 0 0,-32 39-5792 0 0</inkml:trace>
</inkml:ink>
</file>

<file path=ppt/ink/ink2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8.0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16 125 6913 0 0,'-15'-23'3335'0'0,"15"15"-970"0"0,11 10-144 0 0,-6 2-1786 0 0,1 0 0 0 0,-1 1 0 0 0,-1-1 0 0 0,1 1 0 0 0,-1 0 0 0 0,1 0 0 0 0,5 11 0 0 0,10 11 376 0 0,-9-15-668 0 0,0-1-1 0 0,1 0 0 0 0,0-1 0 0 0,0 0 0 0 0,1-1 0 0 0,0-1 0 0 0,1 0 0 0 0,0 0 1 0 0,0-2-1 0 0,1 1 0 0 0,0-2 0 0 0,0 0 0 0 0,16 3 0 0 0,-28-8-97 0 0,-1 0-1 0 0,1 0 1 0 0,-1-1-1 0 0,1 1 1 0 0,0-1-1 0 0,-1 1 1 0 0,1-1-1 0 0,-1 0 1 0 0,1 0-1 0 0,-1 0 1 0 0,0 0-1 0 0,1 0 1 0 0,-1-1-1 0 0,0 1 1 0 0,0-1-1 0 0,0 1 1 0 0,0-1-1 0 0,0 0 1 0 0,0 0-1 0 0,-1 0 1 0 0,1 0-1 0 0,-1 0 1 0 0,1 0-1 0 0,1-3 1 0 0,4-9 179 0 0,1 1 0 0 0,9-29 0 0 0,-10 24-172 0 0,10-21-295 0 0,15-39 603 0 0,-11 27-5581 0 0</inkml:trace>
</inkml:ink>
</file>

<file path=ppt/ink/ink2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8.2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1 3225 0 0,'-3'3'225'0'0,"1"0"0"0"0,-1 0 0 0 0,1 0 0 0 0,-1 1 0 0 0,1-1 0 0 0,0 1 0 0 0,0 0 0 0 0,1-1 0 0 0,-1 1 0 0 0,1 0 1 0 0,0 0-1 0 0,0 0 0 0 0,0 0 0 0 0,0 0 0 0 0,1 0 0 0 0,-1 8 0 0 0,1 10 3707 0 0,5 42-1 0 0,-3-39-2891 0 0,14 108 3166 0 0,5-1-4549 0 0,-17-108-425 0 0,0 1-6078 0 0</inkml:trace>
</inkml:ink>
</file>

<file path=ppt/ink/ink2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9.8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158 50 8290 0 0,'-3'-1'186'0'0,"-1"0"1"0"0,1 0 0 0 0,0 0-1 0 0,0 1 1 0 0,-1-1-1 0 0,1 1 1 0 0,0 0-1 0 0,-1-1 1 0 0,1 2 0 0 0,0-1-1 0 0,-1 0 1 0 0,1 1-1 0 0,0-1 1 0 0,-1 1 0 0 0,1 0-1 0 0,0 0 1 0 0,-4 2-1 0 0,2 0 37 0 0,0 0 0 0 0,1 0 0 0 0,-1 0 0 0 0,1 1 0 0 0,0 0 0 0 0,0-1 0 0 0,0 1 0 0 0,1 1-1 0 0,-6 8 1 0 0,2-2-71 0 0,0 1 0 0 0,2 0 0 0 0,-1 0-1 0 0,1 1 1 0 0,1 0 0 0 0,1-1 0 0 0,0 1-1 0 0,-2 16 1 0 0,4-18-148 0 0,0 0 0 0 0,0 1-1 0 0,2-1 1 0 0,-1 1 0 0 0,2-1-1 0 0,-1 0 1 0 0,1 1 0 0 0,1-1-1 0 0,0 0 1 0 0,1-1 0 0 0,0 1-1 0 0,6 11 1 0 0,-6-16-33 0 0,0 1-1 0 0,1-1 1 0 0,0 0-1 0 0,0 0 1 0 0,0 0-1 0 0,1 0 1 0 0,0-1-1 0 0,0 0 1 0 0,0 0-1 0 0,1-1 1 0 0,-1 0-1 0 0,1 0 1 0 0,0 0-1 0 0,1-1 1 0 0,-1 0 0 0 0,0-1-1 0 0,1 1 1 0 0,9 1-1 0 0,-9-3-2 0 0,-1 0 0 0 0,0 1-1 0 0,1-2 1 0 0,-1 1 0 0 0,1-1 0 0 0,-1-1-1 0 0,1 1 1 0 0,-1-1 0 0 0,0-1 0 0 0,1 1-1 0 0,-1-1 1 0 0,0 0 0 0 0,0-1 0 0 0,0 0-1 0 0,0 0 1 0 0,10-6 0 0 0,-12 5 97 0 0,0 0 0 0 0,0-1 0 0 0,0 0 0 0 0,-1 0 0 0 0,1 0 0 0 0,-1 0 0 0 0,-1 0 1 0 0,1-1-1 0 0,-1 0 0 0 0,0 0 0 0 0,0 0 0 0 0,0 0 0 0 0,-1 0 0 0 0,0 0 0 0 0,0-1 0 0 0,-1 1 0 0 0,1-1 0 0 0,-1-13 0 0 0,0 7 132 0 0,-1-1 1 0 0,-1 0-1 0 0,0 1 0 0 0,-1-1 0 0 0,0 1 0 0 0,-1-1 0 0 0,0 1 1 0 0,-1 0-1 0 0,-1 0 0 0 0,0 1 0 0 0,-1-1 0 0 0,0 1 0 0 0,-1 0 1 0 0,0 1-1 0 0,-1 0 0 0 0,-1 0 0 0 0,-10-11 0 0 0,10 12-384 0 0,-1 1 0 0 0,0 1-1 0 0,-1-1 1 0 0,0 2-1 0 0,0-1 1 0 0,-1 2 0 0 0,0 0-1 0 0,0 0 1 0 0,0 1-1 0 0,0 0 1 0 0,-16-3 0 0 0,15 7-942 0 0,2 3-179 0 0</inkml:trace>
</inkml:ink>
</file>

<file path=ppt/ink/ink2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0.2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226 49 8290 0 0,'-4'-5'315'0'0,"0"1"1"0"0,-1 0 0 0 0,0-1-1 0 0,0 2 1 0 0,0-1 0 0 0,0 0-1 0 0,0 1 1 0 0,-1 0 0 0 0,0 0-1 0 0,1 1 1 0 0,-12-4 0 0 0,14 6-67 0 0,-1-1 1 0 0,0 0-1 0 0,0 1 1 0 0,0 0-1 0 0,0 0 1 0 0,0 0-1 0 0,0 0 1 0 0,0 1-1 0 0,0-1 1 0 0,1 1-1 0 0,-1 0 1 0 0,0 0-1 0 0,0 0 1 0 0,1 1-1 0 0,-1 0 1 0 0,0-1-1 0 0,1 1 1 0 0,0 0-1 0 0,-6 5 1 0 0,2 0-151 0 0,0 0 1 0 0,1 0 0 0 0,0 1-1 0 0,0-1 1 0 0,1 1 0 0 0,0 1-1 0 0,0-1 1 0 0,1 1 0 0 0,0-1-1 0 0,1 1 1 0 0,-1 1 0 0 0,2-1-1 0 0,-1 0 1 0 0,2 1 0 0 0,-1-1-1 0 0,1 10 1 0 0,-1-4 10 0 0,2-1 0 0 0,0 1-1 0 0,1-1 1 0 0,0 1 0 0 0,1-1 0 0 0,1 0 0 0 0,0 0 0 0 0,1 0-1 0 0,11 27 1 0 0,-11-34-101 0 0,1 0 0 0 0,0 0 0 0 0,0 0 0 0 0,0-1 0 0 0,0 1 0 0 0,1-1 0 0 0,0-1 0 0 0,1 1 0 0 0,-1-1 0 0 0,1 0 0 0 0,0 0 0 0 0,0-1-1 0 0,1 0 1 0 0,-1 0 0 0 0,1-1 0 0 0,0 0 0 0 0,0-1 0 0 0,0 1 0 0 0,0-1 0 0 0,16 1 0 0 0,-18-2 5 0 0,1 0-1 0 0,0-1 1 0 0,-1 0-1 0 0,1 0 1 0 0,0-1-1 0 0,0 0 1 0 0,-1 0-1 0 0,1-1 1 0 0,-1 1-1 0 0,1-2 1 0 0,-1 1 0 0 0,0 0-1 0 0,0-1 1 0 0,0-1-1 0 0,0 1 1 0 0,0-1-1 0 0,-1 1 1 0 0,1-2-1 0 0,-1 1 1 0 0,0-1-1 0 0,0 1 1 0 0,-1-1 0 0 0,0-1-1 0 0,0 1 1 0 0,0 0-1 0 0,4-8 1 0 0,-1-2 159 0 0,-1 0 1 0 0,0 0-1 0 0,-2 0 1 0 0,1 0-1 0 0,-2-1 1 0 0,0 0-1 0 0,-1 1 1 0 0,1-29 0 0 0,-3 37-237 0 0,0-1 0 0 0,-1 1 0 0 0,1-1 0 0 0,-1 1 0 0 0,-1 0 0 0 0,1-1-1 0 0,-1 1 1 0 0,-1 0 0 0 0,1 0 0 0 0,-1 0 0 0 0,0 1 0 0 0,-1-1 0 0 0,1 1 0 0 0,-2-1 0 0 0,1 1 0 0 0,0 0 0 0 0,-1 1 0 0 0,0-1 0 0 0,-1 1 0 0 0,-9-8 0 0 0,-2 4-4979 0 0,-2 4-1670 0 0</inkml:trace>
</inkml:ink>
</file>

<file path=ppt/ink/ink2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0.6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110 0 10594 0 0,'-4'2'32'0'0,"1"0"-1"0"0,0 0 1 0 0,0 1-1 0 0,0-1 0 0 0,1 0 1 0 0,-1 1-1 0 0,1 0 1 0 0,-1 0-1 0 0,1 0 1 0 0,0 0-1 0 0,-3 6 1 0 0,-21 42-899 0 0,19-37 1327 0 0,0 1-202 0 0,0 1 0 0 0,1 0 1 0 0,1 1-1 0 0,0-1 0 0 0,1 1 1 0 0,1 0-1 0 0,-1 24 0 0 0,3-36-219 0 0,1 0 0 0 0,0 1 0 0 0,1-1 0 0 0,-1 0 0 0 0,1 0 1 0 0,0 0-1 0 0,0 1 0 0 0,1-1 0 0 0,0 0 0 0 0,0-1 0 0 0,0 1 0 0 0,0 0 0 0 0,1-1 0 0 0,-1 1 0 0 0,1-1 0 0 0,0 0 0 0 0,1 1 0 0 0,-1-2 1 0 0,1 1-1 0 0,0 0 0 0 0,-1-1 0 0 0,2 1 0 0 0,-1-1 0 0 0,0 0 0 0 0,1-1 0 0 0,-1 1 0 0 0,1-1 0 0 0,7 3 0 0 0,3 0 118 0 0,0 0 0 0 0,1 0-1 0 0,-1-2 1 0 0,1 0 0 0 0,-1-1 0 0 0,1 0-1 0 0,29-2 1 0 0,-36 0-39 0 0,0-2-1 0 0,0 1 0 0 0,0-1 1 0 0,0 0-1 0 0,0-1 1 0 0,0 0-1 0 0,-1-1 1 0 0,1 0-1 0 0,-1 0 0 0 0,0-1 1 0 0,0 0-1 0 0,0 0 1 0 0,-1-1-1 0 0,12-10 1 0 0,-11 7 78 0 0,0 0 1 0 0,0-1 0 0 0,0 1 0 0 0,-2-2 0 0 0,1 1-1 0 0,-1-1 1 0 0,0 0 0 0 0,-1 0 0 0 0,-1 0 0 0 0,0-1 0 0 0,0 1-1 0 0,3-22 1 0 0,-6 27-107 0 0,-1 0 0 0 0,1 0 1 0 0,-1 0-1 0 0,-1 0 0 0 0,1-1 0 0 0,-1 1 0 0 0,0 0 0 0 0,0 0 1 0 0,-1 0-1 0 0,0 0 0 0 0,0 1 0 0 0,0-1 0 0 0,-1 0 0 0 0,0 1 1 0 0,0-1-1 0 0,0 1 0 0 0,0 0 0 0 0,-1 0 0 0 0,0 1 0 0 0,0-1 1 0 0,-1 1-1 0 0,1-1 0 0 0,-1 2 0 0 0,0-1 0 0 0,0 0 0 0 0,-9-4 1 0 0,4 3-782 0 0,-1 0 1 0 0,1 1-1 0 0,-1 1 0 0 0,0 0 1 0 0,0 0-1 0 0,0 1 1 0 0,0 0-1 0 0,0 1 1 0 0,0 0-1 0 0,-13 1 0 0 0,5 2-5427 0 0</inkml:trace>
</inkml:ink>
</file>

<file path=ppt/ink/ink2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0.9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67 11979 0 0,'7'-13'497'0'0,"15"-21"1038"0"0,-21 32-1322 0 0,0 1 0 0 0,0-1 0 0 0,1 1 0 0 0,-1-1 0 0 0,0 1 0 0 0,1 0 0 0 0,-1 0 0 0 0,1-1 0 0 0,0 1 0 0 0,-1 0 0 0 0,1 0 0 0 0,0 1 0 0 0,0-1-1 0 0,0 0 1 0 0,3 0 0 0 0,-5 1-114 0 0,1 0 0 0 0,0 0 0 0 0,0 1-1 0 0,-1-1 1 0 0,1 0 0 0 0,0 1 0 0 0,0-1 0 0 0,-1 1-1 0 0,1-1 1 0 0,0 1 0 0 0,-1-1 0 0 0,1 1-1 0 0,-1-1 1 0 0,1 1 0 0 0,-1 0 0 0 0,1-1-1 0 0,-1 1 1 0 0,1 0 0 0 0,-1-1 0 0 0,1 1 0 0 0,-1 0-1 0 0,0 0 1 0 0,0-1 0 0 0,1 1 0 0 0,-1 0-1 0 0,0 0 1 0 0,0 0 0 0 0,0-1 0 0 0,0 1-1 0 0,0 1 1 0 0,4 33 299 0 0,-4-28-317 0 0,45 271-2520 0 0,-37-237 1155 0 0,0 2-4990 0 0</inkml:trace>
</inkml:ink>
</file>

<file path=ppt/ink/ink2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1.3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1 9218 0 0,'-14'6'7916'0'0,"13"-4"-7557"0"0,-5 18 2647 0 0,10 29-3269 0 0,-2-38 879 0 0,4 40-1858 0 0,3 0 0 0 0,16 51 0 0 0,-13-62-5050 0 0</inkml:trace>
</inkml:ink>
</file>

<file path=ppt/ink/ink2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1.8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44 240 6913 0 0,'-4'3'286'0'0,"1"0"0"0"0,-1 1-1 0 0,1-1 1 0 0,0 1 0 0 0,0 0-1 0 0,0 0 1 0 0,0 0-1 0 0,0 0 1 0 0,1 1 0 0 0,0-1-1 0 0,0 1 1 0 0,0-1-1 0 0,1 1 1 0 0,-1 0 0 0 0,1 0-1 0 0,0-1 1 0 0,0 1-1 0 0,1 0 1 0 0,0 8 0 0 0,-1 0-33 0 0,1-1 1 0 0,1 0 0 0 0,0 0 0 0 0,0 0 0 0 0,2 0 0 0 0,-1 0 0 0 0,5 12-1 0 0,-4-18-213 0 0,0 0 0 0 0,0 0 0 0 0,1 0 0 0 0,0 0 0 0 0,0-1 0 0 0,0 1 0 0 0,0-1 0 0 0,1 0 0 0 0,0 0-1 0 0,0-1 1 0 0,1 1 0 0 0,-1-1 0 0 0,1 0 0 0 0,0-1 0 0 0,0 1 0 0 0,0-1 0 0 0,0 0 0 0 0,0-1 0 0 0,1 0 0 0 0,-1 0-1 0 0,1 0 1 0 0,0-1 0 0 0,7 1 0 0 0,-9-1 64 0 0,1-1 1 0 0,-1 1-1 0 0,1-1 0 0 0,0-1 0 0 0,-1 1 0 0 0,1-1 1 0 0,-1 0-1 0 0,1 0 0 0 0,-1-1 0 0 0,1 1 0 0 0,-1-1 1 0 0,0-1-1 0 0,0 1 0 0 0,0-1 0 0 0,0 0 0 0 0,0 0 1 0 0,-1 0-1 0 0,1 0 0 0 0,-1-1 0 0 0,0 0 0 0 0,0 0 1 0 0,0 0-1 0 0,-1 0 0 0 0,1-1 0 0 0,-1 1 0 0 0,0-1 1 0 0,0 0-1 0 0,2-7 0 0 0,4-9 243 0 0,-2-1 1 0 0,0 0-1 0 0,-1 0 1 0 0,-1 0-1 0 0,-2-1 0 0 0,0 0 1 0 0,-1-44-1 0 0,-2 54-304 0 0,-1-1-1 0 0,-1 1 0 0 0,0 0 1 0 0,0 0-1 0 0,-2 0 1 0 0,1 1-1 0 0,-2-1 1 0 0,0 1-1 0 0,0 0 0 0 0,-1 0 1 0 0,0 1-1 0 0,-1-1 1 0 0,-1 1-1 0 0,0 1 1 0 0,-11-12-1 0 0,16 18-325 0 0,-1 1 1 0 0,0 0-1 0 0,1 0 1 0 0,-2 0-1 0 0,1 0 1 0 0,0 1-1 0 0,-6-3 1 0 0,-12-2-6893 0 0</inkml:trace>
</inkml:ink>
</file>

<file path=ppt/ink/ink2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2.1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1 14283 0 0,'-1'0'157'0'0,"-1"0"0"0"0,1 1 0 0 0,0 0-1 0 0,-1-1 1 0 0,1 1 0 0 0,0 0 0 0 0,-1-1 0 0 0,1 1-1 0 0,0 0 1 0 0,0 0 0 0 0,0 0 0 0 0,0 0 0 0 0,0 0 0 0 0,0 0-1 0 0,0 1 1 0 0,0-1 0 0 0,0 0 0 0 0,0 0 0 0 0,1 1 0 0 0,-1-1-1 0 0,0 3 1 0 0,-11 30 1331 0 0,9-10-1147 0 0,1-1 0 0 0,1 1 0 0 0,1 0 0 0 0,1-1 0 0 0,6 39 0 0 0,2-15-2358 0 0,26 81 0 0 0,-25-102-4318 0 0</inkml:trace>
</inkml:ink>
</file>

<file path=ppt/ink/ink2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2.4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 5065 0 0,'0'3'429'0'0,"-1"0"0"0"0,0 0 0 0 0,1 0 0 0 0,0 0 0 0 0,0 0 0 0 0,-1 0 0 0 0,2 0 0 0 0,-1 0 0 0 0,0 0 0 0 0,1 0 0 0 0,-1 0 0 0 0,1-1 1 0 0,2 7-1 0 0,1 7 364 0 0,22 182 6220 0 0,-13-65-7612 0 0,-11-110-5949 0 0</inkml:trace>
</inkml:ink>
</file>

<file path=ppt/ink/ink2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5.6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180 19 6449 0 0,'-3'-3'190'0'0,"0"1"0"0"0,1 1-1 0 0,-1-1 1 0 0,-1 0 0 0 0,1 1-1 0 0,0-1 1 0 0,0 1 0 0 0,0 0-1 0 0,-1 0 1 0 0,1 0 0 0 0,-1 1-1 0 0,1-1 1 0 0,-1 1 0 0 0,1 0-1 0 0,0 0 1 0 0,-1 0 0 0 0,1 0 0 0 0,-1 1-1 0 0,1-1 1 0 0,-1 1 0 0 0,1 0-1 0 0,0 0 1 0 0,-1 0 0 0 0,1 0-1 0 0,0 1 1 0 0,-5 2 0 0 0,3-1 65 0 0,-1 1 0 0 0,1 0 0 0 0,0 0 1 0 0,0 0-1 0 0,0 1 0 0 0,0 0 1 0 0,1 0-1 0 0,0 0 0 0 0,0 0 0 0 0,0 1 1 0 0,1-1-1 0 0,0 1 0 0 0,-4 7 1 0 0,2 2-161 0 0,1-1 0 0 0,0 1 0 0 0,1 0 0 0 0,1 0 1 0 0,0 0-1 0 0,1 0 0 0 0,0 0 0 0 0,2 0 0 0 0,0 0 1 0 0,0 0-1 0 0,7 28 0 0 0,-6-36-89 0 0,-1-1-1 0 0,1 0 1 0 0,0 0 0 0 0,1 0-1 0 0,0 0 1 0 0,0 0 0 0 0,0-1 0 0 0,0 1-1 0 0,1-1 1 0 0,0 0 0 0 0,0 0-1 0 0,0 0 1 0 0,1 0 0 0 0,0-1-1 0 0,0 0 1 0 0,0 0 0 0 0,0 0-1 0 0,1-1 1 0 0,-1 1 0 0 0,1-1 0 0 0,0-1-1 0 0,0 1 1 0 0,0-1 0 0 0,0 0-1 0 0,0 0 1 0 0,1-1 0 0 0,-1 0-1 0 0,0 0 1 0 0,1 0 0 0 0,7-1 0 0 0,-6-1 75 0 0,1 0 0 0 0,0-1 0 0 0,0 0 1 0 0,-1 0-1 0 0,0-1 0 0 0,1 0 0 0 0,-1 0 1 0 0,0-1-1 0 0,0 0 0 0 0,-1-1 0 0 0,1 1 1 0 0,-1-2-1 0 0,0 1 0 0 0,0-1 0 0 0,-1 0 1 0 0,10-10-1 0 0,-6 4 68 0 0,0 0 0 0 0,-1 0 1 0 0,0-1-1 0 0,0 0 0 0 0,-2-1 0 0 0,0 0 1 0 0,0 0-1 0 0,7-24 0 0 0,-13 32-81 0 0,1 0-1 0 0,-1 1 1 0 0,0-1-1 0 0,0 0 1 0 0,-1 0 0 0 0,0 0-1 0 0,0 0 1 0 0,0 0-1 0 0,-1 0 1 0 0,0 0-1 0 0,0 1 1 0 0,0-1 0 0 0,-1 0-1 0 0,0 1 1 0 0,0-1-1 0 0,0 1 1 0 0,-1-1 0 0 0,0 1-1 0 0,0 0 1 0 0,0 0-1 0 0,0 0 1 0 0,-5-4-1 0 0,2 3-83 0 0,-1 0 0 0 0,0 1-1 0 0,0-1 1 0 0,0 1-1 0 0,0 1 1 0 0,-1-1 0 0 0,0 1-1 0 0,0 1 1 0 0,0 0-1 0 0,0 0 1 0 0,0 0 0 0 0,-1 1-1 0 0,0 0 1 0 0,-11-1-1 0 0,-16 4-2511 0 0,19 2-4030 0 0</inkml:trace>
</inkml:ink>
</file>

<file path=ppt/ink/ink2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6.0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132 15 6913 0 0,'-2'-1'207'0'0,"-1"-1"-1"0"0,1 1 0 0 0,0-1 0 0 0,-1 1 1 0 0,1 0-1 0 0,-1 0 0 0 0,1 0 1 0 0,-1 0-1 0 0,1 0 0 0 0,-1 0 0 0 0,0 1 1 0 0,0-1-1 0 0,1 1 0 0 0,-1 0 0 0 0,0 0 1 0 0,1 0-1 0 0,-1 0 0 0 0,0 0 0 0 0,0 1 1 0 0,1-1-1 0 0,-1 1 0 0 0,0 0 0 0 0,1 0 1 0 0,-1 0-1 0 0,1 0 0 0 0,-1 0 0 0 0,1 0 1 0 0,0 1-1 0 0,-1-1 0 0 0,1 1 0 0 0,0 0 1 0 0,0-1-1 0 0,0 1 0 0 0,-4 4 0 0 0,1 2-14 0 0,1 0 0 0 0,-1-1 0 0 0,1 1 0 0 0,0 1 0 0 0,1-1 0 0 0,0 1 0 0 0,0-1-1 0 0,1 1 1 0 0,0 0 0 0 0,-1 14 0 0 0,1-2 208 0 0,1 0 0 0 0,1 0 1 0 0,4 29-1 0 0,-2-37-376 0 0,0-1 0 0 0,1 1 1 0 0,1-1-1 0 0,0 1 0 0 0,0-1 1 0 0,1-1-1 0 0,1 1 0 0 0,0-1 1 0 0,1 1-1 0 0,11 13 0 0 0,-15-20-11 0 0,1-1-1 0 0,0 1 1 0 0,0-1 0 0 0,0 0-1 0 0,1 0 1 0 0,-1 0-1 0 0,1-1 1 0 0,0 0 0 0 0,0 0-1 0 0,0 0 1 0 0,1 0-1 0 0,-1-1 1 0 0,1 0 0 0 0,-1 0-1 0 0,1-1 1 0 0,-1 1-1 0 0,1-1 1 0 0,0 0-1 0 0,0-1 1 0 0,0 1 0 0 0,0-1-1 0 0,0 0 1 0 0,-1-1-1 0 0,1 1 1 0 0,7-3 0 0 0,-9 2 41 0 0,1-1 1 0 0,0 0 0 0 0,-1 0-1 0 0,1 0 1 0 0,-1 0 0 0 0,0-1 0 0 0,1 0-1 0 0,-1 0 1 0 0,-1 0 0 0 0,1 0-1 0 0,0 0 1 0 0,-1-1 0 0 0,1 0-1 0 0,-1 0 1 0 0,0 0 0 0 0,-1 0 0 0 0,1 0-1 0 0,-1 0 1 0 0,1-1 0 0 0,-1 0-1 0 0,-1 1 1 0 0,1-1 0 0 0,-1 0-1 0 0,0 0 1 0 0,2-8 0 0 0,-2 1 69 0 0,0 0 0 0 0,0 0 0 0 0,-1 0 0 0 0,-1 0 0 0 0,0 0 0 0 0,0 0 0 0 0,-1 0 0 0 0,-1 0 0 0 0,-6-17 0 0 0,0 4 34 0 0,-1 1 0 0 0,-1 0 0 0 0,-14-23 0 0 0,22 42-230 0 0,-1 0 0 0 0,1 0 0 0 0,-1 0 0 0 0,0 0 0 0 0,0 0 0 0 0,0 1 0 0 0,-1-1 0 0 0,1 1 0 0 0,-1 0 0 0 0,0 1 0 0 0,-1-1 0 0 0,1 1 0 0 0,0 0-1 0 0,-1 0 1 0 0,0 1 0 0 0,1 0 0 0 0,-1 0 0 0 0,-12-2 0 0 0,3 5-1056 0 0,1 4-288 0 0</inkml:trace>
</inkml:ink>
</file>

<file path=ppt/ink/ink2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6.5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80 110 6913 0 0,'-2'-2'344'0'0,"0"-1"0"0"0,1 0 0 0 0,-2 0 0 0 0,1 1 0 0 0,0-1 0 0 0,0 1 0 0 0,-1 0 0 0 0,1-1 0 0 0,-1 1 0 0 0,0 0 0 0 0,-4-2 0 0 0,6 4-180 0 0,1-1 0 0 0,-1 1 0 0 0,0 0 0 0 0,0 0 0 0 0,0 0 0 0 0,1-1 0 0 0,-1 1 0 0 0,0 0 0 0 0,0 0 0 0 0,0 0 0 0 0,1 0 0 0 0,-1 0 0 0 0,0 1 0 0 0,0-1 0 0 0,0 0 0 0 0,1 0 0 0 0,-1 0 0 0 0,0 1 0 0 0,0-1 0 0 0,0 1 0 0 0,0 0-94 0 0,-1 0-1 0 0,1 0 1 0 0,0 0 0 0 0,0 0 0 0 0,0 1 0 0 0,0-1 0 0 0,0 0 0 0 0,0 1 0 0 0,1-1 0 0 0,-1 1 0 0 0,0-1 0 0 0,1 1-1 0 0,-2 2 1 0 0,-2 13 167 0 0,0 1 0 0 0,0-1 1 0 0,2 1-1 0 0,0 0 0 0 0,1 27 0 0 0,2-32-135 0 0,0 0 0 0 0,0 0-1 0 0,1 0 1 0 0,1 0 0 0 0,0-1 0 0 0,1 1 0 0 0,0-1 0 0 0,8 16-1 0 0,-10-24-50 0 0,0-1 0 0 0,0 1 0 0 0,1 0 0 0 0,-1-1 0 0 0,1 1 0 0 0,0-1 0 0 0,0 0 0 0 0,0 0 0 0 0,0 0 0 0 0,1-1 0 0 0,-1 1 0 0 0,1-1 0 0 0,-1 1 0 0 0,1-1-1 0 0,0 0 1 0 0,0-1 0 0 0,0 1 0 0 0,0-1 0 0 0,0 0 0 0 0,0 0 0 0 0,1 0 0 0 0,-1 0 0 0 0,0-1 0 0 0,0 1 0 0 0,1-1 0 0 0,-1 0 0 0 0,8-2 0 0 0,-5 1 14 0 0,0-1 0 0 0,0 0 0 0 0,0 0 0 0 0,0-1 0 0 0,-1 0 0 0 0,1 0-1 0 0,-1-1 1 0 0,0 0 0 0 0,0 0 0 0 0,0 0 0 0 0,0-1 0 0 0,-1 1 0 0 0,0-1 0 0 0,0-1 0 0 0,8-9 0 0 0,-4 0 75 0 0,0 0-1 0 0,0 0 0 0 0,-2-1 1 0 0,0 0-1 0 0,0 0 0 0 0,-2 0 1 0 0,0-1-1 0 0,-1 0 0 0 0,3-26 1 0 0,-6 35-102 0 0,-1 1 0 0 0,0-1 0 0 0,0 0 1 0 0,-1 0-1 0 0,0 0 0 0 0,0 1 0 0 0,-1-1 1 0 0,0 0-1 0 0,0 1 0 0 0,-4-9 0 0 0,3 10-49 0 0,0 2 0 0 0,0-1 1 0 0,-1 0-1 0 0,1 0 0 0 0,-1 1 0 0 0,0 0 0 0 0,0 0 0 0 0,0 0 1 0 0,-1 0-1 0 0,1 1 0 0 0,-1-1 0 0 0,0 1 0 0 0,0 1 0 0 0,0-1 1 0 0,-7-2-1 0 0,7 3-314 0 0,1 1 0 0 0,0 0 0 0 0,0 0 0 0 0,-1 0 0 0 0,1 0 0 0 0,-1 1 0 0 0,1 0 0 0 0,-1 0 0 0 0,1 0 0 0 0,-1 1 0 0 0,1-1 0 0 0,0 1 0 0 0,-1 0 0 0 0,-7 3 0 0 0,-9 5-6027 0 0</inkml:trace>
</inkml:ink>
</file>

<file path=ppt/ink/ink2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6.9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2 11979 0 0,'0'0'64'0'0,"0"0"0"0"0,0 0 0 0 0,0-1 0 0 0,-1 1 0 0 0,1 0 0 0 0,0 0 0 0 0,0 0 0 0 0,-1 0 1 0 0,1 0-1 0 0,0 0 0 0 0,0 0 0 0 0,0 0 0 0 0,-1 0 0 0 0,1-1 0 0 0,0 1 0 0 0,0 0 0 0 0,-1 0 0 0 0,1 0 1 0 0,0 0-1 0 0,0 1 0 0 0,-1-1 0 0 0,1 0 0 0 0,0 0 0 0 0,0 0 0 0 0,-1 0 0 0 0,1 0 0 0 0,0 0 1 0 0,0 0-1 0 0,0 0 0 0 0,-1 0 0 0 0,1 1 0 0 0,0-1 0 0 0,0 0 0 0 0,0 0 0 0 0,-1 0 0 0 0,1 0 1 0 0,0 1-1 0 0,0-1 0 0 0,0 0 0 0 0,0 0 0 0 0,-1 1 0 0 0,-3 14 1403 0 0,3 26 32 0 0,1-33-955 0 0,4 122 1331 0 0,32 204 0 0 0,-29-290-2548 0 0,22 71-1 0 0,-22-95-6699 0 0</inkml:trace>
</inkml:ink>
</file>

<file path=ppt/ink/ink2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3.23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0 519 10138 0 0,'18'-25'1890'0'0,"11"-5"-1499"0"0,2 2 0 0 0,1 1 0 0 0,1 1 0 0 0,1 1 0 0 0,1 3 0 0 0,1 0 0 0 0,55-22 1 0 0,-86 41-370 0 0,1 1 1 0 0,0 0 0 0 0,0 0 0 0 0,0 0-1 0 0,0 1 1 0 0,0 0 0 0 0,0 0 0 0 0,0 1-1 0 0,0-1 1 0 0,7 2 0 0 0,-11-1-23 0 0,0 0 0 0 0,0 1 0 0 0,1 0 0 0 0,-1-1 0 0 0,0 1 0 0 0,0 0 0 0 0,0 0 0 0 0,0 0 0 0 0,0 1 0 0 0,-1-1 0 0 0,1 0-1 0 0,0 1 1 0 0,-1-1 0 0 0,1 1 0 0 0,0-1 0 0 0,-1 1 0 0 0,0 0 0 0 0,1 0 0 0 0,-1-1 0 0 0,0 1 0 0 0,0 0 0 0 0,0 0 0 0 0,0 0 0 0 0,0 0 0 0 0,-1 1 0 0 0,1-1 0 0 0,-1 0 0 0 0,1 0 0 0 0,-1 0 0 0 0,0 4 0 0 0,1 8-41 0 0,0-1-1 0 0,-1 0 1 0 0,-1 1 0 0 0,0-1 0 0 0,-1 0-1 0 0,-6 24 1 0 0,-32 77-236 0 0,21-64 128 0 0,62-164-2689 0 0,34-94 3620 0 0,5-56 5802 0 0,-87 286-5947 0 0,1 1 0 0 0,1 0 0 0 0,1 45 1 0 0,-1-4 39 0 0,3-58-677 0 0,-8 182 83 0 0,8-161-77 0 0,2 1 1 0 0,1 0 0 0 0,1-1-1 0 0,14 48 1 0 0,-15-67-89 0 0,1 0 0 0 0,-1 1 0 0 0,1-1 0 0 0,1-1 0 0 0,0 1 0 0 0,0 0 0 0 0,0-1 0 0 0,1 0 0 0 0,7 6 0 0 0,-7-7-525 0 0,1 0 0 0 0,-1-1 0 0 0,1 0 0 0 0,0-1 0 0 0,14 8 0 0 0,0-6-896 0 0</inkml:trace>
</inkml:ink>
</file>

<file path=ppt/ink/ink2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3.49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 13363 0 0,'124'229'7135'0'0,"-75"-109"-7313"0"0,-10 5-3633 0 0,-30-92 3425 0 0</inkml:trace>
</inkml:ink>
</file>

<file path=ppt/ink/ink2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3.79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1 116 6913 0 0,'1'-1'134'0'0,"1"-1"0"0"0,0 1 0 0 0,-1-1 0 0 0,1 1 0 0 0,0 0 0 0 0,0 0 0 0 0,0 0 0 0 0,0 0 0 0 0,0 0 0 0 0,0 1-1 0 0,1-1 1 0 0,1 0 0 0 0,2-1 458 0 0,61-18 2695 0 0,115-21 0 0 0,-29 9-4194 0 0,-128 25-4444 0 0</inkml:trace>
</inkml:ink>
</file>

<file path=ppt/ink/ink2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4.03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47 5 8290 0 0,'-1'-1'193'0'0,"0"1"1"0"0,-1-1 0 0 0,1 1 0 0 0,0-1-1 0 0,-1 1 1 0 0,1-1 0 0 0,-1 1 0 0 0,1 0-1 0 0,-1-1 1 0 0,1 1 0 0 0,-1 0-1 0 0,1 0 1 0 0,-1 0 0 0 0,1 0 0 0 0,-1 1-1 0 0,1-1 1 0 0,-1 0 0 0 0,1 0-1 0 0,0 1 1 0 0,-3 0 0 0 0,3 1 147 0 0,0 0-1 0 0,-1-1 1 0 0,1 1 0 0 0,0 0-1 0 0,0 0 1 0 0,0 0-1 0 0,0 0 1 0 0,1 0 0 0 0,-1 0-1 0 0,0 0 1 0 0,1 0 0 0 0,0 0-1 0 0,-1 0 1 0 0,1 5 0 0 0,-2 12 737 0 0,2-1 1 0 0,0 2 0 0 0,0-2-1 0 0,6 29 1 0 0,21 78-446 0 0,-12-62-330 0 0,-1 10-254 0 0,-9-39-468 0 0,2-1 0 0 0,1 0 0 0 0,2 0 0 0 0,1-1 0 0 0,25 52 1 0 0,-21-59-7272 0 0</inkml:trace>
</inkml:ink>
</file>

<file path=ppt/ink/ink2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4.50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0 141 10594 0 0,'23'-4'4221'0'0,"-7"1"-3068"0"0,-1 0-1 0 0,1 2 1 0 0,24-1-1 0 0,-32 3-1065 0 0,0 1-1 0 0,0 0 0 0 0,-1 0 1 0 0,1 1-1 0 0,-1 0 0 0 0,0 0 1 0 0,0 1-1 0 0,0-1 0 0 0,0 1 1 0 0,-1 1-1 0 0,1 0 0 0 0,-1 0 1 0 0,0 0-1 0 0,-1 0 0 0 0,1 1 0 0 0,-1 0 1 0 0,0 0-1 0 0,-1 1 0 0 0,1-1 1 0 0,-1 1-1 0 0,-1 0 0 0 0,1 0 1 0 0,-1 0-1 0 0,2 8 0 0 0,-1-6-219 0 0,-2 0 0 0 0,1 0-1 0 0,-1 0 1 0 0,0 0 0 0 0,-1 1-1 0 0,0-1 1 0 0,-1 0 0 0 0,0 0 0 0 0,0 1-1 0 0,-1-1 1 0 0,0 0 0 0 0,-1 0-1 0 0,0 1 1 0 0,0-1 0 0 0,-1-1 0 0 0,0 1-1 0 0,-1 0 1 0 0,0-1 0 0 0,0 1-1 0 0,-7 9 1 0 0,21-63-1593 0 0,-6 33 1435 0 0,25-79-395 0 0,30-154 0 0 0,-53 192 2382 0 0,-8 46 410 0 0,-9 34-451 0 0,1 4-1241 0 0,2 1-1 0 0,1 0 1 0 0,2 0-1 0 0,-3 45 1 0 0,7-60-415 0 0,1 0 1 0 0,1 0-1 0 0,0-1 0 0 0,1 1 1 0 0,1 0-1 0 0,1 0 0 0 0,0-1 1 0 0,1 0-1 0 0,1 0 1 0 0,9 19-1 0 0,9 0-692 0 0,-5-13-4999 0 0,-1-2-1418 0 0</inkml:trace>
</inkml:ink>
</file>

<file path=ppt/ink/ink2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4.85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84 4145 0 0,'1'-3'143'0'0,"0"0"0"0"0,1 0 1 0 0,-1 0-1 0 0,1 0 0 0 0,0 0 1 0 0,0 1-1 0 0,0-1 0 0 0,0 1 1 0 0,1-1-1 0 0,-1 1 0 0 0,0 0 0 0 0,1 0 1 0 0,0 0-1 0 0,-1 0 0 0 0,1 0 1 0 0,4-1-1 0 0,51-24 3362 0 0,-53 25-3341 0 0,0 0 123 0 0,0 0 0 0 0,0 0 0 0 0,0 1 0 0 0,0-1 1 0 0,1 1-1 0 0,-1 0 0 0 0,0 1 0 0 0,1-1 0 0 0,-1 1 0 0 0,1 0 0 0 0,-1 1 0 0 0,0-1 0 0 0,1 1 0 0 0,-1 0 0 0 0,0 1 0 0 0,0-1 0 0 0,0 1 0 0 0,1 0 1 0 0,-2 0-1 0 0,1 0 0 0 0,7 5 0 0 0,-5-1-115 0 0,-1-1 0 0 0,0 1 0 0 0,-1-1 0 0 0,1 2 1 0 0,-1-1-1 0 0,0 0 0 0 0,-1 1 0 0 0,1 0 0 0 0,-1 0 0 0 0,-1 1 1 0 0,1-1-1 0 0,-1 1 0 0 0,3 12 0 0 0,-2-1 283 0 0,0 1-1 0 0,1 35 1 0 0,-4-34 320 0 0,2 0 0 0 0,4 21 0 0 0,-7-42-751 0 0,0 1-1 0 0,0 0 1 0 0,0-1 0 0 0,0 1-1 0 0,0-1 1 0 0,1 1 0 0 0,-1-1-1 0 0,0 1 1 0 0,0-1 0 0 0,1 0-1 0 0,-1 1 1 0 0,0-1 0 0 0,1 1-1 0 0,-1-1 1 0 0,0 1 0 0 0,1-1-1 0 0,-1 0 1 0 0,1 1 0 0 0,-1-1-1 0 0,0 0 1 0 0,1 1 0 0 0,-1-1-1 0 0,1 0 1 0 0,-1 0 0 0 0,1 0-1 0 0,-1 1 1 0 0,1-1 0 0 0,-1 0-1 0 0,1 0 1 0 0,-1 0 0 0 0,1 0-1 0 0,0 0 1 0 0,-1 0 0 0 0,1 0-1 0 0,-1 0 1 0 0,1 0 0 0 0,-1 0-1 0 0,1 0 1 0 0,-1 0 0 0 0,1 0-1 0 0,-1-1 1 0 0,1 1 0 0 0,-1 0-1 0 0,1 0 1 0 0,-1 0 0 0 0,1-1-1 0 0,-1 1 1 0 0,1 0 0 0 0,-1-1-1 0 0,0 1 1 0 0,1 0 0 0 0,-1-1-1 0 0,1 0 1 0 0,27-25 127 0 0,-22 19-109 0 0,87-81-229 0 0,-63 63-117 0 0</inkml:trace>
</inkml:ink>
</file>

<file path=ppt/ink/ink2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6.63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22 35 456 0 0,'-16'26'4412'0'0,"15"-22"-2837"0"0,-1 0 1 0 0,0 0-1 0 0,1 0 0 0 0,4 16 5770 0 0,-2-20-7146 0 0,25-1 443 0 0,-7-5-573 0 0,0 0 0 0 0,-1-1 1 0 0,0-1-1 0 0,0-1 0 0 0,26-18 1 0 0,-14 9-1955 0 0,-5 3-4639 0 0</inkml:trace>
</inkml:ink>
</file>

<file path=ppt/ink/ink2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6.84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1 120 8290 0 0,'0'0'736'0'0,"0"-1"-584"0"0,1 0-152 0 0,2-1 704 0 0,0-1 104 0 0,2 1 24 0 0,4-5 9 0 0,3-3-281 0 0,4-1-56 0 0,0-2-16 0 0,3 1 0 0 0,0 0-640 0 0,-1 0-128 0 0,3 1-24 0 0,-3 0-8 0 0,0-1 312 0 0</inkml:trace>
</inkml:ink>
</file>

<file path=ppt/ink/ink2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7.17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 0 11979 0 0,'-5'2'6754'0'0,"7"7"-3951"0"0,5 9-2304 0 0,-7-18-452 0 0,39 100 472 0 0,-5 2-1 0 0,33 167 1 0 0,-5-16-3118 0 0,-55-230-4981 0 0</inkml:trace>
</inkml:ink>
</file>

<file path=ppt/ink/ink2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7.38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10 1 12443 0 0,'-4'4'3977'0'0,"2"-1"-3033"0"0,-1 0-368 0 0,2-1-64 0 0,1 3 464 0 0,20 10-2768 0 0</inkml:trace>
</inkml:ink>
</file>

<file path=ppt/ink/ink2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7.68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80 10594 0 0,'57'-4'7664'0'0,"0"-7"-4316"0"0,-29 4-3974 0 0,0-2 0 0 0,-1-1-1 0 0,-1-1 1 0 0,28-17 0 0 0</inkml:trace>
</inkml:ink>
</file>

<file path=ppt/ink/ink2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8.03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51 0 8354 0 0,'-6'6'776'0'0,"1"0"1"0"0,0 0 0 0 0,0 0-1 0 0,1 1 1 0 0,0-1 0 0 0,0 1-1 0 0,0 0 1 0 0,1 0-1 0 0,0 1 1 0 0,-2 8 0 0 0,4-13-618 0 0,1-1 1 0 0,-1 1 0 0 0,1 0-1 0 0,-1-1 1 0 0,1 1-1 0 0,0 0 1 0 0,0-1 0 0 0,1 1-1 0 0,-1 0 1 0 0,0 0-1 0 0,1-1 1 0 0,0 1-1 0 0,-1-1 1 0 0,1 1 0 0 0,0 0-1 0 0,0-1 1 0 0,1 0-1 0 0,-1 1 1 0 0,0-1 0 0 0,1 0-1 0 0,0 0 1 0 0,-1 1-1 0 0,1-1 1 0 0,0 0 0 0 0,0-1-1 0 0,0 1 1 0 0,0 0-1 0 0,0-1 1 0 0,1 1 0 0 0,-1-1-1 0 0,1 1 1 0 0,2 0-1 0 0,18 7-27 0 0,45 13 0 0 0,-50-18-37 0 0,-1 1 0 0 0,1 1 0 0 0,31 16 1 0 0,-43-18-84 0 0,-1 0 1 0 0,1 0-1 0 0,0 0 1 0 0,-1 1 0 0 0,0-1-1 0 0,0 2 1 0 0,0-1 0 0 0,-1 0-1 0 0,0 1 1 0 0,0 0-1 0 0,0 0 1 0 0,-1 0 0 0 0,0 0-1 0 0,3 8 1 0 0,-4-7 35 0 0,0-1 0 0 0,0 0 0 0 0,-1 1 0 0 0,0-1 0 0 0,0 1 0 0 0,0 0 0 0 0,-1-1 0 0 0,0 1 0 0 0,0-1 0 0 0,-1 1 0 0 0,0 0 0 0 0,0-1 0 0 0,-1 1 1 0 0,0-1-1 0 0,0 0 0 0 0,0 0 0 0 0,-1 1 0 0 0,1-2 0 0 0,-2 1 0 0 0,-4 8 0 0 0,1-4-191 0 0,-1 0 0 0 0,0-1 1 0 0,-1 1-1 0 0,0-2 0 0 0,0 1 0 0 0,-1-1 0 0 0,0-1 1 0 0,-1 1-1 0 0,-20 9 0 0 0</inkml:trace>
</inkml:ink>
</file>

<file path=ppt/ink/ink2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0.9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79 234 6913 0 0,'-31'16'2246'0'0,"25"-12"-1417"0"0,-1 0-1 0 0,-1-1 0 0 0,1 0 0 0 0,-13 3 0 0 0,55-29 3588 0 0,-10 5-3823 0 0,4-1-135 0 0,38-22 301 0 0,-61 37-657 0 0,0 1 0 0 0,1 1 1 0 0,-1-1-1 0 0,0 1 1 0 0,1 0-1 0 0,0 1 0 0 0,-1-1 1 0 0,12 0-1 0 0,-17 3-93 0 0,1-1 0 0 0,-1 0 0 0 0,0 0 0 0 0,0 1 0 0 0,0-1 0 0 0,0 1 0 0 0,1-1 1 0 0,-1 1-1 0 0,0-1 0 0 0,0 1 0 0 0,0 0 0 0 0,0-1 0 0 0,0 1 0 0 0,0 0 0 0 0,0 0 0 0 0,0 0 0 0 0,-1 0 0 0 0,1 0 0 0 0,0 0 0 0 0,-1 0 0 0 0,1 0 0 0 0,0 0 1 0 0,-1 0-1 0 0,1 0 0 0 0,-1 0 0 0 0,1 1 0 0 0,-1-1 0 0 0,0 0 0 0 0,0 0 0 0 0,1 0 0 0 0,-1 3 0 0 0,2 43 204 0 0,-3-41-189 0 0,-2 36 10 0 0,-2 1-1 0 0,-2-1 1 0 0,-3 0 0 0 0,0-1 0 0 0,-23 54 0 0 0,58-177-718 0 0,17-105 0 0 0,12-46-321 0 0,-41 203 2096 0 0,-13 30-1076 0 0,0 0 0 0 0,0 0 0 0 0,0-1-1 0 0,0 1 1 0 0,0 0 0 0 0,1 0 0 0 0,-1 0 0 0 0,0 0 0 0 0,0 0 0 0 0,0 0 0 0 0,0 0-1 0 0,0-1 1 0 0,0 1 0 0 0,0 0 0 0 0,0 0 0 0 0,0 0 0 0 0,1 0 0 0 0,-1 0 0 0 0,0 0-1 0 0,0 0 1 0 0,0 0 0 0 0,0 0 0 0 0,0 0 0 0 0,0 0 0 0 0,1 0 0 0 0,-1 0-1 0 0,0 0 1 0 0,0 0 0 0 0,0 0 0 0 0,0 0 0 0 0,0 0 0 0 0,0 0 0 0 0,1 0 0 0 0,-1 0-1 0 0,0 0 1 0 0,0 0 0 0 0,0 0 0 0 0,0 0 0 0 0,0 0 0 0 0,1 0 0 0 0,-1 0 0 0 0,0 0-1 0 0,0 0 1 0 0,0 0 0 0 0,0 0 0 0 0,0 0 0 0 0,0 0 0 0 0,0 0 0 0 0,1 1 0 0 0,-1-1-1 0 0,0 0 1 0 0,0 0 0 0 0,2 18 424 0 0,-3 43 484 0 0,-1-27-715 0 0,3 0 0 0 0,5 50 0 0 0,1-39-151 0 0,16 83 202 0 0,-19-114-325 0 0,0 1 0 0 0,1-1 0 0 0,0 0 0 0 0,1 0 0 0 0,1-1 0 0 0,11 17 0 0 0,-7-16-1021 0 0,4-3-4232 0 0</inkml:trace>
</inkml:ink>
</file>

<file path=ppt/ink/ink2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1.18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 0 9218 0 0,'-12'8'6389'0'0,"12"-8"-6201"0"0,0 1 0 0 0,0-1 0 0 0,0 1 0 0 0,-7 18 1977 0 0,6-2-1603 0 0,2 1 1 0 0,0-1-1 0 0,0 1 1 0 0,2-1-1 0 0,0 0 0 0 0,10 31 1 0 0,-3-12-383 0 0,-10-34-188 0 0,21 87-721 0 0,54 141 0 0 0,-64-204-6867 0 0</inkml:trace>
</inkml:ink>
</file>

<file path=ppt/ink/ink2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1.43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93 5065 0 0,'0'0'116'0'0,"1"1"1"0"0,-1-1-1 0 0,1 1 0 0 0,-1-1 1 0 0,0 0-1 0 0,1 1 0 0 0,-1-1 1 0 0,1 0-1 0 0,-1 1 0 0 0,1-1 1 0 0,-1 0-1 0 0,1 0 0 0 0,-1 1 1 0 0,1-1-1 0 0,-1 0 0 0 0,1 0 1 0 0,-1 0-1 0 0,1 0 0 0 0,0 0 1 0 0,-1 0-1 0 0,1 0 0 0 0,-1 0 0 0 0,1 0 1 0 0,-1 0-1 0 0,1 0 0 0 0,-1 0 1 0 0,1 0-1 0 0,0-1 0 0 0,23-3 2341 0 0,-20 4-2150 0 0,34-9 3648 0 0,75-28 0 0 0,-70 21-3728 0 0,47-10 0 0 0,-71 22-1181 0 0</inkml:trace>
</inkml:ink>
</file>

<file path=ppt/ink/ink2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1.72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 32 6913 0 0,'-26'-31'12105'0'0,"42"52"-9928"0"0,-6-1-1765 0 0,-1 1 0 0 0,-1 1 0 0 0,-1-1 1 0 0,8 39-1 0 0,5 93 202 0 0,-15-104-1501 0 0,1 1 0 0 0,17 60 0 0 0,-13-80-6759 0 0</inkml:trace>
</inkml:ink>
</file>

<file path=ppt/ink/ink2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2.1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34 7370 0 0,'-1'-2'140'0'0,"1"1"-1"0"0,0 0 1 0 0,0-1 0 0 0,-1 1 0 0 0,1-1 0 0 0,0 1 0 0 0,0 0 0 0 0,0-1 0 0 0,1 1 0 0 0,-1-1 0 0 0,0 1 0 0 0,0 0 0 0 0,1-1 0 0 0,-1 1 0 0 0,1 0-1 0 0,-1-1 1 0 0,1 1 0 0 0,0 0 0 0 0,-1 0 0 0 0,1-1 0 0 0,2-1 0 0 0,-2 3 54 0 0,1-1 0 0 0,-1 1 0 0 0,0 0 0 0 0,1-1 0 0 0,-1 1 0 0 0,1 0 0 0 0,-1 0 0 0 0,1 0 0 0 0,-1 0 0 0 0,1 0 0 0 0,-1 0 0 0 0,1 1 0 0 0,-1-1-1 0 0,1 0 1 0 0,-1 1 0 0 0,1-1 0 0 0,-1 1 0 0 0,0 0 0 0 0,1-1 0 0 0,-1 1 0 0 0,2 2 0 0 0,5 2 73 0 0,0 0 0 0 0,-1 1 0 0 0,1 1 0 0 0,-1-1-1 0 0,-1 1 1 0 0,0 0 0 0 0,0 1 0 0 0,0-1 0 0 0,-1 1 0 0 0,0 0 0 0 0,0 1 0 0 0,-1-1-1 0 0,0 1 1 0 0,3 10 0 0 0,0 1-108 0 0,-1 1-1 0 0,0 1 0 0 0,-2-1 1 0 0,-1 1-1 0 0,2 23 0 0 0,-6 9-259 0 0,-8 74 0 0 0,1-50 23 0 0,33-189-826 0 0,-8 23 320 0 0,3 2 1 0 0,37-95-1 0 0,-42 155 2039 0 0,-15 26-1415 0 0,0 0 1 0 0,0 0-1 0 0,0 0 0 0 0,0-1 1 0 0,1 1-1 0 0,-1 0 1 0 0,0 0-1 0 0,0 0 0 0 0,0 0 1 0 0,0 0-1 0 0,0 0 1 0 0,1 0-1 0 0,-1-1 0 0 0,0 1 1 0 0,0 0-1 0 0,0 0 1 0 0,1 0-1 0 0,-1 0 0 0 0,0 0 1 0 0,0 0-1 0 0,0 0 0 0 0,0 0 1 0 0,1 0-1 0 0,-1 0 1 0 0,0 0-1 0 0,0 0 0 0 0,0 0 1 0 0,1 0-1 0 0,-1 0 1 0 0,0 0-1 0 0,0 0 0 0 0,0 0 1 0 0,0 1-1 0 0,1-1 1 0 0,-1 0-1 0 0,0 0 0 0 0,0 0 1 0 0,0 0-1 0 0,0 0 1 0 0,1 0-1 0 0,2 17 975 0 0,-5 50-718 0 0,0-23 284 0 0,6 70 0 0 0,-3-103-523 0 0,1 0 1 0 0,0 1-1 0 0,0-2 1 0 0,1 1 0 0 0,1 0-1 0 0,0 0 1 0 0,0-1-1 0 0,1 0 1 0 0,0 0 0 0 0,1 0-1 0 0,9 11 1 0 0,-10-15-335 0 0,1-1 1 0 0,0 0-1 0 0,0 0 1 0 0,0 0-1 0 0,1-1 1 0 0,0 0-1 0 0,0 0 1 0 0,0 0-1 0 0,13 3 1 0 0,4 2-7060 0 0</inkml:trace>
</inkml:ink>
</file>

<file path=ppt/ink/ink2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2.4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7370 0 0,'2'10'6636'0'0,"2"-10"-5213"0"0,0-1-1127 0 0,0 1 0 0 0,0 0 0 0 0,0 0 1 0 0,0 0-1 0 0,0 0 0 0 0,0 1 1 0 0,0-1-1 0 0,-1 1 0 0 0,1 0 0 0 0,0 0 1 0 0,0 1-1 0 0,-1-1 0 0 0,1 1 0 0 0,-1 0 1 0 0,1 0-1 0 0,5 4 0 0 0,-5-2-148 0 0,0 0 0 0 0,0 0-1 0 0,-1 1 1 0 0,1-1 0 0 0,-1 1-1 0 0,0 0 1 0 0,0 0-1 0 0,-1 0 1 0 0,1 0 0 0 0,-1 0-1 0 0,0 0 1 0 0,1 7 0 0 0,4 18 50 0 0,4 43 1 0 0,-8-48-126 0 0,1-1 0 0 0,0 1 0 0 0,11 28 0 0 0,-14-50-80 0 0,0-1 0 0 0,-1 1 1 0 0,2-1-1 0 0,-1 0 0 0 0,0 1 0 0 0,0-1 0 0 0,1 0 0 0 0,-1 0 0 0 0,1 0 0 0 0,0 0 0 0 0,0 0 1 0 0,0 0-1 0 0,0 0 0 0 0,0 0 0 0 0,0-1 0 0 0,0 1 0 0 0,0-1 0 0 0,1 0 0 0 0,1 2 0 0 0,-1-3 36 0 0,-1 0-1 0 0,0 1 0 0 0,0-1 0 0 0,0 0 0 0 0,1 0 0 0 0,-1-1 0 0 0,0 1 0 0 0,0 0 0 0 0,0-1 0 0 0,0 1 0 0 0,0-1 0 0 0,1 0 1 0 0,-1 0-1 0 0,0 0 0 0 0,0 0 0 0 0,-1 0 0 0 0,1 0 0 0 0,0 0 0 0 0,0-1 0 0 0,0 1 0 0 0,-1 0 0 0 0,1-1 0 0 0,1-2 0 0 0,56-68-2192 0 0,-31 40-5559 0 0</inkml:trace>
</inkml:ink>
</file>

<file path=ppt/ink/ink2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3.1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92 10594 0 0,'1'5'3116'0'0,"-1"-5"-3056"0"0,11-2 1807 0 0,12-7 272 0 0,12-15-1412 0 0,20-12-2046 0 0,-47 32 115 0 0,0 0 0 0 0,0 1 0 0 0,1 0 0 0 0,0 0 1 0 0,13-2-1 0 0,-8 2-1035 0 0</inkml:trace>
</inkml:ink>
</file>

<file path=ppt/ink/ink2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3.36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0 141 7370 0 0,'54'-65'2603'0'0,"0"19"-5498"0"0,-30 27 2182 0 0,-11 8 677 0 0</inkml:trace>
</inkml:ink>
</file>

<file path=ppt/ink/ink2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3.59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43 1 8754 0 0,'-19'9'873'0'0,"1"6"5152"0"0,17-14-5591 0 0,0 0 1 0 0,1 1-1 0 0,-1-1 0 0 0,1 1 0 0 0,-1 0 1 0 0,1-1-1 0 0,-1 1 0 0 0,1-1 0 0 0,0 1 1 0 0,0 0-1 0 0,0-1 0 0 0,0 3 0 0 0,3 19-236 0 0,96 400 1780 0 0,-72-331-2710 0 0,-15-64 52 0 0</inkml:trace>
</inkml:ink>
</file>

<file path=ppt/ink/ink2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3.7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 1 10138 0 0,'-18'9'6586'0'0,"16"-4"-6034"0"0,1-1-176 0 0,1-1-40 0 0</inkml:trace>
</inkml:ink>
</file>

<file path=ppt/ink/ink2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4.2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9 158 5985 0 0,'-1'-1'54'0'0,"1"1"-1"0"0,-1 0 1 0 0,1 0-1 0 0,-1-1 1 0 0,1 1-1 0 0,-1 0 0 0 0,1-1 1 0 0,0 1-1 0 0,-1-1 1 0 0,1 1-1 0 0,0 0 1 0 0,-1-1-1 0 0,1 1 1 0 0,0-1-1 0 0,-1 1 0 0 0,1-1 1 0 0,0 1-1 0 0,0-1 1 0 0,-1 0-1 0 0,1 1 1 0 0,0-1-1 0 0,0 1 1 0 0,0-1-1 0 0,0 1 0 0 0,0-1 1 0 0,0 1-1 0 0,0-1 1 0 0,0 0-1 0 0,0 1 1 0 0,0-1-1 0 0,0 1 1 0 0,1-2-1 0 0,14-17 1982 0 0,35-14 1584 0 0,-43 29-3160 0 0,18-11 840 0 0,0 1 0 0 0,2 2 1 0 0,-1 0-1 0 0,2 2 1 0 0,35-9-1 0 0,-61 18-1301 0 0,1 1 0 0 0,-1-1 0 0 0,1 1 0 0 0,-1-1 0 0 0,1 1 0 0 0,-1 0 0 0 0,1 0 0 0 0,-1 0 0 0 0,1 0 0 0 0,-1 1 0 0 0,1-1 0 0 0,-1 1 1 0 0,1-1-1 0 0,-1 1 0 0 0,1 0 0 0 0,-1 0 0 0 0,0 0 0 0 0,4 2 0 0 0,-4-1-62 0 0,-1 0 1 0 0,1 0-1 0 0,-1 0 1 0 0,0 0-1 0 0,1 1 1 0 0,-1-1-1 0 0,0 0 1 0 0,0 1-1 0 0,-1-1 1 0 0,1 1-1 0 0,0-1 1 0 0,-1 1-1 0 0,1-1 1 0 0,-1 1-1 0 0,0-1 1 0 0,0 1-1 0 0,0 4 1 0 0,-2 58-478 0 0,0-40 347 0 0,2 1-1 0 0,0-1 1 0 0,2 0 0 0 0,1 0 0 0 0,8 37 0 0 0,-6-45 37 0 0,0 0 1 0 0,2 0-1 0 0,0-1 0 0 0,12 20 1 0 0,-15-28-298 0 0,2 0 0 0 0,-1-1-1 0 0,1 0 1 0 0,0-1 0 0 0,0 1 0 0 0,1-1 0 0 0,0 0 0 0 0,0-1 0 0 0,1 0 0 0 0,10 6-1 0 0,-8-5 441 0 0</inkml:trace>
</inkml:ink>
</file>

<file path=ppt/ink/ink2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4.34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42 126 5529 0 0,'-7'0'-806'0'0,"-28"-9"8834"0"0,36 9-7934 0 0,14-14 2534 0 0,74-37 268 0 0,-33 20-4107 0 0,-22 11-4913 0 0</inkml:trace>
</inkml:ink>
</file>

<file path=ppt/ink/ink2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4.6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32 146 9674 0 0,'-32'6'1564'0'0,"54"-28"4000"0"0,59-37-3171 0 0,-34 23-4324 0 0,3 1-5060 0 0</inkml:trace>
</inkml:ink>
</file>

<file path=ppt/ink/ink2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4.7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132 0 1952 0 0,'-23'30'474'0'0,"2"0"-1"0"0,-24 45 0 0 0,38-62 115 0 0,1 2 0 0 0,0-1-1 0 0,0 1 1 0 0,2 0-1 0 0,0 0 1 0 0,1 0-1 0 0,0 0 1 0 0,-1 20 0 0 0,4-30-339 0 0,0 0 0 0 0,1 0 0 0 0,-1 0 0 0 0,1 0 0 0 0,0 0 0 0 0,0 0 0 0 0,1 0 0 0 0,-1 0 0 0 0,1-1 0 0 0,0 1 0 0 0,0 0 0 0 0,1-1 0 0 0,-1 0 0 0 0,1 0 1 0 0,0 1-1 0 0,0-1 0 0 0,1-1 0 0 0,6 7 0 0 0,4 1 462 0 0,0-1-1 0 0,1-1 1 0 0,0 0 0 0 0,20 8-1 0 0,-23-12-393 0 0,-1 0 0 0 0,0 0-1 0 0,0 2 1 0 0,-1-1-1 0 0,0 1 1 0 0,0 0-1 0 0,0 1 1 0 0,-1 1 0 0 0,11 11-1 0 0,-19-17-273 0 0,1-1-1 0 0,-1 1 0 0 0,0 0 0 0 0,1-1 0 0 0,-1 1 1 0 0,0 0-1 0 0,-1 0 0 0 0,1 0 0 0 0,0 0 1 0 0,-1 0-1 0 0,0 0 0 0 0,0 0 0 0 0,0 0 1 0 0,0 0-1 0 0,0 0 0 0 0,0 0 0 0 0,-1 0 0 0 0,0 0 1 0 0,1 0-1 0 0,-2 3 0 0 0,-10 21-229 0 0</inkml:trace>
</inkml:ink>
</file>

<file path=ppt/ink/ink2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00.8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 4805 2761 0 0,'-1'1'419'0'0,"1"-1"-349"0"0,-1 0 0 0 0,1 0 0 0 0,0 0 0 0 0,0 0 0 0 0,0 0-1 0 0,0 0 1 0 0,-1 0 0 0 0,1 0 0 0 0,0 0 0 0 0,0 0 0 0 0,0 0 0 0 0,-1 0 0 0 0,1 0 0 0 0,0 0 0 0 0,0 0 0 0 0,0 0-1 0 0,-1 0 1 0 0,1 0 0 0 0,-3-1 1119 0 0,3 0-1119 0 0,0 1-1 0 0,0 0 1 0 0,0 0 0 0 0,0 0 0 0 0,0 0 0 0 0,0-1 0 0 0,0 1 0 0 0,0 0 0 0 0,0-1 0 0 0,-6-17 779 0 0,3-27-19 0 0,16-360 3479 0 0,0 57-3314 0 0,42-577 1661 0 0,-41 783-2264 0 0,-6-2-1 0 0,-15-199 0 0 0,4-27 942 0 0,6 134-759 0 0,18-241 1146 0 0,-15 370-1543 0 0,-3 37 59 0 0,22-127 0 0 0,66-272-236 0 0,-81 355-22 0 0,-9 87 14 0 0,1 0-1 0 0,1 0 1 0 0,1 0-1 0 0,13-43 1 0 0,-6 32-1024 0 0,9-55 1 0 0,-3 11-79 0 0,-50 130-262 0 0,-162 257-645 0 0,179-280 1648 0 0,9-13 65 0 0,-1 0 0 0 0,-17 19 1 0 0,21-30 316 0 0,4-13-173 0 0,51-129-731 0 0,-44 126 1004 0 0,0 1 0 0 0,0 0-1 0 0,2 0 1 0 0,-1 1 0 0 0,2 0 0 0 0,0 1-1 0 0,19-20 1 0 0,-27 31 4 0 0,-1-1-1 0 0,1 1 1 0 0,0-1-1 0 0,0 1 1 0 0,0-1 0 0 0,0 1-1 0 0,0 0 1 0 0,0 0 0 0 0,0 0-1 0 0,0 0 1 0 0,1 0 0 0 0,-1 1-1 0 0,0-1 1 0 0,0 1 0 0 0,1-1-1 0 0,-1 1 1 0 0,0 0 0 0 0,1 0-1 0 0,-1 0 1 0 0,1 0-1 0 0,3 1 1 0 0,-3 0 30 0 0,0 1-1 0 0,0-1 1 0 0,0 1-1 0 0,-1 0 1 0 0,1-1-1 0 0,-1 1 1 0 0,1 0-1 0 0,-1 1 1 0 0,0-1-1 0 0,0 0 1 0 0,0 1 0 0 0,0-1-1 0 0,0 1 1 0 0,2 3-1 0 0,4 10 320 0 0,-1 1 0 0 0,0 0 0 0 0,-1 0 0 0 0,5 27-1 0 0,6 34-17 0 0,9 36-458 0 0,-14-77-320 0 0</inkml:trace>
</inkml:ink>
</file>

<file path=ppt/ink/ink2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02.7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92 201 920 0 0,'-5'1'405'0'0,"-1"-1"0"0"0,0 1 0 0 0,1 0 0 0 0,-1 1-1 0 0,1-1 1 0 0,-1 1 0 0 0,1 0 0 0 0,0 0 0 0 0,-1 1 0 0 0,1-1 0 0 0,0 1-1 0 0,1 1 1 0 0,-1-1 0 0 0,1 0 0 0 0,-9 12 5677 0 0,80-46-3182 0 0,-40 17-2299 0 0,2 2-1 0 0,-1 0 0 0 0,1 2 1 0 0,39-8-1 0 0,-12 10-565 0 0,66 0 1 0 0,-89 6-32 0 0,0-1-37 0 0,56-14 0 0 0,-63 11 12 0 0,1 1-1 0 0,-1 1 1 0 0,42-1-1 0 0,30 6 22 0 0,0 0 0 0 0,99 14 0 0 0,429 27 181 0 0,-499-31-72 0 0,-82-6-94 0 0,66 1 0 0 0,143-24 81 0 0,-127 7 155 0 0,151 6 0 0 0,-227 5-198 0 0,103-13 0 0 0,-63 3-29 0 0,12-4-24 0 0,119-31 0 0 0,-133 26-10 0 0,0 4-1 0 0,1 4 0 0 0,1 4 1 0 0,-1 4-1 0 0,150 14 0 0 0,-20 11 150 0 0,609 71 987 0 0,-697-73-925 0 0,291 37 48 0 0,131 5-91 0 0,-254-19 346 0 0,89 10-53 0 0,-259-43-453 0 0,235 51 1 0 0,-122-13-728 0 0,34 9-383 0 0,-262-55 308 0 0,0 1-1 0 0,0-2 0 0 0,0 0 0 0 0,0-1 1 0 0,0 0-1 0 0,0-1 0 0 0,0-1 0 0 0,0 0 0 0 0,0-1 1 0 0,26-9-1 0 0,-25 8-3657 0 0</inkml:trace>
</inkml:ink>
</file>

<file path=ppt/ink/ink2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03.2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174 0 3025 0 0,'-52'10'454'0'0,"-7"0"2234"0"0,51-8-1289 0 0,-1 0 0 0 0,1 1 0 0 0,0 0 1 0 0,-12 6-1 0 0,19-8-1227 0 0,1-1 1 0 0,-1 0-1 0 0,1 1 0 0 0,-1-1 1 0 0,1 0-1 0 0,-1 1 1 0 0,1-1-1 0 0,-1 1 0 0 0,1-1 1 0 0,-1 1-1 0 0,1-1 1 0 0,-1 1-1 0 0,1-1 1 0 0,0 1-1 0 0,-1-1 0 0 0,1 1 1 0 0,0 0-1 0 0,0-1 1 0 0,-1 1-1 0 0,1-1 0 0 0,0 1 1 0 0,0 0-1 0 0,0-1 1 0 0,0 1-1 0 0,0 0 0 0 0,0-1 1 0 0,0 1-1 0 0,0 0 1 0 0,0-1-1 0 0,0 1 0 0 0,0 1 1 0 0,1 0-50 0 0,0 0 1 0 0,0 0 0 0 0,0 0-1 0 0,1 0 1 0 0,-1 0-1 0 0,0 0 1 0 0,1 0-1 0 0,-1 0 1 0 0,3 2-1 0 0,42 30-531 0 0,-45-33 508 0 0,26 14-101 0 0,0-1 1 0 0,1-2-1 0 0,0-1 1 0 0,36 10-1 0 0,-31-11-4 0 0,-1 1-1 0 0,57 29 1 0 0,-86-39 25 0 0,0 1 0 0 0,0 0 0 0 0,0 0-1 0 0,0 0 1 0 0,0 1 0 0 0,-1-1 0 0 0,1 1 0 0 0,-1-1-1 0 0,0 1 1 0 0,0 0 0 0 0,0 0 0 0 0,0 0 0 0 0,0 0-1 0 0,0 0 1 0 0,-1 0 0 0 0,0 0 0 0 0,2 7 0 0 0,-2-4 52 0 0,0-1 1 0 0,-1 1 0 0 0,0-1-1 0 0,0 1 1 0 0,0-1 0 0 0,-1 1 0 0 0,0-1-1 0 0,0 1 1 0 0,0-1 0 0 0,-3 8 0 0 0,-6 8 189 0 0,0 1 1 0 0,-1-1 0 0 0,-1-1-1 0 0,-17 23 1 0 0,27-40-255 0 0,-29 41-475 0 0,-55 59-1 0 0</inkml:trace>
</inkml:ink>
</file>

<file path=ppt/ink/ink2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09.3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3199 2652 3225 0 0,'0'0'240'0'0,"-1"1"-200"0"0,0 0 0 0 0,1 0 0 0 0,-1 0 0 0 0,0 0 0 0 0,0 0 0 0 0,0 0 0 0 0,0 0 0 0 0,0-1 0 0 0,0 1 0 0 0,0 0 0 0 0,0-1 0 0 0,0 1 0 0 0,0 0 0 0 0,0-1 0 0 0,0 0 0 0 0,0 1 0 0 0,0-1 0 0 0,0 1 0 0 0,-1-1 0 0 0,1 0 0 0 0,0 0 0 0 0,0 0 0 0 0,0 0 0 0 0,-1 0 0 0 0,1 0 0 0 0,0 0 0 0 0,0 0 0 0 0,0 0 0 0 0,-1-1 0 0 0,1 1 0 0 0,0 0 0 0 0,0-1 0 0 0,0 1 0 0 0,0-1 0 0 0,0 1 0 0 0,0-1 0 0 0,0 0 0 0 0,-1 0 0 0 0,-3-4 334 0 0,2 0 0 0 0,-1 0 0 0 0,0-1 0 0 0,1 1 0 0 0,0-1 0 0 0,-3-8 0 0 0,-13-22 609 0 0,12 30-886 0 0,0 0 0 0 0,0 0 0 0 0,0 1 1 0 0,-1 0-1 0 0,0 0 0 0 0,0 1 0 0 0,-10-4 1 0 0,-31-20 397 0 0,-109-107 1279 0 0,22 16-1068 0 0,-23-14 955 0 0,-88-69-618 0 0,89 59-451 0 0,110 98-672 0 0,-60-52 109 0 0,-63-62 142 0 0,117 107 27 0 0,-3 2-1 0 0,-100-66 0 0 0,85 64-139 0 0,-99-81-67 0 0,143 110-132 0 0,-43-42 0 0 0,51 44 109 0 0,-2 1 0 0 0,1 1 0 0 0,-44-27 0 0 0,8 8 207 0 0,2-3 0 0 0,-92-85 1 0 0,38 12 913 0 0,-24-21-169 0 0,89 100-679 0 0,-1 2 0 0 0,-91-51 0 0 0,113 70-93 0 0,1-1-1 0 0,-38-34 1 0 0,6 3 127 0 0,-94-55 166 0 0,136 95-282 0 0,11 5-161 0 0,-1 1 1 0 0,0-1-1 0 0,0 0 1 0 0,1 1-1 0 0,-1-1 1 0 0,1 0-1 0 0,-1 0 1 0 0,1 0-1 0 0,-1 0 1 0 0,1-1-1 0 0,0 1 0 0 0,-1 0 1 0 0,-1-2-1 0 0,3 1-228 0 0,0 1-1 0 0,0 0 0 0 0,0 0 0 0 0,0 0 0 0 0,0-1 1 0 0,0 1-1 0 0,1 0 0 0 0,-1 0 0 0 0,0 0 1 0 0,1 0-1 0 0,-1 0 0 0 0,0 0 0 0 0,1-1 0 0 0,-1 1 1 0 0,1 0-1 0 0,0 0 0 0 0,-1 0 0 0 0,2-1 0 0 0</inkml:trace>
</inkml:ink>
</file>

<file path=ppt/ink/ink2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09.8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7 7370 0 0,'4'-6'7935'0'0,"8"13"-7363"0"0,0 1 0 0 0,0 1 1 0 0,-1 0-1 0 0,0 0 1 0 0,12 15-1 0 0,50 63 271 0 0,-20-23-601 0 0,-32-40-459 0 0,55 58 419 0 0,-66-73-907 0 0,0 0-1 0 0,0-1 0 0 0,1 0 1 0 0,0-1-1 0 0,1 0 0 0 0,13 6 1 0 0,-14-9-3159 0 0</inkml:trace>
</inkml:ink>
</file>

<file path=ppt/ink/ink2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0.2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1 920 0 0,'-1'1'329'0'0,"1"1"1"0"0,0-1-1 0 0,0 0 0 0 0,0 1 0 0 0,0-1 0 0 0,1 1 1 0 0,-1-1-1 0 0,0 0 0 0 0,0 1 0 0 0,1-1 0 0 0,-1 0 0 0 0,1 1 1 0 0,-1-1-1 0 0,1 0 0 0 0,0 0 0 0 0,0 1 0 0 0,-1-1 1 0 0,1 0-1 0 0,0 0 0 0 0,0 0 0 0 0,0 0 0 0 0,0 0 0 0 0,0 0 1 0 0,0 0-1 0 0,0-1 0 0 0,3 2 0 0 0,-2 0-97 0 0,1 1 0 0 0,0-1 1 0 0,0-1-1 0 0,-1 1 0 0 0,1 0 0 0 0,1-1 0 0 0,-1 0 0 0 0,0 1 0 0 0,0-1 0 0 0,5 0 0 0 0,-18-3 752 0 0,7 0-1032 0 0,0 1 1 0 0,0 0-1 0 0,0 0 0 0 0,0 0 0 0 0,0 1 0 0 0,0-1 1 0 0,-6 1-1 0 0,7-1 51 0 0,1 1 0 0 0,0 0 0 0 0,0-1-1 0 0,0 1 1 0 0,0-1 0 0 0,0 0 0 0 0,0 1 0 0 0,0-1 0 0 0,0 0 0 0 0,0 1 0 0 0,1-1 0 0 0,-1 0 0 0 0,0 0 0 0 0,0 0-1 0 0,1 0 1 0 0,-1 0 0 0 0,0 0 0 0 0,1 0 0 0 0,-1 0 0 0 0,1 0 0 0 0,-1-1 0 0 0,-3-3 177 0 0,6 8 125 0 0,-2-1-646 0 0</inkml:trace>
</inkml:ink>
</file>

<file path=ppt/ink/ink2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0.5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3 168 4609 0 0,'-2'0'2821'0'0,"2"-8"-953"0"0,5-24-260 0 0,12-42-1752 0 0,-6 38-1948 0 0,-7 19-1169 0 0</inkml:trace>
</inkml:ink>
</file>

<file path=ppt/ink/ink2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0.7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 1 3209 0 0,'-3'11'63'0'0,"-15"70"496"0"0,17-75-153 0 0,1 1-1 0 0,-1-1 1 0 0,1 0 0 0 0,1 1 0 0 0,-1-1-1 0 0,1 0 1 0 0,0 1 0 0 0,0-1-1 0 0,1 0 1 0 0,3 10 0 0 0,-4-15-242 0 0,1 1 0 0 0,-1-1 1 0 0,0 1-1 0 0,0-1 1 0 0,1 1-1 0 0,-1-1 0 0 0,0 0 1 0 0,1 1-1 0 0,0-1 0 0 0,-1 0 1 0 0,1 0-1 0 0,0 0 0 0 0,-1-1 1 0 0,1 1-1 0 0,0 0 0 0 0,0 0 1 0 0,0-1-1 0 0,0 1 0 0 0,-1-1 1 0 0,1 0-1 0 0,0 0 0 0 0,0 0 1 0 0,2 0-1 0 0,55-4 2358 0 0,-26 0-1208 0 0,-28 4-1163 0 0,1 0-1 0 0,-1 1 0 0 0,1-1 1 0 0,-1 1-1 0 0,1 0 1 0 0,-1 1-1 0 0,0-1 0 0 0,1 1 1 0 0,-1 0-1 0 0,0 0 1 0 0,0 1-1 0 0,0-1 1 0 0,-1 1-1 0 0,9 6 0 0 0,-7-3-463 0 0,0 0-1 0 0,-1 0 0 0 0,1 0 0 0 0,-1 1 0 0 0,7 11 1 0 0,-1 0-5629 0 0</inkml:trace>
</inkml:ink>
</file>

<file path=ppt/ink/ink2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1.7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2761 0 0,'0'4'1153'0'0,"1"-1"-960"0"0,-1-1 0 0 0,1 0 0 0 0,0 0 0 0 0,0 1-1 0 0,0-1 1 0 0,0 0 0 0 0,0 0 0 0 0,0 0 0 0 0,0 0 0 0 0,1 0-1 0 0,-1 0 1 0 0,1 0 0 0 0,-1 0 0 0 0,1-1 0 0 0,0 1 0 0 0,0 0 0 0 0,0-1-1 0 0,0 0 1 0 0,0 1 0 0 0,0-1 0 0 0,0 0 0 0 0,0 0 0 0 0,1 0-1 0 0,-1 0 1 0 0,0-1 0 0 0,3 1 0 0 0,5 2-137 0 0,-1 0-1 0 0,1-1 1 0 0,0 0 0 0 0,0-1 0 0 0,10 0-1 0 0,-17-1-144 0 0,-1 0 0 0 0,0 0 0 0 0,0-1-1 0 0,1 1 1 0 0,-1-1 0 0 0,0 1 0 0 0,0-1-1 0 0,0 0 1 0 0,0 0 0 0 0,0 0 0 0 0,4-2-1 0 0</inkml:trace>
</inkml:ink>
</file>

<file path=ppt/ink/ink2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2.7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0 920 0 0,'0'1'136'0'0,"0"12"1625"0"0,0-11-1325 0 0,0 0 0 0 0,0-1 0 0 0,0 1-1 0 0,0 0 1 0 0,0-1 0 0 0,0 1 0 0 0,0 0 0 0 0,1-1 0 0 0,-1 1 0 0 0,1-1-1 0 0,-1 1 1 0 0,1-1 0 0 0,-1 1 0 0 0,1-1 0 0 0,0 1 0 0 0,0-1 0 0 0,0 1 0 0 0,2 1-1 0 0,23 35 2648 0 0,-9-13-2157 0 0,0-2-1 0 0,1 0 0 0 0,22 21 0 0 0,153 128-93 0 0,-73-67-470 0 0,12 35-389 0 0,-97-99 15 0 0,1-1-1 0 0,61 50 1 0 0,164 115 73 0 0,-223-173-52 0 0,-1 2 1 0 0,-2 2-1 0 0,-1 1 0 0 0,48 69 0 0 0,26 30 515 0 0,16-8-349 0 0,44 55-125 0 0,-65-59-358 0 0,187 177 0 0 0,51 61-396 0 0,-294-308 722 0 0,2-3 0 0 0,68 55-1 0 0,-40-40-88 0 0,43 34-39 0 0,-81-71 169 0 0,-1 2 0 0 0,-2 1 1 0 0,-1 3-1 0 0,36 45 0 0 0,130 183 2884 0 0,-195-255-2890 0 0,-4-5-87 0 0,0 0 0 0 0,0 0-1 0 0,1 0 1 0 0,-1 0 0 0 0,1 0-1 0 0,0 0 1 0 0,0-1 0 0 0,0 1-1 0 0,0-1 1 0 0,0 0 0 0 0,1 0-1 0 0,3 2 1 0 0,-1-1-479 0 0,1 0-1 0 0,-1 0 1 0 0,-1 1 0 0 0,11 8 0 0 0,1 0-2076 0 0</inkml:trace>
</inkml:ink>
</file>

<file path=ppt/ink/ink2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3.3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56 39 1376 0 0,'-55'-39'13907'0'0,"133"94"-10081"0"0,33 41-2640 0 0,-108-94-1145 0 0,105 103-190 0 0,-23-21-3594 0 0,-63-64-2323 0 0</inkml:trace>
</inkml:ink>
</file>

<file path=ppt/ink/ink2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3.5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1 11058 0 0,'0'1'114'0'0,"0"1"-1"0"0,1-1 1 0 0,-1 0-1 0 0,0 1 0 0 0,0-1 1 0 0,0 1-1 0 0,0-1 1 0 0,0 0-1 0 0,0 1 0 0 0,0-1 1 0 0,0 1-1 0 0,-1-1 1 0 0,1 0-1 0 0,-1 2 0 0 0,-2-1 366 0 0,1-13-1869 0 0</inkml:trace>
</inkml:ink>
</file>

<file path=ppt/ink/ink2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4.0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1 245 7370 0 0,'1'0'114'0'0,"0"1"-1"0"0,0-1 1 0 0,0 0 0 0 0,1 0 0 0 0,-1 0 0 0 0,0 1 0 0 0,0-1 0 0 0,1 0 0 0 0,-1 0 0 0 0,0-1 0 0 0,0 1 0 0 0,1 0 0 0 0,-1 0 0 0 0,0-1 0 0 0,0 1 0 0 0,0 0 0 0 0,0-1 0 0 0,1 1 0 0 0,-1-1 0 0 0,0 0-1 0 0,0 1 1 0 0,0-1 0 0 0,0 0 0 0 0,0 0 0 0 0,0 1 0 0 0,-1-1 0 0 0,1 0 0 0 0,1-1 0 0 0,27-27 940 0 0,-17 14-850 0 0,0-1 1 0 0,-1 0-1 0 0,12-24 1 0 0,-20 33-471 0 0,0 0 0 0 0,-1 1 0 0 0,0-1 0 0 0,0 0 1 0 0,1-10-1 0 0,-2 13-164 0 0,-1 1 0 0 0,0-1 1 0 0,0 1-1 0 0,0-1 0 0 0,0 0 1 0 0,-1 1-1 0 0,0-1 0 0 0,0 0 1 0 0,1 1-1 0 0,-2 0 0 0 0,-1-6 1 0 0,2 8 342 0 0,1 0 1 0 0,-1 0 0 0 0,1-1 0 0 0,-1 1 0 0 0,0 0-1 0 0,1 0 1 0 0,-1 0 0 0 0,0 0 0 0 0,0 0 0 0 0,0 0 0 0 0,0 1-1 0 0,0-1 1 0 0,0 0 0 0 0,0 0 0 0 0,0 1 0 0 0,0-1-1 0 0,-1 0 1 0 0,1 1 0 0 0,0-1 0 0 0,0 1 0 0 0,0 0-1 0 0,-1-1 1 0 0,1 1 0 0 0,0 0 0 0 0,-1 0 0 0 0,1 0 0 0 0,0 0-1 0 0,-1 0 1 0 0,1 0 0 0 0,0 0 0 0 0,0 0 0 0 0,-1 0-1 0 0,1 1 1 0 0,0-1 0 0 0,0 1 0 0 0,-1-1 0 0 0,1 1-1 0 0,0-1 1 0 0,0 1 0 0 0,0-1 0 0 0,-2 3 0 0 0,-1-1 106 0 0,0 1-1 0 0,0 0 1 0 0,1 0 0 0 0,-1 1 0 0 0,1-1 0 0 0,-1 1-1 0 0,1-1 1 0 0,1 1 0 0 0,-1 0 0 0 0,-2 5 0 0 0,-4 9-76 0 0,2 1 1 0 0,0 0-1 0 0,-7 34 1 0 0,12-42 229 0 0,1 0 1 0 0,-1-1-1 0 0,2 1 1 0 0,-1 0-1 0 0,2-1 0 0 0,-1 1 1 0 0,1 0-1 0 0,5 18 1 0 0,-5-27 118 0 0,0 0 0 0 0,0 1 0 0 0,0-1 0 0 0,0 0 0 0 0,0 0 0 0 0,0 0 0 0 0,1 1 0 0 0,-1-1 0 0 0,1-1 1 0 0,0 1-1 0 0,0 0 0 0 0,-1 0 0 0 0,1-1 0 0 0,0 1 0 0 0,0-1 0 0 0,1 1 0 0 0,-1-1 0 0 0,0 0 0 0 0,0 0 0 0 0,1 0 0 0 0,-1 0 0 0 0,0 0 1 0 0,1-1-1 0 0,-1 1 0 0 0,1-1 0 0 0,-1 1 0 0 0,1-1 0 0 0,-1 0 0 0 0,1 0 0 0 0,-1 0 0 0 0,6-1 0 0 0,8-1 618 0 0,0-1-1 0 0,0-1 1 0 0,-1 0 0 0 0,17-7-1 0 0,-1 1 491 0 0,-19 6-1026 0 0,0 1-1 0 0,0 0 0 0 0,0 1 0 0 0,0 1 1 0 0,19-1-1 0 0,-28 2-362 0 0,0 1 1 0 0,0-1-1 0 0,0 1 0 0 0,0-1 1 0 0,0 1-1 0 0,0 0 1 0 0,-1 0-1 0 0,1 0 1 0 0,0 0-1 0 0,-1 1 0 0 0,1-1 1 0 0,0 1-1 0 0,-1-1 1 0 0,0 1-1 0 0,1 0 1 0 0,-1 0-1 0 0,0 0 1 0 0,0 0-1 0 0,0 0 0 0 0,0 1 1 0 0,-1-1-1 0 0,1 1 1 0 0,-1-1-1 0 0,1 1 1 0 0,-1 0-1 0 0,0-1 0 0 0,0 1 1 0 0,1 4-1 0 0,5 37-1664 0 0,-5-18-5524 0 0</inkml:trace>
</inkml:ink>
</file>

<file path=ppt/ink/ink2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8.2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9218 0 0,'0'4'718'0'0,"0"0"0"0"0,0 0 0 0 0,0 0 0 0 0,0 0 0 0 0,1 0 0 0 0,0-1 0 0 0,0 1 0 0 0,0 0 0 0 0,3 6 1 0 0,-4-9-698 0 0,0-1 0 0 0,1 1 0 0 0,-1-1 0 0 0,0 0 0 0 0,1 1 0 0 0,-1-1 0 0 0,0 0 0 0 0,1 1 0 0 0,-1-1 0 0 0,1 0 0 0 0,-1 0 0 0 0,0 1 0 0 0,1-1 0 0 0,-1 0 0 0 0,1 0 0 0 0,-1 0 0 0 0,1 0 0 0 0,-1 1 1 0 0,1-1-1 0 0,-1 0 0 0 0,1 0 0 0 0,-1 0 0 0 0,1 0 0 0 0,-1 0 0 0 0,1 0 0 0 0,-1 0 0 0 0,1-1 0 0 0,2 1-205 0 0,-1-1 0 0 0,0 0 1 0 0,-1 0-1 0 0,1 0 0 0 0,0-1 0 0 0,0 1 0 0 0,0 0 0 0 0,-1-1 1 0 0,1 1-1 0 0,1-2 0 0 0,-1 1-58 0 0,0 0 0 0 0,0 0 1 0 0,0 1-1 0 0,0-1 0 0 0,0 1 0 0 0,0-1 1 0 0,0 1-1 0 0,0 0 0 0 0,1 0 0 0 0,4-2 1 0 0,7 2 145 0 0</inkml:trace>
</inkml:ink>
</file>

<file path=ppt/ink/ink2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8.7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2 110 8290 0 0,'-1'-15'2816'0'0,"0"-36"438"0"0,1 48-3119 0 0,1 1-1 0 0,-1-1 0 0 0,0 1 0 0 0,1 0 0 0 0,-1-1 1 0 0,1 1-1 0 0,0 0 0 0 0,0-1 0 0 0,0 1 0 0 0,0 0 0 0 0,0 0 1 0 0,0 0-1 0 0,1-1 0 0 0,-1 1 0 0 0,1 1 0 0 0,-1-1 0 0 0,4-3 1 0 0,-4 5-30 0 0,-1 0 1 0 0,1 0 0 0 0,-1 0 0 0 0,1 0-1 0 0,0 0 1 0 0,-1 0 0 0 0,1 0 0 0 0,-1 0-1 0 0,1 0 1 0 0,-1 0 0 0 0,1 1 0 0 0,-1-1-1 0 0,1 0 1 0 0,-1 0 0 0 0,0 1 0 0 0,1-1-1 0 0,-1 0 1 0 0,1 0 0 0 0,-1 1 0 0 0,1-1-1 0 0,-1 0 1 0 0,0 1 0 0 0,1-1 0 0 0,-1 1-1 0 0,0-1 1 0 0,1 1 0 0 0,-1 0-1 0 0,15 19 1036 0 0,-4-5-717 0 0,38 33-35 0 0,-2 2 0 0 0,55 78 1 0 0,-102-128-390 0 0,2 2 0 0 0,0 0 0 0 0,-1 1 0 0 0,1-1 0 0 0,-1 0 0 0 0,0 1 0 0 0,0-1 0 0 0,0 1 0 0 0,0 0 0 0 0,0-1 0 0 0,0 1 0 0 0,0 0 0 0 0,-1 3 0 0 0,-3-8-145 0 0,0 1 1 0 0,0-1 0 0 0,-1 0-1 0 0,1 0 1 0 0,0 0-1 0 0,1-1 1 0 0,-6-3-1 0 0,7 4-13 0 0,-32-25-1967 0 0,18 16 557 0 0,1 0 0 0 0,-19-21 0 0 0,28 26 1182 0 0,1 1 0 0 0,0-1-1 0 0,0 0 1 0 0,1 0 0 0 0,-1-1 0 0 0,1 1 0 0 0,1-1 0 0 0,-1 1-1 0 0,1-1 1 0 0,-2-8 0 0 0,3 8-354 0 0</inkml:trace>
</inkml:ink>
</file>

<file path=ppt/ink/ink2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9.68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118 110 6913 0 0,'-2'4'523'0'0,"-1"-1"0"0"0,1 1-1 0 0,0 0 1 0 0,-1-1 0 0 0,0 0-1 0 0,0 1 1 0 0,0-1 0 0 0,-6 5-1 0 0,32-52 3158 0 0,-20 39-3774 0 0,0-1 0 0 0,-1 1 1 0 0,1-1-1 0 0,-1 0 0 0 0,0 0 0 0 0,-1 0 1 0 0,2-10-1 0 0,-22 63-1414 0 0,16-37 1163 0 0,0 0 0 0 0,0-1 0 0 0,-1 1 0 0 0,-9 15 0 0 0,-17 11 3383 0 0,21-27-2380 0 0,4-5-309 0 0,0 1 0 0 0,0 0 0 0 0,0 0 0 0 0,1 0-1 0 0,0 0 1 0 0,0 1 0 0 0,0 0 0 0 0,1 0 0 0 0,-3 7 0 0 0,17-24 1203 0 0,6-11-1431 0 0,22-59-89 0 0,-29 57-30 0 0,1 0 0 0 0,1 1 0 0 0,24-35 0 0 0,-35 57 8 0 0,1-1-1 0 0,-1 1 0 0 0,0-1 0 0 0,1 1 1 0 0,-1-1-1 0 0,0 1 0 0 0,1 0 0 0 0,0 0 1 0 0,-1 0-1 0 0,1 0 0 0 0,0 0 0 0 0,-1 0 0 0 0,1 0 1 0 0,3-1-1 0 0,-3 2 8 0 0,-1 0 1 0 0,0 0-1 0 0,0 0 1 0 0,0 0-1 0 0,1 0 0 0 0,-1 1 1 0 0,0-1-1 0 0,0 0 0 0 0,0 0 1 0 0,0 1-1 0 0,1-1 1 0 0,-1 1-1 0 0,0-1 0 0 0,0 1 1 0 0,0 0-1 0 0,0-1 0 0 0,0 1 1 0 0,1 1-1 0 0,3 4 86 0 0,0 0 0 0 0,0 0 0 0 0,0 1 0 0 0,-1-1 0 0 0,0 1 0 0 0,3 8 0 0 0,4 5 24 0 0,29 40 80 0 0,59 68 1 0 0,33 49-43 0 0,-25-21 50 0 0,-57-92-2721 0 0</inkml:trace>
</inkml:ink>
</file>

<file path=ppt/ink/ink2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9.8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122 252 3209 0 0,'-55'24'1010'0'0,"-2"-5"4420"0"0,56-19-5354 0 0,1 0 0 0 0,0 0 0 0 0,-1-1 0 0 0,1 1 0 0 0,0 0-1 0 0,-1 0 1 0 0,1 0 0 0 0,-1 0 0 0 0,1 0 0 0 0,0 0 0 0 0,-1 0 0 0 0,1-1 0 0 0,0 1 0 0 0,-1 0 0 0 0,1 0 0 0 0,0 0 0 0 0,0-1 0 0 0,-1 1 0 0 0,1 0 0 0 0,0-1 0 0 0,-1 1 0 0 0,1 0 0 0 0,0 0 0 0 0,0-1 0 0 0,0 1 0 0 0,-1 0 0 0 0,1-1-1 0 0,0 1 1 0 0,0 0 0 0 0,0-1 0 0 0,0 1 0 0 0,0-1 0 0 0,0 1 0 0 0,0 0 0 0 0,0-1 0 0 0,0 1 0 0 0,0 0 0 0 0,0-1 0 0 0,0 1 0 0 0,0-1 0 0 0,0 1 0 0 0,0 0 0 0 0,0-1 0 0 0,0 1 0 0 0,0 0 0 0 0,0-1 0 0 0,1 0 0 0 0,4-23 555 0 0,-4 19-334 0 0,6-19-21 0 0,1-1 0 0 0,1 1 1 0 0,1 1-1 0 0,15-27 0 0 0,-9 22-1603 0 0,26-32 1 0 0,-30 43-3423 0 0</inkml:trace>
</inkml:ink>
</file>

<file path=ppt/ink/ink2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20.1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6 147 6913 0 0,'-2'10'474'0'0,"-2"41"4908"0"0,4-52-5357 0 0,0 1 0 0 0,0 0 0 0 0,0 0 0 0 0,0 0 0 0 0,0 0 0 0 0,0 0-1 0 0,0 0 1 0 0,1 0 0 0 0,-1 0 0 0 0,0 0 0 0 0,0 0 0 0 0,0 0 0 0 0,0 0 0 0 0,0-1-1 0 0,0 1 1 0 0,0 0 0 0 0,0 0 0 0 0,0 0 0 0 0,0 0 0 0 0,0 0 0 0 0,0 0 0 0 0,0 0-1 0 0,0 0 1 0 0,0 0 0 0 0,1 0 0 0 0,-1 0 0 0 0,0 0 0 0 0,0 0 0 0 0,0 0 0 0 0,0 0-1 0 0,0 0 1 0 0,0 0 0 0 0,0 0 0 0 0,0 0 0 0 0,0 0 0 0 0,0 0 0 0 0,1 0 0 0 0,-1 0-1 0 0,0 0 1 0 0,0 0 0 0 0,0 0 0 0 0,0 0 0 0 0,0 0 0 0 0,0 0 0 0 0,0 0 0 0 0,0 0-1 0 0,0 0 1 0 0,0 0 0 0 0,0 0 0 0 0,0 1 0 0 0,0-1 0 0 0,1 0 0 0 0,-1 0-1 0 0,0 0 1 0 0,0 0 0 0 0,0 0 0 0 0,0 0 0 0 0,0 0 0 0 0,0 0 0 0 0,0 0 0 0 0,0 0-1 0 0,0 0 1 0 0,0 1 0 0 0,7-13 446 0 0,4-14-302 0 0,13-52-287 0 0,-11 32-1468 0 0,2 1-3541 0 0</inkml:trace>
</inkml:ink>
</file>

<file path=ppt/ink/ink2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20.2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0 456 0 0,'0'9'831'0'0,"0"1"-1"0"0,1-1 1 0 0,0 0-1 0 0,1 0 1 0 0,-1 1-1 0 0,2-1 1 0 0,-1-1-1 0 0,1 1 1 0 0,1 0-1 0 0,5 11 1 0 0,-4-13-293 0 0,0-1 1 0 0,0 1-1 0 0,0-1 1 0 0,1 0-1 0 0,-1 0 1 0 0,1-1-1 0 0,1 0 1 0 0,-1 0 0 0 0,1 0-1 0 0,0-1 1 0 0,0 0-1 0 0,9 3 1 0 0,19 8 535 0 0,-21-10-914 0 0,0 1-1 0 0,21 11 1 0 0,-31-14-377 0 0,0-1 0 0 0,-1 1 1 0 0,0-1-1 0 0,1 1 0 0 0,-1 0 0 0 0,0 1 0 0 0,0-1 0 0 0,-1 0 0 0 0,1 1 0 0 0,-1-1 1 0 0,0 1-1 0 0,1 0 0 0 0,1 6 0 0 0,2 8-1570 0 0</inkml:trace>
</inkml:ink>
</file>

<file path=ppt/ink/ink2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20.6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1 11058 0 0,'-1'1'224'0'0,"1"0"0"0"0,0 1 0 0 0,0-1-1 0 0,-1 0 1 0 0,1 1 0 0 0,0-1-1 0 0,0 0 1 0 0,0 1 0 0 0,0-1 0 0 0,1 0-1 0 0,-1 1 1 0 0,0-1 0 0 0,0 0-1 0 0,1 1 1 0 0,-1-1 0 0 0,1 0 0 0 0,-1 0-1 0 0,1 1 1 0 0,0-1 0 0 0,-1 0-1 0 0,1 0 1 0 0,0 0 0 0 0,0 0 0 0 0,0 0-1 0 0,0 0 1 0 0,0 0 0 0 0,0 0-1 0 0,0 0 1 0 0,0 0 0 0 0,2 0 0 0 0,-3 0-262 0 0,179 182 3344 0 0,-124-121-3379 0 0,2-3 0 0 0,3-3 0 0 0,78 57 0 0 0,-100-88-4983 0 0,-3-5-1776 0 0</inkml:trace>
</inkml:ink>
</file>

<file path=ppt/ink/ink2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35.0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2761 0 0,'7'1'107'0'0,"1"0"1"0"0,-1 0 0 0 0,0 0 0 0 0,0 1 0 0 0,0 1 0 0 0,0-1 0 0 0,0 1-1 0 0,0 0 1 0 0,-1 1 0 0 0,1-1 0 0 0,8 8 0 0 0,10 8 447 0 0,29 29 0 0 0,-45-40-399 0 0,110 98 1597 0 0,40 38-273 0 0,-34-3-583 0 0,-16-14-378 0 0,-36-58-196 0 0,156 113 0 0 0,-77-62 35 0 0,43 30 663 0 0,-117-98-627 0 0,4 2-107 0 0,118 100 0 0 0,-123-83-287 0 0,-9-7 0 0 0,143 105 0 0 0,309 236-794 0 0,-438-336 772 0 0,139 137 44 0 0,-19-18 104 0 0,118 112 154 0 0,-65-57-108 0 0,80 83 415 0 0,-80-71-190 0 0,-107-114-460 0 0,241 220-189 0 0,-146-111 282 0 0,-42-38 23 0 0,152 130-52 0 0,-68-93 306 0 0,-235-208-343 0 0,157 153 25 0 0,13 12 150 0 0,-186-179-89 0 0,257 226 177 0 0,38 60-160 0 0,-84-77-129 0 0,-3-2 244 0 0,-154-156-172 0 0,140 162 0 0 0,-158-160-48 0 0,138 122 0 0 0,-127-127 164 0 0,94 115 0 0 0,-105-109-52 0 0,124 110 0 0 0,75 67-123 0 0,28 22 26 0 0,-19-21-206 0 0,-90-77 269 0 0,-98-103-29 0 0,108 106 55 0 0,-95-74 175 0 0,194 163 0 0 0,-218-206-118 0 0,77 85 1 0 0,63 55 59 0 0,-192-185-183 0 0,250 212 11 0 0,-125-105 977 0 0,-90-78-746 0 0,101 75-140 0 0,-37-31-4 0 0,-116-87-13 0 0,0 1 1 0 0,15 19 0 0 0,-20-22-127 0 0,0 0 1 0 0,1 0 0 0 0,0 0 0 0 0,0-1-1 0 0,1 0 1 0 0,0-1 0 0 0,0 1 0 0 0,15 8-1 0 0,-21-14-37 0 0,0 0 1 0 0,0 1-1 0 0,0-1 0 0 0,0 0 0 0 0,0 0 0 0 0,0 1 0 0 0,0-1 1 0 0,0 0-1 0 0,0 0 0 0 0,0 0 0 0 0,1 0 0 0 0,-1-1 0 0 0,0 1 1 0 0,0 0-1 0 0,0 0 0 0 0,0-1 0 0 0,0 1 0 0 0,0 0 0 0 0,0-1 1 0 0,0 1-1 0 0,0-1 0 0 0,-1 1 0 0 0,1-1 0 0 0,2-1 1 0 0</inkml:trace>
</inkml:ink>
</file>

<file path=ppt/ink/ink2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1.6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140 448 4145 0 0,'-7'4'584'0'0,"0"0"1"0"0,0-1-1 0 0,-1 0 0 0 0,1-1 0 0 0,-1 1 1 0 0,-12 1-1 0 0,16-3-348 0 0,0 0-1 0 0,0-1 1 0 0,0 1 0 0 0,0-1-1 0 0,0 0 1 0 0,0 0-1 0 0,0 0 1 0 0,0-1 0 0 0,0 1-1 0 0,0-1 1 0 0,0 0-1 0 0,0 0 1 0 0,0 0 0 0 0,-5-3-1 0 0,8 3-148 0 0,0 0 1 0 0,0-1-1 0 0,0 1 0 0 0,0-1 0 0 0,0 1 0 0 0,0 0 1 0 0,1-1-1 0 0,-1 1 0 0 0,0-1 0 0 0,1 0 0 0 0,-1 1 1 0 0,1-1-1 0 0,0 1 0 0 0,-1-1 0 0 0,1 0 0 0 0,0 1 1 0 0,0-1-1 0 0,0 0 0 0 0,0 1 0 0 0,0-1 0 0 0,1 0 1 0 0,-1 1-1 0 0,0-1 0 0 0,1 1 0 0 0,-1-1 0 0 0,1 0 1 0 0,1-1-1 0 0,23-51 1031 0 0,-18 42-838 0 0,6-13 172 0 0,4-11-49 0 0,2 1 0 0 0,1 1 0 0 0,41-51 0 0 0,-61 84-403 0 0,1 0 0 0 0,0 0-1 0 0,0 0 1 0 0,0 0 0 0 0,0 0 0 0 0,0 0 0 0 0,0 0-1 0 0,0 0 1 0 0,0 1 0 0 0,0-1 0 0 0,0 0 0 0 0,0 1-1 0 0,0-1 1 0 0,0 1 0 0 0,1-1 0 0 0,-1 1 0 0 0,0-1-1 0 0,0 1 1 0 0,1 0 0 0 0,-1 0 0 0 0,0 0 0 0 0,1 0-1 0 0,-1 0 1 0 0,0 0 0 0 0,0 0 0 0 0,2 0 0 0 0,-1 1 3 0 0,0 0 1 0 0,-1 0 0 0 0,1 0 0 0 0,0 1-1 0 0,-1-1 1 0 0,1 0 0 0 0,-1 1 0 0 0,1-1-1 0 0,-1 1 1 0 0,1 0 0 0 0,-1-1 0 0 0,0 1 0 0 0,0 0-1 0 0,1 3 1 0 0,5 9 59 0 0,-2 1 0 0 0,0 0 0 0 0,4 22 0 0 0,-7-29-19 0 0,10 60 169 0 0,-2 1 0 0 0,0 95 0 0 0,-3-31-361 0 0,-7-125 145 0 0,1 0 0 0 0,0 0-1 0 0,1 0 1 0 0,-1-1 0 0 0,2 1 0 0 0,3 11 0 0 0,-1-18-54 0 0,0-10-141 0 0,2-10-242 0 0,0-39 12 0 0,-2-1-1 0 0,-3 0 0 0 0,-2 0 0 0 0,-16-109 0 0 0,4 77 1379 0 0,-27-98-1 0 0,39 187-855 0 0,0 1-1 0 0,-1-1 1 0 0,1 1-1 0 0,-1-1 1 0 0,1 0-1 0 0,-1 1 1 0 0,0-1-1 0 0,1 1 1 0 0,-1-1-1 0 0,0 1 1 0 0,0 0-1 0 0,0-1 0 0 0,0 1 1 0 0,-1 0-1 0 0,1 0 1 0 0,0 0-1 0 0,0 0 1 0 0,-3-2-1 0 0,3 3-46 0 0,1 0 0 0 0,0 0 0 0 0,-1 0 0 0 0,1 0 0 0 0,0 0 0 0 0,-1 0 0 0 0,1 0 0 0 0,0 0 0 0 0,0 0 0 0 0,-1 0 0 0 0,1 0-1 0 0,0 0 1 0 0,-1 0 0 0 0,1 1 0 0 0,0-1 0 0 0,-1 0 0 0 0,1 0 0 0 0,0 0 0 0 0,0 0 0 0 0,-1 1 0 0 0,1-1 0 0 0,0 0-1 0 0,0 0 1 0 0,0 1 0 0 0,-1-1 0 0 0,1 0 0 0 0,0 0 0 0 0,0 1 0 0 0,0-1 0 0 0,-1 1 0 0 0,-2 20 714 0 0,4-3-603 0 0,0-1 1 0 0,2 0-1 0 0,0 1 1 0 0,1-1-1 0 0,1-1 1 0 0,11 28-1 0 0,3-3-148 0 0,32 54-1 0 0,-39-74-80 0 0,1-1 1 0 0,1-1-1 0 0,0 0 0 0 0,2 0 1 0 0,0-2-1 0 0,1 0 0 0 0,1-1 1 0 0,23 16-1 0 0,-23-20-2246 0 0,1-1 0 0 0,39 17 0 0 0,-29-16-4179 0 0</inkml:trace>
</inkml:ink>
</file>

<file path=ppt/ink/ink2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1.9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5529 0 0,'0'0'423'0'0,"25"14"7383"0"0,-16-6-6950 0 0,0 1 0 0 0,0 0 0 0 0,-1 0 0 0 0,0 1 0 0 0,-1 0 0 0 0,0 1 0 0 0,7 13 0 0 0,35 84 371 0 0,-42-89-1049 0 0,6 14-326 0 0,29 62-253 0 0,-37-85-296 0 0,0-1 0 0 0,1 0-1 0 0,0-1 1 0 0,0 0-1 0 0,1 0 1 0 0,0 0 0 0 0,13 11-1 0 0,-5-9-5271 0 0</inkml:trace>
</inkml:ink>
</file>

<file path=ppt/ink/ink2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2.1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8 190 10594 0 0,'-8'15'1456'0'0,"9"-14"-1347"0"0,-1-1 0 0 0,1 0 0 0 0,-1 0-1 0 0,1 1 1 0 0,0-1 0 0 0,-1 0 0 0 0,1 0-1 0 0,-1 0 1 0 0,1 0 0 0 0,0 1 0 0 0,-1-1-1 0 0,1 0 1 0 0,0 0 0 0 0,-1 0 0 0 0,1-1-1 0 0,-1 1 1 0 0,1 0 0 0 0,0 0 0 0 0,-1 0-1 0 0,1 0 1 0 0,-1 0 0 0 0,1-1 0 0 0,1 0 880 0 0,2-1-93 0 0,10-10-487 0 0,0-1 0 0 0,-1 0 0 0 0,-1-1 0 0 0,0 0 0 0 0,15-24-1 0 0,21-45-7864 0 0,-40 67 2511 0 0</inkml:trace>
</inkml:ink>
</file>

<file path=ppt/ink/ink2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2.6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76 1 2673 0 0,'-3'1'337'0'0,"1"-1"1"0"0,0 1-1 0 0,-1 0 1 0 0,1-1-1 0 0,0 1 1 0 0,-1-1-1 0 0,1 0 1 0 0,0 0-1 0 0,-1 0 1 0 0,1 0-1 0 0,0 0 1 0 0,-1-1-1 0 0,1 1 1 0 0,-1 0-1 0 0,-2-2 1 0 0,-28 5 8756 0 0,33-3-8904 0 0,0 0 1 0 0,-1 1 0 0 0,1-1-1 0 0,0 1 1 0 0,0-1-1 0 0,0 1 1 0 0,0-1 0 0 0,0 1-1 0 0,0-1 1 0 0,0 2 0 0 0,1 19 1426 0 0,0-16-1492 0 0,0-1 0 0 0,0 1 0 0 0,0-1 0 0 0,1 0 0 0 0,-1 0-1 0 0,5 7 1 0 0,6 6 80 0 0,1 1 0 0 0,10 21 0 0 0,-15-25-221 0 0,0 0 0 0 0,1 0 0 0 0,1-1 0 0 0,19 21 0 0 0,-10-15-1109 0 0,1-2 1 0 0,34 25-1 0 0,-35-31-499 0 0</inkml:trace>
</inkml:ink>
</file>

<file path=ppt/ink/ink2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3.0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0 170 5985 0 0,'7'-7'4454'0'0,"-6"7"-4269"0"0,-1 0 1 0 0,1 0 0 0 0,-1 0-1 0 0,0 0 1 0 0,5 0 1855 0 0,-4 1-1855 0 0,4 0-73 0 0,-1 0 0 0 0,1 1 0 0 0,-1-1 0 0 0,0 1 0 0 0,0 0-1 0 0,0 1 1 0 0,0-1 0 0 0,0 1 0 0 0,0-1 0 0 0,0 1 0 0 0,-1 0 0 0 0,1 1 0 0 0,-1-1 0 0 0,0 0 0 0 0,0 1 0 0 0,0 0 0 0 0,2 4 0 0 0,5 11 116 0 0,-1 1 0 0 0,0 0 0 0 0,-2 0-1 0 0,0 0 1 0 0,5 32 0 0 0,-5-25-273 0 0,0 0 0 0 0,16 37 0 0 0,-23-63 5 0 0,0-1 0 0 0,0 1 0 0 0,0-1 0 0 0,0 1 0 0 0,0 0 0 0 0,1-1 0 0 0,-1 1 0 0 0,0-1 0 0 0,0 1 0 0 0,1-1 0 0 0,-1 1 0 0 0,0-1 0 0 0,0 1 0 0 0,1-1 0 0 0,-1 1 0 0 0,1-1 0 0 0,-1 1 0 0 0,0-1 0 0 0,1 1 0 0 0,-1-1 0 0 0,1 0 0 0 0,-1 1 0 0 0,1-1 0 0 0,-1 0 0 0 0,1 1 0 0 0,-1-1 0 0 0,1 0 0 0 0,-1 0 0 0 0,1 0 0 0 0,0 1 0 0 0,0-1 0 0 0,4-19-1559 0 0,-5-31 160 0 0,0 50 1449 0 0,-6-84-1392 0 0,-3-79 640 0 0,9 130 1399 0 0,1 1 1 0 0,11-62-1 0 0,0 72 3123 0 0,-7 37-2750 0 0,8 85 1087 0 0,-10-66-1539 0 0,11 53 0 0 0,-12-77-564 0 0,1-1 1 0 0,0-1-1 0 0,0 1 0 0 0,1 0 0 0 0,0-1 1 0 0,0 0-1 0 0,1 1 0 0 0,0-2 1 0 0,1 1-1 0 0,9 10 0 0 0,-9-12-349 0 0,1-1 0 0 0,-1 0 0 0 0,1 0-1 0 0,15 8 1 0 0,14 2-3757 0 0,-21-12-1521 0 0</inkml:trace>
</inkml:ink>
</file>

<file path=ppt/ink/ink2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3.3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70 4145 0 0,'3'-5'281'0'0,"-1"1"0"0"0,1 0 0 0 0,0-1 0 0 0,0 1 0 0 0,0 0 0 0 0,0 1 0 0 0,1-1 0 0 0,0 1 1 0 0,-1-1-1 0 0,1 1 0 0 0,1 0 0 0 0,-1 0 0 0 0,0 1 0 0 0,1-1 0 0 0,-1 1 0 0 0,1 0 0 0 0,0 0 0 0 0,-1 1 0 0 0,1-1 0 0 0,9 0 0 0 0,-10 1-5 0 0,0 0 1 0 0,0 0-1 0 0,1 0 0 0 0,-1 1 0 0 0,0 0 0 0 0,0 0 0 0 0,1 0 0 0 0,-1 0 0 0 0,0 1 1 0 0,0-1-1 0 0,0 1 0 0 0,0 0 0 0 0,1 0 0 0 0,-1 1 0 0 0,-1-1 0 0 0,1 1 0 0 0,0 0 0 0 0,0 0 1 0 0,-1 0-1 0 0,1 1 0 0 0,-1-1 0 0 0,1 1 0 0 0,-1 0 0 0 0,0 0 0 0 0,3 4 0 0 0,-1 3 29 0 0,-1 0-1 0 0,0 0 1 0 0,-1 0-1 0 0,0 0 1 0 0,0 1-1 0 0,-1-1 1 0 0,-1 1-1 0 0,0 0 0 0 0,0-1 1 0 0,-1 14-1 0 0,0-9-100 0 0,1 1 0 0 0,0 0 0 0 0,2-1-1 0 0,3 17 1 0 0,-6-32-279 0 0,0 1-1 0 0,0 0 1 0 0,1-1 0 0 0,-1 1-1 0 0,0 0 1 0 0,0-1 0 0 0,0 1-1 0 0,1 0 1 0 0,-1-1 0 0 0,0 1 0 0 0,1 0-1 0 0,-1-1 1 0 0,1 1 0 0 0,-1-1-1 0 0,1 1 1 0 0,-1-1 0 0 0,1 1-1 0 0,-1-1 1 0 0,1 1 0 0 0,-1-1-1 0 0,1 1 1 0 0,-1-1 0 0 0,1 0 0 0 0,0 1-1 0 0,-1-1 1 0 0,1 0 0 0 0,0 0-1 0 0,-1 1 1 0 0,1-1 0 0 0,0 0-1 0 0,-1 0 1 0 0,1 0 0 0 0,0 0-1 0 0,0 0 1 0 0,-1 0 0 0 0,1 0-1 0 0,0 0 1 0 0,-1 0 0 0 0,1 0 0 0 0,0-1-1 0 0,0 1 1 0 0,-1 0 0 0 0,1 0-1 0 0,-1-1 1 0 0,1 1 0 0 0,0 0-1 0 0,-1-1 1 0 0,1 1 0 0 0,-1 0-1 0 0,2-1 1 0 0</inkml:trace>
</inkml:ink>
</file>

<file path=ppt/ink/ink2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3.5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38 5529 0 0,'2'-1'171'0'0,"0"1"0"0"0,0-1-1 0 0,0 0 1 0 0,0 1 0 0 0,0-1 0 0 0,0 0-1 0 0,-1 0 1 0 0,1 0 0 0 0,0 0-1 0 0,0-1 1 0 0,-1 1 0 0 0,1 0 0 0 0,-1-1-1 0 0,1 1 1 0 0,1-4 0 0 0,-1 3-166 0 0,0 0 1 0 0,0 0 0 0 0,0 0-1 0 0,0 0 1 0 0,0 1-1 0 0,0-1 1 0 0,1 1 0 0 0,3-3-1 0 0,3 21-4251 0 0,-10-10 4246 0 0</inkml:trace>
</inkml:ink>
</file>

<file path=ppt/ink/ink2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3.6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6 106 3225 0 0,'-2'4'165'0'0,"1"1"-1"0"0,0-1 1 0 0,0 1 0 0 0,1-1 0 0 0,-1 1 0 0 0,1-1-1 0 0,0 1 1 0 0,0-1 0 0 0,2 8 0 0 0,-2-12-61 0 0,0 1 0 0 0,0 0-1 0 0,0 0 1 0 0,1 0 0 0 0,-1 0 0 0 0,0 0 0 0 0,1 0 0 0 0,-1-1 0 0 0,1 1-1 0 0,-1 0 1 0 0,1 0 0 0 0,-1-1 0 0 0,1 1 0 0 0,0 0 0 0 0,-1-1 0 0 0,1 1-1 0 0,0 0 1 0 0,-1-1 0 0 0,1 1 0 0 0,2 0 0 0 0,-2-1-22 0 0,0 0-1 0 0,1 0 1 0 0,-1 0 0 0 0,1 1 0 0 0,-1-2-1 0 0,0 1 1 0 0,1 0 0 0 0,-1 0 0 0 0,1 0-1 0 0,-1-1 1 0 0,0 1 0 0 0,1-1 0 0 0,-1 1-1 0 0,0-1 1 0 0,0 1 0 0 0,1-1 0 0 0,-1 0-1 0 0,2-1 1 0 0,9-7-112 0 0,0-1-1 0 0,0 0 0 0 0,-1-1 1 0 0,16-19-1 0 0,19-18-251 0 0,-9 14 272 0 0,-23 19 10 0 0</inkml:trace>
</inkml:ink>
</file>

<file path=ppt/ink/ink2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3.9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9218 0 0,'2'2'10346'0'0,"9"24"-7854"0"0,11 36-2161 0 0,15 72 612 0 0,-20-69-1545 0 0,42 108-1 0 0,-37-126-7287 0 0</inkml:trace>
</inkml:ink>
</file>

<file path=ppt/ink/ink2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0.62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56 120 1376 0 0,'-18'-27'1029'0'0,"14"22"120"0"0,-30-31 13317 0 0,41 61-14010 0 0,4 11 95 0 0,1 0 0 0 0,18 37 1 0 0,-26-64-510 0 0,1 0 0 0 0,0 0-1 0 0,0-1 1 0 0,1 1 0 0 0,0-1 0 0 0,0-1 0 0 0,1 1 0 0 0,0-1 0 0 0,1 0 0 0 0,-1-1 0 0 0,1 0 0 0 0,0 0 0 0 0,12 6-1 0 0,-16-10-16 0 0,0-1 0 0 0,0 0 0 0 0,-1-1-1 0 0,1 1 1 0 0,0-1 0 0 0,0 1-1 0 0,0-1 1 0 0,0 0 0 0 0,0-1-1 0 0,0 1 1 0 0,0-1 0 0 0,-1 1 0 0 0,1-1-1 0 0,0 0 1 0 0,0-1 0 0 0,-1 1-1 0 0,1-1 1 0 0,0 1 0 0 0,-1-1 0 0 0,0 0-1 0 0,1 0 1 0 0,-1-1 0 0 0,0 1-1 0 0,0-1 1 0 0,5-5 0 0 0,4-4 70 0 0,-1 0 1 0 0,0-1 0 0 0,-1-1-1 0 0,15-23 1 0 0,-16 21-50 0 0,0-1 1 0 0,-1-1-1 0 0,-1 1 1 0 0,0-1-1 0 0,-2 0 1 0 0,0 0 0 0 0,-1-1-1 0 0,0 1 1 0 0,-2-1-1 0 0,1-22 1 0 0,26 89 273 0 0,-7-3-283 0 0,5 5-30 0 0,-2 2 0 0 0,-2 1 0 0 0,28 101 0 0 0,-47-139 21 0 0,-1 0-1 0 0,-1 1 0 0 0,0-1 1 0 0,-1 1-1 0 0,-1 0 0 0 0,0-1 1 0 0,-1 1-1 0 0,-1-1 0 0 0,0 1 0 0 0,-1-1 1 0 0,-1 1-1 0 0,0-1 0 0 0,-2-1 1 0 0,1 1-1 0 0,-2-1 0 0 0,1 0 0 0 0,-2 0 1 0 0,-18 25-1 0 0,8-17 106 0 0,0-1 0 0 0,-2-1 0 0 0,-39 32 0 0 0,48-44-138 0 0,-1 1 0 0 0,0-1 0 0 0,-1-1 0 0 0,0 0 0 0 0,0-1 0 0 0,0 0 0 0 0,0-1 1 0 0,-1-1-1 0 0,-16 4 0 0 0,28-8-36 0 0,1 0-1 0 0,0 0 1 0 0,-1 1 0 0 0,1-1 0 0 0,0 0 0 0 0,0 0 0 0 0,-1 0 0 0 0,1 0 0 0 0,0-1 0 0 0,-1 1-1 0 0,1 0 1 0 0,0-1 0 0 0,0 1 0 0 0,-1 0 0 0 0,0-2 0 0 0,1 2-28 0 0,1-1 0 0 0,-1 0-1 0 0,1 1 1 0 0,-1-1 0 0 0,1 0 0 0 0,0 1 0 0 0,-1-1 0 0 0,1 0 0 0 0,0 1-1 0 0,0-1 1 0 0,-1 0 0 0 0,1 0 0 0 0,0 1 0 0 0,0-1 0 0 0,0 0 0 0 0,0 0 0 0 0,0 1-1 0 0,0-1 1 0 0,0 0 0 0 0,0 0 0 0 0,1 1 0 0 0,-1-1 0 0 0,0 0 0 0 0,0 0-1 0 0,0 1 1 0 0,1-2 0 0 0,4-13-746 0 0</inkml:trace>
</inkml:ink>
</file>

<file path=ppt/ink/ink2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1.7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0 10594 0 0,'-10'2'6508'0'0,"31"3"-5208"0"0,37 3-1878 0 0,-35-7-17 0 0,2 0-4238 0 0,-10-1-505 0 0</inkml:trace>
</inkml:ink>
</file>

<file path=ppt/ink/ink2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1.90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88 8290 0 0,'53'-25'3224'0'0,"77"-30"-6272"0"0,-108 47 3016 0 0</inkml:trace>
</inkml:ink>
</file>

<file path=ppt/ink/ink2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2.90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74 1 8754 0 0,'-2'0'135'0'0,"1"1"1"0"0,-1 0-1 0 0,0 0 1 0 0,0 0-1 0 0,1-1 1 0 0,-1 2-1 0 0,1-1 1 0 0,-1 0-1 0 0,1 0 1 0 0,-1 0-1 0 0,1 1 0 0 0,0-1 1 0 0,0 0-1 0 0,-1 1 1 0 0,1 0-1 0 0,0-1 1 0 0,-1 3-1 0 0,-16 31 805 0 0,11-16-651 0 0,1 1 1 0 0,2-1-1 0 0,0 1 1 0 0,1 0-1 0 0,0 0 0 0 0,2 0 1 0 0,1 1-1 0 0,0-1 1 0 0,4 24-1 0 0,6 25 334 0 0,24 85-1 0 0,19 17-65 0 0,-18-65-1478 0 0,-29-84-23 0 0</inkml:trace>
</inkml:ink>
</file>

<file path=ppt/ink/ink2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3.0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1 246 6449 0 0,'12'-14'288'0'0,"1"3"57"0"0,4 1-281 0 0,-3 1-64 0 0,-3 3 0 0 0,-1 0 0 0 0,5-1 184 0 0,7-2 16 0 0,20-11 8 0 0,11-4 0 0 0,6-1 128 0 0,-6 4 24 0 0,-6 2 8 0 0,-4 4 0 0 0,-2 2-592 0 0,-5 0-112 0 0,0 2-24 0 0,-3-1-8 0 0</inkml:trace>
</inkml:ink>
</file>

<file path=ppt/ink/ink2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3.4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202 32 11522 0 0,'-2'-2'142'0'0,"1"-1"0"0"0,0 1-1 0 0,-1 0 1 0 0,1-1 0 0 0,-1 1-1 0 0,0 0 1 0 0,0 0 0 0 0,1 0-1 0 0,-2 0 1 0 0,1 0 0 0 0,0 0-1 0 0,0 1 1 0 0,-5-3 0 0 0,6 4-86 0 0,-1 0 0 0 0,1 0 1 0 0,-1 0-1 0 0,1 0 1 0 0,-1 0-1 0 0,1 0 1 0 0,-1 1-1 0 0,1-1 1 0 0,-1 0-1 0 0,1 1 1 0 0,-1 0-1 0 0,1-1 1 0 0,0 1-1 0 0,-1 0 1 0 0,1-1-1 0 0,0 1 1 0 0,0 0-1 0 0,-1 0 1 0 0,1 0-1 0 0,0 0 1 0 0,0 0-1 0 0,0 1 1 0 0,0-1-1 0 0,0 0 1 0 0,0 0-1 0 0,1 1 1 0 0,-2 1-1 0 0,-15 27 364 0 0,0 0 1 0 0,3 0-1 0 0,0 2 0 0 0,2 0 0 0 0,-10 42 0 0 0,13-45-192 0 0,1-4-58 0 0,2-1 0 0 0,0 1 0 0 0,2 0 0 0 0,1 1 0 0 0,1-1 0 0 0,1 1 0 0 0,1-1 0 0 0,6 43 0 0 0,-4-54-64 0 0,1 0-1 0 0,1 0 1 0 0,0-1-1 0 0,1 1 1 0 0,0-1-1 0 0,1-1 1 0 0,0 1-1 0 0,1-1 1 0 0,1 0 0 0 0,0 0-1 0 0,1-1 1 0 0,0 0-1 0 0,0-1 1 0 0,1 0-1 0 0,0 0 1 0 0,1-1-1 0 0,14 9 1 0 0,-2-4-37 0 0,2 0 1 0 0,0-2 0 0 0,0-1-1 0 0,1-1 1 0 0,0-1-1 0 0,1-1 1 0 0,0-2-1 0 0,0 0 1 0 0,0-2 0 0 0,1-1-1 0 0,39-1 1 0 0,-56-2-421 0 0,0-1 0 0 0,0-1-1 0 0,18-5 1 0 0,-12 2-837 0 0</inkml:trace>
</inkml:ink>
</file>

<file path=ppt/ink/ink2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5.2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63 161 1264 0 0,'-5'-1'74'0'0,"-34"-7"445"0"0,38 8-387 0 0,1 0 1 0 0,-1-1 0 0 0,0 1 0 0 0,0 0 0 0 0,0 0 0 0 0,0-1 0 0 0,0 1 0 0 0,1 0-1 0 0,-1-1 1 0 0,0 1 0 0 0,0-1 0 0 0,1 1 0 0 0,-1-1 0 0 0,0 1 0 0 0,0-1 0 0 0,1 1-1 0 0,-1-1 1 0 0,1 0 0 0 0,-1 1 0 0 0,1-1 0 0 0,-1 0 0 0 0,1 0 0 0 0,-1 1 0 0 0,1-1-1 0 0,0 0 1 0 0,-1 0 0 0 0,1 0 0 0 0,0 0 0 0 0,0 1 0 0 0,-1-1 0 0 0,1 0 0 0 0,0 0-1 0 0,0 0 1 0 0,0 0 0 0 0,0-1 0 0 0,1 0 196 0 0,1 0 1 0 0,-1 0-1 0 0,0 0 0 0 0,1 0 1 0 0,0 0-1 0 0,-1 0 0 0 0,1 1 0 0 0,0-1 1 0 0,0 0-1 0 0,0 1 0 0 0,0 0 1 0 0,0-1-1 0 0,3 0 0 0 0,33-17 895 0 0,-27 14-607 0 0,-6 3-462 0 0,0 0 0 0 0,0 0 0 0 0,0 0 0 0 0,-1 1 0 0 0,1 0 0 0 0,1 0 1 0 0,8-1-1 0 0,-13 2-123 0 0,0 0 0 0 0,0 0 0 0 0,0 0 0 0 0,0 0 0 0 0,0 1 0 0 0,1-1 1 0 0,-1 0-1 0 0,0 1 0 0 0,0-1 0 0 0,0 1 0 0 0,0-1 0 0 0,0 1 0 0 0,0-1 0 0 0,0 1 1 0 0,0 0-1 0 0,-1 0 0 0 0,1-1 0 0 0,0 1 0 0 0,0 0 0 0 0,0 0 0 0 0,-1 0 0 0 0,1 0 1 0 0,0 0-1 0 0,-1 0 0 0 0,1 0 0 0 0,-1 0 0 0 0,1 0 0 0 0,-1 0 0 0 0,0 0 0 0 0,1 0 1 0 0,-1 0-1 0 0,0 0 0 0 0,0 1 0 0 0,0-1 0 0 0,0 0 0 0 0,0 0 0 0 0,0 0 0 0 0,0 0 1 0 0,0 2-1 0 0,-1 13 246 0 0,-1 0 0 0 0,0 0 1 0 0,-1-1-1 0 0,0 1 0 0 0,-8 19 1 0 0,-34 77 91 0 0,25-66-409 0 0,-5 16-39 0 0,36-89-45 0 0,1 1 1 0 0,20-31-1 0 0,-5 8-171 0 0,52-127-291 0 0,-39 82 918 0 0,-40 94-309 0 0,0 0-1 0 0,0 0 0 0 0,0 0 0 0 0,0-1 1 0 0,0 1-1 0 0,0 0 0 0 0,0 0 1 0 0,0 0-1 0 0,0 0 0 0 0,0 0 0 0 0,0-1 1 0 0,0 1-1 0 0,0 0 0 0 0,0 0 1 0 0,0 0-1 0 0,0 0 0 0 0,0 0 0 0 0,0 0 1 0 0,1-1-1 0 0,-1 1 0 0 0,0 0 1 0 0,0 0-1 0 0,0 0 0 0 0,0 0 0 0 0,0 0 1 0 0,0 0-1 0 0,0 0 0 0 0,1 0 1 0 0,-1-1-1 0 0,0 1 0 0 0,0 0 0 0 0,0 0 1 0 0,0 0-1 0 0,0 0 0 0 0,0 0 1 0 0,1 0-1 0 0,-1 0 0 0 0,0 0 0 0 0,0 0 1 0 0,0 0-1 0 0,0 0 0 0 0,0 0 1 0 0,1 0-1 0 0,-1 0 0 0 0,0 0 0 0 0,0 0 1 0 0,0 0-1 0 0,0 0 0 0 0,0 0 1 0 0,1 0-1 0 0,-1 1 0 0 0,0-1 1 0 0,0 0-1 0 0,0 0 0 0 0,0 0 0 0 0,0 0 1 0 0,0 0-1 0 0,1 0 0 0 0,-1 0 1 0 0,0 0-1 0 0,0 0 0 0 0,0 1 0 0 0,0-1 1 0 0,5 15 912 0 0,1 20-5 0 0,-5-10-764 0 0,2-1 0 0 0,1 1 0 0 0,7 23 0 0 0,-8-39-468 0 0,0-1 1 0 0,1 1 0 0 0,0-1-1 0 0,0 0 1 0 0,1 0 0 0 0,0 0-1 0 0,1 0 1 0 0,-1-1 0 0 0,2 0-1 0 0,-1 0 1 0 0,9 7 0 0 0,5 2-1241 0 0</inkml:trace>
</inkml:ink>
</file>

<file path=ppt/ink/ink2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5.4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7 4609 0 0,'-7'-7'5101'0'0,"15"26"-1181"0"0,10 49-917 0 0,-4-10-3566 0 0,-10-41-5161 0 0</inkml:trace>
</inkml:ink>
</file>

<file path=ppt/ink/ink2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5.5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57 138 7370 0 0,'-7'-28'320'0'0,"3"14"80"0"0,0-1-320 0 0,1 4-80 0 0,2 5 0 0 0,-2 2 0 0 0,0-2 872 0 0,-1-2 160 0 0,-3-4 32 0 0,0-2 9 0 0,0 2-401 0 0,3 5-72 0 0,1 6-24 0 0,5 4 0 0 0,0 4-1984 0 0,3 5-393 0 0,-1 2-87 0 0,0 3-8 0 0</inkml:trace>
</inkml:ink>
</file>

<file path=ppt/ink/ink2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6.1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43 9 8290 0 0,'1'-9'2781'0'0,"-8"20"-662"0"0,-6 18-58 0 0,8-13-1723 0 0,0 2 1 0 0,1-1-1 0 0,0 0 0 0 0,2 1 0 0 0,0 0 0 0 0,1 0 1 0 0,2 28-1 0 0,-1-40-351 0 0,1 1 0 0 0,1-1 0 0 0,-1 0 0 0 0,1 0 1 0 0,0 0-1 0 0,0 0 0 0 0,1 0 0 0 0,0-1 0 0 0,0 1 0 0 0,0-1 1 0 0,0 1-1 0 0,1-1 0 0 0,0 0 0 0 0,0-1 0 0 0,1 1 0 0 0,-1-1 1 0 0,1 0-1 0 0,0 0 0 0 0,0 0 0 0 0,0 0 0 0 0,1-1 0 0 0,-1 0 0 0 0,1 0 1 0 0,8 2-1 0 0,-9-3-31 0 0,0 0 1 0 0,0 0 0 0 0,0-1-1 0 0,0 0 1 0 0,1 0 0 0 0,-1 0-1 0 0,0 0 1 0 0,1-1 0 0 0,-1 0-1 0 0,0 0 1 0 0,1-1 0 0 0,-1 1-1 0 0,0-1 1 0 0,1 0 0 0 0,-1-1 0 0 0,7-2-1 0 0,-8 2 49 0 0,0 0-1 0 0,0-1 0 0 0,-1 0 1 0 0,1 1-1 0 0,-1-1 1 0 0,1 0-1 0 0,-1-1 1 0 0,0 1-1 0 0,0-1 0 0 0,-1 1 1 0 0,1-1-1 0 0,-1 0 1 0 0,1 0-1 0 0,-1 0 1 0 0,0 0-1 0 0,-1 0 0 0 0,1 0 1 0 0,-1-1-1 0 0,2-7 1 0 0,-3 10-4 0 0,3-8 7 0 0,-1 0 0 0 0,0 0 0 0 0,-1 0 0 0 0,0-1 0 0 0,0 1 0 0 0,-1 0 0 0 0,-2-12 0 0 0,1 24-53 0 0,0 1 0 0 0,0 0-1 0 0,0 0 1 0 0,1 0 0 0 0,-1-1 0 0 0,1 1 0 0 0,0 5 0 0 0,2-4 111 0 0,-1 1 1 0 0,1-1 0 0 0,1 0 0 0 0,-1 0-1 0 0,1 0 1 0 0,-1 0 0 0 0,1 0 0 0 0,0-1-1 0 0,1 1 1 0 0,-1-1 0 0 0,0 0-1 0 0,1 0 1 0 0,0 0 0 0 0,0-1 0 0 0,0 1-1 0 0,0-1 1 0 0,0 0 0 0 0,0 0 0 0 0,1 0-1 0 0,-1 0 1 0 0,1-1 0 0 0,-1 0 0 0 0,10 1-1 0 0,1 1 180 0 0,1-1-1 0 0,0 0 0 0 0,0-1 0 0 0,0-1 0 0 0,28-4 0 0 0,-33 2-86 0 0,-1 0 0 0 0,0-1 0 0 0,0 0 0 0 0,0 0 0 0 0,0-1 0 0 0,0-1 0 0 0,0 0 0 0 0,-1 0 0 0 0,0-1 0 0 0,0 0 0 0 0,14-13 0 0 0,-19 14-231 0 0,1 1 0 0 0,-2-1-1 0 0,1 1 1 0 0,0-1 0 0 0,-1-1 0 0 0,0 1-1 0 0,0 0 1 0 0,0-1 0 0 0,3-9 0 0 0,-5 11-415 0 0,0-1 1 0 0,0 0 0 0 0,-1 0 0 0 0,1 0 0 0 0,-1 1-1 0 0,0-1 1 0 0,0 0 0 0 0,-1 0 0 0 0,1 0 0 0 0,-1 1 0 0 0,0-1-1 0 0,0 0 1 0 0,-3-6 0 0 0</inkml:trace>
</inkml:ink>
</file>

<file path=ppt/ink/ink2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6.3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7834 0 0,'22'20'3794'0'0,"-19"-18"-3359"0"0,-1 1-1 0 0,1 0 1 0 0,-1 0 0 0 0,0 0 0 0 0,0 0 0 0 0,0 1 0 0 0,0-1-1 0 0,-1 1 1 0 0,1-1 0 0 0,-1 1 0 0 0,0-1 0 0 0,2 8-1 0 0,-2-1-639 0 0,-1-1-1 0 0,0 1 0 0 0,-2 16 0 0 0,1-6-3155 0 0</inkml:trace>
</inkml:ink>
</file>

<file path=ppt/ink/ink2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6.5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1 10594 0 0,'-2'-1'944'0'0,"0"1"-751"0"0,2 1 63 0 0,-1 1-136 0 0,0 1 0 0 0,-1-1 32 0 0,-1 3 8 0 0,3 0 0 0 0,2 1 0 0 0,1-1-992 0 0,2 2-193 0 0,2-1-31 0 0,3 1-16 0 0</inkml:trace>
</inkml:ink>
</file>

<file path=ppt/ink/ink2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7.1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41 9674 0 0,'0'0'748'0'0,"21"-4"1305"0"0,159-25 5820 0 0,-119 24-9058 0 0,0 3-3736 0 0</inkml:trace>
</inkml:ink>
</file>

<file path=ppt/ink/ink2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7.3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10 6449 0 0,'-2'-9'11176'0'0,"6"19"-10640"0"0,1 0 0 0 0,-2 0 0 0 0,1 0 0 0 0,-1 1 0 0 0,-1-1 0 0 0,2 13 0 0 0,3 68 309 0 0,-5-61-598 0 0,1 19-186 0 0,17 172-2088 0 0,-15-191-5361 0 0</inkml:trace>
</inkml:ink>
</file>

<file path=ppt/ink/ink2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7.8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 5529 0 0,'12'-6'12914'0'0,"-8"19"-12518"0"0,0 1 0 0 0,0 1 1 0 0,-2-1-1 0 0,0 0 0 0 0,-1 1 0 0 0,0 0 1 0 0,-2 25-1 0 0,2 24-143 0 0,1-32-238 0 0,1-1 0 0 0,2 0 1 0 0,1 0-1 0 0,14 45 0 0 0,-16-67-15 0 0,0-1 0 0 0,0 1-1 0 0,0 0 1 0 0,1-1 0 0 0,1 0 0 0 0,-1 0-1 0 0,1-1 1 0 0,10 10 0 0 0,-12-13 4 0 0,1 0 0 0 0,0 0 0 0 0,0-1 0 0 0,0 1 0 0 0,0-2 0 0 0,1 1 0 0 0,-1 0 0 0 0,1-1 0 0 0,0 0 0 0 0,0 0 0 0 0,0-1 1 0 0,-1 0-1 0 0,1 0 0 0 0,10 1 0 0 0,-12-2 12 0 0,0 0 0 0 0,-1 0 0 0 0,1 0 1 0 0,0-1-1 0 0,0 0 0 0 0,-1 1 0 0 0,1-1 0 0 0,0 0 1 0 0,-1-1-1 0 0,1 1 0 0 0,-1-1 0 0 0,1 1 1 0 0,-1-1-1 0 0,0 0 0 0 0,0 0 0 0 0,0-1 0 0 0,0 1 1 0 0,0-1-1 0 0,0 1 0 0 0,0-1 0 0 0,-1 0 1 0 0,0 0-1 0 0,1 0 0 0 0,-1 0 0 0 0,0-1 0 0 0,-1 1 1 0 0,1 0-1 0 0,0-1 0 0 0,-1 1 0 0 0,0-1 1 0 0,1-4-1 0 0,2-9 67 0 0,-1 0 1 0 0,0 1-1 0 0,-2-1 1 0 0,0 0-1 0 0,-2-28 1 0 0,1 42-113 0 0,0 0 1 0 0,0 0-1 0 0,0 0 0 0 0,-1 0 1 0 0,1 0-1 0 0,-1 0 0 0 0,0 0 1 0 0,0 0-1 0 0,0 0 0 0 0,0 0 1 0 0,0 1-1 0 0,0-1 0 0 0,-1 0 1 0 0,0 1-1 0 0,1-1 0 0 0,-1 1 1 0 0,0-1-1 0 0,0 1 0 0 0,0 0 1 0 0,0 0-1 0 0,-1 0 0 0 0,1 0 1 0 0,-5-2-1 0 0,1 2-60 0 0,0 0 0 0 0,0 0 0 0 0,0 1 1 0 0,0-1-1 0 0,0 2 0 0 0,0-1 0 0 0,0 1 0 0 0,-1 0 0 0 0,1 0 0 0 0,-11 2 0 0 0,-18 3-2255 0 0,26-2 1105 0 0</inkml:trace>
</inkml:ink>
</file>

<file path=ppt/ink/ink2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8.2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77 20 5529 0 0,'-2'-2'207'0'0,"0"0"-1"0"0,0 0 0 0 0,-1 1 1 0 0,1-1-1 0 0,-1 1 1 0 0,1 0-1 0 0,-1 0 1 0 0,0 0-1 0 0,-2-1 0 0 0,0 1 697 0 0,0 0-1 0 0,1 0 1 0 0,-1 0-1 0 0,0 1 1 0 0,0-1-1 0 0,1 1 0 0 0,-1 1 1 0 0,-6 0-1 0 0,11-1-767 0 0,0 1-1 0 0,0 0 0 0 0,0-1 0 0 0,0 1 0 0 0,0-1 1 0 0,0 1-1 0 0,0 0 0 0 0,0-1 0 0 0,1 1 1 0 0,-1-1-1 0 0,0 1 0 0 0,0-1 0 0 0,1 1 0 0 0,-1-1 1 0 0,0 1-1 0 0,1-1 0 0 0,-1 1 0 0 0,1-1 1 0 0,-1 1-1 0 0,0-1 0 0 0,1 0 0 0 0,-1 1 1 0 0,1-1-1 0 0,-1 0 0 0 0,2 1 0 0 0,17 18 235 0 0,-17-17-183 0 0,192 204 907 0 0,-160-164-857 0 0,-2 2 0 0 0,-2 1 0 0 0,30 59 0 0 0,-52-89-267 0 0,-2 1 1 0 0,0 0 0 0 0,-1 0 0 0 0,0 1 0 0 0,-1 0-1 0 0,-1-1 1 0 0,-1 1 0 0 0,0 0 0 0 0,-1 0-1 0 0,-1 0 1 0 0,-1 0 0 0 0,0 0 0 0 0,-6 27 0 0 0,2-24-45 0 0,-1 1 0 0 0,-1-1 1 0 0,-1-1-1 0 0,-1 0 0 0 0,0 0 1 0 0,-2 0-1 0 0,0-1 0 0 0,-1-1 1 0 0,0 0-1 0 0,-25 25 0 0 0,-27 19-2765 0 0,32-36-3662 0 0</inkml:trace>
</inkml:ink>
</file>

<file path=ppt/ink/ink2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40.8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1356 2 3225 0 0,'-1'0'394'0'0,"0"-1"1"0"0,0 1-1 0 0,0 0 0 0 0,-1 0 1 0 0,1-1-1 0 0,0 1 1 0 0,0 0-1 0 0,0 0 0 0 0,0 0 1 0 0,0 0-1 0 0,0 1 1 0 0,0-1-1 0 0,-1 0 0 0 0,-1 1 1 0 0,-21 10 2034 0 0,-27 25-2382 0 0,27-19 655 0 0,-6 0-606 0 0,-2-2 0 0 0,0-1 0 0 0,-1-1-1 0 0,0-2 1 0 0,-35 7 0 0 0,-55 20 325 0 0,-135 73 201 0 0,45-17-612 0 0,-136 62 358 0 0,322-147 609 0 0,23-8-754 0 0,0 0 0 0 0,-1 0 0 0 0,1 0 0 0 0,0 1 0 0 0,0 0 0 0 0,0 0 0 0 0,-7 4 0 0 0,33-3-7089 0 0,-18-6 5202 0 0</inkml:trace>
</inkml:ink>
</file>

<file path=ppt/ink/ink2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41.1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131 58 3225 0 0,'0'-4'-313'0'0,"1"-2"931"0"0,-1 0 0 0 0,-1 0 0 0 0,1-1 0 0 0,-1 1 0 0 0,-2-7 0 0 0,3 13-496 0 0,0-1 0 0 0,0 1-1 0 0,0-1 1 0 0,-1 1 0 0 0,1-1 0 0 0,0 1-1 0 0,0-1 1 0 0,-1 1 0 0 0,1-1 0 0 0,0 1-1 0 0,-1 0 1 0 0,1-1 0 0 0,0 1 0 0 0,-1 0 0 0 0,1-1-1 0 0,0 1 1 0 0,-1 0 0 0 0,1-1 0 0 0,-1 1-1 0 0,1 0 1 0 0,-1 0 0 0 0,1 0 0 0 0,-1-1-1 0 0,1 1 1 0 0,-1 0 0 0 0,1 0 0 0 0,-1 0-1 0 0,-1 0-15 0 0,1 1 0 0 0,0-1 0 0 0,-1 1 0 0 0,1-1 0 0 0,0 1-1 0 0,-1-1 1 0 0,1 1 0 0 0,0 0 0 0 0,-1 0 0 0 0,1 0 0 0 0,0 0 0 0 0,0 0-1 0 0,0 0 1 0 0,-1 1 0 0 0,-4 5 0 0 0,0 0-1 0 0,1 0 0 0 0,0 1 1 0 0,1-1-1 0 0,-1 1 1 0 0,2 0-1 0 0,-7 16 0 0 0,-14 65 166 0 0,19-69-134 0 0,-2 9 212 0 0,1-1 0 0 0,2 1 0 0 0,-1 30 0 0 0,4-52-178 0 0,1 0 1 0 0,0-1 0 0 0,0 1 0 0 0,1 0 0 0 0,0 0-1 0 0,0-1 1 0 0,0 1 0 0 0,1 0 0 0 0,0-1 0 0 0,0 1-1 0 0,1-1 1 0 0,0 0 0 0 0,0 0 0 0 0,1 0 0 0 0,-1 0 0 0 0,1-1-1 0 0,0 1 1 0 0,1-1 0 0 0,4 5 0 0 0,-4-7-70 0 0,-1-1 0 0 0,1 1 0 0 0,-1-1 1 0 0,1 0-1 0 0,0 0 0 0 0,0-1 0 0 0,0 1 1 0 0,0-1-1 0 0,0 0 0 0 0,0 0 0 0 0,0-1 0 0 0,0 0 1 0 0,0 0-1 0 0,0 0 0 0 0,0 0 0 0 0,1-1 0 0 0,-1 0 1 0 0,0 0-1 0 0,0 0 0 0 0,7-3 0 0 0,11-4 24 0 0,-1-2 0 0 0,0 0 0 0 0,21-13 0 0 0,-31 16-210 0 0,9-5-909 0 0,1 1-1 0 0,29-11 1 0 0,-28 16-5307 0 0</inkml:trace>
</inkml:ink>
</file>

<file path=ppt/ink/ink2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42.0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49 3 3681 0 0,'-3'-3'10561'0'0,"-8"486"-7003"0"0,12-448-3614 0 0,0-21-136 0 0,0-1-1 0 0,-1 1 1 0 0,0-1 0 0 0,-1 1-1 0 0,-1-1 1 0 0,0 0-1 0 0,-1 0 1 0 0,-6 19 0 0 0,9-31-11 0 0,0-1 1 0 0,-1 1 0 0 0,1 0-1 0 0,0-1 1 0 0,-1 1 0 0 0,1 0 0 0 0,-1-1-1 0 0,1 1 1 0 0,-1-1 0 0 0,1 1-1 0 0,-1 0 1 0 0,1-1 0 0 0,-1 1-1 0 0,1-1 1 0 0,-1 1 0 0 0,1-1-1 0 0,-1 0 1 0 0,0 1 0 0 0,1-1-1 0 0,-1 0 1 0 0,0 1 0 0 0,0-1 0 0 0,1 0-1 0 0,-1 0 1 0 0,0 0 0 0 0,0 1-1 0 0,-5-3-1313 0 0</inkml:trace>
</inkml:ink>
</file>

<file path=ppt/ink/ink2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42.3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48 3225 0 0,'6'-24'699'0'0,"-5"22"-273"0"0,0 1 0 0 0,-1-1 1 0 0,1 1-1 0 0,0-1 0 0 0,0 1 1 0 0,0 0-1 0 0,0-1 0 0 0,0 1 1 0 0,0 0-1 0 0,0 0 1 0 0,1 0-1 0 0,-1 0 0 0 0,0 0 1 0 0,1 0-1 0 0,1-1 0 0 0,-2 2 32 0 0,1-1-1 0 0,0 0 1 0 0,0 1-1 0 0,-1 0 1 0 0,1 0-1 0 0,0-1 1 0 0,0 1-1 0 0,0 0 0 0 0,-1 0 1 0 0,1 0-1 0 0,0 1 1 0 0,0-1-1 0 0,3 1 1 0 0,19 9-502 0 0,-7 1 441 0 0,0 1-1 0 0,0 1 1 0 0,-1 0-1 0 0,0 1 1 0 0,-1 0-1 0 0,16 22 1 0 0,-4-2-157 0 0,-2 0 0 0 0,21 40 0 0 0,-28-41-493 0 0,15 36 1 0 0,-17-23-4374 0 0</inkml:trace>
</inkml:ink>
</file>

<file path=ppt/ink/ink2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42.4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0 171 7834 0 0,'1'-2'100'0'0,"0"-1"0"0"0,0 1 0 0 0,0 0-1 0 0,1 0 1 0 0,-1 0 0 0 0,0 0 0 0 0,1 0 0 0 0,0 0 0 0 0,-1 1 0 0 0,1-1 0 0 0,0 1 0 0 0,0-1 0 0 0,0 1 0 0 0,2-2 0 0 0,37-19 1131 0 0,-24 14-913 0 0,95-45 48 0 0,-16 8-2645 0 0,-70 32 2192 0 0</inkml:trace>
</inkml:ink>
</file>

<file path=ppt/ink/ink2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42.9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49 10594 0 0,'-2'-1'131'0'0,"0"1"1"0"0,1-1-1 0 0,-1 0 0 0 0,0 0 0 0 0,0 0 0 0 0,0 0 0 0 0,1 0 1 0 0,-1-1-1 0 0,0 1 0 0 0,-1-2 0 0 0,3 2-18 0 0,0 1 1 0 0,-1 0-1 0 0,1-1 0 0 0,0 1 0 0 0,0-1 0 0 0,-1 0 1 0 0,1 1-1 0 0,0-1 0 0 0,0 1 0 0 0,0-1 0 0 0,0 1 1 0 0,0-1-1 0 0,0 1 0 0 0,0-1 0 0 0,0 1 1 0 0,0-1-1 0 0,0 0 0 0 0,0 1 0 0 0,0-1 0 0 0,0 1 1 0 0,0-1-1 0 0,0 1 0 0 0,1-1 0 0 0,-1 1 0 0 0,0-1 1 0 0,0 1-1 0 0,1-1 0 0 0,-1 1 0 0 0,0-1 0 0 0,1 1 1 0 0,-1 0-1 0 0,0-1 0 0 0,1 1 0 0 0,-1-1 0 0 0,1 1 1 0 0,-1 0-1 0 0,1-1 0 0 0,-1 1 0 0 0,1 0 0 0 0,-1 0 1 0 0,1-1-1 0 0,-1 1 0 0 0,2 0 0 0 0,-1 0 7 0 0,0-1 0 0 0,0 1 0 0 0,1 0-1 0 0,-1 0 1 0 0,0 0 0 0 0,0 0 0 0 0,1 0-1 0 0,-1 1 1 0 0,0-1 0 0 0,0 0 0 0 0,1 1-1 0 0,-1-1 1 0 0,0 0 0 0 0,0 1 0 0 0,0 0-1 0 0,0-1 1 0 0,1 1 0 0 0,-1 0 0 0 0,0-1-1 0 0,0 1 1 0 0,0 0 0 0 0,-1 0 0 0 0,1 0-1 0 0,0 0 1 0 0,1 1 0 0 0,24 29 406 0 0,-24-28-393 0 0,15 22 28 0 0,-1 0 0 0 0,-2 1 0 0 0,13 32 0 0 0,-2-6 41 0 0,-25-47-163 0 0,-5-23 76 0 0,5 5-104 0 0,0 0-1 0 0,1-1 0 0 0,0 1 1 0 0,1-1-1 0 0,0 1 0 0 0,1 0 1 0 0,1 0-1 0 0,0 0 0 0 0,1 1 1 0 0,0-1-1 0 0,1 1 0 0 0,0 0 1 0 0,1 1-1 0 0,1-1 0 0 0,14-17 1 0 0,-21 28-11 0 0,0-1 0 0 0,0 1 1 0 0,1 0-1 0 0,-1 0 1 0 0,0 0-1 0 0,0 0 0 0 0,1 0 1 0 0,-1 0-1 0 0,0 1 1 0 0,1-1-1 0 0,-1 0 0 0 0,1 1 1 0 0,-1-1-1 0 0,1 1 1 0 0,-1-1-1 0 0,1 1 1 0 0,-1 0-1 0 0,1 0 0 0 0,-1-1 1 0 0,1 1-1 0 0,-1 0 1 0 0,1 0-1 0 0,0 1 0 0 0,-1-1 1 0 0,1 0-1 0 0,-1 0 1 0 0,1 1-1 0 0,-1-1 0 0 0,1 1 1 0 0,-1 0-1 0 0,1-1 1 0 0,-1 1-1 0 0,0 0 0 0 0,1 0 1 0 0,0 1-1 0 0,5 4-21 0 0,-1 0 0 0 0,1 1 0 0 0,-2 0 0 0 0,1 0 0 0 0,6 10 0 0 0,10 13-565 0 0,21 18-3987 0 0</inkml:trace>
</inkml:ink>
</file>

<file path=ppt/ink/ink2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43.3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44 222 4177 0 0,'24'-134'2666'0'0,"-4"47"4122"0"0,-44 148-138 0 0,18-50-6598 0 0,1 0 0 0 0,0 1 0 0 0,1-1 0 0 0,0 1 0 0 0,1 0 1 0 0,1 0-1 0 0,-3 24 0 0 0,5-28-85 0 0,1-1 0 0 0,-1 1 0 0 0,2 0 0 0 0,-1 0 0 0 0,1-1 0 0 0,0 1 0 0 0,1-1 0 0 0,0 1 0 0 0,0-1 0 0 0,1 0 0 0 0,0 0 0 0 0,0-1 0 0 0,0 1 0 0 0,1-1 0 0 0,7 9 0 0 0,-2-6-226 0 0,0 0 1 0 0,0-1-1 0 0,0 0 1 0 0,1 0 0 0 0,0-1-1 0 0,0-1 1 0 0,1 0-1 0 0,17 7 1 0 0,-25-12 177 0 0,0 1 1 0 0,0-1-1 0 0,0 1 1 0 0,-1 0-1 0 0,1 0 0 0 0,-1 1 1 0 0,1-1-1 0 0,-1 1 1 0 0,0-1-1 0 0,5 7 1 0 0,-7-8 97 0 0,0 1 1 0 0,0-1-1 0 0,-1 1 1 0 0,1-1-1 0 0,0 1 1 0 0,-1-1-1 0 0,1 1 1 0 0,-1 0-1 0 0,0-1 1 0 0,0 1-1 0 0,0 0 1 0 0,1-1 0 0 0,-2 1-1 0 0,1 0 1 0 0,0-1-1 0 0,0 1 1 0 0,0-1-1 0 0,-1 1 1 0 0,1 0-1 0 0,-1-1 1 0 0,1 1-1 0 0,-1-1 1 0 0,0 1 0 0 0,1-1-1 0 0,-1 1 1 0 0,0-1-1 0 0,0 1 1 0 0,0-1-1 0 0,-2 2 1 0 0,-9 11 452 0 0,-1-1 0 0 0,-1 0 0 0 0,0-1 0 0 0,0 0 0 0 0,-1-1 0 0 0,-1-1 0 0 0,0 0 0 0 0,0-2 0 0 0,-1 1 0 0 0,-35 11 0 0 0,18-15-2162 0 0</inkml:trace>
</inkml:ink>
</file>

<file path=ppt/ink/ink2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47.3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3681 0 0,'20'29'4634'0'0,"-12"2"-3240"0"0,0 0 0 0 0,-3 1 0 0 0,0-1 0 0 0,-2 1 0 0 0,-1 49-1 0 0,-2-45-1769 0 0,1 0 0 0 0,3-1-1 0 0,14 71 1 0 0,-12-91-1646 0 0,1-3-2935 0 0</inkml:trace>
</inkml:ink>
</file>

<file path=ppt/ink/ink2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47.8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659 128 4609 0 0,'-14'-15'1099'0'0,"-1"0"-1"0"0,0 1 1 0 0,-1 1 0 0 0,-19-14-1 0 0,27 22-704 0 0,-1-1 0 0 0,0 1 0 0 0,0 1-1 0 0,0-1 1 0 0,0 1 0 0 0,-1 1 0 0 0,0 0-1 0 0,0 0 1 0 0,0 1 0 0 0,-13-1 0 0 0,16 3-260 0 0,0 1 0 0 0,0 0-1 0 0,0 0 1 0 0,0 1 0 0 0,0 0 0 0 0,1 0 0 0 0,-1 1 0 0 0,1-1 0 0 0,-1 2 0 0 0,1-1-1 0 0,0 1 1 0 0,0-1 0 0 0,0 2 0 0 0,1-1 0 0 0,-1 1 0 0 0,1-1 0 0 0,0 2 0 0 0,-6 6-1 0 0,-8 13 41 0 0,0 1-1 0 0,-26 49 0 0 0,35-59-93 0 0,-25 44 14 0 0,-82 156 208 0 0,102-185-218 0 0,2 2 1 0 0,2 0 0 0 0,0 0-1 0 0,-10 70 1 0 0,17-74-61 0 0,2 0 0 0 0,1 1 1 0 0,1-1-1 0 0,1 1 0 0 0,2-1 0 0 0,7 30 1 0 0,-6-40-28 0 0,2 1 0 0 0,0-1 0 0 0,1-1 0 0 0,1 1 0 0 0,1-1 0 0 0,1-1 0 0 0,0 0 0 0 0,1 0 0 0 0,23 27 0 0 0,-17-26-143 0 0,-1 0 0 0 0,2-1 0 0 0,1-1-1 0 0,0-1 1 0 0,1 0 0 0 0,0-2 0 0 0,1 0 0 0 0,0-1 0 0 0,1-2-1 0 0,1 0 1 0 0,0-1 0 0 0,0-1 0 0 0,0-1 0 0 0,1-2 0 0 0,0 0 0 0 0,31 2-1 0 0,-17-4 47 0 0,0-2-1 0 0,0-1 1 0 0,70-11-1 0 0,-86 7 167 0 0,0-1 0 0 0,0-1 0 0 0,-1-1 1 0 0,0-1-1 0 0,0-1 0 0 0,-1-1 0 0 0,35-22 0 0 0,-23 9 255 0 0,-2 0-1 0 0,-1-2 1 0 0,0-1 0 0 0,-2-1 0 0 0,34-46-1 0 0,-44 51-167 0 0,-1-2 0 0 0,-1 0 1 0 0,-2-1-1 0 0,0 0 0 0 0,-2-1 0 0 0,0-1 0 0 0,-2 1 0 0 0,6-32 0 0 0,-5 5 200 0 0,-2 0 0 0 0,-2-1-1 0 0,-3 0 1 0 0,-3 0 0 0 0,-7-73 0 0 0,5 113-274 0 0,-1 0 0 0 0,0 1 0 0 0,-1 0 0 0 0,0 0 0 0 0,-1 0 0 0 0,-1 0 0 0 0,0 1 0 0 0,0 0 0 0 0,-1 0 0 0 0,-1 0 1 0 0,0 1-1 0 0,-1 0 0 0 0,-13-13 0 0 0,6 9-51 0 0,-2 1 0 0 0,0 0 0 0 0,0 1 0 0 0,-1 1 0 0 0,-1 1 0 0 0,0 0 0 0 0,-30-10 0 0 0,24 11-551 0 0,0 1 0 0 0,-1 2 0 0 0,-41-7 0 0 0,48 12-6974 0 0</inkml:trace>
</inkml:ink>
</file>

<file path=ppt/ink/ink2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49.6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0 6913 0 0,'-3'6'5728'0'0,"-2"12"-3934"0"0,4 0-941 0 0,1-1-1 0 0,0 0 1 0 0,1 1 0 0 0,6 26-1 0 0,21 70 280 0 0,-17-76-839 0 0,-2-4-419 0 0,25 59 1 0 0,-7-43-5903 0 0,-16-33 74 0 0</inkml:trace>
</inkml:ink>
</file>

<file path=ppt/ink/ink2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49.8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33 270 6449 0 0,'-7'-7'1'0'0,"4"4"150"0"0,0 0-1 0 0,0 0 1 0 0,0 0 0 0 0,1 0-1 0 0,-1 0 1 0 0,1 0 0 0 0,-3-6-1 0 0,5 8-55 0 0,-1-1 0 0 0,1 1-1 0 0,0-1 1 0 0,-1 0 0 0 0,1 1-1 0 0,0-1 1 0 0,0 0 0 0 0,0 1-1 0 0,0-1 1 0 0,1 0 0 0 0,-1 1-1 0 0,0-1 1 0 0,1 1 0 0 0,-1-1-1 0 0,1 0 1 0 0,-1 1 0 0 0,1-1-1 0 0,0 1 1 0 0,0 0 0 0 0,0-1-1 0 0,0 1 1 0 0,1-2 0 0 0,6-7 277 0 0,0 1 1 0 0,0 0-1 0 0,1 0 1 0 0,0 1-1 0 0,1 0 1 0 0,11-7-1 0 0,69-38 1504 0 0,-42 26-946 0 0,23-13-1604 0 0,-55 33-215 0 0</inkml:trace>
</inkml:ink>
</file>

<file path=ppt/ink/ink2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0.0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10594 0 0,'2'-3'944'0'0,"0"0"-751"0"0,1 2-193 0 0,0 0 0 0 0,1-1 0 0 0,0-2 0 0 0,6-2 0 0 0,4-3 0 0 0,6-2 376 0 0,3-2 40 0 0,1 2 0 0 0,1 1 8 0 0,-3 2-944 0 0,2 1-192 0 0,1 0-41 0 0,-2-2-7 0 0</inkml:trace>
</inkml:ink>
</file>

<file path=ppt/ink/ink2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0.1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6913 0 0,'0'0'529'0'0,"16"21"1242"0"0,22 64 3685 0 0,16 30-1749 0 0,-29-80-5786 0 0</inkml:trace>
</inkml:ink>
</file>

<file path=ppt/ink/ink2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0.4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7 12443 0 0,'-2'-2'1483'0'0,"2"2"-1416"0"0,-1-1 1 0 0,1 1-1 0 0,0 0 0 0 0,0 0 1 0 0,0 0-1 0 0,0 0 1 0 0,0-1-1 0 0,0 1 1 0 0,1-3 1145 0 0,0 3-1145 0 0,10 2-176 0 0,-9-2-87 0 0,0 1 0 0 0,0 0-1 0 0,0 0 1 0 0,0 0 0 0 0,0 0 0 0 0,0 1-1 0 0,0-1 1 0 0,0 0 0 0 0,0 1 0 0 0,-1-1-1 0 0,1 1 1 0 0,-1 0 0 0 0,1-1 0 0 0,1 5-1 0 0,4 11-188 0 0,-2 1 282 0 0</inkml:trace>
</inkml:ink>
</file>

<file path=ppt/ink/ink2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0.80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23 7370 0 0,'0'-1'42'0'0,"-1"0"0"0"0,2 1 0 0 0,-1-1 1 0 0,0 0-1 0 0,0 0 0 0 0,0 0 1 0 0,0 0-1 0 0,1 0 0 0 0,-1 0 1 0 0,0 0-1 0 0,1 1 0 0 0,-1-1 0 0 0,0 0 1 0 0,1 0-1 0 0,-1 0 0 0 0,1 1 1 0 0,0-1-1 0 0,-1 0 0 0 0,1 1 1 0 0,-1-1-1 0 0,1 0 0 0 0,0 1 0 0 0,0-1 1 0 0,-1 1-1 0 0,1-1 0 0 0,0 1 1 0 0,0-1-1 0 0,0 1 0 0 0,-1 0 1 0 0,1-1-1 0 0,0 1 0 0 0,0 0 0 0 0,0 0 1 0 0,0 0-1 0 0,0 0 0 0 0,0 0 1 0 0,0 0-1 0 0,0 0 0 0 0,0 0 1 0 0,-1 0-1 0 0,1 0 0 0 0,0 0 0 0 0,0 0 1 0 0,0 1-1 0 0,0-1 0 0 0,1 1 1 0 0,1-1 222 0 0,0 1 1 0 0,0 0-1 0 0,-1 0 1 0 0,1 0 0 0 0,0 1-1 0 0,0-1 1 0 0,0 1-1 0 0,-1-1 1 0 0,1 1 0 0 0,-1 0-1 0 0,0 0 1 0 0,1 0 0 0 0,1 3-1 0 0,0 3-137 0 0,-1-1 0 0 0,0 1 0 0 0,0 0 0 0 0,-1 0-1 0 0,0 0 1 0 0,0 0 0 0 0,-1 0 0 0 0,0 0 0 0 0,0 15 0 0 0,-1-16-54 0 0,0-1 1 0 0,0 1 0 0 0,1 0 0 0 0,-1-1-1 0 0,2 1 1 0 0,-1-1 0 0 0,1 1-1 0 0,0-1 1 0 0,0 1 0 0 0,1-1-1 0 0,-1 0 1 0 0,1 0 0 0 0,1 0 0 0 0,5 7-1 0 0,-8-12-79 0 0,-1 0 0 0 0,1 0-1 0 0,0-1 1 0 0,0 1 0 0 0,-1-1-1 0 0,1 1 1 0 0,0-1 0 0 0,0 1-1 0 0,0-1 1 0 0,0 1 0 0 0,-1-1-1 0 0,1 0 1 0 0,0 0 0 0 0,0 1-1 0 0,0-1 1 0 0,0 0 0 0 0,0 0-1 0 0,0 0 1 0 0,0 0 0 0 0,0 0-1 0 0,0 0 1 0 0,0 0 0 0 0,0 0-1 0 0,0 0 1 0 0,0-1 0 0 0,0 1-1 0 0,-1 0 1 0 0,1-1 0 0 0,0 1-1 0 0,0 0 1 0 0,0-1 0 0 0,0 1-1 0 0,0-1 1 0 0,-1 1 0 0 0,1-1-1 0 0,0 0 1 0 0,-1 1 0 0 0,1-1-1 0 0,0 0 1 0 0,-1 0-1 0 0,1 1 1 0 0,-1-1 0 0 0,1 0-1 0 0,-1 0 1 0 0,1 0 0 0 0,-1 0-1 0 0,0 1 1 0 0,1-3 0 0 0,4-6-71 0 0,-1 0 1 0 0,-1 0-1 0 0,5-15 1 0 0,-7 21 70 0 0,11-49 206 0 0,-10 38-73 0 0,1 0 0 0 0,1 0 0 0 0,0 0 0 0 0,13-26-1 0 0,-17 40-111 0 0,0-1-1 0 0,0 1 1 0 0,0-1 0 0 0,1 0-1 0 0,-1 1 1 0 0,0-1-1 0 0,0 1 1 0 0,1-1-1 0 0,-1 1 1 0 0,1-1 0 0 0,-1 1-1 0 0,0-1 1 0 0,1 1-1 0 0,-1-1 1 0 0,1 1-1 0 0,-1 0 1 0 0,1-1-1 0 0,-1 1 1 0 0,1 0 0 0 0,-1-1-1 0 0,1 1 1 0 0,0 0-1 0 0,-1 0 1 0 0,1 0-1 0 0,-1-1 1 0 0,1 1 0 0 0,0 0-1 0 0,-1 0 1 0 0,1 0-1 0 0,0 0 1 0 0,-1 0-1 0 0,1 0 1 0 0,-1 0-1 0 0,2 0 1 0 0,-1 1-6 0 0,0 0 1 0 0,1 0-1 0 0,-1 0 1 0 0,0 0-1 0 0,0 1 1 0 0,0-1-1 0 0,1 0 1 0 0,-2 0-1 0 0,1 1 1 0 0,0-1-1 0 0,0 1 0 0 0,1 2 1 0 0,15 44-274 0 0,-10-24-292 0 0,0 1-156 0 0</inkml:trace>
</inkml:ink>
</file>

<file path=ppt/ink/ink2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1.2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224 343 2561 0 0,'1'-1'21'0'0,"-1"1"1"0"0,0 0 0 0 0,0-1 0 0 0,0 1 0 0 0,0 0-1 0 0,0-1 1 0 0,0 1 0 0 0,0-1 0 0 0,0 1 0 0 0,0 0 0 0 0,0-1-1 0 0,0 1 1 0 0,0-1 0 0 0,0 1 0 0 0,0 0 0 0 0,-1-1 0 0 0,1 1-1 0 0,0 0 1 0 0,0-1 0 0 0,0 1 0 0 0,0 0 0 0 0,-1-1-1 0 0,1 1 1 0 0,0 0 0 0 0,0-1 0 0 0,-1 1 0 0 0,1 0 0 0 0,0 0-1 0 0,-1-1 1 0 0,1 1 0 0 0,0 0 0 0 0,-1 0 0 0 0,1 0 0 0 0,0-1-1 0 0,-1 1 1 0 0,0 0 0 0 0,-21-3 1818 0 0,-21 6 1446 0 0,34-1-2839 0 0,0 0 0 0 0,-1 0 0 0 0,1 1 0 0 0,0 1 0 0 0,0 0 0 0 0,1 0 1 0 0,-1 1-1 0 0,1-1 0 0 0,0 2 0 0 0,-14 11 0 0 0,19-14-403 0 0,-1 0 1 0 0,1 0-1 0 0,-1 1 0 0 0,1-1 0 0 0,0 1 1 0 0,0 0-1 0 0,1 0 0 0 0,-1 0 1 0 0,1 0-1 0 0,0 1 0 0 0,0-1 1 0 0,0 0-1 0 0,1 1 0 0 0,-1-1 0 0 0,1 1 1 0 0,0 0-1 0 0,1-1 0 0 0,-1 1 1 0 0,1 0-1 0 0,0 0 0 0 0,0-1 0 0 0,0 1 1 0 0,2 8-1 0 0,-2-11-52 0 0,1-1-1 0 0,-1 0 0 0 0,0 1 1 0 0,1-1-1 0 0,-1 1 1 0 0,1-1-1 0 0,0 0 1 0 0,-1 1-1 0 0,1-1 1 0 0,0 0-1 0 0,0 0 1 0 0,0 0-1 0 0,0 0 1 0 0,0 0-1 0 0,0 0 1 0 0,0 0-1 0 0,0 0 0 0 0,0 0 1 0 0,0 0-1 0 0,1 0 1 0 0,-1-1-1 0 0,0 1 1 0 0,3 0-1 0 0,-1 0-40 0 0,-1-1 1 0 0,1 0-1 0 0,-1 0 0 0 0,0 0 0 0 0,1 0 1 0 0,-1 0-1 0 0,1-1 0 0 0,-1 1 0 0 0,0-1 1 0 0,1 0-1 0 0,-1 0 0 0 0,5-2 0 0 0,2-2-327 0 0,1-1 0 0 0,-1 0 0 0 0,1 0 0 0 0,14-16 0 0 0,-13 12 101 0 0,0-2 0 0 0,-1 0 0 0 0,-1 0 0 0 0,0 0 0 0 0,0-1 0 0 0,-1-1 0 0 0,-1 0 0 0 0,0 0 0 0 0,-1 0 0 0 0,-1 0 0 0 0,0-1 0 0 0,-1 0 0 0 0,3-22 0 0 0,-5 23 506 0 0,-1 1 0 0 0,-1-1 0 0 0,0 0 0 0 0,-1 1-1 0 0,-1-1 1 0 0,-4-20 0 0 0,2 20 503 0 0,0 1-1 0 0,0 0 1 0 0,-2 1-1 0 0,0-1 1 0 0,0 1-1 0 0,-16-22 0 0 0,19 30-295 0 0,1 1-1 0 0,-2-1 0 0 0,1 1 0 0 0,0 0 0 0 0,-1 0 0 0 0,1 0 0 0 0,-1 1 0 0 0,-5-4 0 0 0,8 6-341 0 0,1 0-1 0 0,-1-1 0 0 0,1 1 1 0 0,-1 0-1 0 0,0 0 0 0 0,1-1 1 0 0,-1 1-1 0 0,0 0 0 0 0,1 0 1 0 0,-1 0-1 0 0,0 0 0 0 0,1 0 1 0 0,-1 0-1 0 0,0 0 0 0 0,1 0 1 0 0,-1 0-1 0 0,1 0 0 0 0,-1 0 1 0 0,0 1-1 0 0,1-1 0 0 0,-1 0 1 0 0,0 0-1 0 0,0 1 0 0 0,0 0-42 0 0,0 0-1 0 0,1 0 1 0 0,-1 0-1 0 0,1 0 0 0 0,-1 1 1 0 0,1-1-1 0 0,-1 0 1 0 0,1 0-1 0 0,-1 0 0 0 0,1 0 1 0 0,0 1-1 0 0,0-1 1 0 0,0 0-1 0 0,0 0 0 0 0,0 0 1 0 0,0 1-1 0 0,0-1 1 0 0,0 2-1 0 0,5 43 195 0 0,1 0-1 0 0,2 0 1 0 0,23 68 0 0 0,60 129-68 0 0,-71-199-377 0 0,0 1-79 0 0</inkml:trace>
</inkml:ink>
</file>

<file path=ppt/ink/ink2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2.0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170 14 4145 0 0,'0'0'106'0'0,"0"-1"0"0"0,0 0 0 0 0,0 1 1 0 0,0-1-1 0 0,0 1 0 0 0,0-1 0 0 0,0 1 0 0 0,0-1 0 0 0,0 1 1 0 0,0-1-1 0 0,0 1 0 0 0,-1-1 0 0 0,1 1 0 0 0,0-1 0 0 0,0 1 1 0 0,-1-1-1 0 0,1 1 0 0 0,0-1 0 0 0,-1 1 0 0 0,1-1 0 0 0,0 1 0 0 0,-1 0 1 0 0,1-1-1 0 0,-1 1 0 0 0,1 0 0 0 0,0-1 0 0 0,-1 1 0 0 0,1 0 1 0 0,-2-1-1 0 0,-16 3 2556 0 0,-16 17 331 0 0,26-11-2708 0 0,0 0-1 0 0,1 0 1 0 0,0 1-1 0 0,0 0 1 0 0,1 0-1 0 0,0 1 1 0 0,1 0-1 0 0,-8 17 1 0 0,3 0-86 0 0,0 1-1 0 0,-6 32 1 0 0,14-52-98 0 0,1 1-1 0 0,-1-1 1 0 0,2 1-1 0 0,-1-1 1 0 0,1 1-1 0 0,0-1 1 0 0,1 1-1 0 0,0-1 1 0 0,3 14-1 0 0,-3-19-58 0 0,0 0 0 0 0,0-1 0 0 0,0 1-1 0 0,0 0 1 0 0,1-1 0 0 0,-1 0-1 0 0,1 1 1 0 0,0-1 0 0 0,0 0-1 0 0,0 1 1 0 0,0-1 0 0 0,0 0-1 0 0,0-1 1 0 0,1 1 0 0 0,-1 0-1 0 0,0-1 1 0 0,1 1 0 0 0,-1-1-1 0 0,1 1 1 0 0,0-1 0 0 0,0 0-1 0 0,-1 0 1 0 0,1-1 0 0 0,0 1 0 0 0,0-1-1 0 0,0 1 1 0 0,0-1 0 0 0,0 0-1 0 0,0 0 1 0 0,-1 0 0 0 0,4-1-1 0 0,2 1 6 0 0,0-1-1 0 0,-1-1 0 0 0,1 1 0 0 0,-1-1 1 0 0,0-1-1 0 0,1 1 0 0 0,-1-1 0 0 0,0 0 0 0 0,0-1 1 0 0,-1 0-1 0 0,1 0 0 0 0,-1 0 0 0 0,0-1 1 0 0,0 0-1 0 0,0 0 0 0 0,-1 0 0 0 0,0-1 1 0 0,0 0-1 0 0,0 0 0 0 0,-1 0 0 0 0,1-1 1 0 0,4-10-1 0 0,-3 4 37 0 0,-1 1 1 0 0,0-1 0 0 0,0 0-1 0 0,-1 0 1 0 0,-1-1 0 0 0,-1 1-1 0 0,0-1 1 0 0,0 1 0 0 0,-1-1-1 0 0,-1 0 1 0 0,-3-25-1 0 0,3 38-99 0 0,0 0 1 0 0,0 0-1 0 0,0 0 0 0 0,0 0 0 0 0,0 0 0 0 0,0 1 0 0 0,-1-1 0 0 0,1 0 0 0 0,0 0 0 0 0,0 0 0 0 0,-1 0 0 0 0,1 1 0 0 0,-1-1 1 0 0,1 0-1 0 0,-1 0 0 0 0,1 1 0 0 0,-1-1 0 0 0,1 0 0 0 0,-1 1 0 0 0,0-2 0 0 0,0 2-14 0 0,1 0 0 0 0,-1 0 1 0 0,1 0-1 0 0,-1 1 0 0 0,1-1 0 0 0,-1 0 0 0 0,1 0 0 0 0,-1 0 0 0 0,1 0 1 0 0,-1 0-1 0 0,1 1 0 0 0,-1-1 0 0 0,1 0 0 0 0,-1 0 0 0 0,1 1 1 0 0,0-1-1 0 0,-1 0 0 0 0,1 1 0 0 0,0-1 0 0 0,-1 0 0 0 0,1 1 0 0 0,0-1 1 0 0,-1 1-1 0 0,1 0 0 0 0,-2 2-102 0 0,0 0-1 0 0,0 0 1 0 0,0 0 0 0 0,1 1-1 0 0,-1-1 1 0 0,1 1 0 0 0,0-1 0 0 0,-1 6-1 0 0,2-7 111 0 0,0-1 1 0 0,-1 0-1 0 0,1 1 0 0 0,0-1 0 0 0,1 1 1 0 0,-1-1-1 0 0,0 0 0 0 0,0 1 0 0 0,1-1 1 0 0,-1 1-1 0 0,0-1 0 0 0,1 0 0 0 0,-1 1 1 0 0,1-1-1 0 0,0 0 0 0 0,0 0 0 0 0,-1 0 1 0 0,1 1-1 0 0,0-1 0 0 0,0 0 0 0 0,0 0 0 0 0,0 0 1 0 0,2 1-1 0 0,-1-1 7 0 0,0 0-1 0 0,1 0 1 0 0,-1 0-1 0 0,1 0 1 0 0,-1 0 0 0 0,1 0-1 0 0,-1-1 1 0 0,1 0-1 0 0,-1 1 1 0 0,1-1 0 0 0,5 0-1 0 0,1-1 62 0 0,1 0-1 0 0,0-1 1 0 0,0 0 0 0 0,-1-1-1 0 0,16-6 1 0 0,-7 1 147 0 0,0-1 1 0 0,0-1 0 0 0,-2 0-1 0 0,1-1 1 0 0,18-18-1 0 0,10-14-2221 0 0</inkml:trace>
</inkml:ink>
</file>

<file path=ppt/ink/ink2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2.5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0 272 7834 0 0,'1'0'54'0'0,"-1"0"0"0"0,0 0 0 0 0,1 0 0 0 0,-1 0 0 0 0,0 0 0 0 0,0 1 0 0 0,1-1 1 0 0,-1 0-1 0 0,0 0 0 0 0,0 0 0 0 0,1 0 0 0 0,-1 1 0 0 0,0-1 0 0 0,0 0 0 0 0,0 0 0 0 0,1 1 1 0 0,-1-1-1 0 0,0 0 0 0 0,0 0 0 0 0,0 1 0 0 0,0-1 0 0 0,0 0 0 0 0,0 0 0 0 0,1 1 1 0 0,-1-1-1 0 0,0 0 0 0 0,0 1 0 0 0,0-1 0 0 0,0 0 0 0 0,0 0 0 0 0,0 1 0 0 0,0-1 0 0 0,0 0 1 0 0,0 1-1 0 0,0-1 0 0 0,-1 0 0 0 0,1 1 0 0 0,0-1 0 0 0,0 0 0 0 0,0 0 0 0 0,0 1 0 0 0,0-1 1 0 0,0 0-1 0 0,-1 0 0 0 0,1 1 0 0 0,0-1 0 0 0,0 0 0 0 0,0 0 0 0 0,0 0 0 0 0,-1 1 0 0 0,1-1 1 0 0,0 0-1 0 0,0 0 0 0 0,-1 0 0 0 0,1 0 0 0 0,0 1 0 0 0,0-1 0 0 0,-1 0 0 0 0,1 0 0 0 0,-1 0 1 0 0,27 6 3126 0 0,-17-8-2628 0 0,0 0 0 0 0,1 0 0 0 0,-1-1 0 0 0,0 0 0 0 0,0-1 0 0 0,-1 0 0 0 0,14-8 0 0 0,-11 5-388 0 0,0-1 1 0 0,-1 0-1 0 0,0-1 1 0 0,0 0-1 0 0,11-15 1 0 0,-14 17-186 0 0,-1-1 1 0 0,0-1 0 0 0,-1 1-1 0 0,1-1 1 0 0,-2 0 0 0 0,1 0-1 0 0,-1 0 1 0 0,-1-1 0 0 0,0 1-1 0 0,0-1 1 0 0,0 0 0 0 0,-2 0-1 0 0,1 0 1 0 0,-1 0 0 0 0,-1 0-1 0 0,0-17 1 0 0,0 26 15 0 0,0 0 0 0 0,0 1-1 0 0,0-1 1 0 0,0 0 0 0 0,0 1 0 0 0,0-1-1 0 0,0 0 1 0 0,0 0 0 0 0,0 1 0 0 0,-1-1-1 0 0,1 0 1 0 0,0 1 0 0 0,0-1 0 0 0,-1 0-1 0 0,1 1 1 0 0,0-1 0 0 0,-1 0 0 0 0,1 1 0 0 0,-1-1-1 0 0,1 1 1 0 0,0-1 0 0 0,-1 1 0 0 0,1-1-1 0 0,-1 1 1 0 0,0-1 0 0 0,1 1 0 0 0,-1-1-1 0 0,1 1 1 0 0,-1 0 0 0 0,0-1 0 0 0,1 1-1 0 0,-1 0 1 0 0,0 0 0 0 0,1 0 0 0 0,-1-1-1 0 0,0 1 1 0 0,0 0 0 0 0,1 0 0 0 0,-1 0-1 0 0,0 0 1 0 0,1 0 0 0 0,-1 0 0 0 0,0 0-1 0 0,0 0 1 0 0,1 0 0 0 0,-1 1 0 0 0,0-1-1 0 0,1 0 1 0 0,-1 0 0 0 0,0 1 0 0 0,1-1-1 0 0,-1 0 1 0 0,0 1 0 0 0,1-1 0 0 0,-1 1-1 0 0,1-1 1 0 0,-1 1 0 0 0,1-1 0 0 0,-2 2 0 0 0,-1 0-23 0 0,0 1 0 0 0,0-1 1 0 0,1 1-1 0 0,-1 0 1 0 0,1 0-1 0 0,-1 0 1 0 0,1 1-1 0 0,0-1 1 0 0,-3 7-1 0 0,4-7 19 0 0,0 1 0 0 0,0-1 0 0 0,0 0 0 0 0,1 0 0 0 0,0 1 0 0 0,-1-1 0 0 0,1 0 0 0 0,1 1 1 0 0,-1-1-1 0 0,0 0 0 0 0,1 1 0 0 0,-1-1 0 0 0,1 0 0 0 0,0 0 0 0 0,0 0 0 0 0,0 0 0 0 0,1 0 0 0 0,2 5 0 0 0,-1-4 10 0 0,0-1-1 0 0,0 1 1 0 0,0-1-1 0 0,1 1 1 0 0,0-1-1 0 0,-1 0 0 0 0,1 0 1 0 0,1 0-1 0 0,-1-1 1 0 0,0 0-1 0 0,6 3 1 0 0,5 0-90 0 0,0 0-1 0 0,0-1 1 0 0,1 0-1 0 0,-1-1 1 0 0,1-1-1 0 0,27 0 1 0 0,-28-2-718 0 0,0-1 1 0 0,-1-1-1 0 0,1 0 1 0 0,27-7-1 0 0,-27 3-4416 0 0</inkml:trace>
</inkml:ink>
</file>

<file path=ppt/ink/ink2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2.6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 5209 0 0,'18'-8'10844'0'0,"-7"31"-9333"0"0,30 55-598 0 0,-35-70-1209 0 0,-1 1-1 0 0,2-1 1 0 0,-1 0 0 0 0,1 0 0 0 0,0-1 0 0 0,13 11-1 0 0,-13-15 298 0 0,-1-5-1 0 0</inkml:trace>
</inkml:ink>
</file>

<file path=ppt/ink/ink2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2.8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34 76 13827 0 0,'-9'-19'608'0'0,"5"9"128"0"0,0 0-584 0 0,0 3-152 0 0,2 3 0 0 0,1 3 0 0 0,0-2-216 0 0,-1-1-72 0 0,-1-2-8 0 0,1 0-8 0 0,0 2-32 0 0,2 3-8 0 0,4 4 0 0 0,2 4 0 0 0,2 2 256 0 0,1 4 88 0 0,2 0 0 0 0</inkml:trace>
</inkml:ink>
</file>

<file path=ppt/ink/ink2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3.6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217 378 456 0 0,'-2'-2'264'0'0,"-1"1"0"0"0,1 0 0 0 0,-1-1 0 0 0,1 1 0 0 0,-1 0 0 0 0,0 1 1 0 0,1-1-1 0 0,-1 0 0 0 0,0 1 0 0 0,0-1 0 0 0,0 1 0 0 0,1 0 0 0 0,-1 0 0 0 0,0 0 0 0 0,0 0 0 0 0,0 1 0 0 0,-4 0 0 0 0,-1 1 283 0 0,0-1-1 0 0,0 1 1 0 0,0 1-1 0 0,-14 6 1 0 0,12-3-302 0 0,-1 0-1 0 0,2 1 1 0 0,-1 1 0 0 0,1-1 0 0 0,0 2 0 0 0,1-1 0 0 0,-10 12-1 0 0,15-15-215 0 0,0-1-1 0 0,0 1 0 0 0,0 0 1 0 0,0 0-1 0 0,1 0 0 0 0,0 0 1 0 0,0 0-1 0 0,-1 6 1 0 0,2-8-33 0 0,1-1 1 0 0,0 1-1 0 0,-1 0 1 0 0,1-1-1 0 0,0 1 1 0 0,1-1 0 0 0,-1 1-1 0 0,0-1 1 0 0,1 1-1 0 0,-1-1 1 0 0,1 1 0 0 0,0-1-1 0 0,0 1 1 0 0,0-1-1 0 0,0 0 1 0 0,0 1 0 0 0,3 3-1 0 0,-2-4-34 0 0,0 0 1 0 0,0 0-1 0 0,0 0 0 0 0,0 0 0 0 0,0-1 0 0 0,1 1 1 0 0,-1 0-1 0 0,1-1 0 0 0,-1 0 0 0 0,1 0 0 0 0,-1 0 1 0 0,1 0-1 0 0,-1 0 0 0 0,1 0 0 0 0,0-1 0 0 0,0 1 1 0 0,-1-1-1 0 0,1 1 0 0 0,0-1 0 0 0,0 0 0 0 0,0-1 1 0 0,-1 1-1 0 0,1 0 0 0 0,0-1 0 0 0,0 1 1 0 0,-1-1-1 0 0,1 0 0 0 0,0 0 0 0 0,-1 0 0 0 0,3-2 1 0 0,11-4 230 0 0,-1-1 0 0 0,0 0 0 0 0,24-19 1 0 0,-25 16 354 0 0,-12 10-476 0 0,9-7 319 0 0,1 0 1 0 0,0 1-1 0 0,0 0 0 0 0,27-10 1 0 0,-37 16-351 0 0,0 0 1 0 0,0 1-1 0 0,0-1 1 0 0,0 1-1 0 0,1-1 0 0 0,-1 1 1 0 0,0 0-1 0 0,0 0 1 0 0,0 0-1 0 0,0 0 1 0 0,1 0-1 0 0,-1 0 0 0 0,0 0 1 0 0,0 1-1 0 0,0-1 1 0 0,0 1-1 0 0,0 0 0 0 0,0 0 1 0 0,0 0-1 0 0,0 0 1 0 0,0 0-1 0 0,0 0 0 0 0,0 0 1 0 0,0 0-1 0 0,-1 1 1 0 0,1-1-1 0 0,0 1 1 0 0,-1-1-1 0 0,0 1 0 0 0,1 0 1 0 0,-1 0-1 0 0,0-1 1 0 0,0 1-1 0 0,0 0 0 0 0,0 0 1 0 0,0 0-1 0 0,0 0 1 0 0,0 0-1 0 0,-1 0 1 0 0,1 1-1 0 0,0 1 0 0 0,2 14 156 0 0,-1-1 0 0 0,-1 0 0 0 0,0 1 0 0 0,-1-1 0 0 0,-1 1 0 0 0,-1-1-1 0 0,0 1 1 0 0,-1-1 0 0 0,-1 0 0 0 0,-1 0 0 0 0,0 0 0 0 0,-9 18 0 0 0,13-32-193 0 0,-1 0 1 0 0,1-1-1 0 0,0 1 1 0 0,-1-1-1 0 0,1 0 1 0 0,-1 1-1 0 0,0-1 1 0 0,0 0-1 0 0,0 0 1 0 0,0 0-1 0 0,0-1 1 0 0,0 1-1 0 0,-1 0 1 0 0,1-1-1 0 0,-6 3 1 0 0,8-4-3 0 0,-1 1 0 0 0,0-1 0 0 0,1 0 0 0 0,-1 0 0 0 0,0 0 0 0 0,0 0 1 0 0,0 0-1 0 0,1 0 0 0 0,-1 0 0 0 0,0 0 0 0 0,0-1 0 0 0,1 1 1 0 0,-1 0-1 0 0,0 0 0 0 0,1 0 0 0 0,-1-1 0 0 0,0 1 0 0 0,1 0 0 0 0,-1-1 1 0 0,0 1-1 0 0,1-1 0 0 0,-2 0 0 0 0,1-1 0 0 0,-1 0 0 0 0,1 1 0 0 0,0-1 0 0 0,0 0-1 0 0,0 0 1 0 0,0 0 0 0 0,0 0 0 0 0,0 0 0 0 0,1 0 0 0 0,-1 0 0 0 0,0-4 0 0 0,0-3-68 0 0,0 1 0 0 0,1-1 1 0 0,0 1-1 0 0,0-1 1 0 0,1 1-1 0 0,0 0 0 0 0,4-15 1 0 0,22-61-1289 0 0,-17 57 868 0 0,57-174-2043 0 0,34-93 2482 0 0,-97 283 413 0 0,-3 6-47 0 0,1 0 0 0 0,0 0 0 0 0,0 0 0 0 0,0 0 0 0 0,0 1 0 0 0,1-1 0 0 0,0 1 0 0 0,5-8 1 0 0,-5 22 2972 0 0,-4 17-2529 0 0,-3 9-499 0 0,1 0 0 0 0,2 0 0 0 0,2-1 0 0 0,8 59 0 0 0,-6-72-296 0 0,2-1 0 0 0,0 0 0 0 0,1-1 0 0 0,2 1 0 0 0,0-1 0 0 0,1 0 0 0 0,0-1 0 0 0,25 35 0 0 0,-33-52 4 0 0,0-1-1 0 0,0 1 0 0 0,0-1 0 0 0,1 1 0 0 0,-1-1 1 0 0,0 0-1 0 0,1 1 0 0 0,-1-1 0 0 0,1 0 1 0 0,-1 0-1 0 0,1 0 0 0 0,-1 0 0 0 0,1 0 1 0 0,0-1-1 0 0,-1 1 0 0 0,1 0 0 0 0,3 0 1 0 0,-4-1 33 0 0,0 0 1 0 0,0 0-1 0 0,1-1 0 0 0,-1 1 1 0 0,0 0-1 0 0,0-1 1 0 0,0 1-1 0 0,0 0 1 0 0,1-1-1 0 0,-1 0 1 0 0,0 1-1 0 0,0-1 1 0 0,0 0-1 0 0,0 1 1 0 0,0-1-1 0 0,0 0 1 0 0,-1 0-1 0 0,1 0 0 0 0,0 0 1 0 0,0-1-1 0 0,5-6 136 0 0,-1-2-1 0 0,0 1 1 0 0,0 0-1 0 0,-1-1 1 0 0,3-11-1 0 0,1 0-29 0 0,-3 11-83 0 0,-1 0 1 0 0,2 0-1 0 0,-1 1 0 0 0,1 0 1 0 0,9-10-1 0 0,-12 16-29 0 0,0-1 1 0 0,0 1-1 0 0,1 0 1 0 0,-1 1-1 0 0,0-1 1 0 0,1 1-1 0 0,0-1 1 0 0,0 1-1 0 0,0 0 1 0 0,0 0-1 0 0,0 1 1 0 0,0-1-1 0 0,0 1 1 0 0,0 0-1 0 0,8-1 0 0 0,-10 2 2 0 0,-1 0 0 0 0,1 0 0 0 0,0 1-1 0 0,-1-1 1 0 0,1 0 0 0 0,0 1 0 0 0,-1-1-1 0 0,1 1 1 0 0,-1 0 0 0 0,1-1 0 0 0,-1 1-1 0 0,0 0 1 0 0,1 0 0 0 0,-1 0-1 0 0,0 0 1 0 0,1 0 0 0 0,-1 1 0 0 0,0-1-1 0 0,0 0 1 0 0,0 0 0 0 0,0 1 0 0 0,0-1-1 0 0,1 3 1 0 0,18 42 359 0 0,-13-27-36 0 0,-2-9-564 0 0,0 0 1 0 0,1-1 0 0 0,0 1-1 0 0,0-2 1 0 0,1 1-1 0 0,1-1 1 0 0,-1 0-1 0 0,1 0 1 0 0,1-1-1 0 0,11 8 1 0 0,0-1-6598 0 0</inkml:trace>
</inkml:ink>
</file>

<file path=ppt/ink/ink2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3.8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 6913 0 0,'5'-11'3335'0'0,"0"25"1677"0"0,-2-4-4965 0 0,94 265 4969 0 0,-56-168-5017 0 0,-16-40-1832 0 0,-13-34-4829 0 0</inkml:trace>
</inkml:ink>
</file>

<file path=ppt/ink/ink2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4.0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94 6449 0 0,'0'-1'28'0'0,"-1"1"0"0"0,1-1-1 0 0,0 1 1 0 0,0 0 0 0 0,0-1-1 0 0,0 1 1 0 0,0-1-1 0 0,0 1 1 0 0,-1-1 0 0 0,1 1-1 0 0,0-1 1 0 0,1 1 0 0 0,-1-1-1 0 0,0 1 1 0 0,0-1-1 0 0,0 1 1 0 0,0-1 0 0 0,0 1-1 0 0,0-1 1 0 0,1 1 0 0 0,-1-1-1 0 0,0 1 1 0 0,0-1-1 0 0,1 1 1 0 0,-1 0 0 0 0,0-1-1 0 0,0 1 1 0 0,1 0 0 0 0,0-1-1 0 0,18-14 308 0 0,23-5 70 0 0,-5 9-663 0 0,1 2 1 0 0,59-7 0 0 0,-74 13 350 0 0,11-3-6 0 0</inkml:trace>
</inkml:ink>
</file>

<file path=ppt/ink/ink2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4.3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202 1 3225 0 0,'0'6'3924'0'0,"0"-6"-3805"0"0,0 0-60 0 0,-1 0 1 0 0,-16 14 2560 0 0,-24 15 360 0 0,30-22-2381 0 0,-13 8 843 0 0,-30 26 1 0 0,49-36-1323 0 0,0-1 0 0 0,0 1-1 0 0,0 0 1 0 0,1 0 0 0 0,0 0 0 0 0,0 1-1 0 0,0 0 1 0 0,1-1 0 0 0,-1 1-1 0 0,2 1 1 0 0,-5 10 0 0 0,7-15-110 0 0,-1 1 1 0 0,1 0-1 0 0,0 0 1 0 0,0 0 0 0 0,0-1-1 0 0,0 1 1 0 0,1 0-1 0 0,-1 0 1 0 0,1-1-1 0 0,0 1 1 0 0,0 0-1 0 0,0-1 1 0 0,0 1 0 0 0,0-1-1 0 0,0 1 1 0 0,1-1-1 0 0,-1 0 1 0 0,1 1-1 0 0,0-1 1 0 0,0 0-1 0 0,3 3 1 0 0,5 5 167 0 0,2 0 1 0 0,0-1-1 0 0,13 8 0 0 0,9 8 917 0 0,-9 2-461 0 0,-24-25-645 0 0,0-1 1 0 0,0 0-1 0 0,-1 1 1 0 0,1-1-1 0 0,0 0 1 0 0,-1 1-1 0 0,1-1 0 0 0,-1 1 1 0 0,0-1-1 0 0,1 1 1 0 0,-1-1-1 0 0,0 1 1 0 0,0 0-1 0 0,0-1 1 0 0,0 1-1 0 0,0-1 0 0 0,0 1 1 0 0,0-1-1 0 0,-1 1 1 0 0,1-1-1 0 0,-2 4 1 0 0,-5 7-384 0 0</inkml:trace>
</inkml:ink>
</file>

<file path=ppt/ink/ink2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5.2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176 38 5529 0 0,'0'-2'441'0'0,"-1"-1"-1"0"0,1 1 1 0 0,-1 0-1 0 0,0 0 1 0 0,0 0 0 0 0,0 0-1 0 0,0 0 1 0 0,0 0-1 0 0,-1 0 1 0 0,1 0-1 0 0,-1 0 1 0 0,-2-3 0 0 0,3 5-351 0 0,1-1 1 0 0,-1 0 0 0 0,1 1 0 0 0,-1-1 0 0 0,1 1 0 0 0,-1-1 0 0 0,0 1 0 0 0,1-1 0 0 0,-1 1-1 0 0,0-1 1 0 0,0 1 0 0 0,1 0 0 0 0,-1-1 0 0 0,0 1 0 0 0,0 0 0 0 0,0 0 0 0 0,1-1 0 0 0,-1 1-1 0 0,0 0 1 0 0,0 0 0 0 0,0 0 0 0 0,0 0 0 0 0,0 0 0 0 0,1 0 0 0 0,-1 0 0 0 0,0 0 0 0 0,0 1-1 0 0,0-1 1 0 0,1 0 0 0 0,-1 0 0 0 0,0 1 0 0 0,0-1 0 0 0,0 0 0 0 0,1 1 0 0 0,-1-1 0 0 0,0 1-1 0 0,1-1 1 0 0,-1 1 0 0 0,0 0 0 0 0,1-1 0 0 0,-1 2 0 0 0,-18 24 12 0 0,2 1 1 0 0,-23 51 0 0 0,14-29 204 0 0,22-40-214 0 0,-1 0 0 0 0,1 0-1 0 0,1 1 1 0 0,-1-1 0 0 0,-1 15 0 0 0,4-23-102 0 0,1 1 1 0 0,0-1-1 0 0,0 1 0 0 0,0-1 0 0 0,0 1 0 0 0,0 0 0 0 0,0-1 1 0 0,0 1-1 0 0,1-1 0 0 0,-1 1 0 0 0,0-1 0 0 0,1 1 1 0 0,-1-1-1 0 0,1 1 0 0 0,0-1 0 0 0,-1 0 0 0 0,3 3 0 0 0,-2-3-49 0 0,0 0 0 0 0,1 0 0 0 0,-1 0 0 0 0,0-1-1 0 0,1 1 1 0 0,-1 0 0 0 0,1-1 0 0 0,0 1 0 0 0,-1-1-1 0 0,1 1 1 0 0,-1-1 0 0 0,1 0 0 0 0,0 1-1 0 0,-1-1 1 0 0,1 0 0 0 0,0 0 0 0 0,-1 0 0 0 0,1-1-1 0 0,-1 1 1 0 0,4-1 0 0 0,3 0-85 0 0,0-1-1 0 0,-1-1 1 0 0,1 1 0 0 0,0-1 0 0 0,-1-1 0 0 0,0 1-1 0 0,1-1 1 0 0,-2 0 0 0 0,1-1 0 0 0,0 0 0 0 0,-1 0-1 0 0,0 0 1 0 0,8-10 0 0 0,5-6-513 0 0,-1-2-1 0 0,20-34 0 0 0,-32 48 638 0 0,-6 8 32 0 0,1 0 0 0 0,0 0 0 0 0,-1-1-1 0 0,1 1 1 0 0,0 0 0 0 0,0 0 0 0 0,0 0-1 0 0,0 0 1 0 0,0 0 0 0 0,0 0 0 0 0,0 0-1 0 0,0 0 1 0 0,0 1 0 0 0,1-1-1 0 0,-1 0 1 0 0,0 1 0 0 0,1-1 0 0 0,-1 1-1 0 0,0-1 1 0 0,1 1 0 0 0,1-1 0 0 0,-2 1 23 0 0,0 1 1 0 0,0-1-1 0 0,1 0 1 0 0,-1 1-1 0 0,0-1 1 0 0,0 1-1 0 0,1-1 1 0 0,-1 1-1 0 0,0 0 1 0 0,0 0-1 0 0,0-1 1 0 0,0 1-1 0 0,0 0 1 0 0,0 0-1 0 0,0 0 1 0 0,0 0-1 0 0,0 0 1 0 0,0 1-1 0 0,5 8 262 0 0,0 0-1 0 0,-1 0 0 0 0,0 0 0 0 0,4 14 0 0 0,-5-13-131 0 0,-1-4-22 0 0,0 1 0 0 0,1-1 0 0 0,0 0 1 0 0,1 0-1 0 0,-1 0 0 0 0,1-1 0 0 0,1 0 0 0 0,-1 1 1 0 0,1-2-1 0 0,0 1 0 0 0,0-1 0 0 0,1 0 0 0 0,11 7 1 0 0,-14-10-145 0 0,1 0 0 0 0,-1 0 0 0 0,1 0 0 0 0,-1-1 1 0 0,1 1-1 0 0,0-1 0 0 0,0 0 0 0 0,-1-1 0 0 0,1 1 1 0 0,0-1-1 0 0,0 0 0 0 0,0 0 0 0 0,0 0 1 0 0,0-1-1 0 0,-1 0 0 0 0,1 0 0 0 0,0 0 0 0 0,0 0 1 0 0,-1-1-1 0 0,1 0 0 0 0,-1 0 0 0 0,0 0 1 0 0,1 0-1 0 0,4-5 0 0 0,-4 3 0 0 0,-1-1-1 0 0,0 1 0 0 0,0-1 1 0 0,0 0-1 0 0,-1 0 1 0 0,0-1-1 0 0,0 1 1 0 0,0-1-1 0 0,-1 1 1 0 0,0-1-1 0 0,0 0 1 0 0,0 0-1 0 0,0 0 1 0 0,0-7-1 0 0,0 4 39 0 0,0 0-1 0 0,1 1 0 0 0,0-1 0 0 0,0 1 0 0 0,9-16 0 0 0,-10 22-36 0 0,-1-1 1 0 0,1 1-1 0 0,-1 0 0 0 0,1 0 1 0 0,0-1-1 0 0,0 1 0 0 0,0 0 0 0 0,0 1 1 0 0,0-1-1 0 0,0 0 0 0 0,1 1 1 0 0,-1-1-1 0 0,0 1 0 0 0,1 0 0 0 0,0-1 1 0 0,-1 1-1 0 0,1 1 0 0 0,0-1 1 0 0,-1 0-1 0 0,5 0 0 0 0,-4 1 18 0 0,1 1 0 0 0,-1 0-1 0 0,0 0 1 0 0,1 0 0 0 0,-1 0-1 0 0,0 0 1 0 0,0 1 0 0 0,0 0-1 0 0,0-1 1 0 0,0 1 0 0 0,0 0-1 0 0,-1 0 1 0 0,1 1 0 0 0,-1-1-1 0 0,1 0 1 0 0,2 5 0 0 0,4 3 74 0 0,0 0 0 0 0,1 0 0 0 0,0-1 0 0 0,1-1 0 0 0,13 9 0 0 0,-20-15-71 0 0,-1 0-1 0 0,1 0 1 0 0,0-1 0 0 0,1 1-1 0 0,-1-1 1 0 0,0 0-1 0 0,0 0 1 0 0,0-1 0 0 0,1 1-1 0 0,-1-1 1 0 0,0 0-1 0 0,1 0 1 0 0,-1 0 0 0 0,0-1-1 0 0,1 0 1 0 0,-1 1-1 0 0,0-2 1 0 0,0 1 0 0 0,0 0-1 0 0,6-4 1 0 0,4-2-6 0 0,-1-1 0 0 0,-1 0 1 0 0,1-1-1 0 0,-2-1 0 0 0,1 0 0 0 0,11-13 1 0 0,-10 9 3 0 0,1 1 1 0 0,1 1 0 0 0,19-14 0 0 0,-28 22-23 0 0,1 1 1 0 0,-1-1-1 0 0,0 1 0 0 0,1 0 1 0 0,0 1-1 0 0,0 0 0 0 0,-1 0 1 0 0,12-1-1 0 0,-16 2 4 0 0,1 1-1 0 0,-1 0 0 0 0,0 1 1 0 0,1-1-1 0 0,-1 0 1 0 0,1 1-1 0 0,-1-1 0 0 0,0 1 1 0 0,1 0-1 0 0,-1 0 1 0 0,0 0-1 0 0,1 0 0 0 0,-1 0 1 0 0,0 0-1 0 0,0 1 1 0 0,0-1-1 0 0,0 0 0 0 0,0 1 1 0 0,-1 0-1 0 0,1 0 1 0 0,0-1-1 0 0,-1 1 0 0 0,1 0 1 0 0,-1 0-1 0 0,0 0 1 0 0,0 1-1 0 0,1-1 0 0 0,-1 2 1 0 0,25 62-1324 0 0,-16-50-4512 0 0</inkml:trace>
</inkml:ink>
</file>

<file path=ppt/ink/ink2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5.6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153 434 2761 0 0,'0'-2'166'0'0,"1"0"-1"0"0,-1 1 1 0 0,0-1 0 0 0,0 0 0 0 0,0 0 0 0 0,0 0 0 0 0,0 0 0 0 0,0 1 0 0 0,0-1 0 0 0,0 0 0 0 0,-1 0 0 0 0,1 0 0 0 0,-1 1 0 0 0,1-1 0 0 0,-1 0-1 0 0,0 1 1 0 0,0-1 0 0 0,0 0 0 0 0,0 1 0 0 0,0-1 0 0 0,0 1 0 0 0,0 0 0 0 0,0-1 0 0 0,0 1 0 0 0,-1 0 0 0 0,-1-2 0 0 0,1 2 11 0 0,0 1-1 0 0,1 0 1 0 0,-1-1 0 0 0,0 1 0 0 0,1 0 0 0 0,-1 0 0 0 0,0 0-1 0 0,0 0 1 0 0,1 0 0 0 0,-1 0 0 0 0,0 1 0 0 0,1-1 0 0 0,-1 0 0 0 0,0 1-1 0 0,1-1 1 0 0,-1 1 0 0 0,1 0 0 0 0,-1 0 0 0 0,1-1 0 0 0,-1 1 0 0 0,1 0-1 0 0,0 0 1 0 0,-1 0 0 0 0,1 1 0 0 0,0-1 0 0 0,0 0 0 0 0,0 0-1 0 0,-2 3 1 0 0,-7 7 233 0 0,0 0-1 0 0,1 1 1 0 0,0 1-1 0 0,1 0 1 0 0,1 0 0 0 0,0 0-1 0 0,0 1 1 0 0,1 0-1 0 0,1 0 1 0 0,1 1-1 0 0,-4 15 1 0 0,8-28-398 0 0,0 0 1 0 0,-1 0-1 0 0,1 0 1 0 0,0 0-1 0 0,0 0 1 0 0,1 1 0 0 0,-1-1-1 0 0,0 0 1 0 0,1 0-1 0 0,-1 0 1 0 0,1 0-1 0 0,0 0 1 0 0,0-1-1 0 0,-1 1 1 0 0,3 3-1 0 0,-2-4-24 0 0,0 0-1 0 0,0 0 0 0 0,0-1 1 0 0,0 1-1 0 0,0 0 0 0 0,0 0 1 0 0,0 0-1 0 0,0-1 0 0 0,0 1 1 0 0,0-1-1 0 0,1 1 0 0 0,-1-1 0 0 0,0 1 1 0 0,0-1-1 0 0,1 0 0 0 0,-1 0 1 0 0,0 1-1 0 0,3-1 0 0 0,-1-1-54 0 0,1 1 1 0 0,-1 0-1 0 0,1-1 0 0 0,-1 0 0 0 0,0 0 0 0 0,1 0 0 0 0,-1 0 0 0 0,0-1 0 0 0,0 1 0 0 0,0-1 0 0 0,0 0 1 0 0,0 0-1 0 0,0 0 0 0 0,0 0 0 0 0,0 0 0 0 0,3-5 0 0 0,3-5-268 0 0,0 0-1 0 0,0-1 0 0 0,-1-1 1 0 0,-1 1-1 0 0,0-1 1 0 0,-1-1-1 0 0,-1 1 1 0 0,0-1-1 0 0,-1 0 0 0 0,3-19 1 0 0,-1-3-567 0 0,-2-1 0 0 0,-2 1 0 0 0,-3-41 0 0 0,1 54 908 0 0,-7-77 361 0 0,6 90 188 0 0,-1 0-1 0 0,0 0 1 0 0,-1 1-1 0 0,0-1 1 0 0,0 1-1 0 0,-10-19 0 0 0,12 28-384 0 0,1 0 0 0 0,-1 0 0 0 0,1 0 0 0 0,-1 0 0 0 0,1 0 0 0 0,-1 1 0 0 0,0-1 0 0 0,1 0-1 0 0,-1 0 1 0 0,0 0 0 0 0,0 1 0 0 0,0-1 0 0 0,1 0 0 0 0,-1 1 0 0 0,0-1 0 0 0,0 1 0 0 0,0-1-1 0 0,0 1 1 0 0,0 0 0 0 0,0-1 0 0 0,0 1 0 0 0,0 0 0 0 0,0-1 0 0 0,0 1 0 0 0,-2 0 0 0 0,2 1 7 0 0,-1-1 1 0 0,1 0 0 0 0,-1 1 0 0 0,1 0 0 0 0,0-1 0 0 0,-1 1-1 0 0,1 0 1 0 0,0 0 0 0 0,0 0 0 0 0,0 0 0 0 0,-1 0 0 0 0,1 0-1 0 0,0 0 1 0 0,0 0 0 0 0,-1 2 0 0 0,-2 4 158 0 0,-1 0 0 0 0,1 1 0 0 0,0-1 1 0 0,1 1-1 0 0,-3 9 0 0 0,1 3-233 0 0,1 1 0 0 0,1 0 0 0 0,1-1 1 0 0,1 1-1 0 0,1 0 0 0 0,0 0 0 0 0,7 41 0 0 0,3-13-92 0 0,1 1-1 0 0,20 53 0 0 0,13 8-705 0 0,-22-65-5021 0 0,-1-9-1500 0 0</inkml:trace>
</inkml:ink>
</file>

<file path=ppt/ink/ink2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6.3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76 58 5985 0 0,'-1'-5'361'0'0,"0"0"-1"0"0,0 1 0 0 0,-1-1 0 0 0,0 0 1 0 0,0 1-1 0 0,0 0 0 0 0,0-1 1 0 0,-1 1-1 0 0,-2-4 0 0 0,4 8-232 0 0,0-1 0 0 0,1 0-1 0 0,-1 0 1 0 0,1 1 0 0 0,-1-1 0 0 0,0 1-1 0 0,0-1 1 0 0,1 1 0 0 0,-1-1-1 0 0,0 1 1 0 0,0-1 0 0 0,0 1 0 0 0,1 0-1 0 0,-1-1 1 0 0,0 1 0 0 0,0 0 0 0 0,0 0-1 0 0,0-1 1 0 0,0 1 0 0 0,0 0-1 0 0,-1 0 1 0 0,1 1-12 0 0,0-1-1 0 0,-1 1 0 0 0,1 0 1 0 0,0-1-1 0 0,0 1 0 0 0,0 0 1 0 0,0 0-1 0 0,0 0 1 0 0,0 0-1 0 0,0-1 0 0 0,0 2 1 0 0,0-1-1 0 0,0 0 1 0 0,0 0-1 0 0,0 0 0 0 0,1 0 1 0 0,-1 0-1 0 0,0 1 0 0 0,0 0 1 0 0,-2 6 149 0 0,0 0 1 0 0,1 0-1 0 0,0 0 1 0 0,0 0-1 0 0,0 0 1 0 0,1 1-1 0 0,1-1 0 0 0,-1 0 1 0 0,1 1-1 0 0,1-1 1 0 0,-1 0-1 0 0,1 1 1 0 0,1-1-1 0 0,0 0 1 0 0,0 0-1 0 0,0 0 1 0 0,1 0-1 0 0,0-1 0 0 0,1 1 1 0 0,7 11-1 0 0,-2-3-45 0 0,1-1 0 0 0,1 0 0 0 0,0 0 1 0 0,1-2-1 0 0,1 1 0 0 0,0-1 0 0 0,1-1 0 0 0,20 14 0 0 0,-22-18-122 0 0,0-1 1 0 0,0-1 0 0 0,22 9-1 0 0,-31-14-110 0 0,0 1 1 0 0,0-1-1 0 0,1 0 0 0 0,-1 0 0 0 0,1-1 0 0 0,-1 1 1 0 0,0-1-1 0 0,1 1 0 0 0,-1-1 0 0 0,1 0 1 0 0,-1 0-1 0 0,1-1 0 0 0,-1 1 0 0 0,1-1 0 0 0,-1 0 1 0 0,0 0-1 0 0,1 0 0 0 0,-1 0 0 0 0,6-3 0 0 0,-6 0-334 0 0,0 1 1 0 0,-1-1-1 0 0,0 1 0 0 0,1-1 0 0 0,-1 0 0 0 0,0 0 0 0 0,-1 0 0 0 0,1 0 0 0 0,-1 0 0 0 0,0 0 0 0 0,0-1 0 0 0,1-7 0 0 0,-1 5-943 0 0,1 0 1 0 0,0 1 0 0 0,0-1-1 0 0,4-9 1 0 0,-2 10 1054 0 0,1-1 0 0 0,-1 1 1 0 0,1 0-1 0 0,1 0 0 0 0,-1 1 1 0 0,1-1-1 0 0,0 1 0 0 0,0 1 1 0 0,0-1-1 0 0,1 1 0 0 0,-1 0 1 0 0,1 0-1 0 0,0 1 0 0 0,8-3 1 0 0,0 1 214 0 0,0 1 1 0 0,0 0-1 0 0,1 2 0 0 0,-1-1 1 0 0,1 2-1 0 0,17 0 0 0 0,-31 1 267 0 0,0 0-1 0 0,0 0 1 0 0,0 1-1 0 0,0-1 1 0 0,0 1-1 0 0,0-1 0 0 0,0 1 1 0 0,0 0-1 0 0,0 0 1 0 0,-1 0-1 0 0,1 0 1 0 0,0 0-1 0 0,-1 0 0 0 0,1 0 1 0 0,-1 1-1 0 0,1-1 1 0 0,-1 0-1 0 0,1 1 1 0 0,-1-1-1 0 0,0 1 0 0 0,0 0 1 0 0,0-1-1 0 0,0 1 1 0 0,0 0-1 0 0,1 3 1 0 0,2 6 862 0 0,0 0 0 0 0,-1 1 0 0 0,3 17 0 0 0,2 5-3235 0 0,-7-28 791 0 0</inkml:trace>
</inkml:ink>
</file>

<file path=ppt/ink/ink2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6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11 8290 0 0,'-6'-9'4137'0'0,"5"7"-3801"0"0,-1 2-104 0 0,2 3 352 0 0,6 29-520 0 0,-5-19 0 0 0</inkml:trace>
</inkml:ink>
</file>

<file path=ppt/ink/ink2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6.9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291 32 3681 0 0,'0'-1'86'0'0,"0"0"0"0"0,-1-1 0 0 0,1 1-1 0 0,0 0 1 0 0,0-1 0 0 0,-1 1 0 0 0,1 0 0 0 0,0-1 0 0 0,-1 1 0 0 0,0 0 0 0 0,1 0 0 0 0,-1 0 0 0 0,0-1-1 0 0,1 1 1 0 0,-1 0 0 0 0,0 0 0 0 0,0 0 0 0 0,0 0 0 0 0,0 0 0 0 0,0 0 0 0 0,0 1 0 0 0,0-1 0 0 0,0 0 0 0 0,-1 0-1 0 0,1 1 1 0 0,0-1 0 0 0,0 1 0 0 0,-2-1 0 0 0,-1 0 332 0 0,0 1 1 0 0,0 0-1 0 0,0 0 0 0 0,0 0 1 0 0,1 1-1 0 0,-1-1 0 0 0,0 1 1 0 0,0 0-1 0 0,-4 1 1 0 0,-5 3 242 0 0,0 0 1 0 0,1 0-1 0 0,-1 1 1 0 0,1 1-1 0 0,1 0 1 0 0,-18 13 0 0 0,15-9-573 0 0,1 1 0 0 0,0 0 0 0 0,1 1 0 0 0,0 0 0 0 0,1 1 0 0 0,0 1 0 0 0,2-1 1 0 0,-10 19-1 0 0,18-31-129 0 0,-1 0 0 0 0,2 0-1 0 0,-1 1 1 0 0,0-1 0 0 0,0 0 0 0 0,1 0 0 0 0,-1 1 0 0 0,1-1 0 0 0,-1 0 0 0 0,1 1 0 0 0,0-1 0 0 0,0 0 0 0 0,0 1 0 0 0,1-1-1 0 0,-1 0 1 0 0,0 1 0 0 0,1-1 0 0 0,0 0 0 0 0,-1 0 0 0 0,1 1 0 0 0,2 2 0 0 0,-2-3-13 0 0,1-1 1 0 0,-1 1-1 0 0,1-1 1 0 0,-1 0 0 0 0,1 1-1 0 0,-1-1 1 0 0,1 0-1 0 0,0 0 1 0 0,0 0-1 0 0,0 0 1 0 0,-1 0-1 0 0,1-1 1 0 0,0 1-1 0 0,0-1 1 0 0,0 1-1 0 0,0-1 1 0 0,0 0 0 0 0,0 1-1 0 0,0-1 1 0 0,0 0-1 0 0,0 0 1 0 0,1-1-1 0 0,-1 1 1 0 0,0 0-1 0 0,3-2 1 0 0,4 0 8 0 0,1-1 0 0 0,-1 0 0 0 0,0 0 0 0 0,-1-1 0 0 0,1 0-1 0 0,-1-1 1 0 0,0 0 0 0 0,0 0 0 0 0,0-1 0 0 0,9-8 0 0 0,5-8 365 0 0,35-44 0 0 0,-28 31 407 0 0,-28 33-659 0 0,1 0-1 0 0,-1 0 1 0 0,0 1-1 0 0,1-1 1 0 0,0 1-1 0 0,-1-1 1 0 0,1 1-1 0 0,0-1 1 0 0,0 1-1 0 0,0 0 1 0 0,0 0 0 0 0,0 0-1 0 0,0 0 1 0 0,0 0-1 0 0,0 1 1 0 0,4-2-1 0 0,-5 3-48 0 0,0-1-1 0 0,1 0 1 0 0,-1 1 0 0 0,0-1-1 0 0,1 1 1 0 0,-1 0 0 0 0,0-1-1 0 0,0 1 1 0 0,0 0 0 0 0,0 0-1 0 0,0 0 1 0 0,0 0 0 0 0,0 0-1 0 0,0 0 1 0 0,0 0 0 0 0,0 0-1 0 0,0 0 1 0 0,0 0 0 0 0,-1 0-1 0 0,1 0 1 0 0,0 1 0 0 0,-1-1-1 0 0,1 0 1 0 0,-1 1-1 0 0,0-1 1 0 0,1 0 0 0 0,-1 3-1 0 0,20 81-1875 0 0,-13-62-3317 0 0</inkml:trace>
</inkml:ink>
</file>

<file path=ppt/ink/ink2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7.2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242 13 3225 0 0,'-1'-1'303'0'0,"1"0"0"0"0,-1 0 0 0 0,0 0 0 0 0,0 1 0 0 0,0-1 1 0 0,0 0-1 0 0,0 0 0 0 0,0 0 0 0 0,0 1 0 0 0,0-1 0 0 0,-1 1 0 0 0,1-1 0 0 0,0 1 1 0 0,0-1-1 0 0,0 1 0 0 0,-1 0 0 0 0,1-1 0 0 0,0 1 0 0 0,0 0 0 0 0,-1 0 1 0 0,0 0-1 0 0,-3 0 261 0 0,1 1 0 0 0,-1-1 0 0 0,1 1 0 0 0,-1 0 0 0 0,1 0 0 0 0,-5 3 0 0 0,-6 2 474 0 0,0 1 1 0 0,-19 13-1 0 0,24-14-939 0 0,0 1 0 0 0,1 0 0 0 0,0 1-1 0 0,0 0 1 0 0,1 0 0 0 0,0 1 0 0 0,0 0 0 0 0,1 1 0 0 0,0-1 0 0 0,1 1 0 0 0,-8 16 0 0 0,12-21-70 0 0,0-1 0 0 0,1 1 0 0 0,-1 0 0 0 0,1 0 1 0 0,0-1-1 0 0,0 1 0 0 0,0 0 0 0 0,1 0 0 0 0,0 0 1 0 0,0 0-1 0 0,0 0 0 0 0,1 0 0 0 0,-1 0 1 0 0,1 0-1 0 0,0 0 0 0 0,1-1 0 0 0,-1 1 0 0 0,1 0 1 0 0,0-1-1 0 0,0 1 0 0 0,0-1 0 0 0,1 0 1 0 0,-1 0-1 0 0,1 0 0 0 0,0 0 0 0 0,0 0 0 0 0,1 0 1 0 0,-1-1-1 0 0,7 5 0 0 0,5 3 35 0 0,0-1-1 0 0,0-1 0 0 0,1 0 1 0 0,25 9-1 0 0,23 13 134 0 0,-62-30-196 0 0,-1 0 0 0 0,1 0 0 0 0,-1 0 1 0 0,1 0-1 0 0,-1 0 0 0 0,0 0 1 0 0,1 0-1 0 0,-1 1 0 0 0,0-1 0 0 0,0 0 1 0 0,2 4-1 0 0,-3-5 11 0 0,0 1 0 0 0,1 0 1 0 0,-1-1-1 0 0,0 1 0 0 0,0 0 1 0 0,0-1-1 0 0,0 1 0 0 0,0 0 0 0 0,0-1 1 0 0,0 1-1 0 0,0 0 0 0 0,0 0 0 0 0,0-1 1 0 0,0 1-1 0 0,0 0 0 0 0,0-1 0 0 0,-1 1 1 0 0,1 0-1 0 0,0-1 0 0 0,-1 2 0 0 0,-1 1-140 0 0,0-1-1 0 0,-1 1 0 0 0,1-1 0 0 0,0 0 0 0 0,-1 0 0 0 0,0 0 1 0 0,1 0-1 0 0,-1 0 0 0 0,0-1 0 0 0,-6 3 0 0 0,-14 6-6465 0 0</inkml:trace>
</inkml:ink>
</file>

<file path=ppt/ink/ink2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7.7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106 39 9218 0 0,'-3'-5'475'0'0,"0"1"1"0"0,0 0-1 0 0,0 0 0 0 0,0 0 1 0 0,-1 1-1 0 0,1-1 1 0 0,-7-3-1 0 0,9 6-332 0 0,0 1 0 0 0,0-1 0 0 0,0 1 0 0 0,0 0 0 0 0,0-1 0 0 0,0 1 0 0 0,0 0 0 0 0,0 0 0 0 0,0 0 0 0 0,0-1 0 0 0,0 1 0 0 0,0 0 0 0 0,0 0 0 0 0,0 1 0 0 0,0-1 0 0 0,0 0 0 0 0,0 0 0 0 0,-1 0 0 0 0,1 1 0 0 0,0-1 0 0 0,0 1 0 0 0,0-1 0 0 0,1 1 0 0 0,-1-1 0 0 0,0 1 0 0 0,0-1 0 0 0,0 1 0 0 0,0 0 0 0 0,0 0 0 0 0,1-1 0 0 0,-1 1 0 0 0,0 0 0 0 0,1 0 0 0 0,-1 0 0 0 0,0 0 0 0 0,1 0 0 0 0,-1 0 0 0 0,1 0 0 0 0,0 0 0 0 0,-1 0 0 0 0,1 1 0 0 0,-7 11 138 0 0,2 0 1 0 0,-1 1-1 0 0,2 0 0 0 0,0 0 1 0 0,1 1-1 0 0,0-1 1 0 0,-1 23-1 0 0,2 4-119 0 0,5 58 0 0 0,1-68-151 0 0,1 0-1 0 0,1 0 1 0 0,1 0 0 0 0,2-1 0 0 0,1-1-1 0 0,2 1 1 0 0,0-2 0 0 0,2 1 0 0 0,1-2-1 0 0,25 34 1 0 0,-22-36-1319 0 0,1-1 0 0 0,2-1 1 0 0,30 26-1 0 0</inkml:trace>
</inkml:ink>
</file>

<file path=ppt/ink/ink2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8.2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3 334 6913 0 0,'0'-1'31'0'0,"-1"0"1"0"0,1-1-1 0 0,-1 1 0 0 0,1-1 0 0 0,0 1 0 0 0,-1-1 0 0 0,1 1 0 0 0,0 0 0 0 0,0-1 0 0 0,0 1 0 0 0,0-1 0 0 0,0 1 0 0 0,1-1 0 0 0,-1 1 0 0 0,0-1 0 0 0,1 1 0 0 0,-1-1 0 0 0,1 1 0 0 0,-1 0 0 0 0,1-1 0 0 0,0 1 0 0 0,-1 0 0 0 0,1 0 0 0 0,0-1 0 0 0,0 1 0 0 0,0 0 0 0 0,0 0 0 0 0,0 0 0 0 0,0 0 0 0 0,0 0 0 0 0,1 0 0 0 0,-1 1 0 0 0,0-1 0 0 0,0 0 0 0 0,2 0 0 0 0,9-6 171 0 0,0 0 0 0 0,0 1 0 0 0,14-4 0 0 0,-9 3 221 0 0,248-104 2266 0 0,-86 42-4556 0 0,-137 53 725 0 0,-18 6 348 0 0,3-1 289 0 0,-1 2 0 0 0,1 0 0 0 0,42-7 0 0 0,-69 16 509 0 0,0 0 1 0 0,0 0-1 0 0,0 0 1 0 0,0 0-1 0 0,0 0 1 0 0,0 0-1 0 0,1 0 1 0 0,-1 0-1 0 0,0 0 1 0 0,0 0 0 0 0,0 0-1 0 0,0 0 1 0 0,0 0-1 0 0,0 0 1 0 0,0 0-1 0 0,0 0 1 0 0,0 0-1 0 0,1 0 1 0 0,-1 0-1 0 0,0 0 1 0 0,0 0-1 0 0,0 0 1 0 0,0 0-1 0 0,0 0 1 0 0,0 0 0 0 0,0 0-1 0 0,0 0 1 0 0,0 0-1 0 0,1 0 1 0 0,-1 0-1 0 0,0 1 1 0 0,0-1-1 0 0,0 0 1 0 0,0 0-1 0 0,0 0 1 0 0,0 0-1 0 0,0 0 1 0 0,0 0-1 0 0,0 0 1 0 0,0 0 0 0 0,0 0-1 0 0,0 0 1 0 0,0 1-1 0 0,0-1 1 0 0,0 0-1 0 0,0 0 1 0 0,0 0-1 0 0,0 0 1 0 0,0 0-1 0 0,0 0 1 0 0,0 0-1 0 0,0 0 1 0 0,0 0-1 0 0,0 1 1 0 0,0-1 0 0 0,0 0-1 0 0,0 0 1 0 0,0 0-1 0 0,0 0 1 0 0,0 0-1 0 0,0 0 1 0 0,0 0-1 0 0,0 0 1 0 0,0 1-1 0 0,-7 8 239 0 0,-11 7 785 0 0,-7-1 371 0 0,18-11-358 0 0,-1 1-1 0 0,1-1 1 0 0,0 2-1 0 0,0-1 0 0 0,-10 10 1 0 0,15-13-799 0 0,1 0 1 0 0,0 0-1 0 0,-1 0 1 0 0,1 1-1 0 0,0-1 1 0 0,0 0-1 0 0,0 0 0 0 0,0 1 1 0 0,0-1-1 0 0,1 1 1 0 0,-1-1-1 0 0,1 1 1 0 0,-1-1-1 0 0,1 1 1 0 0,0-1-1 0 0,0 1 1 0 0,0-1-1 0 0,0 1 1 0 0,1-1-1 0 0,-1 1 0 0 0,1-1 1 0 0,-1 0-1 0 0,1 1 1 0 0,1 2-1 0 0,8 17 185 0 0,1 0-1 0 0,0 0 0 0 0,22 29 1 0 0,-28-44-411 0 0,1 2-15 0 0,-1 0 5 0 0,1-1 0 0 0,0 0-1 0 0,0 0 1 0 0,1 0 0 0 0,11 10 0 0 0,-17-17-6 0 0,0 0 1 0 0,1 0 0 0 0,-1-1-1 0 0,0 1 1 0 0,1 0 0 0 0,-1 0-1 0 0,1-1 1 0 0,-1 1-1 0 0,1-1 1 0 0,-1 1 0 0 0,1-1-1 0 0,-1 1 1 0 0,1-1 0 0 0,-1 0-1 0 0,1 0 1 0 0,0 0 0 0 0,-1 0-1 0 0,1 0 1 0 0,-1 0 0 0 0,1 0-1 0 0,0-1 1 0 0,-1 1-1 0 0,1-1 1 0 0,-1 1 0 0 0,1-1-1 0 0,-1 1 1 0 0,1-1 0 0 0,-1 0-1 0 0,0 0 1 0 0,1 0 0 0 0,-1 0-1 0 0,0 0 1 0 0,0 0 0 0 0,1 0-1 0 0,-1 0 1 0 0,0 0-1 0 0,0 0 1 0 0,0-1 0 0 0,-1 1-1 0 0,1 0 1 0 0,0-1 0 0 0,0 1-1 0 0,0-2 1 0 0,4-8-1 0 0,0-1 0 0 0,0 1 0 0 0,-1-1 0 0 0,-1 0 0 0 0,0 0 0 0 0,0 0 0 0 0,-1 0 0 0 0,-1-1 0 0 0,0 1 0 0 0,-1-1 0 0 0,0 1 0 0 0,-1 0 0 0 0,0-1 0 0 0,-4-11 0 0 0,4 19 3 0 0,-1 0 1 0 0,1 0-1 0 0,-1 0 1 0 0,0 1-1 0 0,-1-1 0 0 0,1 1 1 0 0,-1-1-1 0 0,0 1 1 0 0,0 0-1 0 0,-5-5 1 0 0,-15-6-6502 0 0</inkml:trace>
</inkml:ink>
</file>

<file path=ppt/ink/ink2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8.5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0 165 4609 0 0,'30'5'1481'0'0,"52"16"0"0"0,-71-17-952 0 0,1 0-1 0 0,-1 1 1 0 0,0 0-1 0 0,0 0 1 0 0,-1 2 0 0 0,0-1-1 0 0,13 11 1 0 0,-22-16-439 0 0,0-1 0 0 0,0 1 0 0 0,0 0 1 0 0,0 0-1 0 0,0-1 0 0 0,0 1 0 0 0,0 0 0 0 0,-1 0 0 0 0,1 0 1 0 0,0 0-1 0 0,-1 0 0 0 0,1 0 0 0 0,-1 0 0 0 0,1 0 1 0 0,-1 0-1 0 0,1 0 0 0 0,-1 0 0 0 0,0 0 0 0 0,1 1 0 0 0,-1-1 1 0 0,0 0-1 0 0,0 0 0 0 0,0 0 0 0 0,0 0 0 0 0,0 1 1 0 0,0-1-1 0 0,0 0 0 0 0,0 0 0 0 0,-1 0 0 0 0,1 0 0 0 0,0 0 1 0 0,-2 3-1 0 0,1-4 92 0 0,0 1 0 0 0,0-1 0 0 0,0 1 1 0 0,0-1-1 0 0,0 0 0 0 0,0 1 0 0 0,0-1 0 0 0,0 0 1 0 0,0 0-1 0 0,0 1 0 0 0,0-1 0 0 0,0 0 1 0 0,-1 0-1 0 0,1 0 0 0 0,0-1 0 0 0,0 1 0 0 0,0 0 1 0 0,0 0-1 0 0,0-1 0 0 0,0 1 0 0 0,0 0 1 0 0,0-1-1 0 0,0 1 0 0 0,0-1 0 0 0,0 1 0 0 0,0-1 1 0 0,0 0-1 0 0,0 1 0 0 0,0-1 0 0 0,0 0 0 0 0,1 0 1 0 0,-1 0-1 0 0,-1-1 0 0 0,-3-3-44 0 0,1 0 1 0 0,-1 0-1 0 0,1 0 0 0 0,1-1 0 0 0,-1 1 1 0 0,1-1-1 0 0,0 0 0 0 0,0 0 0 0 0,0 0 1 0 0,1 0-1 0 0,0-1 0 0 0,0 1 0 0 0,1-1 0 0 0,0 1 1 0 0,0-1-1 0 0,0 1 0 0 0,1-1 0 0 0,0-10 1 0 0,1 8-316 0 0,0 0 0 0 0,1 0 1 0 0,0 0-1 0 0,0 1 0 0 0,1-1 0 0 0,0 0 1 0 0,0 1-1 0 0,1 0 0 0 0,0-1 1 0 0,1 1-1 0 0,0 1 0 0 0,11-15 1 0 0,7-2-7482 0 0</inkml:trace>
</inkml:ink>
</file>

<file path=ppt/ink/ink2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8.9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13363 0 0,'11'34'1943'0'0,"-3"-13"-1648"0"0,11 54 2243 0 0,14 115 0 0 0,-1-1-4139 0 0,-23-153-5248 0 0</inkml:trace>
</inkml:ink>
</file>

<file path=ppt/ink/ink2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9.3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0 243 6913 0 0,'72'-33'905'0'0,"112"-71"-1"0"0,-4 1 1975 0 0,-180 103-2818 0 0,1-1 1 0 0,-1 1-1 0 0,1 0 0 0 0,-1-1 1 0 0,0 1-1 0 0,1 0 0 0 0,-1 0 1 0 0,1 0-1 0 0,-1 0 0 0 0,1-1 1 0 0,-1 1-1 0 0,1 0 0 0 0,-1 0 0 0 0,1 0 1 0 0,0 0-1 0 0,-1 0 0 0 0,1 0 1 0 0,-1 0-1 0 0,1 0 0 0 0,-1 0 1 0 0,1 1-1 0 0,-1-1 0 0 0,1 0 0 0 0,-1 0 1 0 0,1 0-1 0 0,-1 1 0 0 0,0-1 1 0 0,1 0-1 0 0,-1 0 0 0 0,1 1 1 0 0,-1-1-1 0 0,0 0 0 0 0,1 1 1 0 0,-1-1-1 0 0,1 0 0 0 0,-1 1 0 0 0,0-1 1 0 0,0 1-1 0 0,1-1 0 0 0,-1 1 1 0 0,0-1-1 0 0,0 1 0 0 0,1-1 1 0 0,-1 1-1 0 0,0-1 0 0 0,0 1 1 0 0,0-1-1 0 0,0 1 0 0 0,0-1 0 0 0,0 1 1 0 0,0-1-1 0 0,0 1 0 0 0,0-1 1 0 0,0 1-1 0 0,0-1 0 0 0,0 1 1 0 0,0-1-1 0 0,0 1 0 0 0,0-1 0 0 0,-1 1 1 0 0,-8 47 2334 0 0,5-29-1474 0 0,0 5-656 0 0,2-1 0 0 0,1 1 0 0 0,1-1 0 0 0,2 27 0 0 0,-1-41-199 0 0,1 1 0 0 0,-1-1 1 0 0,1 0-1 0 0,1 0 1 0 0,0 0-1 0 0,0 0 1 0 0,0 0-1 0 0,2 0 0 0 0,-1-1 1 0 0,1 0-1 0 0,0 0 1 0 0,0 0-1 0 0,8 7 0 0 0,-12-14-68 0 0,0 0-1 0 0,0-1 0 0 0,0 1 0 0 0,1-1 1 0 0,-1 1-1 0 0,0-1 0 0 0,0 1 0 0 0,1-1 1 0 0,-1 0-1 0 0,0 0 0 0 0,1 1 0 0 0,-1-1 1 0 0,0 0-1 0 0,1 0 0 0 0,-1-1 0 0 0,0 1 1 0 0,1 0-1 0 0,-1 0 0 0 0,0-1 0 0 0,1 1 1 0 0,-1 0-1 0 0,0-1 0 0 0,0 1 0 0 0,0-1 1 0 0,1 0-1 0 0,-1 1 0 0 0,0-1 0 0 0,0 0 1 0 0,0 0-1 0 0,0 0 0 0 0,0 0 0 0 0,0 0 1 0 0,1-2-1 0 0,34-37-66 0 0,-34 37 67 0 0,55-85-52 0 0,-45 66 43 0 0,0 1 1 0 0,2 1 0 0 0,1 0 0 0 0,0 1-1 0 0,19-18 1 0 0,-33 36 53 0 0,0-1 1 0 0,1 1-1 0 0,-1-1 0 0 0,1 1 0 0 0,0 0 1 0 0,-1-1-1 0 0,1 1 0 0 0,0 0 0 0 0,0 0 1 0 0,0 0-1 0 0,0 0 0 0 0,0 1 0 0 0,0-1 1 0 0,0 0-1 0 0,0 1 0 0 0,0 0 0 0 0,0-1 1 0 0,0 1-1 0 0,0 0 0 0 0,0 0 0 0 0,0 0 1 0 0,0 0-1 0 0,0 0 0 0 0,0 1 0 0 0,0-1 1 0 0,0 1-1 0 0,0-1 0 0 0,0 1 0 0 0,0 0 1 0 0,2 0-1 0 0,0 3 12 0 0,0-1-1 0 0,0 1 1 0 0,0 0 0 0 0,-1 0-1 0 0,1 0 1 0 0,-1 1 0 0 0,0-1-1 0 0,0 1 1 0 0,-1 0 0 0 0,4 8 0 0 0,16 31-587 0 0,-5-16-5473 0 0,-3-7-939 0 0</inkml:trace>
</inkml:ink>
</file>

<file path=ppt/ink/ink2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59.6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0 369 5409 0 0,'26'-47'3836'0'0,"36"-40"1161"0"0,-42 63-4646 0 0,-1-2-1 0 0,-1-1 1 0 0,-2 0 0 0 0,15-32-1 0 0,-30 57-312 0 0,0 0-1 0 0,0 0 0 0 0,0 0 0 0 0,0 0 0 0 0,-1-1 0 0 0,1 1 0 0 0,-1 0 0 0 0,0 0 0 0 0,1 0 0 0 0,-1 0 1 0 0,0-1-1 0 0,0 1 0 0 0,0 0 0 0 0,-1 0 0 0 0,1 0 0 0 0,0 0 0 0 0,-1-1 0 0 0,0 1 0 0 0,1 0 0 0 0,-1 0 1 0 0,0 0-1 0 0,0 0 0 0 0,0 0 0 0 0,0 0 0 0 0,0 1 0 0 0,-1-1 0 0 0,1 0 0 0 0,-3-2 0 0 0,2 3 41 0 0,-1-1-1 0 0,1 1 0 0 0,0 0 0 0 0,-1 0 0 0 0,1 0 0 0 0,-1 1 1 0 0,0-1-1 0 0,1 0 0 0 0,-1 1 0 0 0,1 0 0 0 0,-1-1 1 0 0,0 1-1 0 0,1 0 0 0 0,-1 1 0 0 0,0-1 0 0 0,1 0 1 0 0,-1 1-1 0 0,0-1 0 0 0,1 1 0 0 0,-1 0 0 0 0,1 0 1 0 0,-1 0-1 0 0,-2 2 0 0 0,-2 0 128 0 0,0 1-1 0 0,0 0 1 0 0,0 1-1 0 0,1-1 1 0 0,0 1 0 0 0,0 0-1 0 0,0 1 1 0 0,1-1 0 0 0,0 1-1 0 0,-9 13 1 0 0,13-17-185 0 0,-1 0 0 0 0,1 1 0 0 0,0-1 0 0 0,0 1 0 0 0,0-1 1 0 0,0 1-1 0 0,0 0 0 0 0,1-1 0 0 0,-1 1 0 0 0,1 0 0 0 0,0-1 0 0 0,0 1 0 0 0,0 0 1 0 0,0 0-1 0 0,0-1 0 0 0,1 1 0 0 0,-1 0 0 0 0,1-1 0 0 0,-1 1 0 0 0,1-1 1 0 0,0 1-1 0 0,0 0 0 0 0,0-1 0 0 0,1 0 0 0 0,-1 1 0 0 0,1-1 0 0 0,-1 0 0 0 0,1 0 1 0 0,0 0-1 0 0,-1 0 0 0 0,1 0 0 0 0,0 0 0 0 0,0 0 0 0 0,4 2 0 0 0,5 4-105 0 0,-1-1-1 0 0,1-1 0 0 0,1 0 1 0 0,-1 0-1 0 0,18 5 0 0 0,10 1-5416 0 0,-5-4-1319 0 0</inkml:trace>
</inkml:ink>
</file>

<file path=ppt/ink/ink2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00.2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29 6449 0 0,'1'-2'220'0'0,"0"0"0"0"0,0 1 0 0 0,0-1-1 0 0,0 0 1 0 0,0 1 0 0 0,0-1 0 0 0,1 0-1 0 0,-1 1 1 0 0,1 0 0 0 0,-1-1 0 0 0,1 1-1 0 0,-1 0 1 0 0,1 0 0 0 0,0 0 0 0 0,0 0-1 0 0,0 0 1 0 0,-1 0 0 0 0,1 0-1 0 0,0 1 1 0 0,0-1 0 0 0,0 1 0 0 0,0-1-1 0 0,0 1 1 0 0,0 0 0 0 0,0 0 0 0 0,0 0-1 0 0,0 0 1 0 0,0 0 0 0 0,3 1 0 0 0,-3-1 24 0 0,1 0 0 0 0,0 1 0 0 0,-1 0 0 0 0,1-1 0 0 0,-1 1 0 0 0,0 0 0 0 0,1 0 0 0 0,-1 1 1 0 0,1-1-1 0 0,-1 0 0 0 0,0 1 0 0 0,0-1 0 0 0,0 1 0 0 0,0 0 0 0 0,0 0 0 0 0,0 0 0 0 0,-1 0 0 0 0,1 0 1 0 0,0 0-1 0 0,-1 0 0 0 0,0 0 0 0 0,0 1 0 0 0,2 2 0 0 0,2 16-11 0 0,-1 0 0 0 0,-1 0 0 0 0,0 1 1 0 0,-2 0-1 0 0,-1-1 0 0 0,-3 35 0 0 0,2 50-705 0 0,1-105 460 0 0,0-1-1 0 0,0 1 0 0 0,0 0 1 0 0,0-1-1 0 0,0 1 1 0 0,0 0-1 0 0,0-1 0 0 0,0 1 1 0 0,0-1-1 0 0,1 1 1 0 0,-1 0-1 0 0,0-1 0 0 0,0 1 1 0 0,0-1-1 0 0,1 1 1 0 0,-1-1-1 0 0,0 1 0 0 0,1 0 1 0 0,-1-1-1 0 0,0 1 1 0 0,1-1-1 0 0,-1 0 0 0 0,1 1 1 0 0,-1-1-1 0 0,1 1 1 0 0,0 0-1 0 0,11-11-201 0 0,12-33-211 0 0,-19 34 180 0 0,15-26 169 0 0,2 0 1 0 0,2 2-1 0 0,1 0 1 0 0,1 2-1 0 0,36-34 1 0 0,-60 63 166 0 0,0 1 0 0 0,0-1 0 0 0,-1 1 1 0 0,1 0-1 0 0,0 0 0 0 0,0-1 0 0 0,0 1 1 0 0,0 0-1 0 0,1 1 0 0 0,-1-1 0 0 0,3 0 1 0 0,-4 0-25 0 0,0 1 0 0 0,0 0 0 0 0,0 0 0 0 0,0 0 0 0 0,0 0 1 0 0,0 1-1 0 0,0-1 0 0 0,0 0 0 0 0,0 0 0 0 0,0 1 0 0 0,-1-1 0 0 0,1 0 1 0 0,0 1-1 0 0,0-1 0 0 0,0 1 0 0 0,0-1 0 0 0,0 1 0 0 0,1 1 1 0 0,1 2 98 0 0,0 0 0 0 0,1 1 1 0 0,-2-1-1 0 0,1 1 0 0 0,0 0 1 0 0,-1 0-1 0 0,3 8 1 0 0,-3-7-242 0 0,4 9-359 0 0,1-1 1 0 0,0 0-1 0 0,1 0 0 0 0,0 0 1 0 0,15 16-1 0 0</inkml:trace>
</inkml:ink>
</file>

<file path=ppt/ink/ink2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00.6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70 351 1640 0 0,'0'-2'29'0'0,"0"0"-1"0"0,1 0 0 0 0,-1 0 0 0 0,1 0 1 0 0,-1 0-1 0 0,1 0 0 0 0,-1 1 1 0 0,1-1-1 0 0,0 0 0 0 0,2-2 0 0 0,26-30 4876 0 0,-1 0-497 0 0,-22 21-3988 0 0,-1 1 0 0 0,-1-1 0 0 0,0 0 1 0 0,-1-1-1 0 0,0 1 0 0 0,-1-1 0 0 0,0 1 0 0 0,-2-1 0 0 0,1 0 0 0 0,-2 1 0 0 0,1-1 0 0 0,-2 0 0 0 0,0 1 0 0 0,-7-25 0 0 0,8 36-418 0 0,1 0-1 0 0,0 0 1 0 0,-1 1 0 0 0,1-1 0 0 0,-1 0 0 0 0,0 1 0 0 0,1-1-1 0 0,-1 1 1 0 0,0-1 0 0 0,0 1 0 0 0,0-1 0 0 0,0 1 0 0 0,0 0-1 0 0,0-1 1 0 0,-1 1 0 0 0,1 0 0 0 0,0 0 0 0 0,-1 0-1 0 0,1 0 1 0 0,-1 0 0 0 0,1 0 0 0 0,-1 0 0 0 0,1 0 0 0 0,-1 1-1 0 0,-2-2 1 0 0,1 3 2 0 0,1-1 0 0 0,-1 0 0 0 0,0 0 0 0 0,1 1-1 0 0,-1 0 1 0 0,1-1 0 0 0,-1 1 0 0 0,1 0 0 0 0,0 0 0 0 0,-1 0 0 0 0,1 1-1 0 0,0-1 1 0 0,0 0 0 0 0,0 1 0 0 0,-3 2 0 0 0,-4 4 4 0 0,0 1 0 0 0,0 0 0 0 0,1 0 0 0 0,0 1 0 0 0,1 0 0 0 0,-7 11 0 0 0,12-16-21 0 0,0-1-1 0 0,0 0 1 0 0,0 1 0 0 0,0-1 0 0 0,1 1 0 0 0,0 0 0 0 0,0 0-1 0 0,0-1 1 0 0,0 1 0 0 0,1 0 0 0 0,0 0 0 0 0,0 0 0 0 0,0-1-1 0 0,1 1 1 0 0,-1 0 0 0 0,1 0 0 0 0,0 0 0 0 0,1-1-1 0 0,-1 1 1 0 0,1-1 0 0 0,0 1 0 0 0,0-1 0 0 0,0 0 0 0 0,1 1-1 0 0,-1-1 1 0 0,1 0 0 0 0,0-1 0 0 0,0 1 0 0 0,6 5 0 0 0,1 0-180 0 0,0-1 1 0 0,1 0 0 0 0,0 0-1 0 0,0-1 1 0 0,0-1 0 0 0,1 0 0 0 0,0 0-1 0 0,0-1 1 0 0,24 6 0 0 0,-6-4-670 0 0</inkml:trace>
</inkml:ink>
</file>

<file path=ppt/ink/ink2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01.3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76 920 0 0,'35'-35'21909'0'0,"-32"32"-21940"0"0,10-13-627 0 0,-13 16 642 0 0,0-1-1 0 0,1 1 1 0 0,-1-1-1 0 0,0 1 0 0 0,0-1 1 0 0,0 0-1 0 0,0 1 1 0 0,0-1-1 0 0,0 0 1 0 0,0 1-1 0 0,0-1 1 0 0,0 1-1 0 0,0-1 0 0 0,0 0 1 0 0,0 1-1 0 0,0-1 1 0 0,0 0-1 0 0,-1 1 1 0 0,1-1-1 0 0,0 1 0 0 0,0-1 1 0 0,-1 1-1 0 0,1-1 1 0 0,0 1-1 0 0,-1-1 1 0 0,1 1-1 0 0,-1-1 0 0 0,1 1 1 0 0,-1-1-1 0 0,-4-4 91 0 0</inkml:trace>
</inkml:ink>
</file>

<file path=ppt/ink/ink2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01.6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14 3945 0 0,'5'-14'14484'0'0,"-7"18"-13713"0"0,-3 11-372 0 0,1 0 1 0 0,0 1-1 0 0,1 0 0 0 0,1-1 1 0 0,1 1-1 0 0,0 0 0 0 0,2 18 1 0 0,-3 23-19 0 0,-4 195 277 0 0,8-219-739 0 0,2-1 0 0 0,1 1 0 0 0,1-1 0 0 0,2 0 0 0 0,19 51 0 0 0,-14-50-3303 0 0,-9-24 207 0 0</inkml:trace>
</inkml:ink>
</file>

<file path=ppt/ink/ink2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01.8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1 246 5065 0 0,'0'-6'200'0'0,"0"1"1"0"0,0 0-1 0 0,0 0 0 0 0,0 0 0 0 0,1 0 1 0 0,0-1-1 0 0,0 1 0 0 0,1 0 0 0 0,-1 0 0 0 0,1 1 1 0 0,0-1-1 0 0,0 0 0 0 0,1 1 0 0 0,-1-1 1 0 0,1 1-1 0 0,0-1 0 0 0,0 1 0 0 0,5-5 1 0 0,9-10 1239 0 0,1 1 1 0 0,26-21 0 0 0,-43 39-1437 0 0,9-9 33 0 0,2 1-1 0 0,-1 0 0 0 0,1 1 1 0 0,14-6-1 0 0,-15 8-926 0 0,1 0 0 0 0,0 1 0 0 0,0 0 0 0 0,1 1 0 0 0,-1 1 0 0 0,1 0-1 0 0,24-1 1 0 0,-17 4 738 0 0</inkml:trace>
</inkml:ink>
</file>

<file path=ppt/ink/ink2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02.2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34 4089 0 0,'1'1'92'0'0,"0"-1"1"0"0,0 0-1 0 0,-1 0 0 0 0,1 1 1 0 0,-1-1-1 0 0,1 1 0 0 0,0-1 1 0 0,-1 1-1 0 0,1-1 0 0 0,-1 1 1 0 0,1-1-1 0 0,-1 1 0 0 0,1-1 1 0 0,-1 1-1 0 0,1-1 0 0 0,-1 1 1 0 0,1 0-1 0 0,-1-1 0 0 0,0 1 1 0 0,0 0-1 0 0,1-1 0 0 0,-1 1 1 0 0,0 0-1 0 0,0 0 0 0 0,0-1 1 0 0,0 1-1 0 0,0 0 0 0 0,0 0 1 0 0,0-1-1 0 0,0 1 0 0 0,0 0 1 0 0,0 0-1 0 0,0-1 1 0 0,0 1-1 0 0,0 0 0 0 0,-1 0 1 0 0,1 0-1 0 0,-10 43 3003 0 0,6-29-2450 0 0,2-3-212 0 0,0 1 1 0 0,1 0-1 0 0,0-1 0 0 0,1 1 0 0 0,0-1 0 0 0,1 1 0 0 0,3 14 0 0 0,-4-24-383 0 0,1 0 0 0 0,-1 0 0 0 0,1 0 0 0 0,0 0 1 0 0,0 0-1 0 0,0 0 0 0 0,0 0 0 0 0,1 0 0 0 0,-1 0 0 0 0,1-1 0 0 0,0 1 1 0 0,0-1-1 0 0,0 1 0 0 0,0-1 0 0 0,0 1 0 0 0,0-1 0 0 0,1 0 0 0 0,-1 0 0 0 0,1 0 1 0 0,-1-1-1 0 0,1 1 0 0 0,0-1 0 0 0,0 1 0 0 0,0-1 0 0 0,0 0 0 0 0,0 0 1 0 0,0 0-1 0 0,0 0 0 0 0,0-1 0 0 0,0 1 0 0 0,0-1 0 0 0,0 0 0 0 0,6 0 1 0 0,-6 0 41 0 0,0-1 1 0 0,1 0 0 0 0,-1 0 0 0 0,0 0 0 0 0,0 0 0 0 0,0 0-1 0 0,0-1 1 0 0,0 1 0 0 0,-1-1 0 0 0,1 0 0 0 0,0 0 0 0 0,-1 0-1 0 0,1 0 1 0 0,-1 0 0 0 0,1-1 0 0 0,-1 1 0 0 0,0-1 0 0 0,0 1 0 0 0,0-1-1 0 0,-1 0 1 0 0,3-5 0 0 0,4-7 181 0 0,-1-1-1 0 0,8-33 1 0 0,-8 27-193 0 0,7-20-136 0 0,21-66-3205 0 0,-35 111 3106 0 0,-1 0 1 0 0,1-1-1 0 0,-1 1 0 0 0,1 0 1 0 0,0 0-1 0 0,0-1 0 0 0,0 1 1 0 0,0 0-1 0 0,1 0 0 0 0,-1-1 1 0 0,1 1-1 0 0,0 0 1 0 0,-1-1-1 0 0,1 1 0 0 0,0-1 1 0 0,2 4-1 0 0,0-1 204 0 0,0-1 0 0 0,1 1 1 0 0,-1-1-1 0 0,1 0 0 0 0,-1 0 0 0 0,1 0 1 0 0,0-1-1 0 0,6 4 0 0 0,-1-1 270 0 0,1 0 1 0 0,-1-1-1 0 0,1 0 0 0 0,1 0 1 0 0,-1-1-1 0 0,0-1 0 0 0,1 0 0 0 0,15 2 1 0 0,-19-4-36 0 0,1 0 0 0 0,0-1 1 0 0,0 0-1 0 0,0 0 0 0 0,0-1 1 0 0,-1 0-1 0 0,1 0 0 0 0,0-1 1 0 0,-1 0-1 0 0,1 0 1 0 0,-1-1-1 0 0,13-6 0 0 0,-17 7-291 0 0,0 0-1 0 0,0-1 1 0 0,0 1-1 0 0,0 0 1 0 0,-1-1 0 0 0,1 0-1 0 0,-1 1 1 0 0,1-1-1 0 0,-1 0 1 0 0,0 0 0 0 0,0 0-1 0 0,2-5 1 0 0,-3 4-391 0 0,0 0-1 0 0,0 0 1 0 0,0 0 0 0 0,0 0 0 0 0,0 0 0 0 0,-1 1 0 0 0,0-1 0 0 0,0 0 0 0 0,0 0-1 0 0,0 0 1 0 0,-1 0 0 0 0,0 0 0 0 0,-1-6 0 0 0</inkml:trace>
</inkml:ink>
</file>

<file path=ppt/ink/ink2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02.9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99 7 3681 0 0,'-1'-1'355'0'0,"-1"0"-1"0"0,1 0 1 0 0,-1 1 0 0 0,1-1 0 0 0,-1 0 0 0 0,1 1 0 0 0,-1 0 0 0 0,0-1-1 0 0,1 1 1 0 0,-1 0 0 0 0,1 0 0 0 0,-1 0 0 0 0,0 0 0 0 0,1 0-1 0 0,-1 0 1 0 0,0 0 0 0 0,1 1 0 0 0,-1-1 0 0 0,-2 1 0 0 0,1 0 119 0 0,0 0 0 0 0,0 0 0 0 0,0 0 0 0 0,1 0 0 0 0,-1 1 0 0 0,0-1 0 0 0,0 1 0 0 0,1-1 0 0 0,-5 4 0 0 0,3 1-275 0 0,0 0-1 0 0,1 0 1 0 0,-1 1-1 0 0,1-1 1 0 0,0 1 0 0 0,1 0-1 0 0,0-1 1 0 0,0 1-1 0 0,0 0 1 0 0,1 0 0 0 0,0 1-1 0 0,0-1 1 0 0,1 0 0 0 0,0 0-1 0 0,0 0 1 0 0,2 9-1 0 0,-2-7-177 0 0,2 0-1 0 0,-1-1 0 0 0,1 1 1 0 0,0 0-1 0 0,1-1 0 0 0,0 0 1 0 0,0 0-1 0 0,1 0 0 0 0,0 0 1 0 0,1 0-1 0 0,-1-1 0 0 0,12 14 1 0 0,-11-17 70 0 0,0 0 0 0 0,0 0 0 0 0,0 0 0 0 0,1-1 0 0 0,0 0 0 0 0,-1 0 0 0 0,1 0 0 0 0,0-1 0 0 0,13 4 0 0 0,-18-6-64 0 0,1 1 0 0 0,-1-1 1 0 0,0 0-1 0 0,1 0 0 0 0,-1 1 0 0 0,1-1 1 0 0,-1 0-1 0 0,1 0 0 0 0,-1 0 0 0 0,1 0 1 0 0,-1-1-1 0 0,1 1 0 0 0,-1 0 0 0 0,0-1 1 0 0,1 1-1 0 0,-1-1 0 0 0,1 1 0 0 0,-1-1 1 0 0,0 0-1 0 0,0 1 0 0 0,1-1 1 0 0,-1 0-1 0 0,0 0 0 0 0,0 0 0 0 0,0 0 1 0 0,0 0-1 0 0,0 0 0 0 0,0 0 0 0 0,0 0 1 0 0,0-1-1 0 0,0 1 0 0 0,-1 0 0 0 0,1 0 1 0 0,0-1-1 0 0,-1 1 0 0 0,1-1 0 0 0,-1 1 1 0 0,0 0-1 0 0,1-1 0 0 0,-1 1 0 0 0,0-1 1 0 0,0 1-1 0 0,0-1 0 0 0,0 1 1 0 0,0-1-1 0 0,0 1 0 0 0,0-1 0 0 0,-1-2 1 0 0,0-2-12 0 0,0 0 0 0 0,-1 0 0 0 0,1 0 0 0 0,-1 0 1 0 0,0 0-1 0 0,-1 0 0 0 0,0 1 0 0 0,1-1 1 0 0,-2 1-1 0 0,-6-10 0 0 0,-48-51-283 0 0,36 43-370 0 0,9 9-302 0 0</inkml:trace>
</inkml:ink>
</file>

<file path=ppt/ink/ink2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03.2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24 4609 0 0,'41'16'641'0'0,"62"27"5566"0"0,-90-37-5368 0 0,0 1-1 0 0,-1 1 1 0 0,0 0 0 0 0,0 1-1 0 0,15 14 1 0 0,-14-1 199 0 0,-10-9-257 0 0,-3-13-741 0 0,0 0 1 0 0,-1 0 0 0 0,1 1 0 0 0,0-1 0 0 0,0 0 0 0 0,0 0-1 0 0,0 0 1 0 0,-1 1 0 0 0,1-1 0 0 0,0 0 0 0 0,0 0 0 0 0,0 0 0 0 0,0 0-1 0 0,-1 1 1 0 0,1-1 0 0 0,0 0 0 0 0,0 0 0 0 0,-1 0 0 0 0,1 0-1 0 0,0 0 1 0 0,0 0 0 0 0,-1 0 0 0 0,1 0 0 0 0,0 0 0 0 0,0 0-1 0 0,-1 0 1 0 0,1 0 0 0 0,0 0 0 0 0,0 0 0 0 0,-1 0 0 0 0,1 0-1 0 0,0 0 1 0 0,0 0 0 0 0,-1 0 0 0 0,1 0 0 0 0,0 0 0 0 0,0 0-1 0 0,-1 0 1 0 0,0-1 46 0 0,-1 0 1 0 0,1 0-1 0 0,0 0 0 0 0,0 0 0 0 0,0 0 0 0 0,0 0 0 0 0,0 0 0 0 0,0 0 0 0 0,0 0 1 0 0,0 0-1 0 0,1 0 0 0 0,-1-1 0 0 0,0 1 0 0 0,1 0 0 0 0,-1-1 0 0 0,0 1 1 0 0,1 0-1 0 0,0-1 0 0 0,-1 1 0 0 0,1-1 0 0 0,0 1 0 0 0,0 0 0 0 0,0-3 1 0 0,-1-37 391 0 0,1 40-431 0 0,7-50-300 0 0,0 19-5567 0 0,0 6-1243 0 0</inkml:trace>
</inkml:ink>
</file>

<file path=ppt/ink/ink2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03.5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9218 0 0,'4'1'567'0'0,"-1"0"1"0"0,1 1-1 0 0,-1-1 0 0 0,1 1 0 0 0,-1 0 1 0 0,0 0-1 0 0,0 0 0 0 0,0 0 1 0 0,0 0-1 0 0,0 1 0 0 0,0-1 1 0 0,-1 1-1 0 0,1 0 0 0 0,-1 0 0 0 0,0 0 1 0 0,0 0-1 0 0,0 0 0 0 0,3 5 1 0 0,1 14-202 0 0,-4 6 70 0 0,0 0 1 0 0,-1 0-1 0 0,-6 49 1 0 0,-1 15-544 0 0,12 37-1695 0 0,-3-102 910 0 0</inkml:trace>
</inkml:ink>
</file>

<file path=ppt/ink/ink2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03.7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121 25 1840 0 0,'0'-1'323'0'0,"0"0"1"0"0,0 0-1 0 0,0 0 0 0 0,0 0 0 0 0,0 0 0 0 0,0 0 0 0 0,0 0 0 0 0,0 0 0 0 0,-1 0 0 0 0,1 0 0 0 0,0 0 0 0 0,-1 0 0 0 0,1 0 1 0 0,0 0-1 0 0,-1 1 0 0 0,1-1 0 0 0,-4-4 1615 0 0,3 5-1615 0 0,-1-2 0 0 0,1 2-25 0 0,0 0-1 0 0,0-1 0 0 0,-1 1 0 0 0,1 0 1 0 0,0 0-1 0 0,-1 0 0 0 0,1 0 1 0 0,0 0-1 0 0,-1 0 0 0 0,1 0 0 0 0,0 0 1 0 0,0 0-1 0 0,-1 1 0 0 0,1-1 0 0 0,-2 1 1 0 0,-3 1 128 0 0,1 1 1 0 0,0 0-1 0 0,0 0 1 0 0,0 0 0 0 0,0 0-1 0 0,-8 8 1 0 0,9-6-245 0 0,-1 0 1 0 0,1 0 0 0 0,0 0-1 0 0,0 1 1 0 0,0 0 0 0 0,1 0 0 0 0,0 0-1 0 0,0 0 1 0 0,1 0 0 0 0,-1 1-1 0 0,-1 11 1 0 0,3-16-153 0 0,1 1 0 0 0,0-1 0 0 0,0 1 0 0 0,0-1 0 0 0,0 0 0 0 0,0 1 0 0 0,0-1-1 0 0,1 1 1 0 0,-1-1 0 0 0,1 0 0 0 0,0 1 0 0 0,-1-1 0 0 0,1 0 0 0 0,0 0 0 0 0,1 1 0 0 0,-1-1 0 0 0,0 0 0 0 0,0 0 0 0 0,1 0 0 0 0,0 0 0 0 0,-1-1 0 0 0,1 1 0 0 0,0 0 0 0 0,0-1-1 0 0,-1 1 1 0 0,1-1 0 0 0,1 0 0 0 0,-1 1 0 0 0,0-1 0 0 0,0 0 0 0 0,0 0 0 0 0,1 0 0 0 0,-1-1 0 0 0,0 1 0 0 0,5 0 0 0 0,10 2-52 0 0,-1 0 0 0 0,1-1-1 0 0,-1-1 1 0 0,22-2 0 0 0,-17 0-489 0 0</inkml:trace>
</inkml:ink>
</file>

<file path=ppt/ink/ink2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03.9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8754 0 0,'3'4'384'0'0,"0"-2"88"0"0,-1-1-376 0 0,1 1-96 0 0</inkml:trace>
</inkml:ink>
</file>

<file path=ppt/ink/ink2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1.0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23 157 1840 0 0,'-2'-2'117'0'0,"0"-1"-1"0"0,0 1 1 0 0,0 0 0 0 0,0-1-1 0 0,0 1 1 0 0,1-1-1 0 0,-1 0 1 0 0,1 0-1 0 0,0 1 1 0 0,0-1-1 0 0,0 0 1 0 0,0 0 0 0 0,0 0-1 0 0,1 0 1 0 0,-1 0-1 0 0,1 0 1 0 0,0 0-1 0 0,0 0 1 0 0,0 0-1 0 0,0 0 1 0 0,1 0-1 0 0,-1 0 1 0 0,1 0 0 0 0,-1 0-1 0 0,1 0 1 0 0,0 0-1 0 0,1 0 1 0 0,-1 0-1 0 0,0 1 1 0 0,1-1-1 0 0,-1 0 1 0 0,1 1-1 0 0,0-1 1 0 0,0 1 0 0 0,3-3-1 0 0,-1 0 218 0 0,1 0 0 0 0,0 0 0 0 0,0 1 0 0 0,0 0 0 0 0,1 0-1 0 0,-1 0 1 0 0,1 0 0 0 0,0 1 0 0 0,0 0 0 0 0,0 0 0 0 0,0 1 0 0 0,1 0 0 0 0,-1 0 0 0 0,1 0 0 0 0,9 0-1 0 0,-12 1-187 0 0,0 1-1 0 0,0 0 1 0 0,0 0-1 0 0,0 0 0 0 0,0 1 1 0 0,-1-1-1 0 0,1 1 1 0 0,0 0-1 0 0,0 0 0 0 0,0 1 1 0 0,0-1-1 0 0,-1 1 1 0 0,1 0-1 0 0,-1 0 0 0 0,1 0 1 0 0,-1 0-1 0 0,0 0 1 0 0,0 1-1 0 0,0 0 0 0 0,0-1 1 0 0,0 1-1 0 0,0 0 1 0 0,-1 0-1 0 0,1 1 1 0 0,2 4-1 0 0,-1 1-93 0 0,-1 0 0 0 0,0 0 0 0 0,0 1 0 0 0,-1-1-1 0 0,0 0 1 0 0,0 1 0 0 0,-1-1 0 0 0,-1 1 0 0 0,0 16 0 0 0,-17 122 224 0 0,1-15 1283 0 0,16-131-1467 0 0,0 0-1 0 0,-1 0 1 0 0,1 0 0 0 0,0 0 0 0 0,0 0-1 0 0,1-1 1 0 0,-1 1 0 0 0,0 0-1 0 0,1 0 1 0 0,-1 0 0 0 0,1 0-1 0 0,-1-1 1 0 0,1 1 0 0 0,0 0 0 0 0,0-1-1 0 0,0 1 1 0 0,0 0 0 0 0,0-1-1 0 0,0 1 1 0 0,0-1 0 0 0,1 0-1 0 0,-1 1 1 0 0,2 1 0 0 0,0-2-9 0 0,-1 0 1 0 0,1 0 0 0 0,0 0-1 0 0,-1-1 1 0 0,1 1-1 0 0,0 0 1 0 0,0-1-1 0 0,0 0 1 0 0,-1 0-1 0 0,1 0 1 0 0,0 0 0 0 0,0 0-1 0 0,0 0 1 0 0,2-1-1 0 0,12-4-104 0 0,0 1 1 0 0,-1-2-1 0 0,32-15 0 0 0,-42 18-164 0 0,15-6-1186 0 0,-1 0-3290 0 0,1-2-1652 0 0</inkml:trace>
</inkml:ink>
</file>

<file path=ppt/ink/ink2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1.5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701 98 4609 0 0,'-26'1'753'0'0,"1"-2"1"0"0,-1-1-1 0 0,1-1 0 0 0,-38-10 1 0 0,48 10-431 0 0,-9-2 837 0 0,0 1 1 0 0,0 1-1 0 0,-46 0 0 0 0,59 4-881 0 0,0 0 1 0 0,0 1-1 0 0,0 0 0 0 0,0 1 1 0 0,0 0-1 0 0,0 1 0 0 0,1 0 1 0 0,-1 1-1 0 0,1 0 0 0 0,-15 10 1 0 0,6-2-151 0 0,2 2 0 0 0,0-1 0 0 0,0 2 0 0 0,1 0 1 0 0,1 1-1 0 0,1 1 0 0 0,1 0 0 0 0,0 1 0 0 0,1 0 0 0 0,-10 23 0 0 0,9-13 44 0 0,1 1 0 0 0,2 0 0 0 0,0 0 0 0 0,2 1 0 0 0,2 0 0 0 0,-5 52 0 0 0,10-67-207 0 0,1 0 0 0 0,1 0 0 0 0,0 0 0 0 0,1 0 0 0 0,1 0 0 0 0,0-1 0 0 0,1 1 0 0 0,1-1 0 0 0,1 0 0 0 0,0 0 0 0 0,0 0 0 0 0,2-1 0 0 0,0 0 0 0 0,18 25 0 0 0,-9-20-34 0 0,0 0 0 0 0,1-1 1 0 0,0-1-1 0 0,1 0 0 0 0,1-2 0 0 0,1 0 0 0 0,0-1 1 0 0,42 19-1 0 0,-34-19 87 0 0,0-2 0 0 0,1-2 1 0 0,0 0-1 0 0,0-2 0 0 0,1-1 0 0 0,0-2 1 0 0,36 2-1 0 0,-41-6 178 0 0,0-2-1 0 0,-1 0 1 0 0,1-2 0 0 0,-1-1 0 0 0,1-1 0 0 0,-1-1-1 0 0,-1-1 1 0 0,1-1 0 0 0,27-14 0 0 0,-9 1 68 0 0,-2-2 0 0 0,-1-1 0 0 0,-1-3 0 0 0,-1 0 1 0 0,-1-3-1 0 0,43-45 0 0 0,-65 58-224 0 0,-1 0-1 0 0,0-1 1 0 0,-2-1 0 0 0,0 0-1 0 0,-1-1 1 0 0,-1 0-1 0 0,-1-1 1 0 0,-1 0 0 0 0,-1 0-1 0 0,-1-1 1 0 0,0 0 0 0 0,-2 0-1 0 0,3-33 1 0 0,-5 18 45 0 0,-2 0-1 0 0,-1-1 1 0 0,-2 1 0 0 0,-2 0 0 0 0,-1 1-1 0 0,-2 0 1 0 0,-17-51 0 0 0,23 80-94 0 0,-1 0-1 0 0,1 0 1 0 0,-1 0 0 0 0,-1 0 0 0 0,1 0-1 0 0,-1 1 1 0 0,-1-1 0 0 0,1 1 0 0 0,-1 0-1 0 0,0 0 1 0 0,0 1 0 0 0,-1 0 0 0 0,1 0-1 0 0,-1 0 1 0 0,0 0 0 0 0,-1 1 0 0 0,1 0-1 0 0,-1 0 1 0 0,0 1 0 0 0,0 0 0 0 0,0 0-1 0 0,0 1 1 0 0,0-1 0 0 0,-1 2-1 0 0,1-1 1 0 0,-1 1 0 0 0,1 0 0 0 0,-1 1-1 0 0,0-1 1 0 0,-10 2 0 0 0,1 0-439 0 0,0 0-1 0 0,1 1 1 0 0,-1 1-1 0 0,1 0 1 0 0,0 1 0 0 0,-1 1-1 0 0,2 0 1 0 0,-1 1 0 0 0,1 1-1 0 0,-25 15 1 0 0,15-3-1210 0 0</inkml:trace>
</inkml:ink>
</file>

<file path=ppt/ink/ink2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2.2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42 8754 0 0,'1'-2'206'0'0,"-1"0"0"0"0,1 0 1 0 0,-1 0-1 0 0,1 0 0 0 0,-1 0 0 0 0,1 0 0 0 0,0 0 1 0 0,0 0-1 0 0,0 0 0 0 0,0 0 0 0 0,0 1 0 0 0,1-1 1 0 0,-1 0-1 0 0,0 1 0 0 0,1-1 0 0 0,-1 1 1 0 0,1-1-1 0 0,0 1 0 0 0,-1 0 0 0 0,1 0 0 0 0,3-2 1 0 0,-4 2-152 0 0,0 1 1 0 0,0 0-1 0 0,0-1 0 0 0,0 1 1 0 0,0 0-1 0 0,0 0 1 0 0,0-1-1 0 0,0 1 1 0 0,0 0-1 0 0,0 0 1 0 0,0 0-1 0 0,0 0 0 0 0,0 0 1 0 0,0 0-1 0 0,0 1 1 0 0,0-1-1 0 0,0 0 1 0 0,0 0-1 0 0,-1 1 1 0 0,1-1-1 0 0,0 1 0 0 0,0-1 1 0 0,0 1-1 0 0,0-1 1 0 0,0 1-1 0 0,-1-1 1 0 0,1 1-1 0 0,0 0 1 0 0,0-1-1 0 0,-1 1 0 0 0,1 0 1 0 0,0 0-1 0 0,-1 0 1 0 0,1-1-1 0 0,-1 1 1 0 0,1 0-1 0 0,-1 0 1 0 0,0 0-1 0 0,1 0 0 0 0,-1 0 1 0 0,0 0-1 0 0,0 0 1 0 0,1 0-1 0 0,-1 0 1 0 0,0 0-1 0 0,0 0 1 0 0,0 0-1 0 0,0 2 0 0 0,11 143 1273 0 0,-9-94-1010 0 0,10 65 1 0 0,-7-93-268 0 0,0 0 1 0 0,1 0 0 0 0,2 0-1 0 0,0-1 1 0 0,19 35 0 0 0,-23-50-59 0 0,1-1-1 0 0,0 0 1 0 0,0 0 0 0 0,1-1 0 0 0,-1 0 0 0 0,1 0 0 0 0,1 0 0 0 0,11 8 0 0 0,-13-11-22 0 0,0 0-1 0 0,0 0 0 0 0,0-1 0 0 0,1 0 1 0 0,-1 0-1 0 0,1 0 0 0 0,0-1 1 0 0,-1 0-1 0 0,1 0 0 0 0,0 0 1 0 0,0-1-1 0 0,0 1 0 0 0,11-2 0 0 0,-12 0-25 0 0,1 0-1 0 0,-1 0 1 0 0,0 0-1 0 0,1 0 1 0 0,-1-1-1 0 0,0 0 1 0 0,0 0-1 0 0,0 0 1 0 0,-1-1-1 0 0,1 1 1 0 0,0-1-1 0 0,-1 0 1 0 0,0-1-1 0 0,1 1 0 0 0,-1-1 1 0 0,-1 1-1 0 0,1-1 1 0 0,-1-1-1 0 0,1 1 1 0 0,-1 0-1 0 0,0-1 1 0 0,-1 0-1 0 0,1 1 1 0 0,2-9-1 0 0,-1 2 6 0 0,-1 0-1 0 0,-1 0 1 0 0,0 0 0 0 0,0 0 0 0 0,-1 0-1 0 0,0 0 1 0 0,-1 0 0 0 0,-1 0-1 0 0,0-1 1 0 0,-4-19 0 0 0,3 16-116 0 0,2 11 136 0 0,0 1 0 0 0,-1-1 0 0 0,1 1-1 0 0,-1-1 1 0 0,0 0 0 0 0,0 1-1 0 0,0-1 1 0 0,0 1 0 0 0,-4-6 0 0 0,14 16 268 0 0,0 0-1 0 0,0-1 1 0 0,1 0 0 0 0,0 0 0 0 0,0-1 0 0 0,0-1 0 0 0,0 1 0 0 0,1-2 0 0 0,-1 1 0 0 0,1-2 0 0 0,0 1-1 0 0,0-2 1 0 0,0 1 0 0 0,1-1 0 0 0,-1-1 0 0 0,0 0 0 0 0,19-3 0 0 0,-18 2-106 0 0,0-1 0 0 0,1 0 1 0 0,-1 0-1 0 0,-1-1 0 0 0,1-1 0 0 0,0 0 1 0 0,-1-1-1 0 0,0 0 0 0 0,0-1 1 0 0,0 0-1 0 0,-1-1 0 0 0,0 0 0 0 0,0 0 1 0 0,0-1-1 0 0,-1 0 0 0 0,11-13 0 0 0,-17 16-103 0 0,0 1-1 0 0,-1-1 1 0 0,1 0-1 0 0,-1 0 1 0 0,0 0-1 0 0,0 0 1 0 0,0-1-1 0 0,-1 1 1 0 0,1 0 0 0 0,-2-1-1 0 0,1 1 1 0 0,0-1-1 0 0,-1 1 1 0 0,0-1-1 0 0,0 1 1 0 0,-1-1-1 0 0,0 1 1 0 0,0-1-1 0 0,0 1 1 0 0,0-1-1 0 0,-4-7 1 0 0,0 0-316 0 0,-1 0 1 0 0,-12-21 0 0 0,-18-19-4182 0 0</inkml:trace>
</inkml:ink>
</file>

<file path=ppt/ink/ink2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2.6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 5065 0 0,'23'-14'7601'0'0,"-23"15"-7469"0"0,1 2 785 0 0,1 1-1 0 0,-1-1 1 0 0,-1 1 0 0 0,1 0 0 0 0,-1-1 0 0 0,1 8 0 0 0,-1-2-1530 0 0,2 8 1080 0 0,1 31 372 0 0,13 60-1 0 0,-13-96-832 0 0,0 1 0 0 0,0-1 0 0 0,1 0 0 0 0,1 0 0 0 0,0-1 0 0 0,1 1 0 0 0,0-1 0 0 0,0 0 0 0 0,1-1 0 0 0,10 11-1 0 0,-16-19-4 0 0,0-1-1 0 0,0 0 1 0 0,0 0-1 0 0,0 1 1 0 0,1-1-1 0 0,-1 0 0 0 0,1 0 1 0 0,-1 0-1 0 0,1 0 1 0 0,-1 0-1 0 0,1-1 1 0 0,-1 1-1 0 0,1 0 1 0 0,0-1-1 0 0,-1 1 0 0 0,1-1 1 0 0,2 1-1 0 0,-3-2 0 0 0,0 1-1 0 0,0 0 1 0 0,0 0 0 0 0,0-1-1 0 0,0 1 1 0 0,0 0-1 0 0,0-1 1 0 0,0 1-1 0 0,0-1 1 0 0,0 0 0 0 0,0 1-1 0 0,0-1 1 0 0,0 0-1 0 0,0 1 1 0 0,0-1 0 0 0,0 0-1 0 0,-1 0 1 0 0,1 0-1 0 0,0 0 1 0 0,0-1-1 0 0,3-6-19 0 0,0-1 0 0 0,0 0 0 0 0,-1 0 0 0 0,0 0-1 0 0,2-12 1 0 0,2-2-95 0 0,0 4 105 0 0,0 0 0 0 0,2 0 0 0 0,19-30 0 0 0,-25 43 67 0 0,0 1 1 0 0,1 0-1 0 0,0 0 0 0 0,0 0 0 0 0,0 1 0 0 0,1-1 1 0 0,-1 1-1 0 0,1 0 0 0 0,0 1 0 0 0,1-1 0 0 0,-1 1 0 0 0,0 0 1 0 0,1 0-1 0 0,0 0 0 0 0,0 1 0 0 0,8-3 0 0 0,-13 5-29 0 0,1 0 0 0 0,-1 0 0 0 0,0 0 0 0 0,0 1 0 0 0,1-1 0 0 0,-1 0 0 0 0,0 0 0 0 0,1 1 0 0 0,-1-1 0 0 0,0 1 0 0 0,0-1 1 0 0,0 1-1 0 0,0-1 0 0 0,1 1 0 0 0,-1 0 0 0 0,0-1 0 0 0,0 1 0 0 0,0 0 0 0 0,0 0 0 0 0,-1 0 0 0 0,1 0 0 0 0,0 0 0 0 0,0 0 0 0 0,0 0 0 0 0,-1 0 0 0 0,1 0 0 0 0,0 0 0 0 0,-1 0 0 0 0,1 2 0 0 0,14 45 271 0 0,-7-21-229 0 0,-6-21-184 0 0,1-1 0 0 0,0 1 0 0 0,1-1 0 0 0,-1 0 0 0 0,1 0 0 0 0,0 0 0 0 0,0-1 0 0 0,1 1 0 0 0,-1-1 0 0 0,8 5 0 0 0,6 3-1025 0 0</inkml:trace>
</inkml:ink>
</file>

<file path=ppt/ink/ink2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3.0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185 96 1840 0 0,'5'-9'750'0'0,"0"0"0"0"0,0-1 0 0 0,4-12 0 0 0,-9 20-305 0 0,1-1-1 0 0,0 1 0 0 0,-1-1 0 0 0,1 1 0 0 0,-1-1 0 0 0,0 1 0 0 0,0-1 0 0 0,0 1 0 0 0,0-3 1 0 0,-1 4-219 0 0,1 0 1 0 0,0 0 0 0 0,0 0 0 0 0,-1 0-1 0 0,1 0 1 0 0,-1 0 0 0 0,1 1 0 0 0,0-1 0 0 0,-1 0-1 0 0,0 0 1 0 0,1 1 0 0 0,-1-1 0 0 0,1 0 0 0 0,-1 1-1 0 0,0-1 1 0 0,0 0 0 0 0,1 1 0 0 0,-1-1-1 0 0,0 1 1 0 0,0-1 0 0 0,0 1 0 0 0,1 0 0 0 0,-1-1-1 0 0,-2 0 1 0 0,1 1-6 0 0,0 0-1 0 0,-1 0 0 0 0,1 0 0 0 0,0 0 1 0 0,-1 0-1 0 0,1 0 0 0 0,0 1 1 0 0,-1-1-1 0 0,1 1 0 0 0,0 0 1 0 0,-1-1-1 0 0,1 1 0 0 0,0 0 0 0 0,0 0 1 0 0,0 1-1 0 0,0-1 0 0 0,0 0 1 0 0,-2 3-1 0 0,-37 33 580 0 0,30-27-469 0 0,-2 3-242 0 0,-1 2 0 0 0,2 0 0 0 0,0 0 0 0 0,-10 18-1 0 0,18-28-70 0 0,1 0 0 0 0,0 0-1 0 0,1 0 1 0 0,-1 1-1 0 0,1-1 1 0 0,0 1-1 0 0,0-1 1 0 0,1 1-1 0 0,-1 0 1 0 0,2 0 0 0 0,-1-1-1 0 0,0 1 1 0 0,1 0-1 0 0,0 0 1 0 0,0 0-1 0 0,1 0 1 0 0,2 9-1 0 0,-3-14-41 0 0,0 1-1 0 0,1-1 0 0 0,-1 0 1 0 0,1 0-1 0 0,0 1 0 0 0,-1-1 1 0 0,1 0-1 0 0,0 0 0 0 0,0 0 0 0 0,0 0 1 0 0,0 0-1 0 0,-1 0 0 0 0,1 0 1 0 0,1 0-1 0 0,-1 0 0 0 0,0 0 1 0 0,0-1-1 0 0,0 1 0 0 0,0 0 0 0 0,1-1 1 0 0,-1 1-1 0 0,0-1 0 0 0,3 1 1 0 0,-2-1-86 0 0,1 0 1 0 0,-1 0-1 0 0,1 0 1 0 0,0 0 0 0 0,-1 0-1 0 0,1-1 1 0 0,-1 1 0 0 0,1-1-1 0 0,-1 0 1 0 0,1 0-1 0 0,3-2 1 0 0,3-2-222 0 0,0 0 0 0 0,0-1-1 0 0,0-1 1 0 0,-1 1 0 0 0,8-9 0 0 0,19-32-28 0 0,-30 39 497 0 0,1-1 1 0 0,0 0-1 0 0,1 1 1 0 0,9-9-1 0 0,-15 16-94 0 0,-1 1 0 0 0,0 0 0 0 0,1 0 0 0 0,-1-1-1 0 0,0 1 1 0 0,1 0 0 0 0,-1 0 0 0 0,1-1 0 0 0,-1 1 0 0 0,0 0 0 0 0,1 0-1 0 0,-1 0 1 0 0,1 0 0 0 0,-1 0 0 0 0,1-1 0 0 0,-1 1 0 0 0,1 0 0 0 0,-1 0-1 0 0,0 0 1 0 0,1 0 0 0 0,-1 0 0 0 0,1 1 0 0 0,-1-1 0 0 0,1 0 0 0 0,-1 0 0 0 0,1 0-1 0 0,-1 0 1 0 0,0 0 0 0 0,1 1 0 0 0,-1-1 0 0 0,1 1 0 0 0,11 14 917 0 0,4 32 156 0 0,-13-38-859 0 0,-1-2-348 0 0,0 0 0 0 0,0-1 1 0 0,1 1-1 0 0,0 0 0 0 0,0-1 1 0 0,1 1-1 0 0,0-1 0 0 0,0 0 1 0 0,0 0-1 0 0,1-1 0 0 0,0 1 1 0 0,0-1-1 0 0,0 0 0 0 0,1-1 1 0 0,-1 1-1 0 0,13 6 0 0 0,1-2-6999 0 0</inkml:trace>
</inkml:ink>
</file>

<file path=ppt/ink/ink2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3.2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17 12443 0 0,'-7'-17'1573'0'0,"6"26"946"0"0,7 30 942 0 0,-5-34-3814 0 0,2 25 655 0 0,2 0 1 0 0,1 0 0 0 0,1 0-1 0 0,2-1 1 0 0,1 0-1 0 0,1-1 1 0 0,1 0 0 0 0,2 0-1 0 0,23 35 1 0 0,1-7-743 0 0,-18-28-112 0 0</inkml:trace>
</inkml:ink>
</file>

<file path=ppt/ink/ink2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3.4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56 11058 0 0,'30'-6'4996'0'0,"14"-8"-3673"0"0,42-12-1436 0 0,-1 18-4398 0 0,-54 6 2784 0 0</inkml:trace>
</inkml:ink>
</file>

<file path=ppt/ink/ink2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3.7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51 1 10138 0 0,'-2'0'271'0'0,"0"0"-1"0"0,0 1 1 0 0,0 0-1 0 0,0-1 1 0 0,0 1-1 0 0,0 0 1 0 0,0 0-1 0 0,0 0 1 0 0,1 0-1 0 0,-1 1 1 0 0,0-1-1 0 0,1 0 1 0 0,-1 1-1 0 0,1-1 1 0 0,-1 1-1 0 0,1 0 1 0 0,-1-1-1 0 0,0 4 1 0 0,-1-1 147 0 0,1 1 0 0 0,0 0 0 0 0,0-1-1 0 0,1 1 1 0 0,-1 0 0 0 0,1 0 0 0 0,-1 8 0 0 0,1 3 222 0 0,1 0-1 0 0,0 0 1 0 0,4 33-1 0 0,1-25-1436 0 0,14 42 1 0 0,-12-44-6243 0 0</inkml:trace>
</inkml:ink>
</file>

<file path=ppt/ink/ink2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3.9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16 2304 0 0,'-21'-15'7242'0'0,"26"18"-6930"0"0,3-1-312 0 0,3 4-64 0 0,5-1-16 0 0,0 4 80 0 0,4-1 0 0 0</inkml:trace>
</inkml:ink>
</file>

<file path=ppt/ink/ink2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4.2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251 3 6913 0 0,'-7'-1'468'0'0,"-1"0"0"0"0,0 1 0 0 0,1 0 0 0 0,-1 0 0 0 0,0 1 0 0 0,1 0 0 0 0,-1 0 0 0 0,1 0 0 0 0,-1 1 0 0 0,1 0 0 0 0,0 1-1 0 0,0 0 1 0 0,0 0 0 0 0,0 0 0 0 0,0 1 0 0 0,1 0 0 0 0,0 0 0 0 0,-6 6 0 0 0,1-2-148 0 0,0 1 0 0 0,1 1 0 0 0,0-1-1 0 0,1 2 1 0 0,0-1 0 0 0,0 1 0 0 0,1 1 0 0 0,1-1 0 0 0,-7 16 0 0 0,12-24-312 0 0,1 0 1 0 0,-1 1-1 0 0,1-1 0 0 0,0 1 1 0 0,0-1-1 0 0,0 1 1 0 0,0 0-1 0 0,1-1 0 0 0,0 1 1 0 0,0 0-1 0 0,0-1 1 0 0,0 1-1 0 0,0 0 0 0 0,1-1 1 0 0,-1 1-1 0 0,1-1 1 0 0,0 1-1 0 0,0 0 0 0 0,1-1 1 0 0,-1 0-1 0 0,1 1 1 0 0,-1-1-1 0 0,1 0 0 0 0,0 0 1 0 0,0 0-1 0 0,1 0 1 0 0,-1 0-1 0 0,0 0 1 0 0,1-1-1 0 0,0 1 0 0 0,0-1 1 0 0,3 3-1 0 0,10 5-82 0 0,1 0 0 0 0,0-1-1 0 0,1-1 1 0 0,-1-1 0 0 0,21 6-1 0 0,4 3 93 0 0,-35-13 5 0 0,-1-1-1 0 0,0 1 1 0 0,0 1-1 0 0,0-1 1 0 0,0 1 0 0 0,-1 0-1 0 0,1 1 1 0 0,7 7-1 0 0,-12-11-14 0 0,0 1 0 0 0,0-1 0 0 0,0 1 0 0 0,0-1 0 0 0,-1 1 0 0 0,1 0 0 0 0,0-1 0 0 0,-1 1 0 0 0,1 0-1 0 0,-1-1 1 0 0,0 1 0 0 0,1 0 0 0 0,-1 0 0 0 0,0-1 0 0 0,0 1 0 0 0,0 0 0 0 0,0 0 0 0 0,0 0 0 0 0,-1-1 0 0 0,1 1 0 0 0,0 0-1 0 0,-1 0 1 0 0,1-1 0 0 0,-1 1 0 0 0,0-1 0 0 0,0 1 0 0 0,1 0 0 0 0,-1-1 0 0 0,0 1 0 0 0,0-1 0 0 0,-1 0 0 0 0,1 1 0 0 0,0-1-1 0 0,0 0 1 0 0,-1 0 0 0 0,1 1 0 0 0,-2 0 0 0 0,-8 6-89 0 0,0 0-1 0 0,0-1 1 0 0,-1 0 0 0 0,0-1-1 0 0,0 0 1 0 0,-1-1 0 0 0,1 0-1 0 0,-1-1 1 0 0,-17 3 0 0 0</inkml:trace>
</inkml:ink>
</file>

<file path=ppt/ink/ink2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4.7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0 5065 0 0,'-4'4'12448'0'0,"0"163"-7539"0"0,0-122-5223 0 0,2 0 1 0 0,2 0-1 0 0,9 63 0 0 0,-5-80-1788 0 0,0 0-4880 0 0</inkml:trace>
</inkml:ink>
</file>

<file path=ppt/ink/ink2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5.2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7 239 7370 0 0,'-1'0'91'0'0,"1"-1"1"0"0,-1 1 0 0 0,1-1 0 0 0,-1 0 0 0 0,1 1 0 0 0,-1-1 0 0 0,1 1 0 0 0,0-1 0 0 0,-1 0 0 0 0,1 1 0 0 0,0-1 0 0 0,0 0 0 0 0,-1 1 0 0 0,1-1-1 0 0,0 0 1 0 0,0 1 0 0 0,0-1 0 0 0,0 0 0 0 0,0 0 0 0 0,0 1 0 0 0,0-1 0 0 0,0 0 0 0 0,0 1 0 0 0,0-1 0 0 0,0 0 0 0 0,0 0 0 0 0,1 1-1 0 0,-1-1 1 0 0,0 0 0 0 0,2-1 53 0 0,-1 0-1 0 0,0 0 1 0 0,1 0-1 0 0,-1 0 1 0 0,1 1-1 0 0,0-1 1 0 0,-1 1-1 0 0,1-1 1 0 0,3-1-1 0 0,46-22 661 0 0,-49 25-787 0 0,258-100 1420 0 0,-85 38-8650 0 0,-166 59 6754 0 0,-6 2 202 0 0,1 0-1 0 0,0 0 0 0 0,-1 0 1 0 0,21-4 9726 0 0,-22 23-8853 0 0,-1 0 0 0 0,-1 1-1 0 0,0-1 1 0 0,-1 0 0 0 0,-6 30-1 0 0,3-28-390 0 0,2 1 0 0 0,0 0 0 0 0,1-1-1 0 0,3 36 1 0 0,-1-54-207 0 0,-1 1 0 0 0,0 0 0 0 0,1 0 0 0 0,-1 0 1 0 0,1-1-1 0 0,0 1 0 0 0,0 0 0 0 0,0-1 0 0 0,1 1 0 0 0,-1-1 0 0 0,0 1 0 0 0,1-1 0 0 0,0 1 0 0 0,-1-1 0 0 0,1 0 1 0 0,0 0-1 0 0,0 0 0 0 0,1 0 0 0 0,-1 0 0 0 0,0-1 0 0 0,0 1 0 0 0,1-1 0 0 0,-1 1 0 0 0,1-1 0 0 0,-1 0 0 0 0,1 0 0 0 0,5 2 1 0 0,-4-3-43 0 0,0 0 0 0 0,0 0 0 0 0,0 0 0 0 0,0 0 0 0 0,0-1 0 0 0,0 1 0 0 0,0-1 0 0 0,0 0 0 0 0,0 0 0 0 0,0-1 0 0 0,0 1 0 0 0,-1-1 0 0 0,1 0 0 0 0,-1 0 1 0 0,1 0-1 0 0,-1 0 0 0 0,0 0 0 0 0,6-6 0 0 0,3-5 71 0 0,0-1 1 0 0,13-20 0 0 0,-15 20 406 0 0,0 0 1 0 0,1 1 0 0 0,23-22 0 0 0,-31 33-397 0 0,1-1 1 0 0,-1 0 0 0 0,1 1 0 0 0,0-1-1 0 0,0 1 1 0 0,0 0 0 0 0,1 0 0 0 0,-1 1 0 0 0,0-1-1 0 0,1 1 1 0 0,-1 0 0 0 0,1 0 0 0 0,-1 0 0 0 0,1 1-1 0 0,-1 0 1 0 0,1 0 0 0 0,-1 0 0 0 0,9 1-1 0 0,-10 0-54 0 0,0 0-1 0 0,0 0 0 0 0,0 0 0 0 0,0 0 0 0 0,-1 1 0 0 0,1-1 0 0 0,0 1 0 0 0,-1 0 0 0 0,1-1 1 0 0,-1 1-1 0 0,0 0 0 0 0,0 0 0 0 0,4 5 0 0 0,24 37-18 0 0,-4-5-162 0 0,-16-29-321 0 0,0 0 0 0 0,1-1 0 0 0,0 0-1 0 0,0 0 1 0 0,1-1 0 0 0,20 9 0 0 0,-8-4-670 0 0</inkml:trace>
</inkml:ink>
</file>

<file path=ppt/ink/ink2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5.5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0 323 3225 0 0,'12'-4'846'0'0,"0"-1"0"0"0,-1-1 1 0 0,0 0-1 0 0,0-1 1 0 0,-1 0-1 0 0,1 0 0 0 0,-2-1 1 0 0,1 0-1 0 0,-1-1 0 0 0,0 0 1 0 0,12-18-1 0 0,-13 16-489 0 0,0 0 0 0 0,-1-1 0 0 0,-1 0 0 0 0,0 0 0 0 0,0 0 0 0 0,-1-1 0 0 0,-1 0 0 0 0,0 0 0 0 0,-1 0 0 0 0,3-25 0 0 0,-6 35-305 0 0,1-1 0 0 0,-1 0 0 0 0,-1 1-1 0 0,1-1 1 0 0,0 1 0 0 0,-1-1 0 0 0,0 1 0 0 0,0-1 0 0 0,0 1 0 0 0,0-1 0 0 0,-3-5 0 0 0,3 8-32 0 0,1 0 1 0 0,-1 0 0 0 0,0 0-1 0 0,0 1 1 0 0,0-1-1 0 0,0 0 1 0 0,0 0-1 0 0,0 1 1 0 0,0-1-1 0 0,0 0 1 0 0,0 1-1 0 0,0-1 1 0 0,0 1-1 0 0,0-1 1 0 0,0 1-1 0 0,-1 0 1 0 0,1 0 0 0 0,0-1-1 0 0,0 1 1 0 0,-1 0-1 0 0,1 0 1 0 0,0 0-1 0 0,0 0 1 0 0,0 0-1 0 0,-1 0 1 0 0,1 1-1 0 0,0-1 1 0 0,0 0-1 0 0,0 1 1 0 0,0-1-1 0 0,-1 1 1 0 0,1-1 0 0 0,0 1-1 0 0,0-1 1 0 0,0 1-1 0 0,-2 1 1 0 0,-2 2 121 0 0,-1-1 1 0 0,1 1 0 0 0,0 0-1 0 0,0 0 1 0 0,0 1 0 0 0,0-1-1 0 0,1 1 1 0 0,0 0 0 0 0,0 1-1 0 0,0-1 1 0 0,0 1 0 0 0,-3 8-1 0 0,6-12-104 0 0,0 0-1 0 0,0 1 1 0 0,0-1-1 0 0,1 1 1 0 0,-1-1-1 0 0,1 1 1 0 0,-1-1-1 0 0,1 1 1 0 0,0-1-1 0 0,0 1 1 0 0,0-1-1 0 0,0 1 0 0 0,1-1 1 0 0,-1 1-1 0 0,1-1 1 0 0,-1 1-1 0 0,1-1 1 0 0,0 1-1 0 0,0-1 1 0 0,0 0-1 0 0,0 1 1 0 0,0-1-1 0 0,1 0 1 0 0,-1 0-1 0 0,1 0 0 0 0,-1 0 1 0 0,1 0-1 0 0,0 0 1 0 0,0-1-1 0 0,0 1 1 0 0,0 0-1 0 0,0-1 1 0 0,0 0-1 0 0,4 2 1 0 0,10 5-326 0 0,0-2 1 0 0,1 0 0 0 0,0-1-1 0 0,1-1 1 0 0,-1 0 0 0 0,1-1-1 0 0,26 0 1 0 0,-41-2 104 0 0,41 3-6829 0 0</inkml:trace>
</inkml:ink>
</file>

<file path=ppt/ink/ink2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6.3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22 8754 0 0,'0'-1'144'0'0,"-1"1"0"0"0,1-1 0 0 0,0 0-1 0 0,0 1 1 0 0,0-1 0 0 0,0 0 0 0 0,0 1 0 0 0,0-1 0 0 0,0 0 0 0 0,0 0 0 0 0,0 1-1 0 0,0-1 1 0 0,0 0 0 0 0,1 1 0 0 0,-1-1 0 0 0,0 0 0 0 0,0 1 0 0 0,1-1 0 0 0,-1 1-1 0 0,0-1 1 0 0,1 0 0 0 0,-1 1 0 0 0,1-1 0 0 0,-1 1 0 0 0,1-1 0 0 0,-1 1 0 0 0,1-1-1 0 0,-1 1 1 0 0,1 0 0 0 0,-1-1 0 0 0,1 1 0 0 0,-1 0 0 0 0,1-1 0 0 0,0 1 0 0 0,-1 0-1 0 0,1-1 1 0 0,0 1 0 0 0,-1 0 0 0 0,1 0 0 0 0,0 0 0 0 0,-1 0 0 0 0,1 0 0 0 0,0 0 0 0 0,-1 0-1 0 0,1 0 1 0 0,0 0 0 0 0,-1 0 0 0 0,2 0 0 0 0,0 1 7 0 0,0 0 0 0 0,0 0-1 0 0,0 0 1 0 0,0 0 0 0 0,0 0 0 0 0,0 0 0 0 0,-1 0 0 0 0,1 1-1 0 0,0-1 1 0 0,-1 1 0 0 0,1-1 0 0 0,-1 1 0 0 0,0 0 0 0 0,2 2 0 0 0,4 8 158 0 0,-2 1 0 0 0,1 0 0 0 0,-2 1 0 0 0,1-1 1 0 0,-2 1-1 0 0,0 0 0 0 0,2 21 0 0 0,-1 104 262 0 0,-4-77-463 0 0,0-32-283 0 0,4 64-438 0 0,-2-82-210 0 0,0-1 0 0 0,0 0 0 0 0,6 15-1 0 0,0-7-5488 0 0</inkml:trace>
</inkml:ink>
</file>

<file path=ppt/ink/ink2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6.7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1 13363 0 0,'-5'19'904'0'0,"1"0"0"0"0,-3 39 0 0 0,3-18-717 0 0,2-23-177 0 0,-1 2-339 0 0,-1 38-1 0 0,4-51-299 0 0,1 1 0 0 0,0-1 0 0 0,0 0 1 0 0,0 1-1 0 0,4 9 0 0 0,-1-8 289 0 0,0-6 306 0 0</inkml:trace>
</inkml:ink>
</file>

<file path=ppt/ink/ink2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6.8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13 11522 0 0,'-5'-2'1025'0'0,"3"2"-825"0"0,-3-5 2224 0 0,5 2-2552 0 0,5 2-160 0 0,3-1-24 0 0,25 8-8 0 0</inkml:trace>
</inkml:ink>
</file>

<file path=ppt/ink/ink2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7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7370 0 0,'2'0'262'0'0,"0"1"1"0"0,1-1 0 0 0,-1 1-1 0 0,1-1 1 0 0,-1 1 0 0 0,0 0-1 0 0,1 0 1 0 0,-1 0 0 0 0,0 0-1 0 0,0 0 1 0 0,0 1 0 0 0,0-1-1 0 0,0 1 1 0 0,0-1 0 0 0,0 1-1 0 0,0 0 1 0 0,-1-1-1 0 0,1 1 1 0 0,-1 0 0 0 0,1 0-1 0 0,-1 0 1 0 0,0 1 0 0 0,0-1-1 0 0,2 3 1 0 0,2 8 239 0 0,0 0-1 0 0,0 0 1 0 0,3 17-1 0 0,-1-3-214 0 0,-4-16-265 0 0,-2-7-17 0 0,-1-1 0 0 0,1 0 0 0 0,0 0 0 0 0,-1 0-1 0 0,1 0 1 0 0,1 0 0 0 0,-1 0 0 0 0,0 0 0 0 0,1-1-1 0 0,0 1 1 0 0,-1 0 0 0 0,1-1 0 0 0,0 1 0 0 0,4 3-1 0 0,-4-8-20 0 0,0 0-1 0 0,0 0 0 0 0,-1 0 0 0 0,1 0 0 0 0,-1-1 0 0 0,0 1 0 0 0,1 0 1 0 0,-1-1-1 0 0,0 1 0 0 0,0-1 0 0 0,0-3 0 0 0,1 1-10 0 0,9-22 158 0 0,-4 9 111 0 0,1 0-1 0 0,9-17 0 0 0,-15 32-125 0 0,1-1 0 0 0,-1 0 0 0 0,1 1 0 0 0,-1-1-1 0 0,1 1 1 0 0,0 0 0 0 0,1 0 0 0 0,-1 0 0 0 0,0 0 0 0 0,1 1-1 0 0,-1-1 1 0 0,1 1 0 0 0,0 0 0 0 0,6-3 0 0 0,-8 5-52 0 0,0 0 0 0 0,0 0 0 0 0,0 0 0 0 0,0 0 1 0 0,0 0-1 0 0,0 0 0 0 0,0 0 0 0 0,0 0 0 0 0,0 1 0 0 0,0-1 1 0 0,0 1-1 0 0,0 0 0 0 0,0-1 0 0 0,0 1 0 0 0,-1 0 0 0 0,1 0 1 0 0,0 0-1 0 0,-1 0 0 0 0,1 1 0 0 0,0-1 0 0 0,1 2 1 0 0,35 39 258 0 0,-14-15-1869 0 0</inkml:trace>
</inkml:ink>
</file>

<file path=ppt/ink/ink2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7.5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103 275 6449 0 0,'-2'-2'285'0'0,"1"0"1"0"0,0 0-1 0 0,-1 0 0 0 0,1 0 0 0 0,0-1 0 0 0,0 1 0 0 0,1 0 0 0 0,-1 0 0 0 0,0-1 0 0 0,1 1 0 0 0,-1 0 0 0 0,1-1 0 0 0,0 1 0 0 0,0 0 0 0 0,0-1 0 0 0,0 1 0 0 0,0-1 1 0 0,1-1-1 0 0,11-51 2074 0 0,-6 33-1854 0 0,4-16-106 0 0,-6 31-247 0 0,-2-2-1 0 0,1 1 1 0 0,-1 0-1 0 0,0 0 1 0 0,-1-1-1 0 0,0 1 1 0 0,0-1-1 0 0,-1 0 1 0 0,0 1-1 0 0,-1-14 1 0 0,0 21-141 0 0,1 1 0 0 0,-1-1 0 0 0,1 0 0 0 0,0 1 0 0 0,-1-1 0 0 0,1 1 1 0 0,-1-1-1 0 0,1 1 0 0 0,-1-1 0 0 0,1 1 0 0 0,-1 0 0 0 0,0-1 0 0 0,1 1 0 0 0,-1 0 1 0 0,0-1-1 0 0,1 1 0 0 0,-1 0 0 0 0,0 0 0 0 0,1-1 0 0 0,-1 1 0 0 0,0 0 1 0 0,1 0-1 0 0,-1 0 0 0 0,0 0 0 0 0,1 0 0 0 0,-1 0 0 0 0,0 0 0 0 0,1 0 0 0 0,-1 0 1 0 0,0 0-1 0 0,0 1 0 0 0,1-1 0 0 0,-1 0 0 0 0,0 0 0 0 0,1 1 0 0 0,-1-1 1 0 0,1 0-1 0 0,-1 1 0 0 0,0-1 0 0 0,1 1 0 0 0,-1-1 0 0 0,1 1 0 0 0,-1-1 1 0 0,0 1-1 0 0,-26 22-315 0 0,18-13 164 0 0,0 0-1 0 0,1 1 1 0 0,0 0 0 0 0,0 1 0 0 0,2 0 0 0 0,-1 0-1 0 0,1 0 1 0 0,-5 19 0 0 0,9-27 175 0 0,1 0 1 0 0,0 0-1 0 0,0 0 1 0 0,0 1-1 0 0,0-1 1 0 0,1 0-1 0 0,0 0 1 0 0,0 0-1 0 0,0 1 1 0 0,0-1-1 0 0,1 0 1 0 0,-1 0-1 0 0,1 0 1 0 0,0 1-1 0 0,1-1 1 0 0,-1 0-1 0 0,1-1 1 0 0,-1 1-1 0 0,1 0 1 0 0,0 0 0 0 0,1-1-1 0 0,-1 1 1 0 0,1-1-1 0 0,-1 1 1 0 0,1-1-1 0 0,0 0 1 0 0,0 0-1 0 0,0-1 1 0 0,1 1-1 0 0,6 4 1 0 0,8 3-136 0 0</inkml:trace>
</inkml:ink>
</file>

<file path=ppt/ink/ink2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7.9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31 8754 0 0,'0'-1'231'0'0,"1"0"1"0"0,-1 0 0 0 0,0 0-1 0 0,0 0 1 0 0,1 0-1 0 0,-1 0 1 0 0,1 0 0 0 0,-1 0-1 0 0,1 0 1 0 0,-1 1-1 0 0,1-1 1 0 0,-1 0 0 0 0,1 0-1 0 0,0 1 1 0 0,-1-1-1 0 0,1 0 1 0 0,0 1 0 0 0,0-1-1 0 0,-1 0 1 0 0,1 1-1 0 0,0-1 1 0 0,0 1 0 0 0,0 0-1 0 0,0-1 1 0 0,0 1-1 0 0,0 0 1 0 0,0-1 0 0 0,0 1-1 0 0,0 0 1 0 0,-1 0-1 0 0,3 0 1 0 0,36-9 2968 0 0,-37 9-3090 0 0,2-1-48 0 0,-1 1 0 0 0,1 0 0 0 0,-1 0 1 0 0,1 0-1 0 0,0 0 0 0 0,-1 0 0 0 0,1 1 0 0 0,-1 0 1 0 0,1 0-1 0 0,-1 0 0 0 0,0 0 0 0 0,1 0 0 0 0,-1 0 1 0 0,0 1-1 0 0,0 0 0 0 0,0 0 0 0 0,0 0 0 0 0,0 0 0 0 0,0 0 1 0 0,0 0-1 0 0,-1 1 0 0 0,1-1 0 0 0,-1 1 0 0 0,0 0 1 0 0,0 0-1 0 0,0 0 0 0 0,0 0 0 0 0,0 0 0 0 0,-1 0 1 0 0,3 6-1 0 0,3 10 315 0 0,-1 0 0 0 0,0 0 0 0 0,-2 1 0 0 0,3 26 0 0 0,-2-17-244 0 0,10 53-1030 0 0,4-1 0 0 0,39 108 0 0 0,-48-163-6590 0 0</inkml:trace>
</inkml:ink>
</file>

<file path=ppt/ink/ink2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8.3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1 267 1368 0 0,'13'-11'251'0'0,"0"1"0"0"0,1 0-1 0 0,0 1 1 0 0,16-7 0 0 0,-1-1 329 0 0,44-25 2095 0 0,103-44 0 0 0,-125 66 550 0 0,75-19 0 0 0,-121 37-3190 0 0,-1 1 340 0 0,0 0 0 0 0,0 0-1 0 0,-1 0 1 0 0,1 1-1 0 0,0-1 1 0 0,0 1 0 0 0,7 0-1 0 0,-10 1-269 0 0,0-1 0 0 0,0 1-1 0 0,0-1 1 0 0,0 1-1 0 0,-1-1 1 0 0,1 1-1 0 0,0 0 1 0 0,0-1 0 0 0,0 1-1 0 0,-1 0 1 0 0,1 0-1 0 0,0-1 1 0 0,-1 1-1 0 0,1 0 1 0 0,0 0 0 0 0,-1 0-1 0 0,1 0 1 0 0,-1 0-1 0 0,0 0 1 0 0,1 0-1 0 0,-1 0 1 0 0,0 0-1 0 0,0 0 1 0 0,1 0 0 0 0,-1 0-1 0 0,0 0 1 0 0,0 0-1 0 0,0 0 1 0 0,0 0-1 0 0,0 0 1 0 0,-1 2 0 0 0,0 57 833 0 0,1 62-550 0 0,1-108-391 0 0,0 0 0 0 0,2 0 0 0 0,-1-1-1 0 0,2 1 1 0 0,0-1 0 0 0,7 18 0 0 0,-10-30 3 0 0,-1 1 0 0 0,1-1 0 0 0,-1 0 1 0 0,1 1-1 0 0,0-1 0 0 0,-1 0 0 0 0,1 1 1 0 0,0-1-1 0 0,0 0 0 0 0,0 0 0 0 0,0 0 0 0 0,0 0 1 0 0,0 0-1 0 0,0 0 0 0 0,1 0 0 0 0,-1 0 1 0 0,0-1-1 0 0,0 1 0 0 0,1 0 0 0 0,-1-1 0 0 0,0 1 1 0 0,3 0-1 0 0,-2-1-1 0 0,0 0 1 0 0,-1-1-1 0 0,1 1 1 0 0,-1 0-1 0 0,1-1 1 0 0,-1 1 0 0 0,1-1-1 0 0,-1 0 1 0 0,1 0-1 0 0,-1 1 1 0 0,0-1-1 0 0,1 0 1 0 0,-1 0-1 0 0,0 0 1 0 0,0 0-1 0 0,0 0 1 0 0,2-3 0 0 0,5-6-63 0 0,0-1 0 0 0,-1-1 1 0 0,11-23-1 0 0,-14 28-13 0 0,20-52-125 0 0,-20 46 150 0 0,1 0 0 0 0,0 1 1 0 0,0-1-1 0 0,1 1 0 0 0,1 0 0 0 0,0 1 0 0 0,1 0 0 0 0,0 0 0 0 0,10-10 0 0 0,-17 20 61 0 0,1 0 0 0 0,-1 0 0 0 0,1 0 1 0 0,0 0-1 0 0,-1 1 0 0 0,1-1 0 0 0,0 0 1 0 0,-1 1-1 0 0,1 0 0 0 0,0-1 0 0 0,-1 1 1 0 0,1 0-1 0 0,0 0 0 0 0,0 0 0 0 0,-1 0 0 0 0,1 0 1 0 0,0 0-1 0 0,0 0 0 0 0,-1 1 0 0 0,1-1 1 0 0,0 1-1 0 0,0-1 0 0 0,-1 1 0 0 0,1 0 1 0 0,-1 0-1 0 0,1-1 0 0 0,-1 1 0 0 0,1 0 1 0 0,1 2-1 0 0,7 4 99 0 0,-1 1 0 0 0,0 0 0 0 0,11 14 0 0 0,-2-4-68 0 0,29 21-734 0 0,71 39-6608 0 0,-93-63 7157 0 0</inkml:trace>
</inkml:ink>
</file>

<file path=ppt/ink/ink2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8.8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197 2 6449 0 0,'-4'-1'300'0'0,"0"1"0"0"0,1-1 0 0 0,-1 1 0 0 0,0 0 0 0 0,0 1 0 0 0,1-1 0 0 0,-1 1 0 0 0,0-1 0 0 0,1 1 0 0 0,-1 0 0 0 0,1 0 0 0 0,-1 1 0 0 0,1-1 0 0 0,-1 1 0 0 0,1 0 0 0 0,0 0 0 0 0,0 0 0 0 0,0 0 0 0 0,0 0 0 0 0,0 1 0 0 0,-4 4 0 0 0,-5 5 624 0 0,0 0 0 0 0,1 1 0 0 0,-13 20 0 0 0,14-18-660 0 0,0 0 0 0 0,2 1 1 0 0,-11 25-1 0 0,17-37-291 0 0,1 1 0 0 0,-1-1 0 0 0,0 1 0 0 0,1 0 0 0 0,0 0 0 0 0,0 0 0 0 0,1 0 0 0 0,-1 0 0 0 0,1 0 1 0 0,0 0-1 0 0,0 0 0 0 0,1 0 0 0 0,0 0 0 0 0,0 0 0 0 0,0-1 0 0 0,0 1 0 0 0,3 6 0 0 0,-4-10-65 0 0,1 1 0 0 0,-1-1 0 0 0,1 0 1 0 0,0 0-1 0 0,-1 0 0 0 0,1 0 0 0 0,0 0 0 0 0,0 0 0 0 0,0 0 0 0 0,-1-1 1 0 0,1 1-1 0 0,0 0 0 0 0,0 0 0 0 0,0-1 0 0 0,0 1 0 0 0,0 0 0 0 0,1-1 1 0 0,-1 1-1 0 0,0-1 0 0 0,0 0 0 0 0,0 1 0 0 0,0-1 0 0 0,1 0 0 0 0,-1 1 0 0 0,0-1 1 0 0,0 0-1 0 0,2 0 0 0 0,0-1-53 0 0,-1 0 1 0 0,1 0-1 0 0,-1 0 1 0 0,0 0-1 0 0,0 0 1 0 0,0 0-1 0 0,0-1 1 0 0,0 1-1 0 0,0-1 1 0 0,0 1-1 0 0,0-1 0 0 0,3-4 1 0 0,2-3 62 0 0,1-1 0 0 0,-1-1 0 0 0,-1 0 0 0 0,7-14 0 0 0,5-26 1120 0 0,-15 39-502 0 0,1 1-1 0 0,0 0 1 0 0,1-1 0 0 0,0 2-1 0 0,1-1 1 0 0,10-15 0 0 0,-16 26-507 0 0,0 0 1 0 0,0 0-1 0 0,0-1 1 0 0,0 1-1 0 0,0 0 1 0 0,0 0 0 0 0,0 0-1 0 0,0 0 1 0 0,1 0-1 0 0,-1 0 1 0 0,0-1-1 0 0,0 1 1 0 0,0 0-1 0 0,0 0 1 0 0,0 0-1 0 0,0 0 1 0 0,0 0 0 0 0,1 0-1 0 0,-1 0 1 0 0,0 0-1 0 0,0 0 1 0 0,0 0-1 0 0,0 0 1 0 0,0 0-1 0 0,1 0 1 0 0,-1 0-1 0 0,0 0 1 0 0,0 0 0 0 0,0 0-1 0 0,0 0 1 0 0,1 0-1 0 0,-1 0 1 0 0,0 0-1 0 0,0 0 1 0 0,0 0-1 0 0,0 0 1 0 0,0 0-1 0 0,1 0 1 0 0,-1 0 0 0 0,0 0-1 0 0,0 0 1 0 0,0 0-1 0 0,0 0 1 0 0,0 0-1 0 0,0 0 1 0 0,1 1-1 0 0,-1-1 1 0 0,0 0-1 0 0,0 0 1 0 0,0 0 0 0 0,0 0-1 0 0,3 13 666 0 0,-2 18-268 0 0,-1-28-287 0 0,0 6 35 0 0,0 0 1 0 0,1 0 0 0 0,0 1 0 0 0,1-1-1 0 0,-1 0 1 0 0,7 15 0 0 0,12 10-1101 0 0,-17-30 27 0 0,1 0 0 0 0,1 0 0 0 0,-1 0 0 0 0,0-1 0 0 0,8 5 0 0 0,12 6-5531 0 0</inkml:trace>
</inkml:ink>
</file>

<file path=ppt/ink/ink2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9.0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0 6449 0 0,'-1'1'216'0'0,"0"0"-1"0"0,0 0 0 0 0,0 0 0 0 0,0 1 1 0 0,0-1-1 0 0,0 0 0 0 0,1 0 1 0 0,-1 1-1 0 0,0-1 0 0 0,1 0 0 0 0,-1 1 1 0 0,1-1-1 0 0,0 1 0 0 0,-1-1 0 0 0,1 0 1 0 0,0 3-1 0 0,-4 28 3204 0 0,3-29-3252 0 0,0 25 1134 0 0,1 0 0 0 0,1 0 0 0 0,2 0 1 0 0,1 0-1 0 0,0-1 0 0 0,18 54 0 0 0,22 40-2051 0 0,6-8-5152 0 0,-36-85-1039 0 0</inkml:trace>
</inkml:ink>
</file>

<file path=ppt/ink/ink2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9.1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6 179 5065 0 0,'-1'0'165'0'0,"1"-1"-1"0"0,-1 0 1 0 0,0 0-1 0 0,1 0 1 0 0,-1 0-1 0 0,1 0 1 0 0,0 0-1 0 0,-1-1 1 0 0,1 1-1 0 0,0 0 1 0 0,-1 0-1 0 0,1 0 1 0 0,0 0 0 0 0,0 0-1 0 0,0-1 1 0 0,0 1-1 0 0,0 0 1 0 0,0 0-1 0 0,1 0 1 0 0,-1 0-1 0 0,0 0 1 0 0,0 0-1 0 0,1-2 1 0 0,1 0 269 0 0,0-1 1 0 0,0 1-1 0 0,0-1 1 0 0,0 1-1 0 0,0 0 0 0 0,1 0 1 0 0,2-3-1 0 0,3-3 186 0 0,1 1-1 0 0,0 1 0 0 0,1-1 1 0 0,10-5-1 0 0,-1 3-352 0 0,0 1 0 0 0,1 0 0 0 0,0 2-1 0 0,34-9 1 0 0,-9 6-1834 0 0,50-3 0 0 0,-64 10 416 0 0</inkml:trace>
</inkml:ink>
</file>

<file path=ppt/ink/ink2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9.7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120 30 5065 0 0,'0'-1'240'0'0,"1"0"0"0"0,0 0 0 0 0,-1 1 0 0 0,1-1 0 0 0,-1 0 0 0 0,1 0 0 0 0,-1 0-1 0 0,0 0 1 0 0,1 0 0 0 0,-1 0 0 0 0,0 0 0 0 0,0 0 0 0 0,0 0 0 0 0,0 0 0 0 0,1 0 0 0 0,-1 0 0 0 0,-1 0 0 0 0,1 0 0 0 0,0 0-1 0 0,0 0 1 0 0,0 0 0 0 0,0 0 0 0 0,-1 1 0 0 0,1-1 0 0 0,0 0 0 0 0,-1 0 0 0 0,1 0 0 0 0,-1-1 0 0 0,0 2-30 0 0,0 0 1 0 0,-1-1 0 0 0,1 1-1 0 0,0 0 1 0 0,0 0 0 0 0,0 0-1 0 0,0 0 1 0 0,0 0 0 0 0,0 0-1 0 0,-1 0 1 0 0,1 0 0 0 0,0 1-1 0 0,0-1 1 0 0,0 0-1 0 0,0 1 1 0 0,0-1 0 0 0,0 1-1 0 0,0-1 1 0 0,0 1 0 0 0,0-1-1 0 0,0 1 1 0 0,0 0 0 0 0,0 0-1 0 0,-1 0 1 0 0,-6 7 232 0 0,-1 0-1 0 0,1 0 1 0 0,0 0-1 0 0,0 1 1 0 0,1 0-1 0 0,-7 12 1 0 0,10-14-373 0 0,0 0-1 0 0,0 1 1 0 0,0-1 0 0 0,1 1 0 0 0,0 0-1 0 0,0 0 1 0 0,1 0 0 0 0,0 0 0 0 0,-1 11 0 0 0,3-15-65 0 0,1 0 0 0 0,-1 1 1 0 0,1-1-1 0 0,0 0 1 0 0,0 0-1 0 0,0 1 1 0 0,1-1-1 0 0,-1 0 1 0 0,1 0-1 0 0,0 0 1 0 0,0-1-1 0 0,1 1 1 0 0,-1 0-1 0 0,1-1 1 0 0,-1 0-1 0 0,1 1 1 0 0,0-1-1 0 0,1 0 1 0 0,4 3-1 0 0,8 6-46 0 0,1 0 1 0 0,36 17-1 0 0,-24-13-51 0 0,-5-5 15 0 0,21 13 17 0 0,-43-22 55 0 0,1 0 1 0 0,0-1-1 0 0,-1 1 0 0 0,0 0 0 0 0,1 0 0 0 0,-1 1 0 0 0,0-1 1 0 0,0 0-1 0 0,0 1 0 0 0,0-1 0 0 0,-1 1 0 0 0,3 3 0 0 0,-4-5 6 0 0,0 1 0 0 0,0 0-1 0 0,0-1 1 0 0,0 1 0 0 0,0-1 0 0 0,0 1-1 0 0,-1-1 1 0 0,1 1 0 0 0,0 0-1 0 0,-1-1 1 0 0,1 1 0 0 0,-1-1-1 0 0,0 0 1 0 0,1 1 0 0 0,-1-1-1 0 0,0 1 1 0 0,0-1 0 0 0,0 0-1 0 0,0 0 1 0 0,0 1 0 0 0,0-1-1 0 0,0 0 1 0 0,-1 0 0 0 0,1 0-1 0 0,0 0 1 0 0,-1-1 0 0 0,1 1-1 0 0,0 0 1 0 0,-1 0 0 0 0,1-1-1 0 0,-3 2 1 0 0,-5 2-31 0 0,0 0 1 0 0,0-1-1 0 0,-17 4 0 0 0,10-4-1430 0 0,0 0-5432 0 0</inkml:trace>
</inkml:ink>
</file>

<file path=ppt/ink/ink2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20.0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0 272 4145 0 0,'17'-12'495'0'0,"-1"0"1"0"0,0-2-1 0 0,-1 1 1 0 0,-1-2 0 0 0,0 0-1 0 0,-1 0 1 0 0,-1-2-1 0 0,0 1 1 0 0,-1-1-1 0 0,-1-1 1 0 0,-1 0-1 0 0,0-1 1 0 0,7-23-1 0 0,-15 41-375 0 0,-1 0 0 0 0,1-1 0 0 0,-1 1-1 0 0,1 0 1 0 0,-1-1 0 0 0,1 1 0 0 0,-1 0-1 0 0,0-1 1 0 0,0 1 0 0 0,0-1 0 0 0,0 1-1 0 0,0-1 1 0 0,0 1 0 0 0,0-1 0 0 0,0 1-1 0 0,-1 0 1 0 0,0-3 0 0 0,1 4-24 0 0,-1 0 1 0 0,1 0 0 0 0,-1-1-1 0 0,1 1 1 0 0,-1 0-1 0 0,1 0 1 0 0,-1 0-1 0 0,1 0 1 0 0,-1 0-1 0 0,1 0 1 0 0,-1 0-1 0 0,1 0 1 0 0,-1 0-1 0 0,1 0 1 0 0,-1 0-1 0 0,1 0 1 0 0,-1 0-1 0 0,0 0 1 0 0,1 0-1 0 0,-1 0 1 0 0,1 1-1 0 0,-1-1 1 0 0,1 0-1 0 0,0 0 1 0 0,-1 1-1 0 0,1-1 1 0 0,-1 0 0 0 0,0 1-1 0 0,-3 2 255 0 0,0 0-1 0 0,0 0 1 0 0,0 1 0 0 0,1-1 0 0 0,-1 1-1 0 0,1-1 1 0 0,0 1 0 0 0,-5 8-1 0 0,6-5-257 0 0,-1 1-1 0 0,1-1 0 0 0,0 1 0 0 0,1 0 0 0 0,0-1 0 0 0,0 1 0 0 0,1 0 0 0 0,0 0 0 0 0,0-1 1 0 0,1 1-1 0 0,0 0 0 0 0,0-1 0 0 0,0 1 0 0 0,1 0 0 0 0,1-1 0 0 0,-1 0 0 0 0,1 1 0 0 0,0-1 1 0 0,1-1-1 0 0,0 1 0 0 0,0 0 0 0 0,0-1 0 0 0,1 0 0 0 0,0 0 0 0 0,0 0 0 0 0,1 0 0 0 0,-1-1 0 0 0,1 0 1 0 0,12 8-1 0 0,-14-11-90 0 0,0-1 1 0 0,0 1 0 0 0,0-1-1 0 0,0 0 1 0 0,0 0 0 0 0,0 0-1 0 0,1 0 1 0 0,-1-1 0 0 0,0 0-1 0 0,0 0 1 0 0,0 0 0 0 0,1 0-1 0 0,-1-1 1 0 0,0 1 0 0 0,0-1-1 0 0,0 0 1 0 0,0 0 0 0 0,0-1-1 0 0,0 1 1 0 0,0-1 0 0 0,5-3-1 0 0,8-6-312 0 0,0 0-1 0 0,-1 0 0 0 0,20-20 1 0 0,-10 9-1262 0 0,3-2-5394 0 0</inkml:trace>
</inkml:ink>
</file>

<file path=ppt/ink/ink2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20.4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 4609 0 0,'2'-1'11394'0'0,"11"188"-4928"0"0,7 63-5911 0 0,-16-209-1721 0 0,-4-23-4873 0 0</inkml:trace>
</inkml:ink>
</file>

<file path=ppt/ink/ink2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20.6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0 230 3169 0 0,'4'-13'168'0'0,"0"1"0"0"0,1 0 1 0 0,1 0-1 0 0,0 0 0 0 0,1 1 0 0 0,0 0 1 0 0,0 0-1 0 0,1 0 0 0 0,18-17 1 0 0,-20 23 214 0 0,13-14 1696 0 0,30-20 0 0 0,-43 35-1586 0 0,-1 0 0 0 0,1 0 0 0 0,1 1 0 0 0,-1 0 0 0 0,0 0 0 0 0,1 0 0 0 0,-1 1-1 0 0,1 0 1 0 0,0 0 0 0 0,11-1 0 0 0,-17 3-385 0 0,1 0 0 0 0,-1 0 0 0 0,0 0 1 0 0,1 0-1 0 0,-1 0 0 0 0,1 0 0 0 0,-1 0 0 0 0,0 0 0 0 0,1 0 0 0 0,-1 0 0 0 0,0 1 0 0 0,1-1 0 0 0,-1 1 1 0 0,0-1-1 0 0,0 1 0 0 0,1-1 0 0 0,-1 1 0 0 0,0 0 0 0 0,0-1 0 0 0,0 1 0 0 0,0 0 0 0 0,0 0 0 0 0,0 0 1 0 0,0 0-1 0 0,0 0 0 0 0,0 0 0 0 0,0 0 0 0 0,-1 0 0 0 0,1 1 0 0 0,0-1 0 0 0,-1 0 0 0 0,1 0 0 0 0,-1 1 1 0 0,1-1-1 0 0,-1 0 0 0 0,0 1 0 0 0,0-1 0 0 0,1 0 0 0 0,-1 1 0 0 0,0-1 0 0 0,0 0 0 0 0,0 1 0 0 0,0-1 1 0 0,0 0-1 0 0,-1 1 0 0 0,1-1 0 0 0,0 0 0 0 0,-2 3 0 0 0,0 5 124 0 0,-1-1-1 0 0,0 0 1 0 0,0 1-1 0 0,-1-1 1 0 0,0-1-1 0 0,-6 10 1 0 0,-5 4 36 0 0,-1-1 1 0 0,-1 0-1 0 0,-35 31 1 0 0,-26 12-2898 0 0</inkml:trace>
</inkml:ink>
</file>

<file path=ppt/ink/ink2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20.9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105 1 7802 0 0,'-3'0'326'0'0,"1"0"1"0"0,-1 0 0 0 0,0 0 0 0 0,0 0-1 0 0,0 1 1 0 0,1-1 0 0 0,-1 1 0 0 0,0-1-1 0 0,1 1 1 0 0,-1 0 0 0 0,1 0 0 0 0,-1 1-1 0 0,1-1 1 0 0,-1 0 0 0 0,1 1 0 0 0,0 0-1 0 0,0-1 1 0 0,-1 1 0 0 0,1 0 0 0 0,1 0-1 0 0,-1 0 1 0 0,0 0 0 0 0,-3 5 0 0 0,-1 1 397 0 0,1 0-1 0 0,0 1 1 0 0,0 0 0 0 0,0 0 0 0 0,-4 13 0 0 0,7-15-564 0 0,0 1 0 0 0,0-1 0 0 0,1 1 1 0 0,0 0-1 0 0,0-1 0 0 0,1 13 0 0 0,0-18-171 0 0,0 0 1 0 0,0 0-1 0 0,0 0 0 0 0,1 0 1 0 0,-1 0-1 0 0,1 0 0 0 0,-1 0 1 0 0,1 0-1 0 0,0 0 0 0 0,-1 0 1 0 0,1 0-1 0 0,0 0 1 0 0,0 0-1 0 0,1 0 0 0 0,-1-1 1 0 0,0 1-1 0 0,0 0 0 0 0,1-1 1 0 0,-1 1-1 0 0,1-1 0 0 0,0 0 1 0 0,-1 1-1 0 0,1-1 0 0 0,0 0 1 0 0,0 0-1 0 0,0 0 0 0 0,-1 0 1 0 0,1 0-1 0 0,3 0 0 0 0,-4-1-33 0 0,1 0 0 0 0,0 0 0 0 0,0-1-1 0 0,-1 1 1 0 0,1 0 0 0 0,0-1 0 0 0,0 1-1 0 0,-1-1 1 0 0,1 0 0 0 0,0 1 0 0 0,-1-1-1 0 0,1 0 1 0 0,-1 0 0 0 0,1 0 0 0 0,-1 0-1 0 0,0 0 1 0 0,3-3 0 0 0,25-27-973 0 0,-23 23 918 0 0,8-8 195 0 0,-9 10 6 0 0,0-1 0 0 0,0 1 0 0 0,0 0-1 0 0,1 1 1 0 0,0-1 0 0 0,0 1 0 0 0,1 0 0 0 0,-1 1 0 0 0,1-1-1 0 0,13-5 1 0 0,-19 10-85 0 0,0 0 0 0 0,0 0 0 0 0,0-1-1 0 0,0 1 1 0 0,0 1 0 0 0,0-1-1 0 0,0 0 1 0 0,0 0 0 0 0,0 0 0 0 0,0 0-1 0 0,0 1 1 0 0,0-1 0 0 0,0 0 0 0 0,0 1-1 0 0,0-1 1 0 0,-1 1 0 0 0,1-1 0 0 0,0 1-1 0 0,0-1 1 0 0,0 1 0 0 0,-1 0 0 0 0,1-1-1 0 0,0 1 1 0 0,-1 0 0 0 0,1 0-1 0 0,-1-1 1 0 0,1 1 0 0 0,0 1 0 0 0,13 29-258 0 0,-11-21 20 0 0,4 9-251 0 0</inkml:trace>
</inkml:ink>
</file>

<file path=ppt/ink/ink2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21.3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80 4865 0 0,'15'-1'1546'0'0,"-13"1"-808"0"0,0 0-1 0 0,0-1 1 0 0,0 1-1 0 0,0 0 1 0 0,0 0-1 0 0,0 1 1 0 0,0-1-1 0 0,0 0 1 0 0,0 1 0 0 0,0-1-1 0 0,3 2 1 0 0,9 8 485 0 0,20 30 2079 0 0,-27-28-3053 0 0,1-1 0 0 0,-2 1 0 0 0,0 1 1 0 0,0-1-1 0 0,-2 1 0 0 0,1 0 0 0 0,4 21 1 0 0,-25-71 1190 0 0,12 20-1708 0 0,1-1 0 0 0,0 1 0 0 0,1-1 0 0 0,1 0 0 0 0,0 0 0 0 0,2 0 0 0 0,0 1-1 0 0,6-34 1 0 0,0 29-7249 0 0</inkml:trace>
</inkml:ink>
</file>

<file path=ppt/ink/ink2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21.7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128 4 4145 0 0,'-4'1'499'0'0,"1"-1"0"0"0,-1 0 0 0 0,1 1 0 0 0,-1 0 0 0 0,1 0 0 0 0,-1 0 0 0 0,1 0 0 0 0,0 0 0 0 0,0 1 0 0 0,-1 0 0 0 0,1-1 0 0 0,-4 5 1 0 0,1-1 24 0 0,0-1 1 0 0,1 2 0 0 0,0-1 0 0 0,0 1-1 0 0,-8 11 1 0 0,8-9-133 0 0,-1 1-1 0 0,2 0 1 0 0,-1 1-1 0 0,1-1 0 0 0,1 1 1 0 0,0-1-1 0 0,0 1 1 0 0,1 0-1 0 0,-2 11 1 0 0,4-20-369 0 0,0 0-1 0 0,0 0 1 0 0,-1 1 0 0 0,1-1 0 0 0,0 0-1 0 0,1 0 1 0 0,-1 0 0 0 0,0 1 0 0 0,0-1 0 0 0,0 0-1 0 0,1 0 1 0 0,-1 0 0 0 0,0 0 0 0 0,1 0-1 0 0,-1 1 1 0 0,1-1 0 0 0,0 0 0 0 0,-1 0-1 0 0,1 0 1 0 0,0 0 0 0 0,-1-1 0 0 0,1 1 0 0 0,0 0-1 0 0,0 0 1 0 0,0 0 0 0 0,0-1 0 0 0,0 1-1 0 0,2 1 1 0 0,-2-2-22 0 0,1 0-1 0 0,-1 0 0 0 0,1 0 1 0 0,-1 0-1 0 0,0 0 1 0 0,1 0-1 0 0,-1 0 1 0 0,1 0-1 0 0,-1 0 1 0 0,0-1-1 0 0,1 1 0 0 0,-1-1 1 0 0,0 1-1 0 0,1-1 1 0 0,-1 0-1 0 0,0 1 1 0 0,0-1-1 0 0,1 0 0 0 0,-1 0 1 0 0,0 0-1 0 0,0 0 1 0 0,0 0-1 0 0,2-2 1 0 0,12-16-459 0 0,27-41 0 0 0,-33 45 594 0 0,0 0 0 0 0,2 1 0 0 0,-1 0 0 0 0,2 1 0 0 0,24-23 0 0 0,-35 36-78 0 0,-1-1 0 0 0,1 1-1 0 0,-1 0 1 0 0,1 0 0 0 0,-1 0 0 0 0,1-1 0 0 0,0 1 0 0 0,-1 0 0 0 0,1 0 0 0 0,0 0 0 0 0,-1 0 0 0 0,1 0 0 0 0,-1 0 0 0 0,1 0 0 0 0,0 0 0 0 0,-1 0 0 0 0,1 1 0 0 0,0-1 0 0 0,-1 0 0 0 0,1 0 0 0 0,-1 0 0 0 0,1 1 0 0 0,-1-1 0 0 0,1 0 0 0 0,0 1 0 0 0,-1-1 0 0 0,1 1 0 0 0,-1-1 0 0 0,0 0 0 0 0,1 1-1 0 0,-1-1 1 0 0,1 1 0 0 0,-1-1 0 0 0,0 1 0 0 0,1-1 0 0 0,-1 1 0 0 0,0-1 0 0 0,1 1 0 0 0,-1 0 0 0 0,0-1 0 0 0,0 2 0 0 0,14 31 711 0 0,-11-25-612 0 0,0 0-357 0 0,1-1-1 0 0,0 1 1 0 0,0-1-1 0 0,1 0 1 0 0,-1-1-1 0 0,2 1 1 0 0,-1-1-1 0 0,1 0 1 0 0,-1 0-1 0 0,2-1 1 0 0,-1 0-1 0 0,1 0 1 0 0,11 7-1 0 0,0-4-1799 0 0</inkml:trace>
</inkml:ink>
</file>

<file path=ppt/ink/ink2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21.9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17 7834 0 0,'-13'-16'4028'0'0,"12"28"850"0"0,5 13-3464 0 0,31 176 3329 0 0,-27-170-4946 0 0,1 0 0 0 0,1 0 0 0 0,2-1 0 0 0,21 38 0 0 0,-19-45-1661 0 0,0 0-5391 0 0</inkml:trace>
</inkml:ink>
</file>

<file path=ppt/ink/ink2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22.1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1 175 10138 0 0,'0'-1'69'0'0,"0"-1"0"0"0,0 0 0 0 0,0 0 0 0 0,0 0 0 0 0,0 0-1 0 0,1 0 1 0 0,-1 0 0 0 0,1 0 0 0 0,-1 0 0 0 0,1 1 0 0 0,0-1 0 0 0,0 0-1 0 0,0 0 1 0 0,0 1 0 0 0,0-1 0 0 0,0 0 0 0 0,0 1 0 0 0,0-1 0 0 0,1 1 0 0 0,-1 0-1 0 0,3-3 1 0 0,40-23 891 0 0,-27 17-617 0 0,104-53-1500 0 0,-106 56 77 0 0,0 1-1 0 0,1 1 0 0 0,-1 0 0 0 0,1 1 1 0 0,0 1-1 0 0,23-2 0 0 0,-18 6 920 0 0</inkml:trace>
</inkml:ink>
</file>

<file path=ppt/ink/ink2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22.3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0 233 5985 0 0,'3'0'128'0'0,"-1"1"1"0"0,0-1-1 0 0,0 1 0 0 0,1-1 0 0 0,-1 0 0 0 0,0 0 0 0 0,0 0 0 0 0,1 0 1 0 0,-1 0-1 0 0,0-1 0 0 0,1 1 0 0 0,-1-1 0 0 0,3 0 0 0 0,33-13 2334 0 0,-29 10-2114 0 0,14-5 1114 0 0,0-2-1 0 0,0 0 1 0 0,20-15 0 0 0,-37 23-1305 0 0,-1-1 1 0 0,0 1 0 0 0,0-1-1 0 0,0 0 1 0 0,-1 0 0 0 0,1-1-1 0 0,-1 0 1 0 0,0 1 0 0 0,0-1-1 0 0,-1-1 1 0 0,0 1 0 0 0,1 0-1 0 0,-2-1 1 0 0,1 0 0 0 0,-1 0-1 0 0,0 1 1 0 0,3-13-1 0 0,-5 16-147 0 0,0 0 0 0 0,0 0-1 0 0,0-1 1 0 0,0 1-1 0 0,0 0 1 0 0,0 0-1 0 0,0 0 1 0 0,-1 0-1 0 0,1 0 1 0 0,-1 0-1 0 0,0 0 1 0 0,0 0-1 0 0,1 0 1 0 0,-1 0-1 0 0,0 1 1 0 0,0-1 0 0 0,-1 0-1 0 0,1 0 1 0 0,0 1-1 0 0,-1-1 1 0 0,-2-1-1 0 0,2 1 19 0 0,-1 0 1 0 0,0 0-1 0 0,0 1 0 0 0,0-1 1 0 0,0 1-1 0 0,0 0 0 0 0,0 0 0 0 0,0 0 1 0 0,-1 1-1 0 0,1-1 0 0 0,0 1 1 0 0,-6-1-1 0 0,4 1-1 0 0,0 0-1 0 0,0 0 1 0 0,0 1-1 0 0,0-1 1 0 0,0 1 0 0 0,0 0-1 0 0,0 1 1 0 0,0-1-1 0 0,1 1 1 0 0,-1 0 0 0 0,0 0-1 0 0,1 1 1 0 0,0-1-1 0 0,-1 1 1 0 0,1 0 0 0 0,0 0-1 0 0,1 0 1 0 0,-6 6-1 0 0,6-5-65 0 0,1 0-1 0 0,0 0 0 0 0,0 0 1 0 0,0 0-1 0 0,0 1 1 0 0,1-1-1 0 0,0 0 0 0 0,0 1 1 0 0,0 0-1 0 0,0-1 0 0 0,1 1 1 0 0,0-1-1 0 0,-1 1 1 0 0,2 0-1 0 0,-1-1 0 0 0,1 1 1 0 0,-1-1-1 0 0,1 1 0 0 0,1-1 1 0 0,-1 1-1 0 0,0-1 1 0 0,1 1-1 0 0,0-1 0 0 0,0 0 1 0 0,0 0-1 0 0,1 0 0 0 0,3 4 1 0 0,9 6-788 0 0</inkml:trace>
</inkml:ink>
</file>

<file path=ppt/ink/ink2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22.6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82 100 1376 0 0,'18'-25'1584'0'0,"-15"21"-418"0"0,0-1 0 0 0,0 0-1 0 0,0-1 1 0 0,-1 1 0 0 0,0 0 0 0 0,0-1-1 0 0,0 1 1 0 0,-1-1 0 0 0,0 1-1 0 0,0-1 1 0 0,-2-11 3156 0 0,-3 24-3060 0 0,1 13-658 0 0,7-2-526 0 0,0 0-1 0 0,1-1 0 0 0,15 32 0 0 0,-14-34 9 0 0,1 0 0 0 0,-2 1 0 0 0,0-1 0 0 0,5 30 0 0 0,-10-39-75 0 0,0-1 0 0 0,0 1 1 0 0,0-1-1 0 0,-1 1 0 0 0,1-1 1 0 0,-1 0-1 0 0,0 1 0 0 0,-1-1 1 0 0,0 0-1 0 0,1 0 0 0 0,-2 0 1 0 0,1 0-1 0 0,0 0 0 0 0,-1 0 1 0 0,0-1-1 0 0,0 1 0 0 0,-1-1 1 0 0,-6 8-1 0 0,-1-2-20 0 0,-1 0-1 0 0,0-1 1 0 0,0 0 0 0 0,-1-1-1 0 0,0 0 1 0 0,0-1 0 0 0,-22 9-1 0 0,13-9-107 0 0</inkml:trace>
</inkml:ink>
</file>

<file path=ppt/ink/ink2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22.7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0 13363 0 0,'3'9'1184'0'0,"-3"-2"-944"0"0,1 0-240 0 0,-3 7 4225 0 0,-1-10-2721 0 0,0 4-1016 0 0,-1 3-199 0 0,-2 0-49 0 0,-5-1-8 0 0</inkml:trace>
</inkml:ink>
</file>

<file path=ppt/ink/ink2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46.7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31 4609 0 0,'1'-2'545'0'0,"0"-1"-1"0"0,0 1 1 0 0,0 0-1 0 0,1-1 1 0 0,-1 1-1 0 0,1 0 1 0 0,-1 0-1 0 0,1 0 1 0 0,0 0-1 0 0,0 0 1 0 0,0 1-1 0 0,4-4 1 0 0,-6 5-336 0 0,1 0 0 0 0,-1 0 0 0 0,1 0 0 0 0,-1 0 0 0 0,1 0 0 0 0,-1-1 0 0 0,8 4 3136 0 0,-7-2-3136 0 0,12 19 1946 0 0,0 10-1261 0 0,-2 1 0 0 0,-1 0-1 0 0,11 59 1 0 0,3 102-656 0 0,-12-86 14 0 0,52 674 932 0 0,-64-757-1184 0 0,0-1 1 0 0,-1 1-1 0 0,-2-1 0 0 0,0 1 0 0 0,-2-1 0 0 0,-12 40 0 0 0,17-61-13 0 0,-1 0 0 0 0,1-1 0 0 0,0 1-1 0 0,0 0 1 0 0,0-1 0 0 0,-1 1 0 0 0,1 0-1 0 0,0-1 1 0 0,0 1 0 0 0,-1-1 0 0 0,1 1-1 0 0,-1-1 1 0 0,1 1 0 0 0,0-1 0 0 0,-1 1-1 0 0,1-1 1 0 0,-1 1 0 0 0,1-1 0 0 0,-1 0-1 0 0,0 1 1 0 0,1-1 0 0 0,-1 0 0 0 0,-1 1-1 0 0,-5-11-990 0 0,2-26-1497 0 0,14-96-6637 0 0,-3 66 5412 0 0,-3 20 2784 0 0</inkml:trace>
</inkml:ink>
</file>

<file path=ppt/ink/ink2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47.2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239 158 456 0 0,'-13'-9'354'0'0,"-1"1"0"0"0,-1 1 1 0 0,1 0-1 0 0,-1 1 0 0 0,0 1 0 0 0,-1 0 0 0 0,1 1 0 0 0,-31-4 0 0 0,23 6 891 0 0,18 2-726 0 0,0 0 0 0 0,0 0-1 0 0,1-1 1 0 0,-1 1-1 0 0,0-1 1 0 0,1-1-1 0 0,-1 1 1 0 0,1 0 0 0 0,-6-4-1 0 0,10 5-434 0 0,0-1 1 0 0,0 1-1 0 0,0-1 0 0 0,0 1 1 0 0,0-1-1 0 0,0 1 0 0 0,0-1 1 0 0,0 1-1 0 0,0-1 0 0 0,0 1 1 0 0,0-1-1 0 0,0 1 0 0 0,0-1 1 0 0,1 1-1 0 0,-1-1 0 0 0,0 1 1 0 0,0-1-1 0 0,1 1 0 0 0,-1-1 1 0 0,0 1-1 0 0,1-1 0 0 0,-1 1 1 0 0,0 0-1 0 0,1-1 0 0 0,-1 1 1 0 0,1 0-1 0 0,-1-1 0 0 0,1 1 0 0 0,-1 0 1 0 0,0-1-1 0 0,1 1 0 0 0,-1 0 1 0 0,1 0-1 0 0,-1 0 0 0 0,1 0 1 0 0,-1-1-1 0 0,2 1 0 0 0,20-11 856 0 0,11-2-325 0 0,1 2 0 0 0,1 1 0 0 0,0 2 1 0 0,0 2-1 0 0,1 1 0 0 0,63-1 0 0 0,-39 6-189 0 0,0 4 0 0 0,0 2 0 0 0,73 16 0 0 0,-111-17-405 0 0,0 1-1 0 0,-1 1 1 0 0,0 0-1 0 0,0 2 1 0 0,0 0-1 0 0,-1 2 1 0 0,23 15-1 0 0,-29-15-12 0 0,0 0 0 0 0,0 1-1 0 0,-2 1 1 0 0,0 0-1 0 0,0 0 1 0 0,-1 1 0 0 0,-1 1-1 0 0,0 0 1 0 0,12 26-1 0 0,-8-12 59 0 0,-2 2-1 0 0,-1 0 1 0 0,-1 0-1 0 0,-2 0 1 0 0,-1 1-1 0 0,-1 1 1 0 0,1 54-1 0 0,-6-59-7 0 0,-2 0 1 0 0,-1 0-1 0 0,-1-1 0 0 0,-1 1 0 0 0,-2 0 0 0 0,0-1 0 0 0,-2 0 1 0 0,-1-1-1 0 0,-16 32 0 0 0,-1-9 122 0 0,-2-1 0 0 0,-2-1 0 0 0,-3-1 0 0 0,-45 49 0 0 0,49-64-88 0 0,-1-1 0 0 0,-2-1 1 0 0,0-2-1 0 0,-2-2 0 0 0,-1-1 0 0 0,-43 23 1 0 0,52-34-15 0 0,-35 18 108 0 0,56-28-176 0 0,0-1 0 0 0,-1 0 0 0 0,0 0 0 0 0,1-1 0 0 0,-1 0 0 0 0,0 0 0 0 0,0 0 0 0 0,-9-1 0 0 0,15 0-30 0 0,-1 0-1 0 0,0 0 1 0 0,1 0-1 0 0,-1 0 0 0 0,0 0 1 0 0,1 0-1 0 0,-1 0 1 0 0,0 0-1 0 0,1-1 1 0 0,-1 1-1 0 0,0 0 0 0 0,1-1 1 0 0,-1 1-1 0 0,0 0 1 0 0,1-1-1 0 0,-1 1 1 0 0,1-1-1 0 0,-1 1 0 0 0,1-1 1 0 0,-1 1-1 0 0,1-1 1 0 0,-1 1-1 0 0,1-1 1 0 0,0 1-1 0 0,-1-1 0 0 0,1 0 1 0 0,0 1-1 0 0,0-1 1 0 0,-1 0-1 0 0,1 1 1 0 0,0-1-1 0 0,0 0 0 0 0,0 1 1 0 0,0-1-1 0 0,0 0 1 0 0,-1 1-1 0 0,1-1 0 0 0,1 0 1 0 0,-1 0-1 0 0,0 1 1 0 0,0-1-1 0 0,0 0 1 0 0,1 0-1 0 0,11-29-3339 0 0</inkml:trace>
</inkml:ink>
</file>

<file path=ppt/ink/ink2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47.7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80 1840 0 0,'-16'-13'2297'0'0,"4"2"1847"0"0,13 10-4091 0 0,0 0 0 0 0,-1 0 0 0 0,1 1 0 0 0,0-1 0 0 0,0 0 0 0 0,0 1 0 0 0,0-1 0 0 0,0 1 0 0 0,0-1 0 0 0,0 1 0 0 0,0 0 0 0 0,0-1 0 0 0,0 1 0 0 0,0 0 0 0 0,0-1 0 0 0,0 1 0 0 0,0 0 0 0 0,0 0 0 0 0,2 0 0 0 0,307-40 6018 0 0,161 33-4103 0 0,-65 53-360 0 0,-324-34-1064 0 0,-1-4-659 0 0,135-3 1 0 0,-184-7-526 0 0,-4-3-195 0 0</inkml:trace>
</inkml:ink>
</file>

<file path=ppt/ink/ink2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48.3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1420 37 2304 0 0,'14'-8'349'0'0,"-10"6"157"0"0,1 0 0 0 0,-1 0 0 0 0,1 0 0 0 0,-1-1 0 0 0,0 0 0 0 0,0 0 0 0 0,0 0 0 0 0,3-4 0 0 0,-9 6-25 0 0,0 1 1 0 0,0 0 0 0 0,0-1-1 0 0,1 1 1 0 0,-1 0-1 0 0,0 0 1 0 0,0 1-1 0 0,0-1 1 0 0,0 0-1 0 0,0 1 1 0 0,-3 0-1 0 0,-164 30 6056 0 0,-88-9-4586 0 0,98-11-1213 0 0,-9 3-410 0 0,-183-8-1 0 0,305-11-211 0 0,-69-15 0 0 0,75 12-1276 0 0,1 1 0 0 0,-66-2 1 0 0</inkml:trace>
</inkml:ink>
</file>

<file path=ppt/ink/ink2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48.7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1486 0 456 0 0,'-1'2'468'0'0,"1"0"1"0"0,-1 0-1 0 0,0 0 1 0 0,1 0-1 0 0,-1-1 0 0 0,0 1 1 0 0,0 0-1 0 0,0 0 0 0 0,0-1 1 0 0,0 1-1 0 0,-1-1 0 0 0,1 1 1 0 0,0-1-1 0 0,-1 0 1 0 0,1 1-1 0 0,-1-1 0 0 0,1 0 1 0 0,-1 0-1 0 0,0 0 0 0 0,1 0 1 0 0,-1 0-1 0 0,0 0 0 0 0,0-1 1 0 0,-3 2-1 0 0,-50 12 3627 0 0,52-13-3835 0 0,-79 10 2282 0 0,-101 2 0 0 0,38-4-1677 0 0,-715 105-185 0 0,846-112-812 0 0,-94 11-3018 0 0</inkml:trace>
</inkml:ink>
</file>

<file path=ppt/ink/ink2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49.6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10 5529 0 0,'-7'-9'9428'0'0,"15"23"-4002"0"0,2-3-7150 0 0,103 99 3514 0 0,-78-73-1618 0 0,1-2-1 0 0,2-1 1 0 0,77 53-1 0 0,-105-81-777 0 0,0-1-1 0 0,0-1 0 0 0,0 1 1 0 0,0-2-1 0 0,1 1 0 0 0,0-1 1 0 0,13 2-1 0 0,-7-5-944 0 0</inkml:trace>
</inkml:ink>
</file>

<file path=ppt/ink/ink2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49.9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391 4 11058 0 0,'0'0'113'0'0,"-1"-1"-1"0"0,0 1 0 0 0,1-1 0 0 0,-1 1 1 0 0,0 0-1 0 0,0-1 0 0 0,1 1 0 0 0,-1 0 1 0 0,0 0-1 0 0,0-1 0 0 0,0 1 1 0 0,1 0-1 0 0,-1 0 0 0 0,0 0 0 0 0,0 0 1 0 0,0 0-1 0 0,1 0 0 0 0,-1 0 0 0 0,0 1 1 0 0,0-1-1 0 0,0 0 0 0 0,1 0 0 0 0,-1 0 1 0 0,0 1-1 0 0,0-1 0 0 0,1 0 0 0 0,-1 1 1 0 0,0-1-1 0 0,1 1 0 0 0,-1-1 0 0 0,0 1 1 0 0,1-1-1 0 0,-1 1 0 0 0,0 0 1 0 0,-25 27 1787 0 0,18-18-1223 0 0,-153 185 3083 0 0,24 18-5530 0 0,119-179-3021 0 0,4-2-1563 0 0</inkml:trace>
</inkml:ink>
</file>

<file path=ppt/ink/ink2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0.4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25 7834 0 0,'0'-1'238'0'0,"0"0"1"0"0,-1 0 0 0 0,1-1-1 0 0,-1 1 1 0 0,1 0 0 0 0,-1 0-1 0 0,1 0 1 0 0,-1 0 0 0 0,0 0-1 0 0,1-1 1 0 0,-1 1 0 0 0,0 0 0 0 0,0 0-1 0 0,0 1 1 0 0,0-1 0 0 0,0 0-1 0 0,0 0 1 0 0,0 0 0 0 0,0 1-1 0 0,0-1 1 0 0,0 0 0 0 0,0 1-1 0 0,-1-1 1 0 0,1 1 0 0 0,0 0-1 0 0,0-1 1 0 0,-1 1 0 0 0,1 0-1 0 0,0 0 1 0 0,-2-1 0 0 0,2 2-54 0 0,-1 0 1 0 0,1-1-1 0 0,0 1 1 0 0,-1 0-1 0 0,1 0 1 0 0,0 0-1 0 0,0 0 1 0 0,0 0 0 0 0,-1 0-1 0 0,1 0 1 0 0,0 0-1 0 0,0 1 1 0 0,1-1-1 0 0,-1 0 1 0 0,0 1-1 0 0,0-1 1 0 0,1 0-1 0 0,-1 1 1 0 0,0-1-1 0 0,1 1 1 0 0,0-1-1 0 0,-1 1 1 0 0,1-1-1 0 0,0 3 1 0 0,-3 13 138 0 0,1 1 0 0 0,1-1-1 0 0,0 1 1 0 0,4 28 0 0 0,15 73-663 0 0,-6-55-34 0 0,-5-13-963 0 0,0 0-3376 0 0,-2 2-1632 0 0</inkml:trace>
</inkml:ink>
</file>

<file path=ppt/ink/ink2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0.8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21 10594 0 0,'0'-1'112'0'0,"0"0"-1"0"0,1 0 1 0 0,-1 0-1 0 0,1 0 1 0 0,-1 0-1 0 0,1 0 1 0 0,0 0-1 0 0,-1 0 1 0 0,1 0-1 0 0,0 0 1 0 0,0 0-1 0 0,-1 0 1 0 0,1 0-1 0 0,0 0 1 0 0,0 1-1 0 0,0-1 1 0 0,0 0-1 0 0,0 1 1 0 0,0-1-1 0 0,0 1 1 0 0,0-1-1 0 0,0 1 1 0 0,1-1-1 0 0,-1 1 1 0 0,0 0-1 0 0,0-1 1 0 0,0 1-1 0 0,1 0 1 0 0,-1 0-1 0 0,0 0 1 0 0,0 0-1 0 0,2 1 1 0 0,41 1 1836 0 0,-31 2-1657 0 0,0 1-1 0 0,0-1 0 0 0,-1 2 1 0 0,0 0-1 0 0,0 0 0 0 0,0 2 1 0 0,20 15-1 0 0,71 72-553 0 0,-71-64-161 0 0,10 8-2047 0 0,-23-20-3178 0 0</inkml:trace>
</inkml:ink>
</file>

<file path=ppt/ink/ink2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1.0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277 29 5529 0 0,'-10'-15'166'0'0,"-6"2"4762"0"0,15 13-4670 0 0,-1 0-1 0 0,1 0 1 0 0,0 0-1 0 0,-1 0 1 0 0,1 0-1 0 0,-1 0 1 0 0,1 0-1 0 0,0 1 1 0 0,-1-1-1 0 0,1 0 1 0 0,0 1-1 0 0,-1-1 1 0 0,1 1-1 0 0,0-1 1 0 0,0 1-1 0 0,0 0 1 0 0,-1 0-1 0 0,1-1 1 0 0,0 1-1 0 0,0 0 1 0 0,0 0-1 0 0,0 0 1 0 0,0 0-1 0 0,1 0 1 0 0,-1 0-1 0 0,-1 2 1 0 0,-18 23 582 0 0,2 0 0 0 0,0 2 1 0 0,-19 42-1 0 0,16-31-710 0 0,-2 5-50 0 0,-26 69 0 0 0,41-91-1015 0 0,1 1-1 0 0,-6 43 0 0 0,10-35-5761 0 0</inkml:trace>
</inkml:ink>
</file>

<file path=ppt/ink/ink2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1.4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32 138 1376 0 0,'-1'-1'154'0'0,"-1"1"0"0"0,0 0 0 0 0,1-1 0 0 0,-1 0 0 0 0,1 1 0 0 0,-1-1 0 0 0,1 0 0 0 0,-1 0 0 0 0,1 0 0 0 0,-1 0 0 0 0,1 0 0 0 0,0 0 0 0 0,0 0 0 0 0,-1 0 0 0 0,1-1 0 0 0,0 1-1 0 0,0 0 1 0 0,0-1 0 0 0,0 1 0 0 0,1-1 0 0 0,-1 1 0 0 0,0-1 0 0 0,1 1 0 0 0,-1-1 0 0 0,1 0 0 0 0,-1 1 0 0 0,1-1 0 0 0,0 0 0 0 0,-1 1 0 0 0,1-1 0 0 0,0 0 0 0 0,0 1 0 0 0,0-1 0 0 0,1 0 0 0 0,-1 1 0 0 0,0-1-1 0 0,1-2 1 0 0,0 0 249 0 0,1-1-1 0 0,-1 1 0 0 0,1 0 0 0 0,-1 0 1 0 0,1 0-1 0 0,0 0 0 0 0,1 0 0 0 0,-1 1 0 0 0,1-1 1 0 0,0 1-1 0 0,0-1 0 0 0,0 1 0 0 0,4-4 0 0 0,-2 4-151 0 0,0-1-1 0 0,0 1 0 0 0,1 0 0 0 0,0 0 0 0 0,-1 1 0 0 0,1-1 1 0 0,0 1-1 0 0,0 1 0 0 0,0-1 0 0 0,1 1 0 0 0,-1 0 0 0 0,0 0 1 0 0,0 1-1 0 0,1 0 0 0 0,-1 0 0 0 0,0 0 0 0 0,10 3 0 0 0,-11-2-136 0 0,0 0-1 0 0,0 1 1 0 0,0 0 0 0 0,0 0-1 0 0,0 0 1 0 0,-1 1-1 0 0,1 0 1 0 0,-1 0-1 0 0,0 0 1 0 0,0 0 0 0 0,0 1-1 0 0,0-1 1 0 0,-1 1-1 0 0,1 0 1 0 0,-1 0-1 0 0,0 0 1 0 0,0 1 0 0 0,0-1-1 0 0,-1 1 1 0 0,0-1-1 0 0,3 9 1 0 0,1 4 47 0 0,-2 0 1 0 0,0 1-1 0 0,-1 0 0 0 0,-1 0 1 0 0,0 0-1 0 0,-2 25 1 0 0,-15 108 1571 0 0,15-150-1710 0 0,0-1 1 0 0,0 1-1 0 0,-1 0 0 0 0,1-1 0 0 0,0 1 1 0 0,0 0-1 0 0,0-1 0 0 0,0 1 0 0 0,0 0 1 0 0,0-1-1 0 0,0 1 0 0 0,0 0 0 0 0,0-1 1 0 0,0 1-1 0 0,0 0 0 0 0,1-1 0 0 0,-1 1 1 0 0,0 0-1 0 0,0-1 0 0 0,1 1 0 0 0,-1 0 1 0 0,0-1-1 0 0,1 1 0 0 0,-1-1 0 0 0,1 1 1 0 0,-1-1-1 0 0,1 1 0 0 0,-1-1 0 0 0,1 1 0 0 0,-1-1 1 0 0,1 1-1 0 0,0 0 0 0 0,1-1-6 0 0,0 0 0 0 0,-1 0 0 0 0,1 0 0 0 0,0 0 0 0 0,-1-1 0 0 0,1 1-1 0 0,0 0 1 0 0,-1-1 0 0 0,1 1 0 0 0,0-1 0 0 0,-1 1 0 0 0,1-1 0 0 0,1-1 0 0 0,48-33-198 0 0,-48 33 170 0 0,55-45-441 0 0,-25 19 47 0 0</inkml:trace>
</inkml:ink>
</file>

<file path=ppt/ink/ink2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3.0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70 158 5065 0 0,'-69'-39'9177'0'0,"87"52"-8678"0"0,1 0 1 0 0,18 18-1 0 0,-23-18-231 0 0,1-1 0 0 0,0-1 0 0 0,25 15 0 0 0,-34-23-127 0 0,0-1 1 0 0,0 1-1 0 0,0-1 0 0 0,0 0 1 0 0,1-1-1 0 0,-1 1 0 0 0,1-1 1 0 0,-1 0-1 0 0,1-1 0 0 0,0 0 1 0 0,-1 0-1 0 0,1 0 0 0 0,-1-1 1 0 0,8-1-1 0 0,-5 0 72 0 0,0 0-1 0 0,0-1 1 0 0,-1 1 0 0 0,1-2-1 0 0,-1 1 1 0 0,0-1-1 0 0,0 0 1 0 0,0-1 0 0 0,7-5-1 0 0,-11 6-148 0 0,0 0 0 0 0,1-1 0 0 0,-2 1 0 0 0,1-1 0 0 0,-1 1 0 0 0,1-1 0 0 0,-1 0-1 0 0,0 0 1 0 0,-1-1 0 0 0,1 1 0 0 0,-1-1 0 0 0,-1 1 0 0 0,1-1 0 0 0,1-9 0 0 0,16-76-881 0 0,-9 54-4716 0 0</inkml:trace>
</inkml:ink>
</file>

<file path=ppt/ink/ink2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3.2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0 5985 0 0,'-1'0'70'0'0,"0"1"0"0"0,1-1 0 0 0,-1 0 0 0 0,0 0 0 0 0,1 0 0 0 0,-1 0 0 0 0,0 0 0 0 0,1 1 0 0 0,-1-1 0 0 0,0 0 0 0 0,1 1 0 0 0,-1-1 0 0 0,1 0 0 0 0,-1 1 0 0 0,1-1 0 0 0,-1 1 0 0 0,0-1 0 0 0,1 0 0 0 0,0 1 0 0 0,-1 0 0 0 0,1-1 0 0 0,-1 1 0 0 0,1-1 0 0 0,0 1 0 0 0,-1 1 0 0 0,-4 21 2890 0 0,11 26 1130 0 0,-6-48-4090 0 0,5 24 1175 0 0,16 45-1 0 0,17 21-2688 0 0,-27-66-4126 0 0</inkml:trace>
</inkml:ink>
</file>

<file path=ppt/ink/ink2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4.4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131 114 6913 0 0,'-2'-14'248'0'0,"-12"-45"1758"0"0,14 56-1682 0 0,-1 1-1 0 0,0-1 0 0 0,0 1 0 0 0,0-1 0 0 0,0 1 1 0 0,0 0-1 0 0,-1 0 0 0 0,1-1 0 0 0,-1 1 1 0 0,1 0-1 0 0,-1 0 0 0 0,0 0 0 0 0,0 1 0 0 0,0-1 1 0 0,0 0-1 0 0,0 1 0 0 0,0-1 0 0 0,-4-1 1 0 0,5 3-195 0 0,0 0 1 0 0,0 0-1 0 0,-1 0 1 0 0,1 0-1 0 0,0 1 1 0 0,0-1-1 0 0,-1 0 1 0 0,1 1 0 0 0,0-1-1 0 0,0 1 1 0 0,0-1-1 0 0,0 1 1 0 0,-1-1-1 0 0,1 1 1 0 0,0 0-1 0 0,0 0 1 0 0,0 0-1 0 0,1-1 1 0 0,-1 1 0 0 0,0 0-1 0 0,0 0 1 0 0,0 0-1 0 0,1 0 1 0 0,-1 0-1 0 0,0 0 1 0 0,1 1-1 0 0,-1-1 1 0 0,1 0-1 0 0,-1 0 1 0 0,1 0 0 0 0,0 1-1 0 0,-1 0 1 0 0,-13 45 554 0 0,14-45-578 0 0,-12 60 336 0 0,-7 106 1 0 0,13 67-126 0 0,4-99-80 0 0,11 498 441 0 0,0-302-554 0 0,1 79-75 0 0,2 235 20 0 0,17 171 91 0 0,32-132 632 0 0,-4-65 304 0 0,-51-522-1131 0 0,11 104 99 0 0,-13-176-168 0 0,1 0-1 0 0,1 0 1 0 0,2-1 0 0 0,0 0 0 0 0,18 36 0 0 0,-25-59-86 0 0,0 0-1 0 0,0 0 1 0 0,1 0-1 0 0,-1 0 1 0 0,1 0-1 0 0,-1 0 1 0 0,1 0-1 0 0,-1 0 1 0 0,1-1 0 0 0,4 4-1 0 0</inkml:trace>
</inkml:ink>
</file>

<file path=ppt/ink/ink2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5.1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218 378 7834 0 0,'-14'-6'678'0'0,"0"-1"1"0"0,0 1 0 0 0,-1 1 0 0 0,0 1 0 0 0,0 0 0 0 0,0 1-1 0 0,0 1 1 0 0,-1 0 0 0 0,1 1 0 0 0,-1 0 0 0 0,-26 4-1 0 0,42-4-653 0 0,-1 1-1 0 0,1 0 1 0 0,-1 0-1 0 0,1 0 1 0 0,-1 0-1 0 0,1 0 1 0 0,0 0-1 0 0,-1 0 0 0 0,1 0 1 0 0,-1 0-1 0 0,1 0 1 0 0,-1 0-1 0 0,1 1 1 0 0,0-1-1 0 0,-1 0 1 0 0,1 0-1 0 0,-1 0 1 0 0,1 0-1 0 0,0 1 0 0 0,-1-1 1 0 0,1 0-1 0 0,0 0 1 0 0,-1 1-1 0 0,1-1 1 0 0,0 0-1 0 0,-1 1 1 0 0,1-1-1 0 0,-1 1 1 0 0,11 6 942 0 0,21 2 253 0 0,0-7-1130 0 0,-1-2-1 0 0,1 0 1 0 0,-1-3 0 0 0,50-9-1 0 0,31-2 151 0 0,130 8 175 0 0,-22 1-339 0 0,-120 0-27 0 0,374-31 411 0 0,-272 16-295 0 0,96-12-4 0 0,-101 8-110 0 0,0 8 1 0 0,250 12-1 0 0,-189 11-183 0 0,406-40 0 0 0,172-51 1385 0 0,-20 19-942 0 0,-700 58-1528 0 0,-94 4-6347 0 0</inkml:trace>
</inkml:ink>
</file>

<file path=ppt/ink/ink2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5.7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15 10594 0 0,'-1'0'62'0'0,"1"0"-1"0"0,0 0 1 0 0,0 0 0 0 0,-1 0-1 0 0,1 0 1 0 0,0-1-1 0 0,0 1 1 0 0,0 0-1 0 0,-1 0 1 0 0,1 0 0 0 0,0 0-1 0 0,0 0 1 0 0,0 0-1 0 0,-1 0 1 0 0,1 0-1 0 0,0-1 1 0 0,0 1 0 0 0,0 0-1 0 0,0 0 1 0 0,-1 0-1 0 0,1 0 1 0 0,0-1-1 0 0,0 1 1 0 0,0 0 0 0 0,0 0-1 0 0,0 0 1 0 0,0-1-1 0 0,-1 1 1 0 0,1 0-1 0 0,0 0 1 0 0,0 0 0 0 0,0-1-1 0 0,0 1 1 0 0,0 0-1 0 0,0 0 1 0 0,0-1-1 0 0,0 1 1 0 0,0 0 0 0 0,0 0-1 0 0,0 0 1 0 0,0-1-1 0 0,0 1 1 0 0,1 0-1 0 0,10-5 1873 0 0,19 2-5 0 0,-18 5-1609 0 0,0 0 1 0 0,-1 1-1 0 0,1 1 0 0 0,-1 0 0 0 0,0 0 0 0 0,0 1 0 0 0,11 7 0 0 0,69 51 648 0 0,-72-48-1063 0 0,0-1-1 0 0,2 0 1 0 0,-1-2 0 0 0,1 0 0 0 0,26 9 0 0 0,-31-15-673 0 0,0-1-1 0 0,0-1 0 0 0,0 0 0 0 0,1-2 0 0 0,0 0 1 0 0,-1 0-1 0 0,1-2 0 0 0,0 0 0 0 0,-1-1 1 0 0,29-4-1 0 0,-26-1-3649 0 0</inkml:trace>
</inkml:ink>
</file>

<file path=ppt/ink/ink2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5.9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407 8 5065 0 0,'-1'-1'170'0'0,"-1"0"1"0"0,1 0-1 0 0,-1 1 0 0 0,0-1 0 0 0,0 0 1 0 0,1 1-1 0 0,-1-1 0 0 0,0 1 0 0 0,0-1 1 0 0,0 1-1 0 0,1 0 0 0 0,-1 0 0 0 0,0 0 1 0 0,0 0-1 0 0,0 0 0 0 0,0 0 0 0 0,0 0 1 0 0,1 1-1 0 0,-4 0 0 0 0,0 1 351 0 0,0 1 0 0 0,1 0-1 0 0,-1 0 1 0 0,1 0 0 0 0,-8 8-1 0 0,-5 6 159 0 0,0 1 1 0 0,1 0-1 0 0,0 1 0 0 0,-22 38 0 0 0,-42 94 188 0 0,56-102-617 0 0,-51 110 243 0 0,64-130-1277 0 0,1 0 1 0 0,1 1 0 0 0,-8 50 0 0 0,13-50-4186 0 0</inkml:trace>
</inkml:ink>
</file>

<file path=ppt/ink/ink2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6.2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29 9218 0 0,'-1'-2'503'0'0,"1"0"1"0"0,0 0-1 0 0,0 0 1 0 0,0 0-1 0 0,0 1 1 0 0,0-1-1 0 0,1 0 1 0 0,-1 0-1 0 0,0 0 1 0 0,7-7 3610 0 0,-3 23-2729 0 0,-1 47-228 0 0,-3-42-1429 0 0,2 0 1 0 0,6 37-1 0 0,-2-30-602 0 0</inkml:trace>
</inkml:ink>
</file>

<file path=ppt/ink/ink2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6.6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1 9674 0 0,'-8'1'6902'0'0,"8"0"-6796"0"0,12 15 2450 0 0,38 31-3230 0 0,-29-28 1351 0 0,163 178-658 0 0,-165-180-529 0 0,1 0-1 0 0,0-2 1 0 0,33 19-1 0 0,-25-19-1136 0 0</inkml:trace>
</inkml:ink>
</file>

<file path=ppt/ink/ink2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6.9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231 10 8754 0 0,'-1'-1'332'0'0,"0"0"0"0"0,0 0-1 0 0,0 0 1 0 0,1 1 0 0 0,-1-1 0 0 0,0 0 0 0 0,0 1 0 0 0,0-1-1 0 0,0 1 1 0 0,0-1 0 0 0,-1 1 0 0 0,1 0 0 0 0,0-1 0 0 0,0 1 0 0 0,0 0-1 0 0,0 0 1 0 0,0 0 0 0 0,0-1 0 0 0,-1 1 0 0 0,0 1 0 0 0,0-1-53 0 0,0 0 1 0 0,1 1-1 0 0,-1 0 1 0 0,0-1-1 0 0,1 1 1 0 0,-1 0-1 0 0,1 0 1 0 0,-1 0-1 0 0,1 0 1 0 0,-1 0-1 0 0,-2 2 1 0 0,-2 4 37 0 0,0 1 1 0 0,0-1-1 0 0,1 1 1 0 0,-5 9-1 0 0,5-10-19 0 0,-23 40-122 0 0,2 0 1 0 0,-34 88-1 0 0,50-107-2062 0 0,-9 49-1 0 0,15-52-4629 0 0</inkml:trace>
</inkml:ink>
</file>

<file path=ppt/ink/ink2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7.2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55 5065 0 0,'-1'0'69'0'0,"1"0"0"0"0,-1 0 0 0 0,1 0 0 0 0,-1 0 0 0 0,1 0-1 0 0,0 0 1 0 0,-1-1 0 0 0,1 1 0 0 0,-1 0 0 0 0,1 0 0 0 0,-1 0 0 0 0,1 0 0 0 0,-1-1-1 0 0,1 1 1 0 0,-1 0 0 0 0,1 0 0 0 0,0-1 0 0 0,-1 1 0 0 0,1 0 0 0 0,0-1 0 0 0,-1 1 0 0 0,1 0-1 0 0,0-1 1 0 0,-1 1 0 0 0,1-1 0 0 0,0 1 0 0 0,0 0 0 0 0,-1-1 0 0 0,1 1 0 0 0,0-1-1 0 0,0 1 1 0 0,0-1 0 0 0,0 1 0 0 0,-1-1 0 0 0,1 1 0 0 0,0-1 0 0 0,0 1 0 0 0,0-1 0 0 0,0 1-1 0 0,0-1 1 0 0,0 1 0 0 0,0-1 0 0 0,1 1 0 0 0,-1 0 0 0 0,0-1 0 0 0,0 1 0 0 0,0-1 0 0 0,0 1-1 0 0,1-1 1 0 0,-1 1 0 0 0,0-1 0 0 0,0 1 0 0 0,1 0 0 0 0,-1-1 0 0 0,0 1 0 0 0,1 0-1 0 0,-1-1 1 0 0,2-1 332 0 0,-1-1 1 0 0,0 1-1 0 0,1 0 0 0 0,-1 1 0 0 0,1-1 0 0 0,-1 0 0 0 0,1 0 0 0 0,0 0 0 0 0,0 1 0 0 0,0-1 1 0 0,3-1-1 0 0,0 1-178 0 0,0 0 0 0 0,0 1 1 0 0,0-1-1 0 0,0 1 1 0 0,0 0-1 0 0,0 1 0 0 0,0-1 1 0 0,1 1-1 0 0,-1 0 1 0 0,0 0-1 0 0,0 1 1 0 0,0-1-1 0 0,0 1 0 0 0,1 0 1 0 0,-1 1-1 0 0,0-1 1 0 0,0 1-1 0 0,-1 0 0 0 0,1 0 1 0 0,0 1-1 0 0,-1-1 1 0 0,1 1-1 0 0,-1 0 0 0 0,0 0 1 0 0,0 1-1 0 0,0-1 1 0 0,5 7-1 0 0,-2-2-57 0 0,-2 0 1 0 0,1 0-1 0 0,-1 1 0 0 0,-1 0 0 0 0,0 0 1 0 0,0 0-1 0 0,0 0 0 0 0,-1 0 0 0 0,-1 1 1 0 0,0 0-1 0 0,0-1 0 0 0,0 1 1 0 0,-1 18-1 0 0,-1-27-149 0 0,0-1 0 0 0,0 1 0 0 0,-1-1 0 0 0,1 1 0 0 0,0-1 0 0 0,0 1 0 0 0,0 0 0 0 0,0-1 0 0 0,0 1 0 0 0,0-1 0 0 0,0 1 0 0 0,0-1 0 0 0,1 1 0 0 0,-1-1 0 0 0,0 1 0 0 0,0-1 0 0 0,0 1 0 0 0,1-1 0 0 0,-1 1 0 0 0,0-1 0 0 0,0 0 0 0 0,1 1 0 0 0,-1-1 0 0 0,0 1 0 0 0,1-1 0 0 0,-1 0 0 0 0,0 1 0 0 0,1-1 0 0 0,-1 0 0 0 0,1 1 0 0 0,-1-1 0 0 0,1 0 0 0 0,-1 0 0 0 0,0 1 0 0 0,1-1 0 0 0,0 0 0 0 0,0 0-5 0 0,1-1 0 0 0,-1 1 0 0 0,1 0 0 0 0,-1-1 0 0 0,0 0 1 0 0,1 1-1 0 0,-1-1 0 0 0,0 0 0 0 0,1 0 0 0 0,-1 0 0 0 0,0 0 0 0 0,2-1 1 0 0,32-39-24 0 0,-34 40 27 0 0,49-62-1891 0 0,-32 39-5792 0 0</inkml:trace>
</inkml:ink>
</file>

<file path=ppt/ink/ink2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8.0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16 125 6913 0 0,'-15'-23'3335'0'0,"15"15"-970"0"0,11 10-144 0 0,-6 2-1786 0 0,1 0 0 0 0,-1 1 0 0 0,-1-1 0 0 0,1 1 0 0 0,-1 0 0 0 0,1 0 0 0 0,5 11 0 0 0,10 11 376 0 0,-9-15-668 0 0,0-1-1 0 0,1 0 0 0 0,0-1 0 0 0,0 0 0 0 0,1-1 0 0 0,0-1 0 0 0,1 0 0 0 0,0 0 1 0 0,0-2-1 0 0,1 1 0 0 0,0-2 0 0 0,0 0 0 0 0,16 3 0 0 0,-28-8-97 0 0,-1 0-1 0 0,1 0 1 0 0,-1-1-1 0 0,1 1 1 0 0,0-1-1 0 0,-1 1 1 0 0,1-1-1 0 0,-1 0 1 0 0,1 0-1 0 0,-1 0 1 0 0,0 0-1 0 0,1 0 1 0 0,-1-1-1 0 0,0 1 1 0 0,0-1-1 0 0,0 1 1 0 0,0-1-1 0 0,0 0 1 0 0,0 0-1 0 0,-1 0 1 0 0,1 0-1 0 0,-1 0 1 0 0,1 0-1 0 0,1-3 1 0 0,4-9 179 0 0,1 1 0 0 0,9-29 0 0 0,-10 24-172 0 0,10-21-295 0 0,15-39 603 0 0,-11 27-5581 0 0</inkml:trace>
</inkml:ink>
</file>

<file path=ppt/ink/ink2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8.2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1 3225 0 0,'-3'3'225'0'0,"1"0"0"0"0,-1 0 0 0 0,1 0 0 0 0,-1 1 0 0 0,1-1 0 0 0,0 1 0 0 0,0 0 0 0 0,1-1 0 0 0,-1 1 0 0 0,1 0 1 0 0,0 0-1 0 0,0 0 0 0 0,0 0 0 0 0,0 0 0 0 0,1 0 0 0 0,-1 8 0 0 0,1 10 3707 0 0,5 42-1 0 0,-3-39-2891 0 0,14 108 3166 0 0,5-1-4549 0 0,-17-108-425 0 0,0 1-6078 0 0</inkml:trace>
</inkml:ink>
</file>

<file path=ppt/ink/ink2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1:59.8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158 50 8290 0 0,'-3'-1'186'0'0,"-1"0"1"0"0,1 0 0 0 0,0 0-1 0 0,0 1 1 0 0,-1-1-1 0 0,1 1 1 0 0,0 0-1 0 0,-1-1 1 0 0,1 2 0 0 0,0-1-1 0 0,-1 0 1 0 0,1 1-1 0 0,0-1 1 0 0,-1 1 0 0 0,1 0-1 0 0,0 0 1 0 0,-4 2-1 0 0,2 0 37 0 0,0 0 0 0 0,1 0 0 0 0,-1 0 0 0 0,1 1 0 0 0,0 0 0 0 0,0-1 0 0 0,0 1 0 0 0,1 1-1 0 0,-6 8 1 0 0,2-2-71 0 0,0 1 0 0 0,2 0 0 0 0,-1 0-1 0 0,1 1 1 0 0,1 0 0 0 0,1-1 0 0 0,0 1-1 0 0,-2 16 1 0 0,4-18-148 0 0,0 0 0 0 0,0 1-1 0 0,2-1 1 0 0,-1 1 0 0 0,2-1-1 0 0,-1 0 1 0 0,1 1 0 0 0,1-1-1 0 0,0 0 1 0 0,1-1 0 0 0,0 1-1 0 0,6 11 1 0 0,-6-16-33 0 0,0 1-1 0 0,1-1 1 0 0,0 0-1 0 0,0 0 1 0 0,0 0-1 0 0,1 0 1 0 0,0-1-1 0 0,0 0 1 0 0,0 0-1 0 0,1-1 1 0 0,-1 0-1 0 0,1 0 1 0 0,0 0-1 0 0,1-1 1 0 0,-1 0 0 0 0,0-1-1 0 0,1 1 1 0 0,9 1-1 0 0,-9-3-2 0 0,-1 0 0 0 0,0 1-1 0 0,1-2 1 0 0,-1 1 0 0 0,1-1 0 0 0,-1-1-1 0 0,1 1 1 0 0,-1-1 0 0 0,0-1 0 0 0,1 1-1 0 0,-1-1 1 0 0,0 0 0 0 0,0-1 0 0 0,0 0-1 0 0,0 0 1 0 0,10-6 0 0 0,-12 5 97 0 0,0 0 0 0 0,0-1 0 0 0,0 0 0 0 0,-1 0 0 0 0,1 0 0 0 0,-1 0 0 0 0,-1 0 1 0 0,1-1-1 0 0,-1 0 0 0 0,0 0 0 0 0,0 0 0 0 0,0 0 0 0 0,-1 0 0 0 0,0 0 0 0 0,0-1 0 0 0,-1 1 0 0 0,1-1 0 0 0,-1-13 0 0 0,0 7 132 0 0,-1-1 1 0 0,-1 0-1 0 0,0 1 0 0 0,-1-1 0 0 0,0 1 0 0 0,-1-1 0 0 0,0 1 1 0 0,-1 0-1 0 0,-1 0 0 0 0,0 1 0 0 0,-1-1 0 0 0,0 1 0 0 0,-1 0 1 0 0,0 1-1 0 0,-1 0 0 0 0,-1 0 0 0 0,-10-11 0 0 0,10 12-384 0 0,-1 1 0 0 0,0 1-1 0 0,-1-1 1 0 0,0 2-1 0 0,0-1 1 0 0,-1 2 0 0 0,0 0-1 0 0,0 0 1 0 0,0 1-1 0 0,0 0 1 0 0,-16-3 0 0 0,15 7-942 0 0,2 3-179 0 0</inkml:trace>
</inkml:ink>
</file>

<file path=ppt/ink/ink2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0.2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226 49 8290 0 0,'-4'-5'315'0'0,"0"1"1"0"0,-1 0 0 0 0,0-1-1 0 0,0 2 1 0 0,0-1 0 0 0,0 0-1 0 0,0 1 1 0 0,-1 0 0 0 0,0 0-1 0 0,1 1 1 0 0,-12-4 0 0 0,14 6-67 0 0,-1-1 1 0 0,0 0-1 0 0,0 1 1 0 0,0 0-1 0 0,0 0 1 0 0,0 0-1 0 0,0 0 1 0 0,0 1-1 0 0,0-1 1 0 0,1 1-1 0 0,-1 0 1 0 0,0 0-1 0 0,0 0 1 0 0,1 1-1 0 0,-1 0 1 0 0,0-1-1 0 0,1 1 1 0 0,0 0-1 0 0,-6 5 1 0 0,2 0-151 0 0,0 0 1 0 0,1 0 0 0 0,0 1-1 0 0,0-1 1 0 0,1 1 0 0 0,0 1-1 0 0,0-1 1 0 0,1 1 0 0 0,0-1-1 0 0,1 1 1 0 0,-1 1 0 0 0,2-1-1 0 0,-1 0 1 0 0,2 1 0 0 0,-1-1-1 0 0,1 10 1 0 0,-1-4 10 0 0,2-1 0 0 0,0 1-1 0 0,1-1 1 0 0,0 1 0 0 0,1-1 0 0 0,1 0 0 0 0,0 0 0 0 0,1 0-1 0 0,11 27 1 0 0,-11-34-101 0 0,1 0 0 0 0,0 0 0 0 0,0 0 0 0 0,0-1 0 0 0,0 1 0 0 0,1-1 0 0 0,0-1 0 0 0,1 1 0 0 0,-1-1 0 0 0,1 0 0 0 0,0 0 0 0 0,0-1-1 0 0,1 0 1 0 0,-1 0 0 0 0,1-1 0 0 0,0 0 0 0 0,0-1 0 0 0,0 1 0 0 0,0-1 0 0 0,16 1 0 0 0,-18-2 5 0 0,1 0-1 0 0,0-1 1 0 0,-1 0-1 0 0,1 0 1 0 0,0-1-1 0 0,0 0 1 0 0,-1 0-1 0 0,1-1 1 0 0,-1 1-1 0 0,1-2 1 0 0,-1 1 0 0 0,0 0-1 0 0,0-1 1 0 0,0-1-1 0 0,0 1 1 0 0,0-1-1 0 0,-1 1 1 0 0,1-2-1 0 0,-1 1 1 0 0,0-1-1 0 0,0 1 1 0 0,-1-1 0 0 0,0-1-1 0 0,0 1 1 0 0,0 0-1 0 0,4-8 1 0 0,-1-2 159 0 0,-1 0 1 0 0,0 0-1 0 0,-2 0 1 0 0,1 0-1 0 0,-2-1 1 0 0,0 0-1 0 0,-1 1 1 0 0,1-29 0 0 0,-3 37-237 0 0,0-1 0 0 0,-1 1 0 0 0,1-1 0 0 0,-1 1 0 0 0,-1 0 0 0 0,1-1-1 0 0,-1 1 1 0 0,-1 0 0 0 0,1 0 0 0 0,-1 0 0 0 0,0 1 0 0 0,-1-1 0 0 0,1 1 0 0 0,-2-1 0 0 0,1 1 0 0 0,0 0 0 0 0,-1 1 0 0 0,0-1 0 0 0,-1 1 0 0 0,-9-8 0 0 0,-2 4-4979 0 0,-2 4-1670 0 0</inkml:trace>
</inkml:ink>
</file>

<file path=ppt/ink/ink2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0.6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110 0 10594 0 0,'-4'2'32'0'0,"1"0"-1"0"0,0 0 1 0 0,0 1-1 0 0,0-1 0 0 0,1 0 1 0 0,-1 1-1 0 0,1 0 1 0 0,-1 0-1 0 0,1 0 1 0 0,0 0-1 0 0,-3 6 1 0 0,-21 42-899 0 0,19-37 1327 0 0,0 1-202 0 0,0 1 0 0 0,1 0 1 0 0,1 1-1 0 0,0-1 0 0 0,1 1 1 0 0,1 0-1 0 0,-1 24 0 0 0,3-36-219 0 0,1 0 0 0 0,0 1 0 0 0,1-1 0 0 0,-1 0 0 0 0,1 0 1 0 0,0 0-1 0 0,0 1 0 0 0,1-1 0 0 0,0 0 0 0 0,0-1 0 0 0,0 1 0 0 0,0 0 0 0 0,1-1 0 0 0,-1 1 0 0 0,1-1 0 0 0,0 0 0 0 0,1 1 0 0 0,-1-2 1 0 0,1 1-1 0 0,0 0 0 0 0,-1-1 0 0 0,2 1 0 0 0,-1-1 0 0 0,0 0 0 0 0,1-1 0 0 0,-1 1 0 0 0,1-1 0 0 0,7 3 0 0 0,3 0 118 0 0,0 0 0 0 0,1 0-1 0 0,-1-2 1 0 0,1 0 0 0 0,-1-1 0 0 0,1 0-1 0 0,29-2 1 0 0,-36 0-39 0 0,0-2-1 0 0,0 1 0 0 0,0-1 1 0 0,0 0-1 0 0,0-1 1 0 0,0 0-1 0 0,-1-1 1 0 0,1 0-1 0 0,-1 0 0 0 0,0-1 1 0 0,0 0-1 0 0,0 0 1 0 0,-1-1-1 0 0,12-10 1 0 0,-11 7 78 0 0,0 0 1 0 0,0-1 0 0 0,0 1 0 0 0,-2-2 0 0 0,1 1-1 0 0,-1-1 1 0 0,0 0 0 0 0,-1 0 0 0 0,-1 0 0 0 0,0-1 0 0 0,0 1-1 0 0,3-22 1 0 0,-6 27-107 0 0,-1 0 0 0 0,1 0 1 0 0,-1 0-1 0 0,-1 0 0 0 0,1-1 0 0 0,-1 1 0 0 0,0 0 0 0 0,0 0 1 0 0,-1 0-1 0 0,0 0 0 0 0,0 1 0 0 0,0-1 0 0 0,-1 0 0 0 0,0 1 1 0 0,0-1-1 0 0,0 1 0 0 0,0 0 0 0 0,-1 0 0 0 0,0 1 0 0 0,0-1 1 0 0,-1 1-1 0 0,1-1 0 0 0,-1 2 0 0 0,0-1 0 0 0,0 0 0 0 0,-9-4 1 0 0,4 3-782 0 0,-1 0 1 0 0,1 1-1 0 0,-1 1 0 0 0,0 0 1 0 0,0 0-1 0 0,0 1 1 0 0,0 0-1 0 0,0 1 1 0 0,0 0-1 0 0,-13 1 0 0 0,5 2-5427 0 0</inkml:trace>
</inkml:ink>
</file>

<file path=ppt/ink/ink2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0.9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67 11979 0 0,'7'-13'497'0'0,"15"-21"1038"0"0,-21 32-1322 0 0,0 1 0 0 0,0-1 0 0 0,1 1 0 0 0,-1-1 0 0 0,0 1 0 0 0,1 0 0 0 0,-1 0 0 0 0,1-1 0 0 0,0 1 0 0 0,-1 0 0 0 0,1 0 0 0 0,0 1 0 0 0,0-1-1 0 0,0 0 1 0 0,3 0 0 0 0,-5 1-114 0 0,1 0 0 0 0,0 0 0 0 0,0 1-1 0 0,-1-1 1 0 0,1 0 0 0 0,0 1 0 0 0,0-1 0 0 0,-1 1-1 0 0,1-1 1 0 0,0 1 0 0 0,-1-1 0 0 0,1 1-1 0 0,-1-1 1 0 0,1 1 0 0 0,-1 0 0 0 0,1-1-1 0 0,-1 1 1 0 0,1 0 0 0 0,-1-1 0 0 0,1 1 0 0 0,-1 0-1 0 0,0 0 1 0 0,0-1 0 0 0,1 1 0 0 0,-1 0-1 0 0,0 0 1 0 0,0 0 0 0 0,0-1 0 0 0,0 1-1 0 0,0 1 1 0 0,4 33 299 0 0,-4-28-317 0 0,45 271-2520 0 0,-37-237 1155 0 0,0 2-4990 0 0</inkml:trace>
</inkml:ink>
</file>

<file path=ppt/ink/ink2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1.3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1 9218 0 0,'-14'6'7916'0'0,"13"-4"-7557"0"0,-5 18 2647 0 0,10 29-3269 0 0,-2-38 879 0 0,4 40-1858 0 0,3 0 0 0 0,16 51 0 0 0,-13-62-5050 0 0</inkml:trace>
</inkml:ink>
</file>

<file path=ppt/ink/ink2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1.8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44 240 6913 0 0,'-4'3'286'0'0,"1"0"0"0"0,-1 1-1 0 0,1-1 1 0 0,0 1 0 0 0,0 0-1 0 0,0 0 1 0 0,0 0-1 0 0,0 0 1 0 0,1 1 0 0 0,0-1-1 0 0,0 1 1 0 0,0-1-1 0 0,1 1 1 0 0,-1 0 0 0 0,1 0-1 0 0,0-1 1 0 0,0 1-1 0 0,1 0 1 0 0,0 8 0 0 0,-1 0-33 0 0,1-1 1 0 0,1 0 0 0 0,0 0 0 0 0,0 0 0 0 0,2 0 0 0 0,-1 0 0 0 0,5 12-1 0 0,-4-18-213 0 0,0 0 0 0 0,0 0 0 0 0,1 0 0 0 0,0 0 0 0 0,0-1 0 0 0,0 1 0 0 0,0-1 0 0 0,1 0 0 0 0,0 0-1 0 0,0-1 1 0 0,1 1 0 0 0,-1-1 0 0 0,1 0 0 0 0,0-1 0 0 0,0 1 0 0 0,0-1 0 0 0,0 0 0 0 0,0-1 0 0 0,1 0 0 0 0,-1 0-1 0 0,1 0 1 0 0,0-1 0 0 0,7 1 0 0 0,-9-1 64 0 0,1-1 1 0 0,-1 1-1 0 0,1-1 0 0 0,0-1 0 0 0,-1 1 0 0 0,1-1 1 0 0,-1 0-1 0 0,1 0 0 0 0,-1-1 0 0 0,1 1 0 0 0,-1-1 1 0 0,0-1-1 0 0,0 1 0 0 0,0-1 0 0 0,0 0 0 0 0,0 0 1 0 0,-1 0-1 0 0,1 0 0 0 0,-1-1 0 0 0,0 0 0 0 0,0 0 1 0 0,0 0-1 0 0,-1 0 0 0 0,1-1 0 0 0,-1 1 0 0 0,0-1 1 0 0,0 0-1 0 0,2-7 0 0 0,4-9 243 0 0,-2-1 1 0 0,0 0-1 0 0,-1 0 1 0 0,-1 0-1 0 0,-2-1 0 0 0,0 0 1 0 0,-1-44-1 0 0,-2 54-304 0 0,-1-1-1 0 0,-1 1 0 0 0,0 0 1 0 0,0 0-1 0 0,-2 0 1 0 0,1 1-1 0 0,-2-1 1 0 0,0 1-1 0 0,0 0 0 0 0,-1 0 1 0 0,0 1-1 0 0,-1-1 1 0 0,-1 1-1 0 0,0 1 1 0 0,-11-12-1 0 0,16 18-325 0 0,-1 1 1 0 0,0 0-1 0 0,1 0 1 0 0,-2 0-1 0 0,1 0 1 0 0,0 1-1 0 0,-6-3 1 0 0,-12-2-6893 0 0</inkml:trace>
</inkml:ink>
</file>

<file path=ppt/ink/ink2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2.1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1 14283 0 0,'-1'0'157'0'0,"-1"0"0"0"0,1 1 0 0 0,0 0-1 0 0,-1-1 1 0 0,1 1 0 0 0,0 0 0 0 0,-1-1 0 0 0,1 1-1 0 0,0 0 1 0 0,0 0 0 0 0,0 0 0 0 0,0 0 0 0 0,0 0 0 0 0,0 0-1 0 0,0 1 1 0 0,0-1 0 0 0,0 0 0 0 0,0 0 0 0 0,1 1 0 0 0,-1-1-1 0 0,0 3 1 0 0,-11 30 1331 0 0,9-10-1147 0 0,1-1 0 0 0,1 1 0 0 0,1 0 0 0 0,1-1 0 0 0,6 39 0 0 0,2-15-2358 0 0,26 81 0 0 0,-25-102-4318 0 0</inkml:trace>
</inkml:ink>
</file>

<file path=ppt/ink/ink2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2.4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 5065 0 0,'0'3'429'0'0,"-1"0"0"0"0,0 0 0 0 0,1 0 0 0 0,0 0 0 0 0,0 0 0 0 0,-1 0 0 0 0,2 0 0 0 0,-1 0 0 0 0,0 0 0 0 0,1 0 0 0 0,-1 0 0 0 0,1-1 1 0 0,2 7-1 0 0,1 7 364 0 0,22 182 6220 0 0,-13-65-7612 0 0,-11-110-5949 0 0</inkml:trace>
</inkml:ink>
</file>

<file path=ppt/ink/ink2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5.6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180 19 6449 0 0,'-3'-3'190'0'0,"0"1"0"0"0,1 1-1 0 0,-1-1 1 0 0,-1 0 0 0 0,1 1-1 0 0,0-1 1 0 0,0 1 0 0 0,0 0-1 0 0,-1 0 1 0 0,1 0 0 0 0,-1 1-1 0 0,1-1 1 0 0,-1 1 0 0 0,1 0-1 0 0,0 0 1 0 0,-1 0 0 0 0,1 0 0 0 0,-1 1-1 0 0,1-1 1 0 0,-1 1 0 0 0,1 0-1 0 0,0 0 1 0 0,-1 0 0 0 0,1 0-1 0 0,0 1 1 0 0,-5 2 0 0 0,3-1 65 0 0,-1 1 0 0 0,1 0 0 0 0,0 0 1 0 0,0 0-1 0 0,0 1 0 0 0,0 0 1 0 0,1 0-1 0 0,0 0 0 0 0,0 0 0 0 0,0 1 1 0 0,1-1-1 0 0,0 1 0 0 0,-4 7 1 0 0,2 2-161 0 0,1-1 0 0 0,0 1 0 0 0,1 0 0 0 0,1 0 1 0 0,0 0-1 0 0,1 0 0 0 0,0 0 0 0 0,2 0 0 0 0,0 0 1 0 0,0 0-1 0 0,7 28 0 0 0,-6-36-89 0 0,-1-1-1 0 0,1 0 1 0 0,0 0 0 0 0,1 0-1 0 0,0 0 1 0 0,0 0 0 0 0,0-1 0 0 0,0 1-1 0 0,1-1 1 0 0,0 0 0 0 0,0 0-1 0 0,0 0 1 0 0,1 0 0 0 0,0-1-1 0 0,0 0 1 0 0,0 0 0 0 0,0 0-1 0 0,1-1 1 0 0,-1 1 0 0 0,1-1 0 0 0,0-1-1 0 0,0 1 1 0 0,0-1 0 0 0,0 0-1 0 0,0 0 1 0 0,1-1 0 0 0,-1 0-1 0 0,0 0 1 0 0,1 0 0 0 0,7-1 0 0 0,-6-1 75 0 0,1 0 0 0 0,0-1 0 0 0,0 0 1 0 0,-1 0-1 0 0,0-1 0 0 0,1 0 0 0 0,-1 0 1 0 0,0-1-1 0 0,0 0 0 0 0,-1-1 0 0 0,1 1 1 0 0,-1-2-1 0 0,0 1 0 0 0,0-1 0 0 0,-1 0 1 0 0,10-10-1 0 0,-6 4 68 0 0,0 0 0 0 0,-1 0 1 0 0,0-1-1 0 0,0 0 0 0 0,-2-1 0 0 0,0 0 1 0 0,0 0-1 0 0,7-24 0 0 0,-13 32-81 0 0,1 0-1 0 0,-1 1 1 0 0,0-1-1 0 0,0 0 1 0 0,-1 0 0 0 0,0 0-1 0 0,0 0 1 0 0,0 0-1 0 0,-1 0 1 0 0,0 0-1 0 0,0 1 1 0 0,0-1 0 0 0,-1 0-1 0 0,0 1 1 0 0,0-1-1 0 0,0 1 1 0 0,-1-1 0 0 0,0 1-1 0 0,0 0 1 0 0,0 0-1 0 0,0 0 1 0 0,-5-4-1 0 0,2 3-83 0 0,-1 0 0 0 0,0 1-1 0 0,0-1 1 0 0,0 1-1 0 0,0 1 1 0 0,-1-1 0 0 0,0 1-1 0 0,0 1 1 0 0,0 0-1 0 0,0 0 1 0 0,0 0 0 0 0,-1 1-1 0 0,0 0 1 0 0,-11-1-1 0 0,-16 4-2511 0 0,19 2-4030 0 0</inkml:trace>
</inkml:ink>
</file>

<file path=ppt/ink/ink2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6.0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132 15 6913 0 0,'-2'-1'207'0'0,"-1"-1"-1"0"0,1 1 0 0 0,0-1 0 0 0,-1 1 1 0 0,1 0-1 0 0,-1 0 0 0 0,1 0 1 0 0,-1 0-1 0 0,1 0 0 0 0,-1 0 0 0 0,0 1 1 0 0,0-1-1 0 0,1 1 0 0 0,-1 0 0 0 0,0 0 1 0 0,1 0-1 0 0,-1 0 0 0 0,0 0 0 0 0,0 1 1 0 0,1-1-1 0 0,-1 1 0 0 0,0 0 0 0 0,1 0 1 0 0,-1 0-1 0 0,1 0 0 0 0,-1 0 0 0 0,1 0 1 0 0,0 1-1 0 0,-1-1 0 0 0,1 1 0 0 0,0 0 1 0 0,0-1-1 0 0,0 1 0 0 0,-4 4 0 0 0,1 2-14 0 0,1 0 0 0 0,-1-1 0 0 0,1 1 0 0 0,0 1 0 0 0,1-1 0 0 0,0 1 0 0 0,0-1-1 0 0,1 1 1 0 0,0 0 0 0 0,-1 14 0 0 0,1-2 208 0 0,1 0 0 0 0,1 0 1 0 0,4 29-1 0 0,-2-37-376 0 0,0-1 0 0 0,1 1 1 0 0,1-1-1 0 0,0 1 0 0 0,0-1 1 0 0,1-1-1 0 0,1 1 0 0 0,0-1 1 0 0,1 1-1 0 0,11 13 0 0 0,-15-20-11 0 0,1-1-1 0 0,0 1 1 0 0,0-1 0 0 0,0 0-1 0 0,1 0 1 0 0,-1 0-1 0 0,1-1 1 0 0,0 0 0 0 0,0 0-1 0 0,0 0 1 0 0,1 0-1 0 0,-1-1 1 0 0,1 0 0 0 0,-1 0-1 0 0,1-1 1 0 0,-1 1-1 0 0,1-1 1 0 0,0 0-1 0 0,0-1 1 0 0,0 1 0 0 0,0-1-1 0 0,0 0 1 0 0,-1-1-1 0 0,1 1 1 0 0,7-3 0 0 0,-9 2 41 0 0,1-1 1 0 0,0 0 0 0 0,-1 0-1 0 0,1 0 1 0 0,-1 0 0 0 0,0-1 0 0 0,1 0-1 0 0,-1 0 1 0 0,-1 0 0 0 0,1 0-1 0 0,0 0 1 0 0,-1-1 0 0 0,1 0-1 0 0,-1 0 1 0 0,0 0 0 0 0,-1 0 0 0 0,1 0-1 0 0,-1 0 1 0 0,1-1 0 0 0,-1 0-1 0 0,-1 1 1 0 0,1-1 0 0 0,-1 0-1 0 0,0 0 1 0 0,2-8 0 0 0,-2 1 69 0 0,0 0 0 0 0,0 0 0 0 0,-1 0 0 0 0,-1 0 0 0 0,0 0 0 0 0,0 0 0 0 0,-1 0 0 0 0,-1 0 0 0 0,-6-17 0 0 0,0 4 34 0 0,-1 1 0 0 0,-1 0 0 0 0,-14-23 0 0 0,22 42-230 0 0,-1 0 0 0 0,1 0 0 0 0,-1 0 0 0 0,0 0 0 0 0,0 0 0 0 0,0 1 0 0 0,-1-1 0 0 0,1 1 0 0 0,-1 0 0 0 0,0 1 0 0 0,-1-1 0 0 0,1 1 0 0 0,0 0-1 0 0,-1 0 1 0 0,0 1 0 0 0,1 0 0 0 0,-1 0 0 0 0,-12-2 0 0 0,3 5-1056 0 0,1 4-288 0 0</inkml:trace>
</inkml:ink>
</file>

<file path=ppt/ink/ink2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6.5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80 110 6913 0 0,'-2'-2'344'0'0,"0"-1"0"0"0,1 0 0 0 0,-2 0 0 0 0,1 1 0 0 0,0-1 0 0 0,0 1 0 0 0,-1 0 0 0 0,1-1 0 0 0,-1 1 0 0 0,0 0 0 0 0,-4-2 0 0 0,6 4-180 0 0,1-1 0 0 0,-1 1 0 0 0,0 0 0 0 0,0 0 0 0 0,0 0 0 0 0,1-1 0 0 0,-1 1 0 0 0,0 0 0 0 0,0 0 0 0 0,0 0 0 0 0,1 0 0 0 0,-1 0 0 0 0,0 1 0 0 0,0-1 0 0 0,0 0 0 0 0,1 0 0 0 0,-1 0 0 0 0,0 1 0 0 0,0-1 0 0 0,0 1 0 0 0,0 0-94 0 0,-1 0-1 0 0,1 0 1 0 0,0 0 0 0 0,0 0 0 0 0,0 1 0 0 0,0-1 0 0 0,0 0 0 0 0,0 1 0 0 0,1-1 0 0 0,-1 1 0 0 0,0-1 0 0 0,1 1-1 0 0,-2 2 1 0 0,-2 13 167 0 0,0 1 0 0 0,0-1 1 0 0,2 1-1 0 0,0 0 0 0 0,1 27 0 0 0,2-32-135 0 0,0 0 0 0 0,0 0-1 0 0,1 0 1 0 0,1 0 0 0 0,0-1 0 0 0,1 1 0 0 0,0-1 0 0 0,8 16-1 0 0,-10-24-50 0 0,0-1 0 0 0,0 1 0 0 0,1 0 0 0 0,-1-1 0 0 0,1 1 0 0 0,0-1 0 0 0,0 0 0 0 0,0 0 0 0 0,0 0 0 0 0,1-1 0 0 0,-1 1 0 0 0,1-1 0 0 0,-1 1 0 0 0,1-1-1 0 0,0 0 1 0 0,0-1 0 0 0,0 1 0 0 0,0-1 0 0 0,0 0 0 0 0,0 0 0 0 0,1 0 0 0 0,-1 0 0 0 0,0-1 0 0 0,0 1 0 0 0,1-1 0 0 0,-1 0 0 0 0,8-2 0 0 0,-5 1 14 0 0,0-1 0 0 0,0 0 0 0 0,0 0 0 0 0,0-1 0 0 0,-1 0 0 0 0,1 0-1 0 0,-1-1 1 0 0,0 0 0 0 0,0 0 0 0 0,0 0 0 0 0,0-1 0 0 0,-1 1 0 0 0,0-1 0 0 0,0-1 0 0 0,8-9 0 0 0,-4 0 75 0 0,0 0-1 0 0,0 0 0 0 0,-2-1 1 0 0,0 0-1 0 0,0 0 0 0 0,-2 0 1 0 0,0-1-1 0 0,-1 0 0 0 0,3-26 1 0 0,-6 35-102 0 0,-1 1 0 0 0,0-1 0 0 0,0 0 1 0 0,-1 0-1 0 0,0 0 0 0 0,0 1 0 0 0,-1-1 1 0 0,0 0-1 0 0,0 1 0 0 0,-4-9 0 0 0,3 10-49 0 0,0 2 0 0 0,0-1 1 0 0,-1 0-1 0 0,1 0 0 0 0,-1 1 0 0 0,0 0 0 0 0,0 0 0 0 0,0 0 1 0 0,-1 0-1 0 0,1 1 0 0 0,-1-1 0 0 0,0 1 0 0 0,0 1 0 0 0,0-1 1 0 0,-7-2-1 0 0,7 3-314 0 0,1 1 0 0 0,0 0 0 0 0,0 0 0 0 0,-1 0 0 0 0,1 0 0 0 0,-1 1 0 0 0,1 0 0 0 0,-1 0 0 0 0,1 0 0 0 0,-1 1 0 0 0,1-1 0 0 0,0 1 0 0 0,-1 0 0 0 0,-7 3 0 0 0,-9 5-6027 0 0</inkml:trace>
</inkml:ink>
</file>

<file path=ppt/ink/ink2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2:06.9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2 11979 0 0,'0'0'64'0'0,"0"0"0"0"0,0 0 0 0 0,0-1 0 0 0,-1 1 0 0 0,1 0 0 0 0,0 0 0 0 0,0 0 0 0 0,-1 0 1 0 0,1 0-1 0 0,0 0 0 0 0,0 0 0 0 0,0 0 0 0 0,-1 0 0 0 0,1-1 0 0 0,0 1 0 0 0,0 0 0 0 0,-1 0 0 0 0,1 0 1 0 0,0 0-1 0 0,0 1 0 0 0,-1-1 0 0 0,1 0 0 0 0,0 0 0 0 0,0 0 0 0 0,-1 0 0 0 0,1 0 0 0 0,0 0 1 0 0,0 0-1 0 0,0 0 0 0 0,-1 0 0 0 0,1 1 0 0 0,0-1 0 0 0,0 0 0 0 0,0 0 0 0 0,-1 0 0 0 0,1 0 1 0 0,0 1-1 0 0,0-1 0 0 0,0 0 0 0 0,0 0 0 0 0,-1 1 0 0 0,-3 14 1403 0 0,3 26 32 0 0,1-33-955 0 0,4 122 1331 0 0,32 204 0 0 0,-29-290-2548 0 0,22 71-1 0 0,-22-95-6699 0 0</inkml:trace>
</inkml:ink>
</file>

<file path=ppt/ink/ink2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3.23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0 519 10138 0 0,'18'-25'1890'0'0,"11"-5"-1499"0"0,2 2 0 0 0,1 1 0 0 0,1 1 0 0 0,1 1 0 0 0,1 3 0 0 0,1 0 0 0 0,55-22 1 0 0,-86 41-370 0 0,1 1 1 0 0,0 0 0 0 0,0 0 0 0 0,0 0-1 0 0,0 1 1 0 0,0 0 0 0 0,0 0 0 0 0,0 1-1 0 0,0-1 1 0 0,7 2 0 0 0,-11-1-23 0 0,0 0 0 0 0,0 1 0 0 0,1 0 0 0 0,-1-1 0 0 0,0 1 0 0 0,0 0 0 0 0,0 0 0 0 0,0 0 0 0 0,0 1 0 0 0,-1-1 0 0 0,1 0-1 0 0,0 1 1 0 0,-1-1 0 0 0,1 1 0 0 0,0-1 0 0 0,-1 1 0 0 0,0 0 0 0 0,1 0 0 0 0,-1-1 0 0 0,0 1 0 0 0,0 0 0 0 0,0 0 0 0 0,0 0 0 0 0,0 0 0 0 0,-1 1 0 0 0,1-1 0 0 0,-1 0 0 0 0,1 0 0 0 0,-1 0 0 0 0,0 4 0 0 0,1 8-41 0 0,0-1-1 0 0,-1 0 1 0 0,-1 1 0 0 0,0-1 0 0 0,-1 0-1 0 0,-6 24 1 0 0,-32 77-236 0 0,21-64 128 0 0,62-164-2689 0 0,34-94 3620 0 0,5-56 5802 0 0,-87 286-5947 0 0,1 1 0 0 0,1 0 0 0 0,1 45 1 0 0,-1-4 39 0 0,3-58-677 0 0,-8 182 83 0 0,8-161-77 0 0,2 1 1 0 0,1 0 0 0 0,1-1-1 0 0,14 48 1 0 0,-15-67-89 0 0,1 0 0 0 0,-1 1 0 0 0,1-1 0 0 0,1-1 0 0 0,0 1 0 0 0,0 0 0 0 0,0-1 0 0 0,1 0 0 0 0,7 6 0 0 0,-7-7-525 0 0,1 0 0 0 0,-1-1 0 0 0,1 0 0 0 0,0-1 0 0 0,14 8 0 0 0,0-6-896 0 0</inkml:trace>
</inkml:ink>
</file>

<file path=ppt/ink/ink2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3.49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 13363 0 0,'124'229'7135'0'0,"-75"-109"-7313"0"0,-10 5-3633 0 0,-30-92 3425 0 0</inkml:trace>
</inkml:ink>
</file>

<file path=ppt/ink/ink2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3.79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1 116 6913 0 0,'1'-1'134'0'0,"1"-1"0"0"0,0 1 0 0 0,-1-1 0 0 0,1 1 0 0 0,0 0 0 0 0,0 0 0 0 0,0 0 0 0 0,0 0 0 0 0,0 0 0 0 0,0 1-1 0 0,1-1 1 0 0,1 0 0 0 0,2-1 458 0 0,61-18 2695 0 0,115-21 0 0 0,-29 9-4194 0 0,-128 25-4444 0 0</inkml:trace>
</inkml:ink>
</file>

<file path=ppt/ink/ink2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4.03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47 5 8290 0 0,'-1'-1'193'0'0,"0"1"1"0"0,-1-1 0 0 0,1 1 0 0 0,0-1-1 0 0,-1 1 1 0 0,1-1 0 0 0,-1 1 0 0 0,1 0-1 0 0,-1-1 1 0 0,1 1 0 0 0,-1 0-1 0 0,1 0 1 0 0,-1 0 0 0 0,1 0 0 0 0,-1 1-1 0 0,1-1 1 0 0,-1 0 0 0 0,1 0-1 0 0,0 1 1 0 0,-3 0 0 0 0,3 1 147 0 0,0 0-1 0 0,-1-1 1 0 0,1 1 0 0 0,0 0-1 0 0,0 0 1 0 0,0 0-1 0 0,0 0 1 0 0,1 0 0 0 0,-1 0-1 0 0,0 0 1 0 0,1 0 0 0 0,0 0-1 0 0,-1 0 1 0 0,1 5 0 0 0,-2 12 737 0 0,2-1 1 0 0,0 2 0 0 0,0-2-1 0 0,6 29 1 0 0,21 78-446 0 0,-12-62-330 0 0,-1 10-254 0 0,-9-39-468 0 0,2-1 0 0 0,1 0 0 0 0,2 0 0 0 0,1-1 0 0 0,25 52 1 0 0,-21-59-7272 0 0</inkml:trace>
</inkml:ink>
</file>

<file path=ppt/ink/ink2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4.50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0 141 10594 0 0,'23'-4'4221'0'0,"-7"1"-3068"0"0,-1 0-1 0 0,1 2 1 0 0,24-1-1 0 0,-32 3-1065 0 0,0 1-1 0 0,0 0 0 0 0,-1 0 1 0 0,1 1-1 0 0,-1 0 0 0 0,0 0 1 0 0,0 1-1 0 0,0-1 0 0 0,0 1 1 0 0,-1 1-1 0 0,1 0 0 0 0,-1 0 1 0 0,0 0-1 0 0,-1 0 0 0 0,1 1 0 0 0,-1 0 1 0 0,0 0-1 0 0,-1 1 0 0 0,1-1 1 0 0,-1 1-1 0 0,-1 0 0 0 0,1 0 1 0 0,-1 0-1 0 0,2 8 0 0 0,-1-6-219 0 0,-2 0 0 0 0,1 0-1 0 0,-1 0 1 0 0,0 0 0 0 0,-1 1-1 0 0,0-1 1 0 0,-1 0 0 0 0,0 0 0 0 0,0 1-1 0 0,-1-1 1 0 0,0 0 0 0 0,-1 0-1 0 0,0 1 1 0 0,0-1 0 0 0,-1-1 0 0 0,0 1-1 0 0,-1 0 1 0 0,0-1 0 0 0,0 1-1 0 0,-7 9 1 0 0,21-63-1593 0 0,-6 33 1435 0 0,25-79-395 0 0,30-154 0 0 0,-53 192 2382 0 0,-8 46 410 0 0,-9 34-451 0 0,1 4-1241 0 0,2 1-1 0 0,1 0 1 0 0,2 0-1 0 0,-3 45 1 0 0,7-60-415 0 0,1 0 1 0 0,1 0-1 0 0,0-1 0 0 0,1 1 1 0 0,1 0-1 0 0,1 0 0 0 0,0-1 1 0 0,1 0-1 0 0,1 0 1 0 0,9 19-1 0 0,9 0-692 0 0,-5-13-4999 0 0,-1-2-1418 0 0</inkml:trace>
</inkml:ink>
</file>

<file path=ppt/ink/ink2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4.85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84 4145 0 0,'1'-3'143'0'0,"0"0"0"0"0,1 0 1 0 0,-1 0-1 0 0,1 0 0 0 0,0 0 1 0 0,0 1-1 0 0,0-1 0 0 0,0 1 1 0 0,1-1-1 0 0,-1 1 0 0 0,0 0 0 0 0,1 0 1 0 0,0 0-1 0 0,-1 0 0 0 0,1 0 1 0 0,4-1-1 0 0,51-24 3362 0 0,-53 25-3341 0 0,0 0 123 0 0,0 0 0 0 0,0 0 0 0 0,0 1 0 0 0,0-1 1 0 0,1 1-1 0 0,-1 0 0 0 0,0 1 0 0 0,1-1 0 0 0,-1 1 0 0 0,1 0 0 0 0,-1 1 0 0 0,0-1 0 0 0,1 1 0 0 0,-1 0 0 0 0,0 1 0 0 0,0-1 0 0 0,0 1 0 0 0,1 0 1 0 0,-2 0-1 0 0,1 0 0 0 0,7 5 0 0 0,-5-1-115 0 0,-1-1 0 0 0,0 1 0 0 0,-1-1 0 0 0,1 2 1 0 0,-1-1-1 0 0,0 0 0 0 0,-1 1 0 0 0,1 0 0 0 0,-1 0 0 0 0,-1 1 1 0 0,1-1-1 0 0,-1 1 0 0 0,3 12 0 0 0,-2-1 283 0 0,0 1-1 0 0,1 35 1 0 0,-4-34 320 0 0,2 0 0 0 0,4 21 0 0 0,-7-42-751 0 0,0 1-1 0 0,0 0 1 0 0,0-1 0 0 0,0 1-1 0 0,0-1 1 0 0,1 1 0 0 0,-1-1-1 0 0,0 1 1 0 0,0-1 0 0 0,1 0-1 0 0,-1 1 1 0 0,0-1 0 0 0,1 1-1 0 0,-1-1 1 0 0,0 1 0 0 0,1-1-1 0 0,-1 0 1 0 0,1 1 0 0 0,-1-1-1 0 0,0 0 1 0 0,1 1 0 0 0,-1-1-1 0 0,1 0 1 0 0,-1 0 0 0 0,1 0-1 0 0,-1 1 1 0 0,1-1 0 0 0,-1 0-1 0 0,1 0 1 0 0,-1 0 0 0 0,1 0-1 0 0,0 0 1 0 0,-1 0 0 0 0,1 0-1 0 0,-1 0 1 0 0,1 0 0 0 0,-1 0-1 0 0,1 0 1 0 0,-1 0 0 0 0,1 0-1 0 0,-1-1 1 0 0,1 1 0 0 0,-1 0-1 0 0,1 0 1 0 0,-1 0 0 0 0,1-1-1 0 0,-1 1 1 0 0,1 0 0 0 0,-1-1-1 0 0,0 1 1 0 0,1 0 0 0 0,-1-1-1 0 0,1 0 1 0 0,27-25 127 0 0,-22 19-109 0 0,87-81-229 0 0,-63 63-117 0 0</inkml:trace>
</inkml:ink>
</file>

<file path=ppt/ink/ink2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6.63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22 35 456 0 0,'-16'26'4412'0'0,"15"-22"-2837"0"0,-1 0 1 0 0,0 0-1 0 0,1 0 0 0 0,4 16 5770 0 0,-2-20-7146 0 0,25-1 443 0 0,-7-5-573 0 0,0 0 0 0 0,-1-1 1 0 0,0-1-1 0 0,0-1 0 0 0,26-18 1 0 0,-14 9-1955 0 0,-5 3-4639 0 0</inkml:trace>
</inkml:ink>
</file>

<file path=ppt/ink/ink2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6.84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1 120 8290 0 0,'0'0'736'0'0,"0"-1"-584"0"0,1 0-152 0 0,2-1 704 0 0,0-1 104 0 0,2 1 24 0 0,4-5 9 0 0,3-3-281 0 0,4-1-56 0 0,0-2-16 0 0,3 1 0 0 0,0 0-640 0 0,-1 0-128 0 0,3 1-24 0 0,-3 0-8 0 0,0-1 312 0 0</inkml:trace>
</inkml:ink>
</file>

<file path=ppt/ink/ink2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7.17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 0 11979 0 0,'-5'2'6754'0'0,"7"7"-3951"0"0,5 9-2304 0 0,-7-18-452 0 0,39 100 472 0 0,-5 2-1 0 0,33 167 1 0 0,-5-16-3118 0 0,-55-230-4981 0 0</inkml:trace>
</inkml:ink>
</file>

<file path=ppt/ink/ink2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7.38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10 1 12443 0 0,'-4'4'3977'0'0,"2"-1"-3033"0"0,-1 0-368 0 0,2-1-64 0 0,1 3 464 0 0,20 10-2768 0 0</inkml:trace>
</inkml:ink>
</file>

<file path=ppt/ink/ink2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7.68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80 10594 0 0,'57'-4'7664'0'0,"0"-7"-4316"0"0,-29 4-3974 0 0,0-2 0 0 0,-1-1-1 0 0,-1-1 1 0 0,28-17 0 0 0</inkml:trace>
</inkml:ink>
</file>

<file path=ppt/ink/ink2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7:28.03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51 0 8354 0 0,'-6'6'776'0'0,"1"0"1"0"0,0 0 0 0 0,0 0-1 0 0,1 1 1 0 0,0-1 0 0 0,0 1-1 0 0,0 0 1 0 0,1 0-1 0 0,0 1 1 0 0,-2 8 0 0 0,4-13-618 0 0,1-1 1 0 0,-1 1 0 0 0,1 0-1 0 0,-1-1 1 0 0,1 1-1 0 0,0 0 1 0 0,0-1 0 0 0,1 1-1 0 0,-1 0 1 0 0,0 0-1 0 0,1-1 1 0 0,0 1-1 0 0,-1-1 1 0 0,1 1 0 0 0,0 0-1 0 0,0-1 1 0 0,1 0-1 0 0,-1 1 1 0 0,0-1 0 0 0,1 0-1 0 0,0 0 1 0 0,-1 1-1 0 0,1-1 1 0 0,0 0 0 0 0,0-1-1 0 0,0 1 1 0 0,0 0-1 0 0,0-1 1 0 0,1 1 0 0 0,-1-1-1 0 0,1 1 1 0 0,2 0-1 0 0,18 7-27 0 0,45 13 0 0 0,-50-18-37 0 0,-1 1 0 0 0,1 1 0 0 0,31 16 1 0 0,-43-18-84 0 0,-1 0 1 0 0,1 0-1 0 0,0 0 1 0 0,-1 1 0 0 0,0-1-1 0 0,0 2 1 0 0,0-1 0 0 0,-1 0-1 0 0,0 1 1 0 0,0 0-1 0 0,0 0 1 0 0,-1 0 0 0 0,0 0-1 0 0,3 8 1 0 0,-4-7 35 0 0,0-1 0 0 0,0 0 0 0 0,-1 1 0 0 0,0-1 0 0 0,0 1 0 0 0,0 0 0 0 0,-1-1 0 0 0,0 1 0 0 0,0-1 0 0 0,-1 1 0 0 0,0 0 0 0 0,0-1 0 0 0,-1 1 1 0 0,0-1-1 0 0,0 0 0 0 0,0 0 0 0 0,-1 1 0 0 0,1-2 0 0 0,-2 1 0 0 0,-4 8 0 0 0,1-4-191 0 0,-1 0 0 0 0,0-1 1 0 0,-1 1-1 0 0,0-2 0 0 0,0 1 0 0 0,-1-1 0 0 0,0-1 1 0 0,-1 1-1 0 0,-20 9 0 0 0</inkml:trace>
</inkml:ink>
</file>

<file path=ppt/ink/ink2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0.9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79 234 6913 0 0,'-31'16'2246'0'0,"25"-12"-1417"0"0,-1 0-1 0 0,-1-1 0 0 0,1 0 0 0 0,-13 3 0 0 0,55-29 3588 0 0,-10 5-3823 0 0,4-1-135 0 0,38-22 301 0 0,-61 37-657 0 0,0 1 0 0 0,1 1 1 0 0,-1-1-1 0 0,0 1 1 0 0,1 0-1 0 0,0 1 0 0 0,-1-1 1 0 0,12 0-1 0 0,-17 3-93 0 0,1-1 0 0 0,-1 0 0 0 0,0 0 0 0 0,0 1 0 0 0,0-1 0 0 0,0 1 0 0 0,1-1 1 0 0,-1 1-1 0 0,0-1 0 0 0,0 1 0 0 0,0 0 0 0 0,0-1 0 0 0,0 1 0 0 0,0 0 0 0 0,0 0 0 0 0,0 0 0 0 0,-1 0 0 0 0,1 0 0 0 0,0 0 0 0 0,-1 0 0 0 0,1 0 0 0 0,0 0 1 0 0,-1 0-1 0 0,1 0 0 0 0,-1 0 0 0 0,1 1 0 0 0,-1-1 0 0 0,0 0 0 0 0,0 0 0 0 0,1 0 0 0 0,-1 3 0 0 0,2 43 204 0 0,-3-41-189 0 0,-2 36 10 0 0,-2 1-1 0 0,-2-1 1 0 0,-3 0 0 0 0,0-1 0 0 0,-23 54 0 0 0,58-177-718 0 0,17-105 0 0 0,12-46-321 0 0,-41 203 2096 0 0,-13 30-1076 0 0,0 0 0 0 0,0 0 0 0 0,0-1-1 0 0,0 1 1 0 0,0 0 0 0 0,1 0 0 0 0,-1 0 0 0 0,0 0 0 0 0,0 0 0 0 0,0 0 0 0 0,0 0-1 0 0,0-1 1 0 0,0 1 0 0 0,0 0 0 0 0,0 0 0 0 0,0 0 0 0 0,1 0 0 0 0,-1 0 0 0 0,0 0-1 0 0,0 0 1 0 0,0 0 0 0 0,0 0 0 0 0,0 0 0 0 0,0 0 0 0 0,1 0 0 0 0,-1 0-1 0 0,0 0 1 0 0,0 0 0 0 0,0 0 0 0 0,0 0 0 0 0,0 0 0 0 0,0 0 0 0 0,1 0 0 0 0,-1 0-1 0 0,0 0 1 0 0,0 0 0 0 0,0 0 0 0 0,0 0 0 0 0,0 0 0 0 0,1 0 0 0 0,-1 0 0 0 0,0 0-1 0 0,0 0 1 0 0,0 0 0 0 0,0 0 0 0 0,0 0 0 0 0,0 0 0 0 0,0 0 0 0 0,1 1 0 0 0,-1-1-1 0 0,0 0 1 0 0,0 0 0 0 0,2 18 424 0 0,-3 43 484 0 0,-1-27-715 0 0,3 0 0 0 0,5 50 0 0 0,1-39-151 0 0,16 83 202 0 0,-19-114-325 0 0,0 1 0 0 0,1-1 0 0 0,0 0 0 0 0,1 0 0 0 0,1-1 0 0 0,11 17 0 0 0,-7-16-1021 0 0,4-3-4232 0 0</inkml:trace>
</inkml:ink>
</file>

<file path=ppt/ink/ink2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1.18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 0 9218 0 0,'-12'8'6389'0'0,"12"-8"-6201"0"0,0 1 0 0 0,0-1 0 0 0,0 1 0 0 0,-7 18 1977 0 0,6-2-1603 0 0,2 1 1 0 0,0-1-1 0 0,0 1 1 0 0,2-1-1 0 0,0 0 0 0 0,10 31 1 0 0,-3-12-383 0 0,-10-34-188 0 0,21 87-721 0 0,54 141 0 0 0,-64-204-6867 0 0</inkml:trace>
</inkml:ink>
</file>

<file path=ppt/ink/ink2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1.43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93 5065 0 0,'0'0'116'0'0,"1"1"1"0"0,-1-1-1 0 0,1 1 0 0 0,-1-1 1 0 0,0 0-1 0 0,1 1 0 0 0,-1-1 1 0 0,1 0-1 0 0,-1 1 0 0 0,1-1 1 0 0,-1 0-1 0 0,1 0 0 0 0,-1 1 1 0 0,1-1-1 0 0,-1 0 0 0 0,1 0 1 0 0,-1 0-1 0 0,1 0 0 0 0,0 0 1 0 0,-1 0-1 0 0,1 0 0 0 0,-1 0 0 0 0,1 0 1 0 0,-1 0-1 0 0,1 0 0 0 0,-1 0 1 0 0,1 0-1 0 0,0-1 0 0 0,23-3 2341 0 0,-20 4-2150 0 0,34-9 3648 0 0,75-28 0 0 0,-70 21-3728 0 0,47-10 0 0 0,-71 22-1181 0 0</inkml:trace>
</inkml:ink>
</file>

<file path=ppt/ink/ink2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1.72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 32 6913 0 0,'-26'-31'12105'0'0,"42"52"-9928"0"0,-6-1-1765 0 0,-1 1 0 0 0,-1 1 0 0 0,-1-1 1 0 0,8 39-1 0 0,5 93 202 0 0,-15-104-1501 0 0,1 1 0 0 0,17 60 0 0 0,-13-80-6759 0 0</inkml:trace>
</inkml:ink>
</file>

<file path=ppt/ink/ink2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2.1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34 7370 0 0,'-1'-2'140'0'0,"1"1"-1"0"0,0 0 1 0 0,0-1 0 0 0,-1 1 0 0 0,1-1 0 0 0,0 1 0 0 0,0 0 0 0 0,0-1 0 0 0,1 1 0 0 0,-1-1 0 0 0,0 1 0 0 0,0 0 0 0 0,1-1 0 0 0,-1 1 0 0 0,1 0-1 0 0,-1-1 1 0 0,1 1 0 0 0,0 0 0 0 0,-1 0 0 0 0,1-1 0 0 0,2-1 0 0 0,-2 3 54 0 0,1-1 0 0 0,-1 1 0 0 0,0 0 0 0 0,1-1 0 0 0,-1 1 0 0 0,1 0 0 0 0,-1 0 0 0 0,1 0 0 0 0,-1 0 0 0 0,1 0 0 0 0,-1 0 0 0 0,1 1 0 0 0,-1-1-1 0 0,1 0 1 0 0,-1 1 0 0 0,1-1 0 0 0,-1 1 0 0 0,0 0 0 0 0,1-1 0 0 0,-1 1 0 0 0,2 2 0 0 0,5 2 73 0 0,0 0 0 0 0,-1 1 0 0 0,1 1 0 0 0,-1-1-1 0 0,-1 1 1 0 0,0 0 0 0 0,0 1 0 0 0,0-1 0 0 0,-1 1 0 0 0,0 0 0 0 0,0 1 0 0 0,-1-1-1 0 0,0 1 1 0 0,3 10 0 0 0,0 1-108 0 0,-1 1-1 0 0,0 1 0 0 0,-2-1 1 0 0,-1 1-1 0 0,2 23 0 0 0,-6 9-259 0 0,-8 74 0 0 0,1-50 23 0 0,33-189-826 0 0,-8 23 320 0 0,3 2 1 0 0,37-95-1 0 0,-42 155 2039 0 0,-15 26-1415 0 0,0 0 1 0 0,0 0-1 0 0,0 0 0 0 0,0-1 1 0 0,1 1-1 0 0,-1 0 1 0 0,0 0-1 0 0,0 0 0 0 0,0 0 1 0 0,0 0-1 0 0,0 0 1 0 0,1 0-1 0 0,-1-1 0 0 0,0 1 1 0 0,0 0-1 0 0,0 0 1 0 0,1 0-1 0 0,-1 0 0 0 0,0 0 1 0 0,0 0-1 0 0,0 0 0 0 0,0 0 1 0 0,1 0-1 0 0,-1 0 1 0 0,0 0-1 0 0,0 0 0 0 0,0 0 1 0 0,1 0-1 0 0,-1 0 1 0 0,0 0-1 0 0,0 0 0 0 0,0 0 1 0 0,0 1-1 0 0,1-1 1 0 0,-1 0-1 0 0,0 0 0 0 0,0 0 1 0 0,0 0-1 0 0,0 0 1 0 0,1 0-1 0 0,2 17 975 0 0,-5 50-718 0 0,0-23 284 0 0,6 70 0 0 0,-3-103-523 0 0,1 0 1 0 0,0 1-1 0 0,0-2 1 0 0,1 1 0 0 0,1 0-1 0 0,0 0 1 0 0,0-1-1 0 0,1 0 1 0 0,0 0 0 0 0,1 0-1 0 0,9 11 1 0 0,-10-15-335 0 0,1-1 1 0 0,0 0-1 0 0,0 0 1 0 0,0 0-1 0 0,1-1 1 0 0,0 0-1 0 0,0 0 1 0 0,0 0-1 0 0,13 3 1 0 0,4 2-7060 0 0</inkml:trace>
</inkml:ink>
</file>

<file path=ppt/ink/ink2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2.4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7370 0 0,'2'10'6636'0'0,"2"-10"-5213"0"0,0-1-1127 0 0,0 1 0 0 0,0 0 0 0 0,0 0 1 0 0,0 0-1 0 0,0 0 0 0 0,0 1 1 0 0,0-1-1 0 0,-1 1 0 0 0,1 0 0 0 0,0 0 1 0 0,0 1-1 0 0,-1-1 0 0 0,1 1 0 0 0,-1 0 1 0 0,1 0-1 0 0,5 4 0 0 0,-5-2-148 0 0,0 0 0 0 0,0 0-1 0 0,-1 1 1 0 0,1-1 0 0 0,-1 1-1 0 0,0 0 1 0 0,0 0-1 0 0,-1 0 1 0 0,1 0 0 0 0,-1 0-1 0 0,0 0 1 0 0,1 7 0 0 0,4 18 50 0 0,4 43 1 0 0,-8-48-126 0 0,1-1 0 0 0,0 1 0 0 0,11 28 0 0 0,-14-50-80 0 0,0-1 0 0 0,-1 1 1 0 0,2-1-1 0 0,-1 0 0 0 0,0 1 0 0 0,0-1 0 0 0,1 0 0 0 0,-1 0 0 0 0,1 0 0 0 0,0 0 0 0 0,0 0 1 0 0,0 0-1 0 0,0 0 0 0 0,0 0 0 0 0,0-1 0 0 0,0 1 0 0 0,0-1 0 0 0,1 0 0 0 0,1 2 0 0 0,-1-3 36 0 0,-1 0-1 0 0,0 1 0 0 0,0-1 0 0 0,0 0 0 0 0,1 0 0 0 0,-1-1 0 0 0,0 1 0 0 0,0 0 0 0 0,0-1 0 0 0,0 1 0 0 0,0-1 0 0 0,1 0 1 0 0,-1 0-1 0 0,0 0 0 0 0,0 0 0 0 0,-1 0 0 0 0,1 0 0 0 0,0 0 0 0 0,0-1 0 0 0,0 1 0 0 0,-1 0 0 0 0,1-1 0 0 0,1-2 0 0 0,56-68-2192 0 0,-31 40-5559 0 0</inkml:trace>
</inkml:ink>
</file>

<file path=ppt/ink/ink2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3.1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92 10594 0 0,'1'5'3116'0'0,"-1"-5"-3056"0"0,11-2 1807 0 0,12-7 272 0 0,12-15-1412 0 0,20-12-2046 0 0,-47 32 115 0 0,0 0 0 0 0,0 1 0 0 0,1 0 0 0 0,0 0 1 0 0,13-2-1 0 0,-8 2-1035 0 0</inkml:trace>
</inkml:ink>
</file>

<file path=ppt/ink/ink2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3.36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0 141 7370 0 0,'54'-65'2603'0'0,"0"19"-5498"0"0,-30 27 2182 0 0,-11 8 677 0 0</inkml:trace>
</inkml:ink>
</file>

<file path=ppt/ink/ink2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3.59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43 1 8754 0 0,'-19'9'873'0'0,"1"6"5152"0"0,17-14-5591 0 0,0 0 1 0 0,1 1-1 0 0,-1-1 0 0 0,1 1 0 0 0,-1 0 1 0 0,1-1-1 0 0,-1 1 0 0 0,1-1 0 0 0,0 1 1 0 0,0 0-1 0 0,0-1 0 0 0,0 3 0 0 0,3 19-236 0 0,96 400 1780 0 0,-72-331-2710 0 0,-15-64 52 0 0</inkml:trace>
</inkml:ink>
</file>

<file path=ppt/ink/ink2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3.7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 1 10138 0 0,'-18'9'6586'0'0,"16"-4"-6034"0"0,1-1-176 0 0,1-1-40 0 0</inkml:trace>
</inkml:ink>
</file>

<file path=ppt/ink/ink2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4.2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9 158 5985 0 0,'-1'-1'54'0'0,"1"1"-1"0"0,-1 0 1 0 0,1 0-1 0 0,-1-1 1 0 0,1 1-1 0 0,-1 0 0 0 0,1-1 1 0 0,0 1-1 0 0,-1-1 1 0 0,1 1-1 0 0,0 0 1 0 0,-1-1-1 0 0,1 1 1 0 0,0-1-1 0 0,-1 1 0 0 0,1-1 1 0 0,0 1-1 0 0,0-1 1 0 0,-1 0-1 0 0,1 1 1 0 0,0-1-1 0 0,0 1 1 0 0,0-1-1 0 0,0 1 0 0 0,0-1 1 0 0,0 1-1 0 0,0-1 1 0 0,0 0-1 0 0,0 1 1 0 0,0-1-1 0 0,0 1 1 0 0,1-2-1 0 0,14-17 1982 0 0,35-14 1584 0 0,-43 29-3160 0 0,18-11 840 0 0,0 1 0 0 0,2 2 1 0 0,-1 0-1 0 0,2 2 1 0 0,35-9-1 0 0,-61 18-1301 0 0,1 1 0 0 0,-1-1 0 0 0,1 1 0 0 0,-1-1 0 0 0,1 1 0 0 0,-1 0 0 0 0,1 0 0 0 0,-1 0 0 0 0,1 0 0 0 0,-1 1 0 0 0,1-1 0 0 0,-1 1 1 0 0,1-1-1 0 0,-1 1 0 0 0,1 0 0 0 0,-1 0 0 0 0,0 0 0 0 0,4 2 0 0 0,-4-1-62 0 0,-1 0 1 0 0,1 0-1 0 0,-1 0 1 0 0,0 0-1 0 0,1 1 1 0 0,-1-1-1 0 0,0 0 1 0 0,0 1-1 0 0,-1-1 1 0 0,1 1-1 0 0,0-1 1 0 0,-1 1-1 0 0,1-1 1 0 0,-1 1-1 0 0,0-1 1 0 0,0 1-1 0 0,0 4 1 0 0,-2 58-478 0 0,0-40 347 0 0,2 1-1 0 0,0-1 1 0 0,2 0 0 0 0,1 0 0 0 0,8 37 0 0 0,-6-45 37 0 0,0 0 1 0 0,2 0-1 0 0,0-1 0 0 0,12 20 1 0 0,-15-28-298 0 0,2 0 0 0 0,-1-1-1 0 0,1 0 1 0 0,0-1 0 0 0,0 1 0 0 0,1-1 0 0 0,0 0 0 0 0,0-1 0 0 0,1 0 0 0 0,10 6-1 0 0,-8-5 441 0 0</inkml:trace>
</inkml:ink>
</file>

<file path=ppt/ink/ink2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4.34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42 126 5529 0 0,'-7'0'-806'0'0,"-28"-9"8834"0"0,36 9-7934 0 0,14-14 2534 0 0,74-37 268 0 0,-33 20-4107 0 0,-22 11-4913 0 0</inkml:trace>
</inkml:ink>
</file>

<file path=ppt/ink/ink2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4.6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32 146 9674 0 0,'-32'6'1564'0'0,"54"-28"4000"0"0,59-37-3171 0 0,-34 23-4324 0 0,3 1-5060 0 0</inkml:trace>
</inkml:ink>
</file>

<file path=ppt/ink/ink2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8:54.7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132 0 1952 0 0,'-23'30'474'0'0,"2"0"-1"0"0,-24 45 0 0 0,38-62 115 0 0,1 2 0 0 0,0-1-1 0 0,0 1 1 0 0,2 0-1 0 0,0 0 1 0 0,1 0-1 0 0,0 0 1 0 0,-1 20 0 0 0,4-30-339 0 0,0 0 0 0 0,1 0 0 0 0,-1 0 0 0 0,1 0 0 0 0,0 0 0 0 0,0 0 0 0 0,1 0 0 0 0,-1 0 0 0 0,1-1 0 0 0,0 1 0 0 0,0 0 0 0 0,1-1 0 0 0,-1 0 0 0 0,1 0 1 0 0,0 1-1 0 0,0-1 0 0 0,1-1 0 0 0,6 7 0 0 0,4 1 462 0 0,0-1-1 0 0,1-1 1 0 0,0 0 0 0 0,20 8-1 0 0,-23-12-393 0 0,-1 0 0 0 0,0 0-1 0 0,0 2 1 0 0,-1-1-1 0 0,0 1 1 0 0,0 0-1 0 0,0 1 1 0 0,-1 1 0 0 0,11 11-1 0 0,-19-17-273 0 0,1-1-1 0 0,-1 1 0 0 0,0 0 0 0 0,1-1 0 0 0,-1 1 1 0 0,0 0-1 0 0,-1 0 0 0 0,1 0 0 0 0,0 0 1 0 0,-1 0-1 0 0,0 0 0 0 0,0 0 0 0 0,0 0 1 0 0,0 0-1 0 0,0 0 0 0 0,0 0 0 0 0,-1 0 0 0 0,0 0 1 0 0,1 0-1 0 0,-2 3 0 0 0,-10 21-229 0 0</inkml:trace>
</inkml:ink>
</file>

<file path=ppt/ink/ink2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00.8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 4805 2761 0 0,'-1'1'419'0'0,"1"-1"-349"0"0,-1 0 0 0 0,1 0 0 0 0,0 0 0 0 0,0 0 0 0 0,0 0-1 0 0,0 0 1 0 0,-1 0 0 0 0,1 0 0 0 0,0 0 0 0 0,0 0 0 0 0,0 0 0 0 0,-1 0 0 0 0,1 0 0 0 0,0 0 0 0 0,0 0 0 0 0,0 0-1 0 0,-1 0 1 0 0,1 0 0 0 0,-3-1 1119 0 0,3 0-1119 0 0,0 1-1 0 0,0 0 1 0 0,0 0 0 0 0,0 0 0 0 0,0 0 0 0 0,0-1 0 0 0,0 1 0 0 0,0 0 0 0 0,0-1 0 0 0,-6-17 779 0 0,3-27-19 0 0,16-360 3479 0 0,0 57-3314 0 0,42-577 1661 0 0,-41 783-2264 0 0,-6-2-1 0 0,-15-199 0 0 0,4-27 942 0 0,6 134-759 0 0,18-241 1146 0 0,-15 370-1543 0 0,-3 37 59 0 0,22-127 0 0 0,66-272-236 0 0,-81 355-22 0 0,-9 87 14 0 0,1 0-1 0 0,1 0 1 0 0,1 0-1 0 0,13-43 1 0 0,-6 32-1024 0 0,9-55 1 0 0,-3 11-79 0 0,-50 130-262 0 0,-162 257-645 0 0,179-280 1648 0 0,9-13 65 0 0,-1 0 0 0 0,-17 19 1 0 0,21-30 316 0 0,4-13-173 0 0,51-129-731 0 0,-44 126 1004 0 0,0 1 0 0 0,0 0-1 0 0,2 0 1 0 0,-1 1 0 0 0,2 0 0 0 0,0 1-1 0 0,19-20 1 0 0,-27 31 4 0 0,-1-1-1 0 0,1 1 1 0 0,0-1-1 0 0,0 1 1 0 0,0-1 0 0 0,0 1-1 0 0,0 0 1 0 0,0 0 0 0 0,0 0-1 0 0,0 0 1 0 0,1 0 0 0 0,-1 1-1 0 0,0-1 1 0 0,0 1 0 0 0,1-1-1 0 0,-1 1 1 0 0,0 0 0 0 0,1 0-1 0 0,-1 0 1 0 0,1 0-1 0 0,3 1 1 0 0,-3 0 30 0 0,0 1-1 0 0,0-1 1 0 0,0 1-1 0 0,-1 0 1 0 0,1-1-1 0 0,-1 1 1 0 0,1 0-1 0 0,-1 1 1 0 0,0-1-1 0 0,0 0 1 0 0,0 1 0 0 0,0-1-1 0 0,0 1 1 0 0,2 3-1 0 0,4 10 320 0 0,-1 1 0 0 0,0 0 0 0 0,-1 0 0 0 0,5 27-1 0 0,6 34-17 0 0,9 36-458 0 0,-14-77-320 0 0</inkml:trace>
</inkml:ink>
</file>

<file path=ppt/ink/ink2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02.7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92 201 920 0 0,'-5'1'405'0'0,"-1"-1"0"0"0,0 1 0 0 0,1 0 0 0 0,-1 1-1 0 0,1-1 1 0 0,-1 1 0 0 0,1 0 0 0 0,0 0 0 0 0,-1 1 0 0 0,1-1 0 0 0,0 1-1 0 0,1 1 1 0 0,-1-1 0 0 0,1 0 0 0 0,-9 12 5677 0 0,80-46-3182 0 0,-40 17-2299 0 0,2 2-1 0 0,-1 0 0 0 0,1 2 1 0 0,39-8-1 0 0,-12 10-565 0 0,66 0 1 0 0,-89 6-32 0 0,0-1-37 0 0,56-14 0 0 0,-63 11 12 0 0,1 1-1 0 0,-1 1 1 0 0,42-1-1 0 0,30 6 22 0 0,0 0 0 0 0,99 14 0 0 0,429 27 181 0 0,-499-31-72 0 0,-82-6-94 0 0,66 1 0 0 0,143-24 81 0 0,-127 7 155 0 0,151 6 0 0 0,-227 5-198 0 0,103-13 0 0 0,-63 3-29 0 0,12-4-24 0 0,119-31 0 0 0,-133 26-10 0 0,0 4-1 0 0,1 4 0 0 0,1 4 1 0 0,-1 4-1 0 0,150 14 0 0 0,-20 11 150 0 0,609 71 987 0 0,-697-73-925 0 0,291 37 48 0 0,131 5-91 0 0,-254-19 346 0 0,89 10-53 0 0,-259-43-453 0 0,235 51 1 0 0,-122-13-728 0 0,34 9-383 0 0,-262-55 308 0 0,0 1-1 0 0,0-2 0 0 0,0 0 0 0 0,0-1 1 0 0,0 0-1 0 0,0-1 0 0 0,0-1 0 0 0,0 0 0 0 0,0-1 1 0 0,26-9-1 0 0,-25 8-3657 0 0</inkml:trace>
</inkml:ink>
</file>

<file path=ppt/ink/ink2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03.2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174 0 3025 0 0,'-52'10'454'0'0,"-7"0"2234"0"0,51-8-1289 0 0,-1 0 0 0 0,1 1 0 0 0,0 0 1 0 0,-12 6-1 0 0,19-8-1227 0 0,1-1 1 0 0,-1 0-1 0 0,1 1 0 0 0,-1-1 1 0 0,1 0-1 0 0,-1 1 1 0 0,1-1-1 0 0,-1 1 0 0 0,1-1 1 0 0,-1 1-1 0 0,1-1 1 0 0,-1 1-1 0 0,1-1 1 0 0,0 1-1 0 0,-1-1 0 0 0,1 1 1 0 0,0 0-1 0 0,0-1 1 0 0,-1 1-1 0 0,1-1 0 0 0,0 1 1 0 0,0 0-1 0 0,0-1 1 0 0,0 1-1 0 0,0 0 0 0 0,0-1 1 0 0,0 1-1 0 0,0 0 1 0 0,0-1-1 0 0,0 1 0 0 0,0 1 1 0 0,1 0-50 0 0,0 0 1 0 0,0 0 0 0 0,0 0-1 0 0,1 0 1 0 0,-1 0-1 0 0,0 0 1 0 0,1 0-1 0 0,-1 0 1 0 0,3 2-1 0 0,42 30-531 0 0,-45-33 508 0 0,26 14-101 0 0,0-1 1 0 0,1-2-1 0 0,0-1 1 0 0,36 10-1 0 0,-31-11-4 0 0,-1 1-1 0 0,57 29 1 0 0,-86-39 25 0 0,0 1 0 0 0,0 0 0 0 0,0 0-1 0 0,0 0 1 0 0,0 1 0 0 0,-1-1 0 0 0,1 1 0 0 0,-1-1-1 0 0,0 1 1 0 0,0 0 0 0 0,0 0 0 0 0,0 0 0 0 0,0 0-1 0 0,0 0 1 0 0,-1 0 0 0 0,0 0 0 0 0,2 7 0 0 0,-2-4 52 0 0,0-1 1 0 0,-1 1 0 0 0,0-1-1 0 0,0 1 1 0 0,0-1 0 0 0,-1 1 0 0 0,0-1-1 0 0,0 1 1 0 0,0-1 0 0 0,-3 8 0 0 0,-6 8 189 0 0,0 1 1 0 0,-1-1 0 0 0,-1-1-1 0 0,-17 23 1 0 0,27-40-255 0 0,-29 41-475 0 0,-55 59-1 0 0</inkml:trace>
</inkml:ink>
</file>

<file path=ppt/ink/ink2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09.3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3199 2652 3225 0 0,'0'0'240'0'0,"-1"1"-200"0"0,0 0 0 0 0,1 0 0 0 0,-1 0 0 0 0,0 0 0 0 0,0 0 0 0 0,0 0 0 0 0,0 0 0 0 0,0-1 0 0 0,0 1 0 0 0,0 0 0 0 0,0-1 0 0 0,0 1 0 0 0,0 0 0 0 0,0-1 0 0 0,0 0 0 0 0,0 1 0 0 0,0-1 0 0 0,0 1 0 0 0,-1-1 0 0 0,1 0 0 0 0,0 0 0 0 0,0 0 0 0 0,0 0 0 0 0,-1 0 0 0 0,1 0 0 0 0,0 0 0 0 0,0 0 0 0 0,0 0 0 0 0,-1-1 0 0 0,1 1 0 0 0,0 0 0 0 0,0-1 0 0 0,0 1 0 0 0,0-1 0 0 0,0 1 0 0 0,0-1 0 0 0,0 0 0 0 0,-1 0 0 0 0,-3-4 334 0 0,2 0 0 0 0,-1 0 0 0 0,0-1 0 0 0,1 1 0 0 0,0-1 0 0 0,-3-8 0 0 0,-13-22 609 0 0,12 30-886 0 0,0 0 0 0 0,0 0 0 0 0,0 1 1 0 0,-1 0-1 0 0,0 0 0 0 0,0 1 0 0 0,-10-4 1 0 0,-31-20 397 0 0,-109-107 1279 0 0,22 16-1068 0 0,-23-14 955 0 0,-88-69-618 0 0,89 59-451 0 0,110 98-672 0 0,-60-52 109 0 0,-63-62 142 0 0,117 107 27 0 0,-3 2-1 0 0,-100-66 0 0 0,85 64-139 0 0,-99-81-67 0 0,143 110-132 0 0,-43-42 0 0 0,51 44 109 0 0,-2 1 0 0 0,1 1 0 0 0,-44-27 0 0 0,8 8 207 0 0,2-3 0 0 0,-92-85 1 0 0,38 12 913 0 0,-24-21-169 0 0,89 100-679 0 0,-1 2 0 0 0,-91-51 0 0 0,113 70-93 0 0,1-1-1 0 0,-38-34 1 0 0,6 3 127 0 0,-94-55 166 0 0,136 95-282 0 0,11 5-161 0 0,-1 1 1 0 0,0-1-1 0 0,0 0 1 0 0,1 1-1 0 0,-1-1 1 0 0,1 0-1 0 0,-1 0 1 0 0,1 0-1 0 0,-1 0 1 0 0,1-1-1 0 0,0 1 0 0 0,-1 0 1 0 0,-1-2-1 0 0,3 1-228 0 0,0 1-1 0 0,0 0 0 0 0,0 0 0 0 0,0 0 0 0 0,0-1 1 0 0,0 1-1 0 0,1 0 0 0 0,-1 0 0 0 0,0 0 1 0 0,1 0-1 0 0,-1 0 0 0 0,0 0 0 0 0,1-1 0 0 0,-1 1 1 0 0,1 0-1 0 0,0 0 0 0 0,-1 0 0 0 0,2-1 0 0 0</inkml:trace>
</inkml:ink>
</file>

<file path=ppt/ink/ink2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09.8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7 7370 0 0,'4'-6'7935'0'0,"8"13"-7363"0"0,0 1 0 0 0,0 1 1 0 0,-1 0-1 0 0,0 0 1 0 0,12 15-1 0 0,50 63 271 0 0,-20-23-601 0 0,-32-40-459 0 0,55 58 419 0 0,-66-73-907 0 0,0 0-1 0 0,0-1 0 0 0,1 0 1 0 0,0-1-1 0 0,1 0 0 0 0,13 6 1 0 0,-14-9-3159 0 0</inkml:trace>
</inkml:ink>
</file>

<file path=ppt/ink/ink2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0.2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1 920 0 0,'-1'1'329'0'0,"1"1"1"0"0,0-1-1 0 0,0 0 0 0 0,0 1 0 0 0,0-1 0 0 0,1 1 1 0 0,-1-1-1 0 0,0 0 0 0 0,0 1 0 0 0,1-1 0 0 0,-1 0 0 0 0,1 1 1 0 0,-1-1-1 0 0,1 0 0 0 0,0 0 0 0 0,0 1 0 0 0,-1-1 1 0 0,1 0-1 0 0,0 0 0 0 0,0 0 0 0 0,0 0 0 0 0,0 0 0 0 0,0 0 1 0 0,0 0-1 0 0,0-1 0 0 0,3 2 0 0 0,-2 0-97 0 0,1 1 0 0 0,0-1 1 0 0,0-1-1 0 0,-1 1 0 0 0,1 0 0 0 0,1-1 0 0 0,-1 0 0 0 0,0 1 0 0 0,0-1 0 0 0,5 0 0 0 0,-18-3 752 0 0,7 0-1032 0 0,0 1 1 0 0,0 0-1 0 0,0 0 0 0 0,0 0 0 0 0,0 1 0 0 0,0-1 1 0 0,-6 1-1 0 0,7-1 51 0 0,1 1 0 0 0,0 0 0 0 0,0-1-1 0 0,0 1 1 0 0,0-1 0 0 0,0 0 0 0 0,0 1 0 0 0,0-1 0 0 0,0 0 0 0 0,0 1 0 0 0,1-1 0 0 0,-1 0 0 0 0,0 0 0 0 0,0 0-1 0 0,1 0 1 0 0,-1 0 0 0 0,0 0 0 0 0,1 0 0 0 0,-1 0 0 0 0,1 0 0 0 0,-1-1 0 0 0,-3-3 177 0 0,6 8 125 0 0,-2-1-646 0 0</inkml:trace>
</inkml:ink>
</file>

<file path=ppt/ink/ink2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0.5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3 168 4609 0 0,'-2'0'2821'0'0,"2"-8"-953"0"0,5-24-260 0 0,12-42-1752 0 0,-6 38-1948 0 0,-7 19-1169 0 0</inkml:trace>
</inkml:ink>
</file>

<file path=ppt/ink/ink2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0.7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 1 3209 0 0,'-3'11'63'0'0,"-15"70"496"0"0,17-75-153 0 0,1 1-1 0 0,-1-1 1 0 0,1 0 0 0 0,1 1 0 0 0,-1-1-1 0 0,1 0 1 0 0,0 1 0 0 0,0-1-1 0 0,1 0 1 0 0,3 10 0 0 0,-4-15-242 0 0,1 1 0 0 0,-1-1 1 0 0,0 1-1 0 0,0-1 1 0 0,1 1-1 0 0,-1-1 0 0 0,0 0 1 0 0,1 1-1 0 0,0-1 0 0 0,-1 0 1 0 0,1 0-1 0 0,0 0 0 0 0,-1-1 1 0 0,1 1-1 0 0,0 0 0 0 0,0 0 1 0 0,0-1-1 0 0,0 1 0 0 0,-1-1 1 0 0,1 0-1 0 0,0 0 0 0 0,0 0 1 0 0,2 0-1 0 0,55-4 2358 0 0,-26 0-1208 0 0,-28 4-1163 0 0,1 0-1 0 0,-1 1 0 0 0,1-1 1 0 0,-1 1-1 0 0,1 0 1 0 0,-1 1-1 0 0,0-1 0 0 0,1 1 1 0 0,-1 0-1 0 0,0 0 1 0 0,0 1-1 0 0,0-1 1 0 0,-1 1-1 0 0,9 6 0 0 0,-7-3-463 0 0,0 0-1 0 0,-1 0 0 0 0,1 0 0 0 0,-1 1 0 0 0,7 11 1 0 0,-1 0-5629 0 0</inkml:trace>
</inkml:ink>
</file>

<file path=ppt/ink/ink2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1.7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2761 0 0,'0'4'1153'0'0,"1"-1"-960"0"0,-1-1 0 0 0,1 0 0 0 0,0 0 0 0 0,0 1-1 0 0,0-1 1 0 0,0 0 0 0 0,0 0 0 0 0,0 0 0 0 0,0 0 0 0 0,1 0-1 0 0,-1 0 1 0 0,1 0 0 0 0,-1 0 0 0 0,1-1 0 0 0,0 1 0 0 0,0 0 0 0 0,0-1-1 0 0,0 0 1 0 0,0 1 0 0 0,0-1 0 0 0,0 0 0 0 0,0 0 0 0 0,1 0-1 0 0,-1 0 1 0 0,0-1 0 0 0,3 1 0 0 0,5 2-137 0 0,-1 0-1 0 0,1-1 1 0 0,0 0 0 0 0,0-1 0 0 0,10 0-1 0 0,-17-1-144 0 0,-1 0 0 0 0,0 0 0 0 0,0-1-1 0 0,1 1 1 0 0,-1-1 0 0 0,0 1 0 0 0,0-1-1 0 0,0 0 1 0 0,0 0 0 0 0,0 0 0 0 0,4-2-1 0 0</inkml:trace>
</inkml:ink>
</file>

<file path=ppt/ink/ink2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2.7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0 920 0 0,'0'1'136'0'0,"0"12"1625"0"0,0-11-1325 0 0,0 0 0 0 0,0-1 0 0 0,0 1-1 0 0,0 0 1 0 0,0-1 0 0 0,0 1 0 0 0,0 0 0 0 0,1-1 0 0 0,-1 1 0 0 0,1-1-1 0 0,-1 1 1 0 0,1-1 0 0 0,-1 1 0 0 0,1-1 0 0 0,0 1 0 0 0,0-1 0 0 0,0 1 0 0 0,2 1-1 0 0,23 35 2648 0 0,-9-13-2157 0 0,0-2-1 0 0,1 0 0 0 0,22 21 0 0 0,153 128-93 0 0,-73-67-470 0 0,12 35-389 0 0,-97-99 15 0 0,1-1-1 0 0,61 50 1 0 0,164 115 73 0 0,-223-173-52 0 0,-1 2 1 0 0,-2 2-1 0 0,-1 1 0 0 0,48 69 0 0 0,26 30 515 0 0,16-8-349 0 0,44 55-125 0 0,-65-59-358 0 0,187 177 0 0 0,51 61-396 0 0,-294-308 722 0 0,2-3 0 0 0,68 55-1 0 0,-40-40-88 0 0,43 34-39 0 0,-81-71 169 0 0,-1 2 0 0 0,-2 1 1 0 0,-1 3-1 0 0,36 45 0 0 0,130 183 2884 0 0,-195-255-2890 0 0,-4-5-87 0 0,0 0 0 0 0,0 0-1 0 0,1 0 1 0 0,-1 0 0 0 0,1 0-1 0 0,0 0 1 0 0,0-1 0 0 0,0 1-1 0 0,0-1 1 0 0,0 0 0 0 0,1 0-1 0 0,3 2 1 0 0,-1-1-479 0 0,1 0-1 0 0,-1 0 1 0 0,-1 1 0 0 0,11 8 0 0 0,1 0-2076 0 0</inkml:trace>
</inkml:ink>
</file>

<file path=ppt/ink/ink2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3.3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56 39 1376 0 0,'-55'-39'13907'0'0,"133"94"-10081"0"0,33 41-2640 0 0,-108-94-1145 0 0,105 103-190 0 0,-23-21-3594 0 0,-63-64-2323 0 0</inkml:trace>
</inkml:ink>
</file>

<file path=ppt/ink/ink2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3.5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1 11058 0 0,'0'1'114'0'0,"0"1"-1"0"0,1-1 1 0 0,-1 0-1 0 0,0 1 0 0 0,0-1 1 0 0,0 1-1 0 0,0-1 1 0 0,0 0-1 0 0,0 1 0 0 0,0-1 1 0 0,0 1-1 0 0,-1-1 1 0 0,1 0-1 0 0,-1 2 0 0 0,-2-1 366 0 0,1-13-1869 0 0</inkml:trace>
</inkml:ink>
</file>

<file path=ppt/ink/ink2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4.0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1 245 7370 0 0,'1'0'114'0'0,"0"1"-1"0"0,0-1 1 0 0,0 0 0 0 0,1 0 0 0 0,-1 0 0 0 0,0 1 0 0 0,0-1 0 0 0,1 0 0 0 0,-1 0 0 0 0,0-1 0 0 0,0 1 0 0 0,1 0 0 0 0,-1 0 0 0 0,0-1 0 0 0,0 1 0 0 0,0 0 0 0 0,0-1 0 0 0,1 1 0 0 0,-1-1 0 0 0,0 0-1 0 0,0 1 1 0 0,0-1 0 0 0,0 0 0 0 0,0 0 0 0 0,0 1 0 0 0,-1-1 0 0 0,1 0 0 0 0,1-1 0 0 0,27-27 940 0 0,-17 14-850 0 0,0-1 1 0 0,-1 0-1 0 0,12-24 1 0 0,-20 33-471 0 0,0 0 0 0 0,-1 1 0 0 0,0-1 0 0 0,0 0 1 0 0,1-10-1 0 0,-2 13-164 0 0,-1 1 0 0 0,0-1 1 0 0,0 1-1 0 0,0-1 0 0 0,0 0 1 0 0,-1 1-1 0 0,0-1 0 0 0,0 0 1 0 0,1 1-1 0 0,-2 0 0 0 0,-1-6 1 0 0,2 8 342 0 0,1 0 1 0 0,-1 0 0 0 0,1-1 0 0 0,-1 1 0 0 0,0 0-1 0 0,1 0 1 0 0,-1 0 0 0 0,0 0 0 0 0,0 0 0 0 0,0 0 0 0 0,0 1-1 0 0,0-1 1 0 0,0 0 0 0 0,0 0 0 0 0,0 1 0 0 0,0-1-1 0 0,-1 0 1 0 0,1 1 0 0 0,0-1 0 0 0,0 1 0 0 0,0 0-1 0 0,-1-1 1 0 0,1 1 0 0 0,0 0 0 0 0,-1 0 0 0 0,1 0 0 0 0,0 0-1 0 0,-1 0 1 0 0,1 0 0 0 0,0 0 0 0 0,0 0 0 0 0,-1 0-1 0 0,1 1 1 0 0,0-1 0 0 0,0 1 0 0 0,-1-1 0 0 0,1 1-1 0 0,0-1 1 0 0,0 1 0 0 0,0-1 0 0 0,-2 3 0 0 0,-1-1 106 0 0,0 1-1 0 0,0 0 1 0 0,1 0 0 0 0,-1 1 0 0 0,1-1 0 0 0,-1 1-1 0 0,1-1 1 0 0,1 1 0 0 0,-1 0 0 0 0,-2 5 0 0 0,-4 9-76 0 0,2 1 1 0 0,0 0-1 0 0,-7 34 1 0 0,12-42 229 0 0,1 0 1 0 0,-1-1-1 0 0,2 1 1 0 0,-1 0-1 0 0,2-1 0 0 0,-1 1 1 0 0,1 0-1 0 0,5 18 1 0 0,-5-27 118 0 0,0 0 0 0 0,0 1 0 0 0,0-1 0 0 0,0 0 0 0 0,0 0 0 0 0,0 0 0 0 0,1 1 0 0 0,-1-1 0 0 0,1-1 1 0 0,0 1-1 0 0,0 0 0 0 0,-1 0 0 0 0,1-1 0 0 0,0 1 0 0 0,0-1 0 0 0,1 1 0 0 0,-1-1 0 0 0,0 0 0 0 0,0 0 0 0 0,1 0 0 0 0,-1 0 0 0 0,0 0 1 0 0,1-1-1 0 0,-1 1 0 0 0,1-1 0 0 0,-1 1 0 0 0,1-1 0 0 0,-1 0 0 0 0,1 0 0 0 0,-1 0 0 0 0,6-1 0 0 0,8-1 618 0 0,0-1-1 0 0,0-1 1 0 0,-1 0 0 0 0,17-7-1 0 0,-1 1 491 0 0,-19 6-1026 0 0,0 1-1 0 0,0 0 0 0 0,0 1 0 0 0,0 1 1 0 0,19-1-1 0 0,-28 2-362 0 0,0 1 1 0 0,0-1-1 0 0,0 1 0 0 0,0-1 1 0 0,0 1-1 0 0,0 0 1 0 0,-1 0-1 0 0,1 0 1 0 0,0 0-1 0 0,-1 1 0 0 0,1-1 1 0 0,0 1-1 0 0,-1-1 1 0 0,0 1-1 0 0,1 0 1 0 0,-1 0-1 0 0,0 0 1 0 0,0 0-1 0 0,0 0 0 0 0,0 1 1 0 0,-1-1-1 0 0,1 1 1 0 0,-1-1-1 0 0,1 1 1 0 0,-1 0-1 0 0,0-1 0 0 0,0 1 1 0 0,1 4-1 0 0,5 37-1664 0 0,-5-18-5524 0 0</inkml:trace>
</inkml:ink>
</file>

<file path=ppt/ink/ink2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8.2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9218 0 0,'0'4'718'0'0,"0"0"0"0"0,0 0 0 0 0,0 0 0 0 0,0 0 0 0 0,1 0 0 0 0,0-1 0 0 0,0 1 0 0 0,0 0 0 0 0,3 6 1 0 0,-4-9-698 0 0,0-1 0 0 0,1 1 0 0 0,-1-1 0 0 0,0 0 0 0 0,1 1 0 0 0,-1-1 0 0 0,0 0 0 0 0,1 1 0 0 0,-1-1 0 0 0,1 0 0 0 0,-1 0 0 0 0,0 1 0 0 0,1-1 0 0 0,-1 0 0 0 0,1 0 0 0 0,-1 0 0 0 0,1 0 0 0 0,-1 1 1 0 0,1-1-1 0 0,-1 0 0 0 0,1 0 0 0 0,-1 0 0 0 0,1 0 0 0 0,-1 0 0 0 0,1 0 0 0 0,-1 0 0 0 0,1-1 0 0 0,2 1-205 0 0,-1-1 0 0 0,0 0 1 0 0,-1 0-1 0 0,1 0 0 0 0,0-1 0 0 0,0 1 0 0 0,0 0 0 0 0,-1-1 1 0 0,1 1-1 0 0,1-2 0 0 0,-1 1-58 0 0,0 0 0 0 0,0 0 1 0 0,0 1-1 0 0,0-1 0 0 0,0 1 0 0 0,0-1 1 0 0,0 1-1 0 0,0 0 0 0 0,1 0 0 0 0,4-2 1 0 0,7 2 145 0 0</inkml:trace>
</inkml:ink>
</file>

<file path=ppt/ink/ink2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8.7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2 110 8290 0 0,'-1'-15'2816'0'0,"0"-36"438"0"0,1 48-3119 0 0,1 1-1 0 0,-1-1 0 0 0,0 1 0 0 0,1 0 0 0 0,-1-1 1 0 0,1 1-1 0 0,0 0 0 0 0,0-1 0 0 0,0 1 0 0 0,0 0 0 0 0,0 0 1 0 0,0 0-1 0 0,1-1 0 0 0,-1 1 0 0 0,1 1 0 0 0,-1-1 0 0 0,4-3 1 0 0,-4 5-30 0 0,-1 0 1 0 0,1 0 0 0 0,-1 0 0 0 0,1 0-1 0 0,0 0 1 0 0,-1 0 0 0 0,1 0 0 0 0,-1 0-1 0 0,1 0 1 0 0,-1 0 0 0 0,1 1 0 0 0,-1-1-1 0 0,1 0 1 0 0,-1 0 0 0 0,0 1 0 0 0,1-1-1 0 0,-1 0 1 0 0,1 0 0 0 0,-1 1 0 0 0,1-1-1 0 0,-1 0 1 0 0,0 1 0 0 0,1-1 0 0 0,-1 1-1 0 0,0-1 1 0 0,1 1 0 0 0,-1 0-1 0 0,15 19 1036 0 0,-4-5-717 0 0,38 33-35 0 0,-2 2 0 0 0,55 78 1 0 0,-102-128-390 0 0,2 2 0 0 0,0 0 0 0 0,-1 1 0 0 0,1-1 0 0 0,-1 0 0 0 0,0 1 0 0 0,0-1 0 0 0,0 1 0 0 0,0 0 0 0 0,0-1 0 0 0,0 1 0 0 0,0 0 0 0 0,-1 3 0 0 0,-3-8-145 0 0,0 1 1 0 0,0-1 0 0 0,-1 0-1 0 0,1 0 1 0 0,0 0-1 0 0,1-1 1 0 0,-6-3-1 0 0,7 4-13 0 0,-32-25-1967 0 0,18 16 557 0 0,1 0 0 0 0,-19-21 0 0 0,28 26 1182 0 0,1 1 0 0 0,0-1-1 0 0,0 0 1 0 0,1 0 0 0 0,-1-1 0 0 0,1 1 0 0 0,1-1 0 0 0,-1 1-1 0 0,1-1 1 0 0,-2-8 0 0 0,3 8-354 0 0</inkml:trace>
</inkml:ink>
</file>

<file path=ppt/ink/ink2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9.68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118 110 6913 0 0,'-2'4'523'0'0,"-1"-1"0"0"0,1 1-1 0 0,0 0 1 0 0,-1-1 0 0 0,0 0-1 0 0,0 1 1 0 0,0-1 0 0 0,-6 5-1 0 0,32-52 3158 0 0,-20 39-3774 0 0,0-1 0 0 0,-1 1 1 0 0,1-1-1 0 0,-1 0 0 0 0,0 0 0 0 0,-1 0 1 0 0,2-10-1 0 0,-22 63-1414 0 0,16-37 1163 0 0,0 0 0 0 0,0-1 0 0 0,-1 1 0 0 0,-9 15 0 0 0,-17 11 3383 0 0,21-27-2380 0 0,4-5-309 0 0,0 1 0 0 0,0 0 0 0 0,0 0 0 0 0,1 0-1 0 0,0 0 1 0 0,0 1 0 0 0,0 0 0 0 0,1 0 0 0 0,-3 7 0 0 0,17-24 1203 0 0,6-11-1431 0 0,22-59-89 0 0,-29 57-30 0 0,1 0 0 0 0,1 1 0 0 0,24-35 0 0 0,-35 57 8 0 0,1-1-1 0 0,-1 1 0 0 0,0-1 0 0 0,1 1 1 0 0,-1-1-1 0 0,0 1 0 0 0,1 0 0 0 0,0 0 1 0 0,-1 0-1 0 0,1 0 0 0 0,0 0 0 0 0,-1 0 0 0 0,1 0 1 0 0,3-1-1 0 0,-3 2 8 0 0,-1 0 1 0 0,0 0-1 0 0,0 0 1 0 0,0 0-1 0 0,1 0 0 0 0,-1 1 1 0 0,0-1-1 0 0,0 0 0 0 0,0 0 1 0 0,0 1-1 0 0,1-1 1 0 0,-1 1-1 0 0,0-1 0 0 0,0 1 1 0 0,0 0-1 0 0,0-1 0 0 0,0 1 1 0 0,1 1-1 0 0,3 4 86 0 0,0 0 0 0 0,0 0 0 0 0,0 1 0 0 0,-1-1 0 0 0,0 1 0 0 0,3 8 0 0 0,4 5 24 0 0,29 40 80 0 0,59 68 1 0 0,33 49-43 0 0,-25-21 50 0 0,-57-92-2721 0 0</inkml:trace>
</inkml:ink>
</file>

<file path=ppt/ink/ink2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19.8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122 252 3209 0 0,'-55'24'1010'0'0,"-2"-5"4420"0"0,56-19-5354 0 0,1 0 0 0 0,0 0 0 0 0,-1-1 0 0 0,1 1 0 0 0,0 0-1 0 0,-1 0 1 0 0,1 0 0 0 0,-1 0 0 0 0,1 0 0 0 0,0 0 0 0 0,-1 0 0 0 0,1-1 0 0 0,0 1 0 0 0,-1 0 0 0 0,1 0 0 0 0,0 0 0 0 0,0-1 0 0 0,-1 1 0 0 0,1 0 0 0 0,0-1 0 0 0,-1 1 0 0 0,1 0 0 0 0,0 0 0 0 0,0-1 0 0 0,0 1 0 0 0,-1 0 0 0 0,1-1-1 0 0,0 1 1 0 0,0 0 0 0 0,0-1 0 0 0,0 1 0 0 0,0-1 0 0 0,0 1 0 0 0,0 0 0 0 0,0-1 0 0 0,0 1 0 0 0,0 0 0 0 0,0-1 0 0 0,0 1 0 0 0,0-1 0 0 0,0 1 0 0 0,0 0 0 0 0,0-1 0 0 0,0 1 0 0 0,0 0 0 0 0,0-1 0 0 0,1 0 0 0 0,4-23 555 0 0,-4 19-334 0 0,6-19-21 0 0,1-1 0 0 0,1 1 1 0 0,1 1-1 0 0,15-27 0 0 0,-9 22-1603 0 0,26-32 1 0 0,-30 43-3423 0 0</inkml:trace>
</inkml:ink>
</file>

<file path=ppt/ink/ink2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20.1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6 147 6913 0 0,'-2'10'474'0'0,"-2"41"4908"0"0,4-52-5357 0 0,0 1 0 0 0,0 0 0 0 0,0 0 0 0 0,0 0 0 0 0,0 0 0 0 0,0 0-1 0 0,0 0 1 0 0,1 0 0 0 0,-1 0 0 0 0,0 0 0 0 0,0 0 0 0 0,0 0 0 0 0,0 0 0 0 0,0-1-1 0 0,0 1 1 0 0,0 0 0 0 0,0 0 0 0 0,0 0 0 0 0,0 0 0 0 0,0 0 0 0 0,0 0 0 0 0,0 0-1 0 0,0 0 1 0 0,0 0 0 0 0,1 0 0 0 0,-1 0 0 0 0,0 0 0 0 0,0 0 0 0 0,0 0 0 0 0,0 0-1 0 0,0 0 1 0 0,0 0 0 0 0,0 0 0 0 0,0 0 0 0 0,0 0 0 0 0,0 0 0 0 0,1 0 0 0 0,-1 0-1 0 0,0 0 1 0 0,0 0 0 0 0,0 0 0 0 0,0 0 0 0 0,0 0 0 0 0,0 0 0 0 0,0 0 0 0 0,0 0-1 0 0,0 0 1 0 0,0 0 0 0 0,0 0 0 0 0,0 1 0 0 0,0-1 0 0 0,1 0 0 0 0,-1 0-1 0 0,0 0 1 0 0,0 0 0 0 0,0 0 0 0 0,0 0 0 0 0,0 0 0 0 0,0 0 0 0 0,0 0 0 0 0,0 0-1 0 0,0 0 1 0 0,0 1 0 0 0,7-13 446 0 0,4-14-302 0 0,13-52-287 0 0,-11 32-1468 0 0,2 1-3541 0 0</inkml:trace>
</inkml:ink>
</file>

<file path=ppt/ink/ink2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20.2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0 456 0 0,'0'9'831'0'0,"0"1"-1"0"0,1-1 1 0 0,0 0-1 0 0,1 0 1 0 0,-1 1-1 0 0,2-1 1 0 0,-1-1-1 0 0,1 1 1 0 0,1 0-1 0 0,5 11 1 0 0,-4-13-293 0 0,0-1 1 0 0,0 1-1 0 0,0-1 1 0 0,1 0-1 0 0,-1 0 1 0 0,1-1-1 0 0,1 0 1 0 0,-1 0 0 0 0,1 0-1 0 0,0-1 1 0 0,0 0-1 0 0,9 3 1 0 0,19 8 535 0 0,-21-10-914 0 0,0 1-1 0 0,21 11 1 0 0,-31-14-377 0 0,0-1 0 0 0,-1 1 1 0 0,0-1-1 0 0,1 1 0 0 0,-1 0 0 0 0,0 1 0 0 0,0-1 0 0 0,-1 0 0 0 0,1 1 0 0 0,-1-1 1 0 0,0 1-1 0 0,1 0 0 0 0,1 6 0 0 0,2 8-1570 0 0</inkml:trace>
</inkml:ink>
</file>

<file path=ppt/ink/ink2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20.6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1 11058 0 0,'-1'1'224'0'0,"1"0"0"0"0,0 1 0 0 0,0-1-1 0 0,-1 0 1 0 0,1 1 0 0 0,0-1-1 0 0,0 0 1 0 0,0 1 0 0 0,0-1 0 0 0,1 0-1 0 0,-1 1 1 0 0,0-1 0 0 0,0 0-1 0 0,1 1 1 0 0,-1-1 0 0 0,1 0 0 0 0,-1 0-1 0 0,1 1 1 0 0,0-1 0 0 0,-1 0-1 0 0,1 0 1 0 0,0 0 0 0 0,0 0 0 0 0,0 0-1 0 0,0 0 1 0 0,0 0 0 0 0,0 0-1 0 0,0 0 1 0 0,0 0 0 0 0,2 0 0 0 0,-3 0-262 0 0,179 182 3344 0 0,-124-121-3379 0 0,2-3 0 0 0,3-3 0 0 0,78 57 0 0 0,-100-88-4983 0 0,-3-5-1776 0 0</inkml:trace>
</inkml:ink>
</file>

<file path=ppt/ink/ink2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29:35.0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2761 0 0,'7'1'107'0'0,"1"0"1"0"0,-1 0 0 0 0,0 0 0 0 0,0 1 0 0 0,0 1 0 0 0,0-1 0 0 0,0 1-1 0 0,0 0 1 0 0,-1 1 0 0 0,1-1 0 0 0,8 8 0 0 0,10 8 447 0 0,29 29 0 0 0,-45-40-399 0 0,110 98 1597 0 0,40 38-273 0 0,-34-3-583 0 0,-16-14-378 0 0,-36-58-196 0 0,156 113 0 0 0,-77-62 35 0 0,43 30 663 0 0,-117-98-627 0 0,4 2-107 0 0,118 100 0 0 0,-123-83-287 0 0,-9-7 0 0 0,143 105 0 0 0,309 236-794 0 0,-438-336 772 0 0,139 137 44 0 0,-19-18 104 0 0,118 112 154 0 0,-65-57-108 0 0,80 83 415 0 0,-80-71-190 0 0,-107-114-460 0 0,241 220-189 0 0,-146-111 282 0 0,-42-38 23 0 0,152 130-52 0 0,-68-93 306 0 0,-235-208-343 0 0,157 153 25 0 0,13 12 150 0 0,-186-179-89 0 0,257 226 177 0 0,38 60-160 0 0,-84-77-129 0 0,-3-2 244 0 0,-154-156-172 0 0,140 162 0 0 0,-158-160-48 0 0,138 122 0 0 0,-127-127 164 0 0,94 115 0 0 0,-105-109-52 0 0,124 110 0 0 0,75 67-123 0 0,28 22 26 0 0,-19-21-206 0 0,-90-77 269 0 0,-98-103-29 0 0,108 106 55 0 0,-95-74 175 0 0,194 163 0 0 0,-218-206-118 0 0,77 85 1 0 0,63 55 59 0 0,-192-185-183 0 0,250 212 11 0 0,-125-105 977 0 0,-90-78-746 0 0,101 75-140 0 0,-37-31-4 0 0,-116-87-13 0 0,0 1 1 0 0,15 19 0 0 0,-20-22-127 0 0,0 0 1 0 0,1 0 0 0 0,0 0 0 0 0,0-1-1 0 0,1 0 1 0 0,0-1 0 0 0,0 1 0 0 0,15 8-1 0 0,-21-14-37 0 0,0 0 1 0 0,0 1-1 0 0,0-1 0 0 0,0 0 0 0 0,0 0 0 0 0,0 1 0 0 0,0-1 1 0 0,0 0-1 0 0,0 0 0 0 0,0 0 0 0 0,1 0 0 0 0,-1-1 0 0 0,0 1 1 0 0,0 0-1 0 0,0 0 0 0 0,0-1 0 0 0,0 1 0 0 0,0 0 0 0 0,0-1 1 0 0,0 1-1 0 0,0-1 0 0 0,-1 1 0 0 0,1-1 0 0 0,2-1 1 0 0</inkml:trace>
</inkml:ink>
</file>

<file path=ppt/ink/ink2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1.6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140 448 4145 0 0,'-7'4'584'0'0,"0"0"1"0"0,0-1-1 0 0,-1 0 0 0 0,1-1 0 0 0,-1 1 1 0 0,-12 1-1 0 0,16-3-348 0 0,0 0-1 0 0,0-1 1 0 0,0 1 0 0 0,0-1-1 0 0,0 0 1 0 0,0 0-1 0 0,0 0 1 0 0,0-1 0 0 0,0 1-1 0 0,0-1 1 0 0,0 0-1 0 0,0 0 1 0 0,0 0 0 0 0,-5-3-1 0 0,8 3-148 0 0,0 0 1 0 0,0-1-1 0 0,0 1 0 0 0,0-1 0 0 0,0 1 0 0 0,0 0 1 0 0,1-1-1 0 0,-1 1 0 0 0,0-1 0 0 0,1 0 0 0 0,-1 1 1 0 0,1-1-1 0 0,0 1 0 0 0,-1-1 0 0 0,1 0 0 0 0,0 1 1 0 0,0-1-1 0 0,0 0 0 0 0,0 1 0 0 0,0-1 0 0 0,1 0 1 0 0,-1 1-1 0 0,0-1 0 0 0,1 1 0 0 0,-1-1 0 0 0,1 0 1 0 0,1-1-1 0 0,23-51 1031 0 0,-18 42-838 0 0,6-13 172 0 0,4-11-49 0 0,2 1 0 0 0,1 1 0 0 0,41-51 0 0 0,-61 84-403 0 0,1 0 0 0 0,0 0-1 0 0,0 0 1 0 0,0 0 0 0 0,0 0 0 0 0,0 0 0 0 0,0 0-1 0 0,0 0 1 0 0,0 1 0 0 0,0-1 0 0 0,0 0 0 0 0,0 1-1 0 0,0-1 1 0 0,0 1 0 0 0,1-1 0 0 0,-1 1 0 0 0,0-1-1 0 0,0 1 1 0 0,1 0 0 0 0,-1 0 0 0 0,0 0 0 0 0,1 0-1 0 0,-1 0 1 0 0,0 0 0 0 0,0 0 0 0 0,2 0 0 0 0,-1 1 3 0 0,0 0 1 0 0,-1 0 0 0 0,1 0 0 0 0,0 1-1 0 0,-1-1 1 0 0,1 0 0 0 0,-1 1 0 0 0,1-1-1 0 0,-1 1 1 0 0,1 0 0 0 0,-1-1 0 0 0,0 1 0 0 0,0 0-1 0 0,1 3 1 0 0,5 9 59 0 0,-2 1 0 0 0,0 0 0 0 0,4 22 0 0 0,-7-29-19 0 0,10 60 169 0 0,-2 1 0 0 0,0 95 0 0 0,-3-31-361 0 0,-7-125 145 0 0,1 0 0 0 0,0 0-1 0 0,1 0 1 0 0,-1-1 0 0 0,2 1 0 0 0,3 11 0 0 0,-1-18-54 0 0,0-10-141 0 0,2-10-242 0 0,0-39 12 0 0,-2-1-1 0 0,-3 0 0 0 0,-2 0 0 0 0,-16-109 0 0 0,4 77 1379 0 0,-27-98-1 0 0,39 187-855 0 0,0 1-1 0 0,-1-1 1 0 0,1 1-1 0 0,-1-1 1 0 0,1 0-1 0 0,-1 1 1 0 0,0-1-1 0 0,1 1 1 0 0,-1-1-1 0 0,0 1 1 0 0,0 0-1 0 0,0-1 0 0 0,0 1 1 0 0,-1 0-1 0 0,1 0 1 0 0,0 0-1 0 0,0 0 1 0 0,-3-2-1 0 0,3 3-46 0 0,1 0 0 0 0,0 0 0 0 0,-1 0 0 0 0,1 0 0 0 0,0 0 0 0 0,-1 0 0 0 0,1 0 0 0 0,0 0 0 0 0,0 0 0 0 0,-1 0 0 0 0,1 0-1 0 0,0 0 1 0 0,-1 0 0 0 0,1 1 0 0 0,0-1 0 0 0,-1 0 0 0 0,1 0 0 0 0,0 0 0 0 0,0 0 0 0 0,-1 1 0 0 0,1-1 0 0 0,0 0-1 0 0,0 0 1 0 0,0 1 0 0 0,-1-1 0 0 0,1 0 0 0 0,0 0 0 0 0,0 1 0 0 0,0-1 0 0 0,-1 1 0 0 0,-2 20 714 0 0,4-3-603 0 0,0-1 1 0 0,2 0-1 0 0,0 1 1 0 0,1-1-1 0 0,1-1 1 0 0,11 28-1 0 0,3-3-148 0 0,32 54-1 0 0,-39-74-80 0 0,1-1 1 0 0,1-1-1 0 0,0 0 0 0 0,2 0 1 0 0,0-2-1 0 0,1 0 0 0 0,1-1 1 0 0,23 16-1 0 0,-23-20-2246 0 0,1-1 0 0 0,39 17 0 0 0,-29-16-4179 0 0</inkml:trace>
</inkml:ink>
</file>

<file path=ppt/ink/ink2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1.9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5529 0 0,'0'0'423'0'0,"25"14"7383"0"0,-16-6-6950 0 0,0 1 0 0 0,0 0 0 0 0,-1 0 0 0 0,0 1 0 0 0,-1 0 0 0 0,0 1 0 0 0,7 13 0 0 0,35 84 371 0 0,-42-89-1049 0 0,6 14-326 0 0,29 62-253 0 0,-37-85-296 0 0,0-1 0 0 0,1 0-1 0 0,0-1 1 0 0,0 0-1 0 0,1 0 1 0 0,0 0 0 0 0,13 11-1 0 0,-5-9-5271 0 0</inkml:trace>
</inkml:ink>
</file>

<file path=ppt/ink/ink2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2.1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8 190 10594 0 0,'-8'15'1456'0'0,"9"-14"-1347"0"0,-1-1 0 0 0,1 0 0 0 0,-1 0-1 0 0,1 1 1 0 0,0-1 0 0 0,-1 0 0 0 0,1 0-1 0 0,-1 0 1 0 0,1 0 0 0 0,0 1 0 0 0,-1-1-1 0 0,1 0 1 0 0,0 0 0 0 0,-1 0 0 0 0,1-1-1 0 0,-1 1 1 0 0,1 0 0 0 0,0 0 0 0 0,-1 0-1 0 0,1 0 1 0 0,-1 0 0 0 0,1-1 0 0 0,1 0 880 0 0,2-1-93 0 0,10-10-487 0 0,0-1 0 0 0,-1 0 0 0 0,-1-1 0 0 0,0 0 0 0 0,15-24-1 0 0,21-45-7864 0 0,-40 67 2511 0 0</inkml:trace>
</inkml:ink>
</file>

<file path=ppt/ink/ink2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2.6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76 1 2673 0 0,'-3'1'337'0'0,"1"-1"1"0"0,0 1-1 0 0,-1 0 1 0 0,1-1-1 0 0,0 1 1 0 0,-1-1-1 0 0,1 0 1 0 0,0 0-1 0 0,-1 0 1 0 0,1 0-1 0 0,0 0 1 0 0,-1-1-1 0 0,1 1 1 0 0,-1 0-1 0 0,-2-2 1 0 0,-28 5 8756 0 0,33-3-8904 0 0,0 0 1 0 0,-1 1 0 0 0,1-1-1 0 0,0 1 1 0 0,0-1-1 0 0,0 1 1 0 0,0-1 0 0 0,0 1-1 0 0,0-1 1 0 0,0 2 0 0 0,1 19 1426 0 0,0-16-1492 0 0,0-1 0 0 0,0 1 0 0 0,0-1 0 0 0,1 0 0 0 0,-1 0-1 0 0,5 7 1 0 0,6 6 80 0 0,1 1 0 0 0,10 21 0 0 0,-15-25-221 0 0,0 0 0 0 0,1 0 0 0 0,1-1 0 0 0,19 21 0 0 0,-10-15-1109 0 0,1-2 1 0 0,34 25-1 0 0,-35-31-499 0 0</inkml:trace>
</inkml:ink>
</file>

<file path=ppt/ink/ink2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3.0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0 170 5985 0 0,'7'-7'4454'0'0,"-6"7"-4269"0"0,-1 0 1 0 0,1 0 0 0 0,-1 0-1 0 0,0 0 1 0 0,5 0 1855 0 0,-4 1-1855 0 0,4 0-73 0 0,-1 0 0 0 0,1 1 0 0 0,-1-1 0 0 0,0 1 0 0 0,0 0-1 0 0,0 1 1 0 0,0-1 0 0 0,0 1 0 0 0,0-1 0 0 0,0 1 0 0 0,-1 0 0 0 0,1 1 0 0 0,-1-1 0 0 0,0 0 0 0 0,0 1 0 0 0,0 0 0 0 0,2 4 0 0 0,5 11 116 0 0,-1 1 0 0 0,0 0 0 0 0,-2 0-1 0 0,0 0 1 0 0,5 32 0 0 0,-5-25-273 0 0,0 0 0 0 0,16 37 0 0 0,-23-63 5 0 0,0-1 0 0 0,0 1 0 0 0,0-1 0 0 0,0 1 0 0 0,0 0 0 0 0,1-1 0 0 0,-1 1 0 0 0,0-1 0 0 0,0 1 0 0 0,1-1 0 0 0,-1 1 0 0 0,0-1 0 0 0,0 1 0 0 0,1-1 0 0 0,-1 1 0 0 0,1-1 0 0 0,-1 1 0 0 0,0-1 0 0 0,1 1 0 0 0,-1-1 0 0 0,1 0 0 0 0,-1 1 0 0 0,1-1 0 0 0,-1 0 0 0 0,1 1 0 0 0,-1-1 0 0 0,1 0 0 0 0,-1 0 0 0 0,1 0 0 0 0,0 1 0 0 0,0-1 0 0 0,4-19-1559 0 0,-5-31 160 0 0,0 50 1449 0 0,-6-84-1392 0 0,-3-79 640 0 0,9 130 1399 0 0,1 1 1 0 0,11-62-1 0 0,0 72 3123 0 0,-7 37-2750 0 0,8 85 1087 0 0,-10-66-1539 0 0,11 53 0 0 0,-12-77-564 0 0,1-1 1 0 0,0-1-1 0 0,0 1 0 0 0,1 0 0 0 0,0-1 1 0 0,0 0-1 0 0,1 1 0 0 0,0-2 1 0 0,1 1-1 0 0,9 10 0 0 0,-9-12-349 0 0,1-1 0 0 0,-1 0 0 0 0,1 0-1 0 0,15 8 1 0 0,14 2-3757 0 0,-21-12-1521 0 0</inkml:trace>
</inkml:ink>
</file>

<file path=ppt/ink/ink2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3.3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70 4145 0 0,'3'-5'281'0'0,"-1"1"0"0"0,1 0 0 0 0,0-1 0 0 0,0 1 0 0 0,0 0 0 0 0,0 1 0 0 0,1-1 0 0 0,0 1 1 0 0,-1-1-1 0 0,1 1 0 0 0,1 0 0 0 0,-1 0 0 0 0,0 1 0 0 0,1-1 0 0 0,-1 1 0 0 0,1 0 0 0 0,0 0 0 0 0,-1 1 0 0 0,1-1 0 0 0,9 0 0 0 0,-10 1-5 0 0,0 0 1 0 0,0 0-1 0 0,1 0 0 0 0,-1 1 0 0 0,0 0 0 0 0,0 0 0 0 0,1 0 0 0 0,-1 0 0 0 0,0 1 1 0 0,0-1-1 0 0,0 1 0 0 0,0 0 0 0 0,1 0 0 0 0,-1 1 0 0 0,-1-1 0 0 0,1 1 0 0 0,0 0 0 0 0,0 0 1 0 0,-1 0-1 0 0,1 1 0 0 0,-1-1 0 0 0,1 1 0 0 0,-1 0 0 0 0,0 0 0 0 0,3 4 0 0 0,-1 3 29 0 0,-1 0-1 0 0,0 0 1 0 0,-1 0-1 0 0,0 0 1 0 0,0 1-1 0 0,-1-1 1 0 0,-1 1-1 0 0,0 0 0 0 0,0-1 1 0 0,-1 14-1 0 0,0-9-100 0 0,1 1 0 0 0,0 0 0 0 0,2-1-1 0 0,3 17 1 0 0,-6-32-279 0 0,0 1-1 0 0,0 0 1 0 0,1-1 0 0 0,-1 1-1 0 0,0 0 1 0 0,0-1 0 0 0,0 1-1 0 0,1 0 1 0 0,-1-1 0 0 0,0 1 0 0 0,1 0-1 0 0,-1-1 1 0 0,1 1 0 0 0,-1-1-1 0 0,1 1 1 0 0,-1-1 0 0 0,1 1-1 0 0,-1-1 1 0 0,1 1 0 0 0,-1-1-1 0 0,1 1 1 0 0,-1-1 0 0 0,1 0 0 0 0,0 1-1 0 0,-1-1 1 0 0,1 0 0 0 0,0 0-1 0 0,-1 1 1 0 0,1-1 0 0 0,0 0-1 0 0,-1 0 1 0 0,1 0 0 0 0,0 0-1 0 0,0 0 1 0 0,-1 0 0 0 0,1 0-1 0 0,0 0 1 0 0,-1 0 0 0 0,1 0 0 0 0,0-1-1 0 0,0 1 1 0 0,-1 0 0 0 0,1 0-1 0 0,-1-1 1 0 0,1 1 0 0 0,0 0-1 0 0,-1-1 1 0 0,1 1 0 0 0,-1 0-1 0 0,2-1 1 0 0</inkml:trace>
</inkml:ink>
</file>

<file path=ppt/ink/ink2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3.5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38 5529 0 0,'2'-1'171'0'0,"0"1"0"0"0,0-1-1 0 0,0 0 1 0 0,0 1 0 0 0,0-1 0 0 0,0 0-1 0 0,-1 0 1 0 0,1 0 0 0 0,0 0-1 0 0,0-1 1 0 0,-1 1 0 0 0,1 0 0 0 0,-1-1-1 0 0,1 1 1 0 0,1-4 0 0 0,-1 3-166 0 0,0 0 1 0 0,0 0 0 0 0,0 0-1 0 0,0 0 1 0 0,0 1-1 0 0,0-1 1 0 0,1 1 0 0 0,3-3-1 0 0,3 21-4251 0 0,-10-10 4246 0 0</inkml:trace>
</inkml:ink>
</file>

<file path=ppt/ink/ink2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3.6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6 106 3225 0 0,'-2'4'165'0'0,"1"1"-1"0"0,0-1 1 0 0,0 1 0 0 0,1-1 0 0 0,-1 1 0 0 0,1-1-1 0 0,0 1 1 0 0,0-1 0 0 0,2 8 0 0 0,-2-12-61 0 0,0 1 0 0 0,0 0-1 0 0,0 0 1 0 0,1 0 0 0 0,-1 0 0 0 0,0 0 0 0 0,1 0 0 0 0,-1-1 0 0 0,1 1-1 0 0,-1 0 1 0 0,1 0 0 0 0,-1-1 0 0 0,1 1 0 0 0,0 0 0 0 0,-1-1 0 0 0,1 1-1 0 0,0 0 1 0 0,-1-1 0 0 0,1 1 0 0 0,2 0 0 0 0,-2-1-22 0 0,0 0-1 0 0,1 0 1 0 0,-1 0 0 0 0,1 1 0 0 0,-1-2-1 0 0,0 1 1 0 0,1 0 0 0 0,-1 0 0 0 0,1 0-1 0 0,-1-1 1 0 0,0 1 0 0 0,1-1 0 0 0,-1 1-1 0 0,0-1 1 0 0,0 1 0 0 0,1-1 0 0 0,-1 0-1 0 0,2-1 1 0 0,9-7-112 0 0,0-1-1 0 0,0 0 0 0 0,-1-1 1 0 0,16-19-1 0 0,19-18-251 0 0,-9 14 272 0 0,-23 19 10 0 0</inkml:trace>
</inkml:ink>
</file>

<file path=ppt/ink/ink2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0:13.9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9218 0 0,'2'2'10346'0'0,"9"24"-7854"0"0,11 36-2161 0 0,15 72 612 0 0,-20-69-1545 0 0,42 108-1 0 0,-37-126-7287 0 0</inkml:trace>
</inkml:ink>
</file>

<file path=ppt/ink/ink2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0.62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56 120 1376 0 0,'-18'-27'1029'0'0,"14"22"120"0"0,-30-31 13317 0 0,41 61-14010 0 0,4 11 95 0 0,1 0 0 0 0,18 37 1 0 0,-26-64-510 0 0,1 0 0 0 0,0 0-1 0 0,0-1 1 0 0,1 1 0 0 0,0-1 0 0 0,0-1 0 0 0,1 1 0 0 0,0-1 0 0 0,1 0 0 0 0,-1-1 0 0 0,1 0 0 0 0,0 0 0 0 0,12 6-1 0 0,-16-10-16 0 0,0-1 0 0 0,0 0 0 0 0,-1-1-1 0 0,1 1 1 0 0,0-1 0 0 0,0 1-1 0 0,0-1 1 0 0,0 0 0 0 0,0-1-1 0 0,0 1 1 0 0,0-1 0 0 0,-1 1 0 0 0,1-1-1 0 0,0 0 1 0 0,0-1 0 0 0,-1 1-1 0 0,1-1 1 0 0,0 1 0 0 0,-1-1 0 0 0,0 0-1 0 0,1 0 1 0 0,-1-1 0 0 0,0 1-1 0 0,0-1 1 0 0,5-5 0 0 0,4-4 70 0 0,-1 0 1 0 0,0-1 0 0 0,-1-1-1 0 0,15-23 1 0 0,-16 21-50 0 0,0-1 1 0 0,-1-1-1 0 0,-1 1 1 0 0,0-1-1 0 0,-2 0 1 0 0,0 0 0 0 0,-1-1-1 0 0,0 1 1 0 0,-2-1-1 0 0,1-22 1 0 0,26 89 273 0 0,-7-3-283 0 0,5 5-30 0 0,-2 2 0 0 0,-2 1 0 0 0,28 101 0 0 0,-47-139 21 0 0,-1 0-1 0 0,-1 1 0 0 0,0-1 1 0 0,-1 1-1 0 0,-1 0 0 0 0,0-1 1 0 0,-1 1-1 0 0,-1-1 0 0 0,0 1 0 0 0,-1-1 1 0 0,-1 1-1 0 0,0-1 0 0 0,-2-1 1 0 0,1 1-1 0 0,-2-1 0 0 0,1 0 0 0 0,-2 0 1 0 0,-18 25-1 0 0,8-17 106 0 0,0-1 0 0 0,-2-1 0 0 0,-39 32 0 0 0,48-44-138 0 0,-1 1 0 0 0,0-1 0 0 0,-1-1 0 0 0,0 0 0 0 0,0-1 0 0 0,0 0 0 0 0,0-1 1 0 0,-1-1-1 0 0,-16 4 0 0 0,28-8-36 0 0,1 0-1 0 0,0 0 1 0 0,-1 1 0 0 0,1-1 0 0 0,0 0 0 0 0,0 0 0 0 0,-1 0 0 0 0,1 0 0 0 0,0-1 0 0 0,-1 1-1 0 0,1 0 1 0 0,0-1 0 0 0,0 1 0 0 0,-1 0 0 0 0,0-2 0 0 0,1 2-28 0 0,1-1 0 0 0,-1 0-1 0 0,1 1 1 0 0,-1-1 0 0 0,1 0 0 0 0,0 1 0 0 0,-1-1 0 0 0,1 0 0 0 0,0 1-1 0 0,0-1 1 0 0,-1 0 0 0 0,1 0 0 0 0,0 1 0 0 0,0-1 0 0 0,0 0 0 0 0,0 0 0 0 0,0 1-1 0 0,0-1 1 0 0,0 0 0 0 0,0 0 0 0 0,1 1 0 0 0,-1-1 0 0 0,0 0 0 0 0,0 0-1 0 0,0 1 1 0 0,1-2 0 0 0,4-13-746 0 0</inkml:trace>
</inkml:ink>
</file>

<file path=ppt/ink/ink2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1.7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0 10594 0 0,'-10'2'6508'0'0,"31"3"-5208"0"0,37 3-1878 0 0,-35-7-17 0 0,2 0-4238 0 0,-10-1-505 0 0</inkml:trace>
</inkml:ink>
</file>

<file path=ppt/ink/ink2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1.90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88 8290 0 0,'53'-25'3224'0'0,"77"-30"-6272"0"0,-108 47 3016 0 0</inkml:trace>
</inkml:ink>
</file>

<file path=ppt/ink/ink2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2.90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74 1 8754 0 0,'-2'0'135'0'0,"1"1"1"0"0,-1 0-1 0 0,0 0 1 0 0,0 0-1 0 0,1-1 1 0 0,-1 2-1 0 0,1-1 1 0 0,-1 0-1 0 0,1 0 1 0 0,-1 0-1 0 0,1 1 0 0 0,0-1 1 0 0,0 0-1 0 0,-1 1 1 0 0,1 0-1 0 0,0-1 1 0 0,-1 3-1 0 0,-16 31 805 0 0,11-16-651 0 0,1 1 1 0 0,2-1-1 0 0,0 1 1 0 0,1 0-1 0 0,0 0 0 0 0,2 0 1 0 0,1 1-1 0 0,0-1 1 0 0,4 24-1 0 0,6 25 334 0 0,24 85-1 0 0,19 17-65 0 0,-18-65-1478 0 0,-29-84-23 0 0</inkml:trace>
</inkml:ink>
</file>

<file path=ppt/ink/ink2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3.0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1 246 6449 0 0,'12'-14'288'0'0,"1"3"57"0"0,4 1-281 0 0,-3 1-64 0 0,-3 3 0 0 0,-1 0 0 0 0,5-1 184 0 0,7-2 16 0 0,20-11 8 0 0,11-4 0 0 0,6-1 128 0 0,-6 4 24 0 0,-6 2 8 0 0,-4 4 0 0 0,-2 2-592 0 0,-5 0-112 0 0,0 2-24 0 0,-3-1-8 0 0</inkml:trace>
</inkml:ink>
</file>

<file path=ppt/ink/ink2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3.4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202 32 11522 0 0,'-2'-2'142'0'0,"1"-1"0"0"0,0 1-1 0 0,-1 0 1 0 0,1-1 0 0 0,-1 1-1 0 0,0 0 1 0 0,0 0 0 0 0,1 0-1 0 0,-2 0 1 0 0,1 0 0 0 0,0 0-1 0 0,0 1 1 0 0,-5-3 0 0 0,6 4-86 0 0,-1 0 0 0 0,1 0 1 0 0,-1 0-1 0 0,1 0 1 0 0,-1 0-1 0 0,1 0 1 0 0,-1 1-1 0 0,1-1 1 0 0,-1 0-1 0 0,1 1 1 0 0,-1 0-1 0 0,1-1 1 0 0,0 1-1 0 0,-1 0 1 0 0,1-1-1 0 0,0 1 1 0 0,0 0-1 0 0,-1 0 1 0 0,1 0-1 0 0,0 0 1 0 0,0 0-1 0 0,0 1 1 0 0,0-1-1 0 0,0 0 1 0 0,0 0-1 0 0,1 1 1 0 0,-2 1-1 0 0,-15 27 364 0 0,0 0 1 0 0,3 0-1 0 0,0 2 0 0 0,2 0 0 0 0,-10 42 0 0 0,13-45-192 0 0,1-4-58 0 0,2-1 0 0 0,0 1 0 0 0,2 0 0 0 0,1 1 0 0 0,1-1 0 0 0,1 1 0 0 0,1-1 0 0 0,6 43 0 0 0,-4-54-64 0 0,1 0-1 0 0,1 0 1 0 0,0-1-1 0 0,1 1 1 0 0,0-1-1 0 0,1-1 1 0 0,0 1-1 0 0,1-1 1 0 0,1 0 0 0 0,0 0-1 0 0,1-1 1 0 0,0 0-1 0 0,0-1 1 0 0,1 0-1 0 0,0 0 1 0 0,1-1-1 0 0,14 9 1 0 0,-2-4-37 0 0,2 0 1 0 0,0-2 0 0 0,0-1-1 0 0,1-1 1 0 0,0-1-1 0 0,1-1 1 0 0,0-2-1 0 0,0 0 1 0 0,0-2 0 0 0,1-1-1 0 0,39-1 1 0 0,-56-2-421 0 0,0-1 0 0 0,0-1-1 0 0,18-5 1 0 0,-12 2-837 0 0</inkml:trace>
</inkml:ink>
</file>

<file path=ppt/ink/ink2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5.2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63 161 1264 0 0,'-5'-1'74'0'0,"-34"-7"445"0"0,38 8-387 0 0,1 0 1 0 0,-1-1 0 0 0,0 1 0 0 0,0 0 0 0 0,0 0 0 0 0,0-1 0 0 0,0 1 0 0 0,1 0-1 0 0,-1-1 1 0 0,0 1 0 0 0,0-1 0 0 0,1 1 0 0 0,-1-1 0 0 0,0 1 0 0 0,0-1 0 0 0,1 1-1 0 0,-1-1 1 0 0,1 0 0 0 0,-1 1 0 0 0,1-1 0 0 0,-1 0 0 0 0,1 0 0 0 0,-1 1 0 0 0,1-1-1 0 0,0 0 1 0 0,-1 0 0 0 0,1 0 0 0 0,0 0 0 0 0,0 1 0 0 0,-1-1 0 0 0,1 0 0 0 0,0 0-1 0 0,0 0 1 0 0,0 0 0 0 0,0-1 0 0 0,1 0 196 0 0,1 0 1 0 0,-1 0-1 0 0,0 0 0 0 0,1 0 1 0 0,0 0-1 0 0,-1 0 0 0 0,1 1 0 0 0,0-1 1 0 0,0 0-1 0 0,0 1 0 0 0,0 0 1 0 0,0-1-1 0 0,3 0 0 0 0,33-17 895 0 0,-27 14-607 0 0,-6 3-462 0 0,0 0 0 0 0,0 0 0 0 0,0 0 0 0 0,-1 1 0 0 0,1 0 0 0 0,1 0 1 0 0,8-1-1 0 0,-13 2-123 0 0,0 0 0 0 0,0 0 0 0 0,0 0 0 0 0,0 0 0 0 0,0 1 0 0 0,1-1 1 0 0,-1 0-1 0 0,0 1 0 0 0,0-1 0 0 0,0 1 0 0 0,0-1 0 0 0,0 1 0 0 0,0-1 0 0 0,0 1 1 0 0,0 0-1 0 0,-1 0 0 0 0,1-1 0 0 0,0 1 0 0 0,0 0 0 0 0,0 0 0 0 0,-1 0 0 0 0,1 0 1 0 0,0 0-1 0 0,-1 0 0 0 0,1 0 0 0 0,-1 0 0 0 0,1 0 0 0 0,-1 0 0 0 0,0 0 0 0 0,1 0 1 0 0,-1 0-1 0 0,0 0 0 0 0,0 1 0 0 0,0-1 0 0 0,0 0 0 0 0,0 0 0 0 0,0 0 0 0 0,0 0 1 0 0,0 2-1 0 0,-1 13 246 0 0,-1 0 0 0 0,0 0 1 0 0,-1-1-1 0 0,0 1 0 0 0,-8 19 1 0 0,-34 77 91 0 0,25-66-409 0 0,-5 16-39 0 0,36-89-45 0 0,1 1 1 0 0,20-31-1 0 0,-5 8-171 0 0,52-127-291 0 0,-39 82 918 0 0,-40 94-309 0 0,0 0-1 0 0,0 0 0 0 0,0 0 0 0 0,0-1 1 0 0,0 1-1 0 0,0 0 0 0 0,0 0 1 0 0,0 0-1 0 0,0 0 0 0 0,0 0 0 0 0,0-1 1 0 0,0 1-1 0 0,0 0 0 0 0,0 0 1 0 0,0 0-1 0 0,0 0 0 0 0,0 0 0 0 0,0 0 1 0 0,1-1-1 0 0,-1 1 0 0 0,0 0 1 0 0,0 0-1 0 0,0 0 0 0 0,0 0 0 0 0,0 0 1 0 0,0 0-1 0 0,0 0 0 0 0,1 0 1 0 0,-1-1-1 0 0,0 1 0 0 0,0 0 0 0 0,0 0 1 0 0,0 0-1 0 0,0 0 0 0 0,0 0 1 0 0,1 0-1 0 0,-1 0 0 0 0,0 0 0 0 0,0 0 1 0 0,0 0-1 0 0,0 0 0 0 0,0 0 1 0 0,1 0-1 0 0,-1 0 0 0 0,0 0 0 0 0,0 0 1 0 0,0 0-1 0 0,0 0 0 0 0,0 0 1 0 0,1 0-1 0 0,-1 1 0 0 0,0-1 1 0 0,0 0-1 0 0,0 0 0 0 0,0 0 0 0 0,0 0 1 0 0,0 0-1 0 0,1 0 0 0 0,-1 0 1 0 0,0 0-1 0 0,0 0 0 0 0,0 1 0 0 0,0-1 1 0 0,5 15 912 0 0,1 20-5 0 0,-5-10-764 0 0,2-1 0 0 0,1 1 0 0 0,7 23 0 0 0,-8-39-468 0 0,0-1 1 0 0,1 1 0 0 0,0-1-1 0 0,0 0 1 0 0,1 0 0 0 0,0 0-1 0 0,1 0 1 0 0,-1-1 0 0 0,2 0-1 0 0,-1 0 1 0 0,9 7 0 0 0,5 2-1241 0 0</inkml:trace>
</inkml:ink>
</file>

<file path=ppt/ink/ink2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5.4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7 4609 0 0,'-7'-7'5101'0'0,"15"26"-1181"0"0,10 49-917 0 0,-4-10-3566 0 0,-10-41-5161 0 0</inkml:trace>
</inkml:ink>
</file>

<file path=ppt/ink/ink2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5.5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57 138 7370 0 0,'-7'-28'320'0'0,"3"14"80"0"0,0-1-320 0 0,1 4-80 0 0,2 5 0 0 0,-2 2 0 0 0,0-2 872 0 0,-1-2 160 0 0,-3-4 32 0 0,0-2 9 0 0,0 2-401 0 0,3 5-72 0 0,1 6-24 0 0,5 4 0 0 0,0 4-1984 0 0,3 5-393 0 0,-1 2-87 0 0,0 3-8 0 0</inkml:trace>
</inkml:ink>
</file>

<file path=ppt/ink/ink2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6.1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43 9 8290 0 0,'1'-9'2781'0'0,"-8"20"-662"0"0,-6 18-58 0 0,8-13-1723 0 0,0 2 1 0 0,1-1-1 0 0,0 0 0 0 0,2 1 0 0 0,0 0 0 0 0,1 0 1 0 0,2 28-1 0 0,-1-40-351 0 0,1 1 0 0 0,1-1 0 0 0,-1 0 0 0 0,1 0 1 0 0,0 0-1 0 0,0 0 0 0 0,1 0 0 0 0,0-1 0 0 0,0 1 0 0 0,0-1 1 0 0,0 1-1 0 0,1-1 0 0 0,0 0 0 0 0,0-1 0 0 0,1 1 0 0 0,-1-1 1 0 0,1 0-1 0 0,0 0 0 0 0,0 0 0 0 0,0 0 0 0 0,1-1 0 0 0,-1 0 0 0 0,1 0 1 0 0,8 2-1 0 0,-9-3-31 0 0,0 0 1 0 0,0 0 0 0 0,0-1-1 0 0,0 0 1 0 0,1 0 0 0 0,-1 0-1 0 0,0 0 1 0 0,1-1 0 0 0,-1 0-1 0 0,0 0 1 0 0,1-1 0 0 0,-1 1-1 0 0,0-1 1 0 0,1 0 0 0 0,-1-1 0 0 0,7-2-1 0 0,-8 2 49 0 0,0 0-1 0 0,0-1 0 0 0,-1 0 1 0 0,1 1-1 0 0,-1-1 1 0 0,1 0-1 0 0,-1-1 1 0 0,0 1-1 0 0,0-1 0 0 0,-1 1 1 0 0,1-1-1 0 0,-1 0 1 0 0,1 0-1 0 0,-1 0 1 0 0,0 0-1 0 0,-1 0 0 0 0,1 0 1 0 0,-1-1-1 0 0,2-7 1 0 0,-3 10-4 0 0,3-8 7 0 0,-1 0 0 0 0,0 0 0 0 0,-1 0 0 0 0,0-1 0 0 0,0 1 0 0 0,-1 0 0 0 0,-2-12 0 0 0,1 24-53 0 0,0 1 0 0 0,0 0-1 0 0,0 0 1 0 0,1 0 0 0 0,-1-1 0 0 0,1 1 0 0 0,0 5 0 0 0,2-4 111 0 0,-1 1 1 0 0,1-1 0 0 0,1 0 0 0 0,-1 0-1 0 0,1 0 1 0 0,-1 0 0 0 0,1 0 0 0 0,0-1-1 0 0,1 1 1 0 0,-1-1 0 0 0,0 0-1 0 0,1 0 1 0 0,0 0 0 0 0,0-1 0 0 0,0 1-1 0 0,0-1 1 0 0,0 0 0 0 0,0 0 0 0 0,1 0-1 0 0,-1 0 1 0 0,1-1 0 0 0,-1 0 0 0 0,10 1-1 0 0,1 1 180 0 0,1-1-1 0 0,0 0 0 0 0,0-1 0 0 0,0-1 0 0 0,28-4 0 0 0,-33 2-86 0 0,-1 0 0 0 0,0-1 0 0 0,0 0 0 0 0,0 0 0 0 0,0-1 0 0 0,0-1 0 0 0,0 0 0 0 0,-1 0 0 0 0,0-1 0 0 0,0 0 0 0 0,14-13 0 0 0,-19 14-231 0 0,1 1 0 0 0,-2-1-1 0 0,1 1 1 0 0,0-1 0 0 0,-1-1 0 0 0,0 1-1 0 0,0 0 1 0 0,0-1 0 0 0,3-9 0 0 0,-5 11-415 0 0,0-1 1 0 0,0 0 0 0 0,-1 0 0 0 0,1 0 0 0 0,-1 1-1 0 0,0-1 1 0 0,0 0 0 0 0,-1 0 0 0 0,1 0 0 0 0,-1 1 0 0 0,0-1-1 0 0,0 0 1 0 0,-3-6 0 0 0</inkml:trace>
</inkml:ink>
</file>

<file path=ppt/ink/ink2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6.3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7834 0 0,'22'20'3794'0'0,"-19"-18"-3359"0"0,-1 1-1 0 0,1 0 1 0 0,-1 0 0 0 0,0 0 0 0 0,0 0 0 0 0,0 1 0 0 0,0-1-1 0 0,-1 1 1 0 0,1-1 0 0 0,-1 1 0 0 0,0-1 0 0 0,2 8-1 0 0,-2-1-639 0 0,-1-1-1 0 0,0 1 0 0 0,-2 16 0 0 0,1-6-3155 0 0</inkml:trace>
</inkml:ink>
</file>

<file path=ppt/ink/ink2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6.5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1 10594 0 0,'-2'-1'944'0'0,"0"1"-751"0"0,2 1 63 0 0,-1 1-136 0 0,0 1 0 0 0,-1-1 32 0 0,-1 3 8 0 0,3 0 0 0 0,2 1 0 0 0,1-1-992 0 0,2 2-193 0 0,2-1-31 0 0,3 1-16 0 0</inkml:trace>
</inkml:ink>
</file>

<file path=ppt/ink/ink2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7.1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41 9674 0 0,'0'0'748'0'0,"21"-4"1305"0"0,159-25 5820 0 0,-119 24-9058 0 0,0 3-3736 0 0</inkml:trace>
</inkml:ink>
</file>

<file path=ppt/ink/ink2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7.3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10 6449 0 0,'-2'-9'11176'0'0,"6"19"-10640"0"0,1 0 0 0 0,-2 0 0 0 0,1 0 0 0 0,-1 1 0 0 0,-1-1 0 0 0,2 13 0 0 0,3 68 309 0 0,-5-61-598 0 0,1 19-186 0 0,17 172-2088 0 0,-15-191-5361 0 0</inkml:trace>
</inkml:ink>
</file>

<file path=ppt/ink/ink2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7.8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 5529 0 0,'12'-6'12914'0'0,"-8"19"-12518"0"0,0 1 0 0 0,0 1 1 0 0,-2-1-1 0 0,0 0 0 0 0,-1 1 0 0 0,0 0 1 0 0,-2 25-1 0 0,2 24-143 0 0,1-32-238 0 0,1-1 0 0 0,2 0 1 0 0,1 0-1 0 0,14 45 0 0 0,-16-67-15 0 0,0-1 0 0 0,0 1-1 0 0,0 0 1 0 0,1-1 0 0 0,1 0 0 0 0,-1 0-1 0 0,1-1 1 0 0,10 10 0 0 0,-12-13 4 0 0,1 0 0 0 0,0 0 0 0 0,0-1 0 0 0,0 1 0 0 0,0-2 0 0 0,1 1 0 0 0,-1 0 0 0 0,1-1 0 0 0,0 0 0 0 0,0 0 0 0 0,0-1 1 0 0,-1 0-1 0 0,1 0 0 0 0,10 1 0 0 0,-12-2 12 0 0,0 0 0 0 0,-1 0 0 0 0,1 0 1 0 0,0-1-1 0 0,0 0 0 0 0,-1 1 0 0 0,1-1 0 0 0,0 0 1 0 0,-1-1-1 0 0,1 1 0 0 0,-1-1 0 0 0,1 1 1 0 0,-1-1-1 0 0,0 0 0 0 0,0 0 0 0 0,0-1 0 0 0,0 1 1 0 0,0-1-1 0 0,0 1 0 0 0,0-1 0 0 0,-1 0 1 0 0,0 0-1 0 0,1 0 0 0 0,-1 0 0 0 0,0-1 0 0 0,-1 1 1 0 0,1 0-1 0 0,0-1 0 0 0,-1 1 0 0 0,0-1 1 0 0,1-4-1 0 0,2-9 67 0 0,-1 0 1 0 0,0 1-1 0 0,-2-1 1 0 0,0 0-1 0 0,-2-28 1 0 0,1 42-113 0 0,0 0 1 0 0,0 0-1 0 0,0 0 0 0 0,-1 0 1 0 0,1 0-1 0 0,-1 0 0 0 0,0 0 1 0 0,0 0-1 0 0,0 0 0 0 0,0 0 1 0 0,0 1-1 0 0,0-1 0 0 0,-1 0 1 0 0,0 1-1 0 0,1-1 0 0 0,-1 1 1 0 0,0-1-1 0 0,0 1 0 0 0,0 0 1 0 0,0 0-1 0 0,-1 0 0 0 0,1 0 1 0 0,-5-2-1 0 0,1 2-60 0 0,0 0 0 0 0,0 0 0 0 0,0 1 1 0 0,0-1-1 0 0,0 2 0 0 0,0-1 0 0 0,0 1 0 0 0,-1 0 0 0 0,1 0 0 0 0,-11 2 0 0 0,-18 3-2255 0 0,26-2 1105 0 0</inkml:trace>
</inkml:ink>
</file>

<file path=ppt/ink/ink2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38.2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77 20 5529 0 0,'-2'-2'207'0'0,"0"0"-1"0"0,0 0 0 0 0,-1 1 1 0 0,1-1-1 0 0,-1 1 1 0 0,1 0-1 0 0,-1 0 1 0 0,0 0-1 0 0,-2-1 0 0 0,0 1 697 0 0,0 0-1 0 0,1 0 1 0 0,-1 0-1 0 0,0 1 1 0 0,0-1-1 0 0,1 1 0 0 0,-1 1 1 0 0,-6 0-1 0 0,11-1-767 0 0,0 1-1 0 0,0 0 0 0 0,0-1 0 0 0,0 1 0 0 0,0-1 1 0 0,0 1-1 0 0,0 0 0 0 0,0-1 0 0 0,1 1 1 0 0,-1-1-1 0 0,0 1 0 0 0,0-1 0 0 0,1 1 0 0 0,-1-1 1 0 0,0 1-1 0 0,1-1 0 0 0,-1 1 0 0 0,1-1 1 0 0,-1 1-1 0 0,0-1 0 0 0,1 0 0 0 0,-1 1 1 0 0,1-1-1 0 0,-1 0 0 0 0,2 1 0 0 0,17 18 235 0 0,-17-17-183 0 0,192 204 907 0 0,-160-164-857 0 0,-2 2 0 0 0,-2 1 0 0 0,30 59 0 0 0,-52-89-267 0 0,-2 1 1 0 0,0 0 0 0 0,-1 0 0 0 0,0 1 0 0 0,-1 0-1 0 0,-1-1 1 0 0,-1 1 0 0 0,0 0 0 0 0,-1 0-1 0 0,-1 0 1 0 0,-1 0 0 0 0,0 0 0 0 0,-6 27 0 0 0,2-24-45 0 0,-1 1 0 0 0,-1-1 1 0 0,-1-1-1 0 0,-1 0 0 0 0,0 0 1 0 0,-2 0-1 0 0,0-1 0 0 0,-1-1 1 0 0,0 0-1 0 0,-25 25 0 0 0,-27 19-2765 0 0,32-36-3662 0 0</inkml:trace>
</inkml:ink>
</file>

<file path=ppt/ink/ink2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40.8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1356 2 3225 0 0,'-1'0'394'0'0,"0"-1"1"0"0,0 1-1 0 0,0 0 0 0 0,-1 0 1 0 0,1-1-1 0 0,0 1 1 0 0,0 0-1 0 0,0 0 0 0 0,0 0 1 0 0,0 0-1 0 0,0 1 1 0 0,0-1-1 0 0,-1 0 0 0 0,-1 1 1 0 0,-21 10 2034 0 0,-27 25-2382 0 0,27-19 655 0 0,-6 0-606 0 0,-2-2 0 0 0,0-1 0 0 0,-1-1-1 0 0,0-2 1 0 0,-35 7 0 0 0,-55 20 325 0 0,-135 73 201 0 0,45-17-612 0 0,-136 62 358 0 0,322-147 609 0 0,23-8-754 0 0,0 0 0 0 0,-1 0 0 0 0,1 0 0 0 0,0 1 0 0 0,0 0 0 0 0,0 0 0 0 0,-7 4 0 0 0,33-3-7089 0 0,-18-6 5202 0 0</inkml:trace>
</inkml:ink>
</file>

<file path=ppt/ink/ink2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41.1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131 58 3225 0 0,'0'-4'-313'0'0,"1"-2"931"0"0,-1 0 0 0 0,-1 0 0 0 0,1-1 0 0 0,-1 1 0 0 0,-2-7 0 0 0,3 13-496 0 0,0-1 0 0 0,0 1-1 0 0,0-1 1 0 0,-1 1 0 0 0,1-1 0 0 0,0 1-1 0 0,0-1 1 0 0,-1 1 0 0 0,1-1 0 0 0,0 1-1 0 0,-1 0 1 0 0,1-1 0 0 0,0 1 0 0 0,-1 0 0 0 0,1-1-1 0 0,0 1 1 0 0,-1 0 0 0 0,1-1 0 0 0,-1 1-1 0 0,1 0 1 0 0,-1 0 0 0 0,1 0 0 0 0,-1-1-1 0 0,1 1 1 0 0,-1 0 0 0 0,1 0 0 0 0,-1 0-1 0 0,-1 0-15 0 0,1 1 0 0 0,0-1 0 0 0,-1 1 0 0 0,1-1 0 0 0,0 1-1 0 0,-1-1 1 0 0,1 1 0 0 0,0 0 0 0 0,-1 0 0 0 0,1 0 0 0 0,0 0 0 0 0,0 0-1 0 0,0 0 1 0 0,-1 1 0 0 0,-4 5 0 0 0,0 0-1 0 0,1 0 0 0 0,0 1 1 0 0,1-1-1 0 0,-1 1 1 0 0,2 0-1 0 0,-7 16 0 0 0,-14 65 166 0 0,19-69-134 0 0,-2 9 212 0 0,1-1 0 0 0,2 1 0 0 0,-1 30 0 0 0,4-52-178 0 0,1 0 1 0 0,0-1 0 0 0,0 1 0 0 0,1 0 0 0 0,0 0-1 0 0,0-1 1 0 0,0 1 0 0 0,1 0 0 0 0,0-1 0 0 0,0 1-1 0 0,1-1 1 0 0,0 0 0 0 0,0 0 0 0 0,1 0 0 0 0,-1 0 0 0 0,1-1-1 0 0,0 1 1 0 0,1-1 0 0 0,4 5 0 0 0,-4-7-70 0 0,-1-1 0 0 0,1 1 0 0 0,-1-1 1 0 0,1 0-1 0 0,0 0 0 0 0,0-1 0 0 0,0 1 1 0 0,0-1-1 0 0,0 0 0 0 0,0 0 0 0 0,0-1 0 0 0,0 0 1 0 0,0 0-1 0 0,0 0 0 0 0,0 0 0 0 0,1-1 0 0 0,-1 0 1 0 0,0 0-1 0 0,0 0 0 0 0,7-3 0 0 0,11-4 24 0 0,-1-2 0 0 0,0 0 0 0 0,21-13 0 0 0,-31 16-210 0 0,9-5-909 0 0,1 1-1 0 0,29-11 1 0 0,-28 16-5307 0 0</inkml:trace>
</inkml:ink>
</file>

<file path=ppt/ink/ink2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42.0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49 3 3681 0 0,'-3'-3'10561'0'0,"-8"486"-7003"0"0,12-448-3614 0 0,0-21-136 0 0,0-1-1 0 0,-1 1 1 0 0,0-1 0 0 0,-1 1-1 0 0,-1-1 1 0 0,0 0-1 0 0,-1 0 1 0 0,-6 19 0 0 0,9-31-11 0 0,0-1 1 0 0,-1 1 0 0 0,1 0-1 0 0,0-1 1 0 0,-1 1 0 0 0,1 0 0 0 0,-1-1-1 0 0,1 1 1 0 0,-1-1 0 0 0,1 1-1 0 0,-1 0 1 0 0,1-1 0 0 0,-1 1-1 0 0,1-1 1 0 0,-1 1 0 0 0,1-1-1 0 0,-1 0 1 0 0,0 1 0 0 0,1-1-1 0 0,-1 0 1 0 0,0 1 0 0 0,0-1 0 0 0,1 0-1 0 0,-1 0 1 0 0,0 0 0 0 0,0 1-1 0 0,-5-3-1313 0 0</inkml:trace>
</inkml:ink>
</file>

<file path=ppt/ink/ink2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42.3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48 3225 0 0,'6'-24'699'0'0,"-5"22"-273"0"0,0 1 0 0 0,-1-1 1 0 0,1 1-1 0 0,0-1 0 0 0,0 1 1 0 0,0 0-1 0 0,0-1 0 0 0,0 1 1 0 0,0 0-1 0 0,0 0 1 0 0,1 0-1 0 0,-1 0 0 0 0,0 0 1 0 0,1 0-1 0 0,1-1 0 0 0,-2 2 32 0 0,1-1-1 0 0,0 0 1 0 0,0 1-1 0 0,-1 0 1 0 0,1 0-1 0 0,0-1 1 0 0,0 1-1 0 0,0 0 0 0 0,-1 0 1 0 0,1 0-1 0 0,0 1 1 0 0,0-1-1 0 0,3 1 1 0 0,19 9-502 0 0,-7 1 441 0 0,0 1-1 0 0,0 1 1 0 0,-1 0-1 0 0,0 1 1 0 0,-1 0-1 0 0,16 22 1 0 0,-4-2-157 0 0,-2 0 0 0 0,21 40 0 0 0,-28-41-493 0 0,15 36 1 0 0,-17-23-4374 0 0</inkml:trace>
</inkml:ink>
</file>

<file path=ppt/ink/ink2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42.4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0 171 7834 0 0,'1'-2'100'0'0,"0"-1"0"0"0,0 1 0 0 0,0 0-1 0 0,1 0 1 0 0,-1 0 0 0 0,0 0 0 0 0,1 0 0 0 0,0 0 0 0 0,-1 1 0 0 0,1-1 0 0 0,0 1 0 0 0,0-1 0 0 0,0 1 0 0 0,2-2 0 0 0,37-19 1131 0 0,-24 14-913 0 0,95-45 48 0 0,-16 8-2645 0 0,-70 32 2192 0 0</inkml:trace>
</inkml:ink>
</file>

<file path=ppt/ink/ink2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42.9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49 10594 0 0,'-2'-1'131'0'0,"0"1"1"0"0,1-1-1 0 0,-1 0 0 0 0,0 0 0 0 0,0 0 0 0 0,0 0 0 0 0,1 0 1 0 0,-1-1-1 0 0,0 1 0 0 0,-1-2 0 0 0,3 2-18 0 0,0 1 1 0 0,-1 0-1 0 0,1-1 0 0 0,0 1 0 0 0,0-1 0 0 0,-1 0 1 0 0,1 1-1 0 0,0-1 0 0 0,0 1 0 0 0,0-1 0 0 0,0 1 1 0 0,0-1-1 0 0,0 1 0 0 0,0-1 0 0 0,0 1 1 0 0,0-1-1 0 0,0 0 0 0 0,0 1 0 0 0,0-1 0 0 0,0 1 1 0 0,0-1-1 0 0,0 1 0 0 0,1-1 0 0 0,-1 1 0 0 0,0-1 1 0 0,0 1-1 0 0,1-1 0 0 0,-1 1 0 0 0,0-1 0 0 0,1 1 1 0 0,-1 0-1 0 0,0-1 0 0 0,1 1 0 0 0,-1-1 0 0 0,1 1 1 0 0,-1 0-1 0 0,1-1 0 0 0,-1 1 0 0 0,1 0 0 0 0,-1 0 1 0 0,1-1-1 0 0,-1 1 0 0 0,2 0 0 0 0,-1 0 7 0 0,0-1 0 0 0,0 1 0 0 0,1 0-1 0 0,-1 0 1 0 0,0 0 0 0 0,0 0 0 0 0,1 0-1 0 0,-1 1 1 0 0,0-1 0 0 0,0 0 0 0 0,1 1-1 0 0,-1-1 1 0 0,0 0 0 0 0,0 1 0 0 0,0 0-1 0 0,0-1 1 0 0,1 1 0 0 0,-1 0 0 0 0,0-1-1 0 0,0 1 1 0 0,0 0 0 0 0,-1 0 0 0 0,1 0-1 0 0,0 0 1 0 0,1 1 0 0 0,24 29 406 0 0,-24-28-393 0 0,15 22 28 0 0,-1 0 0 0 0,-2 1 0 0 0,13 32 0 0 0,-2-6 41 0 0,-25-47-163 0 0,-5-23 76 0 0,5 5-104 0 0,0 0-1 0 0,1-1 0 0 0,0 1 1 0 0,1-1-1 0 0,0 1 0 0 0,1 0 1 0 0,1 0-1 0 0,0 0 0 0 0,1 1 1 0 0,0-1-1 0 0,1 1 0 0 0,0 0 1 0 0,1 1-1 0 0,1-1 0 0 0,14-17 1 0 0,-21 28-11 0 0,0-1 0 0 0,0 1 1 0 0,1 0-1 0 0,-1 0 1 0 0,0 0-1 0 0,0 0 0 0 0,1 0 1 0 0,-1 0-1 0 0,0 1 1 0 0,1-1-1 0 0,-1 0 0 0 0,1 1 1 0 0,-1-1-1 0 0,1 1 1 0 0,-1-1-1 0 0,1 1 1 0 0,-1 0-1 0 0,1 0 0 0 0,-1-1 1 0 0,1 1-1 0 0,-1 0 1 0 0,1 0-1 0 0,0 1 0 0 0,-1-1 1 0 0,1 0-1 0 0,-1 0 1 0 0,1 1-1 0 0,-1-1 0 0 0,1 1 1 0 0,-1 0-1 0 0,1-1 1 0 0,-1 1-1 0 0,0 0 0 0 0,1 0 1 0 0,0 1-1 0 0,5 4-21 0 0,-1 0 0 0 0,1 1 0 0 0,-2 0 0 0 0,1 0 0 0 0,6 10 0 0 0,10 13-565 0 0,21 18-3987 0 0</inkml:trace>
</inkml:ink>
</file>

<file path=ppt/ink/ink2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43.3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44 222 4177 0 0,'24'-134'2666'0'0,"-4"47"4122"0"0,-44 148-138 0 0,18-50-6598 0 0,1 0 0 0 0,0 1 0 0 0,1-1 0 0 0,0 1 0 0 0,1 0 1 0 0,1 0-1 0 0,-3 24 0 0 0,5-28-85 0 0,1-1 0 0 0,-1 1 0 0 0,2 0 0 0 0,-1 0 0 0 0,1-1 0 0 0,0 1 0 0 0,1-1 0 0 0,0 1 0 0 0,0-1 0 0 0,1 0 0 0 0,0 0 0 0 0,0-1 0 0 0,0 1 0 0 0,1-1 0 0 0,7 9 0 0 0,-2-6-226 0 0,0 0 1 0 0,0-1-1 0 0,0 0 1 0 0,1 0 0 0 0,0-1-1 0 0,0-1 1 0 0,1 0-1 0 0,17 7 1 0 0,-25-12 177 0 0,0 1 1 0 0,0-1-1 0 0,0 1 1 0 0,-1 0-1 0 0,1 0 0 0 0,-1 1 1 0 0,1-1-1 0 0,-1 1 1 0 0,0-1-1 0 0,5 7 1 0 0,-7-8 97 0 0,0 1 1 0 0,0-1-1 0 0,-1 1 1 0 0,1-1-1 0 0,0 1 1 0 0,-1-1-1 0 0,1 1 1 0 0,-1 0-1 0 0,0-1 1 0 0,0 1-1 0 0,0 0 1 0 0,1-1 0 0 0,-2 1-1 0 0,1 0 1 0 0,0-1-1 0 0,0 1 1 0 0,0-1-1 0 0,-1 1 1 0 0,1 0-1 0 0,-1-1 1 0 0,1 1-1 0 0,-1-1 1 0 0,0 1 0 0 0,1-1-1 0 0,-1 1 1 0 0,0-1-1 0 0,0 1 1 0 0,0-1-1 0 0,-2 2 1 0 0,-9 11 452 0 0,-1-1 0 0 0,-1 0 0 0 0,0-1 0 0 0,0 0 0 0 0,-1-1 0 0 0,-1-1 0 0 0,0 0 0 0 0,0-2 0 0 0,-1 1 0 0 0,-35 11 0 0 0,18-15-2162 0 0</inkml:trace>
</inkml:ink>
</file>

<file path=ppt/ink/ink2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47.3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3681 0 0,'20'29'4634'0'0,"-12"2"-3240"0"0,0 0 0 0 0,-3 1 0 0 0,0-1 0 0 0,-2 1 0 0 0,-1 49-1 0 0,-2-45-1769 0 0,1 0 0 0 0,3-1-1 0 0,14 71 1 0 0,-12-91-1646 0 0,1-3-2935 0 0</inkml:trace>
</inkml:ink>
</file>

<file path=ppt/ink/ink2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2:47.8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659 128 4609 0 0,'-14'-15'1099'0'0,"-1"0"-1"0"0,0 1 1 0 0,-1 1 0 0 0,-19-14-1 0 0,27 22-704 0 0,-1-1 0 0 0,0 1 0 0 0,0 1-1 0 0,0-1 1 0 0,0 1 0 0 0,-1 1 0 0 0,0 0-1 0 0,0 0 1 0 0,0 1 0 0 0,-13-1 0 0 0,16 3-260 0 0,0 1 0 0 0,0 0-1 0 0,0 0 1 0 0,0 1 0 0 0,0 0 0 0 0,1 0 0 0 0,-1 1 0 0 0,1-1 0 0 0,-1 2 0 0 0,1-1-1 0 0,0 1 1 0 0,0-1 0 0 0,0 2 0 0 0,1-1 0 0 0,-1 1 0 0 0,1-1 0 0 0,0 2 0 0 0,-6 6-1 0 0,-8 13 41 0 0,0 1-1 0 0,-26 49 0 0 0,35-59-93 0 0,-25 44 14 0 0,-82 156 208 0 0,102-185-218 0 0,2 2 1 0 0,2 0 0 0 0,0 0-1 0 0,-10 70 1 0 0,17-74-61 0 0,2 0 0 0 0,1 1 1 0 0,1-1-1 0 0,1 1 0 0 0,2-1 0 0 0,7 30 1 0 0,-6-40-28 0 0,2 1 0 0 0,0-1 0 0 0,1-1 0 0 0,1 1 0 0 0,1-1 0 0 0,1-1 0 0 0,0 0 0 0 0,1 0 0 0 0,23 27 0 0 0,-17-26-143 0 0,-1 0 0 0 0,2-1 0 0 0,1-1-1 0 0,0-1 1 0 0,1 0 0 0 0,0-2 0 0 0,1 0 0 0 0,0-1 0 0 0,1-2-1 0 0,1 0 1 0 0,0-1 0 0 0,0-1 0 0 0,0-1 0 0 0,1-2 0 0 0,0 0 0 0 0,31 2-1 0 0,-17-4 47 0 0,0-2-1 0 0,0-1 1 0 0,70-11-1 0 0,-86 7 167 0 0,0-1 0 0 0,0-1 0 0 0,-1-1 1 0 0,0-1-1 0 0,0-1 0 0 0,-1-1 0 0 0,35-22 0 0 0,-23 9 255 0 0,-2 0-1 0 0,-1-2 1 0 0,0-1 0 0 0,-2-1 0 0 0,34-46-1 0 0,-44 51-167 0 0,-1-2 0 0 0,-1 0 1 0 0,-2-1-1 0 0,0 0 0 0 0,-2-1 0 0 0,0-1 0 0 0,-2 1 0 0 0,6-32 0 0 0,-5 5 200 0 0,-2 0 0 0 0,-2-1-1 0 0,-3 0 1 0 0,-3 0 0 0 0,-7-73 0 0 0,5 113-274 0 0,-1 0 0 0 0,0 1 0 0 0,-1 0 0 0 0,0 0 0 0 0,-1 0 0 0 0,-1 0 0 0 0,0 1 0 0 0,0 0 0 0 0,-1 0 0 0 0,-1 0 1 0 0,0 1-1 0 0,-1 0 0 0 0,-13-13 0 0 0,6 9-51 0 0,-2 1 0 0 0,0 0 0 0 0,0 1 0 0 0,-1 1 0 0 0,-1 1 0 0 0,0 0 0 0 0,-30-10 0 0 0,24 11-551 0 0,0 1 0 0 0,-1 2 0 0 0,-41-7 0 0 0,48 12-6974 0 0</inkml:trace>
</inkml:ink>
</file>

<file path=ppt/ink/ink2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1.0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23 157 1840 0 0,'-2'-2'117'0'0,"0"-1"-1"0"0,0 1 1 0 0,0 0 0 0 0,0-1-1 0 0,0 1 1 0 0,1-1-1 0 0,-1 0 1 0 0,1 0-1 0 0,0 1 1 0 0,0-1-1 0 0,0 0 1 0 0,0 0 0 0 0,0 0-1 0 0,1 0 1 0 0,-1 0-1 0 0,1 0 1 0 0,0 0-1 0 0,0 0 1 0 0,0 0-1 0 0,0 0 1 0 0,1 0-1 0 0,-1 0 1 0 0,1 0 0 0 0,-1 0-1 0 0,1 0 1 0 0,0 0-1 0 0,1 0 1 0 0,-1 0-1 0 0,0 1 1 0 0,1-1-1 0 0,-1 0 1 0 0,1 1-1 0 0,0-1 1 0 0,0 1 0 0 0,3-3-1 0 0,-1 0 218 0 0,1 0 0 0 0,0 0 0 0 0,0 1 0 0 0,0 0 0 0 0,1 0-1 0 0,-1 0 1 0 0,1 0 0 0 0,0 1 0 0 0,0 0 0 0 0,0 0 0 0 0,0 1 0 0 0,1 0 0 0 0,-1 0 0 0 0,1 0 0 0 0,9 0-1 0 0,-12 1-187 0 0,0 1-1 0 0,0 0 1 0 0,0 0-1 0 0,0 0 0 0 0,0 1 1 0 0,-1-1-1 0 0,1 1 1 0 0,0 0-1 0 0,0 0 0 0 0,0 1 1 0 0,0-1-1 0 0,-1 1 1 0 0,1 0-1 0 0,-1 0 0 0 0,1 0 1 0 0,-1 0-1 0 0,0 0 1 0 0,0 1-1 0 0,0 0 0 0 0,0-1 1 0 0,0 1-1 0 0,0 0 1 0 0,-1 0-1 0 0,1 1 1 0 0,2 4-1 0 0,-1 1-93 0 0,-1 0 0 0 0,0 0 0 0 0,0 1 0 0 0,-1-1-1 0 0,0 0 1 0 0,0 1 0 0 0,-1-1 0 0 0,-1 1 0 0 0,0 16 0 0 0,-17 122 224 0 0,1-15 1283 0 0,16-131-1467 0 0,0 0-1 0 0,-1 0 1 0 0,1 0 0 0 0,0 0 0 0 0,0 0-1 0 0,1-1 1 0 0,-1 1 0 0 0,0 0-1 0 0,1 0 1 0 0,-1 0 0 0 0,1 0-1 0 0,-1-1 1 0 0,1 1 0 0 0,0 0 0 0 0,0-1-1 0 0,0 1 1 0 0,0 0 0 0 0,0-1-1 0 0,0 1 1 0 0,0-1 0 0 0,1 0-1 0 0,-1 1 1 0 0,2 1 0 0 0,0-2-9 0 0,-1 0 1 0 0,1 0 0 0 0,0 0-1 0 0,-1-1 1 0 0,1 1-1 0 0,0 0 1 0 0,0-1-1 0 0,0 0 1 0 0,-1 0-1 0 0,1 0 1 0 0,0 0 0 0 0,0 0-1 0 0,0 0 1 0 0,2-1-1 0 0,12-4-104 0 0,0 1 1 0 0,-1-2-1 0 0,32-15 0 0 0,-42 18-164 0 0,15-6-1186 0 0,-1 0-3290 0 0,1-2-1652 0 0</inkml:trace>
</inkml:ink>
</file>

<file path=ppt/ink/ink2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3:11.5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701 98 4609 0 0,'-26'1'753'0'0,"1"-2"1"0"0,-1-1-1 0 0,1-1 0 0 0,-38-10 1 0 0,48 10-431 0 0,-9-2 837 0 0,0 1 1 0 0,0 1-1 0 0,-46 0 0 0 0,59 4-881 0 0,0 0 1 0 0,0 1-1 0 0,0 0 0 0 0,0 1 1 0 0,0 0-1 0 0,0 1 0 0 0,1 0 1 0 0,-1 1-1 0 0,1 0 0 0 0,-15 10 1 0 0,6-2-151 0 0,2 2 0 0 0,0-1 0 0 0,0 2 0 0 0,1 0 1 0 0,1 1-1 0 0,1 1 0 0 0,1 0 0 0 0,0 1 0 0 0,1 0 0 0 0,-10 23 0 0 0,9-13 44 0 0,1 1 0 0 0,2 0 0 0 0,0 0 0 0 0,2 1 0 0 0,2 0 0 0 0,-5 52 0 0 0,10-67-207 0 0,1 0 0 0 0,1 0 0 0 0,0 0 0 0 0,1 0 0 0 0,1 0 0 0 0,0-1 0 0 0,1 1 0 0 0,1-1 0 0 0,1 0 0 0 0,0 0 0 0 0,0 0 0 0 0,2-1 0 0 0,0 0 0 0 0,18 25 0 0 0,-9-20-34 0 0,0 0 0 0 0,1-1 1 0 0,0-1-1 0 0,1 0 0 0 0,1-2 0 0 0,1 0 0 0 0,0-1 1 0 0,42 19-1 0 0,-34-19 87 0 0,0-2 0 0 0,1-2 1 0 0,0 0-1 0 0,0-2 0 0 0,1-1 0 0 0,0-2 1 0 0,36 2-1 0 0,-41-6 178 0 0,0-2-1 0 0,-1 0 1 0 0,1-2 0 0 0,-1-1 0 0 0,1-1 0 0 0,-1-1-1 0 0,-1-1 1 0 0,1-1 0 0 0,27-14 0 0 0,-9 1 68 0 0,-2-2 0 0 0,-1-1 0 0 0,-1-3 0 0 0,-1 0 1 0 0,-1-3-1 0 0,43-45 0 0 0,-65 58-224 0 0,-1 0-1 0 0,0-1 1 0 0,-2-1 0 0 0,0 0-1 0 0,-1-1 1 0 0,-1 0-1 0 0,-1-1 1 0 0,-1 0 0 0 0,-1 0-1 0 0,-1-1 1 0 0,0 0 0 0 0,-2 0-1 0 0,3-33 1 0 0,-5 18 45 0 0,-2 0-1 0 0,-1-1 1 0 0,-2 1 0 0 0,-2 0 0 0 0,-1 1-1 0 0,-2 0 1 0 0,-17-51 0 0 0,23 80-94 0 0,-1 0-1 0 0,1 0 1 0 0,-1 0 0 0 0,-1 0 0 0 0,1 0-1 0 0,-1 1 1 0 0,-1-1 0 0 0,1 1 0 0 0,-1 0-1 0 0,0 0 1 0 0,0 1 0 0 0,-1 0 0 0 0,1 0-1 0 0,-1 0 1 0 0,0 0 0 0 0,-1 1 0 0 0,1 0-1 0 0,-1 0 1 0 0,0 1 0 0 0,0 0 0 0 0,0 0-1 0 0,0 1 1 0 0,0-1 0 0 0,-1 2-1 0 0,1-1 1 0 0,-1 1 0 0 0,1 0 0 0 0,-1 1-1 0 0,0-1 1 0 0,-10 2 0 0 0,1 0-439 0 0,0 0-1 0 0,1 1 1 0 0,-1 1-1 0 0,1 0 1 0 0,0 1 0 0 0,-1 1-1 0 0,2 0 1 0 0,-1 1 0 0 0,1 1-1 0 0,-25 15 1 0 0,15-3-1210 0 0</inkml:trace>
</inkml:ink>
</file>

<file path=ppt/ink/ink2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4:07.3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24 306 14283 0 0,'-3'3'844'0'0,"1"0"-926"0"0,-1 0 0 0 0,1 0 1 0 0,0 0-1 0 0,0 0 0 0 0,1 0 0 0 0,-1 0 0 0 0,0 1 0 0 0,1-1 1 0 0,0 1-1 0 0,-1 4 0 0 0,4-7 40 0 0,0-1 1 0 0,1 1-1 0 0,0-1 0 0 0,-1 0 0 0 0,1 1 1 0 0,-1-1-1 0 0,1 0 0 0 0,-1-1 1 0 0,1 1-1 0 0,-1 0 0 0 0,1-1 0 0 0,2 0 1 0 0,1 0 154 0 0,15 2 289 0 0,0 0 0 0 0,0 2 0 0 0,0 0 0 0 0,-1 1 1 0 0,0 2-1 0 0,25 8 0 0 0,56 14 936 0 0,-49-21-1142 0 0,0-2 0 0 0,0-3 0 0 0,1-1 0 0 0,-1-4 0 0 0,69-10 0 0 0,255-67 793 0 0,-332 69-885 0 0,68-18 127 0 0,209-44 250 0 0,277-32-148 0 0,-404 65-202 0 0,160-22 136 0 0,-260 56-117 0 0,108 7 0 0 0,94 22 83 0 0,-180-13-272 0 0,92 5 98 0 0,150 15-54 0 0,-191-8 387 0 0,272 2 0 0 0,-382-23-278 0 0,70 11 0 0 0,-37-3 105 0 0,-72-10-2242 0 0</inkml:trace>
</inkml:ink>
</file>

<file path=ppt/ink/ink2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4:08.8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9 255 10138 0 0,'-1'-1'222'0'0,"0"1"1"0"0,1-1-1 0 0,-1 1 0 0 0,0-1 0 0 0,1 0 0 0 0,-1 1 1 0 0,1-1-1 0 0,-1 0 0 0 0,1 0 0 0 0,-1 1 1 0 0,1-1-1 0 0,0 0 0 0 0,-1 0 0 0 0,1 0 0 0 0,0 0 1 0 0,0 1-1 0 0,-1-1 0 0 0,1 0 0 0 0,0 0 0 0 0,0 0 1 0 0,0 0-1 0 0,0 0 0 0 0,0 0 0 0 0,0 0 1 0 0,0 0-1 0 0,1 1 0 0 0,-1-1 0 0 0,0-1 0 0 0,2 0-22 0 0,-1 1-1 0 0,0-1 0 0 0,0 1 0 0 0,0-1 1 0 0,1 1-1 0 0,-1 0 0 0 0,1-1 0 0 0,-1 1 1 0 0,1 0-1 0 0,-1 0 0 0 0,1 0 0 0 0,3-1 1 0 0,2-1 56 0 0,0 0 0 0 0,0 1 0 0 0,1 0 0 0 0,-1 0 1 0 0,13-1-1 0 0,-12 3-208 0 0,1 0 1 0 0,-1 0-1 0 0,1 1 0 0 0,-1 0 1 0 0,0 1-1 0 0,0-1 1 0 0,1 2-1 0 0,-1-1 1 0 0,0 1-1 0 0,-1 0 0 0 0,1 1 1 0 0,0 0-1 0 0,-1 0 1 0 0,0 1-1 0 0,0 0 1 0 0,0 0-1 0 0,-1 0 0 0 0,0 1 1 0 0,0 0-1 0 0,0 0 1 0 0,-1 1-1 0 0,0-1 1 0 0,0 1-1 0 0,0 1 0 0 0,-1-1 1 0 0,0 0-1 0 0,-1 1 1 0 0,1 0-1 0 0,-2 0 1 0 0,1 0-1 0 0,-1 0 0 0 0,0 0 1 0 0,-1 1-1 0 0,2 16 1 0 0,-4 8-52 0 0,-1 1 0 0 0,-2-1 1 0 0,-1 1-1 0 0,-1-1 0 0 0,-2-1 1 0 0,-1 1-1 0 0,-2-1 0 0 0,-17 35 1 0 0,26-61 2 0 0,1-4 0 0 0,0 1 0 0 0,1-1 0 0 0,-1 0 0 0 0,0 0 0 0 0,0 0 0 0 0,0 1 0 0 0,-1-1 0 0 0,1 0 0 0 0,0-1 0 0 0,-1 1 0 0 0,0 0 0 0 0,1 0 0 0 0,-1 0 0 0 0,-2 1 0 0 0,3-3 2 0 0,1-1 0 0 0,-1 1 0 0 0,1-1 0 0 0,0 1 0 0 0,-1-1 0 0 0,1 1 0 0 0,0-1 0 0 0,0 1 0 0 0,-1-1 0 0 0,1 0 0 0 0,0 1 0 0 0,0-1-1 0 0,0 1 1 0 0,0-1 0 0 0,0 1 0 0 0,0-1 0 0 0,0 0 0 0 0,0 1 0 0 0,0-1 0 0 0,0 0 0 0 0,0 1 0 0 0,0-1 0 0 0,0 1 0 0 0,0-1 0 0 0,0 1 0 0 0,1-1 0 0 0,-1 0 0 0 0,5-20 73 0 0,106-252-235 0 0,-27 74 46 0 0,-81 193 114 0 0,72-213 240 0 0,-74 218-235 0 0,-1 0-1 0 0,0 0 1 0 0,1 0 0 0 0,-1 0-1 0 0,0 0 1 0 0,1 0 0 0 0,-1 0-1 0 0,0 0 1 0 0,0 0 0 0 0,0 0-1 0 0,0 0 1 0 0,0-1 0 0 0,0 1 0 0 0,0 0-1 0 0,0 0 1 0 0,0 0 0 0 0,-1 0-1 0 0,1 0 1 0 0,-1-2 0 0 0,0 3 7 0 0,1 0 0 0 0,-1 0 0 0 0,1 0 0 0 0,-1 0 0 0 0,0 0 0 0 0,1 0 0 0 0,-1 0 0 0 0,0 1 0 0 0,1-1 0 0 0,-1 0 0 0 0,1 0 0 0 0,-1 0 0 0 0,0 1 0 0 0,1-1 0 0 0,-1 0 0 0 0,1 1 0 0 0,-1-1 0 0 0,1 0 0 0 0,-1 1 0 0 0,1-1 0 0 0,-1 1 0 0 0,0 0 0 0 0,-30 34 306 0 0,22-21-308 0 0,2 0 0 0 0,0 1 1 0 0,1 1-1 0 0,0-1 0 0 0,1 1 1 0 0,1 0-1 0 0,0 0 0 0 0,1 0 0 0 0,1 0 1 0 0,1 0-1 0 0,0 1 0 0 0,1-1 1 0 0,1 1-1 0 0,3 17 0 0 0,4 25 29 0 0,4-1 1 0 0,27 85-1 0 0,-31-118-66 0 0,1 1 0 0 0,1-1 0 0 0,1-1 0 0 0,21 34-1 0 0,-24-47-1665 0 0,0 0-1 0 0,0-1 0 0 0,15 15 0 0 0,-1-7-5414 0 0</inkml:trace>
</inkml:ink>
</file>

<file path=ppt/ink/ink2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4:09.0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9218 0 0,'11'14'11318'0'0,"-5"4"-10944"0"0,-1 1-1 0 0,-1-1 0 0 0,-1 1 1 0 0,0 0-1 0 0,-2 0 0 0 0,0-1 1 0 0,-2 21-1 0 0,1-20-376 0 0,-1 0-1 0 0,2 0 1 0 0,1-1-1 0 0,0 1 1 0 0,1 0 0 0 0,1 0-1 0 0,12 32 1 0 0,9-13-1943 0 0</inkml:trace>
</inkml:ink>
</file>

<file path=ppt/ink/ink2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4:09.7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33 10594 0 0,'5'6'5259'0'0,"6"0"-3603"0"0,4-2-671 0 0,0-2 1 0 0,0 1-1 0 0,21-1 0 0 0,90-9 119 0 0,-69 2-868 0 0,18 1-331 0 0,76-7-283 0 0,-123 6-1785 0 0,42-10 1 0 0,-48 7-4460 0 0</inkml:trace>
</inkml:ink>
</file>

<file path=ppt/ink/ink2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4:10.0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11058 0 0,'21'12'6615'0'0,"16"18"-2779"0"0,-28-21-3757 0 0,-1 0 0 0 0,-1 1 0 0 0,0 0 0 0 0,0 0 1 0 0,-1 0-1 0 0,0 1 0 0 0,0 0 0 0 0,5 17 1 0 0,25 101 743 0 0,-19-59-639 0 0,-6-31-955 0 0,2-1 0 0 0,2 0-1 0 0,20 38 1 0 0,-19-49-6546 0 0</inkml:trace>
</inkml:ink>
</file>

<file path=ppt/ink/ink2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4:10.6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78 145 6913 0 0,'-26'-4'1557'0'0,"21"4"-923"0"0,1 0 1 0 0,-1-1-1 0 0,0 0 1 0 0,1 0-1 0 0,-1 0 1 0 0,1 0-1 0 0,0-1 1 0 0,-9-4-1 0 0,13 6-582 0 0,0 0 0 0 0,0 0-1 0 0,0 0 1 0 0,-1 0-1 0 0,1 0 1 0 0,0 0 0 0 0,0 0-1 0 0,0-1 1 0 0,0 1 0 0 0,-1 0-1 0 0,1 0 1 0 0,0 0-1 0 0,0 0 1 0 0,0 0 0 0 0,0-1-1 0 0,0 1 1 0 0,0 0 0 0 0,0 0-1 0 0,0 0 1 0 0,-1 0-1 0 0,1-1 1 0 0,0 1 0 0 0,0 0-1 0 0,0 0 1 0 0,0 0 0 0 0,0-1-1 0 0,0 1 1 0 0,0 0-1 0 0,0 0 1 0 0,0 0 0 0 0,0-1-1 0 0,0 1 1 0 0,0 0 0 0 0,0 0-1 0 0,0 0 1 0 0,1-1-1 0 0,-1 1 1 0 0,0 0 0 0 0,0 0-1 0 0,0 0 1 0 0,0 0 0 0 0,0-1-1 0 0,0 1 1 0 0,0 0-1 0 0,1 0 1 0 0,-1 0 0 0 0,0 0-1 0 0,0-1 1 0 0,13-6 1147 0 0,17 0-179 0 0,-26 7-980 0 0,1 0 0 0 0,-1 0 0 0 0,0 0 0 0 0,1 1 0 0 0,-1 0 0 0 0,1 0 0 0 0,-1 0 0 0 0,0 0-1 0 0,0 1 1 0 0,1 0 0 0 0,-1-1 0 0 0,0 2 0 0 0,-1-1 0 0 0,1 0 0 0 0,0 1 0 0 0,-1-1 0 0 0,1 1-1 0 0,-1 0 1 0 0,0 1 0 0 0,0-1 0 0 0,0 0 0 0 0,5 8 0 0 0,-5-5 14 0 0,0 1 0 0 0,-1-1 0 0 0,1 1 0 0 0,-1 0 0 0 0,0 0 1 0 0,-1 0-1 0 0,0 0 0 0 0,0 0 0 0 0,-1 1 0 0 0,1-1 0 0 0,-1 0 0 0 0,-1 0 0 0 0,-1 12 0 0 0,-2 0-61 0 0,-1 0 0 0 0,0 0-1 0 0,-1-1 1 0 0,-1 1 0 0 0,-1-1-1 0 0,0-1 1 0 0,-2 1 0 0 0,0-2-1 0 0,-1 1 1 0 0,0-1 0 0 0,-23 23-1 0 0,48-55-482 0 0,-2-1-1 0 0,12-19 1 0 0,5-8-227 0 0,-1 4 823 0 0,-1-1 0 0 0,-2-1 0 0 0,-1-1 0 0 0,-3-1 0 0 0,-2-1-1 0 0,16-55 1 0 0,-32 73 1123 0 0,-5 24 136 0 0,-4 16-498 0 0,2 3-786 0 0,0-1-1 0 0,1 1 0 0 0,1-1 1 0 0,1 1-1 0 0,0 0 0 0 0,1-1 1 0 0,1 1-1 0 0,0 0 0 0 0,1-1 1 0 0,1 1-1 0 0,7 22 0 0 0,-5-20-285 0 0,2 0-1 0 0,0 0 1 0 0,0-1-1 0 0,2 0 0 0 0,0 0 1 0 0,1-1-1 0 0,1-1 0 0 0,0 1 1 0 0,17 16-1 0 0,-6-12-7485 0 0</inkml:trace>
</inkml:ink>
</file>

<file path=ppt/ink/ink2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4:11.4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74 108 3225 0 0,'-25'-8'2376'0'0,"22"8"-1893"0"0,0-1 0 0 0,-1 1 1 0 0,1-1-1 0 0,0 0 0 0 0,-1 0 1 0 0,1-1-1 0 0,0 1 0 0 0,0-1 1 0 0,0 1-1 0 0,0-1 0 0 0,0 0 1 0 0,1 0-1 0 0,-1-1 0 0 0,-2-2 1 0 0,5 4-319 0 0,0 0 0 0 0,0 0 1 0 0,0 0-1 0 0,0 0 0 0 0,0 0 0 0 0,1 0 1 0 0,-1 0-1 0 0,0 0 0 0 0,1 0 0 0 0,-1 1 1 0 0,1-1-1 0 0,-1 0 0 0 0,1 0 0 0 0,-1 0 1 0 0,1 0-1 0 0,0 1 0 0 0,-1-1 0 0 0,1 0 1 0 0,0 1-1 0 0,0-1 0 0 0,-1 0 1 0 0,1 1-1 0 0,0-1 0 0 0,0 1 0 0 0,1-1 1 0 0,22-14 1730 0 0,-7 7-975 0 0,1 0-1 0 0,34-9 1 0 0,-44 15-851 0 0,-1 1 0 0 0,0-1 1 0 0,1 1-1 0 0,-1 0 1 0 0,0 1-1 0 0,1 0 1 0 0,-1 0-1 0 0,1 1 1 0 0,-1 0-1 0 0,11 2 1 0 0,-16-2-65 0 0,0 0 0 0 0,0 0 0 0 0,1 0 1 0 0,-1 1-1 0 0,0-1 0 0 0,0 1 0 0 0,0-1 1 0 0,0 1-1 0 0,-1-1 0 0 0,1 1 0 0 0,0 0 0 0 0,-1 0 1 0 0,1 0-1 0 0,-1 0 0 0 0,1 0 0 0 0,-1 0 0 0 0,0 1 1 0 0,0-1-1 0 0,0 0 0 0 0,0 1 0 0 0,-1-1 0 0 0,1 0 1 0 0,-1 1-1 0 0,1-1 0 0 0,-1 1 0 0 0,0-1 1 0 0,0 1-1 0 0,0-1 0 0 0,0 1 0 0 0,0-1 0 0 0,-1 5 1 0 0,-2 7-6 0 0,0 1 1 0 0,0-1 0 0 0,-2 0-1 0 0,-5 14 1 0 0,8-22-1 0 0,-35 81-1 0 0,18-44 5 0 0,-14 47 1 0 0,32-89 5 0 0,1 0 0 0 0,-1 0 0 0 0,1 0 0 0 0,0-1 1 0 0,-1 1-1 0 0,1 0 0 0 0,0 0 0 0 0,0 0 0 0 0,0 0 1 0 0,0 0-1 0 0,0 0 0 0 0,0 0 0 0 0,0 0 0 0 0,0-1 1 0 0,0 1-1 0 0,0 0 0 0 0,0 0 0 0 0,0 0 1 0 0,1 0-1 0 0,-1 0 0 0 0,0 0 0 0 0,1-1 0 0 0,-1 1 1 0 0,1 0-1 0 0,-1 0 0 0 0,1 0 0 0 0,-1-1 0 0 0,1 1 1 0 0,-1 0-1 0 0,2 0 0 0 0,0 0 2 0 0,-1-1 0 0 0,1 1 0 0 0,0-1 0 0 0,0 0 0 0 0,-1 0 0 0 0,1 1 0 0 0,0-1 0 0 0,0-1 0 0 0,0 1 0 0 0,-1 0 0 0 0,1 0 0 0 0,0 0 0 0 0,0-1 0 0 0,2 0 0 0 0,10-4 5 0 0,0 0 0 0 0,22-13 0 0 0,-35 17-22 0 0,151-98-1179 0 0,-115 72-399 0 0,6-2-5874 0 0</inkml:trace>
</inkml:ink>
</file>

<file path=ppt/ink/ink2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4:11.7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40 23 10138 0 0,'-4'0'1079'0'0,"-1"1"-1"0"0,0-1 1 0 0,0 1-1 0 0,1 1 1 0 0,-1-1-1 0 0,-6 3 1 0 0,28-5 3276 0 0,15-3-4105 0 0,27-11-612 0 0,-20 6-3109 0 0,-22 6-3331 0 0</inkml:trace>
</inkml:ink>
</file>

<file path=ppt/ink/ink3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4:11.9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50 6449 0 0,'0'0'65'0'0,"-1"0"0"0"0,1 0-1 0 0,0 1 1 0 0,-1-1-1 0 0,1 0 1 0 0,0 0-1 0 0,0 0 1 0 0,-1 0 0 0 0,1 0-1 0 0,0 0 1 0 0,0 0-1 0 0,-1 1 1 0 0,1-1 0 0 0,0 0-1 0 0,0 0 1 0 0,0 0-1 0 0,-1 0 1 0 0,1 1 0 0 0,0-1-1 0 0,0 0 1 0 0,0 0-1 0 0,0 1 1 0 0,0-1-1 0 0,-1 0 1 0 0,1 0 0 0 0,0 1-1 0 0,0-1 1 0 0,0 0-1 0 0,0 0 1 0 0,0 1 0 0 0,0-1-1 0 0,0 0 1 0 0,0 0-1 0 0,0 1 1 0 0,0-1-1 0 0,0 0 1 0 0,0 1 0 0 0,0-1-1 0 0,0 0 1 0 0,0 0-1 0 0,0 1 1 0 0,0-1 0 0 0,0 0-1 0 0,15 3 2156 0 0,27-5 634 0 0,-38 2-2565 0 0,56-10-615 0 0,30-17-5066 0 0,-39 11 2724 0 0,-28 9 2505 0 0</inkml:trace>
</inkml:ink>
</file>

<file path=ppt/ink/ink3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4:12.2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73 11 10594 0 0,'-45'-10'3682'0'0,"43"9"-2997"0"0,0 1 1 0 0,-1 0-1 0 0,1 0 0 0 0,-1 0 0 0 0,1 1 0 0 0,-1-1 0 0 0,1 1 0 0 0,0-1 0 0 0,-5 2 0 0 0,14 36 1229 0 0,-1-5-1759 0 0,-1 0 0 0 0,-2 1 1 0 0,-1 40-1 0 0,-12 104 14 0 0,1-59-72 0 0,8-96-531 0 0,-1 33 1026 0 0,4 72 0 0 0,1-108-1063 0 0,0 0 1 0 0,9 31-1 0 0,-8-39-654 0 0,0-1 0 0 0,1 1 0 0 0,0 0 0 0 0,1-1 0 0 0,8 11 0 0 0</inkml:trace>
</inkml:ink>
</file>

<file path=ppt/ink/ink3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4:12.5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11058 0 0,'0'0'11560'0'0</inkml:trace>
</inkml:ink>
</file>

<file path=ppt/ink/ink3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4:12.9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81 13363 0 0,'-9'-8'1261'0'0,"10"2"-232"0"0,21-3 349 0 0,-16 7-1172 0 0,21-5 1202 0 0,50-6 0 0 0,-3 1-1092 0 0,-62 9-1356 0 0,1 0 1 0 0,-1-1 0 0 0,19-9-1 0 0</inkml:trace>
</inkml:ink>
</file>

<file path=ppt/ink/ink3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4:13.4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155 2 4145 0 0,'-2'-1'558'0'0,"-1"1"0"0"0,1 0 0 0 0,0 0 0 0 0,0 0 1 0 0,-1 0-1 0 0,1 0 0 0 0,0 0 0 0 0,0 1 0 0 0,-1-1 0 0 0,1 1 1 0 0,0-1-1 0 0,0 1 0 0 0,0 0 0 0 0,-3 1 0 0 0,0 1 173 0 0,0 0 0 0 0,0 1 0 0 0,0-1 0 0 0,0 1 0 0 0,-5 5 0 0 0,1 1-130 0 0,0 0-1 0 0,0 1 0 0 0,1 0 0 0 0,-7 14 0 0 0,10-17-466 0 0,0 1 1 0 0,1 0-1 0 0,0 0 0 0 0,0 0 0 0 0,1 1 1 0 0,1-1-1 0 0,-1 1 0 0 0,0 12 0 0 0,3-19-136 0 0,0 0 0 0 0,0 1-1 0 0,0-1 1 0 0,1 0-1 0 0,-1 0 1 0 0,1 0 0 0 0,0 1-1 0 0,0-1 1 0 0,0 0 0 0 0,0 0-1 0 0,1 0 1 0 0,-1 0-1 0 0,1 0 1 0 0,0-1 0 0 0,0 1-1 0 0,0 0 1 0 0,0-1-1 0 0,0 0 1 0 0,0 1 0 0 0,1-1-1 0 0,-1 0 1 0 0,1 0-1 0 0,0 0 1 0 0,-1 0 0 0 0,1-1-1 0 0,0 1 1 0 0,0-1 0 0 0,5 2-1 0 0,13 4-59 0 0,1 0 0 0 0,0-2 0 0 0,0 0 0 0 0,28 1 0 0 0,-29-4 82 0 0,-1 1 0 0 0,0 1 0 0 0,0 0 0 0 0,-1 1-1 0 0,33 14 1 0 0,-49-17-8 0 0,1 0-1 0 0,0 0 1 0 0,-1 0-1 0 0,0 0 1 0 0,1 1-1 0 0,-1 0 1 0 0,0-1-1 0 0,0 1 1 0 0,-1 0-1 0 0,1 0 1 0 0,0 1-1 0 0,-1-1 1 0 0,4 7-1 0 0,-6-8 33 0 0,1 0 1 0 0,-1 0-1 0 0,1 0 0 0 0,-1-1 0 0 0,0 1 1 0 0,1 0-1 0 0,-1 0 0 0 0,0 0 0 0 0,0 0 1 0 0,-1 0-1 0 0,1 0 0 0 0,0 0 0 0 0,-1 0 1 0 0,1 0-1 0 0,-1 0 0 0 0,1 0 0 0 0,-1 0 1 0 0,0 0-1 0 0,0-1 0 0 0,0 1 1 0 0,0 0-1 0 0,0-1 0 0 0,0 1 0 0 0,-1-1 1 0 0,1 1-1 0 0,0-1 0 0 0,-1 1 0 0 0,1-1 1 0 0,-3 2-1 0 0,-6 4 40 0 0,0-1 0 0 0,0 0 1 0 0,0 0-1 0 0,-1-1 1 0 0,0 0-1 0 0,0-1 0 0 0,0 0 1 0 0,-14 3-1 0 0,2-2-86 0 0,1-2 0 0 0,-1 0 1 0 0,-29 0-1 0 0,34-4-214 0 0</inkml:trace>
</inkml:ink>
</file>

<file path=ppt/ink/ink3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4:55.9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53 13 2761 0 0,'-20'-4'1763'0'0,"17"4"-1389"0"0,0 0 1 0 0,0 0-1 0 0,0-1 0 0 0,0 1 1 0 0,0-1-1 0 0,0 0 0 0 0,1 0 0 0 0,-1 0 1 0 0,-4-3-1 0 0,11 8 445 0 0,-1-1-1 0 0,1-1 1 0 0,0 1-1 0 0,0 0 1 0 0,0-1-1 0 0,6 3 1 0 0,33 9 426 0 0,45 1-1500 0 0,188-3 999 0 0,-163-10-160 0 0,-36-4-158 0 0,0-3-1 0 0,79-15 0 0 0,-104 12-140 0 0,2 2 10 0 0,0 3 0 0 0,0 2 0 0 0,0 2 0 0 0,98 15 0 0 0,-87-10-92 0 0,-1-3 0 0 0,71-4 1 0 0,-29-1 101 0 0,-67 2-22 0 0,-13 1-389 0 0,1-1 0 0 0,-1-1 0 0 0,44-8-1 0 0</inkml:trace>
</inkml:ink>
</file>

<file path=ppt/ink/ink3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4:58.9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33 240 2304 0 0,'-18'-12'457'0'0,"17"11"-34"0"0,0 0 0 0 0,-1-1 0 0 0,1 1 0 0 0,0 0 0 0 0,0-1 1 0 0,0 1-1 0 0,0-1 0 0 0,0 1 0 0 0,0-1 0 0 0,0 1 0 0 0,-1-4 0 0 0,2 4-114 0 0,0-1 0 0 0,0 1 0 0 0,0-1 0 0 0,0 1 0 0 0,0-1 0 0 0,0 1 0 0 0,0-1 0 0 0,0 1 0 0 0,0-1 0 0 0,1 1 0 0 0,-1 0 0 0 0,0-1 0 0 0,1 1 0 0 0,0-2 0 0 0,12-17-638 0 0,-6 12 579 0 0,2-1 0 0 0,-1 1 1 0 0,1 0-1 0 0,0 1 0 0 0,0 0 0 0 0,1 1 0 0 0,0-1 1 0 0,13-4-1 0 0,-17 8-147 0 0,-1 0 1 0 0,1 1 0 0 0,-1 0 0 0 0,1 0-1 0 0,0 0 1 0 0,0 1 0 0 0,0 0-1 0 0,0 0 1 0 0,0 1 0 0 0,0-1-1 0 0,0 1 1 0 0,0 1 0 0 0,0-1-1 0 0,0 1 1 0 0,0 0 0 0 0,0 0-1 0 0,8 4 1 0 0,-11-4-88 0 0,0 1-1 0 0,0 0 1 0 0,-1 0-1 0 0,1 0 1 0 0,-1 1-1 0 0,0-1 0 0 0,0 0 1 0 0,0 1-1 0 0,0 0 1 0 0,0-1-1 0 0,0 1 1 0 0,0 0-1 0 0,-1 0 1 0 0,0 0-1 0 0,0 0 1 0 0,1 0-1 0 0,-2 0 1 0 0,1 0-1 0 0,0 1 1 0 0,-1-1-1 0 0,1 0 1 0 0,-1 0-1 0 0,0 1 1 0 0,0-1-1 0 0,0 0 1 0 0,-1 4-1 0 0,-1 10-20 0 0,0-1 0 0 0,-2 1 0 0 0,-8 26 0 0 0,-4 0 0 0 0,-2-1 1 0 0,-2-1-1 0 0,-49 74 1 0 0,31-52 6 0 0,65-103 233 0 0,18-27 226 0 0,-17 6-245 0 0,-2-1 0 0 0,24-93 1 0 0,-23 68 310 0 0,-21 68-299 0 0,-2 10 120 0 0,-1 0-1 0 0,0 0 0 0 0,-1-1 1 0 0,0 1-1 0 0,1-13 298 0 0,-5 24-520 0 0,1 1 0 0 0,0 0-1 0 0,0-1 1 0 0,1 1 0 0 0,-1 0 0 0 0,1 0 0 0 0,-1 0 0 0 0,1 5 0 0 0,-1-3-18 0 0,-3 26-22 0 0,-19 180 94 0 0,22-182-182 0 0,2 0 1 0 0,1 0-1 0 0,1-1 0 0 0,1 1 0 0 0,12 39 1 0 0,-1-21-188 0 0,31 65 0 0 0,6-11-4431 0 0,-37-75 2956 0 0</inkml:trace>
</inkml:ink>
</file>

<file path=ppt/ink/ink3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4:59.23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15 10138 0 0,'0'0'116'0'0,"0"-1"1"0"0,0 1-1 0 0,0-1 0 0 0,0 1 1 0 0,0-1-1 0 0,0 0 0 0 0,0 1 1 0 0,0-1-1 0 0,0 1 0 0 0,0-1 1 0 0,0 1-1 0 0,0 0 0 0 0,1-1 0 0 0,-1 1 1 0 0,0-1-1 0 0,0 1 0 0 0,0-1 1 0 0,1 1-1 0 0,-1-1 0 0 0,0 1 1 0 0,1 0-1 0 0,-1-1 0 0 0,0 1 1 0 0,1-1-1 0 0,-1 1 0 0 0,0 0 0 0 0,1-1 1 0 0,-1 1-1 0 0,1 0 0 0 0,-1 0 1 0 0,1-1-1 0 0,-1 1 0 0 0,0 0 1 0 0,1 0-1 0 0,-1 0 0 0 0,1 0 1 0 0,-1 0-1 0 0,1-1 0 0 0,-1 1 0 0 0,1 0 1 0 0,-1 0-1 0 0,1 0 0 0 0,-1 0 1 0 0,1 0-1 0 0,-1 1 0 0 0,1-1 1 0 0,0 0-1 0 0,1 1 120 0 0,-1-1 0 0 0,0 1-1 0 0,0-1 1 0 0,1 1 0 0 0,-1 0 0 0 0,0-1 0 0 0,0 1 0 0 0,0 0-1 0 0,0 0 1 0 0,0 0 0 0 0,0 0 0 0 0,0 0 0 0 0,0 0 0 0 0,0 0-1 0 0,0 0 1 0 0,-1 0 0 0 0,1 1 0 0 0,0 1 0 0 0,3 13 65 0 0,-1 1 0 0 0,0 0 1 0 0,-2-1-1 0 0,0 1 1 0 0,-1 0-1 0 0,0 0 1 0 0,-5 27-1 0 0,0 30-221 0 0,4-37-230 0 0,1-1-81 0 0,3 35 0 0 0,-1-60-461 0 0,-1 1 1 0 0,2-1 0 0 0,0 0-1 0 0,4 11 1 0 0,2-3-6146 0 0</inkml:trace>
</inkml:ink>
</file>

<file path=ppt/ink/ink3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4:59.5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1 103 6913 0 0,'11'-4'4699'0'0,"21"-4"-2116"0"0,-29 7-2243 0 0,248-55 6811 0 0,-123 36-8144 0 0,0 8-3529 0 0,-105 10-1471 0 0</inkml:trace>
</inkml:ink>
</file>

<file path=ppt/ink/ink3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4:59.7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33 53 6449 0 0,'-25'-23'2017'0'0,"24"23"-1721"0"0,1-1 0 0 0,-1 0-1 0 0,0 0 1 0 0,1 1 0 0 0,-1-1 0 0 0,1 0-1 0 0,-1 0 1 0 0,1 0 0 0 0,-1 0 0 0 0,1 0-1 0 0,0 0 1 0 0,-1 1 0 0 0,1-1-1 0 0,0 0 1 0 0,0 0 0 0 0,0 0 0 0 0,-1 0-1 0 0,1 0 1 0 0,0 0 0 0 0,0 0 0 0 0,1 0-1 0 0,-1 0 1 0 0,0 0 0 0 0,0 0-1 0 0,0 0 1 0 0,1 0 0 0 0,-1 0 0 0 0,0 0-1 0 0,1 0 1 0 0,-1 1 0 0 0,1-1 0 0 0,0-1-1 0 0,0 4 3 0 0,1 0-1 0 0,-1 0 0 0 0,0 0 1 0 0,0 0-1 0 0,0 0 1 0 0,0 0-1 0 0,-1 0 0 0 0,1 0 1 0 0,0 0-1 0 0,-1 1 1 0 0,1 3-1 0 0,3 32 2 0 0,-1 1 1 0 0,-3-1-1 0 0,-5 55 0 0 0,0 17-117 0 0,6-54-160 0 0,11 80-1 0 0,-7-104-1495 0 0,19 61-1 0 0,-13-61-5869 0 0</inkml:trace>
</inkml:ink>
</file>

<file path=ppt/ink/ink3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01.3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1 226 7370 0 0,'0'-2'311'0'0,"1"-1"1"0"0,0 0-1 0 0,0 0 1 0 0,0 1-1 0 0,0-1 1 0 0,0 1-1 0 0,0-1 1 0 0,1 1 0 0 0,-1-1-1 0 0,1 1 1 0 0,0 0-1 0 0,2-3 1 0 0,-2 2-56 0 0,4-5 349 0 0,1 0 0 0 0,1 0 0 0 0,-1 0 0 0 0,1 1 0 0 0,10-7 0 0 0,-15 12-467 0 0,-1 0 0 0 0,1 0 0 0 0,0 0 0 0 0,0 1 0 0 0,0-1 0 0 0,0 1 0 0 0,0-1 0 0 0,0 1 0 0 0,0 0-1 0 0,0 0 1 0 0,0 0 0 0 0,0 1 0 0 0,1-1 0 0 0,-1 1 0 0 0,0 0 0 0 0,1 0 0 0 0,-1 0 0 0 0,0 0 0 0 0,1 1 0 0 0,4 0 0 0 0,-5 1-73 0 0,-1-1 0 0 0,0 1 1 0 0,0 0-1 0 0,0-1 1 0 0,0 1-1 0 0,0 0 1 0 0,-1 0-1 0 0,1 0 0 0 0,0 1 1 0 0,-1-1-1 0 0,0 0 1 0 0,1 0-1 0 0,-1 1 1 0 0,0-1-1 0 0,0 1 1 0 0,0-1-1 0 0,-1 1 0 0 0,1-1 1 0 0,-1 1-1 0 0,1 4 1 0 0,1 55 297 0 0,-2-61-355 0 0,-4 43-252 0 0,-1-1 0 0 0,-2 1 0 0 0,-14 46 0 0 0,19-84 189 0 0,-1 1 1 0 0,0-1-1 0 0,-1 0 0 0 0,1 0 1 0 0,-8 10-1 0 0,10-15 40 0 0,0 1-1 0 0,-1 0 1 0 0,1-1 0 0 0,-1 1 0 0 0,1-1-1 0 0,-1 0 1 0 0,0 0 0 0 0,0 0 0 0 0,1 1-1 0 0,-4 0 1 0 0,4-2 13 0 0,0 0-1 0 0,0 0 1 0 0,1 1 0 0 0,-1-1-1 0 0,0 0 1 0 0,0 0-1 0 0,1 0 1 0 0,-1 0 0 0 0,0-1-1 0 0,0 1 1 0 0,1 0-1 0 0,-1 0 1 0 0,0 0-1 0 0,1-1 1 0 0,-1 1 0 0 0,0 0-1 0 0,1 0 1 0 0,-1-1-1 0 0,0 1 1 0 0,1-1 0 0 0,-1 1-1 0 0,1-1 1 0 0,-1 1-1 0 0,0-1 1 0 0,1 1 0 0 0,-1-1-1 0 0,1 1 1 0 0,0-1-1 0 0,-1-1 1 0 0,0 0-16 0 0,0 0 1 0 0,0 0-1 0 0,0-1 1 0 0,0 1-1 0 0,1 0 1 0 0,-1-1-1 0 0,1 1 1 0 0,0 0-1 0 0,0-1 0 0 0,0 1 1 0 0,0-1-1 0 0,0 1 1 0 0,0 0-1 0 0,0-1 1 0 0,1 1-1 0 0,0-4 1 0 0,15-40-436 0 0,-13 39 402 0 0,35-85-572 0 0,34-89 1157 0 0,-63 153-144 0 0,-3 9 283 0 0,1 0 1 0 0,0 1-1 0 0,19-34 0 0 0,-34 71-288 0 0,0 0-1 0 0,1 0 1 0 0,1 1-1 0 0,-6 31 1 0 0,11-44-371 0 0,-4 11-47 0 0,2 1 1 0 0,1-1 0 0 0,0 1-1 0 0,1 0 1 0 0,3 30 0 0 0,0-36 3 0 0,0 0 1 0 0,0 0-1 0 0,2-1 0 0 0,0 0 1 0 0,0 0-1 0 0,1 0 1 0 0,0 0-1 0 0,1 0 0 0 0,8 11 1 0 0,52 64-4037 0 0,-48-65-2553 0 0</inkml:trace>
</inkml:ink>
</file>

<file path=ppt/ink/ink3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01.6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72 7834 0 0,'4'-5'297'0'0,"0"0"0"0"0,0 1 1 0 0,1-1-1 0 0,-1 1 1 0 0,1 0-1 0 0,0 0 0 0 0,0 1 1 0 0,1 0-1 0 0,-1 0 0 0 0,1 0 1 0 0,0 0-1 0 0,7-2 1 0 0,0 1 521 0 0,1-1 0 0 0,-1 2 1 0 0,1 0-1 0 0,19-2 1 0 0,-30 5-671 0 0,0-1 0 0 0,0 1 1 0 0,0 0-1 0 0,0 0 0 0 0,0 0 0 0 0,0 1 1 0 0,0-1-1 0 0,0 1 0 0 0,0 0 1 0 0,0 0-1 0 0,-1 0 0 0 0,1 0 0 0 0,0 0 1 0 0,0 0-1 0 0,-1 1 0 0 0,1-1 1 0 0,-1 1-1 0 0,1 0 0 0 0,-1 0 0 0 0,4 4 1 0 0,-3-3-25 0 0,-1 1 1 0 0,0 0 0 0 0,0 0 0 0 0,0 0-1 0 0,0 0 1 0 0,-1 0 0 0 0,1 1 0 0 0,-1-1-1 0 0,0 0 1 0 0,-1 1 0 0 0,1-1-1 0 0,-1 8 1 0 0,0 5 129 0 0,-2 1-1 0 0,0-1 0 0 0,0 1 1 0 0,-2-1-1 0 0,-11 33 1 0 0,12-42-140 0 0,-8 25 268 0 0,10-31-356 0 0,1-1 0 0 0,0 1-1 0 0,-1 0 1 0 0,1-1 0 0 0,0 1 0 0 0,0-1 0 0 0,0 1 0 0 0,0 0 0 0 0,0-1-1 0 0,0 1 1 0 0,0 0 0 0 0,1-1 0 0 0,-1 1 0 0 0,0-1 0 0 0,1 1 0 0 0,1 2 0 0 0,-2-4-32 0 0,1 1 1 0 0,0-1-1 0 0,0 1 1 0 0,0-1 0 0 0,0 1-1 0 0,0-1 1 0 0,0 0-1 0 0,0 1 1 0 0,0-1-1 0 0,0 0 1 0 0,0 0 0 0 0,0 0-1 0 0,0 0 1 0 0,0 0-1 0 0,1 0 1 0 0,-1 0 0 0 0,0 0-1 0 0,0 0 1 0 0,0 0-1 0 0,0-1 1 0 0,0 1-1 0 0,0 0 1 0 0,0-1 0 0 0,0 1-1 0 0,0-1 1 0 0,0 1-1 0 0,-1-1 1 0 0,3 0 0 0 0,27-18-499 0 0,-29 18 459 0 0,55-45-3732 0 0,-33 28-3058 0 0</inkml:trace>
</inkml:ink>
</file>

<file path=ppt/ink/ink3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01.8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57 2304 0 0,'-5'8'7177'0'0,"29"-10"-1545"0"0,-12 0-6385 0 0,58-22 1168 0 0,-54 17-1157 0 0,1 1 0 0 0,0 0 0 0 0,1 1 0 0 0,-1 1 0 0 0,1 1 0 0 0,0 0 0 0 0,18 0 0 0 0,-23 4 689 0 0</inkml:trace>
</inkml:ink>
</file>

<file path=ppt/ink/ink3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02.0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59 6449 0 0,'-2'2'689'0'0,"2"-1"-689"0"0,5-1 1296 0 0,-3 0-584 0 0,4 0 8 0 0,2-3 0 0 0,5-1 0 0 0,2-2 1 0 0,2-1-1 0 0,2-2-1728 0 0,4 0-345 0 0,-1 1-71 0 0,2 0-16 0 0,0 1 1128 0 0</inkml:trace>
</inkml:ink>
</file>

<file path=ppt/ink/ink3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02.5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48 10 7834 0 0,'-25'-10'8708'0'0,"25"11"-8596"0"0,-1 2 287 0 0,0 1-1 0 0,0-1 0 0 0,1 1 1 0 0,0 0-1 0 0,-1-1 1 0 0,1 1-1 0 0,1 3 1 0 0,-1 2-485 0 0,-11 484 3147 0 0,8-446-3201 0 0,-3 94 410 0 0,7-117-900 0 0,0-1-1 0 0,2 1 1 0 0,9 42 0 0 0,-3-36-6737 0 0</inkml:trace>
</inkml:ink>
</file>

<file path=ppt/ink/ink3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02.7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45 10138 0 0,'1'-3'448'0'0,"0"0"96"0"0,1 0-440 0 0,-1 2-104 0 0,1 0 0 0 0,0-2 849 0 0,0 0 143 0 0,1 0 32 0 0,1-2 8 0 0,-1 1-552 0 0,1-2-120 0 0,-1 2-16 0 0,-1 0-7 0 0,15 2-6347 0 0</inkml:trace>
</inkml:ink>
</file>

<file path=ppt/ink/ink3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03.0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91 8290 0 0,'58'-6'5904'0'0,"39"-16"-2752"0"0,-40 8-1981 0 0,44-11-1418 0 0,-35 5-2965 0 0,-56 16 1893 0 0</inkml:trace>
</inkml:ink>
</file>

<file path=ppt/ink/ink3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03.2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105 0 2961 0 0,'-7'3'215'0'0,"0"0"1"0"0,1 0 0 0 0,0 0-1 0 0,0 1 1 0 0,0 0 0 0 0,0 0 0 0 0,1 1-1 0 0,-1 0 1 0 0,1 0 0 0 0,0 0-1 0 0,1 0 1 0 0,-1 1 0 0 0,1 0-1 0 0,0 0 1 0 0,-6 11 0 0 0,8-12 90 0 0,0-1 0 0 0,1 0 1 0 0,-1 1-1 0 0,0-1 0 0 0,1 1 0 0 0,0-1 1 0 0,0 1-1 0 0,1 0 0 0 0,-1-1 0 0 0,1 1 1 0 0,0 0-1 0 0,0-1 0 0 0,1 1 0 0 0,-1 0 1 0 0,1-1-1 0 0,0 1 0 0 0,0 0 0 0 0,1-1 1 0 0,0 1-1 0 0,-1-1 0 0 0,1 0 1 0 0,1 0-1 0 0,-1 0 0 0 0,5 6 0 0 0,45 43 2591 0 0,-40-42-2301 0 0,1 0 0 0 0,-2 1 0 0 0,0 1 0 0 0,0 0 0 0 0,9 16 0 0 0,-17-25-572 0 0,-1 0 0 0 0,-1 0 1 0 0,1 0-1 0 0,0 0 0 0 0,-1 1 1 0 0,0-1-1 0 0,0 0 0 0 0,0 1 1 0 0,-1-1-1 0 0,1 1 0 0 0,-1 0 1 0 0,0-1-1 0 0,-1 1 0 0 0,1-1 1 0 0,-1 1-1 0 0,0-1 0 0 0,0 1 1 0 0,0-1-1 0 0,0 0 0 0 0,-1 0 1 0 0,0 1-1 0 0,0-1 0 0 0,-3 5 1 0 0,-4 3-455 0 0,1-1 1 0 0,-2-1 0 0 0,1 0 0 0 0,-1 0 0 0 0,-1-1-1 0 0,0 0 1 0 0,0-1 0 0 0,-19 10 0 0 0,23-13-352 0 0,-11 6-5298 0 0</inkml:trace>
</inkml:ink>
</file>

<file path=ppt/ink/ink3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03.6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83 3225 0 0,'38'-5'7752'0'0,"-14"3"-5757"0"0,170-36 5096 0 0,-67 4-8623 0 0,-120 31 125 0 0</inkml:trace>
</inkml:ink>
</file>

<file path=ppt/ink/ink3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03.8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16 5529 0 0,'-7'-16'15669'0'0,"11"27"-15306"0"0,5 21 21 0 0,-2 0 0 0 0,-1 0 0 0 0,-2 0 0 0 0,-1 1 1 0 0,-2 47-1 0 0,4 41-172 0 0,-3-102-252 0 0,19 125 244 0 0,-19-130-445 0 0,2-1 0 0 0,0 0 1 0 0,0-1-1 0 0,1 1 0 0 0,1-1 1 0 0,0 0-1 0 0,1 0 0 0 0,12 16 0 0 0,-10-17-926 0 0</inkml:trace>
</inkml:ink>
</file>

<file path=ppt/ink/ink3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04.5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43 122 5985 0 0,'-1'-18'2843'0'0,"-2"0"-1"0"0,0 1 1 0 0,-1-1-1 0 0,-11-32 1 0 0,11 89 425 0 0,1-15-3233 0 0,-6 193-52 0 0,10-176-14 0 0,2-2 0 0 0,2 1 0 0 0,14 56 0 0 0,5-17-63 0 0,-14-49 45 0 0,-1 0-1 0 0,-2 0 0 0 0,0 0 0 0 0,3 59 0 0 0,-11-79 427 0 0,-2-6-1540 0 0</inkml:trace>
</inkml:ink>
</file>

<file path=ppt/ink/ink3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05.0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64 1 456 0 0,'-9'1'-523'0'0,"-19"5"2524"0"0,1-4 4678 0 0,132 3 1698 0 0,3 9-5966 0 0,-76-8-2245 0 0,-2 2-1 0 0,1 0 1 0 0,-1 3-1 0 0,55 25 0 0 0,-81-33-152 0 0,1-1-1 0 0,-1 1 1 0 0,1 0-1 0 0,-1 0 1 0 0,0 0-1 0 0,0 0 1 0 0,0 1-1 0 0,-1 0 1 0 0,1 0-1 0 0,-1 0 1 0 0,0 0-1 0 0,0 0 1 0 0,0 1-1 0 0,-1-1 1 0 0,1 1-1 0 0,1 5 1 0 0,-3-6-17 0 0,-1 0 0 0 0,1 0 0 0 0,-1 0 0 0 0,1 0 1 0 0,-1 0-1 0 0,-1 0 0 0 0,1 0 0 0 0,0 0 0 0 0,-1 0 0 0 0,0 0 1 0 0,0 0-1 0 0,0 0 0 0 0,0-1 0 0 0,-1 1 0 0 0,0 0 0 0 0,0-1 1 0 0,0 1-1 0 0,0-1 0 0 0,0 1 0 0 0,0-1 0 0 0,-5 4 0 0 0,-4 5 99 0 0,-1 0-1 0 0,0-1 0 0 0,-1 0 1 0 0,-1-1-1 0 0,1-1 1 0 0,-2 0-1 0 0,-25 12 0 0 0,-116 39 526 0 0,111-45-822 0 0,35-11-673 0 0,1-2-279 0 0</inkml:trace>
</inkml:ink>
</file>

<file path=ppt/ink/ink3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06.1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72 8754 0 0,'-1'-2'128'0'0,"1"0"0"0"0,-1 0 0 0 0,1-1 1 0 0,0 1-1 0 0,0 0 0 0 0,0 0 0 0 0,0 0 1 0 0,0-1-1 0 0,0 1 0 0 0,1 0 0 0 0,-1 0 0 0 0,1 0 1 0 0,-1 0-1 0 0,1 0 0 0 0,0 0 0 0 0,0 0 0 0 0,1-2 1 0 0,-1 1 606 0 0,1 0-1 0 0,-1 0 1 0 0,0 0 0 0 0,0 0 0 0 0,0 0 0 0 0,-1 0 0 0 0,1 0 0 0 0,-1-4 0 0 0,-7 28 2923 0 0,-3 16-3482 0 0,2 0 0 0 0,2 0 0 0 0,1 0 0 0 0,-1 54 0 0 0,7-16 164 0 0,13 92-1 0 0,-6-119-338 0 0,2 0 1 0 0,1-1-1 0 0,3-1 0 0 0,2 0 1 0 0,36 70-1 0 0,-35-75-296 0 0,-10-13-2994 0 0</inkml:trace>
</inkml:ink>
</file>

<file path=ppt/ink/ink3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06.5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75 33 5065 0 0,'-63'8'1150'0'0,"51"-7"3351"0"0,74-15-3123 0 0,0 3 1 0 0,1 3-1 0 0,0 2 1 0 0,0 3-1 0 0,83 7 1 0 0,-138-3-1333 0 0,129 18 442 0 0,-123-16-480 0 0,1 1 0 0 0,-1 0-1 0 0,-1 1 1 0 0,1 1 0 0 0,-1 0-1 0 0,0 0 1 0 0,16 12 0 0 0,-25-15 27 0 0,0 0 1 0 0,0 0-1 0 0,0 0 1 0 0,-1 1-1 0 0,0 0 0 0 0,1-1 1 0 0,-1 1-1 0 0,-1 0 1 0 0,1 0-1 0 0,0 0 1 0 0,-1 1-1 0 0,0-1 0 0 0,0 1 1 0 0,0-1-1 0 0,-1 1 1 0 0,0 0-1 0 0,0-1 1 0 0,0 1-1 0 0,0 0 0 0 0,-1 0 1 0 0,1 0-1 0 0,-1 0 1 0 0,-1 0-1 0 0,1-1 1 0 0,-1 1-1 0 0,1 0 0 0 0,-1 0 1 0 0,-1 0-1 0 0,1-1 1 0 0,-1 1-1 0 0,0-1 1 0 0,-4 9-1 0 0,0-1 75 0 0,-1 0 0 0 0,-1-1 0 0 0,0 0 0 0 0,0 0 0 0 0,-1 0 0 0 0,-1-1 0 0 0,0-1 0 0 0,0 1 0 0 0,-1-2 0 0 0,-17 12 0 0 0,-11 1-112 0 0,0-2 1 0 0,-2-2-1 0 0,0-2 1 0 0,0-1-1 0 0,-45 8 1 0 0,81-21-223 0 0,-1 1-572 0 0,-1-1 0 0 0,0 1-1 0 0,0-1 1 0 0,0-1 0 0 0,-12 1 0 0 0,14-2-809 0 0</inkml:trace>
</inkml:ink>
</file>

<file path=ppt/ink/ink3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06.8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79 8290 0 0,'4'-1'335'0'0,"0"0"0"0"0,0 0 0 0 0,1-1 0 0 0,-1 1 0 0 0,0-1 0 0 0,-1 0 0 0 0,6-3 0 0 0,9-4 430 0 0,19-7 202 0 0,-12 6-699 0 0,37-12 1 0 0,-54 20-894 0 0,0 1 0 0 0,0-1 0 0 0,0 2 0 0 0,0-1 0 0 0,10 1 0 0 0,-16 0 541 0 0,0 0 0 0 0,0 0 0 0 0,0 0 0 0 0,-1 1 0 0 0,1-1 0 0 0,0 1 0 0 0,0-1 0 0 0,0 1 0 0 0,0 0 0 0 0,-1 0 0 0 0,1-1 0 0 0,0 1 1 0 0,-1 0-1 0 0,1 1 0 0 0,1 0 0 0 0,0 5 84 0 0</inkml:trace>
</inkml:ink>
</file>

<file path=ppt/ink/ink3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07.0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0 142 9218 0 0,'77'-34'7047'0'0,"-3"0"-5926"0"0,82-22-9424 0 0,-121 38 7494 0 0</inkml:trace>
</inkml:ink>
</file>

<file path=ppt/ink/ink3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07.8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21 5065 0 0,'15'-21'19166'0'0,"-16"31"-19501"0"0,2-1 355 0 0,-1-1 1 0 0,1 0 0 0 0,0 1-1 0 0,3 8 1 0 0,2 9 4 0 0,15 133 6 0 0,44 249 55 0 0,-46-285-1282 0 0,-15-92-320 0 0</inkml:trace>
</inkml:ink>
</file>

<file path=ppt/ink/ink3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08.1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94 1 6913 0 0,'-8'0'1159'0'0,"1"1"-1"0"0,-1 0 0 0 0,1 0 0 0 0,-1 1 0 0 0,1 0 0 0 0,0 0 0 0 0,0 0 1 0 0,0 1-1 0 0,0 0 0 0 0,0 1 0 0 0,-7 4 0 0 0,15-8-1211 0 0,-1 1 0 0 0,0-1 1 0 0,0 1-1 0 0,0-1 0 0 0,0 0 0 0 0,0 1 0 0 0,0-1 1 0 0,1 1-1 0 0,-1-1 0 0 0,0 0 0 0 0,0 1 0 0 0,0-1 1 0 0,1 0-1 0 0,-1 1 0 0 0,0-1 0 0 0,1 0 0 0 0,-1 0 0 0 0,0 1 1 0 0,1-1-1 0 0,-1 0 0 0 0,0 0 0 0 0,1 1 0 0 0,-1-1 1 0 0,0 0-1 0 0,1 0 0 0 0,-1 0 0 0 0,1 0 0 0 0,-1 0 1 0 0,0 1-1 0 0,1-1 0 0 0,-1 0 0 0 0,1 0 0 0 0,-1 0 0 0 0,1 0 1 0 0,-1 0-1 0 0,1 0 0 0 0,23 6-5557 0 0,-20-5 4718 0 0,8 1 241 0 0,3-2 581 0 0</inkml:trace>
</inkml:ink>
</file>

<file path=ppt/ink/ink3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08.4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1 112 6913 0 0,'5'-3'372'0'0,"0"0"0"0"0,0 0-1 0 0,0 0 1 0 0,0 1 0 0 0,1 0-1 0 0,-1 0 1 0 0,1 0 0 0 0,0 1 0 0 0,10-2-1 0 0,5-1 377 0 0,8-4-50 0 0,106-31 2319 0 0,-110 30-3760 0 0,35-19 0 0 0</inkml:trace>
</inkml:ink>
</file>

<file path=ppt/ink/ink3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08.6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56 0 3225 0 0,'-4'2'335'0'0,"0"1"1"0"0,0-1-1 0 0,0 1 1 0 0,1-1 0 0 0,-1 1-1 0 0,1 0 1 0 0,0 0-1 0 0,0 0 1 0 0,0 1-1 0 0,0-1 1 0 0,0 1-1 0 0,1 0 1 0 0,0 0 0 0 0,0 0-1 0 0,0 0 1 0 0,-2 4-1 0 0,3-3 20 0 0,1 0 1 0 0,-1 0-1 0 0,1 0 0 0 0,-1 0 0 0 0,2-1 0 0 0,-1 1 0 0 0,0 0 0 0 0,1 0 1 0 0,0 0-1 0 0,0 0 0 0 0,1-1 0 0 0,-1 1 0 0 0,1 0 0 0 0,3 6 0 0 0,4 7 713 0 0,2-1 0 0 0,21 30 0 0 0,13 20 1692 0 0,-44-64-2718 0 0,1 0-1 0 0,-1 0 1 0 0,0-1-1 0 0,-1 1 1 0 0,1 0-1 0 0,0 0 1 0 0,-1 0-1 0 0,0 0 1 0 0,1 0-1 0 0,-1-1 1 0 0,0 1-1 0 0,0 0 0 0 0,-1 0 1 0 0,1 0-1 0 0,-1 0 1 0 0,0 0-1 0 0,1 0 1 0 0,-1-1-1 0 0,0 1 1 0 0,-1 0-1 0 0,1-1 1 0 0,0 1-1 0 0,-1 0 1 0 0,1-1-1 0 0,-1 0 1 0 0,0 1-1 0 0,0-1 1 0 0,-2 2-1 0 0,-6 6-843 0 0,-1-1-1 0 0,0 0 1 0 0,0 0 0 0 0,-17 9-1 0 0,28-18 778 0 0,-19 11-6375 0 0</inkml:trace>
</inkml:ink>
</file>

<file path=ppt/ink/ink3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09.1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49 4609 0 0,'19'-8'2059'0'0,"1"1"0"0"0,-1 0 0 0 0,1 2 1 0 0,0 0-1 0 0,34-3 0 0 0,13 1-1247 0 0,-56 6-1442 0 0,4 0-5562 0 0</inkml:trace>
</inkml:ink>
</file>

<file path=ppt/ink/ink3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10.3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207 531 6913 0 0,'-12'-1'6'0'0,"0"-1"-1"0"0,0-1 1 0 0,0 1-1 0 0,1-2 1 0 0,0 0-1 0 0,-1 0 1 0 0,2-1-1 0 0,-1-1 1 0 0,-15-9-1 0 0,17 9 249 0 0,3 2-111 0 0,-1 1-1 0 0,1-2 0 0 0,0 1 1 0 0,0-1-1 0 0,1 0 1 0 0,-1 0-1 0 0,1-1 0 0 0,0 1 1 0 0,1-1-1 0 0,-8-12 1 0 0,12 17-121 0 0,0 0 1 0 0,0 0 0 0 0,0 0 0 0 0,0 0 0 0 0,0 0 0 0 0,0 0-1 0 0,0 0 1 0 0,1 0 0 0 0,-1 0 0 0 0,0 0 0 0 0,1 0 0 0 0,-1 0-1 0 0,1 1 1 0 0,-1-1 0 0 0,1 0 0 0 0,-1 0 0 0 0,1 0 0 0 0,0 1-1 0 0,-1-1 1 0 0,1 0 0 0 0,0 1 0 0 0,-1-1 0 0 0,1 0 0 0 0,0 1-1 0 0,0-1 1 0 0,0 1 0 0 0,0-1 0 0 0,0 1 0 0 0,-1 0 0 0 0,1-1-1 0 0,0 1 1 0 0,2 0 0 0 0,37-13 552 0 0,-35 12-454 0 0,84-17 654 0 0,-1 3 0 0 0,122-3-1 0 0,-136 13-591 0 0,161-13 288 0 0,1131-63 2901 0 0,760-42 1645 0 0,-1708 78-4446 0 0,-253 26-398 0 0,-70 5-104 0 0,-48 6-153 0 0,80-3 0 0 0,-114 14-192 0 0,-13 4 54 0 0,-24 15 65 0 0,2-3 541 0 0,20-12-341 0 0,0-1-1 0 0,1 0 0 0 0,-1 1 0 0 0,1-1 0 0 0,1 1 0 0 0,-1-1 1 0 0,1 1-1 0 0,0-1 0 0 0,0 1 0 0 0,1 0 0 0 0,0-1 1 0 0,3 11-1 0 0,-1 6 19 0 0,8 89-32 0 0,-3-20 12 0 0,39 173 1 0 0,26-28 44 0 0,5 22 103 0 0,-62-198-149 0 0,-4 1 0 0 0,6 82 0 0 0,-13 172 359 0 0,-5-219-121 0 0,0-91-237 0 0,0-1 1 0 0,0 1-1 0 0,-1 0 0 0 0,1-1 0 0 0,-1 1 1 0 0,-1 0-1 0 0,1-1 0 0 0,-1 1 0 0 0,0-1 1 0 0,0 0-1 0 0,-5 8 0 0 0,5-9 6 0 0,-1-1-1 0 0,0 0 1 0 0,0 0-1 0 0,0 0 1 0 0,-1 0 0 0 0,1 0-1 0 0,-1-1 1 0 0,1 0-1 0 0,-1 1 1 0 0,0-1-1 0 0,0-1 1 0 0,0 1 0 0 0,0 0-1 0 0,0-1 1 0 0,-7 2-1 0 0,-941 159-176 0 0,418-103-1020 0 0,-155-13-14 0 0,283-28-67 0 0,104-6 1068 0 0,88-6 97 0 0,-175 5 692 0 0,175-6-324 0 0,-110-2 35 0 0,-339 22-690 0 0,221 3-63 0 0,414-30-425 0 0,2-2-4313 0 0,7 0-1566 0 0</inkml:trace>
</inkml:ink>
</file>

<file path=ppt/ink/ink3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10.9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 0 5041 0 0,'-1'1'314'0'0,"0"-1"1"0"0,-10 7 4398 0 0,11-6-4399 0 0,-1 0 0 0 0,1 0 1 0 0,-1-1-1 0 0,0 3 0 0 0,-10 27 1754 0 0,1 34-1211 0 0,23 249 2011 0 0,-3-166-2152 0 0,48 471 105 0 0,-41-500-489 0 0,-5 1 0 0 0,-5 0 0 0 0,-12 160 0 0 0,3-235 237 0 0,2 1-1 0 0,2-1 0 0 0,13 76 0 0 0,-13-104-453 0 0,0 0 1 0 0,-2-1-1 0 0,0 1 1 0 0,-1-1-1 0 0,0 1 1 0 0,-4 17-1 0 0,5-33-123 0 0,0 0-1 0 0,0 0 1 0 0,0 0 0 0 0,0 0-1 0 0,0 0 1 0 0,0 0-1 0 0,0 0 1 0 0,0 0 0 0 0,0 0-1 0 0,0 0 1 0 0,0 0 0 0 0,1 0-1 0 0,-1 0 1 0 0,0 0 0 0 0,0 0-1 0 0,0 0 1 0 0,0 0-1 0 0,0 1 1 0 0,0-1 0 0 0,0 0-1 0 0,0 0 1 0 0,0 0 0 0 0,0 0-1 0 0,0 0 1 0 0,0 0-1 0 0,0 0 1 0 0,0 0 0 0 0,0 0-1 0 0,0 0 1 0 0,0 0 0 0 0,0 0-1 0 0,0 0 1 0 0,0 0-1 0 0,0 0 1 0 0,0 1 0 0 0,0-1-1 0 0,1 0 1 0 0,-1 0 0 0 0,0 0-1 0 0,-1 0 1 0 0,1 0-1 0 0,0 0 1 0 0,0 0 0 0 0,0 0-1 0 0,0 0 1 0 0,5-6-654 0 0,-4 4 525 0 0,4-7-311 0 0</inkml:trace>
</inkml:ink>
</file>

<file path=ppt/ink/ink3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44.1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100 0 6449 0 0,'-5'2'73'0'0,"0"1"-1"0"0,0-1 1 0 0,1 1-1 0 0,-1 0 1 0 0,0 1 0 0 0,1-1-1 0 0,0 1 1 0 0,0-1-1 0 0,0 1 1 0 0,0 1-1 0 0,1-1 1 0 0,-6 8-1 0 0,4-3 17 0 0,1 0-1 0 0,-1 1 1 0 0,1-1-1 0 0,1 1 1 0 0,0 0-1 0 0,-2 13 0 0 0,0 7 313 0 0,2 0-1 0 0,2 0 0 0 0,3 51 1 0 0,19 451 3469 0 0,-20-510-3800 0 0,7 82 257 0 0,-7-94-318 0 0,1-1 1 0 0,0 1-1 0 0,1 0 1 0 0,0-1-1 0 0,1 1 1 0 0,0-1 0 0 0,0 0-1 0 0,6 8 1 0 0,-2-7-1008 0 0,3-4-3656 0 0</inkml:trace>
</inkml:ink>
</file>

<file path=ppt/ink/ink3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45.6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0 143 10306 0 0,'72'-5'1794'0'0,"50"6"-744"0"0,0-6 0 0 0,-1-5 0 0 0,155-33-1 0 0,208-33 928 0 0,-366 71-1743 0 0,191 17 1 0 0,-78 0-1196 0 0,21-16 160 0 0,-19-1 718 0 0,-159 8 404 0 0,104 18 0 0 0,72 29 379 0 0,-99-19-509 0 0,-32-14 58 0 0,-71-11-285 0 0,72 17-1 0 0,-114-21-211 0 0,1 0 0 0 0,0-1 0 0 0,0 0 0 0 0,0 0-1 0 0,9 0 1 0 0,-13-1 215 0 0,0 0-1 0 0,-1-1 1 0 0,1 1-1 0 0,0-1 1 0 0,0 0-1 0 0,-1 0 1 0 0,1 0-1 0 0,-1 0 1 0 0,1 0 0 0 0,0 0-1 0 0,-1-1 1 0 0,0 1-1 0 0,1-1 1 0 0,-1 0-1 0 0,3-3 1 0 0,-5 5 102 0 0,0-1 0 0 0,0 1 0 0 0,1 0 0 0 0,-1 0 0 0 0,0-1 0 0 0,0 1 0 0 0,0 0 0 0 0,0 0 0 0 0,1-1 0 0 0,-1 1 0 0 0,0 0 0 0 0,0 0 0 0 0,0 0 0 0 0,1-1 0 0 0,-1 1 0 0 0,0 0 0 0 0,0 0 0 0 0,1 0 0 0 0,-1 0 0 0 0,0-1 0 0 0,0 1 0 0 0,1 0 0 0 0,-1 0 0 0 0,0 0 0 0 0,1 0 0 0 0,-1 0 0 0 0,0 0 0 0 0,0 0 0 0 0,1 0 0 0 0,-1 0 0 0 0,0 0 0 0 0,1 0 0 0 0,-1 0 0 0 0,0 0 0 0 0,1 0 0 0 0,-1 0 0 0 0,0 0-1 0 0,4 3 1570 0 0,-3 2-1502 0 0,30 83 110 0 0,22 79-609 0 0,-41-114 313 0 0,3 0 0 0 0,2-1 0 0 0,1 0 0 0 0,38 70-1 0 0,-48-108 82 0 0,0 1-1 0 0,-2 0 1 0 0,0 0-1 0 0,0 0 1 0 0,-2 1-1 0 0,0 0 1 0 0,-1 0-1 0 0,0 0 1 0 0,-1 0-1 0 0,-1 0 1 0 0,-1 0-1 0 0,0 1 1 0 0,-1-1 0 0 0,0 0-1 0 0,-8 30 1 0 0,8-44-24 0 0,0 0 0 0 0,0-1 1 0 0,1 1-1 0 0,-1 0 1 0 0,0-1-1 0 0,0 1 1 0 0,-1-1-1 0 0,1 0 1 0 0,0 1-1 0 0,0-1 1 0 0,-1 0-1 0 0,1 0 0 0 0,-1 0 1 0 0,1 0-1 0 0,-1 0 1 0 0,-2 1-1 0 0,-33 12 217 0 0,10-4-134 0 0,-25 17-133 0 0,-81 37-1675 0 0,19-16 1199 0 0,-123 46 1046 0 0,185-77-930 0 0,0-1 1 0 0,-91 12-1 0 0,-210 46-1537 0 0,72-11 2026 0 0,222-54 90 0 0,-1-2 0 0 0,-107-1 0 0 0,-609 7-2571 0 0,717-9 2475 0 0,-1-3 0 0 0,-114-13-1 0 0,-115-39 3476 0 0,126 26-2700 0 0,-13-2 641 0 0,152 22-1093 0 0,-45-14-1139 0 0,64 18 244 0 0,-10-5 1001 0 0</inkml:trace>
</inkml:ink>
</file>

<file path=ppt/ink/ink3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47.3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100 294 456 0 0,'-23'1'835'0'0,"15"0"1101"0"0,0 0-1 0 0,1-1 1 0 0,-1 0-1 0 0,-14-2 1 0 0,5-5-640 0 0,16 5-1163 0 0,0 1 0 0 0,0-1 0 0 0,1 1 0 0 0,-1-1 0 0 0,0 1 0 0 0,1-1 0 0 0,-1 1 0 0 0,1-1 0 0 0,0 1 0 0 0,-1-1 0 0 0,1 1 0 0 0,0-1 1 0 0,0 0-1 0 0,0 1 0 0 0,0-1 0 0 0,0 1 0 0 0,1-1 0 0 0,-1 0 0 0 0,0 1 0 0 0,1-1 0 0 0,-1 1 0 0 0,1-1 0 0 0,0 1 0 0 0,-1-1 0 0 0,1 1 0 0 0,0 0 0 0 0,0-1 0 0 0,2-1 0 0 0,1-5 206 0 0,1 2 1 0 0,-1-1-1 0 0,2 0 0 0 0,7-7 1 0 0,15-11 357 0 0,0 1 1 0 0,47-30-1 0 0,-61 45-606 0 0,1 1 1 0 0,0 0 0 0 0,1 1-1 0 0,-1 1 1 0 0,1 0-1 0 0,0 1 1 0 0,31-5-1 0 0,-44 9-82 0 0,1 1 0 0 0,-1 0 0 0 0,0-1 0 0 0,0 1 0 0 0,0 1 0 0 0,1-1 0 0 0,-1 0 0 0 0,0 1 0 0 0,0 0 0 0 0,0-1 0 0 0,0 1 0 0 0,0 0 0 0 0,0 1 0 0 0,0-1 0 0 0,0 1 0 0 0,0-1 0 0 0,0 1 0 0 0,-1 0 0 0 0,5 4 0 0 0,-3-2-16 0 0,-1-1 0 0 0,-1 2 0 0 0,1-1 0 0 0,-1 0 0 0 0,1 0 0 0 0,-1 1 0 0 0,0-1 0 0 0,-1 1 0 0 0,1 0 0 0 0,-1-1 0 0 0,1 10 0 0 0,0 6-102 0 0,-1 1 0 0 0,0-1 0 0 0,-2 1 1 0 0,-1-1-1 0 0,-5 24 0 0 0,0-13 154 0 0,-1 0 1 0 0,-1-1-1 0 0,-2 0 1 0 0,-1-1-1 0 0,-2 0 1 0 0,0-1-1 0 0,-2 0 1 0 0,-1-2-1 0 0,-24 30 1 0 0,30-42 399 0 0,15-18 136 0 0,15-24-228 0 0,0-8-379 0 0,-1-1 0 0 0,-2-1 0 0 0,-1 0 1 0 0,15-66-1 0 0,-26 81 12 0 0,0 0-1 0 0,-1 1 1 0 0,-2-1-1 0 0,0 0 1 0 0,-2 0-1 0 0,0 0 1 0 0,-2 0-1 0 0,0 0 1 0 0,-12-41-1 0 0,13 60 60 0 0,2 2 6 0 0,0 0 0 0 0,-1 0 0 0 0,0-1 0 0 0,1 1 0 0 0,-1 0-1 0 0,0 0 1 0 0,0 0 0 0 0,0 0 0 0 0,-1 0 0 0 0,1 0 0 0 0,0 0 0 0 0,-1 0-1 0 0,0 0 1 0 0,1 0 0 0 0,-1 1 0 0 0,-3-3 0 0 0,5 4-46 0 0,0 0 0 0 0,0 0 0 0 0,-1 1 0 0 0,1-1 0 0 0,0 0 1 0 0,0 0-1 0 0,0 1 0 0 0,-1-1 0 0 0,1 0 0 0 0,0 0 0 0 0,0 1 0 0 0,0-1 0 0 0,0 0 1 0 0,0 0-1 0 0,0 1 0 0 0,0-1 0 0 0,0 0 0 0 0,0 1 0 0 0,0-1 0 0 0,0 0 0 0 0,0 0 1 0 0,0 1-1 0 0,0-1 0 0 0,0 0 0 0 0,0 1 0 0 0,0-1 0 0 0,0 0 0 0 0,0 0 0 0 0,0 1 1 0 0,0-1-1 0 0,0 0 0 0 0,1 0 0 0 0,-1 1 0 0 0,0-1 0 0 0,0 0 0 0 0,0 0 0 0 0,0 1 0 0 0,1-1 1 0 0,-1 0-1 0 0,1 1 0 0 0,5 13 153 0 0,62 77-102 0 0,-6-10 5 0 0,-35-35-10 0 0,-2 1-1 0 0,-2 2 1 0 0,28 89-1 0 0,-17-45-10 0 0,-30-83-146 0 0,0 0 1 0 0,0 0 0 0 0,1 0-1 0 0,0 0 1 0 0,1-1 0 0 0,0 0-1 0 0,0 0 1 0 0,1 0-1 0 0,0-1 1 0 0,1 0 0 0 0,0-1-1 0 0,11 9 1 0 0,6-1-933 0 0</inkml:trace>
</inkml:ink>
</file>

<file path=ppt/ink/ink3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47.6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1 6913 0 0,'-6'15'8318'0'0,"7"-13"-7998"0"0,3 34 2599 0 0,-2-13-1457 0 0,0 28-980 0 0,3 1 0 0 0,2 0 1 0 0,23 89-1 0 0,-21-110-1058 0 0</inkml:trace>
</inkml:ink>
</file>

<file path=ppt/ink/ink3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48.1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119 0 5985 0 0,'-15'5'339'0'0,"3"-1"930"0"0,-1 0-1 0 0,1 0 1 0 0,0 1-1 0 0,0 1 0 0 0,0 0 1 0 0,-16 12-1 0 0,28-18-1213 0 0,0 0 1 0 0,0 0-1 0 0,0 0 0 0 0,-1 1 0 0 0,1-1 0 0 0,0 0 0 0 0,0 0 1 0 0,0 0-1 0 0,-1 0 0 0 0,1 1 0 0 0,0-1 0 0 0,0 0 1 0 0,0 0-1 0 0,0 0 0 0 0,0 1 0 0 0,0-1 0 0 0,-1 0 0 0 0,1 0 1 0 0,0 1-1 0 0,0-1 0 0 0,0 0 0 0 0,0 0 0 0 0,0 1 1 0 0,0-1-1 0 0,0 0 0 0 0,0 0 0 0 0,0 1 0 0 0,0-1 0 0 0,0 0 1 0 0,0 0-1 0 0,0 1 0 0 0,1-1 0 0 0,-1 0 0 0 0,0 0 0 0 0,0 0 1 0 0,0 1-1 0 0,0-1 0 0 0,11 6 1103 0 0,15 0-236 0 0,27-3-417 0 0,1-2-1 0 0,0-2 1 0 0,83-13-1 0 0,-11 1-934 0 0,-71 9-2081 0 0,-28 2-4215 0 0</inkml:trace>
</inkml:ink>
</file>

<file path=ppt/ink/ink3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48.3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65 0 5529 0 0,'-2'0'224'0'0,"0"0"1"0"0,0 0-1 0 0,0 0 0 0 0,0 1 1 0 0,0-1-1 0 0,-1 1 0 0 0,1-1 0 0 0,0 1 1 0 0,0-1-1 0 0,1 1 0 0 0,-1 0 0 0 0,0 0 1 0 0,0 0-1 0 0,0 0 0 0 0,0 0 0 0 0,1 1 1 0 0,-3 1-1 0 0,1 1 363 0 0,1-1 0 0 0,-1 1 0 0 0,1-1 0 0 0,0 1 0 0 0,0 0 0 0 0,0 0 0 0 0,-2 8 0 0 0,2 0 22 0 0,0 0 0 0 0,0 0 1 0 0,1 0-1 0 0,1 0 0 0 0,0 0 0 0 0,1 1 1 0 0,2 16-1 0 0,1 17 97 0 0,-3-24-509 0 0,4 93 61 0 0,19 115 1 0 0,-17-191-1123 0 0</inkml:trace>
</inkml:ink>
</file>

<file path=ppt/ink/ink3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48.9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65 4145 0 0,'0'-1'189'0'0,"0"0"-1"0"0,-1 0 1 0 0,1 0 0 0 0,0 0-1 0 0,0 1 1 0 0,0-1 0 0 0,0 0-1 0 0,0 0 1 0 0,0 0 0 0 0,1 0 0 0 0,-1 0-1 0 0,0 0 1 0 0,0 1 0 0 0,1-1-1 0 0,-1 0 1 0 0,0 0 0 0 0,1 0-1 0 0,-1 1 1 0 0,1-1 0 0 0,-1 0 0 0 0,1 1-1 0 0,-1-1 1 0 0,1 0 0 0 0,0 1-1 0 0,-1-1 1 0 0,2-1 0 0 0,18-17 3335 0 0,-16 17-3181 0 0,-1-1 0 0 0,1 1 1 0 0,0 0-1 0 0,-1 0 0 0 0,1 0 0 0 0,0 0 0 0 0,0 1 1 0 0,0-1-1 0 0,1 1 0 0 0,-1 0 0 0 0,0 1 0 0 0,0-1 1 0 0,1 1-1 0 0,-1-1 0 0 0,0 1 0 0 0,5 1 0 0 0,-4 0-179 0 0,-1 0 0 0 0,0 0-1 0 0,1 1 1 0 0,-1 0 0 0 0,0-1-1 0 0,0 1 1 0 0,0 1-1 0 0,0-1 1 0 0,0 1 0 0 0,-1-1-1 0 0,1 1 1 0 0,-1 0 0 0 0,4 4-1 0 0,1 3-109 0 0,0 0 1 0 0,-1 0-1 0 0,0 1 1 0 0,-1 0-1 0 0,0 1 0 0 0,0-1 1 0 0,-2 1-1 0 0,1 0 0 0 0,4 21 1 0 0,-6-15-54 0 0,-1 1 1 0 0,0 0-1 0 0,-1 1 1 0 0,-1-1 0 0 0,-1 0-1 0 0,-1 0 1 0 0,0 0-1 0 0,-2 0 1 0 0,0-1 0 0 0,-1 1-1 0 0,-1-1 1 0 0,0 0-1 0 0,-2 0 1 0 0,-18 32 0 0 0,22-45-305 0 0,3-7 35 0 0,5-17-180 0 0,10-28-210 0 0,47-130-758 0 0,-51 142 1484 0 0,-2-1-1 0 0,-1-1 0 0 0,1-39 0 0 0,-10 43 1078 0 0,2 32-1097 0 0,0 0 0 0 0,0 1 0 0 0,0-1 0 0 0,0 0 0 0 0,0 0 0 0 0,0 1 0 0 0,0-1 0 0 0,0 0 0 0 0,0 0 0 0 0,-1 0 0 0 0,1 1 0 0 0,0-1 0 0 0,0 0 0 0 0,-1 1 0 0 0,1-1 0 0 0,-1 0 0 0 0,1 1 0 0 0,0-1 0 0 0,-1 0 0 0 0,1 1 1 0 0,-1-1-1 0 0,0 1 0 0 0,1-1 0 0 0,-1 1 0 0 0,1-1 0 0 0,-1 1 0 0 0,0-1 0 0 0,1 1 0 0 0,-1-1 0 0 0,0 1 0 0 0,0 0 0 0 0,1 0 0 0 0,-1-1 0 0 0,0 1 0 0 0,0 0 0 0 0,-1 0 0 0 0,2 0-25 0 0,-1 1 0 0 0,1 0-1 0 0,-1-1 1 0 0,1 1 0 0 0,0 0-1 0 0,-1-1 1 0 0,1 1 0 0 0,0 0 0 0 0,-1-1-1 0 0,1 1 1 0 0,0 0 0 0 0,0 0-1 0 0,0-1 1 0 0,0 1 0 0 0,0 0-1 0 0,0 0 1 0 0,0-1 0 0 0,0 1-1 0 0,0 0 1 0 0,0 0 0 0 0,0-1 0 0 0,0 1-1 0 0,0 0 1 0 0,1 0 0 0 0,-1 0-1 0 0,6 21 50 0 0,0-6 26 0 0,9 30 5 0 0,2 0-1 0 0,3-2 1 0 0,29 53-1 0 0,-40-86-456 0 0,-1 0 0 0 0,2 0 0 0 0,-1 0 0 0 0,2-2 0 0 0,-1 1 0 0 0,23 14 0 0 0,-10-8-6962 0 0</inkml:trace>
</inkml:ink>
</file>

<file path=ppt/ink/ink3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49.3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64 1840 0 0,'-12'-19'5321'0'0,"12"18"-5094"0"0,9-12 5207 0 0,1 5-4742 0 0,-8 6-392 0 0,1 0 1 0 0,0-1-1 0 0,0 1 1 0 0,-1 1 0 0 0,1-1-1 0 0,0 0 1 0 0,1 1-1 0 0,-1-1 1 0 0,0 1 0 0 0,0 0-1 0 0,1 0 1 0 0,-1 0-1 0 0,0 0 1 0 0,1 1 0 0 0,-1 0-1 0 0,1-1 1 0 0,-1 1 0 0 0,1 0-1 0 0,-1 1 1 0 0,1-1-1 0 0,-1 1 1 0 0,1-1 0 0 0,-1 1-1 0 0,4 2 1 0 0,-3-1-223 0 0,1 1 1 0 0,-1-1-1 0 0,-1 1 0 0 0,1 0 1 0 0,0 1-1 0 0,-1-1 1 0 0,1 1-1 0 0,-1-1 1 0 0,0 1-1 0 0,-1 0 1 0 0,1 0-1 0 0,0 0 0 0 0,-1 0 1 0 0,0 1-1 0 0,0-1 1 0 0,2 9-1 0 0,-1 1-15 0 0,0-1 0 0 0,-1 1 0 0 0,-1 0 0 0 0,0 0 0 0 0,-1-1 1 0 0,0 1-1 0 0,-1 0 0 0 0,-1 0 0 0 0,-6 25 0 0 0,3-16 155 0 0,2 0 0 0 0,-1 28-1 0 0,4-50-195 0 0,-1 0 0 0 0,1 1 0 0 0,0-1 0 0 0,0 0-1 0 0,0 0 1 0 0,0 0 0 0 0,1 0 0 0 0,-1 0 0 0 0,0 0 0 0 0,0 0-1 0 0,1 1 1 0 0,-1-1 0 0 0,0 0 0 0 0,1 0 0 0 0,-1 0 0 0 0,1 0-1 0 0,0 0 1 0 0,-1-1 0 0 0,1 1 0 0 0,0 0 0 0 0,-1 0-1 0 0,1 0 1 0 0,0 0 0 0 0,0-1 0 0 0,0 1 0 0 0,1 1 0 0 0,0-2 1 0 0,-1 0 1 0 0,1 0-1 0 0,-1 0 1 0 0,1 0-1 0 0,0 0 1 0 0,-1 0 0 0 0,1 0-1 0 0,0 0 1 0 0,-1 0-1 0 0,1-1 1 0 0,0 1-1 0 0,-1-1 1 0 0,1 1 0 0 0,-1-1-1 0 0,3-1 1 0 0,6-3 8 0 0,-1-1 1 0 0,0 0 0 0 0,0-1-1 0 0,9-8 1 0 0,-3-1-63 0 0,0-1 1 0 0,-1 0-1 0 0,0 0 0 0 0,19-35 1 0 0,-2-5-2854 0 0</inkml:trace>
</inkml:ink>
</file>

<file path=ppt/ink/ink3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50.5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 57 11058 0 0,'-22'-8'2318'0'0,"22"7"-2268"0"0,0 1 0 0 0,0 0 0 0 0,0 0 1 0 0,0 0-1 0 0,1-4 1506 0 0,-1 4-1506 0 0,1 0 1 0 0,-1 0-1 0 0,34-9 3966 0 0,-23 6-4398 0 0,36-8 733 0 0,32-7-2042 0 0,-26 15-3264 0 0,-41 4 3364 0 0</inkml:trace>
</inkml:ink>
</file>

<file path=ppt/ink/ink3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50.7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27 5985 0 0,'-1'1'443'0'0,"1"-1"-388"0"0,0 0 0 0 0,0 0 1 0 0,0 0-1 0 0,0 0 0 0 0,0 0 1 0 0,0 1-1 0 0,0-1 0 0 0,0 0 1 0 0,0 0-1 0 0,0 0 0 0 0,0 0 0 0 0,0 0 1 0 0,0 1-1 0 0,0-1 0 0 0,0 0 1 0 0,0 0-1 0 0,0 0 0 0 0,0 0 1 0 0,0 1-1 0 0,0-1 0 0 0,0 0 1 0 0,1 2 718 0 0,-1-2-719 0 0,0 0 0 0 0,1 0 1 0 0,-1 0-1 0 0,0 0 0 0 0,12 4 1966 0 0,15-2 651 0 0,0-5-2785 0 0,0-1 1 0 0,30-9-1 0 0,8-2-1916 0 0,-42 11 1922 0 0</inkml:trace>
</inkml:ink>
</file>

<file path=ppt/ink/ink3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51.05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50 9 12899 0 0,'-2'-1'109'0'0,"-24"-7"3130"0"0,25 8-3115 0 0,0 0 0 0 0,0 0 0 0 0,0 0 0 0 0,1 0 0 0 0,-1 0 0 0 0,0 1 0 0 0,0-1 0 0 0,0 0 0 0 0,0 0 0 0 0,0 1 0 0 0,0-1 0 0 0,1 1 0 0 0,-1-1 0 0 0,0 0 0 0 0,0 1 0 0 0,0 0 0 0 0,1-1 0 0 0,-1 1 0 0 0,0-1 0 0 0,1 1 0 0 0,-1 0 0 0 0,0-1 0 0 0,1 1 0 0 0,-1 0 0 0 0,1 0 0 0 0,-1 0 0 0 0,1 0 0 0 0,0 0-327 0 0,0 0-1 0 0,0 0 1 0 0,0 0 0 0 0,0 0-1 0 0,1 0 1 0 0,-1-1 0 0 0,0 1 0 0 0,1 0-1 0 0,-1 0 1 0 0,0 0 0 0 0,1-1 0 0 0,-1 1-1 0 0,1 0 1 0 0,-1-1 0 0 0,1 1-1 0 0,0 0 1 0 0,-1-1 0 0 0,1 1 0 0 0,0-1-1 0 0,-1 1 1 0 0,1-1 0 0 0,0 1 0 0 0,0-1-1 0 0,-1 1 1 0 0,1-1 0 0 0,0 0-1 0 0,0 0 1 0 0,0 1 0 0 0,0-1 0 0 0,-1 0-1 0 0,1 0 1 0 0,2 0 0 0 0,1-2-445 0 0</inkml:trace>
</inkml:ink>
</file>

<file path=ppt/ink/ink3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51.4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0 128 7834 0 0,'27'-5'5552'0'0,"27"-12"-3061"0"0,-5 1-1278 0 0,85-14 385 0 0,-26 6-3197 0 0,-3-7-5649 0 0,-93 27 5673 0 0</inkml:trace>
</inkml:ink>
</file>

<file path=ppt/ink/ink3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51.9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82 4 3225 0 0,'-1'-1'254'0'0,"0"1"1"0"0,0-1 0 0 0,0 1-1 0 0,0 0 1 0 0,-1-1 0 0 0,1 1-1 0 0,0 0 1 0 0,0 0 0 0 0,0 0-1 0 0,0 0 1 0 0,-1 0 0 0 0,1 0-1 0 0,0 0 1 0 0,0 0 0 0 0,0 0-1 0 0,0 0 1 0 0,-1 1 0 0 0,1-1-1 0 0,0 1 1 0 0,0-1 0 0 0,0 1 0 0 0,0-1-1 0 0,0 1 1 0 0,-2 1 0 0 0,0 0 172 0 0,1 1 1 0 0,-1-1-1 0 0,1 1 0 0 0,-1 0 1 0 0,1 0-1 0 0,0 0 1 0 0,0 0-1 0 0,-2 5 1 0 0,-1 2 227 0 0,1 1 1 0 0,0 0-1 0 0,0 0 0 0 0,-2 19 1 0 0,3-15-423 0 0,2-1 1 0 0,0 1 0 0 0,0 0-1 0 0,1 0 1 0 0,1 0 0 0 0,1-1-1 0 0,6 28 1 0 0,-7-37-237 0 0,1-1 0 0 0,-1 1-1 0 0,1-1 1 0 0,0 0 0 0 0,1 0 0 0 0,-1 0-1 0 0,1 0 1 0 0,-1 0 0 0 0,1 0 0 0 0,0-1-1 0 0,1 1 1 0 0,-1-1 0 0 0,1 0 0 0 0,-1 0-1 0 0,1 0 1 0 0,0 0 0 0 0,0-1-1 0 0,0 0 1 0 0,0 0 0 0 0,1 0 0 0 0,-1 0-1 0 0,1 0 1 0 0,-1-1 0 0 0,1 0 0 0 0,-1 0-1 0 0,1 0 1 0 0,0-1 0 0 0,6 1 0 0 0,56-4-520 0 0,-44 0 329 0 0,40 3-1 0 0,-57 0 161 0 0,-1 1 0 0 0,1-1 0 0 0,0 1 0 0 0,-1 1 0 0 0,1-1 0 0 0,-1 1 1 0 0,0 0-1 0 0,1 0 0 0 0,-1 1 0 0 0,0-1 0 0 0,9 8 0 0 0,-12-9 13 0 0,1 1 1 0 0,-1 0 0 0 0,0 1-1 0 0,0-1 1 0 0,0 0 0 0 0,0 1 0 0 0,0-1-1 0 0,0 1 1 0 0,-1-1 0 0 0,1 1-1 0 0,-1 0 1 0 0,0 0 0 0 0,1 0-1 0 0,-1 0 1 0 0,-1 0 0 0 0,1 0 0 0 0,0 0-1 0 0,0 5 1 0 0,-2-3 42 0 0,1-1 0 0 0,-1 0 0 0 0,0 1 0 0 0,0-1 0 0 0,0 0 0 0 0,0 1 0 0 0,-1-1 0 0 0,1 0 0 0 0,-1 0 0 0 0,0 0 0 0 0,-5 6 0 0 0,-1 1 268 0 0,-1 0 1 0 0,0-1 0 0 0,-1-1-1 0 0,0 1 1 0 0,0-2 0 0 0,-1 1-1 0 0,-17 9 1 0 0,12-8 117 0 0,-1-1 1 0 0,-1 0-1 0 0,1-1 1 0 0,-1-1-1 0 0,-1-1 1 0 0,1-1 0 0 0,-1 0-1 0 0,-22 2 1 0 0,40-7-464 0 0,0 0 0 0 0,0 0 1 0 0,1 0-1 0 0,-1 0 1 0 0,0 0-1 0 0,0 0 1 0 0,0 0-1 0 0,1 0 1 0 0,-1 0-1 0 0,0 0 1 0 0,0 0-1 0 0,0 0 0 0 0,1-1 1 0 0,-1 1-1 0 0,0 0 1 0 0,0-1-1 0 0,1 1 1 0 0,-1-1-1 0 0,0 1 1 0 0,1 0-1 0 0,-1-1 0 0 0,0 1 1 0 0,1-1-1 0 0,-1 0 1 0 0,1 1-1 0 0,-1-1 1 0 0,1 0-1 0 0,-1 1 1 0 0,1-1-1 0 0,-1 0 0 0 0,1 0 1 0 0</inkml:trace>
</inkml:ink>
</file>

<file path=ppt/ink/ink3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57.0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8707 6449 0 0,'0'4'124'0'0,"0"1"0"0"0,0-1 0 0 0,1 1 0 0 0,0-1 1 0 0,0 1-1 0 0,0-1 0 0 0,0 1 0 0 0,1-1 0 0 0,0 0 0 0 0,0 0 0 0 0,0 0 0 0 0,0 0 0 0 0,0 0 0 0 0,1 0 0 0 0,0 0 0 0 0,0-1 0 0 0,0 0 0 0 0,0 1 0 0 0,1-1 0 0 0,-1 0 0 0 0,1-1 0 0 0,-1 1 0 0 0,9 4 0 0 0,-11-7 1 0 0,0 0 0 0 0,0 1 0 0 0,0-1 0 0 0,1 0 0 0 0,-1 0 0 0 0,0 1 0 0 0,0-1 0 0 0,0 0 0 0 0,0 0 0 0 0,1 0 0 0 0,-1-1 0 0 0,0 1 0 0 0,0 0 0 0 0,0 0-1 0 0,0-1 1 0 0,0 1 0 0 0,0 0 0 0 0,1-1 0 0 0,-1 1 0 0 0,0-1 0 0 0,0 0 0 0 0,0 1 0 0 0,-1-1 0 0 0,1 0 0 0 0,2-1 0 0 0,-1-1 86 0 0,0 1-1 0 0,0-1 1 0 0,0 0 0 0 0,-1 0-1 0 0,1 0 1 0 0,-1 0-1 0 0,0 0 1 0 0,0 0 0 0 0,1-5-1 0 0,2-8 429 0 0,-2 0-1 0 0,2-31 1 0 0,-4 44-580 0 0,-1-59 458 0 0,-8-64 0 0 0,-1-34 273 0 0,13 88-561 0 0,3 1 1 0 0,2 0-1 0 0,4 0 0 0 0,24-77 1 0 0,104-270 959 0 0,-124 375-1173 0 0,153-471-26 0 0,73-185 15 0 0,-132 458-41 0 0,-2 6-11 0 0,101-234 66 0 0,36 18-54 0 0,-159 310 89 0 0,230-335 191 0 0,171-100-191 0 0,49 31-70 0 0,14 71-603 0 0,-78 133 384 0 0,-29 81 304 0 0,-248 153-29 0 0,707-335-32 0 0,-690 344-20 0 0,529-219-72 0 0,-401 184 84 0 0,-142 54 0 0 0,82-38-63 0 0,69-26-26 0 0,152-26 79 0 0,-151 55 1012 0 0,30-9-1009 0 0,-268 93-1 0 0,215-27 0 0 0,-244 45 504 0 0,-99 10-983 0 0,-10 0 512 0 0,12 5-120 0 0,-1-1-1 0 0,1 0 1 0 0,-1 0-1 0 0,0-2 1 0 0,1 0-1 0 0,-1 0 0 0 0,0-1 1 0 0,1-1-1 0 0,-1-1 1 0 0,-19-6-1 0 0,-158-44 1299 0 0,189 52-1132 0 0,-4-1 70 0 0,-1 0-1 0 0,1 0 1 0 0,0 0-1 0 0,-14 0 1 0 0,30 3-138 0 0,0 1-1 0 0,0-1 1 0 0,-1 2 0 0 0,1-1 0 0 0,11 6 0 0 0,21 6-12 0 0,146 14-96 0 0,-121-21 36 0 0,69 17 0 0 0,-128-22 65 0 0,-5-2 9 0 0,0 0 0 0 0,1 1 0 0 0,-1-1 0 0 0,0 1 0 0 0,0-1 0 0 0,0 1 0 0 0,0 0 0 0 0,0 0 0 0 0,0 0 0 0 0,2 2 0 0 0,-10 4 779 0 0,-24 28-464 0 0,17-20-266 0 0,0-1 0 0 0,1 2 0 0 0,1 0 0 0 0,-14 27 1 0 0,-71 161-102 0 0,92-196 79 0 0,2-5-3 0 0,0 1 0 0 0,0-1 0 0 0,0 1 0 0 0,1-1 1 0 0,-1 1-1 0 0,1 0 0 0 0,0-1 0 0 0,0 1 0 0 0,1 0 0 0 0,-1 0 1 0 0,1 0-1 0 0,-1-1 0 0 0,2 7 0 0 0,4-9-416 0 0</inkml:trace>
</inkml:ink>
</file>

<file path=ppt/ink/ink3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58.5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16 2304 0 0,'20'-15'5894'0'0,"-19"15"-5663"0"0,0 1 1 0 0,0 0 0 0 0,-1-1 0 0 0,1 1-1 0 0,0 0 1 0 0,0 0 0 0 0,-1-1-1 0 0,1 1 1 0 0,0 0 0 0 0,-1 0 0 0 0,1 0-1 0 0,-1 0 1 0 0,1 0 0 0 0,-1 0-1 0 0,0 0 1 0 0,1 0 0 0 0,-1 0 0 0 0,0 0-1 0 0,1 1 1 0 0,4 25 1517 0 0,-4-19-1101 0 0,32 237 3695 0 0,-13-73-4183 0 0,-13-117-520 0 0,11 57-4281 0 0,-14-92-864 0 0</inkml:trace>
</inkml:ink>
</file>

<file path=ppt/ink/ink3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58.7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1 10594 0 0,'-1'53'2622'0'0,"-4"-2"-288"0"0,3-34-2731 0 0,1-1 0 0 0,0 1 0 0 0,2 29 0 0 0,4-33-460 0 0,-5-13 854 0 0,0 0 1 0 0,0 0 0 0 0,0 0-1 0 0,0 1 1 0 0,1-1 0 0 0,-1 0-1 0 0,0 0 1 0 0,0 0-1 0 0,0 0 1 0 0,0 0 0 0 0,0 0-1 0 0,1 1 1 0 0,-1-1 0 0 0,0 0-1 0 0,0 0 1 0 0,0 0 0 0 0,0 0-1 0 0,1 0 1 0 0,-1 0-1 0 0,0 0 1 0 0,0 0 0 0 0,0 0-1 0 0,0 0 1 0 0,1 0 0 0 0,-1 0-1 0 0,0 0 1 0 0,0 0-1 0 0,0 0 1 0 0,1 0 0 0 0,-1 0-1 0 0,0 0 1 0 0,0 0 0 0 0,0 0-1 0 0,0 0 1 0 0,1 0-1 0 0,-1 0 1 0 0,0-1 0 0 0,0 1-1 0 0,0 0 1 0 0,0 0 0 0 0,0 0-1 0 0,1 0 1 0 0,-1 0 0 0 0,0 0-1 0 0,0-1 1 0 0,0 1-1 0 0,0 0 1 0 0,0 0 0 0 0,0 0-1 0 0,0 0 1 0 0,1 0 0 0 0,-1-1-1 0 0,0 1 1 0 0,0 0-1 0 0,0 0 1 0 0,0 0 0 0 0,0-1-1 0 0,0 1 1 0 0,0 0 0 0 0,0 0-1 0 0,0 0 1 0 0,0 0 0 0 0,0-1-1 0 0,0 1 1 0 0,2-9-10 0 0</inkml:trace>
</inkml:ink>
</file>

<file path=ppt/ink/ink3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58.8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20 6449 0 0,'0'-7'577'0'0,"0"3"-465"0"0,1 1-112 0 0,1-1 688 0 0,-1 3-312 0 0,1 2 0 0 0,0 0-824 0 0,1 4-160 0 0,0 4-33 0 0,3 22-127 0 0,-4-11 768 0 0</inkml:trace>
</inkml:ink>
</file>

<file path=ppt/ink/ink3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59.2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 8754 0 0,'2'5'538'0'0,"-1"1"0"0"0,1 0 0 0 0,0-1 0 0 0,1 1 0 0 0,-1-1 0 0 0,1 0 0 0 0,0 0 0 0 0,0 0 0 0 0,1 0 0 0 0,7 8 0 0 0,10 18 985 0 0,-15-20-1216 0 0,-1 1-1 0 0,0 0 0 0 0,-1 0 0 0 0,5 24 0 0 0,-8-29-310 0 0,0 0 0 0 0,-1 1 0 0 0,1-1 0 0 0,-1 0 0 0 0,0 0-1 0 0,-1 0 1 0 0,0 0 0 0 0,0 0 0 0 0,0 0 0 0 0,-4 9 0 0 0,4-13-80 0 0,8-21-532 0 0,-1 1 0 0 0,0-1 0 0 0,4-22 1 0 0,-5 19 365 0 0,15-40 1 0 0,-15 50 335 0 0,0 1 0 0 0,1 0-1 0 0,0 0 1 0 0,13-16 0 0 0,-17 24 33 0 0,0-1 1 0 0,0 1-1 0 0,0 0 0 0 0,0-1 1 0 0,1 1-1 0 0,-1 0 0 0 0,1 0 1 0 0,-1 1-1 0 0,1-1 1 0 0,0 0-1 0 0,0 1 0 0 0,-1 0 1 0 0,1-1-1 0 0,0 1 0 0 0,0 0 1 0 0,0 1-1 0 0,0-1 0 0 0,1 0 1 0 0,-1 1-1 0 0,0 0 0 0 0,0 0 1 0 0,5 0-1 0 0,-6 1-55 0 0,0 0 1 0 0,0 0-1 0 0,0 0 0 0 0,0 0 0 0 0,0 1 1 0 0,0-1-1 0 0,0 0 0 0 0,0 1 0 0 0,-1 0 1 0 0,1-1-1 0 0,0 1 0 0 0,-1 0 1 0 0,0 0-1 0 0,1 0 0 0 0,-1 0 0 0 0,0 0 1 0 0,0 0-1 0 0,0 0 0 0 0,0 0 0 0 0,0 1 1 0 0,0 2-1 0 0,12 55-196 0 0,-12-48 6 0 0,4 11-612 0 0,0 2-229 0 0</inkml:trace>
</inkml:ink>
</file>

<file path=ppt/ink/ink3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5:59.5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70 252 9218 0 0,'35'-56'4782'0'0,"-24"40"-3624"0"0,-1 0 0 0 0,14-31 0 0 0,-21 41-1081 0 0,-1 1-1 0 0,-1-1 1 0 0,1 1 0 0 0,-1-1 0 0 0,0 0 0 0 0,0 1-1 0 0,-1-1 1 0 0,1 0 0 0 0,-1 0 0 0 0,-1 1 0 0 0,1-1 0 0 0,-1 0-1 0 0,-2-9 1 0 0,3 14-64 0 0,-1-1-1 0 0,1 1 1 0 0,0 0 0 0 0,-1-1-1 0 0,1 1 1 0 0,-1-1-1 0 0,0 1 1 0 0,1 0 0 0 0,-1 0-1 0 0,0-1 1 0 0,0 1-1 0 0,0 0 1 0 0,0 0 0 0 0,0 0-1 0 0,0 0 1 0 0,0 0-1 0 0,0 0 1 0 0,0 0 0 0 0,-1 0-1 0 0,1 1 1 0 0,0-1-1 0 0,-1 0 1 0 0,1 1 0 0 0,-2-1-1 0 0,0 0-8 0 0,1 1-1 0 0,-1 0 1 0 0,1 0-1 0 0,-1 1 1 0 0,1-1-1 0 0,0 0 1 0 0,-1 1-1 0 0,1 0 1 0 0,0-1-1 0 0,-1 1 1 0 0,1 0-1 0 0,0 0 1 0 0,-3 2-1 0 0,-3 2-7 0 0,0 0 0 0 0,0 1 0 0 0,1 0 0 0 0,0 0-1 0 0,0 1 1 0 0,-9 11 0 0 0,12-12 16 0 0,0 0-1 0 0,0 0 1 0 0,0 0-1 0 0,1 1 1 0 0,0 0-1 0 0,0 0 1 0 0,1 0-1 0 0,0 0 1 0 0,0 0-1 0 0,0 0 1 0 0,1 0-1 0 0,0 1 1 0 0,1-1-1 0 0,0 0 1 0 0,0 1-1 0 0,1 8 1 0 0,0-11 51 0 0,0 0 0 0 0,1 0 0 0 0,-1 0 0 0 0,1-1 0 0 0,0 1 0 0 0,0 0 0 0 0,1-1 0 0 0,-1 1 0 0 0,1-1-1 0 0,0 0 1 0 0,0 0 0 0 0,1 0 0 0 0,-1 0 0 0 0,1-1 0 0 0,0 1 0 0 0,0-1 0 0 0,0 0 0 0 0,0 0 0 0 0,1-1 0 0 0,-1 1 0 0 0,1-1 0 0 0,-1 0 0 0 0,10 3 0 0 0,-6-2-122 0 0,0-1 1 0 0,1-1-1 0 0,-1 1 1 0 0,16 0-1 0 0,14-5-5445 0 0,-10 0-856 0 0</inkml:trace>
</inkml:ink>
</file>

<file path=ppt/ink/ink3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00.48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90 369 11058 0 0,'0'0'853'0'0,"1"-5"-476"0"0,0 1 0 0 0,0 0 0 0 0,1 0 0 0 0,-1 0 1 0 0,1 0-1 0 0,0 0 0 0 0,1 1 0 0 0,3-6 0 0 0,2-5 499 0 0,-2 4-474 0 0,7-13-75 0 0,-1-1-1 0 0,-1 0 1 0 0,-1-1 0 0 0,9-33 0 0 0,-18 51-345 0 0,1 1 0 0 0,-1-1 1 0 0,-1 0-1 0 0,1 0 0 0 0,-1 0 0 0 0,-1 0 0 0 0,1 0 0 0 0,-1 1 0 0 0,-3-11 0 0 0,3 12 33 0 0,-1 1 1 0 0,0 0-1 0 0,0-1 0 0 0,0 1 1 0 0,-1 0-1 0 0,1 0 0 0 0,-1 0 0 0 0,0 1 1 0 0,0-1-1 0 0,0 1 0 0 0,-1 0 0 0 0,1-1 1 0 0,-1 1-1 0 0,0 1 0 0 0,-5-4 1 0 0,7 4 21 0 0,0 1 0 0 0,0 0 0 0 0,0 0 0 0 0,0 0 0 0 0,0 1 0 0 0,-1-1 0 0 0,1 0 0 0 0,0 1 0 0 0,0-1 0 0 0,0 1 0 0 0,-1 0 1 0 0,1 0-1 0 0,0 0 0 0 0,-1 0 0 0 0,1 0 0 0 0,0 0 0 0 0,0 1 0 0 0,0-1 0 0 0,-1 1 0 0 0,-1 0 0 0 0,0 1-25 0 0,1 0 0 0 0,-1 0-1 0 0,1 0 1 0 0,0 0 0 0 0,0 1-1 0 0,0 0 1 0 0,0-1 0 0 0,0 1 0 0 0,0 0-1 0 0,-3 6 1 0 0,-1 2-82 0 0,0 0 0 0 0,1 1 0 0 0,0-1 0 0 0,1 2 0 0 0,0-1 0 0 0,-2 13 0 0 0,4-15 83 0 0,1-1-1 0 0,1 1 1 0 0,0 0 0 0 0,0 0-1 0 0,1-1 1 0 0,0 1 0 0 0,1 0-1 0 0,0 0 1 0 0,1 0 0 0 0,-1-1-1 0 0,2 1 1 0 0,0-1 0 0 0,0 1-1 0 0,5 9 1 0 0,-6-14-5 0 0,1 0 1 0 0,0 0 0 0 0,0 0-1 0 0,1-1 1 0 0,-1 1-1 0 0,1-1 1 0 0,0 0 0 0 0,0 0-1 0 0,1 0 1 0 0,-1-1-1 0 0,1 1 1 0 0,0-1 0 0 0,0 0-1 0 0,0-1 1 0 0,0 1-1 0 0,0-1 1 0 0,1 0 0 0 0,-1 0-1 0 0,1 0 1 0 0,-1-1-1 0 0,1 0 1 0 0,-1 0 0 0 0,1 0-1 0 0,0-1 1 0 0,7 0-1 0 0,-3-1-360 0 0,1 0-1 0 0,0-1 0 0 0,-1 0 0 0 0,1 0 1 0 0,17-7-1 0 0,0-3-1281 0 0</inkml:trace>
</inkml:ink>
</file>

<file path=ppt/ink/ink3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00.9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111 5 3225 0 0,'17'-4'3937'0'0,"-27"27"1726"0"0,2-8-5768 0 0,-26 56 1498 0 0,-36 115 0 0 0,69-183-1399 0 0,-3 14 178 0 0,6-16-58 0 0,6-10-81 0 0,39-64-261 0 0,-39 58 273 0 0,1 0 0 0 0,0 0 0 0 0,1 1 0 0 0,0 1 0 0 0,1-1 0 0 0,19-16 0 0 0,-28 29-5 0 0,-1-1 0 0 0,1 1 1 0 0,-1-1-1 0 0,1 1 0 0 0,0 0 0 0 0,0-1 0 0 0,0 1 0 0 0,0 0 1 0 0,0 0-1 0 0,0 1 0 0 0,0-1 0 0 0,0 0 0 0 0,0 1 0 0 0,1-1 1 0 0,-1 1-1 0 0,0-1 0 0 0,0 1 0 0 0,0 0 0 0 0,1 0 0 0 0,-1 0 0 0 0,0 1 1 0 0,0-1-1 0 0,0 0 0 0 0,1 1 0 0 0,-1-1 0 0 0,0 1 0 0 0,0 0 1 0 0,0 0-1 0 0,0 0 0 0 0,0 0 0 0 0,0 0 0 0 0,0 0 0 0 0,0 0 1 0 0,-1 1-1 0 0,1-1 0 0 0,0 1 0 0 0,-1-1 0 0 0,1 1 0 0 0,-1 0 1 0 0,3 3-1 0 0,4 7 345 0 0,-1 1-1 0 0,0 1 1 0 0,0 0 0 0 0,-1 0 0 0 0,4 15 0 0 0,1 1-107 0 0,-5-16-278 0 0,15 35 0 0 0,-19-46 0 0 0,-1 0 0 0 0,1 0 0 0 0,0 0 0 0 0,0 0 0 0 0,1 0 0 0 0,-1-1 0 0 0,1 1 0 0 0,-1 0 0 0 0,1-1 0 0 0,0 0 0 0 0,3 2 0 0 0,-5-4 16 0 0,-1 0 0 0 0,1 0 0 0 0,0 0 0 0 0,-1 0 0 0 0,1 0 0 0 0,-1 0 0 0 0,1-1 0 0 0,0 1 0 0 0,-1 0 0 0 0,1-1 0 0 0,-1 1 0 0 0,1 0 0 0 0,-1-1 0 0 0,1 1 0 0 0,-1 0 0 0 0,1-1 0 0 0,-1 1 0 0 0,1-1 0 0 0,-1 1 0 0 0,0-1 0 0 0,1 1 0 0 0,-1-1 0 0 0,0 0 0 0 0,1 1 0 0 0,-1-1 0 0 0,0 1 0 0 0,0-1 0 0 0,0 0 0 0 0,1 1 0 0 0,-1-1 0 0 0,0 1 0 0 0,0-1 0 0 0,0 0 0 0 0,0-1 0 0 0,6-26 740 0 0,-6 26-713 0 0,9-74 630 0 0,5-28-729 0 0,5 38-2805 0 0,-8 42-4159 0 0</inkml:trace>
</inkml:ink>
</file>

<file path=ppt/ink/ink3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01.3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0 8290 0 0,'-3'4'5415'0'0,"3"-3"-5322"0"0,4 13 1921 0 0,7 15-464 0 0,-4-19-1186 0 0,-1-1-1 0 0,2 1 1 0 0,-1-1-1 0 0,1 0 0 0 0,0-1 1 0 0,15 12-1 0 0,-19-17-390 0 0,0 0 1 0 0,0 0-1 0 0,0 0 0 0 0,0 0 1 0 0,1-1-1 0 0,-1 1 0 0 0,1-1 0 0 0,0 0 1 0 0,0-1-1 0 0,0 1 0 0 0,0-1 1 0 0,0 0-1 0 0,0 0 0 0 0,0-1 1 0 0,0 1-1 0 0,0-1 0 0 0,7-1 0 0 0,-9 1-45 0 0,0-1 0 0 0,1 0-1 0 0,-1-1 1 0 0,0 1 0 0 0,0-1-1 0 0,0 1 1 0 0,0-1-1 0 0,0 0 1 0 0,0 0 0 0 0,-1 0-1 0 0,1 0 1 0 0,0-1 0 0 0,-1 1-1 0 0,3-4 1 0 0,1-3-398 0 0,0 0-1 0 0,0-1 1 0 0,4-11 0 0 0,-6 12 206 0 0,1 0 0 0 0,-1 0 0 0 0,12-13 0 0 0,-16 21 301 0 0,1 0-1 0 0,-1 1 1 0 0,1-1-1 0 0,0 1 1 0 0,-1 0-1 0 0,1-1 1 0 0,-1 1-1 0 0,1-1 1 0 0,0 1-1 0 0,-1 0 1 0 0,1-1-1 0 0,0 1 1 0 0,-1 0-1 0 0,1 0 1 0 0,0 0-1 0 0,0-1 1 0 0,-1 1-1 0 0,1 0 1 0 0,0 0-1 0 0,0 0 1 0 0,-1 0-1 0 0,1 0 1 0 0,0 0-1 0 0,-1 1 1 0 0,1-1-1 0 0,0 0 1 0 0,0 0-1 0 0,-1 0 1 0 0,1 1-1 0 0,0-1 1 0 0,-1 0-1 0 0,1 1 1 0 0,0-1-1 0 0,-1 1 1 0 0,1-1-1 0 0,-1 0 1 0 0,1 1-1 0 0,-1-1 1 0 0,1 1-1 0 0,-1 0 1 0 0,1-1-1 0 0,-1 1 1 0 0,1-1-1 0 0,0 2 1 0 0,23 38 2619 0 0,-14-22-1994 0 0,10 5-2119 0 0</inkml:trace>
</inkml:ink>
</file>

<file path=ppt/ink/ink3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01.9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54 48 2761 0 0,'-1'-1'449'0'0,"1"-1"1"0"0,0 1 0 0 0,0 0 0 0 0,1-1-1 0 0,-1 1 1 0 0,0 0 0 0 0,0-1 0 0 0,1 1 0 0 0,-1 0-1 0 0,0-1 1 0 0,1 1 0 0 0,-1 0 0 0 0,1 0 0 0 0,0-1-1 0 0,-1 1 1 0 0,1 0 0 0 0,0 0 0 0 0,1-1 449 0 0,0 0-449 0 0,-1 2-165 0 0,-1-1 1 0 0,1 1-1 0 0,0 0 0 0 0,0 0 1 0 0,-1-1-1 0 0,1 1 1 0 0,0 0-1 0 0,0 0 0 0 0,0 0 1 0 0,0 0-1 0 0,-1 0 0 0 0,1 0 1 0 0,0 0-1 0 0,0 1 1 0 0,-1-1-1 0 0,1 0 0 0 0,0 0 1 0 0,7 6 3138 0 0,-7-5-3139 0 0,12 2 635 0 0,-13-3-905 0 0,0 1-1 0 0,0-1 0 0 0,1 0 1 0 0,-1 0-1 0 0,0 0 0 0 0,0 0 0 0 0,0 0 1 0 0,0 0-1 0 0,0 0 0 0 0,0 0 1 0 0,1 0-1 0 0,-1 1 0 0 0,0-1 1 0 0,0 0-1 0 0,0 0 0 0 0,0 0 1 0 0,0 0-1 0 0,1 0 0 0 0,-1 0 1 0 0,0 0-1 0 0,0 0 0 0 0,0 0 1 0 0,0 0-1 0 0,1 0 0 0 0,-1 0 0 0 0,0 0 1 0 0,0 0-1 0 0,0 0 0 0 0,0 0 1 0 0,0-1-1 0 0,1 1 0 0 0,-1 0 1 0 0,0 0-1 0 0,0 0 0 0 0,0 0 1 0 0,0 0-1 0 0,0 0 0 0 0,0 0 1 0 0,1 0-1 0 0,-1 0 0 0 0,0-1 1 0 0,0 1-1 0 0,0 0 0 0 0,0 0 0 0 0,0 0 1 0 0,0 0-1 0 0,0 0 0 0 0,0 0 1 0 0,0-1-1 0 0,0 1 0 0 0,0 0 1 0 0,0 0-1 0 0,1 0 0 0 0,-1 0 1 0 0,0-1-1 0 0,0 1 0 0 0,0 0 1 0 0,0 0-1 0 0,0 0 0 0 0,0 0 1 0 0,-1 0-1 0 0,1-1 0 0 0,-9-9 26 0 0,8 8-46 0 0,0 1 0 0 0,-1-1 0 0 0,1 1 0 0 0,-1-1 0 0 0,1 1 0 0 0,-1 0 0 0 0,1-1 0 0 0,-1 1 0 0 0,0 0 0 0 0,-1-1 0 0 0,2 2 0 0 0,-1 0 0 0 0,1 0 1 0 0,0 0-1 0 0,0 0 0 0 0,0 0 0 0 0,0 0 1 0 0,0 0-1 0 0,0 0 0 0 0,0 1 0 0 0,0-1 1 0 0,0 0-1 0 0,0 1 0 0 0,0-1 0 0 0,0 1 1 0 0,0-1-1 0 0,1 1 0 0 0,-1-1 1 0 0,0 1-1 0 0,0 0 0 0 0,0-1 0 0 0,1 1 1 0 0,-1 0-1 0 0,0 0 0 0 0,1 0 0 0 0,-1-1 1 0 0,0 3-1 0 0,-7 7-18 0 0,1 0 0 0 0,0 0-1 0 0,1 1 1 0 0,-8 17 0 0 0,12-24-13 0 0,1 1 1 0 0,-1-1-1 0 0,0 0 1 0 0,1 1-1 0 0,0-1 1 0 0,0 1-1 0 0,1-1 1 0 0,-1 1-1 0 0,1-1 1 0 0,0 1-1 0 0,0 0 1 0 0,0-1-1 0 0,1 1 0 0 0,-1-1 1 0 0,3 7-1 0 0,-3-10-3 0 0,0 0 0 0 0,1 0 0 0 0,-1 0 0 0 0,1 0 0 0 0,-1 0 0 0 0,1 0 0 0 0,-1 0 0 0 0,1 0 0 0 0,0 0 0 0 0,-1 0 0 0 0,1 0 0 0 0,0 0 0 0 0,0-1-1 0 0,0 1 1 0 0,0 0 0 0 0,0-1 0 0 0,0 1 0 0 0,0 0 0 0 0,0-1 0 0 0,0 1 0 0 0,0-1 0 0 0,0 1 0 0 0,0-1 0 0 0,0 0 0 0 0,0 0 0 0 0,0 1 0 0 0,0-1 0 0 0,0 0 0 0 0,1 0-1 0 0,-1 0 1 0 0,0 0 0 0 0,0 0 0 0 0,0 0 0 0 0,0 0 0 0 0,0-1 0 0 0,1 1 0 0 0,-1 0 0 0 0,0-1 0 0 0,0 1 0 0 0,0-1 0 0 0,0 1 0 0 0,0-1 0 0 0,0 1 0 0 0,0-1 0 0 0,0 0-1 0 0,-1 1 1 0 0,1-1 0 0 0,1-1 0 0 0,3-2-14 0 0,-1 0 0 0 0,1-1 0 0 0,-1 1 0 0 0,0-1-1 0 0,0 0 1 0 0,-1 0 0 0 0,5-7 0 0 0,7-30-55 0 0,-12 33 301 0 0,0 0 1 0 0,0 1-1 0 0,1-1 1 0 0,6-9-1 0 0,-8 22-48 0 0,1 1 0 0 0,-1-1 0 0 0,0 1 0 0 0,0-1 1 0 0,0 1-1 0 0,0 6 0 0 0,0-6-362 0 0,0 1-1 0 0,0-1 1 0 0,0 1 0 0 0,0-1 0 0 0,1 0 0 0 0,0 0 0 0 0,0 0 0 0 0,0 0 0 0 0,1 0 0 0 0,0-1 0 0 0,0 1 0 0 0,0-1 0 0 0,0 0 0 0 0,0-1-1 0 0,9 7 1 0 0,-5-7-135 0 0,-1 1 0 0 0,1-1 0 0 0,0 0-1 0 0,0-1 1 0 0,0 0 0 0 0,0 0 0 0 0,1-1-1 0 0,-1 0 1 0 0,0 0 0 0 0,12-1 0 0 0,4 0 342 0 0</inkml:trace>
</inkml:ink>
</file>

<file path=ppt/ink/ink3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02.2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 60 3209 0 0,'-9'-26'-106'0'0,"-3"-8"7649"0"0,40 155 2010 0 0,-1-4-6044 0 0,5 0-3620 0 0,-20-83-802 0 0,0 0 0 0 0,2-1 1 0 0,2 0-1 0 0,31 49 0 0 0,-26-60-3119 0 0,-12-16 1962 0 0</inkml:trace>
</inkml:ink>
</file>

<file path=ppt/ink/ink3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02.4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1 202 4233 0 0,'1'-3'31'0'0,"1"1"-1"0"0,0-1 1 0 0,0 0 0 0 0,-1 1 0 0 0,2 0-1 0 0,-1-1 1 0 0,0 1 0 0 0,0 0 0 0 0,1 0-1 0 0,-1 0 1 0 0,1 0 0 0 0,0 0 0 0 0,4-1 0 0 0,3-5 43 0 0,26-18 913 0 0,1 1 0 0 0,60-31-1 0 0,-78 47-233 0 0,0 0 1 0 0,1 2-1 0 0,0 0 0 0 0,0 1 0 0 0,0 1 1 0 0,1 1-1 0 0,32-3 0 0 0,-47 7-450 0 0,0 0-1 0 0,1 1 0 0 0,-1 0 0 0 0,0 0 1 0 0,0 0-1 0 0,0 0 0 0 0,-1 1 1 0 0,1 0-1 0 0,0 0 0 0 0,0 1 1 0 0,-1 0-1 0 0,0 0 0 0 0,1 0 1 0 0,-1 0-1 0 0,0 1 0 0 0,-1 0 0 0 0,1 0 1 0 0,-1 0-1 0 0,0 1 0 0 0,0-1 1 0 0,0 1-1 0 0,0 0 0 0 0,-1 0 1 0 0,0 1-1 0 0,0-1 0 0 0,4 9 1 0 0,3 13-136 0 0,-1 0 0 0 0,-1 1 0 0 0,-1 0 0 0 0,5 39 0 0 0,-9-48-223 0 0,4 34-96 0 0,5 21-3787 0 0</inkml:trace>
</inkml:ink>
</file>

<file path=ppt/ink/ink3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02.6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13 11058 0 0,'-7'-5'488'0'0,"4"2"105"0"0,2 2-473 0 0,-1-1-120 0 0,2 1 0 0 0,-1 2 144 0 0,1 1 8 0 0,0 2 0 0 0,1 3 0 0 0,1 1-792 0 0,9 13-993 0 0,-3-8 793 0 0,5-1 720 0 0,1 1 120 0 0</inkml:trace>
</inkml:ink>
</file>

<file path=ppt/ink/ink3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03.1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37 105 10594 0 0,'-6'9'305'0'0,"1"0"-1"0"0,1 1 1 0 0,0 0-1 0 0,0 0 1 0 0,0 0-1 0 0,2 1 1 0 0,-1-1 0 0 0,1 1-1 0 0,1 0 1 0 0,0-1-1 0 0,0 1 1 0 0,1 0-1 0 0,0 0 1 0 0,1-1-1 0 0,1 1 1 0 0,2 13-1 0 0,-7-18-1727 0 0,6-11-589 0 0,2 1 278 0 0,14-11 739 0 0,-2 0 0 0 0,0-1 0 0 0,-1-1 0 0 0,0-1 0 0 0,21-32 0 0 0,-26 32 1653 0 0,17-35 0 0 0,-24 43 120 0 0,1-1 0 0 0,1 1-1 0 0,0 0 1 0 0,0 0 0 0 0,1 1 0 0 0,0-1 0 0 0,9-7 0 0 0,-15 16-722 0 0,-1 1 1 0 0,0 0 0 0 0,0 0 0 0 0,0 0 0 0 0,1 0 0 0 0,-1 0-1 0 0,0 0 1 0 0,0 0 0 0 0,0 0 0 0 0,1 0 0 0 0,-1 0-1 0 0,0 0 1 0 0,0 0 0 0 0,1 0 0 0 0,-1 0 0 0 0,0 0 0 0 0,0 0-1 0 0,1 0 1 0 0,-1 0 0 0 0,0 0 0 0 0,0 0 0 0 0,0 0 0 0 0,1 0-1 0 0,-1 0 1 0 0,0 0 0 0 0,0 0 0 0 0,0 0 0 0 0,1 1-1 0 0,-1-1 1 0 0,0 0 0 0 0,0 0 0 0 0,0 0 0 0 0,1 0 0 0 0,-1 1-1 0 0,0-1 1 0 0,0 0 0 0 0,0 0 0 0 0,0 0 0 0 0,0 1 0 0 0,1-1-1 0 0,5 15 1253 0 0,0 13-2 0 0,-6-27-1302 0 0,0 0 1 0 0,0 0-1 0 0,0 0 1 0 0,0 0-1 0 0,0 0 0 0 0,0 0 1 0 0,1 0-1 0 0,-1 0 1 0 0,0 0-1 0 0,1 0 1 0 0,-1 0-1 0 0,1 0 1 0 0,-1 0-1 0 0,1 0 1 0 0,-1 0-1 0 0,1 0 1 0 0,0-1-1 0 0,-1 1 1 0 0,1 0-1 0 0,0-1 1 0 0,0 1-1 0 0,-1 0 1 0 0,1-1-1 0 0,0 1 0 0 0,0-1 1 0 0,0 1-1 0 0,0-1 1 0 0,0 1-1 0 0,0-1 1 0 0,0 0-1 0 0,0 1 1 0 0,0-1-1 0 0,0 0 1 0 0,0 0-1 0 0,2 0 1 0 0,13-9-2489 0 0</inkml:trace>
</inkml:ink>
</file>

<file path=ppt/ink/ink3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04.0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75 68 6409 0 0,'-2'1'11979'0'0,"-14"6"-11984"0"0,14-4 58 0 0,-1 1-1 0 0,1-1 1 0 0,0 1 0 0 0,0-1 0 0 0,0 1 0 0 0,0 0 0 0 0,1 0 0 0 0,-1 0 0 0 0,1 0 0 0 0,0 0 0 0 0,0 0 0 0 0,0 4 0 0 0,-2 8 339 0 0,1-12-298 0 0,-5 20 345 0 0,0 1 0 0 0,2 0 0 0 0,-5 48 0 0 0,9-67-430 0 0,2 1 1 0 0,-1 0-1 0 0,1 0 1 0 0,0 0-1 0 0,0 0 1 0 0,0-1-1 0 0,1 1 1 0 0,4 10-1 0 0,-4-14-42 0 0,0 1-1 0 0,0-1 0 0 0,0 1 1 0 0,1-1-1 0 0,-1 0 0 0 0,1 0 0 0 0,0 0 1 0 0,0 0-1 0 0,0-1 0 0 0,0 1 1 0 0,0-1-1 0 0,1 0 0 0 0,-1 1 1 0 0,1-2-1 0 0,6 4 0 0 0,-7-4 4 0 0,0 0 1 0 0,0 0-1 0 0,1-1 0 0 0,-1 1 1 0 0,0-1-1 0 0,0 0 0 0 0,0 0 1 0 0,0 0-1 0 0,0 0 0 0 0,0 0 1 0 0,1-1-1 0 0,-1 1 0 0 0,0-1 0 0 0,0 0 1 0 0,0 0-1 0 0,0 0 0 0 0,0-1 1 0 0,-1 1-1 0 0,1-1 0 0 0,0 1 1 0 0,-1-1-1 0 0,1 0 0 0 0,-1 0 1 0 0,1 0-1 0 0,-1 0 0 0 0,0 0 0 0 0,0-1 1 0 0,0 1-1 0 0,0-1 0 0 0,0 1 1 0 0,-1-1-1 0 0,1 0 0 0 0,-1 0 1 0 0,0 0-1 0 0,1 0 0 0 0,-1 0 1 0 0,-1 0-1 0 0,1 0 0 0 0,0 0 0 0 0,-1 0 1 0 0,1 0-1 0 0,-1 0 0 0 0,0 0 1 0 0,0 0-1 0 0,0-1 0 0 0,-1 1 1 0 0,1 0-1 0 0,-2-5 0 0 0,-28-85-627 0 0,23 75 486 0 0,0-1 1 0 0,1 1-1 0 0,1-1 1 0 0,0-1 0 0 0,2 1-1 0 0,0 0 1 0 0,1-25 0 0 0,2 42 172 0 0,0-1 0 0 0,0 1 0 0 0,1 0 0 0 0,-1 0-1 0 0,1 0 1 0 0,-1 0 0 0 0,1 0 0 0 0,0-1 0 0 0,0 1 0 0 0,0 0 0 0 0,0 1 0 0 0,0-1 0 0 0,1 0 0 0 0,-1 0 0 0 0,0 0 0 0 0,1 1 0 0 0,-1-1 0 0 0,1 1 0 0 0,0-1 0 0 0,0 1 0 0 0,2-2 0 0 0,0 1 10 0 0,1 0-1 0 0,-1 0 1 0 0,1 1 0 0 0,-1-1 0 0 0,1 1 0 0 0,0 0-1 0 0,-1 0 1 0 0,1 1 0 0 0,8-1 0 0 0,-2 1 8 0 0,1 1 0 0 0,-1 0-1 0 0,0 1 1 0 0,0 0 0 0 0,0 0 0 0 0,0 1 0 0 0,0 1 0 0 0,11 5 0 0 0,-16-6 31 0 0,-1 0 0 0 0,0 0 0 0 0,0 0 0 0 0,0 1 0 0 0,0 0 0 0 0,-1 0 0 0 0,0 0-1 0 0,1 0 1 0 0,-1 1 0 0 0,-1 0 0 0 0,1 0 0 0 0,-1 0 0 0 0,5 10 0 0 0,-2-1 100 0 0,-2 0 0 0 0,0 1-1 0 0,-1-1 1 0 0,2 22 0 0 0,-5-35-143 0 0,0 1-1 0 0,1 0 1 0 0,-1-1 0 0 0,0 1 0 0 0,0 0 0 0 0,1-1 0 0 0,-1 1-1 0 0,1-1 1 0 0,-1 1 0 0 0,1-1 0 0 0,0 1 0 0 0,0-1 0 0 0,-1 1-1 0 0,1-1 1 0 0,0 0 0 0 0,0 1 0 0 0,1-1 0 0 0,0 2 0 0 0,-1-3-32 0 0,1 0 1 0 0,-1 0 0 0 0,0 0-1 0 0,0-1 1 0 0,0 1-1 0 0,0 0 1 0 0,1 0 0 0 0,-1-1-1 0 0,0 1 1 0 0,0-1 0 0 0,0 1-1 0 0,0-1 1 0 0,0 1-1 0 0,0-1 1 0 0,0 1 0 0 0,0-1-1 0 0,0 0 1 0 0,0 0 0 0 0,-1 1-1 0 0,1-1 1 0 0,0 0-1 0 0,0 0 1 0 0,-1 0 0 0 0,1 0-1 0 0,0-2 1 0 0,44-58-861 0 0,-34 45 948 0 0,0 0 1 0 0,1 0 0 0 0,1 1-1 0 0,0 1 1 0 0,16-14 0 0 0,-28 28-4 0 0,-1 0 1 0 0,1-1-1 0 0,-1 1 0 0 0,1-1 0 0 0,-1 1 1 0 0,1 0-1 0 0,-1-1 0 0 0,1 1 1 0 0,0 0-1 0 0,-1 0 0 0 0,1-1 1 0 0,-1 1-1 0 0,1 0 0 0 0,0 0 1 0 0,-1 0-1 0 0,1 0 0 0 0,0 0 0 0 0,-1 0 1 0 0,1 0-1 0 0,0 0 0 0 0,-1 0 1 0 0,1 0-1 0 0,-1 0 0 0 0,1 1 1 0 0,0-1-1 0 0,-1 0 0 0 0,1 0 1 0 0,-1 1-1 0 0,1-1 0 0 0,0 0 0 0 0,-1 1 1 0 0,1-1-1 0 0,-1 0 0 0 0,1 1 1 0 0,-1-1-1 0 0,1 1 0 0 0,-1-1 1 0 0,0 1-1 0 0,1-1 0 0 0,-1 1 1 0 0,1-1-1 0 0,-1 1 0 0 0,0-1 0 0 0,0 1 1 0 0,1 0-1 0 0,-1-1 0 0 0,0 1 1 0 0,0-1-1 0 0,0 1 0 0 0,1 1 1 0 0,9 44 1421 0 0,-7-25-891 0 0,0-12-793 0 0,0 0-1 0 0,0-1 0 0 0,1 1 1 0 0,0-1-1 0 0,0 0 0 0 0,1 0 0 0 0,9 12 1 0 0,-2-6-740 0 0</inkml:trace>
</inkml:ink>
</file>

<file path=ppt/ink/ink3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04.2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1 10594 0 0,'-3'5'472'0'0,"0"-1"96"0"0,2 2-455 0 0,1-3-113 0 0,0 0 0 0 0,0-2 0 0 0,1 2 0 0 0,1 0 0 0 0,-1 1 0 0 0</inkml:trace>
</inkml:ink>
</file>

<file path=ppt/ink/ink3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05.8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11 137 6913 0 0,'-3'-54'3192'0'0,"2"39"-827"0"0,1-1 1 0 0,-2 1-1 0 0,-2-21 1555 0 0,4 36-3878 0 0,0 0 0 0 0,0 0 0 0 0,0 0 0 0 0,0 0 0 0 0,0 0 0 0 0,1 0 0 0 0,-1 0 0 0 0,0 0 0 0 0,0 0 0 0 0,0 0 0 0 0,0 0 0 0 0,0 0 0 0 0,0 0 0 0 0,0 0 0 0 0,1 0 0 0 0,-1 0 0 0 0,0 0 0 0 0,0 0 0 0 0,10 4 589 0 0,9 9-512 0 0,-13 1-89 0 0,1 0 1 0 0,-2 0-1 0 0,0 0 0 0 0,0 1 1 0 0,-1 0-1 0 0,-1 0 0 0 0,2 27 1 0 0,2 7 6 0 0,18 65-37 0 0,80 218 0 0 0,-97-310-10 0 0,3 9 18 0 0,2 0 0 0 0,28 49-1 0 0,-36-71-18 0 0,1-1 0 0 0,-1 0 0 0 0,2-1-1 0 0,-1 1 1 0 0,1-1 0 0 0,1 0 0 0 0,-1-1-1 0 0,1 0 1 0 0,0 0 0 0 0,0 0 0 0 0,1-1-1 0 0,-1 0 1 0 0,16 5 0 0 0,-22-9 11 0 0,-1-1 0 0 0,1 1 0 0 0,0-1 0 0 0,-1 1 0 0 0,1-1 0 0 0,0 0 0 0 0,-1 1 0 0 0,1-1 0 0 0,0 0 0 0 0,0 0 0 0 0,-1 0 0 0 0,1-1 0 0 0,0 1 0 0 0,0 0 0 0 0,-1-1 0 0 0,1 1 0 0 0,0-1 0 0 0,-1 1 0 0 0,1-1 0 0 0,-1 0 0 0 0,1 0 0 0 0,1-1 0 0 0,-1 0 8 0 0,1 0-1 0 0,-2 0 1 0 0,1-1-1 0 0,0 1 1 0 0,0 0-1 0 0,-1-1 1 0 0,1 0 0 0 0,-1 1-1 0 0,0-1 1 0 0,1 0-1 0 0,0-5 1 0 0,1-4 55 0 0,-1-1 0 0 0,0 1-1 0 0,-1 0 1 0 0,-1-25 0 0 0,-4-9 83 0 0,-2 0 0 0 0,-15-53 0 0 0,19 92-167 0 0,-1 0 0 0 0,0 0-1 0 0,-1 0 1 0 0,0 0 0 0 0,0 1 0 0 0,0-1 0 0 0,-1 1 0 0 0,0 0 0 0 0,0 0 0 0 0,0 1 0 0 0,-1 0 0 0 0,0 0 0 0 0,0 0-1 0 0,0 0 1 0 0,0 1 0 0 0,-1 0 0 0 0,0 0 0 0 0,0 1 0 0 0,0 0 0 0 0,0 0 0 0 0,-1 1 0 0 0,1 0 0 0 0,-1 0 0 0 0,1 1 0 0 0,-1 0-1 0 0,1 0 1 0 0,-1 0 0 0 0,0 1 0 0 0,0 1 0 0 0,1-1 0 0 0,-10 3 0 0 0,16-3-149 0 0,0 0 0 0 0,0 0 0 0 0,0 1 0 0 0,0-1 0 0 0,0 1 0 0 0,0-1 0 0 0,0 1 0 0 0,0-1 0 0 0,1 1 0 0 0,-1-1 0 0 0,0 1 0 0 0,0 0 1 0 0,0-1-1 0 0,1 1 0 0 0,-2 1 0 0 0</inkml:trace>
</inkml:ink>
</file>

<file path=ppt/ink/ink3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06.2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53 38 10594 0 0,'-6'2'736'0'0,"-1"0"-51"0"0,-1 1 0 0 0,1-1 0 0 0,-1-1 0 0 0,-9 2 0 0 0,30-10 2666 0 0,10-6-3496 0 0,11-1 384 0 0,20 0-5150 0 0,-48 13 4326 0 0,0 0 0 0 0,0 0 0 0 0,0 1 0 0 0,0 0-1 0 0,0 1 1 0 0,0-1 0 0 0,0 1 0 0 0,0 0 0 0 0,0 1 0 0 0,0-1 0 0 0,0 1-1 0 0,0 0 1 0 0,5 3 0 0 0,-1 1 585 0 0</inkml:trace>
</inkml:ink>
</file>

<file path=ppt/ink/ink3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06.4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68 10594 0 0,'-1'3'1554'0'0,"9"-1"376"0"0,10-1 1153 0 0,0-7-1973 0 0,32-18 1 0 0,5-2-4586 0 0,-37 19 872 0 0,0-3-107 0 0</inkml:trace>
</inkml:ink>
</file>

<file path=ppt/ink/ink3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07.0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65 61 10594 0 0,'-11'4'853'0'0,"-42"21"3281"0"0,102-28-431 0 0,235-53-1064 0 0,-179 31-2125 0 0,-59 20 91 0 0,-60 18-4426 0 0</inkml:trace>
</inkml:ink>
</file>

<file path=ppt/ink/ink3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07.5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75 13 3225 0 0,'-4'-2'-159'0'0,"0"0"576"0"0,-1 0 0 0 0,1 1-1 0 0,0-1 1 0 0,0 1 0 0 0,-1 0 0 0 0,-4 0 0 0 0,8 1-278 0 0,1 0 0 0 0,0 0 1 0 0,-1 0-1 0 0,1 0 0 0 0,-1 0 1 0 0,1 0-1 0 0,-1 0 0 0 0,1 0 1 0 0,-1 0-1 0 0,1 0 0 0 0,-1 1 1 0 0,1-1-1 0 0,-1 0 0 0 0,1 0 1 0 0,0 1-1 0 0,-1-1 1 0 0,1 0-1 0 0,-1 0 0 0 0,1 1 1 0 0,0-1-1 0 0,-1 0 0 0 0,1 1 1 0 0,0-1-1 0 0,0 1 0 0 0,-1 0 1 0 0,1 0 180 0 0,-1 0-1 0 0,1 1 1 0 0,0-1 0 0 0,0 0 0 0 0,0 1 0 0 0,0-1 0 0 0,0 0-1 0 0,0 1 1 0 0,0-1 0 0 0,1 0 0 0 0,-1 1 0 0 0,0-1 0 0 0,0 20 8868 0 0,-2-15-9377 0 0,1 0 1 0 0,-2 0-1 0 0,1-1 1 0 0,-1 1-1 0 0,0-1 1 0 0,0 1-1 0 0,-5 5 1 0 0</inkml:trace>
</inkml:ink>
</file>

<file path=ppt/ink/ink3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07.8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34 1376 0 0,'3'3'11727'0'0,"27"-1"-7586"0"0,42-12-397 0 0,-5-4-5943 0 0,-11 1-5116 0 0,-46 12 2891 0 0</inkml:trace>
</inkml:ink>
</file>

<file path=ppt/ink/ink3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08.1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62 0 4609 0 0,'-2'1'314'0'0,"0"-1"1"0"0,0 1-1 0 0,0 0 1 0 0,0-1-1 0 0,0 1 1 0 0,0 0-1 0 0,0 0 1 0 0,0 0-1 0 0,1 1 0 0 0,-1-1 1 0 0,0 0-1 0 0,1 1 1 0 0,-1-1-1 0 0,1 1 1 0 0,0-1-1 0 0,-1 1 1 0 0,1 0-1 0 0,0-1 0 0 0,0 1 1 0 0,0 0-1 0 0,0 0 1 0 0,0 0-1 0 0,0 0 1 0 0,0 2-1 0 0,-2 4 417 0 0,0-1 1 0 0,1 1-1 0 0,0 0 1 0 0,1 0-1 0 0,-1 10 0 0 0,1-14-631 0 0,1 0 0 0 0,1 1 0 0 0,-1-1 0 0 0,0 1 0 0 0,1-1 0 0 0,0 0 0 0 0,0 1 0 0 0,1-1 0 0 0,-1 0 0 0 0,1 0 0 0 0,0 0 0 0 0,0 0 0 0 0,0 0-1 0 0,0 0 1 0 0,6 6 0 0 0,1 0 128 0 0,1-1-1 0 0,-1-1 1 0 0,2 1-1 0 0,10 6 1 0 0,-9-7-87 0 0,0 1 1 0 0,0 0-1 0 0,11 13 0 0 0,-20-19-141 0 0,0 1-1 0 0,0 0 1 0 0,0 0-1 0 0,0 0 1 0 0,-1 1-1 0 0,0-1 1 0 0,0 1 0 0 0,0-1-1 0 0,0 1 1 0 0,-1 0-1 0 0,1 0 1 0 0,-1 0-1 0 0,0 7 1 0 0,-1-5 26 0 0,0 0 1 0 0,0 1 0 0 0,-1-1 0 0 0,0 0-1 0 0,-1 1 1 0 0,0-1 0 0 0,0 0 0 0 0,0 0-1 0 0,-1-1 1 0 0,0 1 0 0 0,0 0 0 0 0,-1-1-1 0 0,0 0 1 0 0,0 0 0 0 0,-8 9 0 0 0,9-11 40 0 0,0-1 0 0 0,0 1 1 0 0,0-1-1 0 0,-1 0 1 0 0,1 0-1 0 0,-1-1 1 0 0,0 1-1 0 0,0-1 0 0 0,0 0 1 0 0,0 0-1 0 0,0 0 1 0 0,0 0-1 0 0,0-1 1 0 0,-1 1-1 0 0,1-1 0 0 0,-1 0 1 0 0,1-1-1 0 0,-1 1 1 0 0,1-1-1 0 0,-1 0 1 0 0,1 0-1 0 0,-1 0 0 0 0,1 0 1 0 0,-1-1-1 0 0,1 0 1 0 0,-6-2-1 0 0,8 3-240 0 0,0-1 0 0 0,1 0-1 0 0,-1 1 1 0 0,1-1 0 0 0,-1 0 0 0 0,1 0 0 0 0,-1 0-1 0 0,1 0 1 0 0,-1 0 0 0 0,1 0 0 0 0,0-1 0 0 0,0 1-1 0 0,-1 0 1 0 0,1-1 0 0 0,0 1 0 0 0,-1-3-1 0 0</inkml:trace>
</inkml:ink>
</file>

<file path=ppt/ink/ink3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09.1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27 6449 0 0,'-25'-27'16493'0'0</inkml:trace>
</inkml:ink>
</file>

<file path=ppt/ink/ink3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09.7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98 5337 0 0,'2'-6'220'0'0,"0"-1"0"0"0,0 1 1 0 0,0-1-1 0 0,-1 1 0 0 0,0-1 0 0 0,0 0 0 0 0,-1 1 0 0 0,0-9 0 0 0,-11-15 12539 0 0,10 30-12592 0 0,-4 10 2018 0 0,1 14-1905 0 0,1 3-1 0 0,0-1-200 0 0,2 0 1 0 0,1 40-1 0 0,0-60-119 0 0,1 1 0 0 0,0 0-1 0 0,0-1 1 0 0,1 1 0 0 0,0-1 0 0 0,0 0-1 0 0,0 1 1 0 0,1-1 0 0 0,0 0 0 0 0,0 0-1 0 0,1-1 1 0 0,-1 1 0 0 0,1-1 0 0 0,0 1-1 0 0,6 4 1 0 0,-9-9 24 0 0,1 1 0 0 0,-1-1 1 0 0,1 1-1 0 0,-1-1 0 0 0,1 0 0 0 0,0 0 0 0 0,0 0 0 0 0,0 0 1 0 0,0 0-1 0 0,0 0 0 0 0,0-1 0 0 0,0 1 0 0 0,0 0 0 0 0,0-1 0 0 0,0 0 1 0 0,0 1-1 0 0,0-1 0 0 0,0 0 0 0 0,0 0 0 0 0,1 0 0 0 0,-1-1 1 0 0,0 1-1 0 0,0 0 0 0 0,0-1 0 0 0,0 1 0 0 0,0-1 0 0 0,0 0 0 0 0,0 0 1 0 0,0 0-1 0 0,0 0 0 0 0,0 0 0 0 0,-1 0 0 0 0,1 0 0 0 0,0 0 1 0 0,-1-1-1 0 0,1 1 0 0 0,-1-1 0 0 0,1 1 0 0 0,-1-1 0 0 0,2-3 1 0 0,7-7-274 0 0,-1-2 0 0 0,-1 1 0 0 0,0-1 0 0 0,8-20 0 0 0,-7 16-440 0 0,-8 16 592 0 0,0-1-1 0 0,0 0 1 0 0,0 1-1 0 0,1-1 1 0 0,-1 1 0 0 0,1 0-1 0 0,0-1 1 0 0,0 1 0 0 0,0 0-1 0 0,0 0 1 0 0,2-2-1 0 0,-2 4 97 0 0,0-1 0 0 0,0 1-1 0 0,1-1 1 0 0,-1 1-1 0 0,0 0 1 0 0,0 0-1 0 0,0 0 1 0 0,0 0 0 0 0,1 0-1 0 0,-1 0 1 0 0,0 1-1 0 0,0-1 1 0 0,0 1-1 0 0,4 1 1 0 0,8 2 429 0 0,0-1 0 0 0,0 0 0 0 0,1-2 0 0 0,18 1 0 0 0,-27-2-222 0 0,0 0 0 0 0,-1 0 0 0 0,1-1-1 0 0,-1 0 1 0 0,1 0 0 0 0,-1 0 0 0 0,1-1-1 0 0,-1 0 1 0 0,0 0 0 0 0,0 0-1 0 0,0-1 1 0 0,0 0 0 0 0,0 1 0 0 0,5-6-1 0 0,-9 8-151 0 0,-1-1-1 0 0,1 0 0 0 0,0 1 1 0 0,-1-1-1 0 0,1 0 1 0 0,-1 0-1 0 0,1 1 0 0 0,-1-1 1 0 0,1 0-1 0 0,-1 0 0 0 0,1 0 1 0 0,-1 0-1 0 0,0 0 0 0 0,0 0 1 0 0,1 0-1 0 0,-1 1 0 0 0,0-1 1 0 0,0 0-1 0 0,0 0 1 0 0,0 0-1 0 0,0 0 0 0 0,0 0 1 0 0,0 0-1 0 0,-1 0 0 0 0,1 0 1 0 0,0 0-1 0 0,0 0 0 0 0,-1 0 1 0 0,1 0-1 0 0,0 1 1 0 0,-1-1-1 0 0,1 0 0 0 0,-2-1 1 0 0,-21-24-3556 0 0</inkml:trace>
</inkml:ink>
</file>

<file path=ppt/ink/ink3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09.9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10594 0 0,'1'15'1173'0'0,"0"0"0"0"0,2-1 0 0 0,5 20 1 0 0,2 17 2858 0 0,-6-24-3183 0 0,5 33 866 0 0,3-24-6037 0 0</inkml:trace>
</inkml:ink>
</file>

<file path=ppt/ink/ink3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0.1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1 10138 0 0,'-8'-1'3977'0'0,"5"4"-3585"0"0,2 1-72 0 0,-1 3-8 0 0,4 1-8 0 0,-1 5-1432 0 0,3 1-288 0 0,3 3-57 0 0,4-2-15 0 0,3-3 1216 0 0,3-3 272 0 0</inkml:trace>
</inkml:ink>
</file>

<file path=ppt/ink/ink3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1.0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73 47 5065 0 0,'-18'-29'1559'0'0,"17"27"-1097"0"0,0 1 0 0 0,0 0 0 0 0,0-1 0 0 0,0 1 0 0 0,0 0 0 0 0,-1 0 0 0 0,1 0 0 0 0,0 0 0 0 0,-1 0 0 0 0,1 0 0 0 0,-1 0 0 0 0,1 0 0 0 0,-1 1 0 0 0,1-1 0 0 0,-1 1 0 0 0,0-1 1 0 0,-2 0-1 0 0,3 1-285 0 0,1 1 1 0 0,-1-1 0 0 0,0 1 0 0 0,1-1 0 0 0,-1 0 0 0 0,1 1 0 0 0,-1-1 0 0 0,0 1 0 0 0,1 0 0 0 0,-1-1 0 0 0,1 1 0 0 0,0-1 0 0 0,-1 1 0 0 0,1 0 0 0 0,-1-1 0 0 0,1 1 0 0 0,0 0-1 0 0,0-1 1 0 0,-1 1 0 0 0,1 0 0 0 0,0-1 0 0 0,0 1 0 0 0,0 0 0 0 0,0 1 0 0 0,-4 22 920 0 0,3-20-883 0 0,-10 240 1684 0 0,10-181-1783 0 0,1-39-213 0 0,2 112 1 0 0,-1-122-443 0 0,1 1 0 0 0,0-1 0 0 0,2 0 1 0 0,-1 0-1 0 0,1 0 0 0 0,1-1 0 0 0,8 16 0 0 0,-4-15-1885 0 0</inkml:trace>
</inkml:ink>
</file>

<file path=ppt/ink/ink3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1.2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1 101 5985 0 0,'6'-23'940'0'0,"-4"13"655"0"0,0 1-1 0 0,1-1 1 0 0,1 0 0 0 0,-1 1-1 0 0,2 0 1 0 0,6-12 0 0 0,-8 67 2474 0 0,-9 29-3611 0 0,-3 115 711 0 0,9-153-1703 0 0,2-1 0 0 0,2 1 0 0 0,10 44-1 0 0,-7-51-7237 0 0</inkml:trace>
</inkml:ink>
</file>

<file path=ppt/ink/ink3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1.9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144 5 6913 0 0,'-2'-1'255'0'0,"0"0"-1"0"0,0 1 0 0 0,0-1 0 0 0,0 1 1 0 0,0-1-1 0 0,0 1 0 0 0,0 0 0 0 0,0 0 1 0 0,0 0-1 0 0,0 0 0 0 0,0 0 0 0 0,0 0 1 0 0,0 0-1 0 0,0 1 0 0 0,0-1 0 0 0,0 1 0 0 0,0 0 1 0 0,0-1-1 0 0,0 1 0 0 0,1 0 0 0 0,-1 0 1 0 0,0 0-1 0 0,0 0 0 0 0,1 1 0 0 0,-1-1 1 0 0,-2 2-1 0 0,-1 2 159 0 0,0 0 0 0 0,0 0 0 0 0,0 0 1 0 0,0 0-1 0 0,1 0 0 0 0,-6 11 0 0 0,2-1-145 0 0,0 0 0 0 0,2 0-1 0 0,0 1 1 0 0,1 0 0 0 0,0 0-1 0 0,1 0 1 0 0,1 1 0 0 0,1-1-1 0 0,0 1 1 0 0,1 19 0 0 0,1-28-208 0 0,1-1 1 0 0,0 0-1 0 0,0 1 1 0 0,0-1 0 0 0,1 0-1 0 0,0 0 1 0 0,1 0 0 0 0,0 0-1 0 0,0-1 1 0 0,0 1 0 0 0,1-1-1 0 0,0 1 1 0 0,0-1-1 0 0,0 0 1 0 0,1-1 0 0 0,0 1-1 0 0,0-1 1 0 0,1 0 0 0 0,-1 0-1 0 0,1-1 1 0 0,0 0 0 0 0,0 0-1 0 0,1 0 1 0 0,-1 0 0 0 0,10 3-1 0 0,-7-4-467 0 0,-1 0 0 0 0,1 0 0 0 0,-1-1 0 0 0,1 0 0 0 0,0-1 0 0 0,0 0 0 0 0,0 0 0 0 0,0-1 0 0 0,0 0 0 0 0,12-1 0 0 0,3-4-1296 0 0</inkml:trace>
</inkml:ink>
</file>

<file path=ppt/ink/ink3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2.2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25 175 11058 0 0,'-2'0'149'0'0,"0"-1"0"0"0,0 1-1 0 0,0 0 1 0 0,0 0 0 0 0,0 0-1 0 0,0 0 1 0 0,0 0-1 0 0,0 0 1 0 0,0 0 0 0 0,-3 1-1 0 0,6 0-35 0 0,-1-1-1 0 0,0 1 0 0 0,1-1 1 0 0,-1 1-1 0 0,1-1 0 0 0,-1 1 1 0 0,1-1-1 0 0,0 1 0 0 0,-1-1 1 0 0,1 0-1 0 0,-1 1 0 0 0,1-1 1 0 0,0 0-1 0 0,-1 1 0 0 0,1-1 1 0 0,0 0-1 0 0,-1 0 0 0 0,1 0 1 0 0,0 0-1 0 0,-1 0 0 0 0,1 0 1 0 0,0 0-1 0 0,1 0 0 0 0,20 2 742 0 0,-19-2-565 0 0,20 2 413 0 0,0 0 0 0 0,1 2 0 0 0,33 9 0 0 0,-49-10-609 0 0,0-1 0 0 0,0 1 0 0 0,0 0 0 0 0,-1 1 0 0 0,1 0 0 0 0,-1 0 0 0 0,0 0 0 0 0,0 1 0 0 0,0 0 0 0 0,-1 1 0 0 0,0-1 0 0 0,0 1 0 0 0,6 8 0 0 0,-6-1 372 0 0,-13-12 432 0 0,5-2-815 0 0,0 0 0 0 0,0-1 0 0 0,0 1 0 0 0,0 0 0 0 0,0-1 0 0 0,1 1 1 0 0,-1-1-1 0 0,0 1 0 0 0,1-1 0 0 0,0 0 0 0 0,-2-2 0 0 0,-1-4 29 0 0,1-1 1 0 0,-1 0-1 0 0,2 0 0 0 0,-1 0 0 0 0,2 0 1 0 0,-1 0-1 0 0,1-1 0 0 0,0 1 1 0 0,1 0-1 0 0,1-18 0 0 0,9-34-1297 0 0,7 5-5063 0 0,-5 24-967 0 0</inkml:trace>
</inkml:ink>
</file>

<file path=ppt/ink/ink3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2.5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0 252 4145 0 0,'3'9'520'0'0,"1"1"0"0"0,0 0 1 0 0,0-1-1 0 0,10 14 0 0 0,-13-21-253 0 0,0 0 0 0 0,0 0-1 0 0,0 0 1 0 0,1 0 0 0 0,-1 0 0 0 0,0 0-1 0 0,1-1 1 0 0,0 1 0 0 0,-1-1 0 0 0,1 1-1 0 0,0-1 1 0 0,0 0 0 0 0,0 1 0 0 0,0-1-1 0 0,0 0 1 0 0,0 0 0 0 0,0-1 0 0 0,1 1-1 0 0,-1 0 1 0 0,0-1 0 0 0,0 1 0 0 0,1-1-1 0 0,-1 0 1 0 0,0 0 0 0 0,0 1 0 0 0,1-2-1 0 0,2 1 1 0 0,-3-1-138 0 0,1-1 0 0 0,0 1-1 0 0,0-1 1 0 0,-1 1 0 0 0,1-1 0 0 0,-1 0-1 0 0,0 0 1 0 0,1 0 0 0 0,-1 0 0 0 0,0-1-1 0 0,0 1 1 0 0,0 0 0 0 0,-1-1 0 0 0,1 0-1 0 0,0 1 1 0 0,0-4 0 0 0,21-50-531 0 0,-20 47 425 0 0,26-106-557 0 0,-21 76 1127 0 0,15-43 0 0 0,-23 78 452 0 0,-3 8-297 0 0,-12 18 74 0 0,-17 35-350 0 0,26-44-423 0 0,1-1-1 0 0,0 1 0 0 0,0 0 0 0 0,2 0 1 0 0,0 0-1 0 0,0 0 0 0 0,0 15 0 0 0,2-24-248 0 0,1 0 0 0 0,0 0 0 0 0,0 0-1 0 0,1 0 1 0 0,-1-1 0 0 0,1 1-1 0 0,0 0 1 0 0,0 0 0 0 0,0-1 0 0 0,1 1-1 0 0,-1-1 1 0 0,1 1 0 0 0,0-1-1 0 0,0 1 1 0 0,0-1 0 0 0,0 0 0 0 0,1 0-1 0 0,-1 0 1 0 0,1 0 0 0 0,0-1-1 0 0,0 1 1 0 0,0-1 0 0 0,0 1-1 0 0,0-1 1 0 0,0 0 0 0 0,1 0 0 0 0,-1-1-1 0 0,1 1 1 0 0,4 1 0 0 0,7 1-5092 0 0</inkml:trace>
</inkml:ink>
</file>

<file path=ppt/ink/ink3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2.8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14 146 1840 0 0,'15'-14'1500'0'0,"-1"-1"0"0"0,0 0-1 0 0,-2-1 1 0 0,1 0-1 0 0,-2-1 1 0 0,19-36-1 0 0,-67 86 1791 0 0,34-28-3217 0 0,-14 16 412 0 0,-27 48 0 0 0,40-64-429 0 0,2 1 1 0 0,-1-1-1 0 0,1 0 0 0 0,-1 1 1 0 0,1 0-1 0 0,1-1 1 0 0,-1 1-1 0 0,1 0 0 0 0,0 0 1 0 0,1 0-1 0 0,-1 0 0 0 0,1 0 1 0 0,0 0-1 0 0,1 0 0 0 0,1 10 1 0 0,-2-14-123 0 0,1-1 0 0 0,-1 1 0 0 0,1 0 0 0 0,0 0 0 0 0,-1 0 1 0 0,1-1-1 0 0,0 1 0 0 0,0 0 0 0 0,0-1 0 0 0,0 1 0 0 0,0-1 0 0 0,1 1 1 0 0,-1-1-1 0 0,0 0 0 0 0,1 1 0 0 0,-1-1 0 0 0,1 0 0 0 0,-1 0 0 0 0,1 0 1 0 0,0 0-1 0 0,-1 0 0 0 0,1-1 0 0 0,0 1 0 0 0,0 0 0 0 0,-1-1 0 0 0,1 1 1 0 0,0-1-1 0 0,0 0 0 0 0,0 1 0 0 0,0-1 0 0 0,0 0 0 0 0,0 0 0 0 0,-1 0 1 0 0,1 0-1 0 0,0-1 0 0 0,0 1 0 0 0,0-1 0 0 0,0 1 0 0 0,0-1 0 0 0,-1 1 1 0 0,1-1-1 0 0,3-2 0 0 0,1 0-280 0 0,1 0-1 0 0,-1-1 1 0 0,0 0 0 0 0,0 0-1 0 0,0-1 1 0 0,-1 0 0 0 0,1 0 0 0 0,-1 0-1 0 0,8-12 1 0 0,17-41-627 0 0,-26 49 1385 0 0,0 0-1 0 0,0-1 0 0 0,1 2 0 0 0,0-1 0 0 0,0 0 0 0 0,1 1 1 0 0,0 0-1 0 0,1 0 0 0 0,0 1 0 0 0,8-8 0 0 0,-14 15-306 0 0,0-1 0 0 0,0 1 0 0 0,0-1 0 0 0,-1 0-1 0 0,1 1 1 0 0,0-1 0 0 0,0 1 0 0 0,0 0 0 0 0,1-1 0 0 0,-1 1-1 0 0,0 0 1 0 0,0 0 0 0 0,0 0 0 0 0,0 0 0 0 0,0 0 0 0 0,0 0 0 0 0,0 0-1 0 0,0 0 1 0 0,0 0 0 0 0,0 0 0 0 0,0 0 0 0 0,0 1 0 0 0,0-1-1 0 0,0 0 1 0 0,0 1 0 0 0,0-1 0 0 0,0 1 0 0 0,0-1 0 0 0,0 1 0 0 0,0 0-1 0 0,0-1 1 0 0,0 1 0 0 0,0 0 0 0 0,-1 0 0 0 0,1-1 0 0 0,0 1 0 0 0,-1 0-1 0 0,1 0 1 0 0,0 0 0 0 0,-1 0 0 0 0,1 0 0 0 0,0 1 0 0 0,3 7 96 0 0,-1 0 1 0 0,1 0-1 0 0,-1 0 1 0 0,1 11-1 0 0,2 2-28 0 0,9 10-946 0 0,-6-15-190 0 0</inkml:trace>
</inkml:ink>
</file>

<file path=ppt/ink/ink3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3.33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44 25 5065 0 0,'-31'-24'12397'0'0,"27"40"-9876"0"0,-1 32-1586 0 0,2 1 0 0 0,3-1 0 0 0,6 65 0 0 0,12 16-2098 0 0,5-2-4835 0 0,-15-89-1122 0 0</inkml:trace>
</inkml:ink>
</file>

<file path=ppt/ink/ink3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3.5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27 255 11979 0 0,'-2'0'75'0'0,"0"-1"0"0"0,1 0 1 0 0,-1 0-1 0 0,1 0 0 0 0,-1 0 1 0 0,1 0-1 0 0,-1 0 0 0 0,1 0 1 0 0,0 0-1 0 0,-1-1 0 0 0,1 1 1 0 0,0 0-1 0 0,0-1 0 0 0,0 1 1 0 0,0-1-1 0 0,0 0 0 0 0,0 1 1 0 0,1-1-1 0 0,-1 0 0 0 0,0-2 1 0 0,1 1 79 0 0,0-1 1 0 0,1 1-1 0 0,-1 0 1 0 0,1-1 0 0 0,0 1-1 0 0,0 0 1 0 0,0 0 0 0 0,0 0-1 0 0,0 0 1 0 0,4-6 0 0 0,3-4 61 0 0,1 0 0 0 0,0 1 1 0 0,1 0-1 0 0,0 0 0 0 0,1 1 1 0 0,0 0-1 0 0,0 1 0 0 0,1 1 1 0 0,15-10-1 0 0,-14 10-1025 0 0,1 1 0 0 0,0 0 0 0 0,0 1 1 0 0,1 1-1 0 0,0 0 0 0 0,0 1 0 0 0,0 1 0 0 0,30-5 1 0 0,-27 8 605 0 0,0 2 0 0 0,28 2 0 0 0,-23 0 202 0 0</inkml:trace>
</inkml:ink>
</file>

<file path=ppt/ink/ink3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3.8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7 225 4145 0 0,'0'2'162'0'0,"-1"-1"1"0"0,0 1-1 0 0,0 0 1 0 0,0-1-1 0 0,1 1 1 0 0,-1 0-1 0 0,1-1 1 0 0,-1 1-1 0 0,1 0 1 0 0,0 0-1 0 0,0-1 1 0 0,0 1-1 0 0,0 0 1 0 0,0 0-1 0 0,0-1 0 0 0,0 1 1 0 0,1 0-1 0 0,-1 0 1 0 0,0-1-1 0 0,1 1 1 0 0,0 0-1 0 0,-1-1 1 0 0,1 1-1 0 0,0 0 1 0 0,0-1-1 0 0,0 1 1 0 0,0-1-1 0 0,0 1 1 0 0,0-1-1 0 0,2 2 1 0 0,-1-2 88 0 0,0 0 1 0 0,0 0 0 0 0,0 1-1 0 0,0-1 1 0 0,0-1 0 0 0,0 1-1 0 0,1 0 1 0 0,-1 0 0 0 0,0-1-1 0 0,1 1 1 0 0,-1-1 0 0 0,0 0-1 0 0,1 0 1 0 0,-1 0 0 0 0,0 0-1 0 0,1 0 1 0 0,-1 0 0 0 0,1-1-1 0 0,-1 1 1 0 0,0-1 0 0 0,0 0-1 0 0,4-1 1 0 0,5-3 87 0 0,-1 0 1 0 0,0-1-1 0 0,0 0 1 0 0,0-1-1 0 0,-1 0 1 0 0,0 0-1 0 0,0-1 1 0 0,-1-1-1 0 0,0 1 1 0 0,13-18-1 0 0,-16 18-210 0 0,0 0 0 0 0,0 0 0 0 0,0 0 0 0 0,-1-1-1 0 0,0 0 1 0 0,0 0 0 0 0,-1 0 0 0 0,-1 0-1 0 0,1 0 1 0 0,-1 0 0 0 0,-1-1 0 0 0,0 1-1 0 0,0-17 1 0 0,-1 24-90 0 0,0 0-1 0 0,0-1 1 0 0,-1 1-1 0 0,1 0 1 0 0,0 0 0 0 0,-1-1-1 0 0,0 1 1 0 0,1 0 0 0 0,-1 0-1 0 0,0 0 1 0 0,0 0-1 0 0,0 0 1 0 0,0 0 0 0 0,-1 0-1 0 0,1 0 1 0 0,0 0-1 0 0,-1 1 1 0 0,1-1 0 0 0,-1 0-1 0 0,-2-1 1 0 0,2 2 11 0 0,0 0-1 0 0,0 1 1 0 0,0-1 0 0 0,0 0 0 0 0,0 1-1 0 0,-1 0 1 0 0,1-1 0 0 0,0 1 0 0 0,0 0-1 0 0,0 0 1 0 0,-1 0 0 0 0,1 0 0 0 0,0 1 0 0 0,0-1-1 0 0,0 1 1 0 0,-4 1 0 0 0,-3 1 40 0 0,0 1 0 0 0,0 0 0 0 0,1 1 0 0 0,0 0 0 0 0,0 0 0 0 0,0 1 0 0 0,-14 12 0 0 0,16-11-62 0 0,-1 0 1 0 0,1 1 0 0 0,0-1 0 0 0,0 1 0 0 0,1 1 0 0 0,0-1 0 0 0,1 1 0 0 0,0-1 0 0 0,0 1 0 0 0,1 1-1 0 0,0-1 1 0 0,-3 17 0 0 0,6-20-50 0 0,-1 0-1 0 0,1 0 1 0 0,0 0 0 0 0,0 0-1 0 0,1 0 1 0 0,0 0 0 0 0,0 0-1 0 0,0 0 1 0 0,1 0-1 0 0,0 0 1 0 0,0 0 0 0 0,0-1-1 0 0,1 1 1 0 0,-1-1 0 0 0,2 0-1 0 0,-1 0 1 0 0,0 0-1 0 0,1 0 1 0 0,0 0 0 0 0,0-1-1 0 0,7 6 1 0 0,-1-2-408 0 0,1 0 0 0 0,0-1 0 0 0,1 0 0 0 0,0 0 0 0 0,0-1 0 0 0,0-1 0 0 0,1 0 0 0 0,19 4 0 0 0,7 0-6504 0 0</inkml:trace>
</inkml:ink>
</file>

<file path=ppt/ink/ink3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4.5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197 6 9218 0 0,'0'0'185'0'0,"-1"-1"0"0"0,1 1 0 0 0,-1-1 0 0 0,0 1 0 0 0,1-1 0 0 0,-1 1 0 0 0,0 0 0 0 0,1-1 0 0 0,-1 1 0 0 0,0 0 0 0 0,1-1 0 0 0,-1 1 0 0 0,0 0 0 0 0,1 0 0 0 0,-1 0 0 0 0,0 0 0 0 0,0 0 0 0 0,1 0 0 0 0,-1 0 0 0 0,0 0 0 0 0,0 0 0 0 0,1 0 1 0 0,-1 0-1 0 0,0 0 0 0 0,0 0 0 0 0,1 0 0 0 0,-1 1 0 0 0,-1-1 0 0 0,-23 6 2515 0 0,19-3-2553 0 0,1 1 1 0 0,-1-1-1 0 0,1 1 1 0 0,0 0-1 0 0,0 0 0 0 0,1 0 1 0 0,-1 1-1 0 0,1-1 1 0 0,0 1-1 0 0,0 0 1 0 0,1 1-1 0 0,-1-1 1 0 0,-2 7-1 0 0,1-2 66 0 0,-1 1-1 0 0,2 1 1 0 0,0-1 0 0 0,0 0-1 0 0,1 1 1 0 0,-2 12-1 0 0,4-19-212 0 0,1 0 0 0 0,-1 0 0 0 0,1 1 0 0 0,0-1 0 0 0,1 0-1 0 0,-1 0 1 0 0,1 1 0 0 0,0-1 0 0 0,0 0 0 0 0,1 0-1 0 0,-1 0 1 0 0,1 0 0 0 0,1-1 0 0 0,-1 1 0 0 0,0 0 0 0 0,1-1-1 0 0,0 1 1 0 0,0-1 0 0 0,7 7 0 0 0,2 0 3 0 0,0-2 0 0 0,0 0 0 0 0,1 0 0 0 0,0-1 0 0 0,23 10 0 0 0,-27-14 20 0 0,0 1-1 0 0,-1 0 1 0 0,1 1 0 0 0,-1-1-1 0 0,0 2 1 0 0,9 8 0 0 0,-16-14-27 0 0,0 1 0 0 0,1-1 0 0 0,-1 0 0 0 0,0 1 0 0 0,0-1 0 0 0,0 1 0 0 0,0 0 0 0 0,-1-1 0 0 0,1 1 0 0 0,0 0 0 0 0,-1 0 0 0 0,1-1 0 0 0,-1 1 0 0 0,1 0 0 0 0,-1 0 0 0 0,0 0 0 0 0,0-1 0 0 0,0 1 0 0 0,0 0 0 0 0,0 0 0 0 0,0 0 0 0 0,0 0 1 0 0,-1-1-1 0 0,1 1 0 0 0,-1 0 0 0 0,1 0 0 0 0,-1-1 0 0 0,0 1 0 0 0,0 0 0 0 0,0-1 0 0 0,0 1 0 0 0,0-1 0 0 0,0 1 0 0 0,0-1 0 0 0,0 1 0 0 0,0-1 0 0 0,-1 0 0 0 0,1 1 0 0 0,-1-1 0 0 0,1 0 0 0 0,-3 1 0 0 0,-20 15 1 0 0,-1-2 0 0 0,-1-1 0 0 0,1-1-1 0 0,-47 15 1 0 0,25-9-1508 0 0,22-9-5426 0 0</inkml:trace>
</inkml:ink>
</file>

<file path=ppt/ink/ink3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5.3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0 382 9674 0 0,'22'-16'2566'0'0,"-1"-2"-1484"0"0,-1-1 0 0 0,0 0 0 0 0,-1-1 0 0 0,29-42 0 0 0,-43 55-1104 0 0,-1 0-1 0 0,1-1 1 0 0,-1 0-1 0 0,-1 0 1 0 0,1 0-1 0 0,-2 0 1 0 0,1-1-1 0 0,-1 1 1 0 0,0-1 0 0 0,-1 1-1 0 0,0-1 1 0 0,0 0-1 0 0,-1 0 1 0 0,0 1-1 0 0,0-1 1 0 0,-1 0-1 0 0,0 1 1 0 0,-1-1-1 0 0,-3-12 1 0 0,4 19-3 0 0,0 0-1 0 0,0-1 1 0 0,0 1 0 0 0,0 0-1 0 0,0 0 1 0 0,0 0-1 0 0,0 0 1 0 0,-1 0 0 0 0,1 0-1 0 0,-1 0 1 0 0,1 0 0 0 0,-1 0-1 0 0,0 1 1 0 0,0-1 0 0 0,0 0-1 0 0,0 1 1 0 0,-4-2 0 0 0,4 2 4 0 0,1 0 0 0 0,-1 1 1 0 0,0 0-1 0 0,0-1 1 0 0,0 1-1 0 0,0 0 1 0 0,0 0-1 0 0,0 0 0 0 0,-1 0 1 0 0,1 1-1 0 0,1-1 1 0 0,-1 1-1 0 0,0-1 1 0 0,0 1-1 0 0,0-1 0 0 0,0 1 1 0 0,-2 1-1 0 0,-2 1-30 0 0,1 1 0 0 0,0 0-1 0 0,0 0 1 0 0,0 0-1 0 0,0 0 1 0 0,0 1-1 0 0,1 0 1 0 0,0 0 0 0 0,0 0-1 0 0,0 0 1 0 0,1 0-1 0 0,-4 7 1 0 0,5-7 0 0 0,0-1 1 0 0,0 1-1 0 0,1-1 0 0 0,-1 1 1 0 0,1 0-1 0 0,0 0 0 0 0,0 0 1 0 0,0 0-1 0 0,1 0 0 0 0,0 0 1 0 0,0 0-1 0 0,0 0 0 0 0,1-1 0 0 0,-1 1 1 0 0,1 0-1 0 0,0 0 0 0 0,1 0 1 0 0,2 8-1 0 0,0-7-12 0 0,-1-1-1 0 0,1 1 1 0 0,0-1 0 0 0,0 0-1 0 0,1 0 1 0 0,-1 0 0 0 0,1 0-1 0 0,0-1 1 0 0,1 0 0 0 0,-1 0-1 0 0,1 0 1 0 0,0-1 0 0 0,9 5-1 0 0,-5-3 26 0 0,0-1 0 0 0,1 0-1 0 0,0-1 1 0 0,-1 0-1 0 0,1 0 1 0 0,0-1 0 0 0,0-1-1 0 0,1 0 1 0 0,-1 0 0 0 0,0-1-1 0 0,0-1 1 0 0,0 0-1 0 0,0 0 1 0 0,0-1 0 0 0,0 0-1 0 0,11-5 1 0 0,-13 4-20 0 0,0-1 0 0 0,0 0 0 0 0,0-1-1 0 0,-1 0 1 0 0,0 0 0 0 0,0-1 0 0 0,0 0 0 0 0,-1 0 0 0 0,0-1 0 0 0,0 0 0 0 0,-1 0 0 0 0,1 0 0 0 0,-1-1-1 0 0,-1 0 1 0 0,0 0 0 0 0,0-1 0 0 0,-1 0 0 0 0,7-16 0 0 0,-3-1 1475 0 0,8-48-1 0 0,-5 51 4608 0 0,9 59-5088 0 0,52 94 247 0 0,-47-89-979 0 0,-2 0 0 0 0,29 75 0 0 0,-20-1-160 0 0,-11-33-3998 0 0</inkml:trace>
</inkml:ink>
</file>

<file path=ppt/ink/ink3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5.6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1 141 4609 0 0,'0'-3'48'0'0,"0"-1"-1"0"0,-1 1 1 0 0,1-1-1 0 0,0 1 1 0 0,1-1-1 0 0,-1 1 1 0 0,1-1-1 0 0,0 1 1 0 0,-1-1-1 0 0,2 1 1 0 0,-1 0-1 0 0,0-1 1 0 0,1 1 0 0 0,2-5-1 0 0,0 4 200 0 0,0-1 0 0 0,1 1 0 0 0,0 0 0 0 0,-1 0 0 0 0,2 0 0 0 0,-1 1 0 0 0,8-5 0 0 0,2 0 539 0 0,0 0 1 0 0,1 1-1 0 0,-1 1 1 0 0,1 0 0 0 0,23-4-1 0 0,-33 9-398 0 0,-1 0-1 0 0,1 0 0 0 0,0 1 0 0 0,-1 0 1 0 0,1 0-1 0 0,0 0 0 0 0,0 1 0 0 0,10 2 1 0 0,-13-2-185 0 0,-1 0 1 0 0,1 0 0 0 0,0 1-1 0 0,-1-1 1 0 0,1 0 0 0 0,-1 1-1 0 0,1 0 1 0 0,-1 0-1 0 0,0 0 1 0 0,0 0 0 0 0,0 0-1 0 0,0 0 1 0 0,0 0 0 0 0,0 0-1 0 0,0 1 1 0 0,-1-1 0 0 0,1 1-1 0 0,1 3 1 0 0,-2-2-64 0 0,0 0 1 0 0,0 1-1 0 0,0-1 0 0 0,0 1 0 0 0,0-1 1 0 0,-1 1-1 0 0,0-1 0 0 0,0 1 0 0 0,0-1 1 0 0,-1 1-1 0 0,1-1 0 0 0,-1 0 0 0 0,0 1 0 0 0,0-1 1 0 0,-1 0-1 0 0,1 1 0 0 0,-1-1 0 0 0,0 0 1 0 0,0 0-1 0 0,-1 0 0 0 0,-2 4 0 0 0,-3 3-391 0 0,-1 1-1 0 0,0-1 0 0 0,-1-1 1 0 0,0 0-1 0 0,-15 12 0 0 0</inkml:trace>
</inkml:ink>
</file>

<file path=ppt/ink/ink3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5.9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245 1 6449 0 0,'0'0'499'0'0,"-6"1"160"0"0,0 0 0 0 0,0 1-1 0 0,0 0 1 0 0,0 0 0 0 0,0 1-1 0 0,1 0 1 0 0,-1 0 0 0 0,-5 4-1 0 0,-1 0 430 0 0,-6 3-115 0 0,1 1-1 0 0,0 1 0 0 0,-28 25 0 0 0,36-28-833 0 0,0 0 0 0 0,0 0 0 0 0,1 1 0 0 0,0 0-1 0 0,1 1 1 0 0,0 0 0 0 0,-7 16 0 0 0,13-26-125 0 0,0 1 1 0 0,0-1-1 0 0,1 1 0 0 0,-1-1 0 0 0,0 1 0 0 0,1 0 1 0 0,-1-1-1 0 0,1 1 0 0 0,0 0 0 0 0,-1-1 1 0 0,1 1-1 0 0,0 0 0 0 0,0 0 0 0 0,0-1 0 0 0,0 1 1 0 0,0 0-1 0 0,1 0 0 0 0,-1-1 0 0 0,0 1 1 0 0,1 0-1 0 0,0-1 0 0 0,-1 1 0 0 0,1-1 1 0 0,0 1-1 0 0,0 0 0 0 0,-1-1 0 0 0,1 0 0 0 0,0 1 1 0 0,1-1-1 0 0,-1 1 0 0 0,0-1 0 0 0,0 0 1 0 0,3 2-1 0 0,-1-2-96 0 0,0 0 0 0 0,0 0 0 0 0,0 0 0 0 0,0 0-1 0 0,0-1 1 0 0,0 1 0 0 0,0-1 0 0 0,1 0 0 0 0,-1 0 0 0 0,0 0 0 0 0,0 0 0 0 0,0-1 0 0 0,0 1 0 0 0,0-1 0 0 0,1 0 0 0 0,-1 0 0 0 0,5-2-1 0 0,8-5-148 0 0,0-1 0 0 0,0-1 0 0 0,-1 0 0 0 0,0-1-1 0 0,-1-1 1 0 0,0 0 0 0 0,21-25 0 0 0,-11 12 866 0 0,-22 24-478 0 0,-1-1 0 0 0,1 0 1 0 0,-1 1-1 0 0,1 0 1 0 0,0-1-1 0 0,0 1 0 0 0,-1 0 1 0 0,1 0-1 0 0,0 0 1 0 0,0 0-1 0 0,0 0 0 0 0,0 1 1 0 0,0-1-1 0 0,3 0 1 0 0,-4 1-69 0 0,0 0 1 0 0,0 0-1 0 0,0 0 1 0 0,1 1 0 0 0,-1-1-1 0 0,0 0 1 0 0,0 0 0 0 0,0 1-1 0 0,0-1 1 0 0,0 1-1 0 0,1-1 1 0 0,-1 1 0 0 0,0 0-1 0 0,0-1 1 0 0,0 1-1 0 0,-1 0 1 0 0,1-1 0 0 0,2 3-1 0 0,2 4 65 0 0,-1 0 0 0 0,1 0 0 0 0,-1 1 0 0 0,-1-1 0 0 0,1 1 0 0 0,1 9 0 0 0,14 24-1664 0 0,-11-29 223 0 0</inkml:trace>
</inkml:ink>
</file>

<file path=ppt/ink/ink3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6.27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1 150 4145 0 0,'0'-1'167'0'0,"0"1"-1"0"0,0-1 1 0 0,0 0 0 0 0,1 1-1 0 0,-1-1 1 0 0,0 0-1 0 0,1 1 1 0 0,-1-1 0 0 0,0 0-1 0 0,1 1 1 0 0,-1-1 0 0 0,1 1-1 0 0,-1-1 1 0 0,1 1 0 0 0,0-1-1 0 0,-1 1 1 0 0,1-1 0 0 0,-1 1-1 0 0,1-1 1 0 0,0 1 0 0 0,-1 0-1 0 0,1-1 1 0 0,0 1 0 0 0,-1 0-1 0 0,1 0 1 0 0,1-1 0 0 0,23 4 3113 0 0,32 23 343 0 0,-43-18-3056 0 0,-1-2-6 0 0,-7-4-310 0 0,0 0 1 0 0,0 1-1 0 0,0 0 0 0 0,0 0 1 0 0,-1 1-1 0 0,1-1 0 0 0,-1 1 1 0 0,0 0-1 0 0,0 1 0 0 0,0-1 1 0 0,4 6-1 0 0,-16-12 2622 0 0,-4-9-2161 0 0,9 5-688 0 0,1 1 0 0 0,-1-1 1 0 0,1 1-1 0 0,1-1 0 0 0,-1 0 0 0 0,1 1 0 0 0,-1-1 1 0 0,2 1-1 0 0,-1-1 0 0 0,1 0 0 0 0,0 1 0 0 0,0-1 1 0 0,0 1-1 0 0,1-1 0 0 0,0 1 0 0 0,0 0 0 0 0,0-1 1 0 0,4-5-1 0 0,-1 1-618 0 0,1 0 0 0 0,0 1 1 0 0,1 0-1 0 0,0 0 0 0 0,0 0 0 0 0,1 1 1 0 0,0 0-1 0 0,11-8 0 0 0,-1 3-6221 0 0</inkml:trace>
</inkml:ink>
</file>

<file path=ppt/ink/ink3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6.6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239 0 2761 0 0,'-51'10'6101'0'0,"37"-8"-5131"0"0,0 0 0 0 0,1 1-1 0 0,-15 6 1 0 0,22-7-919 0 0,1 1 0 0 0,0-1-1 0 0,0 1 1 0 0,0 1 0 0 0,0-1-1 0 0,0 0 1 0 0,1 1 0 0 0,-1 0-1 0 0,1 0 1 0 0,-7 10 0 0 0,2-2 179 0 0,0 1-1 0 0,1 0 1 0 0,0 0 0 0 0,-7 18 0 0 0,14-27-177 0 0,-1 0-1 0 0,1 0 1 0 0,-1 0 0 0 0,1 0 0 0 0,0 0-1 0 0,0 1 1 0 0,1-1 0 0 0,0 0 0 0 0,-1 0-1 0 0,1 1 1 0 0,1-1 0 0 0,-1 0-1 0 0,1 0 1 0 0,-1 0 0 0 0,1 1 0 0 0,0-1-1 0 0,1 0 1 0 0,-1 0 0 0 0,1 0 0 0 0,2 4-1 0 0,-4-7-58 0 0,1 0 0 0 0,-1-1-1 0 0,1 1 1 0 0,-1 0 0 0 0,1-1-1 0 0,-1 1 1 0 0,1-1-1 0 0,0 1 1 0 0,-1-1 0 0 0,1 1-1 0 0,0-1 1 0 0,-1 0 0 0 0,1 1-1 0 0,0-1 1 0 0,-1 0 0 0 0,1 1-1 0 0,0-1 1 0 0,0 0-1 0 0,-1 0 1 0 0,1 0 0 0 0,0 0-1 0 0,0 0 1 0 0,0 0 0 0 0,-1 0-1 0 0,2 0 1 0 0,21-11-569 0 0,13-25-537 0 0,-35 35 1092 0 0,40-54-1367 0 0,-30 39 1327 0 0,0 1 0 0 0,0 0-1 0 0,19-18 1 0 0,-29 33 137 0 0,-1-1 1 0 0,0 1 0 0 0,1-1 0 0 0,-1 1 0 0 0,1 0-1 0 0,-1-1 1 0 0,1 1 0 0 0,-1 0 0 0 0,1-1-1 0 0,-1 1 1 0 0,1 0 0 0 0,-1 0 0 0 0,1-1 0 0 0,-1 1-1 0 0,1 0 1 0 0,0 0 0 0 0,-1 0 0 0 0,1 0 0 0 0,-1 0-1 0 0,1 0 1 0 0,0 0 0 0 0,-1 0 0 0 0,1 0-1 0 0,-1 0 1 0 0,1 0 0 0 0,-1 0 0 0 0,1 0 0 0 0,0 0-1 0 0,-1 1 1 0 0,1-1 0 0 0,-1 0 0 0 0,1 0 0 0 0,-1 1-1 0 0,1-1 1 0 0,-1 0 0 0 0,1 1 0 0 0,-1-1-1 0 0,0 1 1 0 0,1-1 0 0 0,-1 0 0 0 0,1 1 0 0 0,-1-1-1 0 0,0 1 1 0 0,1-1 0 0 0,-1 1 0 0 0,0-1 0 0 0,0 1-1 0 0,1-1 1 0 0,-1 1 0 0 0,0 0 0 0 0,0-1-1 0 0,0 2 1 0 0,10 39 1199 0 0,-7-27-1042 0 0,-2-7-412 0 0,1-1 0 0 0,1 0 0 0 0,-1 0 1 0 0,1 0-1 0 0,0 0 0 0 0,0 0 0 0 0,0 0 0 0 0,1-1 0 0 0,0 1 0 0 0,0-1 0 0 0,1 0 0 0 0,-1 0 0 0 0,9 5 1 0 0,7 6-5403 0 0</inkml:trace>
</inkml:ink>
</file>

<file path=ppt/ink/ink3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6.8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46 20 11522 0 0,'3'-11'294'0'0,"-1"2"2367"0"0,-6 19 507 0 0,-6 17-2508 0 0,1 2 1 0 0,1-1-1 0 0,2 1 0 0 0,1 0 0 0 0,1 1 0 0 0,1-1 1 0 0,2 1-1 0 0,3 36 0 0 0,3-3-1475 0 0,4-1 0 0 0,29 112 0 0 0,-30-145-6788 0 0</inkml:trace>
</inkml:ink>
</file>

<file path=ppt/ink/ink3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7.0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21 104 6913 0 0,'-1'0'45'0'0,"0"-1"-1"0"0,-1 1 0 0 0,1 0 1 0 0,0-1-1 0 0,0 1 0 0 0,-1-1 1 0 0,1 1-1 0 0,0-1 0 0 0,0 0 0 0 0,0 1 1 0 0,-1-1-1 0 0,1 0 0 0 0,0 0 1 0 0,0 0-1 0 0,-1-1 0 0 0,2 1-22 0 0,0 1-1 0 0,0-1 0 0 0,-1 1 0 0 0,1-1 0 0 0,0 1 1 0 0,0-1-1 0 0,0 1 0 0 0,0-1 0 0 0,0 1 0 0 0,0-1 1 0 0,0 1-1 0 0,0-1 0 0 0,0 1 0 0 0,1-1 0 0 0,-1 1 1 0 0,0-1-1 0 0,0 1 0 0 0,0-1 0 0 0,0 1 0 0 0,1-1 1 0 0,-1 1-1 0 0,0-1 0 0 0,1 1 0 0 0,-1 0 0 0 0,0-1 1 0 0,1 0-1 0 0,4-3 87 0 0,0 0 1 0 0,0-1-1 0 0,0 2 1 0 0,12-7-1 0 0,-16 9-107 0 0,15-7-837 0 0,0 1 1 0 0,0 1-1 0 0,0 1 1 0 0,0 0 0 0 0,30-4-1 0 0,-17 3 278 0 0,-4 0 448 0 0</inkml:trace>
</inkml:ink>
</file>

<file path=ppt/ink/ink3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7.18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0 6913 0 0,'-2'4'701'0'0,"1"0"0"0"0,0 0-1 0 0,0 1 1 0 0,0-1-1 0 0,1 0 1 0 0,-1 0 0 0 0,1 0-1 0 0,0 8 1 0 0,0-5 158 0 0,-1 31 2247 0 0,7 72 1 0 0,-4-93-3599 0 0,1 0-1 0 0,0-1 1 0 0,2 1 0 0 0,0-1 0 0 0,1 0-1 0 0,12 25 1 0 0</inkml:trace>
</inkml:ink>
</file>

<file path=ppt/ink/ink3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7.3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0 8754 0 0,'-4'0'384'0'0,"1"0"88"0"0,3 1-376 0 0,0 1-96 0 0,0-1 0 0 0,2 1 0 0 0,-1-1-144 0 0,1 2-48 0 0,0 2 0 0 0,3 4-8 0 0,2 2 200 0 0,1 3-64 0 0,3 3 64 0 0,2 1 0 0 0</inkml:trace>
</inkml:ink>
</file>

<file path=ppt/ink/ink3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7.9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27 136 1840 0 0,'0'4'401'0'0,"-1"-1"-1"0"0,0 1 0 0 0,0 0 0 0 0,0 0 0 0 0,0 0 0 0 0,-1-1 0 0 0,-2 6 0 0 0,-8 24 3442 0 0,12-31-3688 0 0,0 0 0 0 0,-1 0 0 0 0,1 0 0 0 0,0 0 0 0 0,0 0 0 0 0,1 0 0 0 0,-1 0 0 0 0,0 0 0 0 0,1 1 0 0 0,-1-2 0 0 0,1 1 0 0 0,-1 0 0 0 0,1 0 0 0 0,0 0 0 0 0,0 0 0 0 0,0 0 0 0 0,0 0 0 0 0,0-1 0 0 0,1 1 0 0 0,-1-1 0 0 0,0 1 0 0 0,1-1 0 0 0,-1 1 0 0 0,1-1 0 0 0,0 0 0 0 0,3 3 0 0 0,-2-3 42 0 0,0 0-1 0 0,1 1 1 0 0,-1-1 0 0 0,0 0-1 0 0,1-1 1 0 0,-1 1-1 0 0,1-1 1 0 0,-1 1-1 0 0,1-1 1 0 0,0 0-1 0 0,-1 0 1 0 0,1-1 0 0 0,-1 1-1 0 0,5-2 1 0 0,-5 2-119 0 0,-1-1 0 0 0,1 0 0 0 0,0 0 0 0 0,-1 0 0 0 0,1 0 0 0 0,-1 0 0 0 0,0 0 0 0 0,1 0 0 0 0,-1-1 0 0 0,0 0 0 0 0,0 1 0 0 0,0-1 0 0 0,0 0 0 0 0,0 0 0 0 0,0 0 0 0 0,0 0 0 0 0,2-4 0 0 0,-3 4-94 0 0,-1 0-1 0 0,1 0 1 0 0,-1 0 0 0 0,0 0 0 0 0,0 0-1 0 0,1-1 1 0 0,-1 1 0 0 0,0 0 0 0 0,-1 0 0 0 0,1 0-1 0 0,0 0 1 0 0,-1 0 0 0 0,1 0 0 0 0,-1 0-1 0 0,0 0 1 0 0,1 0 0 0 0,-1 0 0 0 0,0 1-1 0 0,0-1 1 0 0,0 0 0 0 0,0 0 0 0 0,-1 1-1 0 0,1-1 1 0 0,0 0 0 0 0,-1 1 0 0 0,1 0-1 0 0,-4-3 1 0 0,2 2-176 0 0,0 0 1 0 0,-1-1-1 0 0,1 1 0 0 0,-1 1 0 0 0,0-1 0 0 0,1 0 0 0 0,-1 1 0 0 0,0 0 0 0 0,0 0 1 0 0,0 0-1 0 0,-5 0 0 0 0,-41-3-2777 0 0,41 3-636 0 0,23-9 3508 0 0,0-1 0 0 0,0-1 1 0 0,18-20-1 0 0,-25 23 452 0 0,1 0 0 0 0,1 1 0 0 0,-1 0 0 0 0,1 0 0 0 0,1 1 0 0 0,-1 0 0 0 0,1 1 0 0 0,1 0 1 0 0,-1 0-1 0 0,16-5 0 0 0,-25 11-261 0 0,-1-1 1 0 0,1 1-1 0 0,0 0 1 0 0,0 0-1 0 0,0 0 1 0 0,-1 0 0 0 0,1 0-1 0 0,0 0 1 0 0,0 0-1 0 0,0 0 1 0 0,0 0-1 0 0,-1 0 1 0 0,1 0-1 0 0,0 0 1 0 0,0 0-1 0 0,0 1 1 0 0,-1-1-1 0 0,1 0 1 0 0,0 1 0 0 0,0-1-1 0 0,-1 1 1 0 0,1-1-1 0 0,0 1 1 0 0,-1-1-1 0 0,1 1 1 0 0,0-1-1 0 0,-1 1 1 0 0,1-1-1 0 0,-1 1 1 0 0,1 0 0 0 0,-1-1-1 0 0,1 1 1 0 0,-1 0-1 0 0,1 1 1 0 0,7 34 571 0 0,-2-4-1030 0 0,-5-30 342 0 0,0 0 1 0 0,0 0-1 0 0,0 0 0 0 0,0 0 1 0 0,0-1-1 0 0,0 1 0 0 0,1-1 1 0 0,-1 1-1 0 0,0 0 0 0 0,1-1 1 0 0,0 0-1 0 0,-1 1 1 0 0,1-1-1 0 0,0 0 0 0 0,-1 0 1 0 0,1 0-1 0 0,0 0 0 0 0,0 0 1 0 0,0-1-1 0 0,0 1 0 0 0,0 0 1 0 0,0-1-1 0 0,0 0 1 0 0,0 1-1 0 0,0-1 0 0 0,0 0 1 0 0,0 0-1 0 0,1 0 0 0 0,-1 0 1 0 0,0-1-1 0 0,0 1 0 0 0,0 0 1 0 0,0-1-1 0 0,2 0 0 0 0,7-4 153 0 0,0 0-1 0 0,0 0 1 0 0,0-1 0 0 0,19-14-1 0 0,-1 1 151 0 0,-19 13-164 0 0,-3 2 229 0 0,-1 0 0 0 0,1 0 0 0 0,0 1 0 0 0,12-5 0 0 0,-18 8-241 0 0,0-1 0 0 0,1 1 0 0 0,-1 0 0 0 0,0 0 0 0 0,0 0 0 0 0,0 0 0 0 0,0 0 1 0 0,0 0-1 0 0,0 0 0 0 0,0 0 0 0 0,0 0 0 0 0,0 0 0 0 0,0 0 0 0 0,0 1 0 0 0,0-1 0 0 0,0 0 0 0 0,0 1 0 0 0,0-1 0 0 0,0 1 0 0 0,0-1 0 0 0,0 1 0 0 0,0-1 0 0 0,0 1 1 0 0,0 0-1 0 0,0 0 0 0 0,-1-1 0 0 0,1 1 0 0 0,0 0 0 0 0,-1 0 0 0 0,1 0 0 0 0,0 0 0 0 0,-1 0 0 0 0,1 0 0 0 0,-1-1 0 0 0,1 1 0 0 0,-1 1 0 0 0,0-1 0 0 0,1 0 0 0 0,-1 0 1 0 0,0 1-1 0 0,3 9 200 0 0,-1-1-326 0 0,0 0 0 0 0,1 0-1 0 0,0 0 1 0 0,0 0 0 0 0,1-1 0 0 0,1 0 0 0 0,0 0 0 0 0,0 0-1 0 0,9 12 1 0 0,-1-7-949 0 0</inkml:trace>
</inkml:ink>
</file>

<file path=ppt/ink/ink3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8.77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44 1 11058 0 0,'-21'74'1625'0'0,"14"-47"-1389"0"0,2 0 0 0 0,0 0 0 0 0,2 1 0 0 0,1-1 0 0 0,2 46 0 0 0,0-72-221 0 0,0 1 0 0 0,1-1 0 0 0,-1 1-1 0 0,0-1 1 0 0,1 0 0 0 0,-1 1 0 0 0,0-1 0 0 0,1 0 0 0 0,0 1 0 0 0,-1-1-1 0 0,1 0 1 0 0,0 0 0 0 0,0 1 0 0 0,0-1 0 0 0,-1 0 0 0 0,3 1-1 0 0,-2-1-6 0 0,-1-1 0 0 0,1 0-1 0 0,0 1 1 0 0,-1-1-1 0 0,1 0 1 0 0,0 0-1 0 0,0 0 1 0 0,-1 1-1 0 0,1-1 1 0 0,0 0 0 0 0,0 0-1 0 0,-1 0 1 0 0,1 0-1 0 0,0 0 1 0 0,0 0-1 0 0,-1 0 1 0 0,1-1-1 0 0,0 1 1 0 0,0 0-1 0 0,-1 0 1 0 0,2-1 0 0 0,1-1-20 0 0,0 1 1 0 0,-1-1 0 0 0,0 1 0 0 0,1-1 0 0 0,-1 0 0 0 0,0 0 0 0 0,0 0 0 0 0,0-1-1 0 0,0 1 1 0 0,0 0 0 0 0,0-1 0 0 0,-1 1 0 0 0,3-5 0 0 0,4-15 189 0 0,0 0 1 0 0,-2 0 0 0 0,0-1 0 0 0,-2 0-1 0 0,0 0 1 0 0,-2 0 0 0 0,0-32-1 0 0,21 102 2739 0 0,-20-41-2873 0 0,1 0 1 0 0,-1-1-1 0 0,1 1 0 0 0,1-1 0 0 0,-1 0 1 0 0,1 0-1 0 0,-1-1 0 0 0,1 0 0 0 0,1 1 1 0 0,-1-2-1 0 0,1 1 0 0 0,-1-1 0 0 0,1 1 1 0 0,0-2-1 0 0,10 5 0 0 0,-8-5-332 0 0,0 0-1 0 0,0 0 1 0 0,0 0-1 0 0,0-1 0 0 0,0 0 1 0 0,0-1-1 0 0,14-1 1 0 0,2-2-5890 0 0</inkml:trace>
</inkml:ink>
</file>

<file path=ppt/ink/ink3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8.9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 0 14283 0 0,'-2'1'87'0'0,"0"-1"0"0"0,0 1 0 0 0,1-1 1 0 0,-1 1-1 0 0,1 0 0 0 0,-1 0 0 0 0,1 0 0 0 0,-1 0 0 0 0,1 0 0 0 0,-1 0 1 0 0,1 0-1 0 0,0 0 0 0 0,0 1 0 0 0,0-1 0 0 0,0 0 0 0 0,-1 1 0 0 0,2-1 1 0 0,-1 1-1 0 0,0-1 0 0 0,0 1 0 0 0,0-1 0 0 0,1 1 0 0 0,-1 0 0 0 0,1-1 0 0 0,-1 1 1 0 0,1 0-1 0 0,0 3 0 0 0,-3 6 384 0 0,2-1 0 0 0,-1 1 0 0 0,1 13 0 0 0,3 13-50 0 0,0 0 1 0 0,3 0-1 0 0,1 0 1 0 0,2 0 0 0 0,22 64-1 0 0,-12-53-2037 0 0,45 81 0 0 0,-49-105-4902 0 0</inkml:trace>
</inkml:ink>
</file>

<file path=ppt/ink/ink3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9.1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43 165 14283 0 0,'-43'-13'1552'0'0,"63"-6"-789"0"0,1 5-158 0 0,39-20 0 0 0,73-22-4437 0 0,-102 44 2669 0 0,13-5 641 0 0</inkml:trace>
</inkml:ink>
</file>

<file path=ppt/ink/ink3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19.8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157 63 6449 0 0,'0'-1'186'0'0,"0"-1"-1"0"0,-1 1 0 0 0,1 0 0 0 0,0-1 1 0 0,0 1-1 0 0,-1 0 0 0 0,1 0 0 0 0,-1-1 1 0 0,1 1-1 0 0,-1 0 0 0 0,1 0 0 0 0,-1 0 1 0 0,0-1-1 0 0,0 1 0 0 0,1 0 1 0 0,-1 0-1 0 0,0 0 0 0 0,0 0 0 0 0,0 0 1 0 0,0 1-1 0 0,0-1 0 0 0,0 0 0 0 0,-1 0 1 0 0,1 1-1 0 0,0-1 0 0 0,0 1 0 0 0,0-1 1 0 0,-1 1-1 0 0,1-1 0 0 0,0 1 0 0 0,-1 0 1 0 0,1 0-1 0 0,0-1 0 0 0,-1 1 0 0 0,1 0 1 0 0,0 0-1 0 0,-1 0 0 0 0,1 0 1 0 0,0 1-1 0 0,-1-1 0 0 0,1 0 0 0 0,0 1 1 0 0,0-1-1 0 0,-1 1 0 0 0,0 0 0 0 0,-3 1 80 0 0,1 1 0 0 0,0-1 0 0 0,-1 1 1 0 0,1 0-1 0 0,0 0 0 0 0,1 1 0 0 0,-1-1 0 0 0,1 1 0 0 0,-1 0 0 0 0,1 0 0 0 0,-2 4 0 0 0,-5 10-161 0 0,1 0 1 0 0,1 0-1 0 0,1 1 1 0 0,1 0-1 0 0,0 0 1 0 0,-5 39-1 0 0,8-31-9 0 0,0 1-1 0 0,2-1 1 0 0,2 1 0 0 0,4 41-1 0 0,-2-57-77 0 0,0 0-1 0 0,0 0 1 0 0,1 0-1 0 0,1 0 1 0 0,0-1 0 0 0,1 1-1 0 0,0-1 1 0 0,0-1-1 0 0,1 1 1 0 0,1-1 0 0 0,0 0-1 0 0,0-1 1 0 0,1 0-1 0 0,0 0 1 0 0,11 7 0 0 0,-12-9-3 0 0,1-1 1 0 0,0 0 0 0 0,0 0 0 0 0,0-1 0 0 0,1 0-1 0 0,-1-1 1 0 0,1 0 0 0 0,0-1 0 0 0,1 0 0 0 0,-1 0-1 0 0,0-1 1 0 0,1-1 0 0 0,-1 0 0 0 0,1 0 0 0 0,0-1-1 0 0,-1 0 1 0 0,1-1 0 0 0,12-2 0 0 0,-14 1 20 0 0,0-1 0 0 0,0-1 0 0 0,0 0 0 0 0,-1 0 0 0 0,1-1 0 0 0,-1 0 0 0 0,0 0 0 0 0,-1-1 0 0 0,1 1 0 0 0,-1-2 0 0 0,0 1 0 0 0,-1-1 0 0 0,9-12 0 0 0,-6 9 124 0 0,-2-1-1 0 0,0-1 1 0 0,0 1 0 0 0,-1-1-1 0 0,0-1 1 0 0,-1 1-1 0 0,0-1 1 0 0,5-26 0 0 0,-8 21-8 0 0,-1 0 0 0 0,0-1 0 0 0,-1 1 1 0 0,-1-1-1 0 0,-1 1 0 0 0,-1-1 0 0 0,0 1 1 0 0,-1 0-1 0 0,-1 0 0 0 0,-1 1 0 0 0,-1-1 1 0 0,-11-20-1 0 0,12 24-79 0 0,-1 1-1 0 0,-1 0 1 0 0,0 1 0 0 0,-1 0-1 0 0,0 0 1 0 0,-1 1-1 0 0,0 0 1 0 0,-1 1 0 0 0,0 0-1 0 0,-1 0 1 0 0,0 2 0 0 0,0-1-1 0 0,-1 1 1 0 0,0 1 0 0 0,-23-9-1 0 0,27 13-159 0 0,0 1 1 0 0,0 0-1 0 0,0 1 0 0 0,0 0 0 0 0,0 0 0 0 0,0 1 0 0 0,0 0 0 0 0,-15 2 0 0 0,-17 7-6490 0 0,12 0-976 0 0</inkml:trace>
</inkml:ink>
</file>

<file path=ppt/ink/ink3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24.0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13 124 6913 0 0,'-1'-1'119'0'0,"1"1"0"0"0,-1-1-1 0 0,0 1 1 0 0,0-1 0 0 0,0 0-1 0 0,1 1 1 0 0,-1-1 0 0 0,0 0-1 0 0,1 1 1 0 0,-1-1-1 0 0,1 0 1 0 0,-1 0 0 0 0,1 0-1 0 0,-1 1 1 0 0,1-1 0 0 0,-1 0-1 0 0,1 0 1 0 0,0 0 0 0 0,-1 0-1 0 0,1 0 1 0 0,0 0-1 0 0,0 0 1 0 0,0 0 0 0 0,0 0-1 0 0,0 0 1 0 0,0 0 0 0 0,0 0-1 0 0,0 0 1 0 0,0 0 0 0 0,0 1-1 0 0,1-3 1 0 0,19-27 3529 0 0,-16 25-3899 0 0,1 0 515 0 0,-1 0 0 0 0,1 0 0 0 0,-1 0 0 0 0,1 1 0 0 0,1 0 0 0 0,-1 0 0 0 0,1 0 1 0 0,-1 0-1 0 0,1 1 0 0 0,0 0 0 0 0,13-4 0 0 0,-17 6-195 0 0,1 1 1 0 0,0-1-1 0 0,0 1 1 0 0,-1 0-1 0 0,1 0 0 0 0,0 0 1 0 0,0 0-1 0 0,-1 1 1 0 0,1-1-1 0 0,0 1 1 0 0,0-1-1 0 0,-1 1 0 0 0,1 0 1 0 0,-1 0-1 0 0,1 0 1 0 0,-1 1-1 0 0,1-1 1 0 0,-1 0-1 0 0,0 1 0 0 0,1 0 1 0 0,-1-1-1 0 0,0 1 1 0 0,0 0-1 0 0,0 0 1 0 0,0 0-1 0 0,-1 0 0 0 0,1 1 1 0 0,-1-1-1 0 0,1 0 1 0 0,1 6-1 0 0,4 7 7 0 0,-1 0 0 0 0,0 0 0 0 0,-1 1-1 0 0,-1 0 1 0 0,0 0 0 0 0,-2 0 0 0 0,1 0 0 0 0,-2 0-1 0 0,0 1 1 0 0,-3 23 0 0 0,-1 0-159 0 0,-2 0 0 0 0,-2-1 0 0 0,-13 43 0 0 0,15-64-91 0 0,-1 0 0 0 0,-1 0 0 0 0,0 0 0 0 0,-18 29 0 0 0,48-93 435 0 0,-2-1 0 0 0,-2-1-1 0 0,17-62 1 0 0,50-195 1054 0 0,-84 298-1088 0 0,-4 9 181 0 0,-6 16 439 0 0,5-12-662 0 0,2-1-174 0 0,0 0 1 0 0,0-1-1 0 0,0 1 1 0 0,1 0-1 0 0,0 0 1 0 0,0-1-1 0 0,0 1 1 0 0,0 0-1 0 0,1 0 0 0 0,0 0 1 0 0,0-1-1 0 0,3 8 1 0 0,0 8 28 0 0,3 36-50 0 0,-3-11 79 0 0,3-1 1 0 0,1 1 0 0 0,25 72 0 0 0,-29-105-122 0 0,2 1 0 0 0,-1-1-1 0 0,2-1 1 0 0,-1 1 0 0 0,2-1 0 0 0,-1 0 0 0 0,2-1 0 0 0,-1 0 0 0 0,1 0 0 0 0,1-1 0 0 0,0 0-1 0 0,0 0 1 0 0,1-1 0 0 0,0-1 0 0 0,0 0 0 0 0,1 0 0 0 0,14 5 0 0 0,-6-4-807 0 0,-1-2-235 0 0</inkml:trace>
</inkml:ink>
</file>

<file path=ppt/ink/ink3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24.3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69 5985 0 0,'0'-5'939'0'0,"1"0"-1"0"0,-1 0 1 0 0,1 0 0 0 0,0 0-1 0 0,0 0 1 0 0,0 1-1 0 0,1-1 1 0 0,-1 0-1 0 0,1 1 1 0 0,1 0-1 0 0,-1-1 1 0 0,5-6 0 0 0,-6 11-852 0 0,-1 0 0 0 0,0 0 0 0 0,1 0 0 0 0,-1 0 0 0 0,1 0 1 0 0,-1 0-1 0 0,0 1 0 0 0,1-1 0 0 0,-1 0 0 0 0,0 0 0 0 0,1 0 0 0 0,-1 1 1 0 0,0-1-1 0 0,1 0 0 0 0,-1 1 0 0 0,0-1 0 0 0,0 0 0 0 0,1 1 1 0 0,-1-1-1 0 0,0 0 0 0 0,0 1 0 0 0,0-1 0 0 0,0 0 0 0 0,1 1 1 0 0,-1-1-1 0 0,0 0 0 0 0,0 1 0 0 0,0-1 0 0 0,0 1 0 0 0,0-1 1 0 0,0 0-1 0 0,0 1 0 0 0,0-1 0 0 0,0 1 0 0 0,0-1 0 0 0,0 0 1 0 0,0 1-1 0 0,0 0 0 0 0,2 19 361 0 0,2 26 35 0 0,19 164-1677 0 0,-16-177-6446 0 0</inkml:trace>
</inkml:ink>
</file>

<file path=ppt/ink/ink3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29.0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65 125 10514 0 0,'0'-7'453'0'0,"-1"1"0"0"0,0-1 1 0 0,0 1-1 0 0,0 0 0 0 0,-1 0 0 0 0,1 0 0 0 0,-1 0 0 0 0,-1 0 0 0 0,1 0 0 0 0,-1 0 1 0 0,0 1-1 0 0,-5-7 0 0 0,8 12-397 0 0,-1-1 1 0 0,1 1-1 0 0,0-1 0 0 0,-1 1 0 0 0,1 0 1 0 0,0-1-1 0 0,-1 1 0 0 0,1 0 1 0 0,0 0-1 0 0,-1-1 0 0 0,1 1 1 0 0,-1 0-1 0 0,1 0 0 0 0,-1 0 1 0 0,1 0-1 0 0,0-1 0 0 0,-1 1 1 0 0,1 0-1 0 0,-1 0 0 0 0,1 0 1 0 0,-1 0-1 0 0,1 0 0 0 0,-1 0 1 0 0,1 0-1 0 0,-1 0 0 0 0,1 0 1 0 0,-1 1-1 0 0,1-1 0 0 0,-1 0 1 0 0,1 0-1 0 0,0 0 0 0 0,-1 0 1 0 0,1 1-1 0 0,-1-1 0 0 0,1 0 1 0 0,0 0-1 0 0,-1 1 0 0 0,1-1 1 0 0,-1 0-1 0 0,1 1 0 0 0,0-1 1 0 0,0 0-1 0 0,-1 1 0 0 0,1-1 1 0 0,0 0-1 0 0,0 1 0 0 0,-1-1 1 0 0,1 1-1 0 0,0-1 0 0 0,0 1 1 0 0,0-1-1 0 0,0 1 0 0 0,-1-1 1 0 0,1 0-1 0 0,0 1 0 0 0,0-1 1 0 0,0 1-1 0 0,0 0 0 0 0,-7 33 481 0 0,6-32-447 0 0,-3 30-118 0 0,1 0 0 0 0,2-1 0 0 0,1 1 0 0 0,1 0 0 0 0,6 32 0 0 0,-4-44-14 0 0,1 0 0 0 0,1 0 0 0 0,0 0 0 0 0,2 0 0 0 0,0-1 0 0 0,2 0 1 0 0,0 0-1 0 0,20 30 0 0 0,-24-43 49 0 0,0-1 1 0 0,0 1 0 0 0,0-1-1 0 0,1 0 1 0 0,-1 0 0 0 0,1-1 0 0 0,0 0-1 0 0,1 0 1 0 0,-1 0 0 0 0,1-1 0 0 0,0 0-1 0 0,0 0 1 0 0,14 3 0 0 0,-18-5-1 0 0,0 0 1 0 0,0-1-1 0 0,0 0 0 0 0,0 1 1 0 0,0-1-1 0 0,0-1 1 0 0,0 1-1 0 0,0 0 0 0 0,0-1 1 0 0,0 1-1 0 0,0-1 1 0 0,0 0-1 0 0,-1 0 1 0 0,1 0-1 0 0,0 0 0 0 0,0 0 1 0 0,-1-1-1 0 0,1 1 1 0 0,-1-1-1 0 0,1 0 1 0 0,-1 0-1 0 0,0 0 0 0 0,1 0 1 0 0,-1 0-1 0 0,0 0 1 0 0,0-1-1 0 0,-1 1 1 0 0,1-1-1 0 0,0 1 0 0 0,-1-1 1 0 0,0 0-1 0 0,1 1 1 0 0,-1-1-1 0 0,0 0 0 0 0,-1 0 1 0 0,2-4-1 0 0,1-6-60 0 0,-1-1-1 0 0,-1 1 1 0 0,0-1 0 0 0,0 0-1 0 0,-3-14 1 0 0,1 14 12 0 0,1 1 0 0 0,0 0 0 0 0,1 0 0 0 0,0-1 0 0 0,5-15 0 0 0,-6 29 38 0 0,0-1 0 0 0,0 1 0 0 0,0-1 0 0 0,1 1 0 0 0,-1-1 0 0 0,0 1 0 0 0,0 0 0 0 0,1-1 0 0 0,-1 1 0 0 0,0-1 0 0 0,1 1 0 0 0,-1 0 0 0 0,1-1 1 0 0,-1 1-1 0 0,0 0 0 0 0,1 0 0 0 0,-1-1 0 0 0,1 1 0 0 0,-1 0 0 0 0,0 0 0 0 0,1 0 0 0 0,-1-1 0 0 0,1 1 0 0 0,-1 0 0 0 0,1 0 0 0 0,-1 0 0 0 0,1 0 1 0 0,-1 0-1 0 0,1 0 0 0 0,-1 0 0 0 0,1 0 0 0 0,-1 0 0 0 0,1 0 0 0 0,-1 0 0 0 0,1 0 0 0 0,-1 1 0 0 0,1-1 0 0 0,-1 0 0 0 0,1 0 0 0 0,-1 0 0 0 0,0 1 1 0 0,1-1-1 0 0,-1 0 0 0 0,1 0 0 0 0,-1 1 0 0 0,0-1 0 0 0,1 0 0 0 0,-1 1 0 0 0,0-1 0 0 0,1 1 0 0 0,25 23-323 0 0,-19-17 225 0 0,-1-2 168 0 0,0 0 0 0 0,1 0 0 0 0,0-1 0 0 0,0 0 0 0 0,0 0 0 0 0,0-1 0 0 0,1 0 0 0 0,-1 0 0 0 0,1 0 0 0 0,0-1 0 0 0,0-1 0 0 0,0 1 0 0 0,0-1 0 0 0,0 0 0 0 0,0-1 0 0 0,0 0 0 0 0,0 0 0 0 0,0-1 0 0 0,0 0 0 0 0,0 0 0 0 0,0-1 0 0 0,-1 0 0 0 0,1 0 0 0 0,0-1 0 0 0,-1 0 0 0 0,0-1 0 0 0,1 1 0 0 0,-1-1 0 0 0,-1-1 0 0 0,1 1 0 0 0,-1-1 0 0 0,1 0 0 0 0,-1-1 0 0 0,-1 1 0 0 0,1-1-1 0 0,-1 0 1 0 0,0-1 0 0 0,-1 1 0 0 0,1-1 0 0 0,5-12 0 0 0,-3 2 138 0 0,0-1 0 0 0,-1 0-1 0 0,-1-1 1 0 0,-1 0 0 0 0,4-34 0 0 0,-5-23-1334 0 0,-5 3-5967 0 0</inkml:trace>
</inkml:ink>
</file>

<file path=ppt/ink/ink3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29.2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11979 0 0,'4'5'786'0'0,"0"-1"1"0"0,-1 1-1 0 0,0 0 1 0 0,0 0 0 0 0,0 0-1 0 0,-1 0 1 0 0,0 0 0 0 0,0 1-1 0 0,2 7 1 0 0,10 57 413 0 0,-10-44-644 0 0,1 6-295 0 0,0 4-447 0 0,2-1 0 0 0,23 68 1 0 0,-22-83-596 0 0</inkml:trace>
</inkml:ink>
</file>

<file path=ppt/ink/ink3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29.4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9 25349 0 0,'-1'0'112'0'0,"-1"-1"7"0"0,1 0 0 0 0,-1 0 0 0 0,0 0 0 0 0,0 0 0 0 0,0 1 1 0 0,0-1-1 0 0,1 0 0 0 0,-1 1 0 0 0,0-1 0 0 0,-4 1 0 0 0,3 9-4130 0 0,11 7 2371 0 0,13 5-1109 0 0,18 4 1098 0 0,-25-19 1639 0 0</inkml:trace>
</inkml:ink>
</file>

<file path=ppt/ink/ink3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30.9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43 28 3225 0 0,'-7'2'-25'0'0,"-28"14"6748"0"0,35-15-6622 0 0,0-1-1 0 0,0 0 0 0 0,0 1 1 0 0,0-1-1 0 0,0 0 0 0 0,0 1 0 0 0,1-1 1 0 0,-1 0-1 0 0,0 0 0 0 0,0 1 0 0 0,0-1 1 0 0,1 0-1 0 0,-1 0 0 0 0,0 1 1 0 0,0-1-1 0 0,1 0 0 0 0,-1 0 0 0 0,0 0 1 0 0,0 1-1 0 0,1-1 0 0 0,-1 0 1 0 0,0 0-1 0 0,1 0 0 0 0,-1 0 0 0 0,0 0 1 0 0,1 0-1 0 0,-1 0 0 0 0,0 0 0 0 0,1 0 1 0 0,-1 1-1 0 0,0-1 0 0 0,1-1 1 0 0,-1 1-1 0 0,0 0 0 0 0,1 0 0 0 0,-1 0 1 0 0,0 0-1 0 0,1 0 0 0 0,-1 0 0 0 0,0 0 1 0 0,0 0-1 0 0,1-1 0 0 0,17-1 1262 0 0,140-27 3847 0 0,-101 20-4994 0 0,0 3 0 0 0,69 2 0 0 0,-70 5-477 0 0,0 1-1475 0 0,-19-1-3964 0 0,-18-1-232 0 0</inkml:trace>
</inkml:ink>
</file>

<file path=ppt/ink/ink3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31.2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36 43 5985 0 0,'-22'-42'14030'0'0,"14"76"-10887"0"0,4 5-2998 0 0,3-1-1 0 0,1 1 0 0 0,1-1 1 0 0,9 45-1 0 0,23 72-2454 0 0,-21-112-5441 0 0</inkml:trace>
</inkml:ink>
</file>

<file path=ppt/ink/ink3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32.3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96 11522 0 0,'0'0'887'0'0,"2"-2"-643"0"0,0-1 0 0 0,-1 1 1 0 0,1 1-1 0 0,0-1 0 0 0,0 0 0 0 0,0 0 0 0 0,0 1 0 0 0,0-1 0 0 0,1 1 0 0 0,3-2 0 0 0,-2 0 123 0 0,2-1-163 0 0,0 1 0 0 0,0-1 0 0 0,0 1-1 0 0,0 0 1 0 0,1 1 0 0 0,-1-1 0 0 0,1 1 0 0 0,-1 0 0 0 0,1 1 0 0 0,0 0 0 0 0,0 0 0 0 0,0 0 0 0 0,0 1 0 0 0,13 1 0 0 0,-15 0-122 0 0,-1 0 0 0 0,1 1-1 0 0,-1-1 1 0 0,1 1 0 0 0,-1 0 0 0 0,0 0 0 0 0,0 0-1 0 0,0 0 1 0 0,0 1 0 0 0,0 0 0 0 0,0 0-1 0 0,-1 0 1 0 0,0 0 0 0 0,1 0 0 0 0,-1 1 0 0 0,0 0-1 0 0,0-1 1 0 0,-1 1 0 0 0,1 0 0 0 0,-1 0 0 0 0,0 1-1 0 0,0-1 1 0 0,1 5 0 0 0,-1-2-109 0 0,0 0-1 0 0,-1 0 1 0 0,1 0 0 0 0,-2 0-1 0 0,1 1 1 0 0,-1-1-1 0 0,0 0 1 0 0,0 0 0 0 0,-1 0-1 0 0,0 1 1 0 0,-1-1 0 0 0,1 0-1 0 0,-1 0 1 0 0,0 0 0 0 0,-5 9-1 0 0,3-8-16 0 0,1 0 1 0 0,-2-1-1 0 0,1 1 0 0 0,-1-1 0 0 0,0 0 1 0 0,-1 0-1 0 0,1-1 0 0 0,-1 1 0 0 0,-1-1 0 0 0,1-1 1 0 0,-1 1-1 0 0,-11 6 0 0 0,18-11 46 0 0,0-1 1 0 0,-1 0-1 0 0,1 0 1 0 0,0 1-1 0 0,0-1 0 0 0,-1 0 1 0 0,1 0-1 0 0,0 1 0 0 0,-1-1 1 0 0,1 0-1 0 0,0 0 0 0 0,-1 0 1 0 0,1 0-1 0 0,0 1 0 0 0,-1-1 1 0 0,1 0-1 0 0,0 0 0 0 0,-1 0 1 0 0,1 0-1 0 0,0 0 0 0 0,-1 0 1 0 0,1 0-1 0 0,-1 0 0 0 0,1 0 1 0 0,0 0-1 0 0,-1 0 0 0 0,1 0 1 0 0,0 0-1 0 0,-1 0 0 0 0,1 0 1 0 0,-1-1-1 0 0,1 1 0 0 0,0 0 1 0 0,-1 0-1 0 0,1 0 0 0 0,0 0 1 0 0,0-1-1 0 0,-1 1 0 0 0,5-16 104 0 0,18-19-148 0 0,53-91-248 0 0,0 1 1019 0 0,-68 115-773 0 0,9-13 1290 0 0,-16 23-1235 0 0,0 0 0 0 0,0 0 0 0 0,0 0-1 0 0,0 0 1 0 0,0 0 0 0 0,0 0 0 0 0,0 0 0 0 0,0 0 0 0 0,0 0 0 0 0,0 0 0 0 0,0 1 0 0 0,0-1 0 0 0,0 0 0 0 0,0 0 0 0 0,0 0 0 0 0,0 0 0 0 0,0 0 0 0 0,1 0 0 0 0,-1 0 0 0 0,0 0 0 0 0,0 0 0 0 0,0 0 0 0 0,0 0 0 0 0,0 0 0 0 0,0 0 0 0 0,0 0-1 0 0,0 0 1 0 0,0 1 0 0 0,0-1 0 0 0,0 0 0 0 0,0 0 0 0 0,0 0 0 0 0,0 0 0 0 0,1 0 0 0 0,-1 0 0 0 0,0 0 0 0 0,0 0 0 0 0,0 0 0 0 0,0 0 0 0 0,0 0 0 0 0,0 0 0 0 0,0 0 0 0 0,0 0 0 0 0,0 0 0 0 0,0 0 0 0 0,0 0 0 0 0,1 0 0 0 0,-1 0 0 0 0,0 0-1 0 0,0 0 1 0 0,0 0 0 0 0,0-1 0 0 0,0 1 0 0 0,0 0 0 0 0,0 0 0 0 0,0 0 0 0 0,0 0 0 0 0,0 0 0 0 0,0 0 0 0 0,0 0 0 0 0,0 0 0 0 0,0 0 0 0 0,0 0 0 0 0,1 0 0 0 0,-1 0 0 0 0,0 0 0 0 0,0 0 0 0 0,0 0 0 0 0,0-1 0 0 0,-4 18 440 0 0,-5 16-235 0 0,1 1-1 0 0,1 0 0 0 0,1 0 1 0 0,0 37-1 0 0,6-61-196 0 0,1 0 0 0 0,0 0 0 0 0,0 0 0 0 0,1 0 0 0 0,0 0 0 0 0,0-1 0 0 0,1 1 0 0 0,5 10 0 0 0,-5-14-41 0 0,0-1 1 0 0,0 1 0 0 0,1-1-1 0 0,0 0 1 0 0,-1-1 0 0 0,2 1 0 0 0,-1-1-1 0 0,0 1 1 0 0,1-1 0 0 0,0-1-1 0 0,0 1 1 0 0,0-1 0 0 0,1 1 0 0 0,8 3-1 0 0,6 0-1737 0 0,3-3-6025 0 0</inkml:trace>
</inkml:ink>
</file>

<file path=ppt/ink/ink3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33.1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1 147 10594 0 0,'0'-1'123'0'0,"0"-1"0"0"0,0 1 1 0 0,-1-1-1 0 0,1 1 0 0 0,0 0 0 0 0,1-1 0 0 0,-1 1 0 0 0,0-1 0 0 0,0 1 0 0 0,1-1 0 0 0,-1 1 0 0 0,0 0 0 0 0,1-1 1 0 0,0 1-1 0 0,-1 0 0 0 0,1-1 0 0 0,0 1 0 0 0,-1 0 0 0 0,3-2 0 0 0,19-26 1571 0 0,-18 24-1533 0 0,4-3 205 0 0,0 0 0 0 0,0 0 0 0 0,0 0 0 0 0,1 1 0 0 0,0 0-1 0 0,1 1 1 0 0,-1 0 0 0 0,1 1 0 0 0,0 0 0 0 0,11-4 0 0 0,-17 8-318 0 0,-1 0 0 0 0,1-1 1 0 0,-1 2-1 0 0,1-1 0 0 0,0 0 0 0 0,-1 1 1 0 0,1 0-1 0 0,0-1 0 0 0,-1 1 0 0 0,1 1 1 0 0,0-1-1 0 0,-1 1 0 0 0,1-1 0 0 0,-1 1 1 0 0,1 0-1 0 0,0 0 0 0 0,-1 1 0 0 0,0-1 1 0 0,1 1-1 0 0,-1-1 0 0 0,0 1 0 0 0,0 0 0 0 0,0 1 1 0 0,0-1-1 0 0,0 0 0 0 0,-1 1 0 0 0,1-1 1 0 0,-1 1-1 0 0,1 0 0 0 0,-1 0 0 0 0,0 0 1 0 0,0 0-1 0 0,0 0 0 0 0,1 5 0 0 0,2 3-35 0 0,-2-1 0 0 0,1 2 0 0 0,-1-1 0 0 0,-1 0 0 0 0,0 0 0 0 0,0 1 0 0 0,-2-1 0 0 0,1 1 0 0 0,-1 0 0 0 0,-1-1 0 0 0,0 1 0 0 0,0-1 0 0 0,-7 20 0 0 0,-2 7 341 0 0,-2 0 0 0 0,-29 58 1 0 0,36-85-156 0 0,3-9-126 0 0,0 1 0 0 0,0 0 0 0 0,0 0 0 0 0,1-1 0 0 0,0 1 0 0 0,-1 0 0 0 0,1 0 0 0 0,0 1 0 0 0,1-1 0 0 0,-1 0 0 0 0,1 0 0 0 0,-1 0 0 0 0,1 6 0 0 0,0-9-65 0 0,1 1 1 0 0,0-1-1 0 0,-1 1 0 0 0,1-1 0 0 0,-1 0 0 0 0,1 1 0 0 0,0-1 0 0 0,-1 0 0 0 0,1 1 1 0 0,0-1-1 0 0,0 0 0 0 0,-1 0 0 0 0,1 0 0 0 0,0 0 0 0 0,0 0 0 0 0,-1 0 0 0 0,1 0 1 0 0,0 0-1 0 0,-1 0 0 0 0,1 0 0 0 0,0 0 0 0 0,0 0 0 0 0,-1 0 0 0 0,1 0 0 0 0,1-1 0 0 0,21-8-134 0 0,-20 8 99 0 0,72-36-919 0 0,-45 20 165 0 0</inkml:trace>
</inkml:ink>
</file>

<file path=ppt/ink/ink3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33.6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3 137 2761 0 0,'0'-1'156'0'0,"-1"-1"0"0"0,1 1 1 0 0,0-1-1 0 0,-1 1 1 0 0,1 0-1 0 0,0-1 1 0 0,0 1-1 0 0,0-1 1 0 0,0 1-1 0 0,0-1 1 0 0,0 1-1 0 0,21-28 12400 0 0,-20 37-11225 0 0,-1 10-404 0 0,-6 21 101 0 0,0-8-668 0 0,2 0 1 0 0,1-1 0 0 0,2 1-1 0 0,2 34 1 0 0,0-58-346 0 0,-1-1 1 0 0,1 1-1 0 0,1 0 1 0 0,-1-1-1 0 0,1 1 1 0 0,0-1-1 0 0,0 0 0 0 0,1 0 1 0 0,0 0-1 0 0,0 0 1 0 0,1 0-1 0 0,-1 0 1 0 0,1-1-1 0 0,0 0 0 0 0,1 0 1 0 0,-1 0-1 0 0,1 0 1 0 0,0-1-1 0 0,0 1 1 0 0,1-1-1 0 0,-1-1 1 0 0,1 1-1 0 0,0-1 0 0 0,10 5 1 0 0,-13-7-17 0 0,0 1 0 0 0,0-1 1 0 0,0 0-1 0 0,0 0 0 0 0,0-1 1 0 0,1 1-1 0 0,-1 0 0 0 0,0-1 1 0 0,0 0-1 0 0,1 0 0 0 0,-1 0 0 0 0,0 0 1 0 0,0 0-1 0 0,0-1 0 0 0,1 0 1 0 0,-1 1-1 0 0,0-1 0 0 0,0 0 0 0 0,0-1 1 0 0,0 1-1 0 0,0 0 0 0 0,-1-1 1 0 0,1 1-1 0 0,0-1 0 0 0,0 0 1 0 0,-1 0-1 0 0,0 0 0 0 0,1-1 0 0 0,-1 1 1 0 0,0 0-1 0 0,0-1 0 0 0,0 1 1 0 0,0-1-1 0 0,2-4 0 0 0,3-8-46 0 0,-1 0 0 0 0,0-1 0 0 0,-1 0 0 0 0,-1 0 0 0 0,4-24 0 0 0,-1 6 42 0 0,-5 27-11 0 0,0 0-1 0 0,0 0 1 0 0,0 0 0 0 0,1 1-1 0 0,0-1 1 0 0,6-7 0 0 0,-9 12 4 0 0,1 1 0 0 0,0 0 0 0 0,-1 0 0 0 0,1 0 0 0 0,0 0-1 0 0,0 0 1 0 0,0 0 0 0 0,0 1 0 0 0,0-1 0 0 0,0 0 0 0 0,0 0 0 0 0,0 1 0 0 0,0-1 0 0 0,1 1 0 0 0,-1-1 0 0 0,0 1 0 0 0,0-1 0 0 0,0 1 0 0 0,1-1 0 0 0,-1 1 0 0 0,0 0 0 0 0,0 0 0 0 0,1 0 0 0 0,-1 0 0 0 0,0 0 0 0 0,1 0-1 0 0,-1 0 1 0 0,0 0 0 0 0,0 1 0 0 0,1-1 0 0 0,-1 0 0 0 0,0 1 0 0 0,0-1 0 0 0,0 1 0 0 0,1-1 0 0 0,-1 1 0 0 0,0 0 0 0 0,0-1 0 0 0,0 1 0 0 0,0 0 0 0 0,0 0 0 0 0,1 1 0 0 0,5 4-71 0 0,6 5 123 0 0,-1-1-1 0 0,1 0 0 0 0,23 13 1 0 0,-31-21 18 0 0,1 0 0 0 0,-1 0 0 0 0,0 0 0 0 0,0-1 0 0 0,1 1 1 0 0,-1-1-1 0 0,1 0 0 0 0,-1-1 0 0 0,1 0 0 0 0,-1 1 0 0 0,1-2 0 0 0,-1 1 0 0 0,1-1 0 0 0,9-2 1 0 0,-8 1-10 0 0,0-1 1 0 0,0 0 0 0 0,0-1 0 0 0,0 0-1 0 0,0 0 1 0 0,-1 0 0 0 0,1-1 0 0 0,-1 0-1 0 0,-1 0 1 0 0,1 0 0 0 0,-1-1 0 0 0,0 0-1 0 0,0 0 1 0 0,0 0 0 0 0,-1-1 0 0 0,0 1-1 0 0,0-1 1 0 0,-1 0 0 0 0,5-12 0 0 0,0-5-388 0 0,0 0 0 0 0,-1-1 0 0 0,-2 0 0 0 0,5-44 0 0 0,-10 46-2727 0 0</inkml:trace>
</inkml:ink>
</file>

<file path=ppt/ink/ink3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33.9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44 4609 0 0,'14'-1'1526'0'0,"-1"-1"1"0"0,0-1-1 0 0,0 0 0 0 0,0 0 1 0 0,13-6-1 0 0,-13 4-149 0 0,1 0-1 0 0,0 1 1 0 0,0 1-1 0 0,28-3 1 0 0,-38 6-1301 0 0,0 0-1 0 0,0 0 1 0 0,0 1 0 0 0,0 0 0 0 0,0-1-1 0 0,0 1 1 0 0,0 0 0 0 0,-1 1-1 0 0,1-1 1 0 0,0 1 0 0 0,-1 0-1 0 0,1 0 1 0 0,-1 0 0 0 0,1 0 0 0 0,-1 0-1 0 0,0 1 1 0 0,0 0 0 0 0,0-1-1 0 0,0 1 1 0 0,0 0 0 0 0,4 7-1 0 0,-3-3-49 0 0,-1-1-1 0 0,1 1 0 0 0,-1 0 0 0 0,0 0 0 0 0,-1 0 0 0 0,0 0 0 0 0,0 1 0 0 0,0-1 0 0 0,-1 0 0 0 0,0 1 0 0 0,-1 9 1 0 0,0 12 158 0 0,-7 47 1 0 0,1-27 346 0 0,6-49-517 0 0,0 1 1 0 0,0-1-1 0 0,-1 1 1 0 0,1-1-1 0 0,0 1 1 0 0,0-1-1 0 0,0 1 1 0 0,0-1-1 0 0,0 1 1 0 0,0-1-1 0 0,1 1 1 0 0,-1-1-1 0 0,0 1 0 0 0,0-1 1 0 0,0 1-1 0 0,0-1 1 0 0,0 1-1 0 0,1-1 1 0 0,-1 0-1 0 0,0 1 1 0 0,0-1-1 0 0,1 1 1 0 0,-1-1-1 0 0,0 0 1 0 0,1 1-1 0 0,-1-1 0 0 0,1 0 1 0 0,-1 1-1 0 0,0-1 1 0 0,1 0-1 0 0,-1 0 1 0 0,1 1-1 0 0,-1-1 1 0 0,0 0-1 0 0,1 0 1 0 0,-1 0-1 0 0,1 1 1 0 0,-1-1-1 0 0,1 0 0 0 0,-1 0 1 0 0,1 0-1 0 0,-1 0 1 0 0,1 0-1 0 0,-1 0 1 0 0,1 0-1 0 0,-1 0 1 0 0,1 0-1 0 0,-1 0 1 0 0,1-1-1 0 0,-1 1 1 0 0,1 0-1 0 0,-1 0 0 0 0,1 0 1 0 0,-1-1-1 0 0,0 1 1 0 0,1 0-1 0 0,-1 0 1 0 0,1-1-1 0 0,-1 1 1 0 0,0 0-1 0 0,1-1 1 0 0,-1 1-1 0 0,29-20 226 0 0,42-52 194 0 0,-44 44-2162 0 0,2 0-3944 0 0,-3 5-1940 0 0</inkml:trace>
</inkml:ink>
</file>

<file path=ppt/ink/ink3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34.6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26 9674 0 0,'6'-8'3301'0'0,"-6"7"-3001"0"0,1 1 0 0 0,0-1 1 0 0,0 1-1 0 0,-1 0 0 0 0,1-1 0 0 0,0 1 0 0 0,0 0 0 0 0,0-1 0 0 0,-1 1 0 0 0,1 0 0 0 0,1 0 1 0 0,24-9 1922 0 0,14 6-1344 0 0,-1 2 0 0 0,0 1 0 0 0,70 10 0 0 0,28 2-908 0 0,-32-14-1412 0 0,-35-9-3344 0 0,-53 7-1210 0 0</inkml:trace>
</inkml:ink>
</file>

<file path=ppt/ink/ink3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34.9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 79 2761 0 0,'6'-28'2598'0'0,"2"-23"11487"0"0,-11 123-11551 0 0,-15 81 1 0 0,-2 15-2734 0 0,18-136 115 0 0,2 1 1 0 0,1-1-1 0 0,5 36 1 0 0,0-38-1716 0 0,2-5-6179 0 0</inkml:trace>
</inkml:ink>
</file>

<file path=ppt/ink/ink3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35.8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25 10138 0 0,'0'-2'619'0'0,"0"1"-1"0"0,6-13 5567 0 0,-3 10-5567 0 0,-3 4-520 0 0,0 0-1 0 0,0-1 0 0 0,0 1 0 0 0,1 0 1 0 0,-1 0-1 0 0,0-1 0 0 0,1 1 0 0 0,-1 0 0 0 0,0 0 1 0 0,1-1-1 0 0,-1 1 0 0 0,0 0 0 0 0,1 0 1 0 0,-1 0-1 0 0,0 0 0 0 0,1 0 0 0 0,-1-1 1 0 0,0 1-1 0 0,1 0 0 0 0,-1 0 0 0 0,1 0 0 0 0,-1 0 1 0 0,0 0-1 0 0,1 0 0 0 0,-1 0 0 0 0,1 0 1 0 0,-1 0-1 0 0,0 1 0 0 0,1-1 0 0 0,-1 0 1 0 0,0 0-1 0 0,1 0 0 0 0,-1 0 0 0 0,0 0 1 0 0,1 1-1 0 0,-1-1 0 0 0,0 0 0 0 0,1 0 0 0 0,-1 1 1 0 0,0-1-1 0 0,1 0 0 0 0,-1 0 0 0 0,0 1 1 0 0,0-1-1 0 0,0 0 0 0 0,1 1 0 0 0,-1-1 1 0 0,0 0-1 0 0,0 1 0 0 0,0-1 0 0 0,1 2 826 0 0,1 22-774 0 0,-2-24-141 0 0,0 0 1 0 0,0 0-1 0 0,0 0 0 0 0,0 0 0 0 0,0 1 1 0 0,0-1-1 0 0,0 0 0 0 0,0 0 0 0 0,0 0 1 0 0,0 0-1 0 0,1 0 0 0 0,-1 0 0 0 0,0 0 1 0 0,0 0-1 0 0,0 1 0 0 0,0-1 0 0 0,0 0 1 0 0,0 0-1 0 0,1 0 0 0 0,-1 0 0 0 0,0 0 1 0 0,0 0-1 0 0,0 0 0 0 0,0 0 0 0 0,0 0 1 0 0,1 0-1 0 0,-1 0 0 0 0,0 0 0 0 0,0 0 1 0 0,0 0-1 0 0,0 0 0 0 0,0 0 0 0 0,1 0 1 0 0,-1 0-1 0 0,0 0 0 0 0,0 0 0 0 0,0 0 1 0 0,0 0-1 0 0,0 0 0 0 0,1 0 0 0 0,-1 0 1 0 0,0-1-1 0 0,0 1 0 0 0,0 0 0 0 0,0 0 0 0 0,0 0 1 0 0,0 0-1 0 0,1 0 0 0 0,-1 0 0 0 0,0 0 1 0 0,0 0-1 0 0,0-1 0 0 0,0 1 0 0 0,0 0 1 0 0,0 0-1 0 0,0 0 0 0 0,0 0 0 0 0,0 0 1 0 0,0-1-1 0 0,0 1 0 0 0,0 0 0 0 0,0 0 1 0 0,0 0-1 0 0,0 0 0 0 0,0 0 0 0 0,0-1 1 0 0,0 1-1 0 0,1-16 308 0 0,-2 9-391 0 0,1 7 141 0 0,-1 0 1 0 0,-5 143 116 0 0,0 37-326 0 0,7-157 119 0 0,2-1-1 0 0,0 1 1 0 0,1-1-1 0 0,1 0 1 0 0,2 0 0 0 0,8 23-1 0 0,-6-26-3 0 0,1 9-58 0 0,2-1 0 0 0,1-1 0 0 0,1 0 0 0 0,26 36 0 0 0,-29-55-2166 0 0</inkml:trace>
</inkml:ink>
</file>

<file path=ppt/ink/ink3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36.1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25 104 6449 0 0,'-2'-1'372'0'0,"0"0"0"0"0,0-1-1 0 0,1 1 1 0 0,-1 0 0 0 0,1 0-1 0 0,-1-1 1 0 0,1 1 0 0 0,0-1-1 0 0,-1 1 1 0 0,1-1 0 0 0,0 0-1 0 0,0 1 1 0 0,0-1 0 0 0,0 0-1 0 0,1 0 1 0 0,-1 0 0 0 0,0 0-1 0 0,1 0 1 0 0,-1 0-1 0 0,1 0 1 0 0,0 0 0 0 0,0 0-1 0 0,-1 0 1 0 0,1 0 0 0 0,0 0-1 0 0,1-2 1 0 0,0 1-160 0 0,0 1-1 0 0,0 0 1 0 0,1-1-1 0 0,-1 1 1 0 0,1 0-1 0 0,-1 0 1 0 0,1 0-1 0 0,0 0 1 0 0,0 0 0 0 0,0 0-1 0 0,0 0 1 0 0,0 1-1 0 0,0-1 1 0 0,0 1-1 0 0,1-1 1 0 0,-1 1-1 0 0,1 0 1 0 0,-1 0 0 0 0,4-1-1 0 0,6-2-34 0 0,0 0 0 0 0,0 1 0 0 0,0 1 0 0 0,1 0 0 0 0,-1 0 0 0 0,1 1 0 0 0,-1 1 0 0 0,1 0 0 0 0,-1 1 0 0 0,1 0 0 0 0,-1 1 0 0 0,1 0 0 0 0,23 8-1 0 0,-27-6-143 0 0,1-1-1 0 0,-1 2 0 0 0,0-1 0 0 0,0 1 0 0 0,-1 1 0 0 0,1-1 0 0 0,-1 1 0 0 0,0 1 0 0 0,-1 0 1 0 0,0 0-1 0 0,0 0 0 0 0,0 1 0 0 0,-1 0 0 0 0,0 0 0 0 0,0 1 0 0 0,-1-1 0 0 0,7 18 0 0 0,-9-18-27 0 0,0 0 0 0 0,-1 1 0 0 0,0-1 0 0 0,-1 1 0 0 0,1 0 0 0 0,-2-1 0 0 0,1 1 0 0 0,-1 0 0 0 0,-1 0 0 0 0,1 0 0 0 0,-2-1 0 0 0,1 1 0 0 0,-1 0 0 0 0,0-1-1 0 0,-1 0 1 0 0,0 1 0 0 0,0-1 0 0 0,-1 0 0 0 0,0 0 0 0 0,0-1 0 0 0,-1 1 0 0 0,-10 12 0 0 0,2-6-54 0 0,0 0 0 0 0,-1 0-1 0 0,0-1 1 0 0,-1-1 0 0 0,-1 0 0 0 0,0-1-1 0 0,0-1 1 0 0,-1-1 0 0 0,-26 11 0 0 0,17-10-426 0 0</inkml:trace>
</inkml:ink>
</file>

<file path=ppt/ink/ink3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38.4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36 5529 0 0,'-4'-35'16804'0'0,"41"383"-16010"0"0,2 11-779 0 0,-39-358-102 0 0,5 24-1928 0 0</inkml:trace>
</inkml:ink>
</file>

<file path=ppt/ink/ink3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38.6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13 6449 0 0,'-13'2'653'0'0,"21"-6"2530"0"0,18-4 628 0 0,-21 7-3497 0 0,0 0 0 0 0,1 1 0 0 0,-1 0-1 0 0,0 0 1 0 0,0 0 0 0 0,0 1 0 0 0,1 0 0 0 0,-1-1-1 0 0,0 2 1 0 0,0-1 0 0 0,0 1 0 0 0,0 0-1 0 0,0 0 1 0 0,-1 0 0 0 0,1 0 0 0 0,0 1 0 0 0,4 4-1 0 0,9 6 289 0 0,-1 2 0 0 0,28 29 0 0 0,-10-9-98 0 0,-6-11-244 0 0,54 35 1 0 0,-33-27-5019 0 0,-39-25 2850 0 0,10 6-4935 0 0</inkml:trace>
</inkml:ink>
</file>

<file path=ppt/ink/ink3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38.93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259 23 6913 0 0,'-3'-7'1407'0'0,"-8"-8"4941"0"0,10 15-6191 0 0,0 0 0 0 0,0 0 1 0 0,0 0-1 0 0,0 0 0 0 0,0 0 0 0 0,0 0 0 0 0,0 1 0 0 0,0-1 0 0 0,0 0 0 0 0,0 1 0 0 0,0-1 0 0 0,0 0 0 0 0,0 1 0 0 0,0-1 0 0 0,0 1 0 0 0,0 0 1 0 0,0-1-1 0 0,1 1 0 0 0,-1 0 0 0 0,0 0 0 0 0,0 0 0 0 0,-18 16 391 0 0,2 1-1 0 0,1 1 1 0 0,0 0 0 0 0,1 1-1 0 0,-19 33 1 0 0,15-18-299 0 0,2 0 0 0 0,-23 67 0 0 0,18-23-989 0 0,14-26-2673 0 0,8-34-3221 0 0</inkml:trace>
</inkml:ink>
</file>

<file path=ppt/ink/ink3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39.5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5 204 5065 0 0,'-1'-3'269'0'0,"0"0"-1"0"0,0 0 1 0 0,1 0 0 0 0,-1 0-1 0 0,1 0 1 0 0,-1-1-1 0 0,1 1 1 0 0,0 0 0 0 0,0 0-1 0 0,0 0 1 0 0,1 0 0 0 0,-1 0-1 0 0,1 0 1 0 0,-1 0-1 0 0,1 0 1 0 0,0 0 0 0 0,1 0-1 0 0,-1 0 1 0 0,0 0-1 0 0,1 0 1 0 0,-1 1 0 0 0,1-1-1 0 0,0 0 1 0 0,0 1 0 0 0,0 0-1 0 0,0-1 1 0 0,0 1-1 0 0,3-2 1 0 0,-3 2-43 0 0,1 0 0 0 0,-1 0-1 0 0,1 0 1 0 0,-1 0 0 0 0,1 0 0 0 0,0 1 0 0 0,0-1-1 0 0,-1 1 1 0 0,1 0 0 0 0,0 0 0 0 0,0 0-1 0 0,0 0 1 0 0,1 1 0 0 0,-1-1 0 0 0,0 1 0 0 0,0-1-1 0 0,0 1 1 0 0,0 0 0 0 0,0 0 0 0 0,0 1 0 0 0,1-1-1 0 0,-1 1 1 0 0,0-1 0 0 0,0 1 0 0 0,0 0-1 0 0,0 0 1 0 0,0 1 0 0 0,3 1 0 0 0,1 2-132 0 0,1 1 0 0 0,-1 1-1 0 0,-1-1 1 0 0,1 1 0 0 0,-1 1 0 0 0,0-1 0 0 0,-1 1 0 0 0,0 0-1 0 0,0 0 1 0 0,-1 0 0 0 0,0 1 0 0 0,0-1 0 0 0,-1 1 0 0 0,0 0-1 0 0,0 0 1 0 0,-1 0 0 0 0,-1 1 0 0 0,1-1 0 0 0,-1 12 0 0 0,0 1-126 0 0,-1 0 0 0 0,-1-1-1 0 0,-1 1 1 0 0,-1-1 0 0 0,-1 0 0 0 0,0 0 0 0 0,-11 28 0 0 0,14-44 26 0 0,-1 0 0 0 0,0 1-1 0 0,0-1 1 0 0,-1 0 0 0 0,0 0 0 0 0,1 0 0 0 0,-1 0-1 0 0,-1-1 1 0 0,1 1 0 0 0,-1-1 0 0 0,-4 5-1 0 0,7-9-2 0 0,1 0-1 0 0,0-1 1 0 0,-1 1-1 0 0,1 0 0 0 0,0 0 1 0 0,-1 0-1 0 0,1 0 1 0 0,0 0-1 0 0,0 0 1 0 0,-1 0-1 0 0,1-1 0 0 0,0 1 1 0 0,0 0-1 0 0,-1 0 1 0 0,1 0-1 0 0,0-1 0 0 0,0 1 1 0 0,-1 0-1 0 0,1 0 1 0 0,0-1-1 0 0,0 1 0 0 0,0 0 1 0 0,0-1-1 0 0,0 1 1 0 0,-1 0-1 0 0,1 0 0 0 0,0-1 1 0 0,0 1-1 0 0,0 0 1 0 0,0-1-1 0 0,0 1 0 0 0,0 0 1 0 0,0-1-1 0 0,0 1 1 0 0,0 0-1 0 0,0-1 0 0 0,0 1 1 0 0,0 0-1 0 0,0 0 1 0 0,0-1-1 0 0,0 1 0 0 0,0 0 1 0 0,1-1-1 0 0,-1 1 1 0 0,1-21-768 0 0,-1 20 744 0 0,3-22-746 0 0,2 0 1 0 0,0 1-1 0 0,1 0 0 0 0,11-27 1 0 0,44-86-1023 0 0,-35 81 1512 0 0,3 1 106 0 0,-21 40 368 0 0,0 0 0 0 0,-1-1 0 0 0,-1 1 0 0 0,0-1 0 0 0,7-25 0 0 0,-13 38-105 0 0,0 0 0 0 0,0 0 0 0 0,1 0 1 0 0,-1 0-1 0 0,0 1 0 0 0,0-1 0 0 0,0 0 0 0 0,0 0 0 0 0,0 0 0 0 0,0 0 0 0 0,-1 0 1 0 0,1 0-1 0 0,0 0 0 0 0,0 1 0 0 0,-1-1 0 0 0,1 0 0 0 0,-1-1 0 0 0,1 1 3 0 0,-1 1-1 0 0,1 0 1 0 0,0 0-1 0 0,-1 0 0 0 0,1-1 1 0 0,0 1-1 0 0,-1 0 1 0 0,1 0-1 0 0,-1 0 1 0 0,1 0-1 0 0,0 0 0 0 0,-1 0 1 0 0,1 0-1 0 0,-1 0 1 0 0,1 0-1 0 0,0 0 1 0 0,-1 0-1 0 0,1 0 0 0 0,-1 0 1 0 0,1 0-1 0 0,0 0 1 0 0,-1 0-1 0 0,1 0 1 0 0,0 0-1 0 0,-1 1 0 0 0,0-1 1 0 0,-1 1 117 0 0,0 0-1 0 0,0 1 1 0 0,0-1 0 0 0,0 0-1 0 0,0 1 1 0 0,0 0 0 0 0,1-1-1 0 0,-1 1 1 0 0,0 0 0 0 0,1 0-1 0 0,-3 3 1 0 0,-2 11-69 0 0,0 1-1 0 0,0-1 1 0 0,2 1 0 0 0,0 0 0 0 0,1 0-1 0 0,0 1 1 0 0,2-1 0 0 0,0 1-1 0 0,1-1 1 0 0,0 1 0 0 0,2-1-1 0 0,3 19 1 0 0,-3-30-73 0 0,-1 1 1 0 0,1-1-1 0 0,1 0 0 0 0,0 0 0 0 0,-1 0 0 0 0,2 0 1 0 0,-1 0-1 0 0,1-1 0 0 0,0 1 0 0 0,0-1 0 0 0,0 0 1 0 0,1 0-1 0 0,0-1 0 0 0,0 1 0 0 0,10 6 0 0 0,-2-2-223 0 0,2 0-1 0 0,20 9 0 0 0,9 1-3146 0 0,-15-7-983 0 0,-11-4-2272 0 0</inkml:trace>
</inkml:ink>
</file>

<file path=ppt/ink/ink3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39.7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0 17508 0 0,'-1'7'301'0'0,"0"0"-1"0"0,1 0 1 0 0,0 0 0 0 0,0 0 0 0 0,1 0 0 0 0,0 0-1 0 0,0 0 1 0 0,1 0 0 0 0,3 8 0 0 0,1 11 502 0 0,-2-2-336 0 0,7 34-847 0 0,32 103 0 0 0,-36-141-7163 0 0</inkml:trace>
</inkml:ink>
</file>

<file path=ppt/ink/ink3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40.0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18 10594 0 0,'20'-5'1284'0'0,"0"0"0"0"0,1 2-1 0 0,-1 0 1 0 0,1 2 0 0 0,21 0 0 0 0,124 10-242 0 0,-101-5-1293 0 0,-22-1-2620 0 0,-23-1-3112 0 0</inkml:trace>
</inkml:ink>
</file>

<file path=ppt/ink/ink3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40.3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5 11058 0 0,'-3'-4'7788'0'0,"4"17"-4157"0"0,4 40-3379 0 0,0 4 29 0 0,1 48 59 0 0,31 155-1 0 0,-31-235-687 0 0</inkml:trace>
</inkml:ink>
</file>

<file path=ppt/ink/ink3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41.7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46 11522 0 0,'-1'0'69'0'0,"1"0"0"0"0,0-1 0 0 0,-1 1 0 0 0,1 0 0 0 0,0 0 0 0 0,0-1 0 0 0,-1 1 0 0 0,1 0 0 0 0,0-1 0 0 0,0 1 0 0 0,-1 0 0 0 0,1 0 0 0 0,0-1 0 0 0,0 1 0 0 0,0 0 0 0 0,0-1 0 0 0,0 1 0 0 0,-1-1 0 0 0,1 1 0 0 0,0 0-1 0 0,0-1 1 0 0,0 1 0 0 0,0 0 0 0 0,0-1 0 0 0,0 1 0 0 0,0 0 0 0 0,0-1 0 0 0,0 1 0 0 0,0-1 0 0 0,1 1 0 0 0,-1 0 0 0 0,0-1 0 0 0,0 1 0 0 0,0 0 0 0 0,0-1 0 0 0,0 1 0 0 0,1 0 0 0 0,-1-1 0 0 0,0 1 0 0 0,0 0 0 0 0,1-1-1 0 0,8-15 901 0 0,-6 14-890 0 0,1 0 0 0 0,0 0 0 0 0,-1 0 0 0 0,1 1 0 0 0,0 0 0 0 0,0-1 0 0 0,0 1 0 0 0,0 0 0 0 0,1 1 0 0 0,-1-1 0 0 0,0 1 0 0 0,0 0 0 0 0,0 0 0 0 0,7 1 0 0 0,8 1 264 0 0,36 9 0 0 0,-29-5 171 0 0,-17-5-315 0 0,-6-1-123 0 0,-1 0-1 0 0,1 0 1 0 0,-1 0 0 0 0,1 1 0 0 0,-1-1-1 0 0,1 1 1 0 0,-1-1 0 0 0,0 1-1 0 0,1 0 1 0 0,-1 0 0 0 0,0 0 0 0 0,1 0-1 0 0,-1 1 1 0 0,3 2 0 0 0,-6-1 97 0 0,-1 0 1 0 0,1 0 0 0 0,-1 0 0 0 0,0 0-1 0 0,0 0 1 0 0,0 0 0 0 0,-4 3 0 0 0,-2 6 197 0 0,5-8-340 0 0,1 0 0 0 0,0 1-1 0 0,0-1 1 0 0,1 1 0 0 0,-1 0-1 0 0,1 0 1 0 0,0 0 0 0 0,0 0 0 0 0,0-1-1 0 0,1 1 1 0 0,0 0 0 0 0,0 0-1 0 0,1 8 1 0 0,-17-52 1124 0 0,16 38-1194 0 0,0 0 1 0 0,1 1-1 0 0,-1-1 1 0 0,0 0-1 0 0,0 1 1 0 0,0-1-1 0 0,0 0 1 0 0,0 1-1 0 0,1-1 0 0 0,-1 1 1 0 0,0-1-1 0 0,1 0 1 0 0,-1 1-1 0 0,0-1 1 0 0,1 1-1 0 0,-1-1 1 0 0,1 1-1 0 0,-1-1 1 0 0,1 0-1 0 0</inkml:trace>
</inkml:ink>
</file>

<file path=ppt/ink/ink3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42.5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70 2304 0 0,'-6'-35'2818'0'0,"-1"1"6031"0"0,18 85-1073 0 0,-2 38-6880 0 0,-3-12-739 0 0,12 109 170 0 0,6 41-151 0 0,-15-169-390 0 0,30 105 1 0 0,-22-122-1771 0 0,-14-34 520 0 0</inkml:trace>
</inkml:ink>
</file>

<file path=ppt/ink/ink3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42.8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12899 0 0,'6'0'537'0'0,"0"1"-1"0"0,0 1 1 0 0,0-1 0 0 0,0 1 0 0 0,0 0 0 0 0,0 1-1 0 0,-1-1 1 0 0,1 1 0 0 0,7 5 0 0 0,50 36 2256 0 0,-59-41-2506 0 0,220 156 1389 0 0,-122-101-8254 0 0,-73-42-489 0 0</inkml:trace>
</inkml:ink>
</file>

<file path=ppt/ink/ink3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43.0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341 0 7370 0 0,'-15'4'1507'0'0,"-12"9"8344"0"0,16-4-9923 0 0,-27 26 2218 0 0,-40 46-1 0 0,49-47-2129 0 0,1 2 0 0 0,2 1 0 0 0,-32 60-1 0 0,35-39-1875 0 0,15-31-5735 0 0</inkml:trace>
</inkml:ink>
</file>

<file path=ppt/ink/ink3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49.0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17 190 10594 0 0,'-1'0'160'0'0,"1"0"0"0"0,-1 0-1 0 0,0 0 1 0 0,1-1 0 0 0,-1 1-1 0 0,0 0 1 0 0,0 0 0 0 0,1-1-1 0 0,-1 1 1 0 0,0 0-1 0 0,1-1 1 0 0,-1 1 0 0 0,1-1-1 0 0,-1 1 1 0 0,0 0 0 0 0,1-1-1 0 0,-1 0 1 0 0,1 1 0 0 0,-1-1-1 0 0,1 1 1 0 0,-1-1 0 0 0,1 1-1 0 0,0-1 1 0 0,-1 0 0 0 0,1 1-1 0 0,0-1 1 0 0,0 0 0 0 0,-1 0-1 0 0,1 1 1 0 0,0-2 0 0 0,0 0-38 0 0,1 1-1 0 0,-1 0 1 0 0,1 0 0 0 0,0-1 0 0 0,0 1 0 0 0,-1 0 0 0 0,1 0 0 0 0,0 0 0 0 0,0 0 0 0 0,0 0 0 0 0,0 0 0 0 0,0 0 0 0 0,0 0 0 0 0,2-1 0 0 0,43-21 418 0 0,-33 19-421 0 0,-1 0 0 0 0,1 0 0 0 0,0 2-1 0 0,0-1 1 0 0,0 2 0 0 0,1-1 0 0 0,-1 2 0 0 0,18 1 0 0 0,-26 0-88 0 0,1-1 1 0 0,-1 2-1 0 0,1-1 1 0 0,-1 0-1 0 0,0 1 1 0 0,1 0-1 0 0,-1 1 1 0 0,0-1-1 0 0,0 1 1 0 0,-1 0-1 0 0,1 0 1 0 0,0 0-1 0 0,-1 1 0 0 0,0-1 1 0 0,0 1-1 0 0,0 0 1 0 0,0 0-1 0 0,-1 1 1 0 0,1-1-1 0 0,-1 1 1 0 0,0 0-1 0 0,3 6 1 0 0,-2 2-86 0 0,0 0 0 0 0,0 0 0 0 0,-1 0 0 0 0,-1 1 1 0 0,0-1-1 0 0,-1 1 0 0 0,0-1 0 0 0,-1 1 0 0 0,-1-1 0 0 0,0 1 0 0 0,-1-1 0 0 0,0 0 1 0 0,-1 1-1 0 0,0-1 0 0 0,-1 0 0 0 0,-1-1 0 0 0,0 1 0 0 0,-1-1 0 0 0,0 0 1 0 0,-1 0-1 0 0,0-1 0 0 0,-16 20 0 0 0,-1-14 744 0 0,24-16-677 0 0,0-1-1 0 0,0 0 1 0 0,0 0-1 0 0,-1 0 1 0 0,1 0 0 0 0,0 0-1 0 0,0 0 1 0 0,0 0-1 0 0,0 0 1 0 0,-1 0-1 0 0,1 0 1 0 0,0 0-1 0 0,0 0 1 0 0,0 0 0 0 0,0 0-1 0 0,-1 0 1 0 0,1 0-1 0 0,0 0 1 0 0,0 0-1 0 0,0 0 1 0 0,0 0 0 0 0,0 0-1 0 0,-1 0 1 0 0,1-1-1 0 0,0 1 1 0 0,0 0-1 0 0,0 0 1 0 0,0 0-1 0 0,0 0 1 0 0,0 0 0 0 0,-1 0-1 0 0,1 0 1 0 0,0-1-1 0 0,0 1 1 0 0,0 0-1 0 0,0 0 1 0 0,0 0-1 0 0,0 0 1 0 0,0 0 0 0 0,0-1-1 0 0,0 1 1 0 0,0 0-1 0 0,0 0 1 0 0,3-17 174 0 0,55-101-1524 0 0,8-24 37 0 0,-40 58 1053 0 0,-20 60 676 0 0,1 1 0 0 0,1 0 0 0 0,0 0 0 0 0,2 0 0 0 0,13-20 0 0 0,-23 43-398 0 0,0 0 0 0 0,0 0 0 0 0,0 0 0 0 0,0 0 1 0 0,0 1-1 0 0,0-1 0 0 0,0 0 0 0 0,0 0 0 0 0,0 0 0 0 0,0 0 0 0 0,0 0 0 0 0,0 0 0 0 0,1 1 0 0 0,-1-1 0 0 0,0 0 0 0 0,0 0 1 0 0,0 0-1 0 0,0 0 0 0 0,0 0 0 0 0,0 0 0 0 0,0 0 0 0 0,1 0 0 0 0,-1 0 0 0 0,0 1 0 0 0,0-1 0 0 0,0 0 0 0 0,0 0 0 0 0,0 0 0 0 0,1 0 1 0 0,-1 0-1 0 0,0 0 0 0 0,0 0 0 0 0,0 0 0 0 0,0 0 0 0 0,0 0 0 0 0,1 0 0 0 0,-1 0 0 0 0,0 0 0 0 0,0 0 0 0 0,0 0 0 0 0,0 0 1 0 0,0 0-1 0 0,1-1 0 0 0,-1 1 0 0 0,0 0 0 0 0,0 0 0 0 0,0 0 0 0 0,0 0 0 0 0,0 0 0 0 0,0 0 0 0 0,1 0 0 0 0,-1 0 0 0 0,0 0 0 0 0,0 0 1 0 0,0-1-1 0 0,0 1 0 0 0,0 0 0 0 0,0 0 0 0 0,0 0 0 0 0,0 0 0 0 0,0 0 0 0 0,0-1 0 0 0,1 25 586 0 0,-6 28-321 0 0,-16 63-144 0 0,11-74-94 0 0,3 0 0 0 0,1 1 0 0 0,2 0 0 0 0,2 42 0 0 0,4-66-383 0 0,1-1 1 0 0,0 1 0 0 0,1-1-1 0 0,1 0 1 0 0,1 0-1 0 0,0-1 1 0 0,2 0 0 0 0,-1 0-1 0 0,2 0 1 0 0,0-1-1 0 0,19 24 1 0 0,-11-19-6649 0 0</inkml:trace>
</inkml:ink>
</file>

<file path=ppt/ink/ink3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49.4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3 104 5065 0 0,'-1'-2'236'0'0,"1"-1"0"0"0,-1 1 0 0 0,1 0 0 0 0,-1 0 0 0 0,1 0 0 0 0,0-1 0 0 0,0 1 0 0 0,0 0 0 0 0,0 0 0 0 0,1-1 0 0 0,-1 1 0 0 0,0 0 0 0 0,1 0 0 0 0,0 0-1 0 0,-1 0 1 0 0,1 0 0 0 0,0 0 0 0 0,0 0 0 0 0,0 0 0 0 0,1 0 0 0 0,-1 0 0 0 0,0 0 0 0 0,1 1 0 0 0,-1-1 0 0 0,3-2 0 0 0,1-2 466 0 0,1 0-1 0 0,-1 0 1 0 0,1 1 0 0 0,0 0-1 0 0,1 0 1 0 0,7-5-1 0 0,-13 10-612 0 0,0-1 0 0 0,0 0-1 0 0,1 1 1 0 0,-1-1-1 0 0,0 1 1 0 0,1-1 0 0 0,-1 1-1 0 0,1 0 1 0 0,-1-1-1 0 0,0 1 1 0 0,1 0 0 0 0,-1 0-1 0 0,1 0 1 0 0,-1 0-1 0 0,1 0 1 0 0,-1 1 0 0 0,0-1-1 0 0,1 0 1 0 0,-1 1-1 0 0,1-1 1 0 0,-1 1 0 0 0,2 0-1 0 0,0 1 1 0 0,-1 0 0 0 0,0 0-1 0 0,0 0 1 0 0,0 0 0 0 0,0 0-1 0 0,0 0 1 0 0,-1 0 0 0 0,1 0-1 0 0,0 1 1 0 0,1 4 0 0 0,2 4 43 0 0,-1 0 1 0 0,0 1-1 0 0,-1-1 0 0 0,3 16 1 0 0,-1 15 352 0 0,0 77-1 0 0,-1 1 1469 0 0,-4-120-1932 0 0,0 1-1 0 0,0-1 1 0 0,0 0 0 0 0,0 0 0 0 0,0 1 0 0 0,0-1-1 0 0,0 0 1 0 0,0 1 0 0 0,0-1 0 0 0,0 0 0 0 0,1 1 0 0 0,-1-1-1 0 0,0 0 1 0 0,0 0 0 0 0,0 1 0 0 0,0-1 0 0 0,0 0-1 0 0,1 0 1 0 0,-1 1 0 0 0,0-1 0 0 0,0 0 0 0 0,0 0-1 0 0,1 0 1 0 0,-1 1 0 0 0,0-1 0 0 0,0 0 0 0 0,1 0-1 0 0,-1 0 1 0 0,0 0 0 0 0,0 1 0 0 0,1-1 0 0 0,-1 0-1 0 0,0 0 1 0 0,1 0 0 0 0,-1 0 0 0 0,0 0 0 0 0,1 0-1 0 0,-1 0 1 0 0,15-7 310 0 0,14-21-271 0 0,-27 25-35 0 0,42-40-1127 0 0,53-41-1 0 0,-62 57-6713 0 0</inkml:trace>
</inkml:ink>
</file>

<file path=ppt/ink/ink3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49.9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88 122 6913 0 0,'-17'5'89'0'0,"-18"5"1878"0"0,0-11 6771 0 0,42-4-7654 0 0,9-3-296 0 0,33-10-60 0 0,1 3 1 0 0,0 2 0 0 0,67-10-1 0 0,-87 18-592 0 0,32-6 36 0 0,-20 5-50 0 0,71-21 0 0 0,-104 23-1846 0 0</inkml:trace>
</inkml:ink>
</file>

<file path=ppt/ink/ink3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51.4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44 4145 0 0,'3'-2'425'0'0,"-1"0"0"0"0,1 0 0 0 0,-1 1-1 0 0,1 0 1 0 0,0-1 0 0 0,0 1 0 0 0,0 0 0 0 0,0 0 0 0 0,5 0 0 0 0,-10 17 5224 0 0,3-2-4969 0 0,5 34 2560 0 0,-7-62-2740 0 0,-1 0 1 0 0,0 1 0 0 0,-1-1 0 0 0,0 1 0 0 0,-1 0 0 0 0,-6-14 0 0 0,27 45-29 0 0,1-3-4358 0 0</inkml:trace>
</inkml:ink>
</file>

<file path=ppt/ink/ink3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51.8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52 132 4145 0 0,'-19'-5'697'0'0,"-14"-1"1453"0"0,96-1 4803 0 0,39-20-3763 0 0,-46 12-2025 0 0,64-21-501 0 0,-41 7-4609 0 0,-64 23-1632 0 0</inkml:trace>
</inkml:ink>
</file>

<file path=ppt/ink/ink3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6:52.3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68 0 3225 0 0,'0'0'240'0'0,"-1"0"-63"0"0,0 1 335 0 0,-1-1 1 0 0,0 1-1 0 0,1 0 0 0 0,-1-1 1 0 0,1 1-1 0 0,0 0 0 0 0,-1 0 1 0 0,1 0-1 0 0,0 0 0 0 0,-1 0 0 0 0,1 0 1 0 0,0 1-1 0 0,0-1 0 0 0,0 0 1 0 0,0 0-1 0 0,-1 2 0 0 0,-15 24 2458 0 0,16-26-2745 0 0,-3 7 74 0 0,1-1 1 0 0,-1 1-1 0 0,1-1 0 0 0,0 1 1 0 0,1 0-1 0 0,0 0 0 0 0,0 1 1 0 0,1-1-1 0 0,0 0 0 0 0,0 0 1 0 0,1 1-1 0 0,0-1 0 0 0,1 0 0 0 0,2 15 1 0 0,-2-18-259 0 0,0-1 1 0 0,1 1-1 0 0,0 0 0 0 0,0-1 1 0 0,0 0-1 0 0,0 1 0 0 0,0-1 1 0 0,1 0-1 0 0,0 0 0 0 0,0 0 1 0 0,0-1-1 0 0,0 1 0 0 0,1-1 1 0 0,-1 1-1 0 0,1-1 1 0 0,0 0-1 0 0,0-1 0 0 0,0 1 1 0 0,1-1-1 0 0,-1 0 0 0 0,0 0 1 0 0,1 0-1 0 0,-1 0 0 0 0,1-1 1 0 0,0 0-1 0 0,5 1 1 0 0,6 0-32 0 0,1 0 1 0 0,0-2 0 0 0,23-1-1 0 0,-30 0-39 0 0,0 0-1 0 0,0 0 0 0 0,0 1 1 0 0,0 1-1 0 0,0 0 0 0 0,0 0 1 0 0,0 1-1 0 0,0 0 0 0 0,0 1 1 0 0,-1 0-1 0 0,1 0 0 0 0,13 8 1 0 0,-17-8 20 0 0,-1 0 0 0 0,0 1 0 0 0,-1 0 0 0 0,1 0 0 0 0,0 0 0 0 0,-1 0 0 0 0,0 1-1 0 0,0-1 1 0 0,-1 1 0 0 0,1 0 0 0 0,-1 1 0 0 0,0-1 0 0 0,0 0 0 0 0,-1 1 0 0 0,4 9 0 0 0,-5-10 5 0 0,0-1 1 0 0,-1 1-1 0 0,1 0 0 0 0,-1-1 1 0 0,0 1-1 0 0,0-1 0 0 0,-1 1 0 0 0,1-1 1 0 0,-1 1-1 0 0,0-1 0 0 0,-1 1 0 0 0,1-1 1 0 0,-1 1-1 0 0,1-1 0 0 0,-1 0 0 0 0,0 0 1 0 0,-1 0-1 0 0,1 0 0 0 0,-1 0 1 0 0,0-1-1 0 0,-4 6 0 0 0,-7 4 205 0 0,-1-1 0 0 0,0 0-1 0 0,0-1 1 0 0,-1 0 0 0 0,-1-1 0 0 0,0-1-1 0 0,0-1 1 0 0,-1-1 0 0 0,0 0 0 0 0,0-1-1 0 0,0-1 1 0 0,-1 0 0 0 0,0-2 0 0 0,-21 2-1 0 0,37-5-216 0 0,0 1 0 0 0,0-1 0 0 0,0 0 0 0 0,0-1 0 0 0,0 1 0 0 0,0 0 0 0 0,0-1 0 0 0,0 0 0 0 0,0 0 0 0 0,0 0 0 0 0,0 0 0 0 0,0 0 0 0 0,0-1 0 0 0,0 1 0 0 0,1-1 0 0 0,-1 1 0 0 0,1-1 0 0 0,-1 0 0 0 0,-3-4 0 0 0,0-3-413 0 0</inkml:trace>
</inkml:ink>
</file>

<file path=ppt/ink/ink3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27.6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128 30 5529 0 0,'-2'-1'553'0'0,"1"0"-1"0"0,0-1 1 0 0,-1 1-1 0 0,1-1 0 0 0,-9-21 9241 0 0,3 30-7954 0 0,4-4-2183 0 0,-3 3 367 0 0,1 0 1 0 0,1 1-1 0 0,-1-1 1 0 0,1 1-1 0 0,0 0 1 0 0,1-1-1 0 0,-1 2 1 0 0,1-1-1 0 0,1 0 1 0 0,-1 1-1 0 0,2-1 1 0 0,-1 1-1 0 0,1 0 1 0 0,-1 8-1 0 0,1 12-42 0 0,1-1-1 0 0,6 45 0 0 0,-2-30 48 0 0,1 45 264 0 0,-4 0 0 0 0,-3 1 0 0 0,-26 163 1 0 0,-8-96-3744 0 0</inkml:trace>
</inkml:ink>
</file>

<file path=ppt/ink/ink3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29.2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230 186 1928 0 0,'-13'-7'594'0'0,"0"2"0"0"0,-1-1 1 0 0,0 2-1 0 0,0 0 0 0 0,-1 0 0 0 0,-17-1 0 0 0,63 2 3518 0 0,20-10-2725 0 0,-5 2-370 0 0,84-9-392 0 0,1 6 1 0 0,187 3-1 0 0,-62 19-382 0 0,61-2-58 0 0,217-55 825 0 0,-467 40-783 0 0,294-26 638 0 0,149 55-294 0 0,-463-21-703 0 0,-13-1 44 0 0,-34 2 40 0 0,-16 13 1510 0 0,15-12-1417 0 0,0 0 1 0 0,0 0 0 0 0,0-1 0 0 0,0 1 0 0 0,0 0 0 0 0,0 0 0 0 0,0 1 0 0 0,1-1 0 0 0,-1 0 0 0 0,0 0 0 0 0,0 0 0 0 0,1 0 0 0 0,-1 1 0 0 0,1-1 0 0 0,-1 0 0 0 0,1 1 0 0 0,0-1 0 0 0,-1 0 0 0 0,1 1-1 0 0,0-1 1 0 0,0 0 0 0 0,0 1 0 0 0,0 1 0 0 0,-9 116 2198 0 0,-5 33-2101 0 0,-27 32-114 0 0,22-108-16 0 0,-14 112-1 0 0,3 14 268 0 0,31-158-199 0 0,0-39-78 0 0,-1 0-1 0 0,1-1 1 0 0,-1 1 0 0 0,0 0-1 0 0,0 0 1 0 0,-1 0-1 0 0,1 0 1 0 0,-1-1 0 0 0,0 1-1 0 0,0 0 1 0 0,-1-1-1 0 0,1 1 1 0 0,-1-1 0 0 0,0 1-1 0 0,-1-1 1 0 0,1 0-1 0 0,-4 5 1 0 0,3-4 12 0 0,-1 0 0 0 0,1-1 0 0 0,-1 1 0 0 0,0-1 0 0 0,0 0 0 0 0,0 0 0 0 0,0-1 0 0 0,-1 1 0 0 0,1-1 0 0 0,-1 0 0 0 0,0 0 0 0 0,0 0 1 0 0,0-1-1 0 0,-1 0 0 0 0,1 0 0 0 0,0 0 0 0 0,-1 0 0 0 0,1-1 0 0 0,-1 0 0 0 0,-9 0 0 0 0,-198 17-395 0 0,92-17 299 0 0,-51 4 7 0 0,-53 8-110 0 0,88-6 74 0 0,-202 34-1 0 0,-122 42-7 0 0,376-68 44 0 0,40-7 41 0 0,-119 16-8 0 0,137-21 55 0 0,0-2 0 0 0,1-1 0 0 0,-1-1 0 0 0,-29-5 0 0 0,-11-9 40 0 0,41 9-26 0 0,0 0 1 0 0,-35-2 0 0 0,32 7-29 0 0,5 0 0 0 0,0 0 0 0 0,0-1 0 0 0,0-2 0 0 0,-24-6 0 0 0,35 4 174 0 0,0 1-1 0 0,-18-12 1 0 0,19 10 13 0 0,-1 0-1 0 0,-20-7 0 0 0,31 13-125 0 0,-25-6 479 0 0,26 6-526 0 0,0 1 0 0 0,0 0 0 0 0,0 0 0 0 0,-1 0 0 0 0,1-1-1 0 0,0 1 1 0 0,0 0 0 0 0,-1 0 0 0 0,1 1 0 0 0,0-1 0 0 0,0 0-1 0 0,0 0 1 0 0,-1 1 0 0 0,1-1 0 0 0,0 0 0 0 0,0 1-1 0 0,0-1 1 0 0,-1 2 0 0 0,2-2-12 0 0,0 1 0 0 0,0-1 0 0 0,0 0 0 0 0,0 1 0 0 0,0-1-1 0 0,1 1 1 0 0,-1-1 0 0 0,0 1 0 0 0,0-1 0 0 0,0 0 0 0 0,1 1 0 0 0,-1-1 0 0 0,0 0 0 0 0,1 1 0 0 0,-1-1-1 0 0,0 0 1 0 0,1 1 0 0 0,-1-1 0 0 0,0 0 0 0 0,1 0 0 0 0,-1 0 0 0 0,1 1 0 0 0,-1-1 0 0 0,1 0-1 0 0,-1 0 1 0 0,0 0 0 0 0,1 0 0 0 0,-1 0 0 0 0,1 0 0 0 0,-1 1 0 0 0,1-1 0 0 0,-1 0 0 0 0,1 0 0 0 0,-1-1-1 0 0,1 1 1 0 0,-1 0 0 0 0,1 0 0 0 0,21 3-1854 0 0,-2-5-6098 0 0</inkml:trace>
</inkml:ink>
</file>

<file path=ppt/ink/ink3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37.3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142 102 4145 0 0,'-16'-31'2477'0'0,"-9"-14"-113"0"0,24 43-2092 0 0,-1 0-1 0 0,1 0 1 0 0,-1 0-1 0 0,0 0 0 0 0,0 0 1 0 0,1 1-1 0 0,-1-1 1 0 0,0 1-1 0 0,0-1 0 0 0,-1 1 1 0 0,1 0-1 0 0,0 0 1 0 0,0 0-1 0 0,-1 0 0 0 0,1 0 1 0 0,-4-1-1 0 0,4 2-114 0 0,1 0-1 0 0,0 0 0 0 0,-1 1 1 0 0,1-1-1 0 0,-1 0 1 0 0,1 0-1 0 0,-1 1 0 0 0,1-1 1 0 0,0 1-1 0 0,-1-1 1 0 0,1 1-1 0 0,0 0 0 0 0,0-1 1 0 0,-1 1-1 0 0,1 0 1 0 0,0 0-1 0 0,0 0 0 0 0,0 0 1 0 0,0 0-1 0 0,0 0 1 0 0,0 0-1 0 0,0 0 0 0 0,0 1 1 0 0,1-1-1 0 0,-1 0 1 0 0,0 0-1 0 0,1 1 0 0 0,-1-1 1 0 0,1 0-1 0 0,-1 3 1 0 0,-11 48 450 0 0,10-41-419 0 0,-4 25-79 0 0,1 1 1 0 0,1 42-1 0 0,4-60-72 0 0,1 0-1 0 0,0 0 1 0 0,2-1 0 0 0,0 1-1 0 0,1-1 1 0 0,8 21-1 0 0,-10-34-84 0 0,0 1-1 0 0,1-1 1 0 0,0 0-1 0 0,0 0 1 0 0,1 0-1 0 0,-1 0 0 0 0,1 0 1 0 0,0-1-1 0 0,0 0 1 0 0,0 0-1 0 0,1 0 1 0 0,0 0-1 0 0,0 0 1 0 0,0-1-1 0 0,0 0 1 0 0,0 0-1 0 0,0-1 0 0 0,1 1 1 0 0,6 1-1 0 0,-9-4 21 0 0,0 1 0 0 0,1 0 0 0 0,-1-1 0 0 0,1 0 0 0 0,-1 0 0 0 0,0 0 0 0 0,1 0 0 0 0,-1 0 0 0 0,1-1 0 0 0,-1 1-1 0 0,0-1 1 0 0,1 0 0 0 0,-1 0 0 0 0,0 0 0 0 0,0-1 0 0 0,0 1 0 0 0,0-1 0 0 0,0 0 0 0 0,0 1 0 0 0,0-2 0 0 0,0 1-1 0 0,-1 0 1 0 0,1 0 0 0 0,-1-1 0 0 0,1 1 0 0 0,-1-1 0 0 0,0 0 0 0 0,0 0 0 0 0,-1 1 0 0 0,1-2 0 0 0,0 1 0 0 0,-1 0 0 0 0,2-6-1 0 0,-1 5 71 0 0,0 0 0 0 0,-1-1 0 0 0,0 1-1 0 0,0 0 1 0 0,0-1 0 0 0,0 1-1 0 0,0-1 1 0 0,-1 1 0 0 0,0-1-1 0 0,0 1 1 0 0,-1-1 0 0 0,1 1-1 0 0,-1-1 1 0 0,0 1 0 0 0,0-1 0 0 0,0 1-1 0 0,-1 0 1 0 0,1-1 0 0 0,-1 1-1 0 0,0 0 1 0 0,0 0 0 0 0,-3-4-1 0 0,2 9 50 0 0,3 7-82 0 0,2 7-95 0 0,0-8 49 0 0,0 0 1 0 0,0-1-1 0 0,1 1 1 0 0,0-1 0 0 0,0 0-1 0 0,0 1 1 0 0,1-1-1 0 0,0 0 1 0 0,0-1-1 0 0,0 1 1 0 0,1-1 0 0 0,0 0-1 0 0,0 0 1 0 0,0-1-1 0 0,6 5 1 0 0,-7-7 101 0 0,0 0 0 0 0,-1 0 0 0 0,1 0 0 0 0,0-1 0 0 0,0 0-1 0 0,0 0 1 0 0,0 0 0 0 0,0 0 0 0 0,0 0 0 0 0,0-1 0 0 0,0 0 0 0 0,0 0 0 0 0,0 0 0 0 0,0 0 0 0 0,0 0 0 0 0,0-1 0 0 0,1 0-1 0 0,-2 0 1 0 0,1 0 0 0 0,0 0 0 0 0,0-1 0 0 0,0 0 0 0 0,0 0 0 0 0,-1 0 0 0 0,1 0 0 0 0,-1 0 0 0 0,4-4 0 0 0,-2 3 48 0 0,-1 0 1 0 0,0 0 0 0 0,0-1 0 0 0,0 0-1 0 0,-1 0 1 0 0,1 0 0 0 0,-1 0-1 0 0,0-1 1 0 0,0 1 0 0 0,0-1 0 0 0,-1 1-1 0 0,0-1 1 0 0,0 0 0 0 0,0 0 0 0 0,0 0-1 0 0,-1-1 1 0 0,0 1 0 0 0,0 0-1 0 0,0 0 1 0 0,0-1 0 0 0,-1-10 0 0 0,-2 6-345 0 0,1 1 0 0 0,-1-1 0 0 0,-1 1 0 0 0,0-1 0 0 0,0 1 0 0 0,-1 0 0 0 0,0 0 0 0 0,-1 0 0 0 0,1 0 0 0 0,-2 1 0 0 0,-6-9 0 0 0</inkml:trace>
</inkml:ink>
</file>

<file path=ppt/ink/ink3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37.5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1 12443 0 0,'-1'6'587'0'0,"1"-1"0"0"0,-1 1 0 0 0,1 0 0 0 0,0-1 0 0 0,1 1 0 0 0,-1 0 0 0 0,1-1 0 0 0,3 10 0 0 0,1 16 1028 0 0,-4 13 558 0 0,-2-31-2079 0 0,1-1 1 0 0,1 1 0 0 0,0-1 0 0 0,1 1-1 0 0,0-1 1 0 0,1 1 0 0 0,4 13-1 0 0,-2-17-946 0 0,2-1-267 0 0</inkml:trace>
</inkml:ink>
</file>

<file path=ppt/ink/ink3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38.7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46 22 5985 0 0,'-3'-3'742'0'0,"1"1"-1"0"0,0-1 0 0 0,-1 1 1 0 0,1 0-1 0 0,-1 0 1 0 0,1 0-1 0 0,-1 1 0 0 0,-4-3 1 0 0,6 4-641 0 0,1 0 0 0 0,-1 0 0 0 0,1 0 0 0 0,0 0 0 0 0,-1 0 0 0 0,1 0 0 0 0,-1 0-1 0 0,1 0 1 0 0,0 0 0 0 0,-1 0 0 0 0,1 0 0 0 0,-1 0 0 0 0,1 0 0 0 0,0 0 0 0 0,-1 1 0 0 0,1-1 0 0 0,0 0 0 0 0,-1 0 0 0 0,1 0 0 0 0,0 1 0 0 0,-1-1 0 0 0,1 0 0 0 0,0 0 0 0 0,-1 1 0 0 0,1-1 0 0 0,0 1 0 0 0,-7 19 1143 0 0,6-7-1042 0 0,1 0 0 0 0,0 0 1 0 0,0 1-1 0 0,1-1 1 0 0,1 0-1 0 0,0 0 0 0 0,1 0 1 0 0,1 0-1 0 0,0 0 1 0 0,5 12-1 0 0,-6-19-161 0 0,-1-1 0 0 0,1 1 1 0 0,0 0-1 0 0,0-1 0 0 0,0 0 0 0 0,1 0 0 0 0,0 0 0 0 0,0 0 0 0 0,0-1 1 0 0,0 1-1 0 0,1-1 0 0 0,0 0 0 0 0,0 0 0 0 0,0-1 0 0 0,0 0 0 0 0,1 0 1 0 0,-1 0-1 0 0,1 0 0 0 0,0-1 0 0 0,0 0 0 0 0,0 0 0 0 0,0 0 0 0 0,8 0 1 0 0,-12-1-69 0 0,0-1 1 0 0,0 0 0 0 0,0 0 0 0 0,0 0 0 0 0,0 0-1 0 0,0 0 1 0 0,-1 0 0 0 0,1 0 0 0 0,0-1 0 0 0,0 1-1 0 0,0-1 1 0 0,0 1 0 0 0,0-1 0 0 0,-1 0 0 0 0,1 0 0 0 0,0 0-1 0 0,-1 0 1 0 0,1 0 0 0 0,0 0 0 0 0,-1 0 0 0 0,0 0-1 0 0,1-1 1 0 0,-1 1 0 0 0,0 0 0 0 0,1-1 0 0 0,-1 1-1 0 0,0-1 1 0 0,0 0 0 0 0,0 1 0 0 0,0-1 0 0 0,-1 0-1 0 0,1 0 1 0 0,0 1 0 0 0,-1-1 0 0 0,1 0 0 0 0,-1 0 0 0 0,1-3-1 0 0,-1-6-222 0 0,1 0-1 0 0,-2-1 0 0 0,0 1 0 0 0,0 0 0 0 0,-4-15 1 0 0,0-2 25 0 0,6 23 235 0 0,1 6 20 0 0,7 12 63 0 0,7 20 63 0 0,-14-28-78 0 0,1 0 0 0 0,0-1-1 0 0,0 1 1 0 0,1 0 0 0 0,-1-1 0 0 0,1 0-1 0 0,0 0 1 0 0,0 0 0 0 0,0 0-1 0 0,1-1 1 0 0,-1 0 0 0 0,1 1 0 0 0,0-2-1 0 0,0 1 1 0 0,0 0 0 0 0,0-1 0 0 0,9 2-1 0 0,-9-2 25 0 0,-1-1-1 0 0,1 0 1 0 0,-1-1-1 0 0,1 1 0 0 0,0-1 1 0 0,0 0-1 0 0,-1 0 1 0 0,1 0-1 0 0,0-1 0 0 0,-1 1 1 0 0,1-1-1 0 0,-1-1 1 0 0,1 1-1 0 0,-1 0 0 0 0,1-1 1 0 0,-1 0-1 0 0,0 0 1 0 0,0 0-1 0 0,0-1 0 0 0,0 0 1 0 0,6-5-1 0 0,-8 7-56 0 0,0-1 0 0 0,0 0 0 0 0,0 0 0 0 0,0-1 0 0 0,0 1 0 0 0,-1 0 0 0 0,1 0 0 0 0,-1-1-1 0 0,0 1 1 0 0,0-1 0 0 0,0 1 0 0 0,0-1 0 0 0,0 0 0 0 0,-1 1 0 0 0,1-1 0 0 0,-1 0 0 0 0,1 0 0 0 0,-1 1 0 0 0,0-6 0 0 0,-1 0-107 0 0,-1-1 0 0 0,0 1 0 0 0,0 0 0 0 0,-7-16 0 0 0,6 16-630 0 0,0 0 0 0 0,0 0-1 0 0,1-1 1 0 0,-3-13 0 0 0,5 13-694 0 0</inkml:trace>
</inkml:ink>
</file>

<file path=ppt/ink/ink3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39.13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32 2745 0 0,'34'-22'7925'0'0,"-32"21"-7620"0"0,-1 0-1 0 0,1 0 1 0 0,-1 0-1 0 0,1 0 1 0 0,0 0-1 0 0,-1 1 1 0 0,1-1 0 0 0,0 0-1 0 0,0 1 1 0 0,0-1-1 0 0,-1 1 1 0 0,1 0-1 0 0,0 0 1 0 0,0 0-1 0 0,0 0 1 0 0,0 0-1 0 0,0 0 1 0 0,-1 0-1 0 0,1 1 1 0 0,0-1-1 0 0,0 0 1 0 0,0 1 0 0 0,-1 0-1 0 0,3 0 1 0 0,-1 2-209 0 0,0-1-1 0 0,0 0 1 0 0,0 1 0 0 0,0-1 0 0 0,-1 1 0 0 0,1 0 0 0 0,-1 0 0 0 0,0 0 0 0 0,0 0 0 0 0,0 0-1 0 0,2 6 1 0 0,3 7-310 0 0,-2 0 0 0 0,0 0 0 0 0,0 0 0 0 0,2 24 0 0 0,-5-21 360 0 0,-1-13 46 0 0,-1 0 0 0 0,1 0 1 0 0,0 0-1 0 0,0 0 0 0 0,1 0 0 0 0,2 6 0 0 0,-3-11-142 0 0,-1-1 0 0 0,0 0 0 0 0,0 0-1 0 0,0 1 1 0 0,0-1 0 0 0,1 0 0 0 0,-1 0 0 0 0,0 0 0 0 0,0 1 0 0 0,0-1 0 0 0,1 0 0 0 0,-1 0-1 0 0,0 0 1 0 0,0 1 0 0 0,1-1 0 0 0,-1 0 0 0 0,0 0 0 0 0,1 0 0 0 0,-1 0 0 0 0,0 0-1 0 0,0 0 1 0 0,1 0 0 0 0,-1 0 0 0 0,0 0 0 0 0,1 0 0 0 0,-1 0 0 0 0,0 0 0 0 0,1 0 0 0 0,-1 0-1 0 0,0 0 1 0 0,0 0 0 0 0,1 0 0 0 0,-1 0 0 0 0,0 0 0 0 0,1 0 0 0 0,12-9 658 0 0,8-13-446 0 0,16-30-340 0 0,5-7-1451 0 0,-8 27-2692 0 0,-10 22 2070 0 0,-16 9 2000 0 0</inkml:trace>
</inkml:ink>
</file>

<file path=ppt/ink/ink3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39.5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29 10138 0 0,'-1'-3'3186'0'0,"8"-3"-358"0"0,12-7 196 0 0,-16 12-3489 0 0,-1 0 553 0 0,0 0 1 0 0,0 0 0 0 0,-1 0-1 0 0,1 1 1 0 0,0-1 0 0 0,0 1 0 0 0,0 0-1 0 0,0-1 1 0 0,0 1 0 0 0,0 0-1 0 0,0 0 1 0 0,0 0 0 0 0,0 1 0 0 0,0-1-1 0 0,0 0 1 0 0,0 1 0 0 0,0-1-1 0 0,0 1 1 0 0,0 0 0 0 0,-1-1-1 0 0,4 3 1 0 0,-2-1-51 0 0,0 0 0 0 0,-1 0 1 0 0,1 1-1 0 0,-1-1 0 0 0,0 1 0 0 0,0 0 0 0 0,0 0 0 0 0,0 0 0 0 0,0 0 1 0 0,-1 0-1 0 0,3 4 0 0 0,0 6-12 0 0,0-1 0 0 0,-1 0 0 0 0,0 1 0 0 0,-1 0 0 0 0,1 16 1 0 0,-3 1 14 0 0,-1 0 1 0 0,-2 0 0 0 0,-11 54 0 0 0,3-28-644 0 0,11-50-1823 0 0</inkml:trace>
</inkml:ink>
</file>

<file path=ppt/ink/ink3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39.9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 36 10138 0 0,'0'-3'765'0'0,"-1"0"-1"0"0,0-1 1 0 0,-1 1-1 0 0,1 0 1 0 0,-1 1-1 0 0,1-1 1 0 0,-1 0-1 0 0,0 0 1 0 0,-5-5 2559 0 0</inkml:trace>
</inkml:ink>
</file>

<file path=ppt/ink/ink3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40.3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0 456 0 0,'-5'9'17796'0'0,"12"14"-11828"0"0,25 36-9065 0 0,-19-35 4627 0 0,-3-6-1549 0 0,5 13-37 0 0,26 37 0 0 0,-35-59-101 0 0,0-1 0 0 0,0-1 0 0 0,1 1 0 0 0,0-1 0 0 0,0 0 0 0 0,1-1 0 0 0,0 0 0 0 0,0 0 0 0 0,11 6 0 0 0,-16-11-127 0 0,-1 0 0 0 0,0 0 0 0 0,1 0 0 0 0,-1 0 0 0 0,0 0 0 0 0,1-1-1 0 0,-1 1 1 0 0,1-1 0 0 0,-1 0 0 0 0,1 0 0 0 0,-1 0 0 0 0,6 0-1 0 0</inkml:trace>
</inkml:ink>
</file>

<file path=ppt/ink/ink3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40.5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0 6449 0 0,'-1'1'472'0'0,"1"1"-1"0"0,-1-1 0 0 0,1 0 0 0 0,-1 0 0 0 0,1 0 1 0 0,0 1-1 0 0,0-1 0 0 0,-1 0 0 0 0,1 1 0 0 0,0-1 0 0 0,0 0 1 0 0,0 1-1 0 0,0-1 0 0 0,0 0 0 0 0,1 0 0 0 0,-1 1 1 0 0,0-1-1 0 0,1 0 0 0 0,0 2 0 0 0,11 31 2851 0 0,-7-21-2121 0 0,14 59 833 0 0,-5-19-3914 0 0,-7-29-5499 0 0</inkml:trace>
</inkml:ink>
</file>

<file path=ppt/ink/ink3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41.3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45 4609 0 0,'0'9'7030'0'0,"25"-19"-3279"0"0,-22 9-3543 0 0,-1 1 1 0 0,1 0 0 0 0,-1 0-1 0 0,0 0 1 0 0,1 0-1 0 0,-1 0 1 0 0,1 0-1 0 0,-1 1 1 0 0,1-1-1 0 0,-1 1 1 0 0,0 0 0 0 0,1-1-1 0 0,-1 1 1 0 0,0 0-1 0 0,0 0 1 0 0,0 1-1 0 0,0-1 1 0 0,2 2-1 0 0,0 0-79 0 0,-1 0 1 0 0,0 1-1 0 0,1-1 0 0 0,-2 1 0 0 0,1-1 0 0 0,0 1 0 0 0,-1 0 0 0 0,4 9 0 0 0,-1-1-218 0 0,-1 1-1 0 0,0 0 1 0 0,-1 0-1 0 0,0 0 1 0 0,1 23 0 0 0,-3-18-289 0 0,-1-1 1 0 0,-2 27 0 0 0,1-40 297 0 0,1 1 0 0 0,-1-1 0 0 0,1 0 0 0 0,-1 0 0 0 0,-1 0 0 0 0,1 0 0 0 0,0 0 0 0 0,-1-1 0 0 0,0 1 0 0 0,0 0 0 0 0,0-1 0 0 0,0 1 0 0 0,-1-1 0 0 0,1 0 0 0 0,-1 0 0 0 0,-5 5 0 0 0,7-7 79 0 0,1-1 0 0 0,0 0-1 0 0,-1 0 1 0 0,1 0-1 0 0,0 0 1 0 0,-1 0-1 0 0,1 0 1 0 0,0 0 0 0 0,-1 1-1 0 0,1-1 1 0 0,0 0-1 0 0,-1 0 1 0 0,1 0-1 0 0,0 0 1 0 0,-1 0 0 0 0,1 0-1 0 0,0-1 1 0 0,-1 1-1 0 0,1 0 1 0 0,0 0-1 0 0,-1 0 1 0 0,1 0 0 0 0,0 0-1 0 0,-1 0 1 0 0,1-1-1 0 0,0 1 1 0 0,0 0-1 0 0,-1 0 1 0 0,1 0 0 0 0,0-1-1 0 0,-1 1 1 0 0,1 0-1 0 0,0 0 1 0 0,0-1-1 0 0,0 1 1 0 0,-1 0 0 0 0,1-1-1 0 0,0 1 1 0 0,0 0-1 0 0,0-1 1 0 0,0 1-1 0 0,0 0 1 0 0,0-1 0 0 0,-1 1-1 0 0,1 0 1 0 0,0-1-1 0 0,0 1 1 0 0,0 0-1 0 0,0-1 1 0 0,0 1-1 0 0,0 0 1 0 0,0-1 0 0 0,1 1-1 0 0,-1-1 1 0 0,-1-21-308 0 0,1 22 300 0 0,4-40-372 0 0,3 1-1 0 0,1 0 0 0 0,1 0 1 0 0,30-73-1 0 0,-37 107 578 0 0,-2 2-9 0 0,1 0 0 0 0,0 0 0 0 0,1 0-1 0 0,-1 0 1 0 0,0 0 0 0 0,1 0 0 0 0,0 1 0 0 0,-1-1-1 0 0,1 1 1 0 0,0-1 0 0 0,4-3 0 0 0,-5 8-93 0 0,0 1 0 0 0,-1-1 1 0 0,1 1-1 0 0,-1 0 0 0 0,0-1 0 0 0,0 1 1 0 0,0 0-1 0 0,0-1 0 0 0,-1 3 0 0 0,1-4-84 0 0,-1 19 240 0 0,0 0 0 0 0,2-1 0 0 0,0 1 0 0 0,1-1 0 0 0,8 29 0 0 0,-9-42-192 0 0,1 0 0 0 0,-1 0 0 0 0,2-1 0 0 0,-1 1 0 0 0,1-1 0 0 0,-1 0 0 0 0,2 1 0 0 0,-1-1 0 0 0,0-1 0 0 0,1 1 0 0 0,0 0 0 0 0,0-1 1 0 0,0 0-1 0 0,1 0 0 0 0,0 0 0 0 0,-1 0 0 0 0,1-1 0 0 0,1 0 0 0 0,-1 0 0 0 0,0 0 0 0 0,1-1 0 0 0,7 3 0 0 0,-11-4-247 0 0,1-1 0 0 0,0 1 0 0 0,-1-1 0 0 0,1 0 0 0 0,0 0 0 0 0,-1 0 0 0 0,1 0 0 0 0,0 0 0 0 0,-1-1 0 0 0,1 1 0 0 0,-1-1-1 0 0,6-2 1 0 0,2-2-1268 0 0</inkml:trace>
</inkml:ink>
</file>

<file path=ppt/ink/ink3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41.6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29 6449 0 0,'-1'-3'1460'0'0,"9"-4"-81"0"0,9-4 565 0 0,-14 9-1685 0 0,1 1 1 0 0,-1 0-1 0 0,1 0 1 0 0,0 0-1 0 0,-1 1 0 0 0,1-1 1 0 0,0 1-1 0 0,0 0 1 0 0,-1 0-1 0 0,1 0 1 0 0,0 1-1 0 0,0-1 1 0 0,-1 1-1 0 0,1 0 1 0 0,0 0-1 0 0,5 2 0 0 0,-3 0 13 0 0,-1 0 0 0 0,1 1 1 0 0,0 0-1 0 0,-1-1 0 0 0,0 2 0 0 0,0-1 0 0 0,0 1 0 0 0,8 9 0 0 0,-5-3 100 0 0,-1 0 0 0 0,0 0 0 0 0,0 1 1 0 0,-1-1-1 0 0,-1 1 0 0 0,0 1 0 0 0,-1-1 0 0 0,6 26 1 0 0,-8-18 91 0 0,0-8 843 0 0,1-29-578 0 0,10-54-1345 0 0,-3 41-5545 0 0,-1 8-1217 0 0</inkml:trace>
</inkml:ink>
</file>

<file path=ppt/ink/ink3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42.6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67 6449 0 0,'20'-66'17028'0'0,"-13"79"-17025"0"0,-1 0 1 0 0,0 1-1 0 0,-1 0 0 0 0,0 0 0 0 0,5 27 1 0 0,8 85-7 0 0,-14-90 2 0 0,1 23 66 0 0,-5-41-27 0 0,1-1 0 0 0,1 1 1 0 0,1-1-1 0 0,9 33 0 0 0,-12-49-95 0 0,0-1 0 0 0,0 1 0 0 0,0-1 0 0 0,0 0-1 0 0,0 1 1 0 0,0-1 0 0 0,1 1 0 0 0,-1-1 0 0 0,0 0 0 0 0,0 1 0 0 0,1-1-1 0 0,-1 0 1 0 0,0 1 0 0 0,0-1 0 0 0,1 0 0 0 0,-1 1 0 0 0,0-1 0 0 0,1 0 0 0 0,-1 0-1 0 0,0 1 1 0 0,1-1 0 0 0,-1 0 0 0 0,1 0 0 0 0,-1 0 0 0 0,0 1 0 0 0,1-1-1 0 0,-1 0 1 0 0,1 0 0 0 0,-1 0 0 0 0,0 0 0 0 0,1 0 0 0 0,-1 0 0 0 0,1 0 0 0 0,-1 0-1 0 0,0 0 1 0 0,1 0 0 0 0,-1 0 0 0 0,1 0 0 0 0,-1 0 0 0 0,1-1 0 0 0,-1 1 0 0 0,0 0-1 0 0,1 0 1 0 0,-1 0 0 0 0,0 0 0 0 0,1-1 0 0 0,-1 1 0 0 0,1 0 0 0 0,-1-1-1 0 0</inkml:trace>
</inkml:ink>
</file>

<file path=ppt/ink/ink3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43.0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 9 3681 0 0,'-22'20'11649'0'0,"27"-22"-11109"0"0,-2 2-468 0 0,18-7 697 0 0,0 1 0 0 0,0 2 0 0 0,0 0-1 0 0,29-1 1 0 0,-43 5-691 0 0,0 0 0 0 0,-1 0-1 0 0,1 1 1 0 0,-1 0 0 0 0,1 0 0 0 0,0 1-1 0 0,-1 0 1 0 0,0 0 0 0 0,0 0-1 0 0,1 1 1 0 0,-1 0 0 0 0,-1 0 0 0 0,1 1-1 0 0,0-1 1 0 0,-1 1 0 0 0,0 1-1 0 0,0-1 1 0 0,0 1 0 0 0,5 6 0 0 0,-5-5-34 0 0,0 1 1 0 0,-1-1-1 0 0,0 1 0 0 0,0 0 1 0 0,-1 0-1 0 0,1 1 1 0 0,-2-1-1 0 0,1 1 1 0 0,-1-1-1 0 0,0 1 1 0 0,-1 0-1 0 0,0 0 1 0 0,0-1-1 0 0,-1 1 1 0 0,1 0-1 0 0,-2 0 1 0 0,1 0-1 0 0,-1 0 1 0 0,-1 0-1 0 0,1-1 1 0 0,-1 1-1 0 0,-5 12 1 0 0,3-11-101 0 0,0-1 0 0 0,0 1 0 0 0,-1-1 0 0 0,0 0 1 0 0,0 0-1 0 0,-1-1 0 0 0,0 1 0 0 0,0-1 0 0 0,-1-1 0 0 0,-9 9 1 0 0,9-10-561 0 0,-1 0 0 0 0,1 0 0 0 0,-1-1 0 0 0,0 0 0 0 0,0 0 0 0 0,0-1 0 0 0,-9 3 0 0 0</inkml:trace>
</inkml:ink>
</file>

<file path=ppt/ink/ink3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47.7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165 33 2761 0 0,'-59'19'2031'0'0,"45"-15"-1331"0"0,1-1 0 0 0,0 2-1 0 0,0 0 1 0 0,1 0 0 0 0,-1 1-1 0 0,-14 10 1 0 0,71-26 3226 0 0,-24 6-3550 0 0,156-27 726 0 0,191-8-1 0 0,97 29-1622 0 0,-238 9-963 0 0,-178 0-3688 0 0</inkml:trace>
</inkml:ink>
</file>

<file path=ppt/ink/ink3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48.7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879 0 8290 0 0,'-2'13'232'0'0,"0"1"0"0"0,1-1 0 0 0,0 0 1 0 0,1 1-1 0 0,0-1 0 0 0,4 25 0 0 0,0-1 226 0 0,20 244 2687 0 0,-2-39-1714 0 0,-18 134 634 0 0,3 38-355 0 0,106 442-635 0 0,-35-393-968 0 0,-62-322 1098 0 0,-3 186 1 0 0,-21-209-995 0 0,-35 181 1 0 0,28-207-187 0 0,9-51 64 0 0,3 0 1 0 0,1 0-1 0 0,4 49 0 0 0,22 123 335 0 0,-21-190-416 0 0,3 0 161 0 0,3 10 97 0 0,-9-32-254 0 0,0 0 1 0 0,0 0-1 0 0,0 1 0 0 0,0-1 1 0 0,0 0-1 0 0,-1 0 0 0 0,1 0 1 0 0,0 0-1 0 0,0 1 0 0 0,-1-1 1 0 0,1 0-1 0 0,-1 0 0 0 0,1 0 1 0 0,-1 0-1 0 0,1 0 0 0 0,-1 0 1 0 0,0 0-1 0 0,0 0 0 0 0,1 0 1 0 0,-1 0-1 0 0,0-1 0 0 0,0 1 1 0 0,-1 1-1 0 0,-1 0 48 0 0,1-1-1 0 0,-1 0 0 0 0,1 0 1 0 0,-1 0-1 0 0,0 0 0 0 0,1-1 1 0 0,-1 1-1 0 0,0-1 0 0 0,1 1 1 0 0,-5-1-1 0 0,5 0-66 0 0,0 0 0 0 0,0 0 1 0 0,0 0-1 0 0,0 1 0 0 0,-1-1 1 0 0,1 1-1 0 0,0-1 0 0 0,0 1 1 0 0,0 0-1 0 0,0 0 0 0 0,0 0 0 0 0,0 0 1 0 0,0 0-1 0 0,0 0 0 0 0,1 0 1 0 0,-1 1-1 0 0,0-1 0 0 0,-1 2 1 0 0,-16 20-190 0 0,10-10 68 0 0,-2-1 1 0 0,0 0-1 0 0,0-1 0 0 0,-1 0 0 0 0,0-1 1 0 0,-25 17-1 0 0,7-12 35 0 0,0-1 1 0 0,0-1-1 0 0,-47 13 0 0 0,-97 13-451 0 0,112-26 415 0 0,16-4 100 0 0,1 2-1 0 0,0 2 1 0 0,1 2-1 0 0,1 2 1 0 0,0 1 0 0 0,2 3-1 0 0,-61 39 1 0 0,94-54-36 0 0,-1-1-1 0 0,1 1 1 0 0,-18 7-1 0 0,23-12-91 0 0,1 0 0 0 0,0-1 1 0 0,0 1-1 0 0,-1 0 0 0 0,1-1 0 0 0,-1 1 0 0 0,1-1 0 0 0,-1 0 0 0 0,1 0 1 0 0,-1 0-1 0 0,1 0 0 0 0,0 0 0 0 0,-1 0 0 0 0,1-1 0 0 0,-1 1 0 0 0,1-1 1 0 0,0 0-1 0 0,-1 0 0 0 0,1 0 0 0 0,0 0 0 0 0,-4-2 0 0 0</inkml:trace>
</inkml:ink>
</file>

<file path=ppt/ink/ink3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49.5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69 92 6449 0 0,'0'-7'580'0'0,"0"-1"0"0"0,-1 0 0 0 0,1 1 0 0 0,-1-1 0 0 0,-1 1 0 0 0,1 0 0 0 0,-1-1 0 0 0,-1 1 0 0 0,1 0 0 0 0,-6-9 0 0 0,8 16-554 0 0,0 0 0 0 0,0 0-1 0 0,0 0 1 0 0,0 0-1 0 0,0-1 1 0 0,-1 1 0 0 0,1 0-1 0 0,0 0 1 0 0,0 0 0 0 0,0 0-1 0 0,0 0 1 0 0,-1 0-1 0 0,1 0 1 0 0,0 0 0 0 0,0-1-1 0 0,0 1 1 0 0,0 0-1 0 0,-1 0 1 0 0,1 0 0 0 0,0 0-1 0 0,0 0 1 0 0,0 0 0 0 0,-1 0-1 0 0,1 0 1 0 0,0 0-1 0 0,0 0 1 0 0,0 0 0 0 0,-1 0-1 0 0,1 0 1 0 0,0 1-1 0 0,0-1 1 0 0,0 0 0 0 0,0 0-1 0 0,-1 0 1 0 0,1 0 0 0 0,0 0-1 0 0,0 0 1 0 0,0 0-1 0 0,0 0 1 0 0,-1 1 0 0 0,-6 9 470 0 0,-1 13-239 0 0,8-23-247 0 0,-8 30 140 0 0,2-1-1 0 0,1 1 1 0 0,-2 47-1 0 0,7 93 1254 0 0,2-69-885 0 0,4 186-377 0 0,12 0-1 0 0,58 290 1 0 0,12-219-366 0 0,-2-19 275 0 0,-34 13 316 0 0,-32-190 144 0 0,54 211 1 0 0,10 31 3126 0 0,-65-296-3241 0 0,-8-52-66 0 0,-2 0 1 0 0,2 79-1 0 0,-13-96-104 0 0,-9 54 1 0 0,0-7 57 0 0,11-77-333 0 0,2-9-169 0 0,5-19-1114 0 0,15-54-7330 0 0,-7 26 3504 0 0</inkml:trace>
</inkml:ink>
</file>

<file path=ppt/ink/ink3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51.6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1616 4145 0 0,'-4'4'3245'0'0,"8"-8"-1359"0"0,59-54 154 0 0,13 3-589 0 0,143-79 1 0 0,-5 3-1117 0 0,-135 79-224 0 0,161-78 0 0 0,423-115 500 0 0,-557 212-598 0 0,42-13-11 0 0,180-31-1 0 0,281 20 56 0 0,-83 13 4 0 0,-74-30 47 0 0,48-6 192 0 0,-374 64-244 0 0,373-35 109 0 0,389 31 84 0 0,-607 17-358 0 0,479-43-890 0 0,-646 33 936 0 0,304-40 456 0 0,-220 26-154 0 0,2 9 1 0 0,0 8 0 0 0,237 19 0 0 0,194 18 279 0 0,-443-22-426 0 0,-139-3-45 0 0,84 2-762 0 0,133 21-1 0 0,-239-20 566 0 0,1-2-1 0 0,0-2 1 0 0,0 0-1 0 0,0-2 1 0 0,53-7-1 0 0,-61 3-830 0 0,0 0 0 0 0,0-1 0 0 0,0 0 0 0 0,-1-2 0 0 0,0 0 1 0 0,-1-2-1 0 0,0 0 0 0 0,28-20 0 0 0,-44 28 757 0 0,2 0-105 0 0,-1-1 0 0 0,1 1 0 0 0,-1-1 0 0 0,0 0 0 0 0,0 0 1 0 0,0 0-1 0 0,0 0 0 0 0,4-7 0 0 0,-7 9 312 0 0,0-1 0 0 0,0 1 0 0 0,0 0 0 0 0,0-1 0 0 0,0 1-1 0 0,0-1 1 0 0,0 1 0 0 0,0-1 0 0 0,0 1 0 0 0,-1 0 0 0 0,1-1 0 0 0,-1 1 0 0 0,1-1 0 0 0,-1 1-1 0 0,1 0 1 0 0,-1-1 0 0 0,0 1 0 0 0,0 0 0 0 0,1 0 0 0 0,-1 0 0 0 0,0 0 0 0 0,0 0 0 0 0,0 0-1 0 0,0 0 1 0 0,0 0 0 0 0,-1 0 0 0 0,1 0 0 0 0,0 0 0 0 0,-3-1 0 0 0,-59-35 3669 0 0,59 34-2580 0 0,0 1-1 0 0,0 0 1 0 0,0 0 0 0 0,0 0 0 0 0,0 0 0 0 0,-7-1 0 0 0,9 3-728 0 0,0-1 0 0 0,1 1 0 0 0,-1-1 0 0 0,0 1 0 0 0,1 0 0 0 0,-1 0 0 0 0,0 0 0 0 0,1 0 0 0 0,-1 0 0 0 0,0 0 0 0 0,0 1 0 0 0,1-1 0 0 0,-1 0 0 0 0,0 1 0 0 0,1 0 0 0 0,-1-1 0 0 0,1 1 0 0 0,-3 1 0 0 0,1 0-306 0 0,0 0 0 0 0,0-1-1 0 0,0 1 1 0 0,0-1-1 0 0,0 1 1 0 0,0-1 0 0 0,0 0-1 0 0,0 0 1 0 0,-7 0 0 0 0,7-1 106 0 0,0 1 1 0 0,0-1-1 0 0,0 1 1 0 0,1 0 0 0 0,-1 0-1 0 0,0 0 1 0 0,0 0 0 0 0,1 0-1 0 0,-1 1 1 0 0,1-1-1 0 0,-4 3 1 0 0,7-3-132 0 0,-1 0 0 0 0,0 0-1 0 0,1-1 1 0 0,-1 1 0 0 0,1 0 0 0 0,-1 0 0 0 0,1-1-1 0 0,-1 1 1 0 0,1 0 0 0 0,0-1 0 0 0,-1 1 0 0 0,1-1-1 0 0,0 1 1 0 0,-1-1 0 0 0,1 1 0 0 0,0-1 0 0 0,0 1-1 0 0,0-1 1 0 0,-1 0 0 0 0,3 1 0 0 0,19 10 11 0 0,153 53-349 0 0,-19-8 216 0 0,-149-54 127 0 0,-1 1 0 0 0,0 0 0 0 0,0 0 0 0 0,0 1 0 0 0,0 0 0 0 0,0 0 0 0 0,-1 0 0 0 0,0 1 0 0 0,1-1 0 0 0,5 8 0 0 0,-10-9-13 0 0,1 0 0 0 0,0 0 0 0 0,-1 0 0 0 0,0 0 0 0 0,0 0 0 0 0,0 0 0 0 0,0 0 0 0 0,0 0 0 0 0,0 0 0 0 0,-1 0-1 0 0,1 1 1 0 0,-1-1 0 0 0,0 0 0 0 0,0 0 0 0 0,-1 1 0 0 0,1-1 0 0 0,0 0 0 0 0,-1 0 0 0 0,0 0 0 0 0,0 1 0 0 0,0-1-1 0 0,0 0 1 0 0,0 0 0 0 0,-2 2 0 0 0,-3 6 39 0 0,1-2 0 0 0,-1 1 0 0 0,-1-1-1 0 0,0 0 1 0 0,0 0 0 0 0,-16 14 0 0 0,-56 38-142 0 0,37-30-864 0 0,27-20-101 0 0</inkml:trace>
</inkml:ink>
</file>

<file path=ppt/ink/ink3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52.4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36 10138 0 0,'0'-1'145'0'0,"0"0"-1"0"0,0 1 1 0 0,0-1-1 0 0,0 0 0 0 0,-1 0 1 0 0,1 0-1 0 0,0 0 1 0 0,0 0-1 0 0,1 0 1 0 0,-1 0-1 0 0,0 0 1 0 0,0 0-1 0 0,0 0 1 0 0,1 0-1 0 0,-1 0 0 0 0,0 1 1 0 0,1-1-1 0 0,-1 0 1 0 0,1 0-1 0 0,-1 0 1 0 0,1 0-1 0 0,-1 1 1 0 0,1-1-1 0 0,0 0 1 0 0,-1 1-1 0 0,1-1 0 0 0,0 0 1 0 0,-1 1-1 0 0,1-1 1 0 0,0 1-1 0 0,0-1 1 0 0,0 1-1 0 0,0 0 1 0 0,1-1-1 0 0,0-1 53 0 0,1 1 0 0 0,-1 0 0 0 0,0 0 1 0 0,1 0-1 0 0,-1 0 0 0 0,1 1 0 0 0,-1-1 0 0 0,1 1 0 0 0,0-1 0 0 0,-1 1 1 0 0,5 0-1 0 0,-2 2-87 0 0,-1 0 0 0 0,1-1 0 0 0,-1 2 0 0 0,1-1 0 0 0,-1 1 0 0 0,0-1 0 0 0,0 1 0 0 0,0 0 0 0 0,0 0 0 0 0,0 1 0 0 0,-1-1 0 0 0,0 1 0 0 0,0 0 0 0 0,0 0 0 0 0,0 0 0 0 0,0 0 0 0 0,2 5 0 0 0,3 8 106 0 0,0-1 0 0 0,-1 2 0 0 0,6 19 0 0 0,3 25 360 0 0,12 99-1 0 0,-19-99-2872 0 0,26 99 1 0 0,-25-114-3152 0 0</inkml:trace>
</inkml:ink>
</file>

<file path=ppt/ink/ink3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52.6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1 123 7370 0 0,'35'-24'5448'0'0,"62"-37"-3778"0"0,-41 31-2204 0 0,-38 22-4418 0 0</inkml:trace>
</inkml:ink>
</file>

<file path=ppt/ink/ink3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53.2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1 292 3225 0 0,'0'2'162'0'0,"0"-1"1"0"0,0 0-1 0 0,1 0 1 0 0,-1 0-1 0 0,1 0 0 0 0,-1 0 1 0 0,1 0-1 0 0,-1 0 1 0 0,1 0-1 0 0,-1 0 1 0 0,1 0-1 0 0,0 0 1 0 0,0 0-1 0 0,0 0 1 0 0,-1 0-1 0 0,1 0 1 0 0,0-1-1 0 0,0 1 0 0 0,0 0 1 0 0,0-1-1 0 0,0 1 1 0 0,0 0-1 0 0,0-1 1 0 0,0 0-1 0 0,1 1 1 0 0,-1-1-1 0 0,0 0 1 0 0,0 1-1 0 0,0-1 1 0 0,0 0-1 0 0,1 0 0 0 0,-1 0 1 0 0,0 0-1 0 0,0 0 1 0 0,0 0-1 0 0,1 0 1 0 0,-1-1-1 0 0,0 1 1 0 0,0 0-1 0 0,0-1 1 0 0,0 1-1 0 0,0 0 0 0 0,0-1 1 0 0,1 0-1 0 0,-1 1 1 0 0,1-2-1 0 0,3-1 393 0 0,-1 0 1 0 0,0 0-1 0 0,0-1 0 0 0,-1 1 0 0 0,1-1 0 0 0,-1 0 0 0 0,1 0 0 0 0,-1 0 0 0 0,0 0 0 0 0,2-6 0 0 0,1-5-194 0 0,-1-1 0 0 0,-1 0 0 0 0,0 0 0 0 0,-2 0 0 0 0,1 0 0 0 0,-2-1 0 0 0,0 1 0 0 0,-1-1 0 0 0,-1 1 0 0 0,0-1 0 0 0,-6-23 0 0 0,7 38-360 0 0,-1 0-1 0 0,1 1 1 0 0,0-1-1 0 0,-1 0 1 0 0,1 1 0 0 0,-1-1-1 0 0,1 1 1 0 0,-1-1 0 0 0,0 1-1 0 0,0-1 1 0 0,1 1 0 0 0,-1-1-1 0 0,0 1 1 0 0,-1 0-1 0 0,-1-2 1 0 0,3 2-30 0 0,-1 1 0 0 0,0 0 0 0 0,1-1 1 0 0,-1 1-1 0 0,0 0 0 0 0,1 0 0 0 0,-1 0 0 0 0,0-1 0 0 0,0 1 0 0 0,1 0 0 0 0,-1 0 0 0 0,0 0 0 0 0,0 0 1 0 0,1 0-1 0 0,-1 0 0 0 0,0 1 0 0 0,0-1 0 0 0,1 0 0 0 0,-1 0 0 0 0,0 0 0 0 0,1 1 0 0 0,-1-1 0 0 0,-1 1 1 0 0,-1 1-86 0 0,0 1 1 0 0,0-1 0 0 0,0 1 0 0 0,0-1 0 0 0,1 1-1 0 0,-1 0 1 0 0,1 0 0 0 0,-1 0 0 0 0,1 0 0 0 0,0 1-1 0 0,-2 5 1 0 0,-1 2 27 0 0,2 0 0 0 0,-1 1 0 0 0,1-1 0 0 0,1 1 1 0 0,0 0-1 0 0,0-1 0 0 0,2 1 0 0 0,-1 0 0 0 0,1 0 0 0 0,1 0 0 0 0,0 0 0 0 0,1-1 0 0 0,0 1 0 0 0,7 21 0 0 0,-6-25 10 0 0,0-1-1 0 0,1 1 0 0 0,-1-1 1 0 0,1 1-1 0 0,1-1 0 0 0,-1 0 1 0 0,1-1-1 0 0,1 1 0 0 0,-1-1 1 0 0,1 0-1 0 0,0 0 0 0 0,0-1 1 0 0,1 0-1 0 0,0 0 0 0 0,0 0 1 0 0,0-1-1 0 0,0 0 0 0 0,1 0 1 0 0,-1-1-1 0 0,1 0 0 0 0,16 4 1 0 0,-18-6-285 0 0,0 0 1 0 0,0-1 0 0 0,0 1-1 0 0,0-1 1 0 0,0-1-1 0 0,-1 1 1 0 0,1-1-1 0 0,0 0 1 0 0,0 0-1 0 0,0-1 1 0 0,10-3 0 0 0,-6 0 232 0 0,0 0 1 0 0,0-1 0 0 0,-1 0 0 0 0,0 0-1 0 0,16-14 1 0 0,-2-4 171 0 0,-1 0 0 0 0,-1-1 0 0 0,23-37 0 0 0,-35 50-87 0 0,-1-2 0 0 0,0 1 1 0 0,0-1-1 0 0,-2 0 0 0 0,1 0 1 0 0,-2-1-1 0 0,0 0 0 0 0,-1 0 1 0 0,0 0-1 0 0,1-19 0 0 0,-4 33 102 0 0,-1 1 0 0 0,0-1-1 0 0,0 1 1 0 0,0-1 0 0 0,0 1-1 0 0,0-1 1 0 0,0 1 0 0 0,1-1-1 0 0,-1 0 1 0 0,0 1 0 0 0,0-1-1 0 0,-1 1 1 0 0,1-1 0 0 0,0 1-1 0 0,0-1 1 0 0,0 0 0 0 0,0 1-1 0 0,0-1 1 0 0,-1 1 0 0 0,1-1 0 0 0,0 1-1 0 0,0-1 1 0 0,-1 1 0 0 0,1-1-1 0 0,-1 1 1 0 0,1 0 0 0 0,0-1-1 0 0,-1 1 1 0 0,1-1 0 0 0,-1 1-1 0 0,1 0 1 0 0,-1-1 0 0 0,0 0-1 0 0,0 2 170 0 0,-1-1 0 0 0,1 0 0 0 0,0 1 0 0 0,0-1 0 0 0,0 1 0 0 0,-1-1 0 0 0,1 1 0 0 0,0-1 0 0 0,0 1 0 0 0,0 0 0 0 0,0 0 0 0 0,0-1 0 0 0,-2 3 0 0 0,-28 33 3974 0 0,26-30-4047 0 0,1 0-1 0 0,1 0 1 0 0,-1 0 0 0 0,1 1 0 0 0,0-1-1 0 0,0 1 1 0 0,1 0 0 0 0,0 0-1 0 0,0 0 1 0 0,1 0 0 0 0,-1 0-1 0 0,1 13 1 0 0,1-16-86 0 0,1 0-1 0 0,-1 0 1 0 0,1 0 0 0 0,0 0-1 0 0,0-1 1 0 0,1 1-1 0 0,-1 0 1 0 0,1 0 0 0 0,0-1-1 0 0,0 1 1 0 0,0-1-1 0 0,0 0 1 0 0,0 0 0 0 0,1 0-1 0 0,0 0 1 0 0,-1 0-1 0 0,1 0 1 0 0,0-1 0 0 0,0 1-1 0 0,1-1 1 0 0,-1 0-1 0 0,0 0 1 0 0,1 0 0 0 0,6 3-1 0 0,-8-5-94 0 0,0 1 1 0 0,-1-1-1 0 0,1 1 1 0 0,0 0-1 0 0,-1 0 0 0 0,1 0 1 0 0,-1 0-1 0 0,1 0 0 0 0,-1 0 1 0 0,0 1-1 0 0,1-1 0 0 0,-1 0 1 0 0,0 1-1 0 0,0-1 1 0 0,0 1-1 0 0,0-1 0 0 0,0 1 1 0 0,0-1-1 0 0,1 3 0 0 0,-2-2-12 0 0,0 0 0 0 0,0 1-1 0 0,0-1 1 0 0,-1 0 0 0 0,1 0 0 0 0,0 1-1 0 0,-1-1 1 0 0,0 0 0 0 0,1 0-1 0 0,-1 0 1 0 0,0 0 0 0 0,0 0-1 0 0,0 0 1 0 0,0 0 0 0 0,-3 3 0 0 0,-37 46-986 0 0,5-7-2971 0 0</inkml:trace>
</inkml:ink>
</file>

<file path=ppt/ink/ink3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53.5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10 8290 0 0,'-9'-9'3523'0'0,"8"18"-513"0"0,7 21-1111 0 0,2-5-1074 0 0,42 169 2695 0 0,-42-153-3401 0 0,-1 1 0 0 0,1 75 1 0 0,-5-40-1597 0 0,4-26-4217 0 0</inkml:trace>
</inkml:ink>
</file>

<file path=ppt/ink/ink3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53.7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73 270 3225 0 0,'-25'-8'-41'0'0,"21"6"732"0"0,-1 0 1 0 0,1 0-1 0 0,-1 0 0 0 0,1 0 1 0 0,0-1-1 0 0,-5-4 0 0 0,8 6-464 0 0,0 0 0 0 0,0 0 0 0 0,0 0 0 0 0,0 0 1 0 0,0 0-1 0 0,0-1 0 0 0,0 1 0 0 0,0 0 0 0 0,1-1 0 0 0,-1 1 0 0 0,0-1 0 0 0,1 1 0 0 0,0-1 0 0 0,-1 1 0 0 0,1-1 0 0 0,0 1 0 0 0,-1-1 0 0 0,1 0 0 0 0,0 1 0 0 0,0-1 0 0 0,0 1 0 0 0,0-1 0 0 0,1 0 1 0 0,-1 1-1 0 0,0-1 0 0 0,1 1 0 0 0,-1-1 0 0 0,1 1 0 0 0,-1-1 0 0 0,1 1 0 0 0,0 0 0 0 0,0-1 0 0 0,0 1 0 0 0,-1 0 0 0 0,1-1 0 0 0,0 1 0 0 0,1 0 0 0 0,1-2 0 0 0,11-11 546 0 0,2 0 0 0 0,-1 1-1 0 0,2 1 1 0 0,-1 0-1 0 0,2 1 1 0 0,27-12 0 0 0,25-17 13 0 0,-58 32-1113 0 0,0 0 0 0 0,0 2 1 0 0,1-1-1 0 0,-1 2 0 0 0,22-7 1 0 0</inkml:trace>
</inkml:ink>
</file>

<file path=ppt/ink/ink3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54.9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0 243 920 0 0,'0'1'217'0'0,"1"-1"-1"0"0,-1 1 1 0 0,0 0-1 0 0,0-1 1 0 0,1 1-1 0 0,2 3 1732 0 0,-2-3-1731 0 0,-1-1-1 0 0,1 0 1 0 0,-1 1-1 0 0,1-1 1 0 0,-1 0-1 0 0,1 1 1 0 0,-1-1-1 0 0,1 0 1 0 0,0 0-1 0 0,-1 0 1 0 0,1 1-1 0 0,0-1 1 0 0,-1 0-1 0 0,1 0 1 0 0,0 0-1 0 0,-1 0 1 0 0,1 0-1 0 0,-1 0 1 0 0,1 0-1 0 0,0-1 1 0 0,-1 1-1 0 0,1 0 1 0 0,1-1-1 0 0,0 1 87 0 0,0 0-1 0 0,0 0 1 0 0,0-1 0 0 0,0 0-1 0 0,0 1 1 0 0,0-1 0 0 0,0 0-1 0 0,-1 0 1 0 0,1 0 0 0 0,0 0-1 0 0,2-2 1 0 0,5-6 176 0 0,0-1 0 0 0,1 2 1 0 0,0-1-1 0 0,0 1 0 0 0,1 1 1 0 0,0 0-1 0 0,16-8 0 0 0,88-32 765 0 0,-58 26-698 0 0,8-2-492 0 0,1 3 0 0 0,0 3 0 0 0,2 3 1 0 0,-1 3-1 0 0,2 2 0 0 0,121 2 0 0 0,-21 14 77 0 0,264 46 0 0 0,-116 18 1249 0 0,47 7 334 0 0,-325-75-1743 0 0,-22-2-4484 0 0</inkml:trace>
</inkml:ink>
</file>

<file path=ppt/ink/ink3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7:55.6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94 110 5065 0 0,'-3'-43'8131'0'0,"2"37"-7302"0"0,0 0-1 0 0,-1 0 0 0 0,1 0 0 0 0,-1 0 0 0 0,0 0 0 0 0,0 1 0 0 0,-1-1 1 0 0,-5-9-1 0 0,7 15-762 0 0,0-1 1 0 0,0 0 0 0 0,0 1 0 0 0,0 0-1 0 0,0-1 1 0 0,0 1 0 0 0,0 0-1 0 0,0-1 1 0 0,0 1 0 0 0,0 0-1 0 0,0 0 1 0 0,0 0 0 0 0,0 0-1 0 0,0 0 1 0 0,0 0 0 0 0,-1 0-1 0 0,1 0 1 0 0,0 0 0 0 0,0 0 0 0 0,0 1-1 0 0,0-1 1 0 0,0 0 0 0 0,0 1-1 0 0,0-1 1 0 0,0 1 0 0 0,1-1-1 0 0,-1 1 1 0 0,0 0 0 0 0,0-1-1 0 0,0 1 1 0 0,-1 1 0 0 0,-28 22 157 0 0,31-24-190 0 0,-1-1 0 0 0,1 1 0 0 0,-1 0 0 0 0,1-1 1 0 0,-1 1-1 0 0,1 0 0 0 0,0-1 0 0 0,-1 1 1 0 0,1 0-1 0 0,0 0 0 0 0,-1-1 0 0 0,1 1 0 0 0,0 0 1 0 0,0 0-1 0 0,-1 0 0 0 0,1 0 0 0 0,0 0 1 0 0,-1 0-1 0 0,1 0 0 0 0,0 0 0 0 0,0 0 0 0 0,-1 1 1 0 0,1-1-1 0 0,0 0 0 0 0,-1 0 0 0 0,1 1 1 0 0,0-1-1 0 0,0 1 0 0 0,23 18 171 0 0,16 32-510 0 0,-38-48 315 0 0,39 57-242 0 0,-10-14-189 0 0,48 56 1 0 0,-78-101 435 0 0,0 0 0 0 0,0 0 1 0 0,0 0-1 0 0,0 0 0 0 0,0 0 1 0 0,0 0-1 0 0,0 1 0 0 0,0-1 1 0 0,-1 0-1 0 0,1 0 0 0 0,0 1 0 0 0,-1-1 1 0 0,1 0-1 0 0,-1 1 0 0 0,1-1 1 0 0,-1 1-1 0 0,0-1 0 0 0,0 1 1 0 0,1-1-1 0 0,-1 1 0 0 0,0-1 0 0 0,0 1 1 0 0,-1-1-1 0 0,1 1 0 0 0,0-1 1 0 0,-1 3-1 0 0,-1-1 53 0 0,0 0 0 0 0,-1 0 0 0 0,1-1 0 0 0,-1 1 0 0 0,1-1 0 0 0,-1 1 0 0 0,0-1-1 0 0,-6 4 1 0 0,-6 5 21 0 0,-6 7 81 0 0,1 1-1 0 0,1 1 1 0 0,1 1-1 0 0,-26 38 0 0 0,7-10 306 0 0,34-46-423 0 0,0 0 1 0 0,0 0-1 0 0,-1-1 0 0 0,1 0 0 0 0,-1 0 1 0 0,-6 3-1 0 0,-6-2-327 0 0,16-4 211 0 0,0 1 0 0 0,-1 0 0 0 0,1 0 0 0 0,0-1 0 0 0,-1 1 0 0 0,1 0 1 0 0,0-1-1 0 0,-1 1 0 0 0,1 0 0 0 0,0-1 0 0 0,-1 1 0 0 0,1 0 1 0 0,0-1-1 0 0,0 1 0 0 0,0-1 0 0 0,-1 1 0 0 0,1-1 0 0 0,0 1 0 0 0,0 0 1 0 0,0-1-1 0 0,0 1 0 0 0,0-1 0 0 0,0 1 0 0 0,0-1 0 0 0,0 1 1 0 0,0-1-1 0 0,0 1 0 0 0,0-1 0 0 0,0 1 0 0 0,0 0 0 0 0,0-1 0 0 0,1 0 1 0 0</inkml:trace>
</inkml:ink>
</file>

<file path=ppt/ink/ink3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14.3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29 111 6449 0 0,'-5'-10'1064'0'0,"1"-1"-1"0"0,-1 0 1 0 0,2 0-1 0 0,0 0 0 0 0,0 0 1 0 0,1-1-1 0 0,-1-17 1 0 0,3 29-1019 0 0,0 0 0 0 0,0 0 0 0 0,0 0 1 0 0,0-1-1 0 0,0 1 0 0 0,0 0 0 0 0,0 0 1 0 0,0 0-1 0 0,0 0 0 0 0,0 0 0 0 0,0-1 1 0 0,0 1-1 0 0,0 0 0 0 0,0 0 0 0 0,0 0 1 0 0,0 0-1 0 0,0 0 0 0 0,0-1 0 0 0,0 1 1 0 0,0 0-1 0 0,0 0 0 0 0,0 0 0 0 0,0 0 1 0 0,0 0-1 0 0,1 0 0 0 0,-1-1 1 0 0,0 1-1 0 0,0 0 0 0 0,0 0 0 0 0,0 0 1 0 0,0 0-1 0 0,0 0 0 0 0,0 0 0 0 0,1 0 1 0 0,-1 0-1 0 0,0 0 0 0 0,0-1 0 0 0,0 1 1 0 0,0 0-1 0 0,0 0 0 0 0,1 0 0 0 0,-1 0 1 0 0,0 0-1 0 0,0 0 0 0 0,0 0 0 0 0,0 0 1 0 0,0 0-1 0 0,1 0 0 0 0,-1 0 0 0 0,0 0 1 0 0,0 0-1 0 0,0 0 0 0 0,0 0 1 0 0,0 1-1 0 0,1-1 0 0 0,-1 0 0 0 0,0 0 1 0 0,0 0-1 0 0,12 10 1063 0 0,8 14-197 0 0,15 29-275 0 0,80 108 89 0 0,-96-138-733 0 0,0-2 1 0 0,2-1 0 0 0,0 0-1 0 0,45 32 1 0 0,63 21-1447 0 0,-38-34-2779 0 0,-69-31-1448 0 0</inkml:trace>
</inkml:ink>
</file>

<file path=ppt/ink/ink3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14.5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446 1 11522 0 0,'-1'0'46'0'0,"0"0"-1"0"0,1-1 0 0 0,-1 1 0 0 0,0 0 0 0 0,1 0 0 0 0,-1 0 0 0 0,0 0 0 0 0,0 0 0 0 0,1 0 0 0 0,-1 0 0 0 0,0 0 0 0 0,1 0 1 0 0,-1 1-1 0 0,0-1 0 0 0,0 0 0 0 0,1 0 0 0 0,-1 1 0 0 0,0-1 0 0 0,1 0 0 0 0,-1 1 0 0 0,1-1 0 0 0,-1 0 0 0 0,0 1 0 0 0,1-1 0 0 0,-1 1 1 0 0,1-1-1 0 0,-1 1 0 0 0,1 0 0 0 0,0-1 0 0 0,-1 1 0 0 0,1-1 0 0 0,-1 1 0 0 0,1 0 0 0 0,0-1 0 0 0,0 1 0 0 0,-1 0 0 0 0,1-1 0 0 0,0 1 1 0 0,0 0-1 0 0,0-1 0 0 0,0 1 0 0 0,0 0 0 0 0,0 0 0 0 0,0-1 0 0 0,0 1 0 0 0,0 1 0 0 0,-2 7 288 0 0,-10 29 168 0 0,-2-2 0 0 0,-2 0 0 0 0,-1-1 0 0 0,-25 38 0 0 0,24-41-340 0 0,-78 127-703 0 0,-26 49-778 0 0,56-62-3433 0 0,48-96 425 0 0</inkml:trace>
</inkml:ink>
</file>

<file path=ppt/ink/ink3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14.8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11979 0 0,'3'3'489'0'0,"-1"1"0"0"0,1-1 0 0 0,-1 0 0 0 0,0 0 0 0 0,0 1 0 0 0,-1-1 0 0 0,1 1 0 0 0,1 4 0 0 0,11 55 1464 0 0,-11-46-1306 0 0,14 116-185 0 0,-6-39-3605 0 0,-6-64 1959 0 0</inkml:trace>
</inkml:ink>
</file>

<file path=ppt/ink/ink3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15.2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 3 11522 0 0,'-7'-1'627'0'0,"-10"-1"-273"0"0,17 3-355 0 0,-1-1 0 0 0,1 1 0 0 0,0-1 0 0 0,-1 1 0 0 0,1 0 0 0 0,0-1 0 0 0,0 1 0 0 0,0-1 0 0 0,-1 1 0 0 0,1 0 0 0 0,0-1 0 0 0,0 1 0 0 0,0-1-1 0 0,0 1 1 0 0,0 0 0 0 0,0-1 0 0 0,0 1 0 0 0,0-1 0 0 0,1 1 0 0 0,-1 0 0 0 0,0-1 0 0 0,0 1 0 0 0,0-1 0 0 0,1 1 0 0 0,-1 0 0 0 0,0-1 0 0 0,1 1 0 0 0,-1-1 0 0 0,1 1 0 0 0,11 28 772 0 0,2 0 0 0 0,1-2 0 0 0,1 0-1 0 0,1 0 1 0 0,38 43 0 0 0,-37-51-1067 0 0,0-1 0 0 0,0 0 0 0 0,2-2 1 0 0,0 0-1 0 0,1-1 0 0 0,1-1 0 0 0,37 18 0 0 0,-48-27-780 0 0,1-1 1 0 0,-1 0-1 0 0,1-1 1 0 0,12 2-1 0 0,-19-4 679 0 0,0 0 0 0 0,-1-1 0 0 0,1 0-1 0 0,0 0 1 0 0,0 0 0 0 0,-1 0 0 0 0,1-1 0 0 0,0 0 0 0 0,-1 0-1 0 0,1 0 1 0 0,0 0 0 0 0,7-4 0 0 0,-4-2 377 0 0</inkml:trace>
</inkml:ink>
</file>

<file path=ppt/ink/ink3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15.42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355 14 5529 0 0,'-1'-1'141'0'0,"0"0"0"0"0,0 0 0 0 0,0 0 0 0 0,0 0 0 0 0,0 0 0 0 0,0 0 0 0 0,0 0 0 0 0,0 0-1 0 0,-1 1 1 0 0,1-1 0 0 0,0 0 0 0 0,-1 1 0 0 0,1-1 0 0 0,0 1 0 0 0,-1-1 0 0 0,1 1 0 0 0,-1 0 0 0 0,1-1 0 0 0,0 1 0 0 0,-3 0 0 0 0,2 1 136 0 0,0 0 0 0 0,-1 0 0 0 0,1 0 1 0 0,0 0-1 0 0,0 1 0 0 0,1-1 1 0 0,-1 0-1 0 0,0 1 0 0 0,0-1 0 0 0,1 1 1 0 0,-1 0-1 0 0,-2 3 0 0 0,-14 20 644 0 0,0 1 0 0 0,1 1-1 0 0,2 0 1 0 0,-13 33 0 0 0,-11 19-297 0 0,-108 171-2046 0 0,130-215-4315 0 0</inkml:trace>
</inkml:ink>
</file>

<file path=ppt/ink/ink3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15.7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68 4145 0 0,'10'-8'786'0'0,"0"0"1"0"0,0 1-1 0 0,1 1 1 0 0,0 0 0 0 0,0 0-1 0 0,1 1 1 0 0,-1 1-1 0 0,1 0 1 0 0,0 0-1 0 0,1 1 1 0 0,-1 1-1 0 0,14-2 1 0 0,-23 4-649 0 0,-1 0 1 0 0,0 0 0 0 0,1 0-1 0 0,-1 0 1 0 0,0 0 0 0 0,1 1 0 0 0,-1-1-1 0 0,0 1 1 0 0,1 0 0 0 0,-1-1-1 0 0,0 1 1 0 0,0 0 0 0 0,0 0-1 0 0,0 1 1 0 0,0-1 0 0 0,0 0-1 0 0,0 1 1 0 0,0-1 0 0 0,0 1-1 0 0,-1-1 1 0 0,1 1 0 0 0,-1 0-1 0 0,1 0 1 0 0,-1 0 0 0 0,1 0-1 0 0,-1 0 1 0 0,0 0 0 0 0,0 0 0 0 0,0 0-1 0 0,0 0 1 0 0,0 4 0 0 0,1 6 68 0 0,0 0-1 0 0,-2-1 1 0 0,1 1 0 0 0,-2 0 0 0 0,-1 16 0 0 0,0-16-4 0 0,2 0 0 0 0,-1-1 0 0 0,3 14-1 0 0,-2-23-170 0 0,0-1-1 0 0,0 1 1 0 0,1-1-1 0 0,-1 1 1 0 0,1-1-1 0 0,-1 1 1 0 0,1-1-1 0 0,-1 1 0 0 0,1-1 1 0 0,0 1-1 0 0,0-1 1 0 0,0 0-1 0 0,0 1 1 0 0,0-1-1 0 0,0 0 1 0 0,0 0-1 0 0,0 0 0 0 0,1 0 1 0 0,-1 0-1 0 0,0 0 1 0 0,1 0-1 0 0,1 0 1 0 0,-1 0-5 0 0,1 0 0 0 0,0 0 0 0 0,0-1 0 0 0,-1 1 0 0 0,1-1 0 0 0,0 0 0 0 0,0 0 0 0 0,0 0 0 0 0,-1 0 0 0 0,1-1 0 0 0,5 0 0 0 0,1-2-57 0 0,0 0 0 0 0,0 0 0 0 0,0-1-1 0 0,0 0 1 0 0,0 0 0 0 0,10-8 0 0 0,35-30-2490 0 0,-33 26-4422 0 0</inkml:trace>
</inkml:ink>
</file>

<file path=ppt/ink/ink3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16.1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121 94 12443 0 0,'-6'-12'605'0'0,"-1"1"0"0"0,0 0 0 0 0,-11-13 1 0 0,15 21-194 0 0,0-1 1 0 0,0 1 0 0 0,-1 0-1 0 0,1 0 1 0 0,-1 0 0 0 0,0 1-1 0 0,1-1 1 0 0,-1 1 0 0 0,0 0-1 0 0,-1 0 1 0 0,1 0 0 0 0,-8-1-1 0 0,11 3-366 0 0,0 0-1 0 0,1 0 1 0 0,-1 0-1 0 0,0 0 0 0 0,1 1 1 0 0,-1-1-1 0 0,1 0 1 0 0,-1 1-1 0 0,1-1 0 0 0,-1 0 1 0 0,1 1-1 0 0,-1-1 1 0 0,1 1-1 0 0,-1-1 0 0 0,1 1 1 0 0,-1-1-1 0 0,1 1 1 0 0,-1-1-1 0 0,1 1 0 0 0,0-1 1 0 0,0 1-1 0 0,-1 0 1 0 0,1-1-1 0 0,0 1 0 0 0,0 0 1 0 0,-1-1-1 0 0,1 1 1 0 0,0 0-1 0 0,0-1 0 0 0,0 1 1 0 0,0-1-1 0 0,0 1 1 0 0,0 0-1 0 0,0-1 0 0 0,0 1 1 0 0,1 0-1 0 0,-1 34 35 0 0,0-30 34 0 0,-4 659 171 0 0,-6-220-28 0 0,33 2-136 0 0,22-99-121 0 0,26 371 0 0 0,-82-338-141 0 0,2 79-2411 0 0,11-412-4701 0 0</inkml:trace>
</inkml:ink>
</file>

<file path=ppt/ink/ink3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16.6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3 207 6913 0 0,'-1'-2'284'0'0,"1"1"-1"0"0,-1-1 0 0 0,1 1 0 0 0,0-1 0 0 0,-1 1 0 0 0,1-1 0 0 0,0 1 0 0 0,0-1 0 0 0,0 1 0 0 0,0-1 0 0 0,0 0 0 0 0,1 1 1 0 0,-1-1-1 0 0,0 1 0 0 0,1-1 0 0 0,-1 1 0 0 0,1 0 0 0 0,0-1 0 0 0,-1 1 0 0 0,1-1 0 0 0,0 1 0 0 0,0 0 0 0 0,0 0 0 0 0,0-1 0 0 0,0 1 1 0 0,0 0-1 0 0,0 0 0 0 0,0 0 0 0 0,0 0 0 0 0,0 0 0 0 0,1 0 0 0 0,-1 1 0 0 0,0-1 0 0 0,1 0 0 0 0,-1 0 0 0 0,3 0 0 0 0,-1 0-83 0 0,0 0 0 0 0,0 1 0 0 0,-1-1 0 0 0,1 1-1 0 0,0-1 1 0 0,0 1 0 0 0,0 0 0 0 0,0 0 0 0 0,0 0-1 0 0,0 1 1 0 0,-1-1 0 0 0,1 1 0 0 0,0-1 0 0 0,0 1-1 0 0,0 0 1 0 0,-1 0 0 0 0,1 0 0 0 0,0 0-1 0 0,3 3 1 0 0,14 14-22 0 0,-1-1-1 0 0,-1 2 0 0 0,-1 1 0 0 0,24 35 1 0 0,28 32-95 0 0,-60-78-53 0 0,0 0 0 0 0,0-1 0 0 0,1 0 0 0 0,0 0-1 0 0,1-1 1 0 0,16 9 0 0 0,-22-13-12 0 0,0-1 1 0 0,0 0-1 0 0,0 0 0 0 0,0 0 0 0 0,0-1 0 0 0,0 0 0 0 0,0 0 1 0 0,1 0-1 0 0,-1 0 0 0 0,0-1 0 0 0,1 0 0 0 0,-1 0 1 0 0,0 0-1 0 0,1-1 0 0 0,-1 0 0 0 0,0 0 0 0 0,0 0 0 0 0,0-1 1 0 0,10-4-1 0 0,-8 2 24 0 0,-1 0 0 0 0,1-1 0 0 0,-1 0 0 0 0,0 0 0 0 0,0 0 0 0 0,-1-1 0 0 0,0 0 1 0 0,0 0-1 0 0,0-1 0 0 0,-1 1 0 0 0,0-1 0 0 0,6-13 0 0 0,13-32-14 0 0,29-107 0 0 0,-14 36-3507 0 0,-28 92-3816 0 0</inkml:trace>
</inkml:ink>
</file>

<file path=ppt/ink/ink3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16.86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6913 0 0,'1'80'5244'0'0,"13"96"0"0"0,11-50-2247 0 0,-15-93-3422 0 0,24 55-1 0 0,-5-24-129 0 0,-16-32 535 0 0</inkml:trace>
</inkml:ink>
</file>

<file path=ppt/ink/ink3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17.40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0 344 9674 0 0,'67'-3'714'0'0,"-1"-4"0"0"0,69-15 0 0 0,-7 0-113 0 0,320-17 716 0 0,4 26-710 0 0,-94 5-196 0 0,1350-85 1399 0 0,-570 4-1368 0 0,58 41-1901 0 0,-1089 49-2370 0 0,-5 3-1214 0 0</inkml:trace>
</inkml:ink>
</file>

<file path=ppt/ink/ink3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18.1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127 67 6913 0 0,'-21'-19'521'0'0,"17"14"284"0"0,-1 0-1 0 0,0 0 0 0 0,0 1 1 0 0,-1 0-1 0 0,1 0 0 0 0,-7-4 0 0 0,11 8-659 0 0,0-1-1 0 0,-1 1 0 0 0,1 0 0 0 0,0-1 1 0 0,0 1-1 0 0,0 0 0 0 0,0 0 0 0 0,-1 0 0 0 0,1 0 1 0 0,0 0-1 0 0,0 0 0 0 0,0 0 0 0 0,0 0 1 0 0,0 1-1 0 0,-1-1 0 0 0,1 0 0 0 0,0 1 0 0 0,0-1 1 0 0,0 1-1 0 0,0-1 0 0 0,0 1 0 0 0,0-1 0 0 0,0 1 1 0 0,0 0-1 0 0,0 0 0 0 0,0-1 0 0 0,1 1 1 0 0,-1 0-1 0 0,0 0 0 0 0,0 0 0 0 0,1 0 0 0 0,-1 0 1 0 0,0 0-1 0 0,1 0 0 0 0,-1 0 0 0 0,1 0 1 0 0,-1 0-1 0 0,1 0 0 0 0,0 0 0 0 0,-1 3 0 0 0,-5 13 106 0 0,1 1-1 0 0,0-1 0 0 0,2 2 0 0 0,0-1 1 0 0,1 0-1 0 0,0 0 0 0 0,2 20 0 0 0,1-8-294 0 0,2 0 0 0 0,1 0 0 0 0,11 44 0 0 0,-13-65 3 0 0,1 0-1 0 0,0-1 1 0 0,1 1-1 0 0,0-1 1 0 0,0 0-1 0 0,1 0 1 0 0,0 0-1 0 0,0-1 1 0 0,1 0-1 0 0,0 0 1 0 0,0 0-1 0 0,0-1 1 0 0,11 8 0 0 0,-13-11-14 0 0,0 0 0 0 0,0-1 0 0 0,0 0 1 0 0,0 1-1 0 0,1-2 0 0 0,-1 1 0 0 0,1 0 1 0 0,-1-1-1 0 0,1 0 0 0 0,0 0 1 0 0,0 0-1 0 0,-1-1 0 0 0,1 1 0 0 0,0-1 1 0 0,0-1-1 0 0,0 1 0 0 0,-1 0 0 0 0,1-1 1 0 0,0 0-1 0 0,0 0 0 0 0,-1-1 1 0 0,1 1-1 0 0,-1-1 0 0 0,1 0 0 0 0,-1 0 1 0 0,8-6-1 0 0,-2 1 94 0 0,-1 0 0 0 0,0-1 0 0 0,0-1 0 0 0,-1 1 1 0 0,0-2-1 0 0,0 1 0 0 0,-1-1 0 0 0,0 0 0 0 0,-1 0 0 0 0,0-1 0 0 0,0 0 0 0 0,-2 0 0 0 0,1 0 1 0 0,3-14-1 0 0,-4 8 84 0 0,0 1 0 0 0,0-1 0 0 0,-2 0 0 0 0,0 0 0 0 0,-1 0 0 0 0,-1-1 0 0 0,-1 1 0 0 0,0 0 0 0 0,-5-24 0 0 0,4 32-142 0 0,0 1-1 0 0,-1 0 1 0 0,0 0-1 0 0,-1 1 0 0 0,0-1 1 0 0,0 1-1 0 0,0-1 1 0 0,-1 1-1 0 0,-7-8 1 0 0,9 11-225 0 0,-1 0 1 0 0,1 1 0 0 0,-1 0 0 0 0,0-1 0 0 0,0 1-1 0 0,0 0 1 0 0,-1 1 0 0 0,1-1 0 0 0,0 1 0 0 0,-1 0 0 0 0,0 0-1 0 0,1 0 1 0 0,-1 1 0 0 0,0 0 0 0 0,0 0 0 0 0,-9-1-1 0 0,-10 3-5704 0 0</inkml:trace>
</inkml:ink>
</file>

<file path=ppt/ink/ink3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18.4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121 20 11058 0 0,'0'0'89'0'0,"-1"-1"0"0"0,1 0 0 0 0,0 0 0 0 0,0 0 0 0 0,0 0 0 0 0,0 1 0 0 0,-1-1 0 0 0,1 0 0 0 0,0 0 0 0 0,-1 0 0 0 0,1 1 0 0 0,-1-1 0 0 0,1 0 0 0 0,-1 0 0 0 0,1 1 0 0 0,-1-1 0 0 0,1 1 0 0 0,-1-1 0 0 0,0 0 0 0 0,1 1 0 0 0,-1-1 0 0 0,0 1 0 0 0,1-1 0 0 0,-1 1 0 0 0,0 0 0 0 0,0-1 0 0 0,1 1 0 0 0,-1 0 0 0 0,0-1 0 0 0,0 1 0 0 0,-1 0 0 0 0,0 0 110 0 0,-1 0-1 0 0,1 1 0 0 0,0-1 0 0 0,0 1 1 0 0,-1 0-1 0 0,1 0 0 0 0,0 0 1 0 0,0 0-1 0 0,0 0 0 0 0,0 0 0 0 0,-3 3 1 0 0,-2 1 232 0 0,0 0-1 0 0,1 1 1 0 0,0 0 0 0 0,0 0 0 0 0,0 1 0 0 0,-5 8-1 0 0,7-7-390 0 0,0 1 0 0 0,1-1 0 0 0,0 1 0 0 0,0-1 0 0 0,1 1 0 0 0,0 0 0 0 0,1 0 0 0 0,0 0 0 0 0,0 0 0 0 0,1 0 0 0 0,0 0 0 0 0,1 0 0 0 0,0 0 0 0 0,0 0 0 0 0,1 0-1 0 0,0 0 1 0 0,0 0 0 0 0,1-1 0 0 0,0 1 0 0 0,6 9 0 0 0,-6-12-46 0 0,0 0 0 0 0,0-1 1 0 0,1 1-1 0 0,0-1 0 0 0,0 0 0 0 0,0 0 0 0 0,1-1 0 0 0,-1 1 0 0 0,1-1 1 0 0,0 0-1 0 0,0 0 0 0 0,1 0 0 0 0,-1-1 0 0 0,1 0 0 0 0,0 0 0 0 0,0 0 1 0 0,0-1-1 0 0,0 0 0 0 0,0 0 0 0 0,0-1 0 0 0,1 1 0 0 0,-1-1 0 0 0,1-1 0 0 0,-1 1 1 0 0,1-1-1 0 0,-1 0 0 0 0,0-1 0 0 0,1 1 0 0 0,6-3 0 0 0,-7 1 31 0 0,1 0 0 0 0,0 0-1 0 0,-1-1 1 0 0,1 0 0 0 0,-1-1-1 0 0,0 1 1 0 0,0-1 0 0 0,-1 0-1 0 0,1-1 1 0 0,-1 1-1 0 0,0-1 1 0 0,0 0 0 0 0,0-1-1 0 0,0 1 1 0 0,-1-1 0 0 0,0 0-1 0 0,-1 0 1 0 0,1 0 0 0 0,-1 0-1 0 0,0-1 1 0 0,-1 1 0 0 0,1-1-1 0 0,-1 0 1 0 0,1-9 0 0 0,-1 8-123 0 0,0 1 0 0 0,-1 0 1 0 0,0 0-1 0 0,-1 0 1 0 0,0-1-1 0 0,0 1 1 0 0,0 0-1 0 0,-1 0 0 0 0,0-1 1 0 0,0 1-1 0 0,-1 0 1 0 0,0 0-1 0 0,0 0 0 0 0,-1 1 1 0 0,0-1-1 0 0,0 0 1 0 0,-1 1-1 0 0,1 0 0 0 0,-1 0 1 0 0,-1 0-1 0 0,1 0 1 0 0,-1 1-1 0 0,-10-10 1 0 0,-4 3-1498 0 0</inkml:trace>
</inkml:ink>
</file>

<file path=ppt/ink/ink3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18.8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123 24 9218 0 0,'0'-1'173'0'0,"0"-1"1"0"0,0 1-1 0 0,-1 0 1 0 0,1 0-1 0 0,0 0 0 0 0,-1 0 1 0 0,1 0-1 0 0,-1 0 1 0 0,1 0-1 0 0,-1 0 0 0 0,1 0 1 0 0,-1 0-1 0 0,0 0 0 0 0,1 1 1 0 0,-1-1-1 0 0,0 0 1 0 0,0 0-1 0 0,0 1 0 0 0,1-1 1 0 0,-1 0-1 0 0,0 1 1 0 0,0-1-1 0 0,0 1 0 0 0,0-1 1 0 0,0 1-1 0 0,0-1 1 0 0,0 1-1 0 0,-1 0 0 0 0,1-1 1 0 0,0 1-1 0 0,0 0 1 0 0,0 0-1 0 0,0 0 0 0 0,-2 0 1 0 0,-19 10 4084 0 0,8 3-4492 0 0,7-5 305 0 0,1 1 1 0 0,0 1-1 0 0,0-1 0 0 0,1 1 1 0 0,0 0-1 0 0,0 0 1 0 0,1 0-1 0 0,1 1 1 0 0,0 0-1 0 0,0-1 0 0 0,1 1 1 0 0,1 0-1 0 0,0 0 1 0 0,0 0-1 0 0,1 1 1 0 0,0-1-1 0 0,1 0 0 0 0,0 0 1 0 0,6 20-1 0 0,-5-23-146 0 0,0 0 0 0 0,0-1 0 0 0,1 1 0 0 0,1-1 0 0 0,-1 0 0 0 0,1 1 1 0 0,1-2-1 0 0,-1 1 0 0 0,1 0 0 0 0,0-1 0 0 0,0 0 0 0 0,9 7 0 0 0,-9-9-30 0 0,0-1 0 0 0,0 1 0 0 0,1-1-1 0 0,0 0 1 0 0,-1 0 0 0 0,1-1 0 0 0,0 1 0 0 0,0-1 0 0 0,1-1 0 0 0,-1 1 0 0 0,0-1 0 0 0,1 0 0 0 0,-1-1 0 0 0,0 1 0 0 0,1-1 0 0 0,12-2 0 0 0,-9 1-24 0 0,0-1 1 0 0,0-1-1 0 0,0 0 1 0 0,0 0 0 0 0,0-1-1 0 0,-1 0 1 0 0,1 0 0 0 0,-1-1-1 0 0,0-1 1 0 0,0 1 0 0 0,-1-1-1 0 0,0-1 1 0 0,9-8 0 0 0,-13 11 145 0 0,0 0 1 0 0,-1 0 0 0 0,0 0 0 0 0,0 0-1 0 0,0 0 1 0 0,0-1 0 0 0,-1 0 0 0 0,1 1-1 0 0,-1-1 1 0 0,0 0 0 0 0,-1 0 0 0 0,1 0-1 0 0,-1 0 1 0 0,0 0 0 0 0,0 0-1 0 0,-1 0 1 0 0,1-1 0 0 0,-1 1 0 0 0,0 0-1 0 0,-1 0 1 0 0,1 0 0 0 0,-1-1 0 0 0,0 1-1 0 0,-1 0 1 0 0,1 0 0 0 0,-1 0 0 0 0,-4-8-1 0 0,2 4-284 0 0,-1 0 0 0 0,0 1 0 0 0,-1 0 0 0 0,0 0-1 0 0,-7-7 1 0 0,-5-2-5158 0 0</inkml:trace>
</inkml:ink>
</file>

<file path=ppt/ink/ink3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19.42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52 16 9218 0 0,'-20'-15'4496'0'0,"19"15"-4194"0"0,1-1-1 0 0,-1 1 0 0 0,0 0 0 0 0,1 0 1 0 0,-1 0-1 0 0,0 0 0 0 0,0 0 0 0 0,-6 5 2732 0 0,6-4-2760 0 0,1 0 1 0 0,-1-1-1 0 0,1 1 0 0 0,-1 0 0 0 0,1 0 0 0 0,0-1 0 0 0,-1 3 1 0 0,-4 15-1063 0 0,1 7 801 0 0,1 0 0 0 0,1 1 0 0 0,2 44 0 0 0,3-27-2179 0 0,13 61-1 0 0,-8-68 728 0 0</inkml:trace>
</inkml:ink>
</file>

<file path=ppt/ink/ink3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19.0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16588 0 0,'2'0'100'0'0,"0"2"1"0"0,0-1-1 0 0,0 0 1 0 0,-1 0-1 0 0,1 1 1 0 0,0-1 0 0 0,-1 1-1 0 0,1-1 1 0 0,0 1-1 0 0,-1 0 1 0 0,0-1-1 0 0,1 1 1 0 0,-1 0-1 0 0,0 0 1 0 0,0 0 0 0 0,0 0-1 0 0,0 0 1 0 0,-1 0-1 0 0,1 0 1 0 0,0 1-1 0 0,-1-1 1 0 0,1 4 0 0 0,6 59 79 0 0,-7-50-42 0 0,5 75 273 0 0,7 62-3838 0 0,-9-130 3118 0 0,1 0 0 0 0,2 0 1 0 0,0 0-1 0 0,16 37 0 0 0,-9-31 294 0 0,-1-5-58 0 0</inkml:trace>
</inkml:ink>
</file>

<file path=ppt/ink/ink3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20.1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47 111 6657 0 0,'-5'31'13614'0'0,"6"-31"-13434"0"0,-3 0-88 0 0,0 0 0 0 0,0 0 0 0 0,1 0 1 0 0,-1 0-1 0 0,0 0 0 0 0,0 0 0 0 0,1 1 0 0 0,-1-1 0 0 0,0 1 0 0 0,1-1 1 0 0,-1 1-1 0 0,0-1 0 0 0,-1 2 0 0 0,1 0-23 0 0,1 0-1 0 0,0-1 1 0 0,0 1-1 0 0,-1 0 1 0 0,1 0-1 0 0,0 0 1 0 0,1 0-1 0 0,-1 0 1 0 0,0 0 0 0 0,1 0-1 0 0,-1 0 1 0 0,1 0-1 0 0,-1 3 1 0 0,-1 4-74 0 0,1-1-1 0 0,1 1 1 0 0,-1 0 0 0 0,1-1 0 0 0,1 1 0 0 0,0-1-1 0 0,0 1 1 0 0,0 0 0 0 0,1-1 0 0 0,0 0 0 0 0,1 0-1 0 0,0 1 1 0 0,0-1 0 0 0,1-1 0 0 0,0 1 0 0 0,0-1-1 0 0,1 1 1 0 0,0-1 0 0 0,0 0 0 0 0,1-1 0 0 0,0 0-1 0 0,0 1 1 0 0,0-2 0 0 0,10 7 0 0 0,-10-7-1 0 0,1-1 0 0 0,-1 0-1 0 0,1 0 1 0 0,0 0 0 0 0,1-1 0 0 0,-1 0 0 0 0,0-1 0 0 0,1 0-1 0 0,0 0 1 0 0,-1 0 0 0 0,1-1 0 0 0,0-1 0 0 0,0 1 0 0 0,0-1 0 0 0,-1 0-1 0 0,1-1 1 0 0,0 0 0 0 0,0 0 0 0 0,0 0 0 0 0,-1-1 0 0 0,1 0 0 0 0,-1-1-1 0 0,0 0 1 0 0,1 0 0 0 0,-1-1 0 0 0,11-7 0 0 0,-11 6 5 0 0,0 0-1 0 0,-1 0 1 0 0,0-1 0 0 0,0 0 0 0 0,0-1-1 0 0,0 1 1 0 0,-1-1 0 0 0,0 0 0 0 0,-1 0-1 0 0,0-1 1 0 0,0 1 0 0 0,0-1 0 0 0,-1 0 0 0 0,0 0-1 0 0,-1 0 1 0 0,0 0 0 0 0,0-1 0 0 0,0 1-1 0 0,-1-1 1 0 0,-1 1 0 0 0,1-1 0 0 0,-2-8-1 0 0,0 6-15 0 0,0 1-1 0 0,-1 0 1 0 0,0-1-1 0 0,0 1 0 0 0,-1 0 1 0 0,-1 0-1 0 0,0 0 1 0 0,0 1-1 0 0,-1-1 0 0 0,0 1 1 0 0,-1 0-1 0 0,0 0 0 0 0,0 1 1 0 0,-1 0-1 0 0,0 0 1 0 0,0 1-1 0 0,-15-12 0 0 0,18 15-187 0 0,-1 1-1 0 0,0 0 0 0 0,1 1 0 0 0,-1-1 1 0 0,-1 1-1 0 0,-5-2 0 0 0,-20-1-5120 0 0,4 5-1261 0 0</inkml:trace>
</inkml:ink>
</file>

<file path=ppt/ink/ink3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20.3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20 16131 0 0,'1'-1'107'0'0,"0"-1"-1"0"0,0 1 0 0 0,0 0 1 0 0,0-1-1 0 0,0 1 0 0 0,0 0 1 0 0,0 0-1 0 0,0 0 0 0 0,1 0 1 0 0,-1 0-1 0 0,0 0 0 0 0,1 0 1 0 0,-1 0-1 0 0,0 0 0 0 0,1 1 1 0 0,-1-1-1 0 0,1 1 0 0 0,0-1 1 0 0,-1 1-1 0 0,1 0 0 0 0,-1-1 1 0 0,1 1-1 0 0,0 0 0 0 0,-1 0 1 0 0,1 0-1 0 0,-1 0 0 0 0,1 0 1 0 0,0 1-1 0 0,-1-1 0 0 0,1 0 1 0 0,-1 1-1 0 0,1-1 0 0 0,0 1 1 0 0,-1 0-1 0 0,0-1 0 0 0,1 1 1 0 0,-1 0-1 0 0,1 0 0 0 0,-1 0 1 0 0,0 0-1 0 0,0 0 0 0 0,1 0 1 0 0,-1 0-1 0 0,0 0 0 0 0,0 1 1 0 0,0-1-1 0 0,1 2 0 0 0,3 7-193 0 0,0-1 0 0 0,0 1 0 0 0,-1 1 0 0 0,0-1 0 0 0,-1 1 0 0 0,0-1 0 0 0,-1 1 0 0 0,2 22 0 0 0,8 29-2859 0 0,-3-36-3462 0 0</inkml:trace>
</inkml:ink>
</file>

<file path=ppt/ink/ink3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20.58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10594 0 0,'2'0'232'0'0,"0"-1"-1"0"0,0 2 1 0 0,0-1 0 0 0,0 0-1 0 0,0 0 1 0 0,0 1-1 0 0,0-1 1 0 0,0 1-1 0 0,0-1 1 0 0,-1 1 0 0 0,1 0-1 0 0,0-1 1 0 0,0 1-1 0 0,-1 0 1 0 0,1 1-1 0 0,0-1 1 0 0,-1 0 0 0 0,1 0-1 0 0,-1 1 1 0 0,1-1-1 0 0,-1 0 1 0 0,0 1-1 0 0,0 0 1 0 0,0-1 0 0 0,0 1-1 0 0,2 2 1 0 0,2 4 563 0 0,0 1 1 0 0,0-1 0 0 0,6 19 0 0 0,-3 2-325 0 0,-1 1 1 0 0,-1-1 0 0 0,1 36 0 0 0,6 31-3354 0 0,-7-68-4038 0 0</inkml:trace>
</inkml:ink>
</file>

<file path=ppt/ink/ink3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21.07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 4 9674 0 0,'-11'-4'11697'0'0,"12"60"-11286"0"0,2-1 0 0 0,14 71 0 0 0,-5-48-394 0 0,5 68 27 0 0,-3-21-135 0 0,44 183 0 0 0,-43-259-653 0 0,1-6-231 0 0</inkml:trace>
</inkml:ink>
</file>

<file path=ppt/ink/ink3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23.2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59 64 5065 0 0,'-4'-32'6032'0'0,"4"31"-5920"0"0,0 1 0 0 0,0-1 0 0 0,0 1 0 0 0,-1 0 0 0 0,1-1 0 0 0,0 1 0 0 0,0 0 0 0 0,0-1 0 0 0,-1 1 0 0 0,1 0 0 0 0,0-1 0 0 0,0 1 0 0 0,-1 0 0 0 0,1-1 0 0 0,0 1 0 0 0,0 0 0 0 0,-1 0 1 0 0,1-1-1 0 0,0 1 0 0 0,-1 0 0 0 0,1 0 0 0 0,-1 0 0 0 0,1-1 0 0 0,0 1 0 0 0,-1 0 0 0 0,1 0 0 0 0,-1 0 0 0 0,0 0-32 0 0,0 1 0 0 0,0-1 0 0 0,0 0 1 0 0,0 1-1 0 0,0 0 0 0 0,0-1 0 0 0,1 1 0 0 0,-1-1 0 0 0,0 1 1 0 0,0 0-1 0 0,0 0 0 0 0,1 0 0 0 0,-1-1 0 0 0,1 1 0 0 0,-1 0 1 0 0,0 2-1 0 0,-5 7-59 0 0,2 0 0 0 0,-1 0 0 0 0,1 0 0 0 0,1 1 0 0 0,0 0 0 0 0,1 0 0 0 0,0 0 1 0 0,0 0-1 0 0,1 0 0 0 0,1 0 0 0 0,0 0 0 0 0,0 0 0 0 0,1 0 0 0 0,0 0 0 0 0,1 0 1 0 0,1 0-1 0 0,4 14 0 0 0,-4-19-13 0 0,0 0 1 0 0,1 0 0 0 0,-1 0 0 0 0,1 0-1 0 0,0-1 1 0 0,1 0 0 0 0,0 0-1 0 0,-1 0 1 0 0,2 0 0 0 0,-1-1-1 0 0,0 0 1 0 0,1 0 0 0 0,0 0 0 0 0,0-1-1 0 0,0 0 1 0 0,0 0 0 0 0,11 3-1 0 0,-6-3 77 0 0,-1 0 0 0 0,1-1 0 0 0,0-1 0 0 0,-1 1 0 0 0,1-2 0 0 0,0 0 0 0 0,0 0 0 0 0,-1-1 0 0 0,1 0 0 0 0,20-5 0 0 0,-22 3 8 0 0,0 1 0 0 0,-1-1 0 0 0,1-1 0 0 0,-1 0 0 0 0,0 0-1 0 0,0 0 1 0 0,0-1 0 0 0,-1 0 0 0 0,1-1 0 0 0,-1 0 0 0 0,0 0 0 0 0,10-12-1 0 0,-14 13-43 0 0,1 0 0 0 0,-1 0-1 0 0,0-1 1 0 0,0 1 0 0 0,0-1-1 0 0,-1 0 1 0 0,0 0 0 0 0,0 1-1 0 0,-1-2 1 0 0,1 1-1 0 0,-1 0 1 0 0,-1 0 0 0 0,1 0-1 0 0,-1 0 1 0 0,0 0 0 0 0,0-1-1 0 0,-1 1 1 0 0,0 0-1 0 0,-3-12 1 0 0,1 9-84 0 0,0 0 0 0 0,0 0 0 0 0,-1 1 1 0 0,0-1-1 0 0,0 1 0 0 0,-1 0 0 0 0,0 0 0 0 0,0 1 0 0 0,-13-14 0 0 0,13 16-1088 0 0,-1 0 0 0 0,0 0-1 0 0,0 1 1 0 0,-9-6 0 0 0,-6 0-4590 0 0</inkml:trace>
</inkml:ink>
</file>

<file path=ppt/ink/ink3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23.6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14283 0 0,'8'79'3875'0'0,"7"64"-4042"0"0,-7-104-1430 0 0,-1 0-4363 0 0</inkml:trace>
</inkml:ink>
</file>

<file path=ppt/ink/ink3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23.9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41 1 8290 0 0,'-2'0'211'0'0,"1"0"0"0"0,0 1 0 0 0,-1-1 1 0 0,1 1-1 0 0,0 0 0 0 0,0-1 0 0 0,0 1 0 0 0,0 0 1 0 0,0 0-1 0 0,-1 0 0 0 0,2 0 0 0 0,-1 0 0 0 0,0 0 1 0 0,0 0-1 0 0,0 0 0 0 0,0 0 0 0 0,1 0 0 0 0,-1 1 1 0 0,0-1-1 0 0,1 0 0 0 0,-1 0 0 0 0,1 1 0 0 0,-1-1 1 0 0,1 0-1 0 0,0 1 0 0 0,0-1 0 0 0,-1 2 0 0 0,-6 51 1808 0 0,6-38-1596 0 0,-4 21-798 0 0,2 0 0 0 0,2 0 0 0 0,2 0-1 0 0,1 0 1 0 0,1 0 0 0 0,17 67 0 0 0,-20-104 375 0 0,1 6-1 0 0,1 0 0 0 0,-1-1-1 0 0,2 1 1 0 0,-1-1 0 0 0,0 1 0 0 0,1-1 0 0 0,0 0 0 0 0,6 7-1 0 0,-1-7-51 0 0</inkml:trace>
</inkml:ink>
</file>

<file path=ppt/ink/ink3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24.28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39 1 9218 0 0,'-8'21'979'0'0,"0"1"1"0"0,2-1-1 0 0,1 1 0 0 0,1 1 1 0 0,0-1-1 0 0,2 1 0 0 0,0-1 1 0 0,3 32-1 0 0,-1-51-1154 0 0,1 1 0 0 0,-1-1 0 0 0,1 1 0 0 0,0-1-1 0 0,0 0 1 0 0,0 1 0 0 0,0-1 0 0 0,0 0 0 0 0,1 0 0 0 0,0 1 0 0 0,-1-1 0 0 0,1-1 0 0 0,0 1 0 0 0,1 0 0 0 0,-1 0 0 0 0,0-1 0 0 0,4 4 0 0 0,7-1-1183 0 0</inkml:trace>
</inkml:ink>
</file>

<file path=ppt/ink/ink3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48.52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87 88 9218 0 0,'-14'-28'692'0'0,"10"18"393"0"0,-1 1 0 0 0,0-1 0 0 0,-12-16 0 0 0,17 26-1045 0 0,0-1 0 0 0,0 1 0 0 0,-1 0 0 0 0,1-1 0 0 0,0 1 0 0 0,-1 0-1 0 0,1 0 1 0 0,0-1 0 0 0,-1 1 0 0 0,1 0 0 0 0,-1 0 0 0 0,1-1 0 0 0,0 1 0 0 0,-1 0 0 0 0,1 0 0 0 0,-1 0 0 0 0,1 0 0 0 0,-1 0 0 0 0,1 0 0 0 0,-1 0 0 0 0,1 0 0 0 0,0 0 0 0 0,-1 0 0 0 0,1 0 0 0 0,-1 0 0 0 0,1 0 0 0 0,-1 0 0 0 0,1 0 0 0 0,-1 0 0 0 0,1 0 0 0 0,0 1 0 0 0,-1-1 0 0 0,1 0 0 0 0,-1 0 0 0 0,1 0-1 0 0,0 1 1 0 0,-1-1 0 0 0,1 0 0 0 0,0 1 0 0 0,-1-1 0 0 0,1 0 0 0 0,0 1 0 0 0,0-1 0 0 0,-1 0 0 0 0,1 1 0 0 0,0-1 0 0 0,0 0 0 0 0,-1 1 0 0 0,1-1 0 0 0,0 1 0 0 0,0-1 0 0 0,0 1 0 0 0,0-1 0 0 0,0 0 0 0 0,0 1 0 0 0,0 0 0 0 0,-8 28 1172 0 0,-2 72-537 0 0,5 182 1 0 0,5-261-1232 0 0,2 0 1 0 0,0 0-1 0 0,2 0 1 0 0,0-1-1 0 0,9 27 1 0 0,-4-25-5233 0 0</inkml:trace>
</inkml:ink>
</file>

<file path=ppt/ink/ink3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48.72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147 71 11058 0 0,'-15'-14'304'0'0,"-37"-26"1507"0"0,49 37-1567 0 0,-1 1 0 0 0,1 0-1 0 0,-1 1 1 0 0,1-1 0 0 0,-1 1 0 0 0,0-1 0 0 0,0 1 0 0 0,0 0 0 0 0,0 0 0 0 0,0 1 0 0 0,0-1 0 0 0,0 1 0 0 0,-6 0 0 0 0,9 1-215 0 0,0-1 0 0 0,0 0 1 0 0,0 0-1 0 0,0 1 0 0 0,0-1 1 0 0,0 0-1 0 0,0 1 0 0 0,0-1 1 0 0,0 1-1 0 0,0 0 1 0 0,1-1-1 0 0,-1 1 0 0 0,0 0 1 0 0,0-1-1 0 0,1 1 0 0 0,-1 0 1 0 0,0 0-1 0 0,1-1 0 0 0,-1 1 1 0 0,1 0-1 0 0,-1 0 1 0 0,1 0-1 0 0,-1 0 0 0 0,1 0 1 0 0,-1 0-1 0 0,1 0 0 0 0,0 0 1 0 0,0 0-1 0 0,0 0 0 0 0,-1 0 1 0 0,1 0-1 0 0,0 0 1 0 0,0 0-1 0 0,0 0 0 0 0,1 0 1 0 0,-1 2-1 0 0,10 39-3005 0 0,-9-36 2253 0 0,9 21-2860 0 0,0-1-168 0 0</inkml:trace>
</inkml:ink>
</file>

<file path=ppt/ink/ink3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49.1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26 167 4145 0 0,'-25'-73'11274'0'0,"45"102"-10044"0"0,-10-2-772 0 0,0 1 0 0 0,10 52 0 0 0,-13-47-365 0 0,19 53 0 0 0,-26-85-92 0 0,0-1 0 0 0,1 1 0 0 0,-1 0 0 0 0,0-1 0 0 0,0 1 0 0 0,1 0-1 0 0,-1-1 1 0 0,0 1 0 0 0,1 0 0 0 0,-1-1 0 0 0,1 1 0 0 0,-1-1 0 0 0,1 1 0 0 0,-1-1 0 0 0,1 1-1 0 0,-1-1 1 0 0,1 1 0 0 0,-1-1 0 0 0,1 1 0 0 0,0-1 0 0 0,-1 0 0 0 0,1 1 0 0 0,0-1 0 0 0,-1 0-1 0 0,1 1 1 0 0,0-1 0 0 0,0 0 0 0 0,0 0-3 0 0,0-1 1 0 0,0 1-1 0 0,0 0 1 0 0,0-1-1 0 0,0 1 1 0 0,0-1-1 0 0,0 0 0 0 0,0 1 1 0 0,0-1-1 0 0,-1 0 1 0 0,1 1-1 0 0,0-1 0 0 0,0 0 1 0 0,-1 0-1 0 0,1 0 1 0 0,0-1-1 0 0,23-46-264 0 0,-22 43 193 0 0,41-127-334 0 0,-30 86 631 0 0,27-63 0 0 0,-39 107-176 0 0,0-1 1 0 0,0 1-1 0 0,0 0 0 0 0,0-1 0 0 0,0 1 1 0 0,1 0-1 0 0,-1 0 0 0 0,1 0 0 0 0,0 0 1 0 0,0 1-1 0 0,-1-1 0 0 0,1 0 0 0 0,0 1 1 0 0,0-1-1 0 0,0 1 0 0 0,1 0 0 0 0,-1-1 1 0 0,0 1-1 0 0,1 0 0 0 0,-1 0 0 0 0,0 1 1 0 0,5-2-1 0 0,-4 2-10 0 0,1 0 1 0 0,-1 1-1 0 0,1-1 0 0 0,-1 1 1 0 0,0 0-1 0 0,1-1 0 0 0,-1 2 1 0 0,0-1-1 0 0,0 0 0 0 0,0 1 1 0 0,0-1-1 0 0,0 1 0 0 0,0 0 1 0 0,0 0-1 0 0,0 0 1 0 0,3 3-1 0 0,65 67-1193 0 0,-52-50 219 0 0</inkml:trace>
</inkml:ink>
</file>

<file path=ppt/ink/ink3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49.59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0 10138 0 0,'-6'2'3422'0'0,"6"-1"-3355"0"0,1 11 1360 0 0,7 13-392 0 0,-8-24-921 0 0,19 47 359 0 0,1-1-1 0 0,3-1 1 0 0,2-1-1 0 0,53 71 0 0 0,-77-114-400 0 0,1 0-1 0 0,0 1 1 0 0,0-1-1 0 0,0 0 1 0 0,0 0-1 0 0,0 0 1 0 0,0 0-1 0 0,0-1 1 0 0,3 2-1 0 0,-4-2-19 0 0,0-1-1 0 0,0 1 0 0 0,0-1 1 0 0,0 0-1 0 0,0 0 0 0 0,0 1 1 0 0,-1-1-1 0 0,1 0 0 0 0,0 0 1 0 0,0 0-1 0 0,0 0 0 0 0,0 0 1 0 0,0 0-1 0 0,0 0 1 0 0,0 0-1 0 0,0-1 0 0 0,0 1 1 0 0,0 0-1 0 0,1-1 0 0 0,0-1 24 0 0,1 0 0 0 0,-1 0 0 0 0,0 0 0 0 0,1-1 0 0 0,-1 1 0 0 0,0-1 0 0 0,-1 1 0 0 0,1-1 0 0 0,0 0-1 0 0,-1 0 1 0 0,0 1 0 0 0,1-1 0 0 0,-1 0 0 0 0,0 0 0 0 0,0-4 0 0 0,37-150-780 0 0,-33 137-277 0 0,3-13-6154 0 0</inkml:trace>
</inkml:ink>
</file>

<file path=ppt/ink/ink3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49.9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0 357 4609 0 0,'0'1'162'0'0,"1"0"1"0"0,-1 0-1 0 0,0 0 1 0 0,1 0-1 0 0,-1 0 1 0 0,1 0-1 0 0,-1 0 0 0 0,1 0 1 0 0,-1 0-1 0 0,1 0 1 0 0,0-1-1 0 0,0 1 1 0 0,-1 0-1 0 0,1 0 1 0 0,0-1-1 0 0,0 1 0 0 0,0 0 1 0 0,0-1-1 0 0,0 1 1 0 0,0-1-1 0 0,0 1 1 0 0,0-1-1 0 0,0 1 0 0 0,0-1 1 0 0,0 0-1 0 0,0 1 1 0 0,0-1-1 0 0,0 0 1 0 0,0 0-1 0 0,0 0 1 0 0,2 0-1 0 0,-1 0 102 0 0,0-1 0 0 0,-1 1 0 0 0,1-1 0 0 0,0 0 0 0 0,0 0 0 0 0,-1 1 1 0 0,1-1-1 0 0,0 0 0 0 0,-1-1 0 0 0,1 1 0 0 0,-1 0 0 0 0,1 0 0 0 0,-1-1 0 0 0,0 1 0 0 0,1 0 0 0 0,-1-1 0 0 0,0 1 0 0 0,1-4 1 0 0,5-7 74 0 0,-1-1 1 0 0,0-1 0 0 0,-1 1 0 0 0,-1-1-1 0 0,5-24 1 0 0,6-72-521 0 0,-14 39-589 0 0,-1 67 659 0 0,0 1 1 0 0,0-1-1 0 0,-1 0 0 0 0,0 0 0 0 0,1 1 0 0 0,-1-1 1 0 0,-1 0-1 0 0,1 1 0 0 0,0-1 0 0 0,-1 1 0 0 0,0-1 0 0 0,0 1 1 0 0,0 0-1 0 0,0 0 0 0 0,-1 0 0 0 0,-2-3 0 0 0,4 5 110 0 0,1 1-1 0 0,-1-1 0 0 0,1 1 1 0 0,-1-1-1 0 0,0 1 0 0 0,0-1 1 0 0,1 1-1 0 0,-1 0 0 0 0,0-1 1 0 0,0 1-1 0 0,1 0 0 0 0,-1-1 1 0 0,0 1-1 0 0,0 0 0 0 0,0 0 1 0 0,0 0-1 0 0,1 0 0 0 0,-1 0 1 0 0,0 0-1 0 0,0 0 0 0 0,0 0 1 0 0,0 0-1 0 0,1 0 0 0 0,-1 1 1 0 0,0-1-1 0 0,-1 1 0 0 0,1-1 25 0 0,0 1-1 0 0,-1 0 0 0 0,1 1 0 0 0,0-1 0 0 0,0 0 0 0 0,0 0 0 0 0,0 0 0 0 0,1 1 0 0 0,-1-1 0 0 0,0 0 0 0 0,0 1 0 0 0,1-1 0 0 0,-1 3 0 0 0,-1 1-16 0 0,0 1 0 0 0,1-1 0 0 0,0 1 0 0 0,0 0 0 0 0,1-1 0 0 0,0 12 0 0 0,0-10-1 0 0,1 0 1 0 0,0 0 0 0 0,1 0-1 0 0,-1 0 1 0 0,1-1 0 0 0,1 1-1 0 0,-1-1 1 0 0,1 0-1 0 0,1 1 1 0 0,-1-1 0 0 0,1-1-1 0 0,0 1 1 0 0,0 0 0 0 0,0-1-1 0 0,1 0 1 0 0,0 0 0 0 0,0 0-1 0 0,0-1 1 0 0,1 0 0 0 0,-1 0-1 0 0,1 0 1 0 0,0 0-1 0 0,0-1 1 0 0,1 0 0 0 0,-1-1-1 0 0,0 1 1 0 0,1-1 0 0 0,0 0-1 0 0,0-1 1 0 0,-1 1 0 0 0,1-2-1 0 0,0 1 1 0 0,0-1-1 0 0,9 0 1 0 0,-2 0-618 0 0,0-1 0 0 0,0-1 0 0 0,0 0 0 0 0,0-1 1 0 0,18-5-1 0 0,-9-1-3471 0 0</inkml:trace>
</inkml:ink>
</file>

<file path=ppt/ink/ink3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50.5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1 143 8290 0 0,'0'-2'177'0'0,"0"0"1"0"0,0 1-1 0 0,0-1 1 0 0,0 0-1 0 0,0 1 1 0 0,0-1-1 0 0,0 0 1 0 0,1 1-1 0 0,-1-1 1 0 0,0 0-1 0 0,1 1 1 0 0,0-1-1 0 0,-1 1 1 0 0,1-1-1 0 0,0 1 1 0 0,0-1-1 0 0,0 1 1 0 0,0 0-1 0 0,0-1 1 0 0,0 1-1 0 0,0 0 1 0 0,0 0-1 0 0,1 0 1 0 0,-1 0-1 0 0,0 0 1 0 0,4-2-1 0 0,-3 2 28 0 0,0-1 0 0 0,0 1 0 0 0,0 0 0 0 0,1 0 1 0 0,-1 0-1 0 0,0 0 0 0 0,1 1 0 0 0,-1-1 0 0 0,1 1 0 0 0,-1-1 0 0 0,1 1 0 0 0,-1 0 0 0 0,1 0 0 0 0,-1 0 0 0 0,1 0 0 0 0,-1 0 0 0 0,1 1 0 0 0,3 0 0 0 0,3 4 78 0 0,0-1-1 0 0,-1 1 0 0 0,0 1 0 0 0,0-1 0 0 0,0 1 1 0 0,-1 1-1 0 0,0 0 0 0 0,0 0 0 0 0,0 0 0 0 0,7 12 1 0 0,4 6 238 0 0,28 54 0 0 0,-40-66-399 0 0,21 42 296 0 0,-25-50-374 0 0,0 0 1 0 0,-1 0 0 0 0,1 0 0 0 0,-1 0 0 0 0,0 0 0 0 0,-1 0 0 0 0,1 0 0 0 0,-1 10 0 0 0,0-14-37 0 0,0-1 0 0 0,0 0 1 0 0,0 0-1 0 0,0 1 0 0 0,0-1 0 0 0,0 0 1 0 0,0 0-1 0 0,0 0 0 0 0,0 1 1 0 0,0-1-1 0 0,0 0 0 0 0,0 0 1 0 0,0 1-1 0 0,0-1 0 0 0,0 0 0 0 0,0 0 1 0 0,0 0-1 0 0,0 1 0 0 0,-1-1 1 0 0,1 0-1 0 0,0 0 0 0 0,0 0 0 0 0,0 0 1 0 0,0 1-1 0 0,0-1 0 0 0,-1 0 1 0 0,1 0-1 0 0,0 0 0 0 0,0 0 1 0 0,0 0-1 0 0,-1 0 0 0 0,1 1 0 0 0,0-1 1 0 0,0 0-1 0 0,0 0 0 0 0,-1 0 1 0 0,1 0-1 0 0,0 0 0 0 0,0 0 1 0 0,0 0-1 0 0,-1 0 0 0 0,-8-7 252 0 0,-6-16 92 0 0,11 12-322 0 0,1 0 0 0 0,0 0 0 0 0,0-1 0 0 0,2 1 0 0 0,-1-1 0 0 0,1 0 0 0 0,1 1 0 0 0,0-14 0 0 0,15-94-640 0 0,-13 107 524 0 0,-2 9 104 0 0,8-39-1472 0 0,2 1-3588 0 0,4-1-1897 0 0</inkml:trace>
</inkml:ink>
</file>

<file path=ppt/ink/ink3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50.7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 87 8290 0 0,'-7'-32'1534'0'0,"7"27"-938"0"0,-1 0 1 0 0,0 0-1 0 0,0 1 1 0 0,0-1 0 0 0,0 1-1 0 0,-1-1 1 0 0,0 1-1 0 0,0-1 1 0 0,0 1 0 0 0,-3-5-1 0 0,6 40 3429 0 0,8 18-3470 0 0,2-1 0 0 0,2 0 0 0 0,37 86 1 0 0,80 128-327 0 0,-33-72-6433 0 0,-72-138-955 0 0</inkml:trace>
</inkml:ink>
</file>

<file path=ppt/ink/ink3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50.97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41 150 13827 0 0,'-6'0'297'0'0,"4"1"-160"0"0,0-1-1 0 0,-1 0 1 0 0,1 0 0 0 0,0 0-1 0 0,0 0 1 0 0,0 0 0 0 0,0 0-1 0 0,-1-1 1 0 0,1 1 0 0 0,0-1-1 0 0,0 1 1 0 0,0-1 0 0 0,0 0-1 0 0,-2-1 1 0 0,5 0 218 0 0,1 0 0 0 0,0 1 1 0 0,0-1-1 0 0,-1 1 0 0 0,1 0 0 0 0,0 0 0 0 0,0-1 0 0 0,0 1 0 0 0,3-1 1 0 0,61-27 717 0 0,33-13-5110 0 0,-36 15-74 0 0,11-4-450 0 0</inkml:trace>
</inkml:ink>
</file>

<file path=ppt/ink/ink3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51.7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131 151 6409 0 0,'-1'-8'128'0'0,"1"1"-1"0"0,0-1 1 0 0,1 1-1 0 0,0-1 1 0 0,0 1-1 0 0,1 0 1 0 0,0 0-1 0 0,3-9 1 0 0,-2 8 355 0 0,-1-1 1 0 0,0 1-1 0 0,0-1 0 0 0,0 0 1 0 0,-1-9-1 0 0,-1 18-442 0 0,0-1 1 0 0,1 0 0 0 0,-1 1-1 0 0,0-1 1 0 0,0 1-1 0 0,0-1 1 0 0,-1 1 0 0 0,1-1-1 0 0,0 1 1 0 0,0-1-1 0 0,0 1 1 0 0,0-1-1 0 0,0 1 1 0 0,-1-1 0 0 0,1 1-1 0 0,0-1 1 0 0,0 1-1 0 0,-1-1 1 0 0,1 1-1 0 0,0-1 1 0 0,-1 1 0 0 0,1 0-1 0 0,0-1 1 0 0,-1 1-1 0 0,1 0 1 0 0,-1-1 0 0 0,1 1-1 0 0,-1 0 1 0 0,1-1-1 0 0,-1 1 1 0 0,-16 4 783 0 0,13-2-624 0 0,0 1 1 0 0,-1 0 0 0 0,1 0 0 0 0,0 0 0 0 0,-6 7 0 0 0,-3 11-94 0 0,0 0 0 0 0,1 1 0 0 0,2 0 0 0 0,0 1 0 0 0,1 1 0 0 0,1-1 0 0 0,2 1 0 0 0,-7 37 0 0 0,12-50-192 0 0,-1 1 1 0 0,1 0 0 0 0,1 0-1 0 0,2 22 1 0 0,-2-30 71 0 0,0-1 1 0 0,1 1-1 0 0,0-1 1 0 0,-1 0-1 0 0,1 1 1 0 0,0-1-1 0 0,1 0 1 0 0,-1 0-1 0 0,0 0 0 0 0,1 0 1 0 0,0 0-1 0 0,0 0 1 0 0,0 0-1 0 0,0-1 1 0 0,0 1-1 0 0,0-1 1 0 0,1 1-1 0 0,-1-1 1 0 0,1 0-1 0 0,0 0 1 0 0,3 3-1 0 0,-4-5 18 0 0,-1 0 1 0 0,0 0-1 0 0,0 1 1 0 0,1-1-1 0 0,-1 0 0 0 0,0 0 1 0 0,0 0-1 0 0,1 0 0 0 0,-1 0 1 0 0,0-1-1 0 0,0 1 1 0 0,0 0-1 0 0,1-1 0 0 0,-1 1 1 0 0,0 0-1 0 0,0-1 1 0 0,0 0-1 0 0,0 1 0 0 0,0-1 1 0 0,0 1-1 0 0,0-1 0 0 0,0 0 1 0 0,0 0-1 0 0,0 0 1 0 0,0 0-1 0 0,0 0 0 0 0,0 0 1 0 0,-1 0-1 0 0,1 0 0 0 0,0 0 1 0 0,-1 0-1 0 0,1 0 1 0 0,-1 0-1 0 0,1 0 0 0 0,-1 0 1 0 0,1-2-1 0 0,15-50 325 0 0,-14 46-317 0 0,9-56 131 0 0,-9 45-80 0 0,0 0 0 0 0,9-25 1 0 0,-11 42-52 0 0,0 0 0 0 0,1 0 0 0 0,-1 0 0 0 0,0 0 1 0 0,1 0-1 0 0,-1 0 0 0 0,1 1 0 0 0,0-1 0 0 0,-1 0 1 0 0,1 0-1 0 0,0 1 0 0 0,-1-1 0 0 0,1 0 0 0 0,0 1 1 0 0,0-1-1 0 0,0 0 0 0 0,-1 1 0 0 0,1-1 1 0 0,0 1-1 0 0,0 0 0 0 0,0-1 0 0 0,0 1 0 0 0,0 0 1 0 0,0-1-1 0 0,0 1 0 0 0,0 0 0 0 0,0 0 0 0 0,0 0 1 0 0,0 0-1 0 0,0 0 0 0 0,0 0 0 0 0,0 0 0 0 0,0 0 1 0 0,0 0-1 0 0,0 1 0 0 0,0-1 0 0 0,0 0 0 0 0,0 1 1 0 0,0-1-1 0 0,0 0 0 0 0,-1 1 0 0 0,1-1 1 0 0,0 1-1 0 0,1 1 0 0 0,8 3-60 0 0,-1 1 0 0 0,-1 1 0 0 0,13 10 0 0 0,-9-7-172 0 0,-5-4 4 0 0,1-1-1 0 0,0-1 1 0 0,0 1 0 0 0,0-1 0 0 0,17 6-1 0 0,-5-5-706 0 0</inkml:trace>
</inkml:ink>
</file>

<file path=ppt/ink/ink3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52.0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0 8754 0 0,'0'1'83'0'0,"-1"0"0"0"0,0 0-1 0 0,0-1 1 0 0,1 1 0 0 0,-1 0 0 0 0,0 0 0 0 0,1 0 0 0 0,-1 0 0 0 0,1 0 0 0 0,0 0-1 0 0,-1 0 1 0 0,1 0 0 0 0,0 0 0 0 0,-1 1 0 0 0,1-1 0 0 0,0 0 0 0 0,0 0-1 0 0,0 0 1 0 0,0 0 0 0 0,0 2 0 0 0,2 29 998 0 0,-1-21-720 0 0,32 284 4257 0 0,-16-207-4327 0 0,39 115 1 0 0,-40-157-1659 0 0,0 1-4329 0 0</inkml:trace>
</inkml:ink>
</file>

<file path=ppt/ink/ink3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52.22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 12 10594 0 0,'-3'-12'6505'0'0,"1"29"-3042"0"0,-2 30-3237 0 0,1-1 1 0 0,2 1 0 0 0,2 0 0 0 0,3 0-1 0 0,1-1 1 0 0,19 73 0 0 0,-7-64-1003 0 0</inkml:trace>
</inkml:ink>
</file>

<file path=ppt/ink/ink3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5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109 88 7370 0 0,'-5'-6'527'0'0,"0"1"1"0"0,-1 0 0 0 0,1 0-1 0 0,-1 0 1 0 0,0 0 0 0 0,0 1-1 0 0,-8-4 1 0 0,13 7-401 0 0,-1 1 1 0 0,1-1-1 0 0,0 1 0 0 0,-1-1 1 0 0,1 1-1 0 0,0 0 1 0 0,-1 0-1 0 0,1-1 0 0 0,-1 1 1 0 0,1 0-1 0 0,0 0 1 0 0,-1 0-1 0 0,1 0 0 0 0,0 1 1 0 0,-1-1-1 0 0,1 0 1 0 0,0 1-1 0 0,-1-1 0 0 0,1 0 1 0 0,0 1-1 0 0,-1 0 1 0 0,1-1-1 0 0,0 1 0 0 0,0 0 1 0 0,0 0-1 0 0,0-1 1 0 0,-1 1-1 0 0,1 0 0 0 0,0 0 1 0 0,1 0-1 0 0,-1 0 1 0 0,0 0-1 0 0,0 1 0 0 0,0-1 1 0 0,1 0-1 0 0,-1 0 1 0 0,0 0-1 0 0,1 1 0 0 0,-1-1 1 0 0,1 0-1 0 0,0 1 1 0 0,-1-1-1 0 0,1 0 0 0 0,0 3 1 0 0,-2 3-81 0 0,0 1-1 0 0,0 0 1 0 0,1-1 0 0 0,0 1 0 0 0,1 0 0 0 0,0 0-1 0 0,0-1 1 0 0,1 1 0 0 0,0 0 0 0 0,0-1 0 0 0,0 1 0 0 0,1 0-1 0 0,0-1 1 0 0,1 0 0 0 0,0 1 0 0 0,0-1 0 0 0,7 11-1 0 0,-7-13-2 0 0,0-1 0 0 0,1 0-1 0 0,-1 0 1 0 0,1 0-1 0 0,0 0 1 0 0,0 0 0 0 0,0-1-1 0 0,1 0 1 0 0,-1 1-1 0 0,1-2 1 0 0,0 1 0 0 0,0-1-1 0 0,0 1 1 0 0,0-1-1 0 0,0-1 1 0 0,1 1 0 0 0,-1-1-1 0 0,0 0 1 0 0,1 0 0 0 0,-1 0-1 0 0,1-1 1 0 0,-1 0-1 0 0,1 0 1 0 0,-1 0 0 0 0,9-2-1 0 0,-10 2-31 0 0,0-1 0 0 0,0 0-1 0 0,0 0 1 0 0,0 0 0 0 0,0 0-1 0 0,-1-1 1 0 0,1 1 0 0 0,0-1-1 0 0,-1 0 1 0 0,1 0 0 0 0,-1 0-1 0 0,0-1 1 0 0,1 1 0 0 0,-1-1 0 0 0,0 0-1 0 0,-1 0 1 0 0,1 0 0 0 0,0 0-1 0 0,-1 0 1 0 0,0-1 0 0 0,0 1-1 0 0,0-1 1 0 0,0 1 0 0 0,0-1 0 0 0,-1 0-1 0 0,2-5 1 0 0,-1 1-145 0 0,-1-1 0 0 0,0 1 0 0 0,-1 0 0 0 0,0-1 0 0 0,0 1 0 0 0,-1 0 0 0 0,0 0 0 0 0,0-1 0 0 0,-1 1 0 0 0,0 0 0 0 0,-6-15 0 0 0,1 4-481 0 0,4 10 333 0 0,0 1 1 0 0,0 0 0 0 0,0 0-1 0 0,-1 0 1 0 0,0 1 0 0 0,-1-1 0 0 0,-6-7-1 0 0,21 52-172 0 0,-5-29 617 0 0,0-1 0 0 0,1 1 0 0 0,0-1 0 0 0,0-1 0 0 0,0 1 0 0 0,1-1 0 0 0,0 0 0 0 0,1-1 1 0 0,-1 1-1 0 0,1-2 0 0 0,11 6 0 0 0,-13-7 2 0 0,-1 0 1 0 0,1-1 0 0 0,0 1-1 0 0,0-1 1 0 0,0-1-1 0 0,0 1 1 0 0,1-1 0 0 0,-1 0-1 0 0,0-1 1 0 0,1 0-1 0 0,-1 0 1 0 0,0 0 0 0 0,1 0-1 0 0,-1-1 1 0 0,0 0-1 0 0,0-1 1 0 0,8-2 0 0 0,-11 3-159 0 0,-1-1 0 0 0,1 1 0 0 0,-1-1 1 0 0,0 1-1 0 0,0-1 0 0 0,0 0 0 0 0,0 0 1 0 0,0 0-1 0 0,0 0 0 0 0,0 0 1 0 0,-1 0-1 0 0,1-1 0 0 0,-1 1 0 0 0,0 0 1 0 0,1-1-1 0 0,-1 1 0 0 0,0-1 1 0 0,0-3-1 0 0,5-17-5531 0 0,-3 6-635 0 0</inkml:trace>
</inkml:ink>
</file>

<file path=ppt/ink/ink3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53.2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0 252 4145 0 0,'5'-3'238'0'0,"-1"1"0"0"0,0-1 0 0 0,0 1-1 0 0,0-1 1 0 0,0 0 0 0 0,-1 0 0 0 0,1-1 0 0 0,-1 1 0 0 0,1-1 0 0 0,-1 0 0 0 0,-1 0 0 0 0,1 0 0 0 0,0 0-1 0 0,-1 0 1 0 0,0-1 0 0 0,0 1 0 0 0,2-9 0 0 0,4-9 616 0 0,-2-1-1 0 0,5-27 1 0 0,-11 48-832 0 0,4-41 201 0 0,-4 41-145 0 0,0-1 0 0 0,0 1-1 0 0,0-1 1 0 0,0 1 0 0 0,-1-1 0 0 0,1 1-1 0 0,-1-1 1 0 0,0 1 0 0 0,0 0-1 0 0,0-1 1 0 0,0 1 0 0 0,0 0-1 0 0,0 0 1 0 0,-3-4 0 0 0,4 6-57 0 0,0 0 0 0 0,0 0 1 0 0,0 0-1 0 0,0 0 1 0 0,0 0-1 0 0,0-1 0 0 0,0 1 1 0 0,-1 0-1 0 0,1 0 1 0 0,0 0-1 0 0,0 0 0 0 0,0 0 1 0 0,0 0-1 0 0,0 0 1 0 0,0 0-1 0 0,0 0 0 0 0,0 0 1 0 0,0 0-1 0 0,0 0 0 0 0,-1 0 1 0 0,1 0-1 0 0,0 0 1 0 0,0 0-1 0 0,0 0 0 0 0,0 0 1 0 0,0 0-1 0 0,0 0 1 0 0,0 0-1 0 0,0 0 0 0 0,0 0 1 0 0,0 0-1 0 0,-1 0 1 0 0,1 0-1 0 0,0 0 0 0 0,0 0 1 0 0,0 1-1 0 0,0-1 1 0 0,0 0-1 0 0,0 0 0 0 0,0 0 1 0 0,0 0-1 0 0,0 0 0 0 0,0 0 1 0 0,0 0-1 0 0,0 0 1 0 0,0 0-1 0 0,0 0 0 0 0,0 0 1 0 0,0 0-1 0 0,0 0 1 0 0,0 1-1 0 0,-1-1 0 0 0,1 0 1 0 0,0 0-1 0 0,0 0 1 0 0,0 0-1 0 0,0 0 0 0 0,0 0 1 0 0,0 0-1 0 0,0 0 0 0 0,0 0 1 0 0,1 1-1 0 0,-1-1 1 0 0,-1 11 938 0 0,4 12 113 0 0,3-6-711 0 0,2 0 0 0 0,-1-1 0 0 0,2 0 1 0 0,0 0-1 0 0,1-1 0 0 0,14 17 0 0 0,19 14-5358 0 0,-24-29-734 0 0</inkml:trace>
</inkml:ink>
</file>

<file path=ppt/ink/ink3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53.44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 7370 0 0,'0'0'79'0'0,"0"-1"0"0"0,1 1 0 0 0,-1 0 1 0 0,0-1-1 0 0,0 1 0 0 0,1 0 1 0 0,-1-1-1 0 0,0 1 0 0 0,1 0 1 0 0,-1-1-1 0 0,0 1 0 0 0,1 0 1 0 0,-1 0-1 0 0,1-1 0 0 0,-1 1 0 0 0,0 0 1 0 0,1 0-1 0 0,-1 0 0 0 0,1-1 1 0 0,-1 1-1 0 0,1 0 0 0 0,-1 0 1 0 0,1 0-1 0 0,-1 0 0 0 0,0 0 1 0 0,1 0-1 0 0,-1 0 0 0 0,1 0 1 0 0,-1 0-1 0 0,1 0 0 0 0,-1 0 0 0 0,1 1 1 0 0,-1-1-1 0 0,0 0 0 0 0,1 0 1 0 0,-1 0-1 0 0,1 0 0 0 0,-1 1 1 0 0,1-1-1 0 0,-1 0 0 0 0,0 0 1 0 0,1 1-1 0 0,-1-1 0 0 0,1 1 0 0 0,20 12 2251 0 0,-13-2-2088 0 0,-1 1-1 0 0,0 0 1 0 0,0 1-1 0 0,-1 0 1 0 0,-1 0-1 0 0,0 0 1 0 0,5 27-1 0 0,-4-19-1345 0 0,15 38 0 0 0,-10-36 824 0 0,-2-3 195 0 0</inkml:trace>
</inkml:ink>
</file>

<file path=ppt/ink/ink3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53.61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34 88 9218 0 0,'-11'-15'816'0'0,"6"6"-656"0"0,-2 1-160 0 0,2 1 0 0 0,4 1 576 0 0,0 4 72 0 0,1-3 25 0 0,-2-2-1 0 0,1-1-560 0 0,2-2-112 0 0,2 2 0 0 0,1 5 0 0 0,3 6-1377 0 0,3 5-231 0 0,1 8-56 0 0,0 2-1 0 0,-1 6 1305 0 0</inkml:trace>
</inkml:ink>
</file>

<file path=ppt/ink/ink3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54.3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122 360 8290 0 0,'-4'0'247'0'0,"0"0"0"0"0,0 0-1 0 0,-1 1 1 0 0,1 0 0 0 0,0-1 0 0 0,0 1 0 0 0,0 1 0 0 0,0-1 0 0 0,1 1-1 0 0,-1-1 1 0 0,0 1 0 0 0,1 0 0 0 0,-1 0 0 0 0,1 1 0 0 0,-1-1 0 0 0,1 1 0 0 0,0 0-1 0 0,0 0 1 0 0,0 0 0 0 0,-4 5 0 0 0,3-3-94 0 0,0 0-1 0 0,0 0 1 0 0,0 1 0 0 0,1-1 0 0 0,-1 1-1 0 0,1 0 1 0 0,1-1 0 0 0,-1 1-1 0 0,1 1 1 0 0,0-1 0 0 0,0 0 0 0 0,-1 13-1 0 0,3-17-215 0 0,0 0 0 0 0,0 1-1 0 0,0-1 1 0 0,0 1-1 0 0,1-1 1 0 0,-1 0 0 0 0,1 1-1 0 0,-1-1 1 0 0,1 0-1 0 0,0 1 1 0 0,0-1 0 0 0,0 0-1 0 0,0 0 1 0 0,1 0 0 0 0,-1 0-1 0 0,0 0 1 0 0,1 0-1 0 0,-1 0 1 0 0,1 0 0 0 0,0-1-1 0 0,0 1 1 0 0,0-1-1 0 0,-1 1 1 0 0,1-1 0 0 0,1 0-1 0 0,-1 1 1 0 0,0-1 0 0 0,0 0-1 0 0,0-1 1 0 0,1 1-1 0 0,-1 0 1 0 0,0-1 0 0 0,1 1-1 0 0,3 0 1 0 0,9 0-133 0 0,-1-1-1 0 0,1 0 1 0 0,0-1 0 0 0,25-5 0 0 0,0 1 771 0 0,-37 5-569 0 0,-1 0 1 0 0,1 0-1 0 0,0 0 1 0 0,0 0 0 0 0,0 0-1 0 0,0 1 1 0 0,0 0-1 0 0,0-1 1 0 0,-1 1-1 0 0,1 0 1 0 0,0 0 0 0 0,-1 1-1 0 0,1-1 1 0 0,0 0-1 0 0,-1 1 1 0 0,0 0-1 0 0,1-1 1 0 0,-1 1 0 0 0,0 0-1 0 0,3 4 1 0 0,-2-2-74 0 0,0 0 0 0 0,-1 0 0 0 0,0 1 0 0 0,0-1 0 0 0,0 1 0 0 0,0 0 1 0 0,-1-1-1 0 0,0 1 0 0 0,0 0 0 0 0,0 0 0 0 0,0 6 0 0 0,-1 3-158 0 0,0 0 0 0 0,-1 1 0 0 0,0-1 0 0 0,-1 0 0 0 0,0 0 0 0 0,-2-1 0 0 0,-7 24 0 0 0,4-23 382 0 0,1 1 0 0 0,-2-2 1 0 0,1 1-1 0 0,-2-1 0 0 0,0 0 0 0 0,-1-1 0 0 0,0 0 0 0 0,0 0 0 0 0,-1-1 0 0 0,-23 17 1 0 0,33-27-106 0 0,0 0 0 0 0,0 0 1 0 0,-1 0-1 0 0,1-1 0 0 0,0 1 0 0 0,-1 0 1 0 0,1-1-1 0 0,0 1 0 0 0,-1-1 1 0 0,1 1-1 0 0,-1-1 0 0 0,1 0 1 0 0,-1 1-1 0 0,1-1 0 0 0,-1 0 1 0 0,1 0-1 0 0,-1 0 0 0 0,-1 0 0 0 0,2-1-39 0 0,1 1 0 0 0,-1-1 0 0 0,1 1-1 0 0,-1-1 1 0 0,0 1 0 0 0,1-1 0 0 0,-1 1-1 0 0,1-1 1 0 0,-1 0 0 0 0,1 1 0 0 0,0-1-1 0 0,-1 0 1 0 0,1 1 0 0 0,0-1 0 0 0,-1 0-1 0 0,1 1 1 0 0,0-1 0 0 0,0 0 0 0 0,0 0-1 0 0,-1 1 1 0 0,1-1 0 0 0,0 0 0 0 0,0 0-1 0 0,0-1 1 0 0,1-6-66 0 0,0 0 0 0 0,0 0 0 0 0,0 0-1 0 0,1 0 1 0 0,3-7 0 0 0,140-395-2960 0 0,-69 240 2688 0 0,7-22 2311 0 0,-73 155-941 0 0,-9 35-841 0 0,-1 0 0 0 0,1-1 0 0 0,-1 1-1 0 0,0 0 1 0 0,1 0 0 0 0,-1-1 0 0 0,-1 1 0 0 0,1 0 0 0 0,0 0 0 0 0,0 0 0 0 0,-1-1 0 0 0,1 1 0 0 0,-1 0-1 0 0,-1-4 1 0 0,2 6-151 0 0,0 0 1 0 0,-1 0-1 0 0,1 0 0 0 0,0 0 0 0 0,0-1 0 0 0,0 1 0 0 0,0 0 0 0 0,0 0 0 0 0,0 0 0 0 0,0 0 0 0 0,0 0 0 0 0,-1-1 0 0 0,1 1 0 0 0,0 0 0 0 0,0 0 0 0 0,0 0 0 0 0,0 0 0 0 0,0 0 0 0 0,0 0 0 0 0,-1 0 1 0 0,1 0-1 0 0,0 0 0 0 0,0 0 0 0 0,0-1 0 0 0,0 1 0 0 0,-1 0 0 0 0,1 0 0 0 0,0 0 0 0 0,0 0 0 0 0,0 0 0 0 0,0 0 0 0 0,-1 0 0 0 0,1 0 0 0 0,0 0 0 0 0,0 0 0 0 0,0 1 0 0 0,0-1 0 0 0,-1 0 1 0 0,1 0-1 0 0,0 0 0 0 0,0 0 0 0 0,0 0 0 0 0,0 0 0 0 0,-1 0 0 0 0,1 0 0 0 0,0 0 0 0 0,0 0 0 0 0,0 1 0 0 0,-4 10 1033 0 0,1 13-371 0 0,4 17-579 0 0,2-1-1 0 0,1 0 1 0 0,3 0-1 0 0,1 0 1 0 0,2-1-1 0 0,1 0 0 0 0,2-1 1 0 0,26 51-1 0 0,-25-56-276 0 0,-10-23-120 0 0,0 0-1 0 0,0 0 0 0 0,1-1 1 0 0,1 1-1 0 0,0-1 0 0 0,9 12 1 0 0,-13-24 246 0 0,0-1 0 0 0,-1 1 0 0 0,0-1 0 0 0,0 1 1 0 0,0-1-1 0 0,0 0 0 0 0,0-5 0 0 0,0 1 120 0 0,1-13 53 0 0,1 0 0 0 0,1 1 0 0 0,1-1 0 0 0,0 1 0 0 0,2 0 0 0 0,0 1-1 0 0,11-21 1 0 0,-18 39-137 0 0,1 0-1 0 0,-1 1 1 0 0,1-1-1 0 0,-1 0 1 0 0,0 0-1 0 0,1 0 1 0 0,-1 1-1 0 0,1-1 1 0 0,0 0-1 0 0,-1 1 1 0 0,1-1-1 0 0,0 0 1 0 0,-1 1-1 0 0,1-1 1 0 0,0 1-1 0 0,0-1 1 0 0,-1 1-1 0 0,1 0 1 0 0,0-1-1 0 0,0 1 1 0 0,0 0-1 0 0,0-1 1 0 0,0 1-1 0 0,0 0 1 0 0,-1 0-1 0 0,1 0 1 0 0,0 0-1 0 0,0 0 1 0 0,0 0-1 0 0,0 0 1 0 0,0 0-1 0 0,0 0 1 0 0,0 0-1 0 0,0 0 1 0 0,-1 1-1 0 0,1-1 1 0 0,0 0-1 0 0,0 1 1 0 0,0-1-1 0 0,0 0 1 0 0,-1 1-1 0 0,1-1 1 0 0,0 1-1 0 0,0 0 1 0 0,-1-1-1 0 0,1 1 1 0 0,0-1-1 0 0,-1 1 1 0 0,1 0-1 0 0,-1 0 1 0 0,1 0-1 0 0,6 8 63 0 0,-1 0-1 0 0,0 1 0 0 0,8 17 0 0 0,-2-4-79 0 0,-2-8-264 0 0,1 0 0 0 0,1-1 0 0 0,20 21 0 0 0,-11-17-613 0 0</inkml:trace>
</inkml:ink>
</file>

<file path=ppt/ink/ink3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54.54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0 13363 0 0,'0'1'75'0'0,"-1"-1"-1"0"0,0 1 1 0 0,1-1 0 0 0,-1 1-1 0 0,1-1 1 0 0,-1 1 0 0 0,1-1-1 0 0,0 1 1 0 0,-1 0 0 0 0,1-1-1 0 0,0 1 1 0 0,-1 0 0 0 0,1-1-1 0 0,0 1 1 0 0,0 0 0 0 0,0-1-1 0 0,-1 1 1 0 0,1 0 0 0 0,0 0-1 0 0,0-1 1 0 0,0 1 0 0 0,0 0-1 0 0,0 0 1 0 0,0-1 0 0 0,1 1-1 0 0,-1 0 1 0 0,-1 29 579 0 0,1-28-540 0 0,1 52 1503 0 0,2 1 0 0 0,12 65-1 0 0,-9-88-1617 0 0,2-1-1 0 0,1 0 1 0 0,2 0-1 0 0,0-1 1 0 0,19 32-1 0 0,-17-37-1198 0 0,-1 0-360 0 0</inkml:trace>
</inkml:ink>
</file>

<file path=ppt/ink/ink3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54.72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15 108 15203 0 0,'-1'-1'119'0'0,"0"0"0"0"0,-1 0 0 0 0,1 0 0 0 0,0 0 0 0 0,0 0 0 0 0,0-1 0 0 0,0 1 0 0 0,1 0 0 0 0,-1-1 0 0 0,0 1 1 0 0,0 0-1 0 0,1-1 0 0 0,-1 1 0 0 0,1-1 0 0 0,-1 1 0 0 0,1-1 0 0 0,0 1 0 0 0,0-1 0 0 0,-1 0 0 0 0,1 1 0 0 0,0-2 0 0 0,1 0-7 0 0,0 2 0 0 0,0-1 0 0 0,0 0 0 0 0,0 0 0 0 0,0 0 0 0 0,1 0 0 0 0,-1 1 0 0 0,1-1 0 0 0,-1 0 0 0 0,1 1 0 0 0,-1-1 0 0 0,1 1 0 0 0,0 0 0 0 0,0 0 0 0 0,3-2 0 0 0,6-3-214 0 0,0 0 0 0 0,1 1 1 0 0,0 0-1 0 0,0 1 1 0 0,0 0-1 0 0,21-3 1 0 0,1 2-816 0 0,43-1 1 0 0,-38 6 890 0 0</inkml:trace>
</inkml:ink>
</file>

<file path=ppt/ink/ink3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55.4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151 1 10138 0 0,'-11'4'547'0'0,"0"1"0"0"0,1 1 1 0 0,0 0-1 0 0,0 0 0 0 0,0 1 0 0 0,1 0 0 0 0,0 0 0 0 0,0 1 0 0 0,1 1 1 0 0,0-1-1 0 0,1 1 0 0 0,-1 1 0 0 0,2-1 0 0 0,-8 15 0 0 0,13-21-497 0 0,0 0 1 0 0,1 0-1 0 0,-1 1 0 0 0,1-1 0 0 0,0 0 0 0 0,0 0 0 0 0,0 0 0 0 0,0 1 1 0 0,1-1-1 0 0,-1 0 0 0 0,1 0 0 0 0,0 0 0 0 0,0 0 0 0 0,0 0 0 0 0,0 0 1 0 0,1 0-1 0 0,-1 0 0 0 0,1-1 0 0 0,0 1 0 0 0,-1 0 0 0 0,4 2 0 0 0,5 7 74 0 0,1 0-1 0 0,23 20 1 0 0,-21-20-1 0 0,9 7 47 0 0,-14-13-124 0 0,0 1 1 0 0,0 0-1 0 0,-1 0 1 0 0,-1 0-1 0 0,1 1 0 0 0,8 13 1 0 0,-14-19-34 0 0,0 1-1 0 0,0 0 1 0 0,0 0 0 0 0,0 0-1 0 0,0 0 1 0 0,-1 0 0 0 0,1 0 0 0 0,-1 0-1 0 0,0 0 1 0 0,0 0 0 0 0,0 0 0 0 0,0 0-1 0 0,-1 0 1 0 0,1 0 0 0 0,-1 0-1 0 0,1 0 1 0 0,-1-1 0 0 0,0 1 0 0 0,0 0-1 0 0,-1 0 1 0 0,1 0 0 0 0,-1-1 0 0 0,1 1-1 0 0,-1-1 1 0 0,0 1 0 0 0,-4 3-1 0 0,-5 6 45 0 0,0 0 0 0 0,-1-1 0 0 0,-1 0 0 0 0,0-1 0 0 0,-16 9 0 0 0,-13 8-4893 0 0,38-24 3867 0 0,-23 13-5610 0 0</inkml:trace>
</inkml:ink>
</file>

<file path=ppt/ink/ink3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56.2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181 93 7370 0 0,'-2'-6'579'0'0,"-1"0"0"0"0,0 0 0 0 0,0 0 0 0 0,-1 0-1 0 0,0 1 1 0 0,0-1 0 0 0,-9-8 0 0 0,12 13-503 0 0,0 0-1 0 0,0 0 1 0 0,0 0 0 0 0,-1 0-1 0 0,1 0 1 0 0,0 0-1 0 0,-1 0 1 0 0,1 1-1 0 0,0-1 1 0 0,-1 1-1 0 0,1-1 1 0 0,-1 1-1 0 0,1-1 1 0 0,-1 1-1 0 0,1 0 1 0 0,-1 0-1 0 0,1 0 1 0 0,-1 0-1 0 0,1 0 1 0 0,-1 0-1 0 0,1 0 1 0 0,-1 0-1 0 0,1 1 1 0 0,-1-1 0 0 0,1 1-1 0 0,-1-1 1 0 0,1 1-1 0 0,0-1 1 0 0,-1 1-1 0 0,1 0 1 0 0,0 0-1 0 0,-1-1 1 0 0,1 1-1 0 0,0 0 1 0 0,0 0-1 0 0,0 0 1 0 0,0 1-1 0 0,0-1 1 0 0,0 0-1 0 0,-1 2 1 0 0,-9 11 45 0 0,1 1 1 0 0,0 0-1 0 0,2 0 1 0 0,-1 0 0 0 0,2 1-1 0 0,-8 23 1 0 0,11-25-132 0 0,0 0 1 0 0,0 0-1 0 0,1 0 1 0 0,1 0-1 0 0,0 0 1 0 0,1 1-1 0 0,1-1 1 0 0,2 18-1 0 0,-2-29-42 0 0,0 0-1 0 0,0-1 1 0 0,1 1-1 0 0,-1 0 0 0 0,1-1 1 0 0,0 1-1 0 0,0-1 1 0 0,0 1-1 0 0,0-1 0 0 0,0 0 1 0 0,0 1-1 0 0,1-1 1 0 0,-1 0-1 0 0,1 0 0 0 0,-1 0 1 0 0,1 0-1 0 0,0 0 1 0 0,0 0-1 0 0,0 0 0 0 0,0-1 1 0 0,0 1-1 0 0,1-1 1 0 0,-1 1-1 0 0,0-1 0 0 0,3 1 1 0 0,-2-1-39 0 0,0-1 1 0 0,0 0 0 0 0,0 0-1 0 0,0 0 1 0 0,0 0-1 0 0,0 0 1 0 0,0-1-1 0 0,0 1 1 0 0,0-1 0 0 0,0 0-1 0 0,0 0 1 0 0,0 0-1 0 0,0 0 1 0 0,0 0 0 0 0,-1-1-1 0 0,1 1 1 0 0,0-1-1 0 0,-1 0 1 0 0,0 0-1 0 0,1 0 1 0 0,2-2 0 0 0,4-5 24 0 0,0 0 0 0 0,-1-1 0 0 0,0 0 0 0 0,0-1 1 0 0,-1 1-1 0 0,-1-1 0 0 0,8-15 0 0 0,-1-7-33 0 0,13-44 0 0 0,-15 41 429 0 0,17-38-1 0 0,-26 70-260 0 0,0 0-1 0 0,0 0 1 0 0,1 0-1 0 0,-1 0 1 0 0,1 0-1 0 0,5-5 1 0 0,-8 9-36 0 0,0 0 1 0 0,1-1-1 0 0,-1 1 1 0 0,0 0-1 0 0,1 0 1 0 0,-1-1-1 0 0,0 1 1 0 0,1 0-1 0 0,-1 0 1 0 0,1 0-1 0 0,-1-1 0 0 0,1 1 1 0 0,-1 0-1 0 0,0 0 1 0 0,1 0-1 0 0,-1 0 1 0 0,1 0-1 0 0,-1 0 1 0 0,1 0-1 0 0,-1 0 1 0 0,1 0-1 0 0,-1 0 1 0 0,1 0-1 0 0,-1 0 1 0 0,0 0-1 0 0,2 1 1 0 0,-2-1 37 0 0,1 1-1 0 0,0 0 1 0 0,0 0 0 0 0,-1 0 0 0 0,1 0 0 0 0,0 0-1 0 0,-1 0 1 0 0,1 0 0 0 0,-1 0 0 0 0,1 0 0 0 0,-1 0 0 0 0,0 0-1 0 0,1 0 1 0 0,-1 0 0 0 0,0 0 0 0 0,0 2 0 0 0,6 27 84 0 0,1-1 0 0 0,1 0 0 0 0,14 32 0 0 0,-18-50-123 0 0,1 0-1 0 0,1-1 1 0 0,0 0-1 0 0,0 0 1 0 0,1 0-1 0 0,0-1 1 0 0,1 0-1 0 0,0 0 1 0 0,1-1-1 0 0,-1 0 1 0 0,13 8-1 0 0,-19-18 16 0 0,0 0 0 0 0,0 0-1 0 0,-1 0 1 0 0,1 0 0 0 0,-1 0-1 0 0,1 0 1 0 0,-1-1 0 0 0,0 1-1 0 0,0 0 1 0 0,0-1 0 0 0,0 1-1 0 0,1-5 1 0 0,0 1 33 0 0,14-32 27 0 0,-8 18-122 0 0,0 0-1 0 0,1 0 0 0 0,1 1 1 0 0,1 1-1 0 0,17-23 1 0 0,-25 38 55 0 0,-1-1 1 0 0,1 1 0 0 0,0 0-1 0 0,0 1 1 0 0,1-1 0 0 0,-1 1-1 0 0,1-1 1 0 0,-1 1-1 0 0,1 0 1 0 0,0 0 0 0 0,0 0-1 0 0,-1 1 1 0 0,1-1 0 0 0,1 1-1 0 0,-1 0 1 0 0,0 0 0 0 0,0 1-1 0 0,0-1 1 0 0,0 1 0 0 0,1 0-1 0 0,-1 0 1 0 0,0 0 0 0 0,0 0-1 0 0,0 1 1 0 0,1 0 0 0 0,-1 0-1 0 0,0 0 1 0 0,0 0 0 0 0,0 1-1 0 0,-1-1 1 0 0,1 1 0 0 0,7 5-1 0 0,1 1 123 0 0,1 1 0 0 0,-2 0 0 0 0,1 1 0 0 0,-1 1 0 0 0,-1-1 0 0 0,12 16-1 0 0,-14-15-15 0 0,1 0-1 0 0,1-1 1 0 0,0 0-1 0 0,0 0 0 0 0,1-1 1 0 0,0-1-1 0 0,22 13 0 0 0,-30-20-219 0 0,1 1 0 0 0,0-1 0 0 0,0 0 0 0 0,0 0 0 0 0,0-1 0 0 0,0 1-1 0 0,1-1 1 0 0,-1 0 0 0 0,0 0 0 0 0,0 0 0 0 0,0-1 0 0 0,0 1 0 0 0,0-1 0 0 0,0 0-1 0 0,0 0 1 0 0,0 0 0 0 0,7-4 0 0 0,5-4-677 0 0,0 0 0 0 0,27-20-1 0 0,-6 4 35 0 0,-2 6-1639 0 0,-17 10-2705 0 0</inkml:trace>
</inkml:ink>
</file>

<file path=ppt/ink/ink3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57.0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262 475 9218 0 0,'-4'2'361'0'0,"-1"0"-1"0"0,1 0 1 0 0,0 0-1 0 0,0 0 1 0 0,0 1-1 0 0,0-1 1 0 0,1 1-1 0 0,-1 0 1 0 0,-5 6-1 0 0,-30 37 1312 0 0,27-30-945 0 0,-1-1-161 0 0,1 2 0 0 0,1 0 1 0 0,0 0-1 0 0,-8 20 0 0 0,16-29-467 0 0,-1 0 0 0 0,1 1 0 0 0,0-1-1 0 0,1 1 1 0 0,0 0 0 0 0,0 0 0 0 0,1 0 0 0 0,0 0-1 0 0,0 0 1 0 0,1 0 0 0 0,2 14 0 0 0,-2-20-117 0 0,1-1 0 0 0,-1 1 0 0 0,1 0 0 0 0,0 0 0 0 0,0-1-1 0 0,0 1 1 0 0,0-1 0 0 0,0 1 0 0 0,1-1 0 0 0,-1 1 0 0 0,1-1 0 0 0,0 0 0 0 0,0 0 0 0 0,-1 0 0 0 0,1 0 0 0 0,1 0 0 0 0,-1 0 0 0 0,0 0 0 0 0,0 0 0 0 0,1-1 0 0 0,-1 0 0 0 0,1 1 0 0 0,-1-1 0 0 0,1 0 0 0 0,-1 0 0 0 0,1 0-1 0 0,0 0 1 0 0,4 0 0 0 0,-4-1-37 0 0,1 0 0 0 0,-1 0 0 0 0,1 0 0 0 0,-1-1 0 0 0,1 1 0 0 0,-1-1 0 0 0,1 0 0 0 0,-1 0 0 0 0,0 0 0 0 0,0 0 0 0 0,1-1 0 0 0,-1 1 0 0 0,0-1 0 0 0,0 0 0 0 0,0 0 0 0 0,-1 0 0 0 0,1 0 0 0 0,0 0 0 0 0,-1-1 0 0 0,1 1 0 0 0,-1-1 0 0 0,4-5 0 0 0,3-7-49 0 0,-2 0-1 0 0,1 0 1 0 0,-2-1-1 0 0,0 0 1 0 0,-1 0-1 0 0,0-1 1 0 0,-1 1-1 0 0,-1-1 1 0 0,-1 0-1 0 0,-1 0 1 0 0,0 0-1 0 0,-2-22 1 0 0,-4-26 306 0 0,-24-118 1 0 0,23 153-48 0 0,-2-15 109 0 0,-18-74 86 0 0,22 104-325 0 0,-1 1 0 0 0,0 0 0 0 0,-1 0 0 0 0,0 1 0 0 0,-16-25 0 0 0,20 36 56 0 0,1 0 1 0 0,0 1-1 0 0,0-1 1 0 0,-1 0-1 0 0,1 1 1 0 0,-1-1-1 0 0,1 1 1 0 0,-1-1-1 0 0,0 1 1 0 0,0 0-1 0 0,1 0 1 0 0,-1-1-1 0 0,0 1 1 0 0,0 1-1 0 0,0-1 1 0 0,0 0-1 0 0,0 0 1 0 0,0 1-1 0 0,-1-1 0 0 0,1 1 1 0 0,0 0-1 0 0,-2-1 1 0 0,1 2 26 0 0,0-1-1 0 0,1 1 1 0 0,-1 0-1 0 0,1 0 1 0 0,-1 0-1 0 0,1 0 1 0 0,-1 0-1 0 0,1 1 1 0 0,-1-1 0 0 0,1 1-1 0 0,0-1 1 0 0,0 1-1 0 0,0 0 1 0 0,0 0-1 0 0,-2 2 1 0 0,-2 4 92 0 0,-1 0-1 0 0,2 1 1 0 0,-1 0-1 0 0,1 0 1 0 0,0 0 0 0 0,1 0-1 0 0,0 1 1 0 0,-2 11 0 0 0,1-2-128 0 0,2 1 1 0 0,0 0 0 0 0,2 0 0 0 0,0 0-1 0 0,1 0 1 0 0,1 0 0 0 0,6 30 0 0 0,-1-21 36 0 0,1 0 0 0 0,1-1 0 0 0,2 0 0 0 0,20 40 0 0 0,1-13-14 0 0,2-1 0 0 0,2-1 0 0 0,3-3-1 0 0,49 52 1 0 0,45 34-2025 0 0,-90-95-6130 0 0</inkml:trace>
</inkml:ink>
</file>

<file path=ppt/ink/ink3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57.8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41 83 8290 0 0,'-13'-36'2674'0'0,"10"28"-1652"0"0,1 0 0 0 0,-1 1 0 0 0,0-1 0 0 0,-5-8 0 0 0,2 55 1169 0 0,4 19-1973 0 0,6 80-1 0 0,-2-109-28 0 0,2-1 0 0 0,1 0 0 0 0,2 0 0 0 0,18 51 1 0 0,-21-69-91 0 0,1-1 0 0 0,0 0 0 0 0,0 0 1 0 0,1 0-1 0 0,0-1 0 0 0,1 0 1 0 0,-1 0-1 0 0,2 0 0 0 0,-1-1 1 0 0,1 0-1 0 0,15 10 0 0 0,-18-13-40 0 0,0-2-1 0 0,0 1 0 0 0,0 0 1 0 0,1-1-1 0 0,-1 0 0 0 0,0 0 0 0 0,1-1 1 0 0,0 0-1 0 0,-1 0 0 0 0,1 0 1 0 0,0 0-1 0 0,0-1 0 0 0,-1 0 0 0 0,1 0 1 0 0,0-1-1 0 0,0 1 0 0 0,-1-1 1 0 0,1-1-1 0 0,0 1 0 0 0,-1-1 1 0 0,1 0-1 0 0,6-3 0 0 0,-3 0-30 0 0,0-1 0 0 0,0 1 0 0 0,-1-1 0 0 0,0-1 0 0 0,0 1 0 0 0,0-1 1 0 0,-1-1-1 0 0,0 1 0 0 0,-1-1 0 0 0,0-1 0 0 0,0 1 0 0 0,0-1 0 0 0,-1 0 0 0 0,-1 0 0 0 0,0 0 0 0 0,0-1 0 0 0,0 0 0 0 0,-1 0 0 0 0,-1 0 0 0 0,0 0 0 0 0,0 0 0 0 0,-1 0 0 0 0,0-21 1 0 0,-1 23-1034 0 0</inkml:trace>
</inkml:ink>
</file>

<file path=ppt/ink/ink3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58.0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8754 0 0,'4'8'1035'0'0,"0"1"0"0"0,-1-1-1 0 0,0 0 1 0 0,-1 1 0 0 0,4 16 0 0 0,2 11 962 0 0,-3-22-1775 0 0,-3-4-511 0 0,2 0 0 0 0,-1 0-1 0 0,1 0 1 0 0,11 17-1 0 0</inkml:trace>
</inkml:ink>
</file>

<file path=ppt/ink/ink3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58.2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30 110 11058 0 0,'-11'-15'488'0'0,"2"4"105"0"0,4 1-473 0 0,1 3-120 0 0,4 3 0 0 0,0 1 0 0 0,0 0 288 0 0,0-4 40 0 0,0-4 8 0 0,2-1 0 0 0,3-1-712 0 0,3 3-136 0 0,2 6-32 0 0,2 6-9 0 0,5 6 553 0 0,0 7 0 0 0,1 8 0 0 0</inkml:trace>
</inkml:ink>
</file>

<file path=ppt/ink/ink3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58.62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220 18 9218 0 0,'-2'-2'176'0'0,"0"0"1"0"0,0 1 0 0 0,0-1-1 0 0,0 1 1 0 0,-1-1-1 0 0,1 1 1 0 0,0 0-1 0 0,-1 0 1 0 0,1 0-1 0 0,-1 0 1 0 0,0 1-1 0 0,1-1 1 0 0,-1 1-1 0 0,1-1 1 0 0,-1 1-1 0 0,0 0 1 0 0,1 0-1 0 0,-1 0 1 0 0,0 0-1 0 0,1 1 1 0 0,-1-1-1 0 0,1 1 1 0 0,-1-1 0 0 0,1 1-1 0 0,-1 0 1 0 0,1 0-1 0 0,-5 3 1 0 0,0-1-56 0 0,1 1 1 0 0,0 0-1 0 0,1 0 1 0 0,-1 0-1 0 0,1 1 0 0 0,0 0 1 0 0,0 0-1 0 0,0 0 1 0 0,-6 9-1 0 0,-1 5-286 0 0,1 0-1 0 0,0 1 0 0 0,2 1 0 0 0,0-1 0 0 0,2 1 1 0 0,0 1-1 0 0,1 0 0 0 0,1 0 0 0 0,-4 42 1 0 0,9-60 82 0 0,1 0 1 0 0,-1 0-1 0 0,1 0 0 0 0,-1 0 1 0 0,1 0-1 0 0,0 0 1 0 0,0-1-1 0 0,1 1 1 0 0,-1 0-1 0 0,1 0 1 0 0,0-1-1 0 0,0 1 1 0 0,0-1-1 0 0,1 0 1 0 0,-1 0-1 0 0,5 5 0 0 0,-6-7 2 0 0,0 0-1 0 0,1 0 1 0 0,-1 0-1 0 0,1 0 0 0 0,-1 0 1 0 0,1 0-1 0 0,-1 0 1 0 0,1-1-1 0 0,0 1 0 0 0,-1 0 1 0 0,1-1-1 0 0,0 1 0 0 0,-1-1 1 0 0,1 0-1 0 0,0 0 1 0 0,-1 0-1 0 0,1 0 0 0 0,0 0 1 0 0,0 0-1 0 0,-1 0 1 0 0,1 0-1 0 0,0-1 0 0 0,0 1 1 0 0,-1-1-1 0 0,1 1 1 0 0,0-1-1 0 0,-1 0 0 0 0,1 1 1 0 0,-1-1-1 0 0,1 0 0 0 0,-1 0 1 0 0,0 0-1 0 0,1 0 1 0 0,-1-1-1 0 0,0 1 0 0 0,1 0 1 0 0,-1 0-1 0 0,0-1 1 0 0,1-1-1 0 0,5-7 119 0 0,-1 0-1 0 0,0 0 1 0 0,0 0 0 0 0,-1-1-1 0 0,-1 1 1 0 0,0-1 0 0 0,0 0 0 0 0,-1-1-1 0 0,2-12 1 0 0,-2 11 677 0 0,0-1-1 0 0,1 1 1 0 0,0 0 0 0 0,1 0-1 0 0,12-21 1 0 0,-17 33-601 0 0,1 0 0 0 0,0 0-1 0 0,0 0 1 0 0,-1 0 0 0 0,1 0 0 0 0,0 0 0 0 0,0 0 0 0 0,0 0-1 0 0,0 0 1 0 0,0 1 0 0 0,0-1 0 0 0,0 0 0 0 0,1 0 0 0 0,-1 1 0 0 0,0-1-1 0 0,0 1 1 0 0,0-1 0 0 0,1 1 0 0 0,-1 0 0 0 0,0 0 0 0 0,1-1-1 0 0,-1 1 1 0 0,0 0 0 0 0,1 0 0 0 0,-1 0 0 0 0,0 0 0 0 0,0 0-1 0 0,1 0 1 0 0,-1 1 0 0 0,0-1 0 0 0,1 0 0 0 0,-1 1 0 0 0,0-1-1 0 0,0 1 1 0 0,0-1 0 0 0,1 1 0 0 0,-1 0 0 0 0,0-1 0 0 0,0 1-1 0 0,0 0 1 0 0,2 2 0 0 0,5 3 125 0 0,-1 1 0 0 0,1 1-1 0 0,-1 0 1 0 0,7 10 0 0 0,-7-9-125 0 0,4 5-707 0 0,0-2 0 0 0,1 1 0 0 0,1-2 0 0 0,20 17 0 0 0,-6-12-5550 0 0</inkml:trace>
</inkml:ink>
</file>

<file path=ppt/ink/ink3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39:58.9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168 80 5985 0 0,'0'-7'218'0'0,"1"1"-1"0"0,-2-1 0 0 0,1 0 0 0 0,-1 1 1 0 0,1-1-1 0 0,-2 0 0 0 0,-1-6 1 0 0,2 12-34 0 0,1-1 1 0 0,-1 1-1 0 0,1 0 1 0 0,-1 0 0 0 0,1 0-1 0 0,-1 0 1 0 0,0 0 0 0 0,0 0-1 0 0,1 0 1 0 0,-1 0-1 0 0,0 0 1 0 0,0 0 0 0 0,0 0-1 0 0,0 1 1 0 0,0-1-1 0 0,0 0 1 0 0,-1 1 0 0 0,0-2-1 0 0,0 2 65 0 0,1 0 0 0 0,-1 0 1 0 0,0 0-1 0 0,1-1 0 0 0,-1 2 0 0 0,0-1 0 0 0,0 0 0 0 0,1 0 0 0 0,-1 0 0 0 0,0 1 1 0 0,1-1-1 0 0,-1 1 0 0 0,1-1 0 0 0,-1 1 0 0 0,0 0 0 0 0,1 0 0 0 0,-3 1 0 0 0,-3 3 145 0 0,-1 1-1 0 0,1 0 0 0 0,1 0 1 0 0,-1 1-1 0 0,1 0 0 0 0,0 0 1 0 0,1 0-1 0 0,-9 14 0 0 0,6-7-159 0 0,0 1-1 0 0,1 0 0 0 0,-10 31 0 0 0,15-42-222 0 0,1 0 1 0 0,0 0-1 0 0,0 0 0 0 0,1 0 0 0 0,-1 0 0 0 0,1 0 0 0 0,0 0 0 0 0,0 0 0 0 0,0 0 0 0 0,0-1 1 0 0,1 1-1 0 0,-1 0 0 0 0,1 0 0 0 0,0 0 0 0 0,1 0 0 0 0,-1 0 0 0 0,1-1 0 0 0,-1 1 0 0 0,1 0 1 0 0,0-1-1 0 0,0 0 0 0 0,1 1 0 0 0,-1-1 0 0 0,1 0 0 0 0,-1 0 0 0 0,1 0 0 0 0,0-1 0 0 0,0 1 1 0 0,1-1-1 0 0,-1 1 0 0 0,0-1 0 0 0,1 0 0 0 0,-1 0 0 0 0,1-1 0 0 0,5 3 0 0 0,17 5-329 0 0,0 0 0 0 0,0-2-1 0 0,31 5 1 0 0,-35-8 183 0 0,0 1-1 0 0,0 0 1 0 0,0 2-1 0 0,-1 0 1 0 0,27 14 0 0 0,-46-19 124 0 0,1-1-1 0 0,0 1 1 0 0,-1 0 0 0 0,1-1 0 0 0,-1 1 0 0 0,0 0 0 0 0,1 1 0 0 0,-1-1 0 0 0,0 0 0 0 0,0 1 0 0 0,0-1 0 0 0,-1 1-1 0 0,1 0 1 0 0,-1-1 0 0 0,1 1 0 0 0,-1 0 0 0 0,0 0 0 0 0,0 0 0 0 0,1 5 0 0 0,-2-3 47 0 0,0 0-1 0 0,0 0 1 0 0,0 0 0 0 0,-1 0 0 0 0,0 0-1 0 0,0-1 1 0 0,0 1 0 0 0,0 0 0 0 0,-1-1 0 0 0,1 1-1 0 0,-5 6 1 0 0,-3 5 290 0 0,0-1 0 0 0,-2-1 0 0 0,1 0 0 0 0,-2 0 0 0 0,-23 21 0 0 0,17-18 15 0 0,-2-1 1 0 0,0-2 0 0 0,-32 19 0 0 0,27-19-570 0 0</inkml:trace>
</inkml:ink>
</file>

<file path=ppt/ink/ink3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0.02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75 1 11979 0 0,'-2'19'510'0'0,"0"0"-1"0"0,-1 0 1 0 0,-11 35 0 0 0,1-5 294 0 0,-2 37 536 0 0,-9 165 0 0 0,22 90-764 0 0,4-120-319 0 0,50 709-16 0 0,-26-620 164 0 0,3 317 693 0 0,24 244 274 0 0,21-411-874 0 0,-11-81 194 0 0,-31 1-8 0 0,-32-192-373 0 0,14 229-41 0 0,-10-393-1326 0 0,0-1-4652 0 0,1-4-1664 0 0</inkml:trace>
</inkml:ink>
</file>

<file path=ppt/ink/ink3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0.6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319 135 14283 0 0,'-40'19'356'0'0,"0"2"-1"0"0,2 1 1 0 0,0 2 0 0 0,1 2 0 0 0,2 1-1 0 0,-37 37 1 0 0,71-63-302 0 0,-17 19 1022 0 0,19-12-699 0 0,13-5-222 0 0,12-3-145 0 0,1-1 0 0 0,31-6 0 0 0,9-1-15 0 0,348 0 543 0 0,84-7 275 0 0,254-85 602 0 0,185-18-356 0 0,-184 84-906 0 0,-435 25-138 0 0,611 2 108 0 0,0 1 21 0 0,-443-22-95 0 0,27-1 155 0 0,-38 32-213 0 0,-361 5-159 0 0,1 6 0 0 0,123 31 1 0 0,-196-34-305 0 0</inkml:trace>
</inkml:ink>
</file>

<file path=ppt/ink/ink3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1.1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230 16 10594 0 0,'-10'-3'462'0'0,"0"0"-1"0"0,0 0 0 0 0,0 1 0 0 0,0 0 1 0 0,0 1-1 0 0,-1 0 0 0 0,-14 1 0 0 0,22 0-322 0 0,-1 1 0 0 0,1-1-1 0 0,0 1 1 0 0,0 0 0 0 0,-1 0-1 0 0,1 0 1 0 0,0 0 0 0 0,0 1-1 0 0,0-1 1 0 0,0 1 0 0 0,1-1-1 0 0,-1 1 1 0 0,0 0-1 0 0,1 1 1 0 0,-1-1 0 0 0,1 0-1 0 0,0 1 1 0 0,-1-1 0 0 0,1 1-1 0 0,0-1 1 0 0,1 1 0 0 0,-1 0-1 0 0,0 0 1 0 0,1 0 0 0 0,0 0-1 0 0,-2 5 1 0 0,-11 43 80 0 0,1 0 1 0 0,-8 83-1 0 0,7 107 227 0 0,12-178-2282 0 0,3 1 0 0 0,10 72 0 0 0,-2-84-4018 0 0</inkml:trace>
</inkml:ink>
</file>

<file path=ppt/ink/ink3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1.41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6 282 3225 0 0,'-2'-15'237'0'0,"0"0"1"0"0,1 0-1 0 0,0 0 1 0 0,3-30 0 0 0,1 27 810 0 0,0 0 0 0 0,1 0 1 0 0,0 1-1 0 0,2-1 1 0 0,0 1-1 0 0,15-29 1 0 0,-20 44-832 0 0,0 1 0 0 0,0-1 1 0 0,0 0-1 0 0,0 0 0 0 0,0 1 0 0 0,1-1 1 0 0,-1 1-1 0 0,1-1 0 0 0,-1 1 0 0 0,1 0 1 0 0,-1-1-1 0 0,1 1 0 0 0,-1 0 1 0 0,5-2-1 0 0,-5 3-106 0 0,0 0 0 0 0,0-1 0 0 0,0 1 0 0 0,0 0 0 0 0,0 0 1 0 0,1 0-1 0 0,-1 0 0 0 0,0 0 0 0 0,0 0 0 0 0,0 1 0 0 0,0-1 0 0 0,1 0 0 0 0,-1 1 0 0 0,0-1 1 0 0,0 0-1 0 0,0 1 0 0 0,0-1 0 0 0,0 1 0 0 0,1 1 0 0 0,5 3 242 0 0,-1 1 0 0 0,0 0-1 0 0,-1 0 1 0 0,1 0 0 0 0,8 15 0 0 0,2 1-80 0 0,12 8 22 0 0,1-2-1 0 0,2 0 1 0 0,34 22 0 0 0,-26-20-926 0 0,54 53 0 0 0,-79-66-390 0 0,0 0-1 0 0,17 31 1 0 0,1 1-1533 0 0,-15-27-2574 0 0</inkml:trace>
</inkml:ink>
</file>

<file path=ppt/ink/ink3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1.6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132 105 11058 0 0,'-3'1'47'0'0,"-18"4"814"0"0,0 0 1 0 0,1 2-1 0 0,-1 0 0 0 0,-24 14 0 0 0,62-22-661 0 0,14-6-1311 0 0,59-26-2973 0 0,108-56-1 0 0,-154 69 2835 0 0</inkml:trace>
</inkml:ink>
</file>

<file path=ppt/ink/ink3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1.8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63 17 3225 0 0,'7'-16'627'0'0,"-16"19"3384"0"0,6 0-3298 0 0,-1-1 1 0 0,1 1-1 0 0,0 0 1 0 0,0 0-1 0 0,0 0 1 0 0,1 1-1 0 0,-4 4 1 0 0,-1 9-394 0 0,1 0-1 0 0,1 1 1 0 0,1-1 0 0 0,0 1-1 0 0,1 0 1 0 0,1 1-1 0 0,0 20 1 0 0,10 130 41 0 0,-7-161-408 0 0,2 29 230 0 0,10 37 1 0 0,-11-64-338 0 0,0 0 1 0 0,1-1-1 0 0,1 1 1 0 0,-1-1-1 0 0,1 0 1 0 0,1 0-1 0 0,0 0 1 0 0,0-1-1 0 0,7 9 1 0 0,-7-13-1467 0 0</inkml:trace>
</inkml:ink>
</file>

<file path=ppt/ink/ink3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2.1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88 491 5985 0 0,'-19'-37'184'0'0,"-44"-89"4385"0"0,62 125-4475 0 0,0 0-1 0 0,1 0 1 0 0,-1 0 0 0 0,1 0-1 0 0,-1 0 1 0 0,1 0-1 0 0,0 0 1 0 0,-1 0-1 0 0,1 0 1 0 0,0 0 0 0 0,0 0-1 0 0,0-1 1 0 0,0 1-1 0 0,0 0 1 0 0,0 0 0 0 0,0 0-1 0 0,0 0 1 0 0,0 0-1 0 0,1-3 1 0 0,0 4-48 0 0,-1 0 1 0 0,1 0-1 0 0,-1-1 0 0 0,1 1 1 0 0,0 0-1 0 0,-1 0 0 0 0,1 0 1 0 0,-1-1-1 0 0,1 1 0 0 0,0 0 1 0 0,-1 0-1 0 0,1 0 0 0 0,0 0 1 0 0,-1 0-1 0 0,1 0 0 0 0,-1 1 1 0 0,1-1-1 0 0,0 0 0 0 0,-1 0 1 0 0,1 0-1 0 0,-1 0 1 0 0,1 1-1 0 0,0-1 0 0 0,0 1 1 0 0,40 24 970 0 0,-18-6-456 0 0,20 15 127 0 0,0-1 0 0 0,73 40 0 0 0,-103-66-608 0 0,1 0 0 0 0,-1-1 0 0 0,1-1 0 0 0,1 0 0 0 0,-1-1 0 0 0,1 0 0 0 0,0-1 0 0 0,0-1 0 0 0,-1-1 0 0 0,2 0 0 0 0,-1 0 0 0 0,0-2 0 0 0,0 0 0 0 0,15-3 0 0 0,-25 3-16 0 0,-1 0 1 0 0,1 0-1 0 0,-1 0 1 0 0,0-1-1 0 0,0 0 1 0 0,0 0-1 0 0,0 0 1 0 0,0 0 0 0 0,0 0-1 0 0,0-1 1 0 0,-1 0-1 0 0,1 0 1 0 0,-1 0-1 0 0,0 0 1 0 0,0 0-1 0 0,0-1 1 0 0,0 0-1 0 0,0 1 1 0 0,-1-1-1 0 0,0 0 1 0 0,0 0 0 0 0,0 0-1 0 0,0 0 1 0 0,2-9-1 0 0,-2 1 116 0 0,0 0 0 0 0,-1 0 0 0 0,0-1 0 0 0,-1 1 0 0 0,-1 0 1 0 0,0 0-1 0 0,0 0 0 0 0,-4-15 0 0 0,-6-13 184 0 0,-1-1 0 0 0,-35-74 0 0 0,5 14-383 0 0,36 71-2664 0 0</inkml:trace>
</inkml:ink>
</file>

<file path=ppt/ink/ink3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2.6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 36 7370 0 0,'-1'-1'789'0'0,"-17"-34"9319"0"0,19 36-9979 0 0,1 0 0 0 0,-1 0 0 0 0,0 0 0 0 0,1 0 1 0 0,-1 1-1 0 0,0-1 0 0 0,0 0 0 0 0,0 1 0 0 0,0-1 0 0 0,0 1 1 0 0,0-1-1 0 0,0 1 0 0 0,0-1 0 0 0,-1 1 0 0 0,2 2 1 0 0,-2-2-6 0 0,76 193 1314 0 0,6 16-905 0 0,-64-175-900 0 0,2 0-1 0 0,42 57 1 0 0,-10-30-6350 0 0,-36-44 413 0 0</inkml:trace>
</inkml:ink>
</file>

<file path=ppt/ink/ink3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2.87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1 212 6449 0 0,'2'-7'212'0'0,"0"1"-1"0"0,0 0 0 0 0,0 0 0 0 0,1 0 0 0 0,0 0 0 0 0,1 0 1 0 0,-1 1-1 0 0,1 0 0 0 0,0-1 0 0 0,5-4 0 0 0,49-46 2028 0 0,-54 52-2180 0 0,7-5 370 0 0,1 0 1 0 0,0 0-1 0 0,0 1 0 0 0,1 1 0 0 0,0 0 0 0 0,0 0 0 0 0,1 2 0 0 0,0 0 0 0 0,0 0 0 0 0,23-4 0 0 0,-31 8-261 0 0,0 0 0 0 0,0 1 0 0 0,1-1 0 0 0,-1 1 0 0 0,0 0 0 0 0,0 1 0 0 0,0 0 0 0 0,1 0 0 0 0,-1 0 0 0 0,0 0 0 0 0,0 1 0 0 0,-1 0-1 0 0,1 1 1 0 0,0-1 0 0 0,-1 1 0 0 0,1 0 0 0 0,-1 0 0 0 0,0 1 0 0 0,0 0 0 0 0,0-1 0 0 0,-1 2 0 0 0,1-1 0 0 0,-1 0 0 0 0,0 1 0 0 0,0 0 0 0 0,0 0-1 0 0,5 10 1 0 0,-5-6-60 0 0,0 0 0 0 0,0 0-1 0 0,-1 0 1 0 0,0 0-1 0 0,0 1 1 0 0,-1 0-1 0 0,0-1 1 0 0,-1 1 0 0 0,0 0-1 0 0,-1 10 1 0 0,-1-4-11 0 0,0 0 1 0 0,-2-1 0 0 0,1 1 0 0 0,-2-1-1 0 0,-9 25 1 0 0,-2-4-23 0 0,-2-1 0 0 0,-2 0 1 0 0,-1-2-1 0 0,-29 38 0 0 0,47-68-117 0 0,-91 117-534 0 0,75-99-3657 0 0,-33 28 0 0 0,25-29-663 0 0</inkml:trace>
</inkml:ink>
</file>

<file path=ppt/ink/ink3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5.2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79 36 10594 0 0,'-16'-12'1054'0'0,"14"9"-691"0"0,-1 0 0 0 0,0 1-1 0 0,0-1 1 0 0,0 1 0 0 0,0 0 0 0 0,0 0-1 0 0,-1 0 1 0 0,1 1 0 0 0,-4-2-1 0 0,6 3-274 0 0,0 0-1 0 0,1 0 1 0 0,-1 1 0 0 0,1-1-1 0 0,-1 0 1 0 0,0 1-1 0 0,1-1 1 0 0,-1 0 0 0 0,1 1-1 0 0,-1-1 1 0 0,1 1-1 0 0,0-1 1 0 0,-1 1 0 0 0,1-1-1 0 0,-1 1 1 0 0,1 0-1 0 0,0-1 1 0 0,-1 1 0 0 0,1-1-1 0 0,0 1 1 0 0,0 0-1 0 0,-1-1 1 0 0,1 1 0 0 0,0 0-1 0 0,0 0 1 0 0,-4 22 503 0 0,3-19-515 0 0,-5 34 25 0 0,2 0 1 0 0,2 0-1 0 0,1 0 0 0 0,2 0 1 0 0,9 54-1 0 0,-8-82-33 0 0,0-1 0 0 0,1 0 0 0 0,0 0 0 0 0,1 0 0 0 0,0-1 0 0 0,0 1 0 0 0,1-1 0 0 0,0 0 0 0 0,1 0 0 0 0,-1 0 0 0 0,2-1-1 0 0,-1 0 1 0 0,1 0 0 0 0,14 11 0 0 0,-16-14-6 0 0,1 0-1 0 0,-1-1 0 0 0,1 1 1 0 0,0-1-1 0 0,0-1 0 0 0,0 1 1 0 0,0-1-1 0 0,0 0 0 0 0,1 0 1 0 0,-1-1-1 0 0,1 1 0 0 0,-1-1 1 0 0,1-1-1 0 0,-1 0 0 0 0,1 0 1 0 0,0 0-1 0 0,-1 0 0 0 0,1-1 1 0 0,-1 0-1 0 0,1-1 0 0 0,-1 1 1 0 0,9-5-1 0 0,-8 3-29 0 0,-1 0 1 0 0,0-1-1 0 0,0 0 0 0 0,0 0 0 0 0,0 0 1 0 0,-1-1-1 0 0,0 0 0 0 0,0 0 1 0 0,0 0-1 0 0,0-1 0 0 0,-1 0 1 0 0,0 1-1 0 0,0-2 0 0 0,0 1 1 0 0,3-9-1 0 0,-3 3 18 0 0,1 0 0 0 0,-1 0 0 0 0,-1 0 0 0 0,0-1 0 0 0,-1 0 0 0 0,0 1 0 0 0,-1-22 0 0 0,6 51-608 0 0,1-1 0 0 0,11 18-1 0 0,-15-28 546 0 0,0 0-1 0 0,0 0 0 0 0,0-1 0 0 0,1 0 0 0 0,0 0 1 0 0,0 0-1 0 0,0 0 0 0 0,1-1 0 0 0,-1 0 1 0 0,1 0-1 0 0,0 0 0 0 0,0-1 0 0 0,0 0 0 0 0,1 0 1 0 0,-1 0-1 0 0,1-1 0 0 0,0 0 0 0 0,11 2 1 0 0,-10-3 74 0 0,0-1 1 0 0,0 0-1 0 0,0 0 1 0 0,0-1-1 0 0,0 0 1 0 0,0 0-1 0 0,0-1 1 0 0,-1 0-1 0 0,1 0 1 0 0,-1-1-1 0 0,1 0 1 0 0,-1 0-1 0 0,0-1 1 0 0,0 0-1 0 0,0 0 1 0 0,8-7 0 0 0,-7 4 37 0 0,0 0 1 0 0,-1-1 0 0 0,0 0 0 0 0,0 0 0 0 0,-1-1-1 0 0,0 0 1 0 0,-1 0 0 0 0,0 0 0 0 0,0-1 0 0 0,-1 1 0 0 0,0-1-1 0 0,-1 0 1 0 0,0 0 0 0 0,0-1 0 0 0,-1 1 0 0 0,-1 0-1 0 0,1-15 1 0 0,-1 11-158 0 0,-1 0 0 0 0,-1 0 0 0 0,0 0-1 0 0,0 0 1 0 0,-2 1 0 0 0,0-1 0 0 0,0 0 0 0 0,-1 1 0 0 0,-1 0-1 0 0,0 0 1 0 0,-1 0 0 0 0,-12-19 0 0 0</inkml:trace>
</inkml:ink>
</file>

<file path=ppt/ink/ink3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5.47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10594 0 0,'5'20'1127'0'0,"-1"1"-1"0"0,-1-1 1 0 0,-1 1 0 0 0,0 25-1 0 0,0-4-391 0 0,-1-24-596 0 0,17 143 1257 0 0,1-82-3561 0 0,-14-64 535 0 0,1-1-1 0 0,0 0 0 0 0,9 14 0 0 0,-4-11-1120 0 0</inkml:trace>
</inkml:ink>
</file>

<file path=ppt/ink/ink3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5.79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78 6913 0 0,'0'-6'609'0'0,"0"1"-481"0"0,0 1-128 0 0,1 1 0 0 0,0 2 552 0 0,2-2 88 0 0,1 0 24 0 0,2-1 0 0 0,4-3-776 0 0,5-3-152 0 0,3 1-32 0 0,3 2-8 0 0,1 1 232 0 0,1 1 72 0 0,-5 0 0 0 0</inkml:trace>
</inkml:ink>
</file>

<file path=ppt/ink/ink3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5.9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 91 10594 0 0,'-14'3'2148'0'0,"32"-10"593"0"0,5-2-2097 0 0,59-27-1065 0 0,1 5-4413 0 0,-52 20 2868 0 0</inkml:trace>
</inkml:ink>
</file>

<file path=ppt/ink/ink3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6.1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 3 17972 0 0,'-1'0'92'0'0,"1"-1"1"0"0,-1 1 0 0 0,1 0-1 0 0,-1 0 1 0 0,1-1-1 0 0,0 1 1 0 0,-1 0 0 0 0,1 0-1 0 0,-1 0 1 0 0,1 0 0 0 0,-1 0-1 0 0,1 0 1 0 0,-1 0-1 0 0,1 0 1 0 0,-1 0 0 0 0,1 0-1 0 0,-1 0 1 0 0,1 0-1 0 0,-1 0 1 0 0,1 0 0 0 0,-1 0-1 0 0,1 0 1 0 0,-1 1-1 0 0,1-1 1 0 0,-1 0 0 0 0,1 0-1 0 0,0 1 1 0 0,-1-1-1 0 0,1 0 1 0 0,-1 1 0 0 0,-6 17 1101 0 0,8 33-799 0 0,0-39-46 0 0,3 43-218 0 0,2 0 1 0 0,3-1-1 0 0,20 71 1 0 0,10-5-6710 0 0,-20-70-613 0 0</inkml:trace>
</inkml:ink>
</file>

<file path=ppt/ink/ink3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7.01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50 279 10138 0 0,'-6'-7'546'0'0,"1"1"0"0"0,1-1 0 0 0,-1 0-1 0 0,1-1 1 0 0,1 1 0 0 0,-1-1 0 0 0,1 0 0 0 0,0 1 0 0 0,1-1-1 0 0,0-1 1 0 0,0 1 0 0 0,1 0 0 0 0,0 0 0 0 0,1-1-1 0 0,-1 1 1 0 0,2 0 0 0 0,1-12 0 0 0,-5 33-201 0 0,1 0 0 0 0,1 1 0 0 0,1 0 1 0 0,0-1-1 0 0,0 1 0 0 0,4 16 0 0 0,-2-17-351 0 0,1 1 0 0 0,1-1 0 0 0,0 1 0 0 0,1-1 0 0 0,1-1 0 0 0,0 1 0 0 0,0-1 0 0 0,1 0 0 0 0,1 0 0 0 0,0-1 0 0 0,1 0 0 0 0,0 0 0 0 0,0-1 0 0 0,1 0 0 0 0,0-1 0 0 0,1 0 0 0 0,14 9 0 0 0,-18-13-19 0 0,1-1 0 0 0,0 1 0 0 0,0-1-1 0 0,0 0 1 0 0,0-1 0 0 0,1 0-1 0 0,-1 0 1 0 0,1-1 0 0 0,9 1-1 0 0,-14-3-19 0 0,1 0-1 0 0,-1 0 0 0 0,1 0 0 0 0,-1-1 0 0 0,1 1 0 0 0,-1-1 0 0 0,0 0 0 0 0,1-1 0 0 0,-1 1 0 0 0,0-1 1 0 0,0 0-1 0 0,0 0 0 0 0,0 0 0 0 0,0 0 0 0 0,0-1 0 0 0,-1 1 0 0 0,1-1 0 0 0,-1 0 0 0 0,5-6 1 0 0,-1 1-71 0 0,-1 1 0 0 0,-1-1 1 0 0,0-1-1 0 0,0 1 1 0 0,0-1-1 0 0,-1 0 1 0 0,0 0-1 0 0,-1 0 1 0 0,0 0-1 0 0,-1-1 1 0 0,0 1-1 0 0,0-1 1 0 0,-1 0-1 0 0,0 1 1 0 0,-1-18-1 0 0,0 26 88 0 0,0 0 0 0 0,0 0 0 0 0,0 0 0 0 0,0 0 0 0 0,0 0 0 0 0,0 0 0 0 0,0 1 0 0 0,0-1 0 0 0,0 0 0 0 0,0 0 0 0 0,1 0-1 0 0,-1 0 1 0 0,0 0 0 0 0,1 0 0 0 0,-1 1 0 0 0,1-1 0 0 0,-1 0 0 0 0,1 0 0 0 0,-1 0 0 0 0,1 1 0 0 0,-1-1 0 0 0,1 0 0 0 0,0 0 0 0 0,20 1-275 0 0,-3 2 362 0 0,-4-1 235 0 0,0-2 1 0 0,0 0-1 0 0,0 0 1 0 0,0-1-1 0 0,-1-1 1 0 0,1 0-1 0 0,-1-1 1 0 0,14-6 0 0 0,-20 8-190 0 0,-1-1 0 0 0,1 0 1 0 0,-1-1-1 0 0,0 1 1 0 0,1-1-1 0 0,-2-1 1 0 0,1 1-1 0 0,0-1 1 0 0,-1 0-1 0 0,0 0 0 0 0,0-1 1 0 0,-1 1-1 0 0,1-1 1 0 0,-1 0-1 0 0,0 0 1 0 0,-1-1-1 0 0,4-7 1 0 0,-6 10-78 0 0,0-1 1 0 0,0 0-1 0 0,0 0 1 0 0,-1 0-1 0 0,1 1 1 0 0,-1-1-1 0 0,-1 0 1 0 0,1 0 0 0 0,-1 0-1 0 0,1 0 1 0 0,-4-9-1 0 0,-22-50-706 0 0,19 49-25 0 0,6 4-1797 0 0,6 8 1207 0 0</inkml:trace>
</inkml:ink>
</file>

<file path=ppt/ink/ink3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7.3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0 126 2304 0 0,'1'-3'331'0'0,"-1"0"-1"0"0,1 1 0 0 0,0-1 1 0 0,0 0-1 0 0,0 1 0 0 0,0-1 1 0 0,0 1-1 0 0,0-1 0 0 0,1 1 0 0 0,-1 0 1 0 0,1 0-1 0 0,3-3 0 0 0,25-28 2812 0 0,-22 26-2262 0 0,-3 1-397 0 0,1 1 0 0 0,-1 0 0 0 0,1 1 0 0 0,0 0 0 0 0,0-1 0 0 0,0 2 1 0 0,0-1-1 0 0,1 1 0 0 0,0 0 0 0 0,11-4 0 0 0,-15 7-370 0 0,0-1 1 0 0,1 1-1 0 0,-1 0 0 0 0,0 0 0 0 0,1 0 0 0 0,-1 0 1 0 0,0 1-1 0 0,1-1 0 0 0,-1 1 0 0 0,0 0 0 0 0,0 0 1 0 0,0 0-1 0 0,0 0 0 0 0,0 0 0 0 0,0 1 0 0 0,0-1 1 0 0,0 1-1 0 0,0 0 0 0 0,-1 0 0 0 0,1 0 0 0 0,0 0 1 0 0,-1 1-1 0 0,0-1 0 0 0,0 1 0 0 0,4 4 0 0 0,0 1 53 0 0,0 1-1 0 0,0 0 0 0 0,-1 0 0 0 0,0 1 0 0 0,-1 0 0 0 0,0-1 0 0 0,-1 1 1 0 0,0 1-1 0 0,0-1 0 0 0,-1 0 0 0 0,2 19 0 0 0,-4-9 278 0 0,0-1 0 0 0,-1 1 0 0 0,-1 0 0 0 0,-1-1 0 0 0,-7 27 0 0 0,43-77 98 0 0,4-13-2609 0 0,55-51 0 0 0,-62 68-5195 0 0</inkml:trace>
</inkml:ink>
</file>

<file path=ppt/ink/ink3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7.6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51 76 14283 0 0,'-50'7'2907'0'0,"80"-25"-1393"0"0,101-36-4031 0 0,-107 44 2517 0 0</inkml:trace>
</inkml:ink>
</file>

<file path=ppt/ink/ink3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7.80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 19 10594 0 0,'-1'1'149'0'0,"0"0"-1"0"0,0 0 1 0 0,0 0-1 0 0,0 0 1 0 0,1 0-1 0 0,-1 0 1 0 0,0 1-1 0 0,0-1 0 0 0,1 0 1 0 0,-1 0-1 0 0,1 1 1 0 0,-1-1-1 0 0,1 1 1 0 0,0-1-1 0 0,-1 0 1 0 0,1 1-1 0 0,0-1 1 0 0,0 1-1 0 0,0-1 1 0 0,0 1-1 0 0,0 1 1 0 0,1-2-59 0 0,0 0 1 0 0,0 0-1 0 0,0-1 1 0 0,0 1 0 0 0,0 0-1 0 0,0-1 1 0 0,0 1 0 0 0,0-1-1 0 0,0 0 1 0 0,0 1-1 0 0,0-1 1 0 0,0 1 0 0 0,0-1-1 0 0,0 0 1 0 0,0 0 0 0 0,1 0-1 0 0,-1 0 1 0 0,0 0 0 0 0,0 0-1 0 0,0 0 1 0 0,0 0-1 0 0,0 0 1 0 0,1-1 0 0 0,-1 1-1 0 0,0 0 1 0 0,0-1 0 0 0,0 1-1 0 0,2-2 1 0 0,24-7-1941 0 0,46-21 0 0 0,-47 17 1752 0 0</inkml:trace>
</inkml:ink>
</file>

<file path=ppt/ink/ink3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7.99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0 2288 0 0,'-4'4'3407'0'0,"5"9"-231"0"0,8 19 1814 0 0,-7-26-3876 0 0,46 210 5754 0 0,-2 113-10034 0 0,-41-283-3628 0 0</inkml:trace>
</inkml:ink>
</file>

<file path=ppt/ink/ink3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8.62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39 9 10594 0 0,'-1'-1'165'0'0,"1"1"-1"0"0,-1-1 1 0 0,1 1-1 0 0,0-1 1 0 0,-1 1-1 0 0,1-1 1 0 0,-1 1-1 0 0,0-1 1 0 0,1 1-1 0 0,-1-1 1 0 0,1 1-1 0 0,-1 0 1 0 0,0-1-1 0 0,1 1 1 0 0,-1 0-1 0 0,0-1 1 0 0,1 1-1 0 0,-1 0 1 0 0,0 0-1 0 0,0 0 1 0 0,1 0-1 0 0,-1 0 1 0 0,0 0-1 0 0,1 0 1 0 0,-1 0-1 0 0,0 0 1 0 0,0 0-1 0 0,1 0 1 0 0,-1 0-1 0 0,0 0 1 0 0,1 1-1 0 0,-1-1 1 0 0,0 0-1 0 0,1 0 1 0 0,-1 1-1 0 0,0-1 1 0 0,1 0-1 0 0,-1 1 1 0 0,0-1-1 0 0,1 1 1 0 0,-1-1-1 0 0,1 1 1 0 0,-1-1-1 0 0,1 1 1 0 0,-1 0-1 0 0,1-1 1 0 0,0 1-1 0 0,-1-1 1 0 0,1 1 0 0 0,0 0-1 0 0,-1-1 1 0 0,1 1-1 0 0,0 1 1 0 0,-2 1-7 0 0,1 1 1 0 0,0-1-1 0 0,0 1 1 0 0,0 0-1 0 0,0 0 1 0 0,1 0-1 0 0,-1-1 1 0 0,1 7-1 0 0,4 18-6 0 0,1-1-1 0 0,2 0 0 0 0,14 39 0 0 0,38 75-110 0 0,-55-132-21 0 0,79 159 87 0 0,-68-141 16 0 0,1-2 0 0 0,1 0 0 0 0,2-1 1 0 0,24 26-1 0 0,-42-50-114 0 0,0 1 0 0 0,-1 0-1 0 0,1 0 1 0 0,0 0 0 0 0,0-1 0 0 0,0 1 0 0 0,0 0 0 0 0,0-1 0 0 0,0 1 0 0 0,0-1-1 0 0,0 1 1 0 0,0-1 0 0 0,0 1 0 0 0,0-1 0 0 0,0 0 0 0 0,0 1 0 0 0,0-1 0 0 0,0 0-1 0 0,0 0 1 0 0,0 0 0 0 0,1 0 0 0 0,-1 0 0 0 0,0 0 0 0 0,2-1 0 0 0,-1 0 19 0 0,-1 1 0 0 0,1-1-1 0 0,-1 0 1 0 0,1-1 0 0 0,-1 1 0 0 0,1 0 0 0 0,-1 0 0 0 0,0-1 0 0 0,0 1 0 0 0,1 0 0 0 0,-1-1 0 0 0,0 1 0 0 0,1-4 0 0 0,3-6 116 0 0,0 0 0 0 0,-1 0 0 0 0,5-20 1 0 0,-9 29-143 0 0,6-21-179 0 0,-2 1 0 0 0,-1-1 0 0 0,1-31 0 0 0,-4 43 75 0 0,0-1 0 0 0,-1 0 0 0 0,0 1 1 0 0,-1-1-1 0 0,0 1 0 0 0,-1-1 0 0 0,0 1 0 0 0,-7-17 1 0 0,8 25-442 0 0,0-1 0 0 0,0 1 1 0 0,-1 0-1 0 0,1 0 1 0 0,-1 0-1 0 0,0 0 0 0 0,-5-4 1 0 0</inkml:trace>
</inkml:ink>
</file>

<file path=ppt/ink/ink3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8.97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13 126 11058 0 0,'0'1'88'0'0,"-1"-1"-1"0"0,1 0 0 0 0,0 0 0 0 0,-1 0 0 0 0,1 0 0 0 0,0 1 1 0 0,-1-1-1 0 0,1 0 0 0 0,0 0 0 0 0,-1 0 0 0 0,1 0 1 0 0,0 0-1 0 0,-1 0 0 0 0,1 0 0 0 0,0 0 0 0 0,-1 0 0 0 0,1 0 1 0 0,0 0-1 0 0,-1 0 0 0 0,1 0 0 0 0,0 0 0 0 0,-1-1 1 0 0,1 1-1 0 0,0 0 0 0 0,-1 0 0 0 0,1 0 0 0 0,0 0 0 0 0,-1-1 1 0 0,1 1-1 0 0,0 0 0 0 0,0 0 0 0 0,-1-1 0 0 0,1 1 0 0 0,0 0 1 0 0,0 0-1 0 0,-1-1 0 0 0,1 1 0 0 0,0 0 0 0 0,0-1 1 0 0,0 1-1 0 0,0 0 0 0 0,-1-1 0 0 0,1 1 0 0 0,0-1 0 0 0,10-18 1600 0 0,25-18-771 0 0,-25 30-1263 0 0,-1-1-1 0 0,1 2 1 0 0,0-1 0 0 0,1 1 0 0 0,-1 1 0 0 0,1 0 0 0 0,1 0 0 0 0,-1 1-1 0 0,14-3 1 0 0,-2 3-1010 0 0</inkml:trace>
</inkml:ink>
</file>

<file path=ppt/ink/ink3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09.11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65 14283 0 0,'-21'22'2190'0'0,"20"-14"-369"0"0,17-14-864 0 0,133-68-6797 0 0,-115 59 5216 0 0</inkml:trace>
</inkml:ink>
</file>

<file path=ppt/ink/ink3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10.7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30 1 8754 0 0,'-3'2'541'0'0,"0"1"0"0"0,0 0 0 0 0,0 0 0 0 0,0 0-1 0 0,0 0 1 0 0,0 0 0 0 0,1 1 0 0 0,-1-1 0 0 0,-1 4 0 0 0,4-6-463 0 0,1-1 0 0 0,-1 1 0 0 0,0-1-1 0 0,1 1 1 0 0,-1-1 0 0 0,1 0 0 0 0,-1 1 0 0 0,0-1 0 0 0,1 1 0 0 0,-1-1 0 0 0,1 0-1 0 0,-1 0 1 0 0,1 1 0 0 0,-1-1 0 0 0,1 0 0 0 0,-1 0 0 0 0,1 0 0 0 0,0 1-1 0 0,-1-1 1 0 0,1 0 0 0 0,-1 0 0 0 0,1 0 0 0 0,-1 0 0 0 0,1 0 0 0 0,-1 0-1 0 0,1 0 1 0 0,0 0 0 0 0,-1 0 0 0 0,1-1 0 0 0,-1 1 0 0 0,2 0 0 0 0,25-2 906 0 0,-25 1-787 0 0,32 0 550 0 0,-1 2 0 0 0,0 0 0 0 0,0 3 0 0 0,40 8 0 0 0,-13-9-2280 0 0,-44-3 531 0 0</inkml:trace>
</inkml:ink>
</file>

<file path=ppt/ink/ink3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11.1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3225 0 0,'3'9'11211'0'0,"2"12"-5470"0"0,26 124-4049 0 0,10 157-720 0 0,2 5-4725 0 0,-37-290-394 0 0,-5-17 4030 0 0,-1 0-1 0 0,0 0 1 0 0,1 0-1 0 0,-1 0 0 0 0,0 0 1 0 0,1 0-1 0 0,-1 0 1 0 0,1 0-1 0 0,-1 0 1 0 0,0 0-1 0 0,1 0 1 0 0,-1 0-1 0 0,0 0 0 0 0,1 0 1 0 0,-1-1-1 0 0,0 1 1 0 0,1 0-1 0 0,-1 0 1 0 0,0 0-1 0 0,0-1 1 0 0,1 1-1 0 0,-1 0 1 0 0,1-1-471 0 0,-1 0 470 0 0,1 1 1 0 0,-1 0-1 0 0,0-1 1 0 0,0 1-1 0 0,0 0 0 0 0,0-1 1 0 0,0 1-1 0 0,0 0 1 0 0,1-1-1 0 0,-1 1 1 0 0,0 0-1 0 0,0-1 1 0 0,0 1-1 0 0,0-1 0 0 0,0 1 1 0 0,-1-1-1 0 0,7-13-539 0 0</inkml:trace>
</inkml:ink>
</file>

<file path=ppt/ink/ink3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11.2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30 1 13363 0 0,'-23'31'3398'0'0,"23"-29"-3249"0"0,-1-1 0 0 0,0 0 0 0 0,0 0 0 0 0,1 1 0 0 0,-1-1-1 0 0,1 0 1 0 0,-1 1 0 0 0,1-1 0 0 0,-1 1 0 0 0,1-1 0 0 0,0 1 0 0 0,0-1 0 0 0,0 1 0 0 0,0-1 0 0 0,0 1 0 0 0,0-1 0 0 0,0 0 0 0 0,0 1 0 0 0,0-1 0 0 0,1 1 0 0 0,-1-1 0 0 0,2 3 0 0 0,-1-3-234 0 0,0 0 1 0 0,-1-1-1 0 0,1 1 1 0 0,0-1-1 0 0,0 0 1 0 0,0 1-1 0 0,1-1 1 0 0,-1 0-1 0 0,0 1 1 0 0,0-1-1 0 0,0 0 1 0 0,0 0-1 0 0,0 0 0 0 0,0 0 1 0 0,0 0-1 0 0,0 0 1 0 0,0 0-1 0 0,2-1 1 0 0,27-5-1998 0 0,-12 2 1987 0 0,-10 4 84 0 0,-2 0-43 0 0</inkml:trace>
</inkml:ink>
</file>

<file path=ppt/ink/ink3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11.55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88 8754 0 0,'0'0'50'0'0,"0"-1"-1"0"0,0 0 1 0 0,0 1 0 0 0,0-1 0 0 0,0 1-1 0 0,0-1 1 0 0,0 1 0 0 0,1-1-1 0 0,-1 1 1 0 0,0-1 0 0 0,1 1 0 0 0,-1 0-1 0 0,0-1 1 0 0,0 1 0 0 0,1-1-1 0 0,-1 1 1 0 0,1 0 0 0 0,-1-1 0 0 0,0 1-1 0 0,1 0 1 0 0,-1-1 0 0 0,1 1 0 0 0,-1 0-1 0 0,1 0 1 0 0,-1-1 0 0 0,1 1-1 0 0,-1 0 1 0 0,2 0 0 0 0,16-10 658 0 0,-18 10-674 0 0,88-40 1813 0 0,-28 16-7296 0 0,-52 21 4034 0 0</inkml:trace>
</inkml:ink>
</file>

<file path=ppt/ink/ink3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11.8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41 1 10594 0 0,'-4'4'188'0'0,"1"0"0"0"0,0 0 1 0 0,1 1-1 0 0,-1-1 0 0 0,1 1 0 0 0,0-1 0 0 0,0 1 0 0 0,0 0 0 0 0,0 0 0 0 0,1 0 0 0 0,0 0 0 0 0,0 0 1 0 0,1 0-1 0 0,-1 0 0 0 0,1 1 0 0 0,0-1 0 0 0,0 0 0 0 0,1 0 0 0 0,0 0 0 0 0,0 0 0 0 0,3 10 0 0 0,0-6 335 0 0,0 1 1 0 0,1-1-1 0 0,0 1 0 0 0,1-2 0 0 0,0 1 0 0 0,1 0 0 0 0,0-1 0 0 0,0-1 0 0 0,14 13 0 0 0,-17-17-409 0 0,-1 1 0 0 0,1-1 0 0 0,-1 1 0 0 0,0 0 0 0 0,0 0 1 0 0,0 0-1 0 0,-1 0 0 0 0,0 1 0 0 0,1-1 0 0 0,-1 1 0 0 0,-1-1 0 0 0,1 1 0 0 0,-1 0 0 0 0,0 0 0 0 0,1 6 1 0 0,-1-3-10 0 0,-1 1-1 0 0,0-1 1 0 0,-1 0 0 0 0,0 1 0 0 0,0-1 0 0 0,-1 0 0 0 0,0 0 0 0 0,-5 12 0 0 0,0-3-294 0 0,-1 0-1 0 0,0-1 1 0 0,-2 0-1 0 0,0 0 1 0 0,0-1 0 0 0,-1-1-1 0 0,-22 22 1 0 0,13-18-7386 0 0</inkml:trace>
</inkml:ink>
</file>

<file path=ppt/ink/ink3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12.7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8754 0 0,'2'4'6942'0'0,"1"5"-3440"0"0,11 56-2406 0 0,6 43-885 0 0,-13-59-101 0 0,2 0-1 0 0,3 0 1 0 0,1-1-1 0 0,24 54 0 0 0,-32-91-109 0 0,1 0-1 0 0,0-1 0 0 0,1 0 0 0 0,8 10 0 0 0,-14-18 2 0 0,1 0 0 0 0,-1-1-1 0 0,1 1 1 0 0,-1 0 0 0 0,1 0 0 0 0,0-1 0 0 0,0 1-1 0 0,0-1 1 0 0,0 1 0 0 0,0-1 0 0 0,0 0-1 0 0,0 0 1 0 0,0 0 0 0 0,0 0 0 0 0,0 0 0 0 0,1 0-1 0 0,-1-1 1 0 0,0 1 0 0 0,1-1 0 0 0,-1 0-1 0 0,1 1 1 0 0,-1-1 0 0 0,0 0 0 0 0,1-1-1 0 0,-1 1 1 0 0,1 0 0 0 0,2-1 0 0 0,-3-1 4 0 0,0 1 0 0 0,0-1 1 0 0,0 0-1 0 0,0 1 0 0 0,0-1 0 0 0,0 0 1 0 0,-1 0-1 0 0,1 0 0 0 0,-1 0 0 0 0,1-1 1 0 0,-1 1-1 0 0,0 0 0 0 0,0-1 0 0 0,0 1 0 0 0,1-5 1 0 0,10-40-422 0 0,-11 43 370 0 0,5-32-151 0 0,-4 23 93 0 0,0 0 0 0 0,0 0-1 0 0,2 0 1 0 0,0 0 0 0 0,9-23 0 0 0,-11 33 107 0 0,0 0 0 0 0,0 0 0 0 0,0 1-1 0 0,0-1 1 0 0,1 0 0 0 0,-1 1 0 0 0,0-1 0 0 0,1 1 0 0 0,0 0 0 0 0,0 0 0 0 0,0 0 0 0 0,0 0 0 0 0,0 1-1 0 0,0-1 1 0 0,0 1 0 0 0,0 0 0 0 0,0 0 0 0 0,1 0 0 0 0,-1 0 0 0 0,1 0 0 0 0,-1 1 0 0 0,0-1-1 0 0,1 1 1 0 0,-1 0 0 0 0,1 0 0 0 0,-1 1 0 0 0,6 0 0 0 0,5 1 327 0 0,-2-1 10 0 0,0 1 0 0 0,1-1 1 0 0,-1-1-1 0 0,24-2 0 0 0,-32 1-299 0 0,1 0 0 0 0,0-1 0 0 0,-1 1 0 0 0,1-1 0 0 0,-1 0 0 0 0,0 0 0 0 0,0-1 0 0 0,1 1 0 0 0,-1-1 0 0 0,-1 0 0 0 0,1 0 0 0 0,0 0 0 0 0,-1-1 0 0 0,0 1 0 0 0,1-1 0 0 0,2-5 1 0 0,0 1-72 0 0,-1-2 0 0 0,0 1 1 0 0,-1-1-1 0 0,0 1 0 0 0,0-1 1 0 0,-1-1-1 0 0,-1 1 1 0 0,1 0-1 0 0,0-17 0 0 0,2 0-2298 0 0</inkml:trace>
</inkml:ink>
</file>

<file path=ppt/ink/ink3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13.1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13 4145 0 0,'2'-1'594'0'0,"0"-1"-1"0"0,0 1 1 0 0,1-1 0 0 0,-1 1-1 0 0,1 0 1 0 0,-1 0 0 0 0,1 0 0 0 0,-1 0-1 0 0,1 1 1 0 0,0-1 0 0 0,-1 1-1 0 0,1-1 1 0 0,0 1 0 0 0,3 0 0 0 0,42 3 2604 0 0,-39-2-2530 0 0,1-1-306 0 0,-1 2 1 0 0,1-1-1 0 0,-1 1 0 0 0,1 1 1 0 0,-1-1-1 0 0,0 2 1 0 0,1-1-1 0 0,-2 1 0 0 0,1 1 1 0 0,12 7-1 0 0,-16-7-281 0 0,0-1 0 0 0,0 0-1 0 0,-1 1 1 0 0,1 0 0 0 0,-1 0 0 0 0,0 0 0 0 0,-1 1-1 0 0,1-1 1 0 0,-1 1 0 0 0,0 0 0 0 0,-1 0 0 0 0,1 0 0 0 0,-1 0-1 0 0,0 0 1 0 0,-1 1 0 0 0,2 9 0 0 0,-1-1 28 0 0,0 0 0 0 0,-2 0 1 0 0,0 0-1 0 0,0 0 1 0 0,-1 0-1 0 0,-1 0 0 0 0,-4 14 1 0 0,33-52 959 0 0,1-11-959 0 0,13-16-423 0 0,-13 19-6115 0 0,-9 11-1136 0 0</inkml:trace>
</inkml:ink>
</file>

<file path=ppt/ink/ink3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16.18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 0 10594 0 0,'-6'168'9911'0'0,"1"-99"-9942"0"0,3 0-1 0 0,3 1 0 0 0,14 102 0 0 0,-9-147-509 0 0,-4-15-373 0 0,0 0 0 0 0,0 0-1 0 0,0 0 1 0 0,-1 1-1 0 0,-1 12 1 0 0</inkml:trace>
</inkml:ink>
</file>

<file path=ppt/ink/ink3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16.47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90 550 2761 0 0,'-48'-185'3445'0'0,"11"57"2033"0"0,36 125-5234 0 0,0 0 1 0 0,1 0-1 0 0,-1 0 0 0 0,1 0 1 0 0,-1 0-1 0 0,1 0 1 0 0,0 0-1 0 0,0-1 0 0 0,0 1 1 0 0,0 0-1 0 0,1 0 1 0 0,-1 0-1 0 0,1 0 0 0 0,0 0 1 0 0,0 0-1 0 0,0 0 1 0 0,0 0-1 0 0,1 1 0 0 0,-1-1 1 0 0,1 0-1 0 0,3-4 1 0 0,-2 5-88 0 0,0 0 0 0 0,0 0 0 0 0,0 0 0 0 0,1 0 0 0 0,-1 1 0 0 0,0-1 0 0 0,1 1 0 0 0,-1 0 0 0 0,1 0 0 0 0,-1 0 0 0 0,1 0 0 0 0,0 1 0 0 0,-1 0 0 0 0,1-1 0 0 0,0 1 0 0 0,-1 1 0 0 0,1-1 0 0 0,4 1 0 0 0,3 1 37 0 0,0 0 0 0 0,-1 1-1 0 0,1 0 1 0 0,-1 0 0 0 0,0 1-1 0 0,0 1 1 0 0,17 9-1 0 0,63 51 782 0 0,-35-24-759 0 0,-35-27-176 0 0,-9-5 7 0 0,1-1-1 0 0,0 0 0 0 0,1-1 1 0 0,-1 0-1 0 0,2-1 1 0 0,24 9-1 0 0,-37-15-28 0 0,0 0 0 0 0,0 0 1 0 0,0 0-1 0 0,0 1 0 0 0,0-1 0 0 0,1 0 1 0 0,-1 0-1 0 0,0 0 0 0 0,0 0 0 0 0,0-1 1 0 0,0 1-1 0 0,0 0 0 0 0,0 0 1 0 0,0-1-1 0 0,0 1 0 0 0,0 0 0 0 0,0-1 1 0 0,0 1-1 0 0,0-1 0 0 0,-1 1 0 0 0,1-1 1 0 0,0 0-1 0 0,0 1 0 0 0,0-1 0 0 0,-1 0 1 0 0,1 0-1 0 0,1 0 0 0 0,-1-2 19 0 0,0 0 1 0 0,1 1-1 0 0,-1-1 0 0 0,0 0 0 0 0,0 0 1 0 0,0 1-1 0 0,-1-1 0 0 0,1 0 0 0 0,-1-6 0 0 0,1-4 51 0 0,-1-1-1 0 0,-1 1 1 0 0,-3-17 0 0 0,-2-2-334 0 0,-12-101-99 0 0,17 114-1357 0 0,1 0 0 0 0,3-30-1 0 0</inkml:trace>
</inkml:ink>
</file>

<file path=ppt/ink/ink3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16.6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49 9674 0 0,'33'-33'1757'0'0,"-32"31"-1578"0"0,1 1 0 0 0,0-1 0 0 0,-1 1 0 0 0,1 0 0 0 0,0 0 0 0 0,0-1 0 0 0,0 1 0 0 0,0 0 0 0 0,0 1 0 0 0,0-1 0 0 0,0 0 0 0 0,0 1 0 0 0,1-1 0 0 0,-1 1 0 0 0,0 0 0 0 0,0-1 0 0 0,0 1 0 0 0,4 0 1 0 0,-6 1-74 0 0,1-1 1 0 0,0 1 0 0 0,0-1 0 0 0,-1 1 0 0 0,1-1 0 0 0,0 1 0 0 0,-1 0 0 0 0,1-1 0 0 0,0 1 0 0 0,-1 0 0 0 0,1-1 0 0 0,-1 1 0 0 0,1 0 0 0 0,-1 0 0 0 0,0 0 0 0 0,1-1 0 0 0,-1 1 0 0 0,0 0-1 0 0,1 0 1 0 0,-1 0 0 0 0,0 0 0 0 0,0 0 0 0 0,0-1 0 0 0,0 1 0 0 0,0 1 0 0 0,-1 27 436 0 0,1-24-379 0 0,-16 124 976 0 0,-2 19-695 0 0,17-125-768 0 0,1 0 0 0 0,1 0 0 0 0,1 0-1 0 0,8 35 1 0 0,-5-36-1477 0 0,-1-2-4239 0 0</inkml:trace>
</inkml:ink>
</file>

<file path=ppt/ink/ink3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16.92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1 133 456 0 0,'0'-19'64'0'0,"0"12"80"0"0,-1 1 0 0 0,2-1 1 0 0,-1 1-1 0 0,1-1 0 0 0,0 1 0 0 0,0-1 0 0 0,3-7 1 0 0,-3 11 507 0 0,1-1 1 0 0,-1 1-1 0 0,1 0 1 0 0,0-1 0 0 0,0 1-1 0 0,1 0 1 0 0,-1 1-1 0 0,1-1 1 0 0,-1 0-1 0 0,1 1 1 0 0,0-1-1 0 0,0 1 1 0 0,0 0 0 0 0,0 0-1 0 0,0 0 1 0 0,1 0-1 0 0,-1 0 1 0 0,0 1-1 0 0,1 0 1 0 0,0-1 0 0 0,5 0-1 0 0,-5 2-388 0 0,0 0 1 0 0,1 1-1 0 0,-1-1 0 0 0,0 1 0 0 0,0 0 1 0 0,0 0-1 0 0,0 0 0 0 0,0 1 0 0 0,0-1 1 0 0,0 1-1 0 0,0 0 0 0 0,0 0 1 0 0,-1 0-1 0 0,1 1 0 0 0,-1-1 0 0 0,1 1 1 0 0,-1 0-1 0 0,4 5 0 0 0,17 19 168 0 0,-1 2-1 0 0,-1 1 1 0 0,27 48-1 0 0,-3-3-400 0 0,-22-35-470 0 0,-10-14-3729 0 0,-11-20 2332 0 0,10 16-5199 0 0</inkml:trace>
</inkml:ink>
</file>

<file path=ppt/ink/ink3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17.09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338 297 16548 0 0,'0'0'0'0'0</inkml:trace>
  <inkml:trace contextRef="#ctx0" brushRef="#br0" timeOffset="1">5 108 8754 0 0,'-3'-5'776'0'0,"2"1"-616"0"0,2 1-160 0 0,1 1 0 0 0,0 0 320 0 0,1-1 32 0 0,1-1 0 0 0,2-4 8 0 0,5 0-240 0 0,3-4-56 0 0,7 1 0 0 0,1 0-64 0 0,6 1-1152 0 0,3 1-288 0 0,5 2-64 0 0,0 2-1 0 0,1 1 1185 0 0</inkml:trace>
</inkml:ink>
</file>

<file path=ppt/ink/ink3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17.2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49 3 4609 0 0,'0'0'94'0'0,"0"-1"1"0"0,-1 1 94 0 0,1 0-95 0 0,0 0 1 0 0,-1-1-1 0 0,1 1 1 0 0,0 0-1 0 0,0 0 1 0 0,-1 0-1 0 0,1 0 1 0 0,0 0-1 0 0,0-1 0 0 0,-1 1 1 0 0,1 0-1 0 0,0 0 1 0 0,-1 0-1 0 0,1 0 1 0 0,0 0-1 0 0,-1 0 1 0 0,1 0-1 0 0,0 0 1 0 0,0 0-1 0 0,-1 0 1 0 0,1 0-1 0 0,0 0 0 0 0,-1 0 1 0 0,1 0-1 0 0,0 1 1 0 0,0-1-1 0 0,-1 0 1 0 0,1 0-1 0 0,0 0 1 0 0,-1 0-1 0 0,1 0 1 0 0,0 1-1 0 0,0-1 1 0 0,0 0-1 0 0,-1 1 0 0 0,-8 14 2222 0 0,0 22 373 0 0,9-36-2654 0 0,-8 40 1247 0 0,-2 53 1 0 0,9-83-1391 0 0,1 1 0 0 0,0-1 0 0 0,1 0 0 0 0,0 1 0 0 0,1-1 0 0 0,1 0 0 0 0,-1 0 0 0 0,2 0 0 0 0,7 19 1 0 0,-1-14-5244 0 0</inkml:trace>
</inkml:ink>
</file>

<file path=ppt/ink/ink3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17.5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1 293 5985 0 0,'5'-5'4128'0'0,"-5"5"-4049"0"0,14 9 2984 0 0,18 22 367 0 0,-23-22-2771 0 0,12 11-77 0 0,1-1 0 0 0,47 30 1 0 0,-60-43-548 0 0,1 0 0 0 0,0-1 0 0 0,1 0 0 0 0,-1-1-1 0 0,1 0 1 0 0,0-1 0 0 0,0 0 0 0 0,0-1 0 0 0,1 0 0 0 0,15 1 0 0 0,-25-3 39 0 0,0 0 0 0 0,0-1 0 0 0,0 1 0 0 0,1 0 0 0 0,-1-1 0 0 0,0 0 0 0 0,0 1 0 0 0,0-1 0 0 0,0 0 0 0 0,0 0 0 0 0,0 0 0 0 0,0 0 0 0 0,-1 0 0 0 0,1-1 0 0 0,0 1 0 0 0,0 0 0 0 0,-1-1 0 0 0,1 0 0 0 0,-1 1 0 0 0,0-1 1 0 0,1 0-1 0 0,-1 1 0 0 0,0-1 0 0 0,0 0 0 0 0,0 0 0 0 0,0 0 0 0 0,0 0 0 0 0,-1 0 0 0 0,1 0 0 0 0,0-1 0 0 0,-1 1 0 0 0,0 0 0 0 0,1 0 0 0 0,-1 0 0 0 0,0-3 0 0 0,1-10 270 0 0,-1-1-1 0 0,-1 1 1 0 0,-4-30-1 0 0,2 27-331 0 0,-5-43-1047 0 0,3-1 1 0 0,4-97-1 0 0,3 144-271 0 0,1 7-6 0 0</inkml:trace>
</inkml:ink>
</file>

<file path=ppt/ink/ink3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17.78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10594 0 0,'4'1'294'0'0,"1"0"0"0"0,-1 0 0 0 0,1 0-1 0 0,-1 0 1 0 0,1 1 0 0 0,-1-1 0 0 0,0 1 0 0 0,0 1-1 0 0,0-1 1 0 0,0 0 0 0 0,0 1 0 0 0,0 0 0 0 0,-1 0-1 0 0,1 0 1 0 0,-1 0 0 0 0,0 0 0 0 0,0 1 0 0 0,0-1-1 0 0,0 1 1 0 0,-1 0 0 0 0,0 0 0 0 0,4 8 0 0 0,5 10 870 0 0,-1 1 1 0 0,12 46-1 0 0,-20-62-1146 0 0,49 145 375 0 0,-25-89-4559 0 0</inkml:trace>
</inkml:ink>
</file>

<file path=ppt/ink/ink3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18.0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32 9674 0 0,'-1'0'40'0'0,"1"-1"1"0"0,0 1-1 0 0,-1 0 0 0 0,1-1 1 0 0,0 1-1 0 0,-1 0 0 0 0,1-1 1 0 0,0 1-1 0 0,-1 0 0 0 0,1-1 0 0 0,0 1 1 0 0,0 0-1 0 0,0-1 0 0 0,-1 1 1 0 0,1-1-1 0 0,0 1 0 0 0,0-1 1 0 0,0 1-1 0 0,0-1 0 0 0,0 1 1 0 0,0 0-1 0 0,0-1 0 0 0,0 1 1 0 0,0-1-1 0 0,0 1 0 0 0,0-1 0 0 0,0 1 1 0 0,0-1-1 0 0,0 1 0 0 0,0 0 1 0 0,0-1-1 0 0,0 1 0 0 0,1-1 1 0 0,-1 1-1 0 0,0-1 0 0 0,0 1 1 0 0,1-1-1 0 0,19-9 2204 0 0,31 4 1344 0 0,-41 7-3194 0 0,0 0-1 0 0,0 1 1 0 0,0 0-1 0 0,0 0 1 0 0,0 1-1 0 0,-1 1 1 0 0,1-1-1 0 0,-1 1 1 0 0,0 1-1 0 0,0 0 1 0 0,-1 0-1 0 0,14 11 1 0 0,-14-10-341 0 0,0 1 0 0 0,-1 0 0 0 0,0 1 0 0 0,0-1 0 0 0,0 2 0 0 0,-1-1 0 0 0,0 1 0 0 0,-1-1 0 0 0,0 2-1 0 0,0-1 1 0 0,-1 0 0 0 0,0 1 0 0 0,-1 0 0 0 0,0 0 0 0 0,0 0 0 0 0,-1 0 0 0 0,0 0 0 0 0,-1 1 0 0 0,0 12 0 0 0,-2-7-127 0 0,-1 0 0 0 0,-1 0 0 0 0,0 0 0 0 0,-11 31 0 0 0,-5-2-5947 0 0,3-11-1207 0 0</inkml:trace>
</inkml:ink>
</file>

<file path=ppt/ink/ink3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18.64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60 13827 0 0,'5'-1'478'0'0,"1"-1"0"0"0,-1 0 0 0 0,0 1 0 0 0,0-2-1 0 0,0 1 1 0 0,0 0 0 0 0,0-1 0 0 0,8-6 0 0 0,11-5-921 0 0,-21 12 102 0 0,36-14-1986 0 0,-38 16 2298 0 0,1-1-1 0 0,0 1 1 0 0,0-1 0 0 0,-1 1 0 0 0,1 0-1 0 0,0 0 1 0 0,0 0 0 0 0,0 0 0 0 0,-1 0 0 0 0,1 0-1 0 0,0 0 1 0 0,0 0 0 0 0,-1 1 0 0 0,1-1 0 0 0,0 1-1 0 0,0-1 1 0 0,-1 1 0 0 0,1 0 0 0 0,2 1-1 0 0,-1 2-23 0 0</inkml:trace>
</inkml:ink>
</file>

<file path=ppt/ink/ink3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18.80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54 6913 0 0,'24'-1'4745'0'0,"58"-23"-1600"0"0,-27 7-4279 0 0,2 6-4632 0 0,-38 10 3536 0 0</inkml:trace>
</inkml:ink>
</file>

<file path=ppt/ink/ink3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19.77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153 54 8754 0 0,'-9'-8'9896'0'0,"24"26"-4769"0"0,-5-1-5130 0 0,-6-26 191 0 0,9-12-321 0 0,-62 22-7163 0 0,-34 8 8737 0 0,30 3 2916 0 0,132-20-2987 0 0,-54 4-1359 0 0,-1 1 0 0 0,33 1 0 0 0,-30 1 5 0 0,47-6-1 0 0,-2-8-15 0 0,75-12 0 0 0,-125 24 0 0 0,0 1 0 0 0,0 2 0 0 0,0 0 0 0 0,36 5 0 0 0,-49-2 30 0 0,-8 0-8 0 0,-16 6-400 0 0,-5 3-1819 0 0</inkml:trace>
</inkml:ink>
</file>

<file path=ppt/ink/ink3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20.21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 3 7890 0 0,'-4'-2'14955'0'0,"3"3"-14896"0"0,0 1 1 0 0,1 0 0 0 0,-1 0-1 0 0,0 0 1 0 0,1 0 0 0 0,-1 0-1 0 0,1 0 1 0 0,0 0-1 0 0,-1 0 1 0 0,1 0 0 0 0,0 0-1 0 0,0 0 1 0 0,1 0-1 0 0,-1 0 1 0 0,0 0 0 0 0,1 0-1 0 0,-1 0 1 0 0,1 0-1 0 0,-1 0 1 0 0,1 0 0 0 0,0 0-1 0 0,1 2 1 0 0,1 0 32 0 0,-1-1 0 0 0,0 1 0 0 0,0 1 0 0 0,0-1 1 0 0,0 0-1 0 0,-1 0 0 0 0,0 1 0 0 0,0-1 0 0 0,1 7 0 0 0,6 52-206 0 0,-7-52 79 0 0,6 60-146 0 0,3 37-85 0 0,32 136 0 0 0,-35-216-204 0 0</inkml:trace>
</inkml:ink>
</file>

<file path=ppt/ink/ink3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23.21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4 276 10594 0 0,'-1'-3'127'0'0,"0"1"-1"0"0,1-1 1 0 0,-1 1-1 0 0,1-1 0 0 0,0 1 1 0 0,0-1-1 0 0,0 0 1 0 0,0 1-1 0 0,0-1 0 0 0,0 1 1 0 0,1-1-1 0 0,-1 0 1 0 0,1 1-1 0 0,1-4 1 0 0,14-37 2010 0 0,-5 22-1288 0 0,2 1 0 0 0,0 1 1 0 0,2 0-1 0 0,0 1 0 0 0,0 0 0 0 0,2 1 0 0 0,27-21 0 0 0,-31 33-271 0 0,-12 5-541 0 0,1-1 0 0 0,-1 1 0 0 0,1 0 1 0 0,-1-1-1 0 0,0 1 0 0 0,1-1 0 0 0,-1 1 1 0 0,1-1-1 0 0,-1 0 0 0 0,0 0 0 0 0,0 1 0 0 0,1-1 1 0 0,-1 0-1 0 0,0 0 0 0 0,0 0 0 0 0,0 0 1 0 0,2-3 255 0 0,2 24-149 0 0,31 146 156 0 0,5 16 24 0 0,-14-96-1001 0 0,11 44-1041 0 0,-38-125-251 0 0</inkml:trace>
</inkml:ink>
</file>

<file path=ppt/ink/ink3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23.36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66 155 2761 0 0,'-2'-3'203'0'0,"-1"-1"0"0"0,1 1 0 0 0,-1 0 1 0 0,0 0-1 0 0,0 1 0 0 0,0-1 1 0 0,0 1-1 0 0,0-1 0 0 0,-6-2 0 0 0,-19-17 5672 0 0,27 21-5654 0 0,1-1 0 0 0,-1 1 0 0 0,1 0 0 0 0,-1 0 0 0 0,1 0 0 0 0,0-1 0 0 0,0 1 0 0 0,-1 0 0 0 0,1 0 0 0 0,0 0 0 0 0,0-1 0 0 0,0 1 0 0 0,0 0 0 0 0,0 0 0 0 0,1-1 0 0 0,-1 1 1 0 0,0 0-1 0 0,1 0 0 0 0,-1 0 0 0 0,1-1 0 0 0,-1 1 0 0 0,1 0 0 0 0,-1 0 0 0 0,1 0 0 0 0,0 0 0 0 0,-1 0 0 0 0,1 0 0 0 0,0 0 0 0 0,0 0 0 0 0,0 0 0 0 0,0 1 0 0 0,0-1 0 0 0,1-1 0 0 0,36-26 1200 0 0,13 3-2866 0 0,-31 15-5072 0 0</inkml:trace>
</inkml:ink>
</file>

<file path=ppt/ink/ink3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21.47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66 54 1840 0 0,'-3'-5'-1073'0'0,"-29"-34"8877"0"0,30 38-7181 0 0,1 0-1 0 0,-1 0 1 0 0,1 0-1 0 0,-1 0 1 0 0,0 0-1 0 0,1 0 1 0 0,-1 0 0 0 0,0 1-1 0 0,0-1 1 0 0,-2 0-1 0 0,4 2-493 0 0,-1-1 0 0 0,0 1 0 0 0,0 0 1 0 0,1-1-1 0 0,-1 1 0 0 0,0 0 0 0 0,1 0 0 0 0,-1 0 0 0 0,1-1 0 0 0,-1 1 0 0 0,1 0 0 0 0,-1 0 0 0 0,1 0 0 0 0,0 0 0 0 0,-1 0 0 0 0,1 0 0 0 0,0 0 0 0 0,0 0 1 0 0,0 0-1 0 0,0 0 0 0 0,0 0 0 0 0,0 0 0 0 0,0 0 0 0 0,0 1 0 0 0,1 32 960 0 0,-1-29-774 0 0,1 8-83 0 0,2 46 675 0 0,16 86-1 0 0,-16-130-835 0 0,0 1 0 0 0,2 0 0 0 0,0-1 0 0 0,0 0 0 0 0,2 0 0 0 0,-1-1 1 0 0,2 0-1 0 0,0 0 0 0 0,1 0 0 0 0,16 19 0 0 0,-22-31-53 0 0,-1 1 1 0 0,1-1-1 0 0,-1 1 0 0 0,1-1 1 0 0,0 0-1 0 0,0 0 0 0 0,0 0 1 0 0,0 0-1 0 0,0-1 0 0 0,1 1 1 0 0,-1-1-1 0 0,0 0 0 0 0,1 0 1 0 0,-1 0-1 0 0,1 0 0 0 0,-1-1 1 0 0,1 1-1 0 0,0-1 0 0 0,-1 0 1 0 0,1 0-1 0 0,-1 0 0 0 0,5-1 1 0 0,-4-1-10 0 0,0 1 0 0 0,0-1 0 0 0,0 1 0 0 0,0-1 0 0 0,0 0 0 0 0,0 0 0 0 0,-1-1-1 0 0,1 1 1 0 0,-1-1 0 0 0,1 0 0 0 0,-1 0 0 0 0,0 0 0 0 0,0 0 0 0 0,0-1 0 0 0,-1 1 0 0 0,1-1 0 0 0,-1 0 0 0 0,2-4 0 0 0,1-3-36 0 0,-2 0-1 0 0,1 0 1 0 0,-1 0 0 0 0,-1 0-1 0 0,0-1 1 0 0,-1 1 0 0 0,0-1-1 0 0,-1 0 1 0 0,0 1-1 0 0,-2-13 1 0 0,1 7-134 0 0,1-1 0 0 0,0 1 1 0 0,5-28-1 0 0,-5 45 145 0 0,0-1-1 0 0,1 0 1 0 0,-1 0 0 0 0,0 0-1 0 0,0 0 1 0 0,0 1 0 0 0,1-1 0 0 0,-1 0-1 0 0,0 0 1 0 0,1 1 0 0 0,-1-1-1 0 0,0 0 1 0 0,1 0 0 0 0,-1 1 0 0 0,1-1-1 0 0,-1 0 1 0 0,1 1 0 0 0,0-1-1 0 0,-1 1 1 0 0,1-1 0 0 0,0 1 0 0 0,-1-1-1 0 0,1 1 1 0 0,0-1 0 0 0,-1 1-1 0 0,1 0 1 0 0,0-1 0 0 0,0 1 0 0 0,0 0-1 0 0,-1 0 1 0 0,1 0 0 0 0,0-1-1 0 0,0 1 1 0 0,0 0 0 0 0,-1 0 0 0 0,1 0-1 0 0,0 0 1 0 0,0 0 0 0 0,0 1-1 0 0,0-1 1 0 0,-1 0 0 0 0,1 0 0 0 0,0 0-1 0 0,0 1 1 0 0,0-1 0 0 0,-1 0-1 0 0,1 1 1 0 0,0-1 0 0 0,-1 1 0 0 0,1-1-1 0 0,0 1 1 0 0,0 0 0 0 0,8 5 17 0 0,0 1-1 0 0,-1 0 1 0 0,12 12 0 0 0,-5-5 89 0 0,-7-7-8 0 0,1-1 0 0 0,1 1 0 0 0,-1-2-1 0 0,1 0 1 0 0,16 7 0 0 0,-24-11-59 0 0,0 0-1 0 0,0-1 0 0 0,1 1 1 0 0,-1 0-1 0 0,0-1 1 0 0,0 0-1 0 0,1 1 1 0 0,-1-1-1 0 0,0 0 1 0 0,1 0-1 0 0,-1 0 1 0 0,0 0-1 0 0,1-1 1 0 0,-1 1-1 0 0,0-1 1 0 0,0 1-1 0 0,1-1 1 0 0,-1 0-1 0 0,0 0 0 0 0,0 0 1 0 0,0 0-1 0 0,0 0 1 0 0,0 0-1 0 0,0-1 1 0 0,0 1-1 0 0,0-1 1 0 0,-1 1-1 0 0,1-1 1 0 0,-1 0-1 0 0,1 1 1 0 0,-1-1-1 0 0,3-4 1 0 0,1-5 53 0 0,0 0 0 0 0,-1-1 1 0 0,0 0-1 0 0,-1 0 1 0 0,3-21-1 0 0,6-20-754 0 0,-12 53 636 0 0,0-1 1 0 0,0 1 0 0 0,0-1 0 0 0,0 1-1 0 0,1 0 1 0 0,-1-1 0 0 0,0 1 0 0 0,0-1-1 0 0,1 1 1 0 0,-1 0 0 0 0,0-1 0 0 0,1 1-1 0 0,-1-1 1 0 0,0 1 0 0 0,1 0 0 0 0,-1 0-1 0 0,0-1 1 0 0,1 1 0 0 0,-1 0 0 0 0,1 0-1 0 0,-1-1 1 0 0,1 1 0 0 0,-1 0 0 0 0,0 0-1 0 0,1 0 1 0 0,-1 0 0 0 0,1 0 0 0 0,-1-1-1 0 0,1 1 1 0 0,-1 0 0 0 0,1 0 0 0 0,-1 0-1 0 0,1 0 1 0 0,-1 1 0 0 0,1-1 0 0 0,-1 0-1 0 0,1 0 1 0 0,-1 0 0 0 0,1 0 0 0 0,-1 0-1 0 0,0 1 1 0 0,1-1 0 0 0,-1 0 0 0 0,1 0-1 0 0,-1 1 1 0 0,0-1 0 0 0,2 1 0 0 0,19 17-2143 0 0,-18-16 2088 0 0,8 9 96 0 0</inkml:trace>
</inkml:ink>
</file>

<file path=ppt/ink/ink3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21.6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16 6449 0 0,'56'-8'2872'0'0,"-48"6"-1797"0"0,1 0 0 0 0,0 0 0 0 0,0 1 1 0 0,0 0-1 0 0,0 1 0 0 0,0 0 0 0 0,9 1 0 0 0,-16 0-901 0 0,1 0 0 0 0,-1 0 0 0 0,1 0 1 0 0,-1 0-1 0 0,1 0 0 0 0,-1 1 0 0 0,0-1 0 0 0,0 1 1 0 0,0-1-1 0 0,0 1 0 0 0,0 0 0 0 0,0 0 0 0 0,0 0 0 0 0,0 0 1 0 0,-1 0-1 0 0,1 0 0 0 0,-1 0 0 0 0,1 1 0 0 0,-1-1 0 0 0,0 0 1 0 0,0 1-1 0 0,0-1 0 0 0,0 1 0 0 0,-1 0 0 0 0,1-1 0 0 0,-1 1 1 0 0,1 0-1 0 0,-1 3 0 0 0,2 7-152 0 0,-2-6 30 0 0,1 0-1 0 0,0 0 0 0 0,1 0 1 0 0,-1 0-1 0 0,6 12 0 0 0,-7-18-43 0 0,1 0-1 0 0,-1 0 0 0 0,1-1 0 0 0,-1 1 1 0 0,1 0-1 0 0,-1-1 0 0 0,1 1 1 0 0,0 0-1 0 0,-1-1 0 0 0,1 1 0 0 0,0-1 1 0 0,-1 1-1 0 0,1-1 0 0 0,0 1 1 0 0,0-1-1 0 0,-1 1 0 0 0,1-1 0 0 0,0 0 1 0 0,0 1-1 0 0,0-1 0 0 0,1 0 1 0 0,0 0-4 0 0,0 0 0 0 0,-1-1 1 0 0,1 1-1 0 0,0 0 0 0 0,-1-1 1 0 0,1 0-1 0 0,0 1 0 0 0,-1-1 1 0 0,1 0-1 0 0,-1 0 0 0 0,1 0 1 0 0,-1 0-1 0 0,1 0 0 0 0,-1 0 1 0 0,2-2-1 0 0,59-64-2340 0 0,-41 44-5298 0 0</inkml:trace>
</inkml:ink>
</file>

<file path=ppt/ink/ink3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21.9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0 141 15203 0 0,'10'-1'917'0'0,"-1"1"-1"0"0,0-2 1 0 0,0 1 0 0 0,14-5-1 0 0,64-29 897 0 0,-71 28-1383 0 0,61-32 441 0 0,-49 23-2726 0 0,46-18-1 0 0</inkml:trace>
</inkml:ink>
</file>

<file path=ppt/ink/ink3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22.40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1 106 15203 0 0,'10'-1'693'0'0,"1"-1"0"0"0,-1 0 0 0 0,0-1 0 0 0,1 0 0 0 0,-1-1 0 0 0,18-9 0 0 0,-6 3-232 0 0,29-15-467 0 0,-39 18-75 0 0,1 1 0 0 0,0 0 0 0 0,-1 1 0 0 0,2 0 0 0 0,-1 1 0 0 0,1 0-1 0 0,14-1 1 0 0,-19 4 81 0 0</inkml:trace>
</inkml:ink>
</file>

<file path=ppt/ink/ink3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24.3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78 10138 0 0,'12'-5'5634'0'0,"16"-12"-3277"0"0,-14 9-930 0 0,0-2-377 0 0,-11 8-937 0 0,0-1-1 0 0,0 1 0 0 0,0 0 0 0 0,0 1 1 0 0,0-1-1 0 0,0 0 0 0 0,1 1 0 0 0,5-2 125 0 0,-9 3-222 0 0,0 0 1 0 0,0 0 0 0 0,0 1-1 0 0,0-1 1 0 0,0 0 0 0 0,0 0-1 0 0,0 0 1 0 0,0 1 0 0 0,0-1 0 0 0,0 0-1 0 0,0 0 1 0 0,0 0 0 0 0,0 1-1 0 0,0-1 1 0 0,1 0 0 0 0,-1 0-1 0 0,0 0 1 0 0,0 1 0 0 0,0-1-1 0 0,0 0 1 0 0,0 0 0 0 0,1 0-1 0 0,-1 0 1 0 0,0 0 0 0 0,0 1 0 0 0,0-1-1 0 0,1 0 1 0 0,-1 0 0 0 0,0 0-1 0 0,0 0 1 0 0,0 0 0 0 0,1 0-1 0 0,-1 0 1 0 0,0 0 0 0 0,0 0-1 0 0,0 0 1 0 0,1 0 0 0 0,-1 0 0 0 0,0 0-1 0 0,0 0 1 0 0,0 0 0 0 0,1 0-1 0 0,-1 0 1 0 0,0 0 0 0 0,0 0-1 0 0,0 0 1 0 0,1 0 0 0 0,-1 0-1 0 0,0 0 1 0 0,0-1 0 0 0,24 2 31 0 0,-1-2-1 0 0,43-6 1 0 0,13-2 21 0 0,-28 5-510 0 0,-29 0-5540 0 0</inkml:trace>
</inkml:ink>
</file>

<file path=ppt/ink/ink3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24.54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39 3 9218 0 0,'-2'0'510'0'0,"1"-1"-1"0"0,0 1 1 0 0,-1-1 0 0 0,1 1 0 0 0,-1 0-1 0 0,1-1 1 0 0,-1 1 0 0 0,1 0 0 0 0,-1 0 0 0 0,1 0-1 0 0,0 0 1 0 0,-1 0 0 0 0,1 1 0 0 0,-1-1-1 0 0,-2 1 1 0 0,3 0-270 0 0,1-1 1 0 0,-1 1-1 0 0,0-1 0 0 0,0 1 0 0 0,1 0 1 0 0,-1-1-1 0 0,0 1 0 0 0,1 0 0 0 0,-1 0 1 0 0,1-1-1 0 0,-1 1 0 0 0,1 0 0 0 0,-1 0 1 0 0,1 0-1 0 0,-1 0 0 0 0,1 0 0 0 0,0 0 1 0 0,-1 1-1 0 0,0 5 146 0 0,1-1 0 0 0,0 1 0 0 0,0 0 0 0 0,0 0 1 0 0,3 11-1 0 0,-2-5-526 0 0,9 70 92 0 0,3-2 1 0 0,4 0 0 0 0,52 151-1 0 0,-20-100-2465 0 0,-34-87 1584 0 0</inkml:trace>
</inkml:ink>
</file>

<file path=ppt/ink/ink3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25.4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0 185 3681 0 0,'7'-81'4452'0'0,"-6"60"-2123"0"0,0 0 1 0 0,2 0 0 0 0,9-20 4045 0 0,-1 92-5787 0 0,46 221-133 0 0,-37-193-365 0 0,43 107 1 0 0,-56-169-89 0 0,1 0-1 0 0,1 0 1 0 0,17 23 0 0 0,-22-33 19 0 0,1-1 1 0 0,0 0 0 0 0,1 0 0 0 0,-1-1-1 0 0,1 1 1 0 0,0-1 0 0 0,0 0 0 0 0,1-1 0 0 0,0 0-1 0 0,-1 0 1 0 0,9 3 0 0 0,-13-6-7 0 0,-1-1 1 0 0,1 1-1 0 0,-1-1 0 0 0,1 1 1 0 0,-1-1-1 0 0,1 0 0 0 0,0 0 1 0 0,-1 0-1 0 0,1 0 0 0 0,-1 0 1 0 0,1 0-1 0 0,0-1 0 0 0,-1 1 1 0 0,1 0-1 0 0,-1-1 0 0 0,1 1 1 0 0,-1-1-1 0 0,1 1 1 0 0,-1-1-1 0 0,1 0 0 0 0,1-1 1 0 0,0-1 11 0 0,0 1-1 0 0,0-1 1 0 0,-1 0 0 0 0,1 1 0 0 0,-1-1 0 0 0,0-1 0 0 0,0 1 0 0 0,0 0 0 0 0,2-4 0 0 0,0-2 3 0 0,-1 1-1 0 0,0-1 1 0 0,0 0-1 0 0,-1 1 0 0 0,0-1 1 0 0,-1 0-1 0 0,1-11 1 0 0,-3 10-18 0 0,0 1 0 0 0,0-1 0 0 0,-1 0 0 0 0,0 1 1 0 0,-1-1-1 0 0,0 1 0 0 0,0 0 0 0 0,-1 0 0 0 0,0 0 0 0 0,-1 0 0 0 0,0 1 1 0 0,0-1-1 0 0,-1 1 0 0 0,-7-7 0 0 0,8 8-71 0 0,-2 1 1 0 0,1-1-1 0 0,-1 1 0 0 0,0 1 1 0 0,0-1-1 0 0,0 1 1 0 0,-1 0-1 0 0,0 1 0 0 0,0 0 1 0 0,0 0-1 0 0,0 1 0 0 0,-1 0 1 0 0,0 0-1 0 0,1 1 0 0 0,-14-2 1 0 0,19 4-85 0 0,0 0 1 0 0,-1 0-1 0 0,1 0 1 0 0,0 0-1 0 0,0 1 1 0 0,-1-1-1 0 0,1 1 1 0 0,0 0 0 0 0,0 0-1 0 0,-5 2 1 0 0,-1 4-947 0 0</inkml:trace>
</inkml:ink>
</file>

<file path=ppt/ink/ink3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25.76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0 147 13827 0 0,'0'-1'199'0'0,"0"-1"0"0"0,0 0 0 0 0,0 0 0 0 0,0 1 1 0 0,1-1-1 0 0,-1 0 0 0 0,0 1 0 0 0,1-1 0 0 0,-1 0 0 0 0,1 1 0 0 0,-1-1 1 0 0,1 0-1 0 0,0 1 0 0 0,0-1 0 0 0,0 1 0 0 0,0-1 0 0 0,0 1 0 0 0,0 0 0 0 0,0-1 1 0 0,0 1-1 0 0,2-1 0 0 0,33-30 1952 0 0,-26 24-1923 0 0,3-2 110 0 0,0-1 0 0 0,1 2 0 0 0,26-14-1 0 0,-34 20-691 0 0,0 0-1 0 0,0 1 1 0 0,0-1-1 0 0,0 1 1 0 0,1 1-1 0 0,-1 0 0 0 0,0-1 1 0 0,1 2-1 0 0,-1-1 1 0 0,1 1-1 0 0,-1 0 1 0 0,12 2-1 0 0,-2 2-6052 0 0</inkml:trace>
</inkml:ink>
</file>

<file path=ppt/ink/ink3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25.9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23 107 5529 0 0,'-23'24'4909'0'0,"40"-34"-699"0"0,-2-1-3012 0 0,12-8-1501 0 0,1 0 0 0 0,1 2 0 0 0,1 1 0 0 0,34-13 0 0 0,-36 20 303 0 0</inkml:trace>
</inkml:ink>
</file>

<file path=ppt/ink/ink3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26.7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49 72 11058 0 0,'-4'-4'525'0'0,"-19"-17"5938"0"0,22 21-6362 0 0,1 0-1 0 0,-1 0 1 0 0,1-1-1 0 0,-1 1 0 0 0,1 0 1 0 0,-1 0-1 0 0,1-1 1 0 0,-1 1-1 0 0,1 0 0 0 0,-1 0 1 0 0,1 0-1 0 0,-1 0 1 0 0,0 0-1 0 0,1 0 0 0 0,-1 0 1 0 0,1 0-1 0 0,-1 0 0 0 0,1 0 1 0 0,-1 0-1 0 0,0 0 1 0 0,1 0-1 0 0,-1 0 0 0 0,1 1 1 0 0,-1-1-1 0 0,1 0 1 0 0,-1 0-1 0 0,1 1 0 0 0,-1-1 1 0 0,1 0-1 0 0,-1 1 1 0 0,1-1-1 0 0,-1 0 0 0 0,1 1 1 0 0,0-1-1 0 0,-1 1 1 0 0,1-1-1 0 0,0 1 0 0 0,-1-1 1 0 0,1 1-1 0 0,0-1 1 0 0,0 1-1 0 0,-1-1 0 0 0,1 1 1 0 0,0-1-1 0 0,0 1 0 0 0,0 1 1 0 0,-1 0-101 0 0,1-1 11 0 0,0 0 43 0 0,1-5 5 0 0,0-11-47 0 0,2-2 182 0 0,-2 16-171 0 0,-1 0-1 0 0,0 0 1 0 0,1 0-1 0 0,-1 0 1 0 0,0 0-1 0 0,0 0 1 0 0,0 0-1 0 0,0 0 1 0 0,0 1-1 0 0,0-1 1 0 0,0 0-1 0 0,-1 0 1 0 0,1 0-1 0 0,0 0 1 0 0,0 0-1 0 0,-1 0 1 0 0,1 0-1 0 0,0 0 1 0 0,-1 1-1 0 0,1-1 1 0 0,-1 0 0 0 0,0-1-1 0 0,1 0 694 0 0,3 5-600 0 0,0 1-86 0 0,-1 0 0 0 0,1 0 0 0 0,0 1 0 0 0,-1-1 1 0 0,0 1-1 0 0,0 0 0 0 0,-1 0 0 0 0,1 0 0 0 0,-1 0 0 0 0,1 6 0 0 0,6 62 139 0 0,-5-35-109 0 0,5 19-63 0 0,2-1 1 0 0,23 71-1 0 0,27 26-3887 0 0,-49-129-3766 0 0</inkml:trace>
</inkml:ink>
</file>

<file path=ppt/ink/ink3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26.9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86 15203 0 0,'1'-7'658'0'0,"0"0"1"0"0,-1 1-1 0 0,2-1 0 0 0,-1 0 0 0 0,4-9 1 0 0,8-7 335 0 0,-12 22-1177 0 0,0 0 0 0 0,0 0 1 0 0,0 0-1 0 0,0 0 0 0 0,0 0 0 0 0,0 0 0 0 0,0 0 0 0 0,1 1 0 0 0,-1-1 0 0 0,0 0 0 0 0,0 1 0 0 0,1-1 1 0 0,-1 1-1 0 0,2-1 0 0 0,18 6-1290 0 0,-14-4 1473 0 0</inkml:trace>
</inkml:ink>
</file>

<file path=ppt/ink/ink3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27.2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98 4609 0 0,'6'-6'741'0'0,"-1"0"-1"0"0,2 0 1 0 0,-1 1-1 0 0,1 0 1 0 0,-1 0 0 0 0,1 1-1 0 0,9-4 1 0 0,57-24 3302 0 0,-63 28-3729 0 0,33-11-76 0 0,-13 13-3881 0 0</inkml:trace>
</inkml:ink>
</file>

<file path=ppt/ink/ink3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40:27.4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 0 6449 0 0,'-2'3'227'0'0,"0"0"0"0"0,0-1 0 0 0,1 1 1 0 0,-1 0-1 0 0,1 0 0 0 0,-1 0 0 0 0,1 1 0 0 0,0-1 0 0 0,1 0 0 0 0,-1 0 0 0 0,0 1 0 0 0,1-1 0 0 0,0 0 0 0 0,-1 1 0 0 0,1-1 0 0 0,1 4 0 0 0,-1 0 177 0 0,1-1 1 0 0,0 0-1 0 0,0 0 1 0 0,0 0-1 0 0,1 0 0 0 0,0-1 1 0 0,0 1-1 0 0,3 6 0 0 0,-1-7-39 0 0,-1 1-1 0 0,1-1 1 0 0,0 0-1 0 0,0-1 1 0 0,1 1 0 0 0,0-1-1 0 0,-1 1 1 0 0,1-1-1 0 0,1-1 1 0 0,10 7-1 0 0,3-1 551 0 0,0-1 0 0 0,22 6 0 0 0,-30-11-749 0 0,0 0 0 0 0,0 1-1 0 0,-1 0 1 0 0,0 1 0 0 0,0 0 0 0 0,0 0 0 0 0,0 1 0 0 0,-1 0 0 0 0,1 1 0 0 0,-2 0 0 0 0,10 9 0 0 0,-16-14-153 0 0,0 1 0 0 0,-1 0 0 0 0,1-1 1 0 0,0 1-1 0 0,-1 0 0 0 0,0-1 0 0 0,0 1 0 0 0,0 0 0 0 0,0 0 0 0 0,0 0 0 0 0,0 0 0 0 0,-1 0 0 0 0,1 0 0 0 0,-1 1 0 0 0,0-1 1 0 0,0 0-1 0 0,0 0 0 0 0,-1 0 0 0 0,1 0 0 0 0,-2 5 0 0 0,-1 1-297 0 0,0-1-1 0 0,-1 0 1 0 0,0 1 0 0 0,0-1 0 0 0,-10 13-1 0 0,-2 3-7343 0 0</inkml:trace>
</inkml:ink>
</file>

<file path=ppt/ink/ink3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35.5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 7370 0 0,'2'-1'821'0'0,"-2"0"-739"0"0,0 1 0 0 0,0 0 0 0 0,1 0 0 0 0,-1 0 0 0 0,0 0 1 0 0,0 0-1 0 0,0 0 0 0 0,1 0 0 0 0,-1 0 0 0 0,0 0 0 0 0,0 0 0 0 0,1 0 1 0 0,-1-1-1 0 0,0 1 0 0 0,0 1 0 0 0,0-1 0 0 0,1 0 0 0 0,-1 0 0 0 0,0 0 0 0 0,0 0 1 0 0,1 0-1 0 0,-1 0 0 0 0,0 0 0 0 0,0 0 0 0 0,0 0 0 0 0,1 0 0 0 0,-1 1 165 0 0,1-1-165 0 0,3 11 1559 0 0,-1 13-317 0 0,43 720 153 0 0,-19-434-701 0 0,59 404 558 0 0,-2-32 36 0 0,-52-158-425 0 0,-31-382-749 0 0,-29 238-1 0 0,17-303-567 0 0,-39 243-7154 0 0,43-285 2983 0 0</inkml:trace>
</inkml:ink>
</file>

<file path=ppt/ink/ink3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36.54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124 199 4145 0 0,'-9'2'152'0'0,"0"0"0"0"0,0 1 0 0 0,0 0 0 0 0,1 0 0 0 0,-1 1 0 0 0,1 0 0 0 0,-1 1 0 0 0,1 0 0 0 0,1 0 0 0 0,-1 1 0 0 0,1 0 0 0 0,0 0 0 0 0,-9 11 0 0 0,16-17-99 0 0,0 1-1 0 0,0-1 0 0 0,0 1 0 0 0,0-1 1 0 0,0 1-1 0 0,0-1 0 0 0,0 1 0 0 0,0-1 1 0 0,0 1-1 0 0,0-1 0 0 0,0 1 0 0 0,0-1 1 0 0,1 1-1 0 0,-1-1 0 0 0,0 1 0 0 0,0-1 1 0 0,0 0-1 0 0,1 1 0 0 0,-1-1 0 0 0,0 1 1 0 0,1-1-1 0 0,-1 0 0 0 0,0 1 0 0 0,1-1 1 0 0,-1 0-1 0 0,1 1 0 0 0,-1-1 0 0 0,1 0 1 0 0,-1 0-1 0 0,0 1 0 0 0,1-1 0 0 0,-1 0 1 0 0,1 0-1 0 0,-1 0 0 0 0,1 0 0 0 0,-1 0 1 0 0,1 0-1 0 0,-1 1 0 0 0,1-1 0 0 0,-1 0 1 0 0,1 0-1 0 0,-1-1 0 0 0,2 1 0 0 0,23 4 1378 0 0,131-3 267 0 0,198-24-1 0 0,-60 1-1988 0 0,389 7-2188 0 0,133-6 2422 0 0,-305-12 802 0 0,568-22 711 0 0,-387 80-1318 0 0,-345-6-63 0 0,601-19 543 0 0,-88-53-435 0 0,-587 32 212 0 0,131-6 201 0 0,79 6 1894 0 0,-422 17-2965 0 0,0-2 0 0 0,79-20 1 0 0,-120 22-5228 0 0</inkml:trace>
</inkml:ink>
</file>

<file path=ppt/ink/ink3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40.157"/>
    </inkml:context>
    <inkml:brush xml:id="br0">
      <inkml:brushProperty name="width" value="0.35" units="cm"/>
      <inkml:brushProperty name="height" value="0.35" units="cm"/>
      <inkml:brushProperty name="color" value="#CC0066"/>
    </inkml:brush>
  </inkml:definitions>
  <inkml:trace contextRef="#ctx0" brushRef="#br0">137 203 1376 0 0,'-9'1'319'0'0,"1"-1"0"0"0,-1 2 0 0 0,0-1-1 0 0,0 1 1 0 0,1 1 0 0 0,0-1 0 0 0,-1 1-1 0 0,1 1 1 0 0,0 0 0 0 0,-14 8 0 0 0,-8 4 2605 0 0,68-19 477 0 0,124-34-325 0 0,-74 22-2635 0 0,1 4 0 0 0,118 1 0 0 0,-137 9-329 0 0,215 9-132 0 0,-254-6 10 0 0,22 4 1 0 0,-1-2 1 0 0,1-3-1 0 0,0-2 1 0 0,58-9-1 0 0,-53 4 118 0 0,0 1-1 0 0,67 5 1 0 0,-4-1 74 0 0,68-17 166 0 0,-7-1-75 0 0,-128 17-89 0 0,0-2-1 0 0,0-3 0 0 0,68-18 1 0 0,115-28-705 0 0,-194 44 600 0 0,12-3 23 0 0,-17 3 522 0 0,48-4-1 0 0,-83 12-630 0 0,-1 1-14 0 0,-1-1-1 0 0,1 1 0 0 0,0 0 0 0 0,-1 0 0 0 0,1 0 1 0 0,0 0-1 0 0,-1 0 0 0 0,1 0 0 0 0,-1 0 0 0 0,1 0 1 0 0,0 1-1 0 0,-1-1 0 0 0,1 1 0 0 0,-1-1 0 0 0,1 1 1 0 0,-1-1-1 0 0,1 1 0 0 0,-1 0 0 0 0,2 1 1 0 0</inkml:trace>
</inkml:ink>
</file>

<file path=ppt/ink/ink3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41.890"/>
    </inkml:context>
    <inkml:brush xml:id="br0">
      <inkml:brushProperty name="width" value="0.35" units="cm"/>
      <inkml:brushProperty name="height" value="0.35" units="cm"/>
      <inkml:brushProperty name="color" value="#CC0066"/>
    </inkml:brush>
  </inkml:definitions>
  <inkml:trace contextRef="#ctx0" brushRef="#br0">77 182 920 0 0,'-10'0'628'0'0,"-56"-16"7458"0"0,149 13-6638 0 0,42 4-953 0 0,123-2 603 0 0,14-2-329 0 0,42-3 190 0 0,-11-5-792 0 0,-40 3-19 0 0,-34 1-214 0 0,51-4 233 0 0,-2-4-324 0 0,101-11 829 0 0,-202 13-570 0 0,72-10-76 0 0,-155 8 322 0 0,1 3 1 0 0,87 0 0 0 0</inkml:trace>
</inkml:ink>
</file>

<file path=ppt/ink/ink3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1:35.857"/>
    </inkml:context>
    <inkml:brush xml:id="br0">
      <inkml:brushProperty name="width" value="0.35" units="cm"/>
      <inkml:brushProperty name="height" value="0.35" units="cm"/>
      <inkml:brushProperty name="color" value="#CC0066"/>
    </inkml:brush>
  </inkml:definitions>
  <inkml:trace contextRef="#ctx0" brushRef="#br0">14 2568 2761 0 0,'-14'-33'6042'0'0,"16"33"-5924"0"0,23-4 134 0 0,-22 4-24 0 0,8-1-8 0 0,1 0 0 0 0,-1 1 0 0 0,12 2 0 0 0,31-1 289 0 0,1-4 695 0 0,107 8-1 0 0,-108-1-705 0 0,0-3-1 0 0,62-5 1 0 0,-54-3 49 0 0,348-56 2517 0 0,-61-29-2453 0 0,-321 85-553 0 0,-1-2-1 0 0,0 0 1 0 0,0-2-1 0 0,-1 0 1 0 0,-1-2-1 0 0,0-1 1 0 0,34-25-1 0 0,35-21-57 0 0,21-15 0 0 0,36-32 0 0 0,-127 87 2 0 0,-1-2-1 0 0,-1 0 1 0 0,-1-2-1 0 0,-1 0 1 0 0,-1-1-1 0 0,-1-1 1 0 0,16-31-1 0 0,28-53 372 0 0,-30 58-331 0 0,-3-1 1 0 0,42-107-1 0 0,-60 126-61 0 0,4-12 191 0 0,1 1 0 0 0,35-68-1 0 0,3-3 68 0 0,-8 16-166 0 0,55-67 265 0 0,-21 39-107 0 0,-59 93-273 0 0,2 2 0 0 0,2 0 0 0 0,0 2 0 0 0,3 0 1 0 0,0 2-1 0 0,2 1 0 0 0,1 2 0 0 0,36-25 0 0 0,-40 35-56 0 0,1 1 0 0 0,56-21 0 0 0,-48 22-3 0 0,44-24 0 0 0,-35 12 101 0 0,1 2 0 0 0,1 2 0 0 0,69-22 0 0 0,-22 21 175 0 0,158-19-1 0 0,-151 28-123 0 0,23-6 26 0 0,-19 2 89 0 0,116-4 0 0 0,-134 19-2468 0 0,90 10 0 0 0</inkml:trace>
</inkml:ink>
</file>

<file path=ppt/ink/ink3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31.3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10594 0 0,'8'15'405'0'0,"0"0"0"0"0,-1 1 0 0 0,9 30 0 0 0,-3-9 41 0 0,17 50 2 0 0,-4 1 0 0 0,-3 2 0 0 0,-5 0 0 0 0,-3 1-1 0 0,4 137 1 0 0,-20 398 237 0 0,-5-198-664 0 0,26-2-8 0 0,74 304 1552 0 0,-9-98 1168 0 0,-50 5-1446 0 0,-36-584-1445 0 0,-5 222 647 0 0,-12-93-3138 0 0,14-155-4337 0 0</inkml:trace>
</inkml:ink>
</file>

<file path=ppt/ink/ink3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32.33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152 362 10594 0 0,'-15'2'-105'0'0,"0"-1"0"0"0,-1 2 0 0 0,1 0 0 0 0,-22 8 0 0 0,-16 3 1708 0 0,304-43 663 0 0,-125 19-1869 0 0,231-16-176 0 0,-69 7-229 0 0,313-22-205 0 0,14-15 650 0 0,622-49 162 0 0,-872 77-75 0 0,301-18-97 0 0,0 34-447 0 0,195-1 236 0 0,-684 7 299 0 0,4 2 1010 0 0,327 34 0 0 0,-460-21-1342 0 0,-32-6-687 0 0,0 1 0 0 0,30 0-1 0 0</inkml:trace>
</inkml:ink>
</file>

<file path=ppt/ink/ink3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44.01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11979 0 0,'17'22'2108'0'0,"-9"-5"-1705"0"0,-1 1 0 0 0,0-1 0 0 0,-2 1 0 0 0,0 0-1 0 0,-1 1 1 0 0,-1-1 0 0 0,2 26 0 0 0,-6 137 729 0 0,-2-97-858 0 0,6 49-183 0 0,-3 67-1493 0 0,-7-162-2613 0 0,5-35 2836 0 0</inkml:trace>
</inkml:ink>
</file>

<file path=ppt/ink/ink3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44.24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0 269 4609 0 0,'1'-5'94'0'0,"-1"-9"246"0"0,1 0 0 0 0,0-1 0 0 0,2 2 0 0 0,-1-1-1 0 0,2 0 1 0 0,0 1 0 0 0,0-1 0 0 0,10-18 0 0 0,-8 21 299 0 0,1 1 1 0 0,1 0 0 0 0,-1 0 0 0 0,1 1 0 0 0,1 0-1 0 0,0 0 1 0 0,0 1 0 0 0,1 0 0 0 0,0 1 0 0 0,15-9 0 0 0,-21 14-520 0 0,-1 0 1 0 0,1 1 0 0 0,-1-1 0 0 0,1 1 0 0 0,-1-1 0 0 0,1 1 0 0 0,0 1 0 0 0,0-1 0 0 0,0 0-1 0 0,-1 1 1 0 0,1 0 0 0 0,0-1 0 0 0,0 2 0 0 0,0-1 0 0 0,0 0 0 0 0,0 1 0 0 0,-1 0 0 0 0,1 0-1 0 0,0 0 1 0 0,-1 0 0 0 0,1 0 0 0 0,0 1 0 0 0,-1 0 0 0 0,0-1 0 0 0,1 1 0 0 0,-1 1 0 0 0,0-1 0 0 0,0 0-1 0 0,0 1 1 0 0,0 0 0 0 0,-1-1 0 0 0,1 1 0 0 0,-1 0 0 0 0,1 0 0 0 0,-1 1 0 0 0,0-1 0 0 0,2 4-1 0 0,1 4-104 0 0,0 0-1 0 0,-1 1 1 0 0,0-1-1 0 0,0 1 1 0 0,-1 0-1 0 0,-1-1 1 0 0,0 1-1 0 0,-1 1 1 0 0,0-1-1 0 0,-1 19 1 0 0,-2-8-123 0 0,0 0-1 0 0,-1-1 1 0 0,-2 0 0 0 0,-12 39 0 0 0,12-47 46 0 0,0 0 1 0 0,-2 0-1 0 0,0 0 0 0 0,0-1 0 0 0,-1 0 1 0 0,-1-1-1 0 0,-16 19 0 0 0,-22 10-5418 0 0</inkml:trace>
</inkml:ink>
</file>

<file path=ppt/ink/ink3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44.62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1 376 5985 0 0,'13'-2'825'0'0,"0"-1"-1"0"0,-1 0 0 0 0,1 0 1 0 0,-1-2-1 0 0,0 1 1 0 0,0-1-1 0 0,0-1 0 0 0,19-13 1 0 0,-20 13-102 0 0,-1 0-519 0 0,1-1-1 0 0,-1-1 1 0 0,0 0-1 0 0,-1 0 1 0 0,0-1-1 0 0,0 0 1 0 0,-1 0-1 0 0,0-1 1 0 0,0 0-1 0 0,-1-1 1 0 0,-1 0-1 0 0,9-19 1 0 0,-12 24-277 0 0,0-1 0 0 0,-1 1 0 0 0,0-1 0 0 0,0 0-1 0 0,-1 0 1 0 0,0 0 0 0 0,0 0 0 0 0,0 0 0 0 0,-1 0 0 0 0,0 0 0 0 0,-1 0 0 0 0,1 0 0 0 0,-1 0 0 0 0,-1 1 0 0 0,1-1 0 0 0,-1 0 0 0 0,0 0 0 0 0,-1 1 0 0 0,1-1 0 0 0,-1 1-1 0 0,-1 0 1 0 0,1 0 0 0 0,-1 0 0 0 0,-5-6 0 0 0,9 11 61 0 0,-1 1-1 0 0,1-1 0 0 0,-1 0 0 0 0,1 0 1 0 0,-1 1-1 0 0,1-1 0 0 0,-1 0 1 0 0,1 1-1 0 0,-1-1 0 0 0,1 1 1 0 0,-1-1-1 0 0,0 1 0 0 0,0-1 1 0 0,1 1-1 0 0,-1-1 0 0 0,0 1 1 0 0,0 0-1 0 0,1-1 0 0 0,-1 1 1 0 0,0 0-1 0 0,0 0 0 0 0,0-1 1 0 0,1 1-1 0 0,-1 0 0 0 0,0 0 1 0 0,0 0-1 0 0,0 0 0 0 0,0 0 0 0 0,1 0 1 0 0,-1 0-1 0 0,0 1 0 0 0,0-1 1 0 0,0 0-1 0 0,0 0 0 0 0,1 1 1 0 0,-1-1-1 0 0,0 0 0 0 0,0 1 1 0 0,1-1-1 0 0,-1 1 0 0 0,0-1 1 0 0,1 1-1 0 0,-1-1 0 0 0,0 1 1 0 0,1-1-1 0 0,-1 1 0 0 0,1 0 1 0 0,-1-1-1 0 0,1 1 0 0 0,-1 0 1 0 0,1-1-1 0 0,0 1 0 0 0,-1 0 1 0 0,1 0-1 0 0,-1 1 0 0 0,-3 6-154 0 0,1 1-1 0 0,0 1 0 0 0,-4 17 1 0 0,5-18 131 0 0,-6 24 107 0 0,2 0 0 0 0,1 0 0 0 0,-1 50 0 0 0,6-67-38 0 0,1 0 0 0 0,0 0 1 0 0,1 0-1 0 0,0 0 0 0 0,2-1 0 0 0,0 1 0 0 0,0-1 1 0 0,2 0-1 0 0,9 21 0 0 0,-10-28-102 0 0,1 1 1 0 0,0-1-1 0 0,1 0 0 0 0,0 0 1 0 0,0 0-1 0 0,1-1 1 0 0,-1-1-1 0 0,1 1 0 0 0,1-1 1 0 0,-1 0-1 0 0,1-1 0 0 0,0 0 1 0 0,1-1-1 0 0,-1 1 0 0 0,1-2 1 0 0,11 4-1 0 0,-3-5-4597 0 0</inkml:trace>
</inkml:ink>
</file>

<file path=ppt/ink/ink3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44.92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1 113 4145 0 0,'1'-1'142'0'0,"0"0"-1"0"0,1 1 1 0 0,-1-1 0 0 0,1 1 0 0 0,-1-1 0 0 0,1 1-1 0 0,0 0 1 0 0,-1-1 0 0 0,1 1 0 0 0,-1 0 0 0 0,1 0 0 0 0,0 0-1 0 0,-1 0 1 0 0,1 1 0 0 0,-1-1 0 0 0,1 0 0 0 0,-1 1-1 0 0,1-1 1 0 0,-1 1 0 0 0,1-1 0 0 0,1 2 0 0 0,33 16 3413 0 0,-26-10-3096 0 0,-1 1 0 0 0,1 0 1 0 0,-1 1-1 0 0,-1-1 0 0 0,0 2 0 0 0,0-1 1 0 0,-1 1-1 0 0,-1 0 0 0 0,1 1 1 0 0,-2-1-1 0 0,0 1 0 0 0,0 1 1 0 0,-1-1-1 0 0,3 17 0 0 0,-9-49 353 0 0,0 0 1 0 0,2-1-1 0 0,0 1 0 0 0,4-33 0 0 0,22-87-2752 0 0,-17 107 458 0 0</inkml:trace>
</inkml:ink>
</file>

<file path=ppt/ink/ink3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45.2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131 1 6913 0 0,'-1'0'197'0'0,"-1"-1"0"0"0,0 1 0 0 0,0 0 0 0 0,1 0 1 0 0,-1 0-1 0 0,0 1 0 0 0,0-1 0 0 0,1 0 0 0 0,-1 1 0 0 0,0-1 0 0 0,1 1 0 0 0,-1-1 0 0 0,1 1 0 0 0,-1 0 0 0 0,0 0 0 0 0,1-1 0 0 0,-1 1 0 0 0,1 0 0 0 0,-2 2 0 0 0,-27 22 2024 0 0,23-17-2002 0 0,0 0-1 0 0,1 1 1 0 0,0 0 0 0 0,0 1 0 0 0,1-1 0 0 0,0 1 0 0 0,1 0-1 0 0,0 0 1 0 0,0 0 0 0 0,1 1 0 0 0,0-1 0 0 0,-1 14-1 0 0,3-16-206 0 0,0-1 0 0 0,1 0-1 0 0,-1 1 1 0 0,1-1-1 0 0,1 0 1 0 0,-1 1-1 0 0,1-1 1 0 0,1 0-1 0 0,-1 0 1 0 0,1 0-1 0 0,0 0 1 0 0,1 0-1 0 0,0 0 1 0 0,0 0-1 0 0,0-1 1 0 0,1 1-1 0 0,0-1 1 0 0,9 11-1 0 0,-11-15-205 0 0,1 0-1 0 0,-1 0 1 0 0,0 0-1 0 0,1-1 1 0 0,-1 1-1 0 0,1-1 1 0 0,0 0-1 0 0,-1 0 1 0 0,1 0-1 0 0,0 0 1 0 0,0 0-1 0 0,-1 0 1 0 0,1-1-1 0 0,0 0 1 0 0,0 1-1 0 0,0-1 1 0 0,4 0-1 0 0,8-3-4504 0 0</inkml:trace>
</inkml:ink>
</file>

<file path=ppt/ink/ink3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45.8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1 344 6913 0 0,'2'0'239'0'0,"0"0"-1"0"0,0-1 0 0 0,1 0 0 0 0,-1 0 0 0 0,0 1 0 0 0,0-1 1 0 0,0-1-1 0 0,0 1 0 0 0,0 0 0 0 0,-1 0 0 0 0,1-1 0 0 0,0 1 0 0 0,2-3 1 0 0,24-27 1034 0 0,-22 24-937 0 0,8-9-299 0 0,-1-1-1 0 0,-1 0 1 0 0,-1-1-1 0 0,0 0 0 0 0,-2-1 1 0 0,0 0-1 0 0,-1 0 1 0 0,0-1-1 0 0,-2 0 1 0 0,0-1-1 0 0,3-25 1 0 0,-9 43-20 0 0,0 1 1 0 0,0 0 0 0 0,0 0 0 0 0,0 0-1 0 0,0-1 1 0 0,0 1 0 0 0,0 0 0 0 0,-1 0-1 0 0,1 0 1 0 0,-2-4 0 0 0,2 5 21 0 0,-1 0 1 0 0,1 1-1 0 0,0-1 1 0 0,-1 0-1 0 0,1 1 1 0 0,-1-1-1 0 0,1 0 1 0 0,-1 1-1 0 0,1-1 1 0 0,-1 1-1 0 0,0-1 1 0 0,1 1-1 0 0,-1-1 1 0 0,0 1-1 0 0,1 0 1 0 0,-1-1-1 0 0,0 1 1 0 0,1 0-1 0 0,-1-1 1 0 0,0 1-1 0 0,-1 0 1 0 0,0 0 18 0 0,1 0-1 0 0,-1 0 1 0 0,0 1 0 0 0,0-1-1 0 0,0 1 1 0 0,0-1 0 0 0,0 1-1 0 0,0-1 1 0 0,0 1 0 0 0,1 0 0 0 0,-1 0-1 0 0,0 0 1 0 0,0 0 0 0 0,1 1-1 0 0,-1-1 1 0 0,1 0 0 0 0,-1 0-1 0 0,1 1 1 0 0,0-1 0 0 0,0 1-1 0 0,-1 0 1 0 0,0 1 0 0 0,-1 2-115 0 0,-1 0 0 0 0,1 0 1 0 0,0 0-1 0 0,0 0 0 0 0,1 0 1 0 0,0 1-1 0 0,0-1 0 0 0,0 1 1 0 0,0 0-1 0 0,1-1 0 0 0,0 1 1 0 0,0 0-1 0 0,1 0 0 0 0,-1 0 1 0 0,2 10-1 0 0,0-11 53 0 0,0 1 1 0 0,1-1-1 0 0,0 0 1 0 0,0 0-1 0 0,0 0 1 0 0,0 0-1 0 0,1-1 0 0 0,0 1 1 0 0,0 0-1 0 0,0-1 1 0 0,0 0-1 0 0,1 0 1 0 0,0 0-1 0 0,0 0 1 0 0,0 0-1 0 0,0-1 0 0 0,6 4 1 0 0,1 0 145 0 0,0 0 0 0 0,0-1 0 0 0,1 0 0 0 0,-1-1 0 0 0,1 0 0 0 0,0-1 0 0 0,1-1 0 0 0,-1 1 0 0 0,21 1 0 0 0,-27-4-216 0 0,-1-1 1 0 0,0 0 0 0 0,1 0-1 0 0,-1 0 1 0 0,0 0 0 0 0,0-1-1 0 0,1 0 1 0 0,-1 0 0 0 0,0-1-1 0 0,0 1 1 0 0,0-1 0 0 0,0 0-1 0 0,0-1 1 0 0,0 1 0 0 0,-1-1-1 0 0,1 0 1 0 0,-1 0 0 0 0,0 0-1 0 0,0-1 1 0 0,0 1 0 0 0,0-1 0 0 0,0 0-1 0 0,-1 0 1 0 0,0 0 0 0 0,4-7-1 0 0,1-5 276 0 0,-1 0 0 0 0,8-25 0 0 0,-11 27 339 0 0,1 0 0 0 0,0 1 0 0 0,1-1 0 0 0,8-12 1 0 0,-14 25-514 0 0,0 1 1 0 0,1 0 0 0 0,-1 0-1 0 0,0 0 1 0 0,0 0 0 0 0,0 0-1 0 0,0-1 1 0 0,0 1 0 0 0,0 0-1 0 0,0 0 1 0 0,0 0 0 0 0,1 0-1 0 0,-1 0 1 0 0,0 0 0 0 0,0 0-1 0 0,0 0 1 0 0,0-1 0 0 0,0 1-1 0 0,1 0 1 0 0,-1 0 0 0 0,0 0 0 0 0,0 0-1 0 0,0 0 1 0 0,0 0 0 0 0,1 0-1 0 0,-1 0 1 0 0,0 0 0 0 0,0 0-1 0 0,0 0 1 0 0,0 0 0 0 0,1 0-1 0 0,-1 0 1 0 0,0 0 0 0 0,0 0-1 0 0,0 0 1 0 0,0 0 0 0 0,0 0-1 0 0,1 1 1 0 0,-1-1 0 0 0,0 0-1 0 0,0 0 1 0 0,0 0 0 0 0,0 0-1 0 0,0 0 1 0 0,1 0 0 0 0,-1 0 0 0 0,0 0-1 0 0,0 1 1 0 0,0-1 0 0 0,0 0-1 0 0,0 0 1 0 0,7 14 672 0 0,1 18-136 0 0,-7-30-442 0 0,24 120 1237 0 0,-3-14-1336 0 0,49 145-1 0 0,-66-240-535 0 0,9 28-407 0 0,-15-15-6670 0 0</inkml:trace>
</inkml:ink>
</file>

<file path=ppt/ink/ink3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46.0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3 275 1376 0 0,'-2'-33'2236'0'0,"3"-52"0"0"0,-1 74-1517 0 0,1 1 0 0 0,1-1-1 0 0,0 1 1 0 0,0-1 0 0 0,1 1-1 0 0,1 0 1 0 0,0 0-1 0 0,9-17 1 0 0,-11 23-554 0 0,0 1 1 0 0,0 0-1 0 0,1 0 1 0 0,-1 0-1 0 0,1 0 1 0 0,0 0-1 0 0,0 0 1 0 0,0 1-1 0 0,1-1 1 0 0,-1 1-1 0 0,0 0 1 0 0,1 0-1 0 0,0 0 1 0 0,-1 0-1 0 0,1 1 0 0 0,0 0 1 0 0,0-1-1 0 0,0 2 1 0 0,0-1-1 0 0,0 0 1 0 0,0 1-1 0 0,0-1 1 0 0,0 1-1 0 0,0 0 1 0 0,0 1-1 0 0,0-1 1 0 0,0 1-1 0 0,0-1 1 0 0,0 1-1 0 0,0 0 0 0 0,0 1 1 0 0,-1-1-1 0 0,1 1 1 0 0,0 0-1 0 0,-1 0 1 0 0,1 0-1 0 0,-1 0 1 0 0,0 0-1 0 0,1 1 1 0 0,-1-1-1 0 0,0 1 1 0 0,-1 0-1 0 0,1 0 1 0 0,0 0-1 0 0,-1 1 0 0 0,0-1 1 0 0,0 0-1 0 0,0 1 1 0 0,0 0-1 0 0,0-1 1 0 0,-1 1-1 0 0,1 0 1 0 0,0 7-1 0 0,0 1-96 0 0,-2 1-1 0 0,0-1 1 0 0,0 1 0 0 0,-1-1-1 0 0,-1 1 1 0 0,0-1-1 0 0,0 0 1 0 0,-1 0-1 0 0,-9 21 1 0 0,9-24-287 0 0,-1 0-1 0 0,0 0 0 0 0,-1 0 1 0 0,0 0-1 0 0,0-1 1 0 0,-1 0-1 0 0,0 0 1 0 0,0-1-1 0 0,-1 1 1 0 0,0-1-1 0 0,-1-1 1 0 0,-13 11-1 0 0,8-10-1916 0 0</inkml:trace>
</inkml:ink>
</file>

<file path=ppt/ink/ink3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46.2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0 217 3681 0 0,'11'-25'1348'0'0,"0"0"0"0"0,1 0 0 0 0,2 1 0 0 0,0 1 0 0 0,2 1 0 0 0,33-38 0 0 0,-49 59-1227 0 0,1 0-1 0 0,0 0 0 0 0,0 0 0 0 0,0 0 0 0 0,0 0 0 0 0,0 0 0 0 0,0 1 0 0 0,0-1 0 0 0,0 0 1 0 0,0 1-1 0 0,0-1 0 0 0,0 0 0 0 0,0 1 0 0 0,0 0 0 0 0,1-1 0 0 0,-1 1 0 0 0,0 0 0 0 0,0-1 1 0 0,1 1-1 0 0,-1 0 0 0 0,0 0 0 0 0,0 0 0 0 0,2 0 0 0 0,-2 1-10 0 0,0 0 0 0 0,0-1 0 0 0,0 1 0 0 0,0 0 0 0 0,0 0 0 0 0,0-1 0 0 0,0 1 0 0 0,0 0 0 0 0,0 0-1 0 0,-1 0 1 0 0,1 0 0 0 0,0 0 0 0 0,-1 1 0 0 0,1-1 0 0 0,-1 0 0 0 0,1 0 0 0 0,-1 0 0 0 0,1 3 0 0 0,2 8 434 0 0,-1 0 0 0 0,-1 0 1 0 0,1 21-1 0 0,-2-26-415 0 0,3 94 298 0 0,-4-54-141 0 0,2-1 1 0 0,2 0-1 0 0,3 0 0 0 0,21 89 0 0 0,-14-94-650 0 0,54 146-6200 0 0,-60-171 793 0 0</inkml:trace>
</inkml:ink>
</file>

<file path=ppt/ink/ink3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46.41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14 157 4609 0 0,'-3'-9'975'0'0,"0"-1"0"0"0,1 1 1 0 0,0-1-1 0 0,0 1 0 0 0,1-1 0 0 0,0-14 1 0 0,1 21-768 0 0,0 0 0 0 0,1 0 1 0 0,-1 0-1 0 0,1 1 0 0 0,-1-1 1 0 0,1 0-1 0 0,0 0 0 0 0,0 1 1 0 0,0-1-1 0 0,0 1 0 0 0,1-1 1 0 0,-1 1-1 0 0,1-1 1 0 0,-1 1-1 0 0,1 0 0 0 0,0-1 1 0 0,0 1-1 0 0,0 0 0 0 0,0 0 1 0 0,0 1-1 0 0,0-1 0 0 0,1 0 1 0 0,-1 1-1 0 0,1-1 0 0 0,-1 1 1 0 0,5-1-1 0 0,0-1-113 0 0,1 0 0 0 0,0 1 0 0 0,-1 0 0 0 0,14-1 0 0 0,-17 2-442 0 0,-1 1 0 0 0,1 0 0 0 0,-1 1 0 0 0,1-1 0 0 0,-1 1 0 0 0,1-1 0 0 0,-1 1-1 0 0,4 1 1 0 0,6 4-4983 0 0</inkml:trace>
</inkml:ink>
</file>

<file path=ppt/ink/ink3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46.71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89 4609 0 0,'0'0'105'0'0,"0"-1"0"0"0,0 0 0 0 0,0 1 0 0 0,0-1 1 0 0,0 0-1 0 0,1 1 0 0 0,-1-1 0 0 0,0 0 0 0 0,0 1 0 0 0,0-1 0 0 0,1 0 0 0 0,-1 1 0 0 0,0-1 1 0 0,1 1-1 0 0,-1-1 0 0 0,1 1 0 0 0,-1-1 0 0 0,0 1 0 0 0,1-1 0 0 0,-1 1 0 0 0,1-1 0 0 0,-1 1 1 0 0,1-1-1 0 0,0 1 0 0 0,-1 0 0 0 0,1-1 0 0 0,1 0 0 0 0,21 0 2584 0 0,-17 2-2221 0 0,-1 0 0 0 0,0 1 0 0 0,0-1 0 0 0,-1 1 1 0 0,1 0-1 0 0,0 0 0 0 0,6 5 0 0 0,-8-4-305 0 0,0 0 0 0 0,0 1 1 0 0,0-1-1 0 0,0 1 1 0 0,0 0-1 0 0,-1 0 1 0 0,0 0-1 0 0,0 1 0 0 0,0-1 1 0 0,0 0-1 0 0,0 1 1 0 0,-1-1-1 0 0,0 1 1 0 0,0-1-1 0 0,0 7 0 0 0,0-7-234 0 0,-1 1-1 0 0,1 0 0 0 0,-1 0 1 0 0,-1 0-1 0 0,1-1 0 0 0,-1 1 0 0 0,1 0 1 0 0,-1 0-1 0 0,-1-1 0 0 0,1 1 1 0 0,-1 0-1 0 0,1-1 0 0 0,-1 1 0 0 0,-5 6 1 0 0,5-12 922 0 0,1-8-253 0 0,1-9 121 0 0,3 5-678 0 0,0-1 0 0 0,1 1 0 0 0,0 0 1 0 0,1 0-1 0 0,9-16 0 0 0,1 1-1990 0 0,22-31 1 0 0,-17 31-3285 0 0</inkml:trace>
</inkml:ink>
</file>

<file path=ppt/ink/ink3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46.9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39 0 1840 0 0,'-5'9'568'0'0,"0"-1"0"0"0,0 1 0 0 0,1 0 0 0 0,0 1 0 0 0,1-1 0 0 0,0 1-1 0 0,0-1 1 0 0,1 1 0 0 0,-1 13 0 0 0,2-19-243 0 0,0 1 0 0 0,1 0 0 0 0,0 0 1 0 0,0-1-1 0 0,1 1 0 0 0,-1 0 0 0 0,1-1 0 0 0,0 1 0 0 0,0-1 1 0 0,0 1-1 0 0,1-1 0 0 0,-1 1 0 0 0,1-1 0 0 0,0 0 0 0 0,1 0 1 0 0,3 6-1 0 0,-5-8-215 0 0,1-1 0 0 0,-1 1 0 0 0,1-1 0 0 0,0 1 0 0 0,-1-1 0 0 0,1 0 0 0 0,0 1 0 0 0,0-1 0 0 0,0 0 0 0 0,0 0 0 0 0,0 0 0 0 0,0-1 1 0 0,0 1-1 0 0,0 0 0 0 0,0-1 0 0 0,0 1 0 0 0,0-1 0 0 0,1 0 0 0 0,-1 0 0 0 0,0 0 0 0 0,0 0 0 0 0,0 0 0 0 0,0 0 0 0 0,1-1 0 0 0,-1 1 0 0 0,0-1 0 0 0,0 1 0 0 0,0-1 0 0 0,0 0 1 0 0,0 0-1 0 0,0 0 0 0 0,0 0 0 0 0,0 0 0 0 0,0 0 0 0 0,-1 0 0 0 0,1-1 0 0 0,1-1 0 0 0,2-1-42 0 0,-1 0-1 0 0,0 0 1 0 0,0-1-1 0 0,0 1 1 0 0,0-1-1 0 0,-1 0 1 0 0,0 0-1 0 0,0 0 1 0 0,0-1 0 0 0,-1 1-1 0 0,0-1 1 0 0,0 1-1 0 0,0-1 1 0 0,1-9-1 0 0,-1 7-240 0 0,-1 0-1 0 0,0 0 1 0 0,-1 0 0 0 0,0-11-1 0 0,-1 13-669 0 0,0 0 0 0 0,0 1 0 0 0,0-1 0 0 0,0 0 0 0 0,-5-10 0 0 0</inkml:trace>
</inkml:ink>
</file>

<file path=ppt/ink/ink3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47.4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5 4145 0 0,'8'0'584'0'0,"0"0"0"0"0,0 0 0 0 0,0 1 0 0 0,0 1 1 0 0,0-1-1 0 0,0 1 0 0 0,0 0 0 0 0,-1 1 0 0 0,1 0 0 0 0,11 6 1 0 0,-13-5-88 0 0,0 0 0 0 0,-1 1 1 0 0,0-1-1 0 0,0 1 1 0 0,0 0-1 0 0,0 0 0 0 0,-1 1 1 0 0,0 0-1 0 0,0-1 1 0 0,0 1-1 0 0,-1 1 1 0 0,5 10-1 0 0,13 48 1722 0 0,-22-71-2554 0 0,0 1 0 0 0,1-1 1 0 0,0 0-1 0 0,0 1 0 0 0,1-1 0 0 0,0 0 0 0 0,-1 1 0 0 0,2-1 1 0 0,-1 1-1 0 0,1-1 0 0 0,0 1 0 0 0,0 0 0 0 0,0 0 0 0 0,1-1 1 0 0,0 2-1 0 0,0-1 0 0 0,6-8 0 0 0,-5 8 350 0 0,-1 0 1 0 0,1 0-1 0 0,1 0 1 0 0,-1 0-1 0 0,1 1 1 0 0,-1-1-1 0 0,1 1 1 0 0,0 1-1 0 0,1-1 1 0 0,-1 1-1 0 0,1-1 1 0 0,-1 2-1 0 0,1-1 1 0 0,0 1-1 0 0,0 0 1 0 0,12-3-1 0 0,-16 5 133 0 0,0 0-1 0 0,0 0 1 0 0,0 1-1 0 0,-1-1 1 0 0,1 1-1 0 0,0-1 0 0 0,-1 1 1 0 0,1-1-1 0 0,0 1 1 0 0,-1 0-1 0 0,1 0 1 0 0,-1 0-1 0 0,1 0 1 0 0,-1 0-1 0 0,1 0 1 0 0,-1 0-1 0 0,0 1 1 0 0,0-1-1 0 0,0 0 0 0 0,1 1 1 0 0,-1-1-1 0 0,1 4 1 0 0,22 44 2793 0 0,-9-16-1763 0 0,-12-28-1163 0 0,1 1-1 0 0,0 0 1 0 0,1-1 0 0 0,-1 0-1 0 0,1 0 1 0 0,0 0 0 0 0,1-1 0 0 0,-1 0-1 0 0,1 0 1 0 0,-1 0 0 0 0,1 0-1 0 0,1-1 1 0 0,-1 0 0 0 0,0 0-1 0 0,1-1 1 0 0,-1 0 0 0 0,13 2-1 0 0,9 1-781 0 0</inkml:trace>
</inkml:ink>
</file>

<file path=ppt/ink/ink3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53.9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187 209 1840 0 0,'1'-9'421'0'0,"0"0"-1"0"0,-1 0 1 0 0,0 0-1 0 0,0 0 1 0 0,-1 0 0 0 0,0 1-1 0 0,0-1 1 0 0,-3-9-1 0 0,3 14-66 0 0,0-1-1 0 0,-1 1 1 0 0,1 0-1 0 0,-1-1 1 0 0,0 1-1 0 0,0 0 1 0 0,0 0 0 0 0,-1 1-1 0 0,1-1 1 0 0,-1 0-1 0 0,0 1 1 0 0,0-1-1 0 0,0 1 1 0 0,0 0 0 0 0,-1 0-1 0 0,1 0 1 0 0,-6-3-1 0 0,8 6-262 0 0,0 0-1 0 0,0-1 1 0 0,0 1-1 0 0,0 0 1 0 0,0 0-1 0 0,0-1 1 0 0,0 1-1 0 0,0 0 0 0 0,0 0 1 0 0,0 0-1 0 0,1 0 1 0 0,-1 1-1 0 0,0-1 1 0 0,0 0-1 0 0,0 0 1 0 0,0 0-1 0 0,0 1 1 0 0,0-1-1 0 0,0 1 1 0 0,0-1-1 0 0,1 0 1 0 0,-1 1-1 0 0,-1 0 1 0 0,-17 22 859 0 0,-5 29-450 0 0,24-51-486 0 0,-18 50 135 0 0,-20 92 0 0 0,34-124-107 0 0,1 1 0 0 0,1 0 0 0 0,1 0-1 0 0,1 0 1 0 0,0 1 0 0 0,1-1 0 0 0,2 0 0 0 0,4 19-1 0 0,-5-30-16 0 0,1-1 0 0 0,1 1-1 0 0,0-1 1 0 0,0 0-1 0 0,0 0 1 0 0,1-1-1 0 0,0 1 1 0 0,0-1-1 0 0,1 0 1 0 0,0-1-1 0 0,0 1 1 0 0,1-1-1 0 0,0-1 1 0 0,0 1-1 0 0,0-1 1 0 0,1 0 0 0 0,12 6-1 0 0,-15-9 39 0 0,0 0-1 0 0,0 0 1 0 0,0 0 0 0 0,0-1-1 0 0,0 0 1 0 0,0 0 0 0 0,0 0-1 0 0,1 0 1 0 0,-1-1 0 0 0,0 0-1 0 0,1 0 1 0 0,-1 0 0 0 0,0-1-1 0 0,0 0 1 0 0,1 0 0 0 0,-1 0 0 0 0,0-1-1 0 0,0 0 1 0 0,0 0 0 0 0,0 0-1 0 0,-1 0 1 0 0,1-1 0 0 0,0 0-1 0 0,-1 0 1 0 0,0 0 0 0 0,0 0-1 0 0,0-1 1 0 0,0 1 0 0 0,0-1-1 0 0,4-7 1 0 0,1-1 97 0 0,-1-1 0 0 0,0 0 0 0 0,0-1 0 0 0,-1 0 0 0 0,-1 0 1 0 0,-1 0-1 0 0,0-1 0 0 0,-1 0 0 0 0,0 0 0 0 0,-1 0 0 0 0,-1 0 0 0 0,0-1 0 0 0,-1 1 0 0 0,-1 0 0 0 0,-1-1 0 0 0,0 1 1 0 0,0-1-1 0 0,-6-17 0 0 0,2 11-97 0 0,-1 1 1 0 0,0 0 0 0 0,-2 0 0 0 0,-1 0-1 0 0,-1 1 1 0 0,0 0 0 0 0,-1 1-1 0 0,-1 0 1 0 0,-1 1 0 0 0,-1 0-1 0 0,-32-30 1 0 0,40 42-234 0 0,-36-29 287 0 0,40 34-285 0 0,0 0 0 0 0,0 0 0 0 0,0 0-1 0 0,0 0 1 0 0,0 0 0 0 0,0 0 0 0 0,0 0 0 0 0,0 1 0 0 0,0-1 0 0 0,0 1 0 0 0,-1 0 0 0 0,1-1 0 0 0,0 1-1 0 0,0 0 1 0 0,-1 0 0 0 0,1 0 0 0 0,0 1 0 0 0,0-1 0 0 0,-1 1 0 0 0,-2 0 0 0 0,4 0-72 0 0,0-1 1 0 0,0 1 0 0 0,1 0-1 0 0,-1 0 1 0 0,0-1 0 0 0,0 1-1 0 0,0 0 1 0 0,1 0 0 0 0,-1 0-1 0 0,0 0 1 0 0,1 0 0 0 0,-1 0-1 0 0,1 0 1 0 0,0 0 0 0 0,-1 0-1 0 0,1 1 1 0 0,0-1 0 0 0,-1 0-1 0 0,1 0 1 0 0,0 0 0 0 0,0 0-1 0 0,0 0 1 0 0,0 1 0 0 0,0-1-1 0 0,0 0 1 0 0,0 0 0 0 0,1 0-1 0 0,-1 0 1 0 0,0 0 0 0 0,0 0-1 0 0,1 1 1 0 0,-1-1 0 0 0,1 0-1 0 0,0 1 1 0 0,1 3 68 0 0,1 1 0 0 0,0-1 0 0 0,-1 0 0 0 0,1 0-1 0 0,6 7 1 0 0,2-1 225 0 0,0 0-41 0 0</inkml:trace>
</inkml:ink>
</file>

<file path=ppt/ink/ink3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54.2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94 1296 0 0,'16'-11'481'0'0,"1"0"0"0"0,17-17 0 0 0,-29 23 807 0 0,0 0 0 0 0,0 0 0 0 0,-1 0 0 0 0,0-1-1 0 0,7-11 1 0 0,-20 36 1361 0 0,-6 9-770 0 0,-17 47 0 0 0,30-68-1885 0 0,-1 0 0 0 0,1 1 0 0 0,0 0 0 0 0,1-1 0 0 0,0 1 0 0 0,0 0 0 0 0,1-1 0 0 0,0 1 0 0 0,0 0 0 0 0,1 0 0 0 0,0 0 1 0 0,2 7-1 0 0,-2-12 6 0 0,0 0 0 0 0,0-1 1 0 0,0 1-1 0 0,0 0 0 0 0,1-1 1 0 0,-1 1-1 0 0,1-1 0 0 0,0 0 1 0 0,0 0-1 0 0,0 1 0 0 0,0-1 1 0 0,0 0-1 0 0,0-1 1 0 0,0 1-1 0 0,1 0 0 0 0,-1-1 1 0 0,1 1-1 0 0,-1-1 0 0 0,1 0 1 0 0,0 0-1 0 0,-1 0 0 0 0,5 1 1 0 0,5 1 51 0 0,0-2 0 0 0,0 1 0 0 0,1-1 0 0 0,14-1-1 0 0,-19-1 125 0 0,1 1-1 0 0,-1 0 0 0 0,1 0 0 0 0,-1 1 1 0 0,1 1-1 0 0,-1-1 0 0 0,15 6 0 0 0,-23-7-155 0 0,1 0-1 0 0,0 1 1 0 0,-1-1-1 0 0,1 1 1 0 0,-1-1-1 0 0,1 1 1 0 0,-1-1-1 0 0,1 1 1 0 0,0-1 0 0 0,-1 1-1 0 0,0-1 1 0 0,1 1-1 0 0,-1 0 1 0 0,1-1-1 0 0,-1 1 1 0 0,0 0-1 0 0,1-1 1 0 0,-1 1-1 0 0,0 0 1 0 0,0 0-1 0 0,0-1 1 0 0,1 1-1 0 0,-1 0 1 0 0,0-1-1 0 0,0 2 1 0 0,-7 22 351 0 0,-24 20 142 0 0,27-39-422 0 0,-22 26-85 0 0,0-1 0 0 0,-38 31 0 0 0,46-45-512 0 0</inkml:trace>
</inkml:ink>
</file>

<file path=ppt/ink/ink3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55.1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9674 0 0,'0'0'1356'0'0,"8"27"2304"0"0,4 30-2578 0 0,-3 1 1 0 0,3 71 0 0 0,-6-53-940 0 0,1 18-243 0 0,10 83-100 0 0,-12-144-1699 0 0,15 48 0 0 0,-10-53-3306 0 0</inkml:trace>
</inkml:ink>
</file>

<file path=ppt/ink/ink3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55.6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151 28 3681 0 0,'0'-1'186'0'0,"1"1"0"0"0,-1-1 0 0 0,1 0 1 0 0,-1 0-1 0 0,0 1 0 0 0,1-1 0 0 0,-1 0 0 0 0,0 0 1 0 0,0 1-1 0 0,1-1 0 0 0,-1 0 0 0 0,0 0 0 0 0,0 0 1 0 0,0 1-1 0 0,0-1 0 0 0,0 0 0 0 0,0 0 0 0 0,0 0 1 0 0,0 0-1 0 0,0 1 0 0 0,-1-1 0 0 0,1 0 0 0 0,0 0 1 0 0,0 1-1 0 0,-1-1 0 0 0,1 0 0 0 0,-1 0 0 0 0,1 1 1 0 0,0-1-1 0 0,-1 0 0 0 0,1 1 0 0 0,-2-2 0 0 0,1 2 1 0 0,0-1-1 0 0,0 1 0 0 0,0 0 1 0 0,0 0-1 0 0,0-1 0 0 0,0 1 1 0 0,0 0-1 0 0,0 0 0 0 0,0 0 1 0 0,0 0-1 0 0,0 1 0 0 0,0-1 1 0 0,0 0-1 0 0,0 0 0 0 0,0 1 1 0 0,0-1-1 0 0,0 0 0 0 0,0 1 1 0 0,0-1-1 0 0,1 1 0 0 0,-1-1 1 0 0,0 1-1 0 0,0-1 0 0 0,0 1 1 0 0,1 0-1 0 0,-2 1 1 0 0,-14 15 41 0 0,1 0 0 0 0,1 2 1 0 0,1 0-1 0 0,0 0 0 0 0,2 1 1 0 0,0 0-1 0 0,-12 34 1 0 0,22-52-221 0 0,0 1 0 0 0,0 0 0 0 0,0-1 0 0 0,0 1 1 0 0,1 0-1 0 0,-1 0 0 0 0,1 0 0 0 0,-1 0 0 0 0,1-1 1 0 0,0 1-1 0 0,0 0 0 0 0,0 0 0 0 0,1 0 1 0 0,-1 0-1 0 0,1 0 0 0 0,-1-1 0 0 0,1 1 0 0 0,0 0 1 0 0,0 0-1 0 0,0-1 0 0 0,1 1 0 0 0,-1-1 1 0 0,1 1-1 0 0,-1-1 0 0 0,1 1 0 0 0,0-1 0 0 0,0 0 1 0 0,0 0-1 0 0,0 0 0 0 0,0 0 0 0 0,0 0 0 0 0,1 0 1 0 0,-1-1-1 0 0,1 1 0 0 0,-1-1 0 0 0,1 0 1 0 0,4 2-1 0 0,10 3-190 0 0,0 0 0 0 0,1-2 0 0 0,-1 0 0 0 0,36 3 1 0 0,-30-4-143 0 0,-8-1 138 0 0,34 6-349 0 0,-46-8 509 0 0,0 1 0 0 0,-1 0-1 0 0,1 0 1 0 0,0 0 0 0 0,-1 0 0 0 0,1 0 0 0 0,-1 1-1 0 0,1-1 1 0 0,-1 1 0 0 0,1 0 0 0 0,-1 0 0 0 0,0-1-1 0 0,3 4 1 0 0,-5-4 43 0 0,0 1-1 0 0,1-1 1 0 0,-1 0 0 0 0,0 0-1 0 0,0 0 1 0 0,0 0 0 0 0,0 0-1 0 0,0 0 1 0 0,0 0 0 0 0,0 0-1 0 0,-1 0 1 0 0,1 0 0 0 0,0 0-1 0 0,-1 0 1 0 0,1 0 0 0 0,0 0-1 0 0,-1 0 1 0 0,1 0-1 0 0,-1 0 1 0 0,1 0 0 0 0,-1 0-1 0 0,0 0 1 0 0,1 0 0 0 0,-1 0-1 0 0,0-1 1 0 0,0 1 0 0 0,0 0-1 0 0,0-1 1 0 0,1 1 0 0 0,-1-1-1 0 0,-2 2 1 0 0,-30 19 622 0 0,6-8-149 0 0,-38 13 0 0 0,-2 1-1786 0 0,53-20 344 0 0</inkml:trace>
</inkml:ink>
</file>

<file path=ppt/ink/ink3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0:56.0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51 0 3857 0 0,'-27'7'3673'0'0,"26"-7"-3575"0"0,0 1 0 0 0,0-1 0 0 0,-1 0 0 0 0,1 1 0 0 0,0-1-1 0 0,0 1 1 0 0,-1-1 0 0 0,1 1 0 0 0,0 0 0 0 0,0-1-1 0 0,0 1 1 0 0,0 0 0 0 0,0 0 0 0 0,0 0 0 0 0,0 0 0 0 0,0 0-1 0 0,0 0 1 0 0,0 0 0 0 0,1 0 0 0 0,-2 2 0 0 0,9-2 426 0 0</inkml:trace>
</inkml:ink>
</file>

<file path=ppt/ink/ink3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2:01.3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266 212 2016 0 0,'11'-31'44'0'0,"-1"0"0"0"0,-2 0 0 0 0,6-42 0 0 0,-12 64 892 0 0,2-20 5011 0 0,-9 22-3056 0 0,-9 13-1479 0 0,10 0-1209 0 0,0-1 1 0 0,0 1 0 0 0,1 0 0 0 0,-1 0-1 0 0,1 0 1 0 0,1 1 0 0 0,-1-1 0 0 0,1 1 0 0 0,0-1-1 0 0,-1 12 1 0 0,-3 4-282 0 0,-82 343-1120 0 0,43-158 698 0 0,-33 166-1074 0 0,73-357 851 0 0,0 0-1 0 0,0 0 1 0 0,-15 27-1 0 0,11-28-2770 0 0</inkml:trace>
</inkml:ink>
</file>

<file path=ppt/ink/ink3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2:01.83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121 12 1840 0 0,'-15'16'627'0'0,"1"1"-1"0"0,1 0 1 0 0,0 1-1 0 0,2 0 1 0 0,0 1-1 0 0,1 0 1 0 0,1 1-1 0 0,-13 39 1 0 0,19-39-388 0 0,4-20-223 0 0,-1 1 0 0 0,0-1 0 0 0,0 0 0 0 0,0 0 0 0 0,0 0 0 0 0,1 1 0 0 0,-1-1 0 0 0,0 0 0 0 0,0 0 0 0 0,0 0 0 0 0,0 0 0 0 0,1 0 0 0 0,-1 1-1 0 0,0-1 1 0 0,0 0 0 0 0,1 0 0 0 0,-1 0 0 0 0,0 0 0 0 0,0 0 0 0 0,1 0 0 0 0,-1 0 0 0 0,0 0 0 0 0,0 0 0 0 0,1 0 0 0 0,-1 0 0 0 0,0 0 0 0 0,0 0 0 0 0,0 0 0 0 0,1 0 0 0 0,-1 0 0 0 0,0 0 0 0 0,0 0 0 0 0,1 0 0 0 0,-1 0 0 0 0,0-1 0 0 0,0 1-1 0 0,1 0 1 0 0,-1 0 0 0 0,3-2 30 0 0,0 0 0 0 0,0 0 0 0 0,0 0 0 0 0,0-1 0 0 0,-1 1 0 0 0,1-1 1 0 0,3-4-1 0 0,123-185-352 0 0,-128 190 268 0 0,0 0 293 0 0,0 1 1 0 0,1-1-1 0 0,-1 0 0 0 0,1 0 0 0 0,-1 0 0 0 0,1 1 0 0 0,0-1 0 0 0,0 1 0 0 0,3-3 1 0 0,2 8 1724 0 0,-1 14-1009 0 0,21 119-2000 0 0,-20-111-3664 0 0</inkml:trace>
</inkml:ink>
</file>

<file path=ppt/ink/ink3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2:03.82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5985 0 0,'-1'4'4897'0'0,"9"6"-2476"0"0,11 9-980 0 0,-6-7-936 0 0,-1 2-1 0 0,0 0 0 0 0,-1 0 0 0 0,0 1 0 0 0,-1 0 1 0 0,11 24-1 0 0,39 106-301 0 0,-38-87 68 0 0,56 160-319 0 0,-41-112-2127 0 0,-25-69-3820 0 0</inkml:trace>
</inkml:ink>
</file>

<file path=ppt/ink/ink3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2:04.38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36 66 920 0 0,'6'-32'1658'0'0,"-3"-1"5317"0"0,-6 93-5076 0 0,-17 91 1 0 0,2-19-273 0 0,15-104-1723 0 0,2-27 61 0 0,1-2 4 0 0,1-15 1 0 0,1-19 57 0 0,0-6 173 0 0,11-57-1 0 0,-11 87-168 0 0,0 0 0 0 0,1 0 0 0 0,1 0 0 0 0,0 1 0 0 0,0 0 0 0 0,1-1 0 0 0,0 2 0 0 0,1-1 0 0 0,0 1 0 0 0,9-10 0 0 0,-14 17 34 0 0,1 0 0 0 0,0 0 0 0 0,0 1 0 0 0,0-1 0 0 0,0 1 0 0 0,0-1 0 0 0,0 1 0 0 0,1 0 1 0 0,-1 0-1 0 0,0 0 0 0 0,1 0 0 0 0,-1 1 0 0 0,1-1 0 0 0,-1 0 0 0 0,1 1 0 0 0,4-1 0 0 0,-2 1 88 0 0,1 1-1 0 0,-1-1 1 0 0,0 1 0 0 0,1 0-1 0 0,-1 0 1 0 0,0 1 0 0 0,8 3-1 0 0,2 2-53 0 0,0 0 0 0 0,-1 1 0 0 0,0 1 0 0 0,16 14 0 0 0,18 15-1923 0 0,-18-16-4158 0 0</inkml:trace>
</inkml:ink>
</file>

<file path=ppt/ink/ink3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3:04.22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530 23 8754 0 0,'-5'-3'477'0'0,"0"0"1"0"0,0 0 0 0 0,0 1-1 0 0,0-1 1 0 0,-1 1-1 0 0,1 1 1 0 0,-1-1-1 0 0,1 1 1 0 0,-1 0-1 0 0,1 0 1 0 0,-1 1 0 0 0,-8-1-1 0 0,5 2-131 0 0,0 0 0 0 0,0 1 0 0 0,1-1 1 0 0,-1 2-1 0 0,1-1 0 0 0,0 1 0 0 0,-12 6 0 0 0,2 0-87 0 0,1 2 0 0 0,1 0 0 0 0,0 0 0 0 0,0 2 0 0 0,1 0 0 0 0,-19 22 0 0 0,11-9-86 0 0,2 2 0 0 0,0 0-1 0 0,2 1 1 0 0,1 0 0 0 0,2 2 0 0 0,1 0 0 0 0,1 1-1 0 0,2 0 1 0 0,1 1 0 0 0,-9 45 0 0 0,0 33 11 0 0,5 1 0 0 0,5 0 0 0 0,5 1 0 0 0,5 0 0 0 0,5-1 0 0 0,23 139 0 0 0,16-43-427 0 0,-7-40-26 0 0,-36-162-111 0 0,1 1-1 0 0,-2-1 1 0 0,1 1 0 0 0,-1 0 0 0 0,0-1 0 0 0,0 1-1 0 0,-1-1 1 0 0,1 1 0 0 0,-2-1 0 0 0,-2 13 0 0 0</inkml:trace>
</inkml:ink>
</file>

<file path=ppt/ink/ink3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3:04.22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1 452 3225 0 0,'1'-11'506'0'0,"2"-1"0"0"0,-1 1 0 0 0,1-1 1 0 0,1 1-1 0 0,0 0 0 0 0,1 0 0 0 0,0 1 0 0 0,0-1 1 0 0,1 1-1 0 0,1 0 0 0 0,14-17 0 0 0,-11 16 135 0 0,0 1 0 0 0,1 0-1 0 0,0 1 1 0 0,1 0 0 0 0,22-12-1 0 0,70-30 2021 0 0,-37 19-1549 0 0,140-63 109 0 0,-164 78-2420 0 0,58-12 0 0 0,-53 18 207 0 0</inkml:trace>
</inkml:ink>
</file>

<file path=ppt/ink/ink3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3:04.22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172 36 10138 0 0,'0'-3'261'0'0,"0"1"0"0"0,-1-1 0 0 0,1 0-1 0 0,-1 1 1 0 0,1-1 0 0 0,-1 1 0 0 0,0-1-1 0 0,0 1 1 0 0,0-1 0 0 0,0 1 0 0 0,-3-3 0 0 0,4 4-178 0 0,0 1 1 0 0,-1 0 0 0 0,1 0 0 0 0,0 0 0 0 0,-1-1 0 0 0,1 1-1 0 0,0 0 1 0 0,-1 0 0 0 0,1 0 0 0 0,0 0 0 0 0,-1-1 0 0 0,1 1-1 0 0,0 0 1 0 0,-1 0 0 0 0,1 0 0 0 0,-1 0 0 0 0,1 0 0 0 0,0 0 0 0 0,-1 0-1 0 0,1 0 1 0 0,-1 0 0 0 0,1 0 0 0 0,0 0 0 0 0,-1 1 0 0 0,1-1-1 0 0,0 0 1 0 0,-1 0 0 0 0,0 0 0 0 0,-13 16 1333 0 0,-6 16-1114 0 0,1 0 0 0 0,2 1 1 0 0,2 1-1 0 0,1 0 0 0 0,1 1 1 0 0,3 1-1 0 0,0 0 0 0 0,-5 47 1 0 0,13-65-180 0 0,2 1 0 0 0,0-1 1 0 0,1 0-1 0 0,1 0 0 0 0,0 1 1 0 0,2-1-1 0 0,0-1 0 0 0,7 19 1 0 0,-8-27-330 0 0,0 0-1 0 0,1 1 1 0 0,0-2 0 0 0,1 1-1 0 0,0 0 1 0 0,0-1 0 0 0,1 0-1 0 0,0 0 1 0 0,0-1 0 0 0,1 1-1 0 0,0-1 1 0 0,0-1 0 0 0,1 0-1 0 0,0 0 1 0 0,0 0 0 0 0,13 6-1 0 0,-2-5-6186 0 0</inkml:trace>
</inkml:ink>
</file>

<file path=ppt/ink/ink3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3:04.2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42 11058 0 0,'1'-1'143'0'0,"-1"-1"-1"0"0,1 0 0 0 0,0 1 1 0 0,0-1-1 0 0,0 1 0 0 0,0-1 1 0 0,0 1-1 0 0,0 0 0 0 0,0-1 1 0 0,1 1-1 0 0,-1 0 0 0 0,0 0 1 0 0,1 0-1 0 0,-1 0 0 0 0,1 0 1 0 0,-1 0-1 0 0,1 0 0 0 0,2-1 1 0 0,31-13 2057 0 0,-32 15-2077 0 0,0-1-1 0 0,0 1 1 0 0,0 0-1 0 0,0 0 0 0 0,-1 0 1 0 0,1 0-1 0 0,0 0 1 0 0,0 0-1 0 0,0 1 0 0 0,0-1 1 0 0,-1 1-1 0 0,1 0 0 0 0,0 0 1 0 0,-1 0-1 0 0,1 0 1 0 0,0 1-1 0 0,-1-1 0 0 0,1 1 1 0 0,-1-1-1 0 0,0 1 1 0 0,0 0-1 0 0,0 0 0 0 0,0 0 1 0 0,0 0-1 0 0,0 0 1 0 0,0 1-1 0 0,0-1 0 0 0,-1 0 1 0 0,1 1-1 0 0,-1-1 1 0 0,0 1-1 0 0,0 0 0 0 0,0-1 1 0 0,1 5-1 0 0,2 5 14 0 0,-1-1 0 0 0,-1 1 1 0 0,1 0-1 0 0,-2-1 0 0 0,0 1 0 0 0,0 0 0 0 0,-2 13 1 0 0,-2 1-18 0 0,-1-1 0 0 0,-1 1 1 0 0,-2-1-1 0 0,-17 44 1 0 0,-4 2-2738 0 0,19-51 1018 0 0</inkml:trace>
</inkml:ink>
</file>

<file path=ppt/ink/ink3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3:04.2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1 133 3169 0 0,'33'-45'145'0'0,"0"2"1644"0"0,-29 36-574 0 0,0 0 0 0 0,0 0 0 0 0,0 0 0 0 0,-1-10 4403 0 0,-10 32-1237 0 0,2 16-3890 0 0,1 1 0 0 0,1 62 0 0 0,3-75-319 0 0,2-1 0 0 0,0 1-1 0 0,1-1 1 0 0,1 0 0 0 0,0 0-1 0 0,14 32 1 0 0,-16-46-285 0 0,0 0 0 0 0,0 0 1 0 0,0 0-1 0 0,1 0 0 0 0,0 0 1 0 0,0 0-1 0 0,3 3 0 0 0,-5-6-24 0 0,1 0 0 0 0,-1 0-1 0 0,0 0 1 0 0,1 0 0 0 0,-1 0-1 0 0,1 0 1 0 0,-1-1 0 0 0,1 1 0 0 0,0 0-1 0 0,-1-1 1 0 0,1 1 0 0 0,-1-1-1 0 0,1 0 1 0 0,0 1 0 0 0,0-1-1 0 0,-1 0 1 0 0,1 0 0 0 0,0 0 0 0 0,-1 0-1 0 0,1 0 1 0 0,0-1 0 0 0,1 0-1 0 0</inkml:trace>
</inkml:ink>
</file>

<file path=ppt/ink/ink3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3:04.2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46 456 0 0,'-1'-8'-1133'0'0,"6"-30"14626"0"0,-4 38-13315 0 0,15 8 1774 0 0,3 8-981 0 0,0 1 1 0 0,-1 1 0 0 0,-2 1-1 0 0,0 0 1 0 0,0 1 0 0 0,17 31-1 0 0,-24-34-878 0 0,-1 0 0 0 0,0 1 0 0 0,-1-1 0 0 0,-1 2-1 0 0,0-1 1 0 0,-2 0 0 0 0,0 1 0 0 0,-1 0 0 0 0,-1 0 0 0 0,-1 0 0 0 0,-2 34-1 0 0,-3-10-555 0 0,-3 0 0 0 0,-1 0-1 0 0,-2 0 1 0 0,-17 43-1 0 0,13-46-6925 0 0</inkml:trace>
</inkml:ink>
</file>

<file path=ppt/ink/ink3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3:04.22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13 11522 0 0,'12'-2'6138'0'0,"22"-3"-6617"0"0,-26 4-600 0 0,0-1 0 0 0,-1 1 0 0 0,1 0 0 0 0,0 1-1 0 0,0 0 1 0 0,0 0 0 0 0,0 1 0 0 0,0 0 0 0 0,-1 0 0 0 0,1 1 0 0 0,8 2 0 0 0,-6 1 920 0 0</inkml:trace>
</inkml:ink>
</file>

<file path=ppt/ink/ink3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3:04.22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 0 456 0 0,'-9'23'711'0'0,"8"-20"284"0"0,0-1-1 0 0,0 1 1 0 0,1 0-1 0 0,0 0 1 0 0,-1 0 0 0 0,1-1-1 0 0,0 1 1 0 0,0 0-1 0 0,1 4 1 0 0,-1-6-638 0 0,1 0 0 0 0,-1 1 0 0 0,0-1 0 0 0,1 0 0 0 0,0 1 0 0 0,-1-1 0 0 0,1 0 0 0 0,0 0 1 0 0,-1 0-1 0 0,1 0 0 0 0,0 0 0 0 0,0 1 0 0 0,0-1 0 0 0,0-1 0 0 0,0 1 0 0 0,0 0 0 0 0,0 0 0 0 0,1 0 0 0 0,0 0 0 0 0,25 6-4632 0 0,-2-7 135 0 0,-12-3 1999 0 0</inkml:trace>
</inkml:ink>
</file>

<file path=ppt/ink/ink3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3:04.2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233 36 5529 0 0,'21'-33'524'0'0,"-19"30"-566"0"0,-15 20 268 0 0,-2 2 2160 0 0,1 1 0 0 0,1 0 0 0 0,1 1 0 0 0,-17 42 0 0 0,7 9-839 0 0,-70 405 1224 0 0,82-365-2892 0 0,1 3-2573 0 0,-6-41-3812 0 0,3-38 1752 0 0</inkml:trace>
</inkml:ink>
</file>

<file path=ppt/ink/ink3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3:04.2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208 88 7834 0 0,'-37'18'2536'0'0,"0"2"1"0"0,2 1-1 0 0,-59 45 1 0 0,93-66-2499 0 0,1 0 0 0 0,0 1 0 0 0,0-1 0 0 0,0 0 0 0 0,-1 0 0 0 0,1 0 0 0 0,0 0 0 0 0,0 0 0 0 0,0 0 0 0 0,0 0 1 0 0,-1 0-1 0 0,1 0 0 0 0,0 1 0 0 0,0-1 0 0 0,0 0 0 0 0,0 0 0 0 0,-1 0 0 0 0,1 0 0 0 0,0 1 0 0 0,0-1 0 0 0,0 0 0 0 0,0 0 0 0 0,0 0 0 0 0,0 1 0 0 0,0-1 0 0 0,0 0 0 0 0,0 0 1 0 0,0 0-1 0 0,-1 1 0 0 0,1-1 0 0 0,0 0 0 0 0,0 0 0 0 0,0 0 0 0 0,0 1 0 0 0,0-1 0 0 0,1 0 0 0 0,-1 0 0 0 0,0 0 0 0 0,0 1 0 0 0,0-1 0 0 0,0 0 0 0 0,0 0 0 0 0,0 0 0 0 0,0 1 1 0 0,0-1-1 0 0,1 0 0 0 0,11 2 902 0 0,20-5-318 0 0,-31 3-604 0 0,461-38 1170 0 0,-291 33-1078 0 0,823-45 160 0 0,-358-47-462 0 0,-438 71-849 0 0,-113 23-5232 0 0,-46 2-368 0 0</inkml:trace>
</inkml:ink>
</file>

<file path=ppt/ink/ink3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3:04.2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 14283 0 0,'0'-1'101'0'0,"1"1"1"0"0,-1 0-1 0 0,0 0 0 0 0,0-1 1 0 0,0 1-1 0 0,1 0 0 0 0,-1 0 1 0 0,0 0-1 0 0,1-1 0 0 0,-1 1 0 0 0,0 0 1 0 0,0 0-1 0 0,1 0 0 0 0,-1 0 1 0 0,0 0-1 0 0,1-1 0 0 0,-1 1 1 0 0,0 0-1 0 0,1 0 0 0 0,-1 0 1 0 0,0 0-1 0 0,1 0 0 0 0,-1 0 0 0 0,0 0 1 0 0,1 0-1 0 0,-1 0 0 0 0,0 0 1 0 0,1 0-1 0 0,-1 0 0 0 0,0 1 1 0 0,0-1-1 0 0,1 0 0 0 0,-1 0 1 0 0,0 0-1 0 0,1 0 0 0 0,-1 0 0 0 0,0 1 1 0 0,1-1-1 0 0,6 15 1320 0 0,0 20-509 0 0,2 352 542 0 0,-3-54-518 0 0,5-157-4666 0 0,-10-147-3310 0 0</inkml:trace>
</inkml:ink>
</file>

<file path=ppt/ink/ink3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3:04.2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56 73 6913 0 0,'-9'3'313'0'0,"5"-3"1"0"0,0 1 0 0 0,0 0 0 0 0,0 0-1 0 0,0 0 1 0 0,0 0 0 0 0,0 1 0 0 0,0 0 0 0 0,1 0 0 0 0,-1 0-1 0 0,-3 3 1 0 0,8-4-9 0 0,1-1 0 0 0,-1 0 0 0 0,1 1 0 0 0,0-1 0 0 0,0 0 0 0 0,-1 0 0 0 0,1 0 0 0 0,0 0 0 0 0,-1 0 0 0 0,1 0 0 0 0,0 0 0 0 0,-1-1 1 0 0,4 0-1 0 0,255-49 5057 0 0,-52 14-7420 0 0,-177 29-4537 0 0</inkml:trace>
</inkml:ink>
</file>

<file path=ppt/ink/ink3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3:04.23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 0 9218 0 0,'-2'3'355'0'0,"-1"-1"0"0"0,1 0 0 0 0,0 1 0 0 0,0-1 0 0 0,1 1 0 0 0,-1-1 0 0 0,0 1 0 0 0,1 0 0 0 0,0 0 0 0 0,-1 0 0 0 0,1 0 0 0 0,0 0 0 0 0,1 0 0 0 0,-1 0-1 0 0,0 0 1 0 0,1 0 0 0 0,0 0 0 0 0,0 0 0 0 0,0 1 0 0 0,0 3 0 0 0,1 13 538 0 0,1 0 0 0 0,5 22 0 0 0,-3-20-113 0 0,6 49 67 0 0,28 142-2561 0 0,-29-176-5227 0 0</inkml:trace>
</inkml:ink>
</file>

<file path=ppt/ink/ink3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3:04.23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64 236 8754 0 0,'-3'2'1456'0'0,"2"-1"-1274"0"0,1-1 0 0 0,0 1 0 0 0,0-1 0 0 0,-1 1 0 0 0,1-1 0 0 0,0 1 0 0 0,0-1 0 0 0,0 1 1 0 0,-1-1-1 0 0,1 1 0 0 0,0-1 0 0 0,0 1 0 0 0,0-1 0 0 0,0 1 0 0 0,0-1 0 0 0,0 1 0 0 0,0-1 0 0 0,0 1 0 0 0,0-1 0 0 0,0 1 0 0 0,1-1 0 0 0,-1 1 0 0 0,0-1 0 0 0,0 1 0 0 0,1 0 0 0 0,17 9 2247 0 0,26-3-802 0 0,-43-7-1537 0 0,20 2 489 0 0,-1-2 0 0 0,1 0 0 0 0,-1-2 0 0 0,40-7 0 0 0,-43 5-609 0 0,0-1-1 0 0,-1-1 0 0 0,1-1 0 0 0,-1 0 1 0 0,-1-1-1 0 0,0 0 0 0 0,0-2 0 0 0,0 1 0 0 0,-1-2 1 0 0,13-12-1 0 0,-21 17 279 0 0,3-1-1021 0 0,-1-1 1 0 0,0 0 0 0 0,0 0-1 0 0,-1-1 1 0 0,10-15-1 0 0,-16 22 621 0 0,0 0-1 0 0,0 0 1 0 0,0 0-1 0 0,0 0 1 0 0,-1 0-1 0 0,1 0 1 0 0,-1 0-1 0 0,1 0 1 0 0,-1 0-1 0 0,0 0 1 0 0,0 0-1 0 0,0 0 1 0 0,0 0-1 0 0,0 0 1 0 0,0 0-1 0 0,0 0 0 0 0,-1 0 1 0 0,1-1-1 0 0,-1 1 1 0 0,0 0-1 0 0,0 1 1 0 0,1-1-1 0 0,-1 0 1 0 0,0 0-1 0 0,-1 0 1 0 0,1 0-1 0 0,0 1 1 0 0,0-1-1 0 0,-1 1 1 0 0,1-1-1 0 0,-1 1 1 0 0,1-1-1 0 0,-1 1 1 0 0,0 0-1 0 0,0 0 1 0 0,1 0-1 0 0,-4-1 1 0 0,0-2 210 0 0,0 1 1 0 0,0 1-1 0 0,-1-1 1 0 0,0 1-1 0 0,1 0 1 0 0,-1 0-1 0 0,0 1 1 0 0,0-1 0 0 0,0 1-1 0 0,0 1 1 0 0,0-1-1 0 0,0 1 1 0 0,-10 1-1 0 0,6 0-14 0 0,-1 1 1 0 0,1 1-1 0 0,0 0 0 0 0,0 0 0 0 0,0 1 0 0 0,1 0 1 0 0,-12 7-1 0 0,-9 8 228 0 0,0 1 0 0 0,2 2 0 0 0,-39 38 0 0 0,65-58-225 0 0,-15 15 463 0 0,1 0 0 0 0,0 2-1 0 0,1-1 1 0 0,1 2-1 0 0,1 0 1 0 0,1 0 0 0 0,1 1-1 0 0,-11 30 1 0 0,18-42-269 0 0,1 1 1 0 0,1 0-1 0 0,0 0 1 0 0,0 0-1 0 0,0 1 1 0 0,2-1-1 0 0,-1 0 1 0 0,1 1-1 0 0,2 15 1 0 0,0-19-146 0 0,-1 0 0 0 0,1-1 0 0 0,0 1 0 0 0,1-1 0 0 0,0 1 0 0 0,0-1 0 0 0,0 0 0 0 0,1 0 0 0 0,0 0 0 0 0,0-1 0 0 0,0 1 0 0 0,1-1 0 0 0,-1 0 0 0 0,1 0 0 0 0,9 6 0 0 0,-3-3-47 0 0,1-1 1 0 0,1 0-1 0 0,-1-1 0 0 0,1-1 1 0 0,0 0-1 0 0,0 0 1 0 0,1-1-1 0 0,-1-1 0 0 0,1 0 1 0 0,0-1-1 0 0,0-1 0 0 0,0 0 1 0 0,27-2-1 0 0,-11-1-166 0 0,1-1 0 0 0,-1-2 0 0 0,0-1 0 0 0,-1-2 0 0 0,39-15 0 0 0,0-8-1629 0 0,-25 5-3658 0 0,-5 3-1127 0 0</inkml:trace>
</inkml:ink>
</file>

<file path=ppt/ink/ink3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3:04.2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56 33 5529 0 0,'-26'16'479'0'0,"10"-9"1126"0"0,3-8 3634 0 0,13 1-5134 0 0,0-1 0 0 0,0 1 0 0 0,0 0 0 0 0,0-1 0 0 0,0 1 0 0 0,0-1 0 0 0,0 1-1 0 0,0-1 1 0 0,0 1 0 0 0,0 0 0 0 0,0-1 0 0 0,1 1 0 0 0,-1-1 0 0 0,0 1 0 0 0,0 0 0 0 0,1-1 0 0 0,-1 1 0 0 0,0 0 0 0 0,0-1 0 0 0,1 1 0 0 0,-1 0-1 0 0,0-1 1 0 0,1 1 0 0 0,-1 0 0 0 0,0 0 0 0 0,1-1 0 0 0,-1 1 0 0 0,0 0 0 0 0,1 0 0 0 0,-1 0 0 0 0,1-1 0 0 0,0 1 0 0 0,14-10 382 0 0,0 4-164 0 0,0 1 0 0 0,0 0 1 0 0,0 1-1 0 0,0 1 0 0 0,1 1 0 0 0,-1 0 0 0 0,1 0 0 0 0,-1 2 0 0 0,17 1 0 0 0,39-4-2281 0 0,-47 1-4571 0 0</inkml:trace>
</inkml:ink>
</file>

<file path=ppt/ink/ink3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3:04.2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54 68 3209 0 0,'-11'-4'-152'0'0,"-32"-22"15246"0"0,44 26-15012 0 0,10-3 1428 0 0,10 1-722 0 0,-19 3-744 0 0,1-1 0 0 0,0 1 0 0 0,0 0 0 0 0,-1 0 1 0 0,1 0-1 0 0,0 0 0 0 0,-1 0 0 0 0,1 0 0 0 0,-1 1 0 0 0,1-1 0 0 0,-1 1 0 0 0,0 0 0 0 0,0 0 0 0 0,0 0 1 0 0,0 0-1 0 0,0 0 0 0 0,2 3 0 0 0,-1 0-65 0 0,0 0 0 0 0,0 0 1 0 0,-1 0-1 0 0,0 0 0 0 0,0 1 1 0 0,0-1-1 0 0,-1 1 0 0 0,1 6 1 0 0,0 8-371 0 0,0 1 0 0 0,-2-1 1 0 0,-4 35-1 0 0,-7 22-805 0 0,5-49 899 0 0,-2 56 0 0 0,9-94-36 0 0,1 0 0 0 0,0 0-1 0 0,0 0 1 0 0,4-11 0 0 0,4-14-488 0 0,20-150-797 0 0,-17 60 3922 0 0,-12 112-588 0 0,-2 19 618 0 0,1 23-495 0 0,2-3-1632 0 0,2-1-1 0 0,0 0 0 0 0,2-1 1 0 0,1 1-1 0 0,10 23 1 0 0,-15-41-419 0 0,1 0 1 0 0,1-1-1 0 0,-1 1 1 0 0,1-1-1 0 0,0 1 1 0 0,1-1-1 0 0,-1-1 1 0 0,1 1-1 0 0,0-1 1 0 0,1 1-1 0 0,-1-1 1 0 0,1-1-1 0 0,0 1 1 0 0,1-1-1 0 0,-1 0 1 0 0,1-1-1 0 0,-1 1 1 0 0,1-1-1 0 0,0-1 1 0 0,0 1-1 0 0,11 2 1 0 0,3-2-6591 0 0</inkml:trace>
</inkml:ink>
</file>

<file path=ppt/ink/ink3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3:04.2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106 243 2304 0 0,'-9'3'528'0'0,"0"0"0"0"0,0 0 0 0 0,0 0 0 0 0,-8 6 0 0 0,8-5 365 0 0,1 0-1 0 0,-1 0 1 0 0,1-1 0 0 0,-11 3-1 0 0,65-21 3272 0 0,6-2-3091 0 0,50-1 175 0 0,1 5 0 0 0,125 0 1 0 0,-63 5-239 0 0,20-4 441 0 0,346-70 1 0 0,-357 39-1019 0 0,-36 7-1567 0 0,-45 15-4621 0 0,-59 14-1057 0 0</inkml:trace>
</inkml:ink>
</file>

<file path=ppt/ink/ink3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3:04.2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169 156 6913 0 0,'-83'36'2040'0'0,"-3"-9"5761"0"0,95-31-7549 0 0,0-1-1 0 0,-1 0 1 0 0,0 0-1 0 0,15-13 0 0 0,-3 3-202 0 0,151-105 232 0 0,-124 73 3196 0 0,-47 50-3452 0 0,-1 0 1 0 0,1-1-1 0 0,0 1 1 0 0,0-1-1 0 0,-1 1 0 0 0,2 0 1 0 0,-1-1-1 0 0,0 1 1 0 0,1 0-1 0 0,-1-1 1 0 0,1 1-1 0 0,1 3 0 0 0,11 40-412 0 0,-6-31-361 0 0,0 1 1 0 0,1-1-1 0 0,1 0 1 0 0,0-1 0 0 0,1 0-1 0 0,22 24 1 0 0,-14-19-5364 0 0</inkml:trace>
</inkml:ink>
</file>

<file path=ppt/ink/ink3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3:04.24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10 3225 0 0,'-9'-10'784'0'0</inkml:trace>
</inkml:ink>
</file>

<file path=ppt/ink/ink3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3:04.2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128 202 2304 0 0,'-13'6'292'0'0,"1"1"0"0"0,1 0 0 0 0,-1 0-1 0 0,1 1 1 0 0,1 0 0 0 0,-1 1-1 0 0,1 0 1 0 0,1 1 0 0 0,0 0-1 0 0,-9 12 1 0 0,17-16 1316 0 0,11-11-504 0 0,11-11 113 0 0,36-43 912 0 0,74-68 1183 0 0,-115 113-2806 0 0,-6 6-76 0 0,0-1-1 0 0,0 1 1 0 0,-1-1 0 0 0,0-1 0 0 0,-1 0-1 0 0,0 0 1 0 0,9-16 0 0 0,-20 34-121 0 0,1-1 0 0 0,0 1 0 0 0,0 0 1 0 0,0 0-1 0 0,1 0 0 0 0,0 0 0 0 0,1 15 1 0 0,5 71-318 0 0,-1-41 128 0 0,3 68-243 0 0,3 100-8 0 0,-11-170-2101 0 0,-1-1-1 0 0,-13 69 1 0 0,12-105 1277 0 0</inkml:trace>
</inkml:ink>
</file>

<file path=ppt/ink/ink3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3:04.24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76 108 1840 0 0,'-27'13'173'0'0,"-22"9"8528"0"0,113-42-1724 0 0,-1 3-3800 0 0,130-25-2264 0 0,-168 37-367 0 0,143-39-1111 0 0,-125 30-88 0 0</inkml:trace>
</inkml:ink>
</file>

<file path=ppt/ink/ink3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7:50.0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2 993 4145 0 0,'0'30'1510'0'0,"-1"-17"-599"0"0,1 1 0 0 0,0-1-1 0 0,6 18 2190 0 0,-6-31-3068 0 0,6-9 1025 0 0,2-11 11 0 0,7-34 1054 0 0,10-63-1 0 0,-15 63-1203 0 0,23-72 1 0 0,-13 76-755 0 0,1 0 0 0 0,3 2 0 0 0,2 1 0 0 0,59-80 0 0 0,-19 42 166 0 0,111-107 1 0 0,-163 176-370 0 0,2 2 1 0 0,0 0-1 0 0,1 0 1 0 0,32-18-1 0 0,-42 28 17 0 0,1 0-1 0 0,0 1 0 0 0,0 0 0 0 0,0 0 0 0 0,0 1 0 0 0,0 0 0 0 0,0 1 0 0 0,1 0 0 0 0,-1 0 0 0 0,1 0 0 0 0,-1 1 0 0 0,1 1 0 0 0,-1-1 0 0 0,15 4 0 0 0,10 5-768 0 0,0 1-1 0 0,-1 1 1 0 0,34 18-1 0 0,2 4-6006 0 0,-57-27 2167 0 0</inkml:trace>
</inkml:ink>
</file>

<file path=ppt/ink/ink3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7:50.6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89 47 2088 0 0,'-28'-18'1436'0'0,"24"15"-416"0"0,0 0 0 0 0,0 0 0 0 0,0 0-1 0 0,-1 0 1 0 0,1 1 0 0 0,-1 0 0 0 0,0 0 0 0 0,1 0 0 0 0,-1 0-1 0 0,0 1 1 0 0,-6-1 1007 0 0,11 3-1966 0 0,1 0 0 0 0,-1-1 0 0 0,1 1 0 0 0,0 0 0 0 0,-1 0 0 0 0,1-1 0 0 0,0 1 0 0 0,-1 0 0 0 0,1-1 0 0 0,0 1 0 0 0,0 0 1 0 0,0-1-1 0 0,-1 1 0 0 0,1-1 0 0 0,0 0 0 0 0,0 1 0 0 0,0-1 0 0 0,0 0 0 0 0,1 1 0 0 0,22 7-14 0 0,-21-7 83 0 0,35 9 127 0 0,0 2 1 0 0,-1 2-1 0 0,-1 1 1 0 0,0 2-1 0 0,-2 1 1 0 0,58 41 0 0 0,-67-40-91 0 0,0-1 1 0 0,38 20-1 0 0,-96-10 1604 0 0,17-14-1717 0 0,2 0 0 0 0,0 1-1 0 0,1 0 1 0 0,0 1-1 0 0,1 1 1 0 0,1 0-1 0 0,-10 21 1 0 0,-13 17-57 0 0,5-18 40 0 0,-3 5-631 0 0,17-12-5645 0 0</inkml:trace>
</inkml:ink>
</file>

<file path=ppt/ink/ink3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7:51.3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205 13 5065 0 0,'-1'-1'143'0'0,"0"0"-1"0"0,1 0 1 0 0,-1 0-1 0 0,0 1 1 0 0,0-1-1 0 0,1 0 1 0 0,-1 0-1 0 0,0 0 1 0 0,0 1 0 0 0,0-1-1 0 0,0 1 1 0 0,0-1-1 0 0,0 1 1 0 0,0-1-1 0 0,-1 1 1 0 0,1-1-1 0 0,0 1 1 0 0,0 0 0 0 0,0 0-1 0 0,0-1 1 0 0,0 1-1 0 0,-1 0 1 0 0,-1 0-1 0 0,0 1 108 0 0,0-1 0 0 0,0 1 0 0 0,0 0 0 0 0,0 0 0 0 0,0 0-1 0 0,0 0 1 0 0,1 1 0 0 0,-6 2 0 0 0,0 2 122 0 0,0 0 0 0 0,1 0 1 0 0,0 0-1 0 0,0 1 0 0 0,-7 8 0 0 0,2 2-228 0 0,1 1 1 0 0,0-1-1 0 0,1 2 0 0 0,1-1 0 0 0,1 2 1 0 0,1-1-1 0 0,0 1 0 0 0,1 0 0 0 0,2 0 1 0 0,0 0-1 0 0,-2 42 0 0 0,5-59-152 0 0,1-1 0 0 0,0 0 0 0 0,0 1 0 0 0,0-1 0 0 0,0 1 0 0 0,0-1 0 0 0,1 1 0 0 0,-1-1 0 0 0,1 0 0 0 0,-1 1 0 0 0,1-1 0 0 0,0 0 0 0 0,0 1 0 0 0,0-1 0 0 0,0 0 0 0 0,0 0 0 0 0,1 0 0 0 0,-1 0 0 0 0,1 0 0 0 0,-1 0 0 0 0,1-1 0 0 0,0 1 0 0 0,0 0 0 0 0,-1-1 0 0 0,1 1 0 0 0,0-1 0 0 0,1 0 0 0 0,-1 1 0 0 0,0-1 0 0 0,0 0 0 0 0,0 0 0 0 0,1-1 0 0 0,-1 1 0 0 0,0 0 0 0 0,1-1-1 0 0,-1 0 1 0 0,1 1 0 0 0,3-1 0 0 0,1 0-86 0 0,0-1-1 0 0,0 0 0 0 0,0-1 0 0 0,0 1 1 0 0,0-1-1 0 0,0 0 0 0 0,0-1 1 0 0,-1 0-1 0 0,1 0 0 0 0,-1 0 0 0 0,0-1 1 0 0,7-5-1 0 0,-2 1-63 0 0,-1-2 0 0 0,0 1 0 0 0,0-1 0 0 0,-1-1-1 0 0,0 0 1 0 0,-1 0 0 0 0,-1-1 0 0 0,1 0 0 0 0,5-14 0 0 0,4-14 561 0 0,19-67 0 0 0,-6 15 2123 0 0,-31 97-2076 0 0,1-1 0 0 0,0 1 0 0 0,0 0 1 0 0,0-1-1 0 0,0 1 0 0 0,1 0 0 0 0,2 7 1 0 0,-1-1-402 0 0,1 1 0 0 0,0-1 0 0 0,1-1 0 0 0,0 1 1 0 0,1-1-1 0 0,8 15 0 0 0,-4-13 5 0 0,1 0 0 0 0,1 0 0 0 0,0-1 0 0 0,0 0 0 0 0,24 16 0 0 0,-28-22-313 0 0,0 0-1 0 0,1-1 0 0 0,0 1 0 0 0,0-2 0 0 0,0 1 0 0 0,1-1 0 0 0,-1 0 1 0 0,1-1-1 0 0,0 0 0 0 0,-1 0 0 0 0,15 0 0 0 0,-6-3-963 0 0</inkml:trace>
</inkml:ink>
</file>

<file path=ppt/ink/ink3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7:51.8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96 5985 0 0,'0'-2'254'0'0,"-1"1"-1"0"0,1-1 0 0 0,0 1 1 0 0,0-1-1 0 0,-1 1 1 0 0,1-1-1 0 0,0 0 0 0 0,1 1 1 0 0,-1-1-1 0 0,0 1 1 0 0,0-1-1 0 0,1 1 0 0 0,-1-1 1 0 0,1 1-1 0 0,-1-1 0 0 0,1 1 1 0 0,0-1-1 0 0,-1 1 1 0 0,1-1-1 0 0,0 1 0 0 0,1-2 1 0 0,-1 3-172 0 0,-1-1 1 0 0,0 1 0 0 0,1-1-1 0 0,-1 1 1 0 0,1-1 0 0 0,-1 1-1 0 0,1-1 1 0 0,-1 1 0 0 0,1-1-1 0 0,-1 1 1 0 0,1 0 0 0 0,0 0-1 0 0,-1-1 1 0 0,1 1 0 0 0,-1 0-1 0 0,1 0 1 0 0,0-1 0 0 0,-1 1-1 0 0,1 0 1 0 0,0 0 0 0 0,-1 0-1 0 0,1 0 1 0 0,0 0 0 0 0,-1 0-1 0 0,1 0 1 0 0,0 0 0 0 0,-1 0-1 0 0,1 1 1 0 0,-1-1 0 0 0,1 0-1 0 0,0 0 1 0 0,-1 0 0 0 0,1 1-1 0 0,-1-1 1 0 0,1 0 0 0 0,0 1-1 0 0,-1-1 1 0 0,1 1 0 0 0,-1-1-1 0 0,1 0 1 0 0,-1 1 0 0 0,0-1-1 0 0,1 1 1 0 0,-1-1 0 0 0,1 1-1 0 0,-1-1 1 0 0,0 1-1 0 0,1 0 1 0 0,-1-1 0 0 0,0 1-1 0 0,0-1 1 0 0,1 1 0 0 0,-1 0-1 0 0,0 0 1 0 0,5 11 278 0 0,-1 0-1 0 0,-1 0 1 0 0,0 0-1 0 0,0 0 0 0 0,-1 0 1 0 0,1 22-1 0 0,-2-20-396 0 0,0-1-1 0 0,1 1 0 0 0,0 0 1 0 0,2-1-1 0 0,5 17 0 0 0,-9-29-20 0 0,0-1-1 0 0,0 0 1 0 0,0 1 0 0 0,0-1-1 0 0,0 0 1 0 0,0 1 0 0 0,1-1-1 0 0,-1 0 1 0 0,0 1-1 0 0,0-1 1 0 0,0 0 0 0 0,0 1-1 0 0,1-1 1 0 0,-1 0-1 0 0,0 0 1 0 0,0 1 0 0 0,0-1-1 0 0,1 0 1 0 0,-1 0 0 0 0,0 0-1 0 0,0 1 1 0 0,1-1-1 0 0,-1 0 1 0 0,0 0 0 0 0,1 0-1 0 0,-1 0 1 0 0,0 0-1 0 0,1 1 1 0 0,-1-1 0 0 0,0 0-1 0 0,0 0 1 0 0,1 0 0 0 0,-1 0-1 0 0,0 0 1 0 0,1 0-1 0 0,-1 0 1 0 0,0 0 0 0 0,1 0-1 0 0,-1 0 1 0 0,0 0-1 0 0,1-1 1 0 0,9-12-1382 0 0,4-24 430 0 0,-14 36 990 0 0,9-28 62 0 0,1 0 0 0 0,19-36 0 0 0,-24 56-9 0 0,0 0 1 0 0,0 0 0 0 0,1 1-1 0 0,0 0 1 0 0,0 0 0 0 0,1 0-1 0 0,0 1 1 0 0,1 0-1 0 0,-1 1 1 0 0,18-12 0 0 0,-24 17 24 0 0,1 0 1 0 0,0 1 0 0 0,-1-1 0 0 0,1 0 0 0 0,0 1-1 0 0,0-1 1 0 0,0 1 0 0 0,-1-1 0 0 0,1 1 0 0 0,0 0-1 0 0,0 0 1 0 0,0 0 0 0 0,0 0 0 0 0,0 0 0 0 0,0 0-1 0 0,-1 1 1 0 0,1-1 0 0 0,0 1 0 0 0,0-1 0 0 0,0 1-1 0 0,-1 0 1 0 0,1-1 0 0 0,0 1 0 0 0,-1 0 0 0 0,1 0-1 0 0,0 0 1 0 0,-1 0 0 0 0,1 1 0 0 0,-1-1 0 0 0,0 0-1 0 0,1 1 1 0 0,-1-1 0 0 0,0 1 0 0 0,0-1 0 0 0,0 1 0 0 0,0-1-1 0 0,0 1 1 0 0,1 2 0 0 0,4 9 145 0 0,0 0 0 0 0,0 0-1 0 0,6 28 1 0 0,-8-27-740 0 0,0-1 239 0 0,15 39-2953 0 0,-11-37 2099 0 0</inkml:trace>
</inkml:ink>
</file>

<file path=ppt/ink/ink3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7:52.2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24 52 6913 0 0,'7'-6'567'0'0,"0"0"-1"0"0,-1-1 0 0 0,0 1 0 0 0,-1-1 0 0 0,9-13 0 0 0,-26 36 4477 0 0,-18 24-3610 0 0,26-35-1245 0 0,0 1 0 0 0,1 0 0 0 0,0 1 1 0 0,0-1-1 0 0,0 0 0 0 0,-3 14 0 0 0,6-17-168 0 0,0-1 1 0 0,0 0-1 0 0,0 1 0 0 0,0-1 1 0 0,0 0-1 0 0,0 1 0 0 0,1-1 1 0 0,0 0-1 0 0,-1 0 0 0 0,1 0 1 0 0,0 1-1 0 0,0-1 1 0 0,0 0-1 0 0,0 0 0 0 0,0 0 1 0 0,1 0-1 0 0,-1-1 0 0 0,0 1 1 0 0,1 0-1 0 0,0 0 1 0 0,-1-1-1 0 0,1 1 0 0 0,0-1 1 0 0,3 3-1 0 0,6 2-222 0 0,-1 0 0 0 0,1-1 0 0 0,0 0-1 0 0,1 0 1 0 0,-1-1 0 0 0,1-1 0 0 0,0 0 0 0 0,17 2 0 0 0,39 11-1242 0 0,-67-15 1422 0 0,0-1 0 0 0,0 0 0 0 0,0 1 0 0 0,1-1 0 0 0,-1 1 0 0 0,0-1 0 0 0,0 1 0 0 0,0-1 0 0 0,0 1 0 0 0,0 0 0 0 0,-1-1 0 0 0,1 1 1 0 0,0 0-1 0 0,0 0 0 0 0,0 0 0 0 0,-1 0 0 0 0,1 0 0 0 0,0 0 0 0 0,-1 0 0 0 0,1 0 0 0 0,-1 0 0 0 0,1 0 0 0 0,-1 0 0 0 0,1 1 0 0 0,-1 0 62 0 0,0 0-1 0 0,0 0 1 0 0,0 0-1 0 0,0 0 0 0 0,-1 0 1 0 0,1 0-1 0 0,-1 0 1 0 0,1 0-1 0 0,-1-1 0 0 0,0 1 1 0 0,1 0-1 0 0,-1 0 1 0 0,-2 2-1 0 0,-4 6 438 0 0,-1 0-1 0 0,0 0 1 0 0,-16 14 0 0 0,19-18-330 0 0,-15 13-262 0 0,0 0 0 0 0,-1-2 0 0 0,-25 17 0 0 0,30-25-5981 0 0</inkml:trace>
</inkml:ink>
</file>

<file path=ppt/ink/ink3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7:52.8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0 105 4609 0 0,'24'-23'11869'0'0,"-18"36"-10866"0"0,11 78 1459 0 0,-13-62-2224 0 0,1-1 0 0 0,13 39 0 0 0,-15-59-256 0 0,0 0-1 0 0,0 0 0 0 0,1 0 1 0 0,1 0-1 0 0,-1-1 0 0 0,1 0 1 0 0,0 0-1 0 0,1 0 1 0 0,0 0-1 0 0,0-1 0 0 0,0 0 1 0 0,9 6-1 0 0,-12-9-29 0 0,0-1 0 0 0,0 0 1 0 0,0-1-1 0 0,0 1 0 0 0,0 0 0 0 0,0-1 1 0 0,0 0-1 0 0,0 0 0 0 0,0 0 0 0 0,1 0 1 0 0,-1 0-1 0 0,0-1 0 0 0,1 1 0 0 0,-1-1 1 0 0,1 0-1 0 0,-1 0 0 0 0,1 0 0 0 0,-1-1 1 0 0,0 1-1 0 0,1-1 0 0 0,-1 0 0 0 0,0 0 0 0 0,1 0 1 0 0,-1 0-1 0 0,0 0 0 0 0,4-3 0 0 0,-2 1-19 0 0,-1 0 0 0 0,-1-1 0 0 0,1 1 0 0 0,0-1-1 0 0,-1 0 1 0 0,0 0 0 0 0,0 0 0 0 0,0 0 0 0 0,0 0-1 0 0,-1-1 1 0 0,0 1 0 0 0,0-1 0 0 0,0 1 0 0 0,0-1-1 0 0,-1 0 1 0 0,1 0 0 0 0,0-6 0 0 0,-1-5-84 0 0,-1 0-1 0 0,0 0 1 0 0,-1 0 0 0 0,-6-29-1 0 0,1-3-235 0 0,6 51 371 0 0,0 0 1 0 0,1 0-1 0 0,-1 1 1 0 0,1-1 0 0 0,-1 0-1 0 0,1 0 1 0 0,0 0 0 0 0,0 0-1 0 0,0 0 1 0 0,0 0 0 0 0,1 0-1 0 0,-1 0 1 0 0,1 0-1 0 0,0 0 1 0 0,0-1 0 0 0,0 1-1 0 0,0-1 1 0 0,0 1 0 0 0,3 1-1 0 0,0-1 63 0 0,0 1 0 0 0,0-1 0 0 0,0-1 0 0 0,0 1 0 0 0,0-1-1 0 0,1 0 1 0 0,-1 0 0 0 0,1 0 0 0 0,11 1 0 0 0,5-1 293 0 0,0-1-1 0 0,0 0 1 0 0,0-2 0 0 0,33-5 0 0 0,-49 5-190 0 0,0 0-1 0 0,-1 0 1 0 0,1 0-1 0 0,-1-1 1 0 0,1 0 0 0 0,-1 0-1 0 0,0 0 1 0 0,0-1-1 0 0,0 0 1 0 0,0 0 0 0 0,0 0-1 0 0,0-1 1 0 0,-1 1-1 0 0,0-1 1 0 0,1 0 0 0 0,-2 0-1 0 0,1-1 1 0 0,0 1-1 0 0,-1-1 1 0 0,0 0 0 0 0,5-10-1 0 0,-3 4-97 0 0,-1-1 0 0 0,0-1 0 0 0,-1 1 0 0 0,-1 0 0 0 0,0-1-1 0 0,0 1 1 0 0,-1-1 0 0 0,-2-25 0 0 0,0-6-4102 0 0,2 39 2642 0 0</inkml:trace>
</inkml:ink>
</file>

<file path=ppt/ink/ink3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7:53.20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1 324 2761 0 0,'5'0'328'0'0,"0"0"0"0"0,0 0 0 0 0,1-1 1 0 0,-1 0-1 0 0,0 0 0 0 0,0 0 1 0 0,0-1-1 0 0,0 0 0 0 0,0 0 0 0 0,0 0 1 0 0,-1 0-1 0 0,1-1 0 0 0,-1 0 1 0 0,1 0-1 0 0,6-6 0 0 0,1-2 1086 0 0,0 0 0 0 0,0-1 0 0 0,17-23 1 0 0,-23 25-1051 0 0,0 1 1 0 0,-1-1 0 0 0,0 0 0 0 0,-1 0-1 0 0,0 0 1 0 0,0-1 0 0 0,-1 0 0 0 0,3-17-1 0 0,-5 22-292 0 0,0 1 1 0 0,-1 0-1 0 0,1-1 0 0 0,-1 1 0 0 0,0-1 0 0 0,-1 1 1 0 0,1-1-1 0 0,-1 1 0 0 0,0 0 0 0 0,0-1 0 0 0,-1 1 0 0 0,0 0 1 0 0,0 0-1 0 0,0 0 0 0 0,0 0 0 0 0,-1 0 0 0 0,0 0 1 0 0,0 1-1 0 0,-4-6 0 0 0,7 10-56 0 0,-1 0 1 0 0,1-1-1 0 0,0 1 1 0 0,0 0-1 0 0,-1-1 1 0 0,1 1-1 0 0,0 0 0 0 0,-1 0 1 0 0,1-1-1 0 0,0 1 1 0 0,-1 0-1 0 0,1 0 1 0 0,0 0-1 0 0,-1-1 0 0 0,1 1 1 0 0,-1 0-1 0 0,1 0 1 0 0,0 0-1 0 0,-1 0 1 0 0,1 0-1 0 0,-1 0 0 0 0,1 0 1 0 0,0 0-1 0 0,-1 0 1 0 0,1 0-1 0 0,-1 0 1 0 0,1 0-1 0 0,0 0 0 0 0,-1 0 1 0 0,1 0-1 0 0,0 1 1 0 0,-1-1-1 0 0,1 0 1 0 0,-1 0-1 0 0,-7 15 35 0 0,2 19-478 0 0,8-24 399 0 0,-1-1 0 0 0,1 0 1 0 0,1 1-1 0 0,0-1 1 0 0,0 0-1 0 0,1 0 0 0 0,0-1 1 0 0,0 1-1 0 0,1-1 0 0 0,0 0 1 0 0,1 0-1 0 0,0-1 1 0 0,0 1-1 0 0,0-1 0 0 0,1-1 1 0 0,0 1-1 0 0,0-1 0 0 0,1 0 1 0 0,0-1-1 0 0,9 5 1 0 0,-5-3-249 0 0,0 0 0 0 0,1-1 0 0 0,0-1 1 0 0,0 0-1 0 0,0 0 0 0 0,1-2 0 0 0,19 4 1 0 0,-23-6-664 0 0,0 0 0 0 0,0-1 1 0 0,1 0-1 0 0,-1 0 0 0 0,20-5 1 0 0,-15 1-3462 0 0</inkml:trace>
</inkml:ink>
</file>

<file path=ppt/ink/ink3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7:53.4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1 154 6449 0 0,'0'0'96'0'0,"1"-1"-1"0"0,0 1 0 0 0,-1 0 0 0 0,1-1 1 0 0,0 1-1 0 0,-1 0 0 0 0,1 0 0 0 0,0 0 1 0 0,0 0-1 0 0,-1 0 0 0 0,1 0 0 0 0,0 0 1 0 0,0 0-1 0 0,-1 0 0 0 0,1 0 0 0 0,0 0 1 0 0,-1 1-1 0 0,1-1 0 0 0,0 0 0 0 0,-1 0 1 0 0,1 1-1 0 0,0-1 0 0 0,1 1 0 0 0,19 8 3255 0 0,-9-1-2769 0 0,-1 1-1 0 0,1 0 1 0 0,-1 1-1 0 0,-1 0 1 0 0,0 1-1 0 0,0 0 0 0 0,-1 0 1 0 0,-1 1-1 0 0,0 1 1 0 0,0-1-1 0 0,10 26 1 0 0,-16-35-476 0 0,-1 0 1 0 0,0 0-1 0 0,-1 0 0 0 0,1 0 1 0 0,-1 0-1 0 0,1 0 1 0 0,-1 1-1 0 0,0-1 1 0 0,0 0-1 0 0,0 0 1 0 0,-1 0-1 0 0,1 0 0 0 0,-1 0 1 0 0,1 0-1 0 0,-3 5 1 0 0,3-8-78 0 0,-1 1-1 0 0,1-1 1 0 0,0 0 0 0 0,0 0 0 0 0,-1 0-1 0 0,1 0 1 0 0,0 0 0 0 0,-1 0 0 0 0,1 0-1 0 0,0 0 1 0 0,0 0 0 0 0,-1 0 0 0 0,1 0 0 0 0,0 0-1 0 0,-1 0 1 0 0,1 0 0 0 0,0-1 0 0 0,0 1-1 0 0,-1 0 1 0 0,1 0 0 0 0,0 0 0 0 0,0 0-1 0 0,-1 0 1 0 0,1-1 0 0 0,0 1 0 0 0,0 0-1 0 0,0 0 1 0 0,-1 0 0 0 0,1-1 0 0 0,0 1 0 0 0,0 0-1 0 0,0 0 1 0 0,0-1 0 0 0,0 1 0 0 0,-1 0-1 0 0,1 0 1 0 0,0-1 0 0 0,0 1 0 0 0,0 0-1 0 0,0 0 1 0 0,0-1 0 0 0,0 1 0 0 0,0-1 0 0 0,-5-12 355 0 0,4 2-305 0 0,1 0 0 0 0,0 0 0 0 0,0-1 0 0 0,1 2 0 0 0,1-1 0 0 0,0 0 0 0 0,0 0 0 0 0,1 0 0 0 0,8-18 0 0 0,6-12-134 0 0,23-38 1 0 0,-39 77 47 0 0,20-35-1183 0 0,1 3-4060 0 0,1 2-1869 0 0</inkml:trace>
</inkml:ink>
</file>

<file path=ppt/ink/ink3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7:54.56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145 1 6913 0 0,'0'0'529'0'0,"-11"16"356"0"0,-6 10-135 0 0,1 0 0 0 0,2 1 0 0 0,1 1 0 0 0,0 0 0 0 0,3 1 1 0 0,-11 39-1 0 0,11-22-304 0 0,2 1 0 0 0,2 0 0 0 0,0 67 0 0 0,32 522 942 0 0,-26-629-1400 0 0,2 15-191 0 0,0 1 0 0 0,2-1 0 0 0,0 0 0 0 0,14 42 0 0 0,-12-55-517 0 0</inkml:trace>
</inkml:ink>
</file>

<file path=ppt/ink/ink3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7:55.34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121 223 2881 0 0,'1'-9'-27'0'0,"1"1"0"0"0,0-1 0 0 0,0 0 1 0 0,1 1-1 0 0,0-1 0 0 0,7-10 0 0 0,2-10-147 0 0,-12 29 247 0 0,1-1 0 0 0,-1 0 0 0 0,0 1 0 0 0,1-1 0 0 0,-1 0 0 0 0,0 1 0 0 0,1-1 1 0 0,-1 0-1 0 0,0 1 0 0 0,0-1 0 0 0,1 0 0 0 0,-1 0 0 0 0,0 1 0 0 0,0-1 0 0 0,0 0 0 0 0,0 0 0 0 0,0 1 0 0 0,0-1 0 0 0,0 0 0 0 0,-1 0 0 0 0,1 1 0 0 0,0-1 0 0 0,0 0 0 0 0,0 1 0 0 0,-1-1 0 0 0,1 0 0 0 0,0 1 0 0 0,-1-2 0 0 0,0 2 100 0 0,-1 0 0 0 0,1 0 0 0 0,0 1-1 0 0,0-1 1 0 0,0 0 0 0 0,0 1-1 0 0,0-1 1 0 0,0 0 0 0 0,0 1-1 0 0,0-1 1 0 0,0 1 0 0 0,0 0-1 0 0,0-1 1 0 0,0 1 0 0 0,-1 1 0 0 0,-37 35 2476 0 0,15-4-1713 0 0,1 0 1 0 0,-25 52-1 0 0,47-84-931 0 0,1-1 0 0 0,-1 1 0 0 0,1-1-1 0 0,0 1 1 0 0,-1-1 0 0 0,1 1 0 0 0,0-1 0 0 0,0 1 0 0 0,-1-1 0 0 0,1 1 0 0 0,0-1 0 0 0,0 1 0 0 0,0-1 0 0 0,0 1 0 0 0,-1-1-1 0 0,1 1 1 0 0,0 0 0 0 0,0-1 0 0 0,0 1 0 0 0,0-1 0 0 0,1 1 0 0 0,-1 0 0 0 0,0-1 0 0 0,0 1 0 0 0,0-1 0 0 0,1 1 0 0 0,11-3-77 0 0,19-18-289 0 0,-10-4 802 0 0,-1-1 1 0 0,23-36 0 0 0,-23 30 165 0 0,40-45 0 0 0,-53 68-373 0 0,1 0 0 0 0,-1 1-1 0 0,2 0 1 0 0,-1 1-1 0 0,1 0 1 0 0,0 0-1 0 0,0 1 1 0 0,0 0 0 0 0,1 0-1 0 0,10-3 1 0 0,-17 7-123 0 0,-1 1 0 0 0,0 0 0 0 0,1-1 0 0 0,-1 1 0 0 0,0 0 0 0 0,1 0 1 0 0,-1 0-1 0 0,0 0 0 0 0,0 1 0 0 0,1-1 0 0 0,-1 0 0 0 0,0 1 0 0 0,0 0 0 0 0,1 0 0 0 0,-1-1 1 0 0,0 1-1 0 0,0 1 0 0 0,0-1 0 0 0,0 0 0 0 0,0 0 0 0 0,0 1 0 0 0,-1-1 0 0 0,1 1 0 0 0,0-1 0 0 0,2 5 1 0 0,4 4 111 0 0,0 1 1 0 0,0 1 0 0 0,9 19 0 0 0,8 12-86 0 0,-2-18-1004 0 0,-6-10-4393 0 0,-2-4-1388 0 0</inkml:trace>
</inkml:ink>
</file>

<file path=ppt/ink/ink3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7:56.18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60 30 5961 0 0,'-2'0'256'0'0,"0"0"0"0"0,0 0-1 0 0,0 0 1 0 0,0 0-1 0 0,0 1 1 0 0,1-1 0 0 0,-1 1-1 0 0,0 0 1 0 0,0-1 0 0 0,1 1-1 0 0,-1 0 1 0 0,0 0-1 0 0,1 0 1 0 0,-1 0 0 0 0,1 0-1 0 0,-1 0 1 0 0,1 1 0 0 0,-2 1-1 0 0,0 0-80 0 0,1 0 0 0 0,0 1-1 0 0,0-1 1 0 0,0 0 0 0 0,1 1-1 0 0,-1 0 1 0 0,1-1 0 0 0,-2 7-1 0 0,0 5-34 0 0,1 1 0 0 0,1-1 1 0 0,0 23-1 0 0,1-33 64 0 0,0 34 148 0 0,3-1 1 0 0,0 1 0 0 0,3-1-1 0 0,1 0 1 0 0,2 0 0 0 0,22 59-1 0 0,-29-91-333 0 0,1 0 0 0 0,0-1 0 0 0,0 1 0 0 0,1-1-1 0 0,-1 0 1 0 0,1 0 0 0 0,0 0 0 0 0,1 0 0 0 0,-1-1 0 0 0,1 1-1 0 0,0-1 1 0 0,0 0 0 0 0,0-1 0 0 0,0 1 0 0 0,12 5 0 0 0,-13-8-19 0 0,0 0 1 0 0,0 0 0 0 0,-1 0 0 0 0,1 0 0 0 0,0 0-1 0 0,0-1 1 0 0,1 0 0 0 0,-1 0 0 0 0,0 0 0 0 0,0 0-1 0 0,0-1 1 0 0,0 1 0 0 0,0-1 0 0 0,0 0 0 0 0,-1 0-1 0 0,1-1 1 0 0,0 1 0 0 0,0-1 0 0 0,-1 0 0 0 0,1 0-1 0 0,-1 0 1 0 0,1 0 0 0 0,-1-1 0 0 0,0 1-1 0 0,0-1 1 0 0,3-3 0 0 0,2-3 93 0 0,-1 0 0 0 0,0 0 1 0 0,0 0-1 0 0,-1-1 0 0 0,0 0 0 0 0,0-1 0 0 0,-1 1 1 0 0,-1-1-1 0 0,0 0 0 0 0,3-11 0 0 0,1-14 434 0 0,6-66-1 0 0,-12 86-465 0 0,3-6-24 0 0,-5 22-36 0 0,0 0 0 0 0,0 0 0 0 0,0 0 0 0 0,0 0 0 0 0,0-1 0 0 0,1 1 0 0 0,-1 0 0 0 0,0 0-1 0 0,0 0 1 0 0,0 0 0 0 0,0 0 0 0 0,0 0 0 0 0,1 0 0 0 0,-1 0 0 0 0,0 0 0 0 0,0 0 0 0 0,0 0 0 0 0,1 0 0 0 0,-1 0 0 0 0,0 0 0 0 0,0 0 0 0 0,0 0 0 0 0,0 0 0 0 0,1 0 0 0 0,-1 0 0 0 0,0 0 0 0 0,0 0 0 0 0,0 0 0 0 0,0 0-1 0 0,0 0 1 0 0,1 0 0 0 0,-1 0 0 0 0,0 0 0 0 0,0 0 0 0 0,0 1 0 0 0,0-1 0 0 0,0 0 0 0 0,1 0 0 0 0,-1 0 0 0 0,0 0 0 0 0,0 0 0 0 0,0 0 0 0 0,0 1 0 0 0,0-1 0 0 0,0 0 0 0 0,0 0 0 0 0,0 0 0 0 0,0 0 0 0 0,0 1 0 0 0,1-1-1 0 0,14 38 144 0 0,-9-20-235 0 0,-3-12 79 0 0,-1 0 1 0 0,1-1 0 0 0,0 0-1 0 0,0 1 1 0 0,1-1 0 0 0,0-1-1 0 0,0 1 1 0 0,0 0 0 0 0,0-1-1 0 0,1 0 1 0 0,-1 0 0 0 0,1 0-1 0 0,0-1 1 0 0,0 1 0 0 0,1-1-1 0 0,-1 0 1 0 0,1-1 0 0 0,-1 1-1 0 0,1-1 1 0 0,0 0 0 0 0,0-1-1 0 0,0 1 1 0 0,0-1 0 0 0,0-1-1 0 0,0 1 1 0 0,0-1 0 0 0,1 0-1 0 0,-1 0 1 0 0,8-2 0 0 0,-6 1 90 0 0,1-1 1 0 0,0 0 0 0 0,-1-1-1 0 0,1 0 1 0 0,-1 0-1 0 0,0-1 1 0 0,0 0 0 0 0,0-1-1 0 0,-1 1 1 0 0,1-1 0 0 0,-1-1-1 0 0,0 1 1 0 0,-1-1 0 0 0,1-1-1 0 0,-1 1 1 0 0,-1-1 0 0 0,1 0-1 0 0,-1 0 1 0 0,8-15 0 0 0,-9 12 118 0 0,1-1 0 0 0,-2 0 0 0 0,0 0 1 0 0,0 0-1 0 0,-1-1 0 0 0,0 1 1 0 0,-1-1-1 0 0,0 1 0 0 0,-1-1 0 0 0,0 1 1 0 0,-1-1-1 0 0,0 1 0 0 0,-5-20 1 0 0,4 21-420 0 0,-1 0 1 0 0,-1 0-1 0 0,0 0 1 0 0,0 0-1 0 0,-1 1 0 0 0,0-1 1 0 0,-1 1-1 0 0,0 1 1 0 0,-8-11-1 0 0,5 8-3559 0 0</inkml:trace>
</inkml:ink>
</file>

<file path=ppt/ink/ink3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7:56.58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4609 0 0,'0'0'208'0'0,"8"16"1480"0"0,-1 0-676 0 0,-1 2 0 0 0,0-1 0 0 0,-1 0 0 0 0,-2 1 0 0 0,4 26 0 0 0,-1-7-342 0 0,-1-10-109 0 0,1 0 0 0 0,18 50 1 0 0,-19-66-527 0 0,0 0 0 0 0,0 0 1 0 0,1 0-1 0 0,1-1 0 0 0,0 0 0 0 0,0 0 1 0 0,1-1-1 0 0,0 0 0 0 0,12 10 0 0 0,-20-19-45 0 0,1 1-1 0 0,0 0 0 0 0,-1-1 1 0 0,1 1-1 0 0,0 0 1 0 0,0-1-1 0 0,-1 1 0 0 0,1-1 1 0 0,0 1-1 0 0,0-1 1 0 0,0 0-1 0 0,0 1 0 0 0,0-1 1 0 0,0 0-1 0 0,0 0 1 0 0,0 1-1 0 0,0-1 0 0 0,0 0 1 0 0,0 0-1 0 0,0 0 1 0 0,0 0-1 0 0,0 0 0 0 0,-1 0 1 0 0,1-1-1 0 0,0 1 1 0 0,0 0-1 0 0,0 0 0 0 0,0-1 1 0 0,0 1-1 0 0,0 0 1 0 0,0-1-1 0 0,0 1 0 0 0,0-1 1 0 0,-1 0-1 0 0,1 1 0 0 0,0-1 1 0 0,0 1-1 0 0,-1-1 1 0 0,1 0-1 0 0,0 0 0 0 0,-1 1 1 0 0,1-1-1 0 0,-1 0 1 0 0,1 0-1 0 0,-1 0 0 0 0,1-1 1 0 0,3-7-212 0 0,0 1-1 0 0,-1-1 1 0 0,0 0 0 0 0,1-11 0 0 0,1 2 407 0 0,3-9-90 0 0,1 1 0 0 0,2 0 0 0 0,0 0-1 0 0,2 1 1 0 0,1 1 0 0 0,19-27 0 0 0,-30 47-72 0 0,0 1-1 0 0,0 0 1 0 0,0 0-1 0 0,0 0 1 0 0,1 0-1 0 0,-1 1 1 0 0,1-1-1 0 0,4-1 1 0 0,-7 3-2 0 0,0 1 0 0 0,0-1 0 0 0,0 1 0 0 0,0-1 0 0 0,0 1 1 0 0,0 0-1 0 0,0 0 0 0 0,0-1 0 0 0,0 1 0 0 0,0 0 0 0 0,0 0 0 0 0,0 0 1 0 0,0 0-1 0 0,0 0 0 0 0,0 0 0 0 0,0 1 0 0 0,0-1 0 0 0,0 0 0 0 0,0 0 0 0 0,0 1 1 0 0,0-1-1 0 0,0 1 0 0 0,0-1 0 0 0,0 1 0 0 0,-1-1 0 0 0,1 1 0 0 0,0-1 1 0 0,0 1-1 0 0,0 0 0 0 0,-1-1 0 0 0,1 1 0 0 0,0 0 0 0 0,-1 0 0 0 0,1 0 0 0 0,-1 0 1 0 0,1-1-1 0 0,-1 1 0 0 0,2 2 0 0 0,16 48 978 0 0,-4-10-1909 0 0,-1-15-3067 0 0,0-6-1036 0 0</inkml:trace>
</inkml:ink>
</file>

<file path=ppt/ink/ink3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7:56.9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223 63 4145 0 0,'-11'-26'240'0'0,"9"23"264"0"0,1 0 0 0 0,-1 0 1 0 0,-1 0-1 0 0,1 0 0 0 0,0 1 0 0 0,-1-1 1 0 0,1 1-1 0 0,-7-5 0 0 0,8 6-334 0 0,-1 0 1 0 0,0 0-1 0 0,0 0 0 0 0,1 1 0 0 0,-1-1 0 0 0,0 1 1 0 0,0-1-1 0 0,0 1 0 0 0,0-1 0 0 0,0 1 0 0 0,0 0 1 0 0,0 0-1 0 0,0 0 0 0 0,0 0 0 0 0,0 0 0 0 0,0 0 1 0 0,0 1-1 0 0,0-1 0 0 0,1 1 0 0 0,-1-1 0 0 0,0 1 1 0 0,0 0-1 0 0,0 0 0 0 0,0 0 0 0 0,1 0 0 0 0,-1 0 1 0 0,0 0-1 0 0,1 0 0 0 0,-1 0 0 0 0,1 1 1 0 0,-2 2-1 0 0,-13 12 234 0 0,1 1-1 0 0,1 0 1 0 0,1 1 0 0 0,0 1 0 0 0,2 0-1 0 0,0 1 1 0 0,1 0 0 0 0,-8 23 0 0 0,17-40-356 0 0,0 1 0 0 0,0 0 0 0 0,0 1 0 0 0,0-1 0 0 0,1 0 0 0 0,0 0 0 0 0,0 0 0 0 0,0 0 0 0 0,0 0 0 0 0,1 0 0 0 0,-1 0 0 0 0,1 0 1 0 0,0 0-1 0 0,0 0 0 0 0,1 0 0 0 0,-1 0 0 0 0,1 0 0 0 0,0 0 0 0 0,0-1 0 0 0,4 6 0 0 0,-4-7-114 0 0,0 0 1 0 0,0 0-1 0 0,0 0 0 0 0,0-1 1 0 0,0 1-1 0 0,0-1 0 0 0,0 1 0 0 0,1-1 1 0 0,-1 0-1 0 0,1 0 0 0 0,-1 0 1 0 0,1 0-1 0 0,-1-1 0 0 0,1 1 1 0 0,-1 0-1 0 0,1-1 0 0 0,0 0 1 0 0,-1 0-1 0 0,1 0 0 0 0,-1 0 1 0 0,1 0-1 0 0,0 0 0 0 0,-1-1 0 0 0,1 1 1 0 0,-1-1-1 0 0,1 0 0 0 0,-1 0 1 0 0,1 0-1 0 0,-1 0 0 0 0,0 0 1 0 0,1 0-1 0 0,-1-1 0 0 0,3-2 1 0 0,1 0-126 0 0,-1 0 1 0 0,1 0 0 0 0,-1-1-1 0 0,0 0 1 0 0,-1 0 0 0 0,1 0 0 0 0,-1 0-1 0 0,0-1 1 0 0,0 0 0 0 0,2-6-1 0 0,5-10-46 0 0,11-37-1 0 0,-16 42 416 0 0,0 0 1 0 0,2 0-1 0 0,13-24 1 0 0,-20 39-124 0 0,-1 1 1 0 0,1-1-1 0 0,0 1 1 0 0,0 0 0 0 0,0 0-1 0 0,0-1 1 0 0,0 1-1 0 0,0 0 1 0 0,0 0 0 0 0,0 0-1 0 0,0 0 1 0 0,0 0-1 0 0,1 0 1 0 0,-1 1 0 0 0,0-1-1 0 0,1 0 1 0 0,-1 1-1 0 0,1-1 1 0 0,1 0 0 0 0,-2 2 0 0 0,0-1 0 0 0,0 1 0 0 0,0 0 0 0 0,0-1 0 0 0,0 1-1 0 0,-1 0 1 0 0,1 0 0 0 0,0 0 0 0 0,0 0 0 0 0,-1 0 0 0 0,1 0 0 0 0,-1 0 0 0 0,1 0 0 0 0,-1 0 0 0 0,1 0 0 0 0,-1 0 0 0 0,0 0 0 0 0,1 0 0 0 0,-1 0 0 0 0,0 1 0 0 0,0-1 0 0 0,0 0 0 0 0,0 0 0 0 0,0 0 0 0 0,0 3 0 0 0,1 2-10 0 0,9 58 814 0 0,-9-60-1027 0 0,0 0-1 0 0,1 0 1 0 0,0 0 0 0 0,0 0 0 0 0,0 0-1 0 0,0 0 1 0 0,1 0 0 0 0,-1-1 0 0 0,1 1-1 0 0,0-1 1 0 0,0 0 0 0 0,5 5-1 0 0,5 1-5709 0 0</inkml:trace>
</inkml:ink>
</file>

<file path=ppt/ink/ink3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7:57.16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 1 1840 0 0,'-6'14'6037'0'0,"1"28"-2336"0"0,7-8-2465 0 0,2-1-1 0 0,1-1 0 0 0,2 1 1 0 0,13 39-1 0 0,55 125-530 0 0,-43-118-1188 0 0,-8-23-4903 0 0,-12-33-43 0 0</inkml:trace>
</inkml:ink>
</file>

<file path=ppt/ink/ink3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7:57.3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41 137 6913 0 0,'-5'-1'-185'0'0,"1"1"437"0"0,1-1-1 0 0,-1 1 0 0 0,0-1 1 0 0,0 0-1 0 0,0 0 1 0 0,-5-3-1 0 0,8 4-197 0 0,1-1 0 0 0,0 1 0 0 0,0 0 1 0 0,-1 0-1 0 0,1 0 0 0 0,0 0 0 0 0,0-1 0 0 0,0 1 1 0 0,0 0-1 0 0,-1 0 0 0 0,1-1 0 0 0,0 1 0 0 0,0 0 0 0 0,0 0 1 0 0,0 0-1 0 0,0-1 0 0 0,0 1 0 0 0,0 0 0 0 0,0-1 0 0 0,0 1 1 0 0,-1 0-1 0 0,1 0 0 0 0,0-1 0 0 0,0 1 0 0 0,1 0 1 0 0,-1 0-1 0 0,0-1 0 0 0,0 1 0 0 0,0 0 0 0 0,0 0 0 0 0,0-1 1 0 0,0 1-1 0 0,0 0 0 0 0,0 0 0 0 0,1-1 0 0 0,15-13 1656 0 0,55-22 231 0 0,-16 15-2942 0 0,70-15 0 0 0,-81 24 981 0 0</inkml:trace>
</inkml:ink>
</file>

<file path=ppt/ink/ink3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7:57.9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 2 11522 0 0,'-1'0'109'0'0,"0"-1"0"0"0,1 1-1 0 0,-1 0 1 0 0,0 0-1 0 0,0 0 1 0 0,1-1-1 0 0,-1 1 1 0 0,0 0-1 0 0,0 0 1 0 0,1 0-1 0 0,-1 0 1 0 0,0 0-1 0 0,0 1 1 0 0,1-1-1 0 0,-1 0 1 0 0,0 0-1 0 0,0 0 1 0 0,1 1-1 0 0,-1-1 1 0 0,0 0-1 0 0,0 1 1 0 0,1-1-1 0 0,-1 1 1 0 0,1-1-1 0 0,-1 0 1 0 0,0 1-1 0 0,1 0 1 0 0,-1-1 0 0 0,1 1-1 0 0,-1-1 1 0 0,1 1-1 0 0,-1 0 1 0 0,1-1-1 0 0,0 1 1 0 0,-1 0-1 0 0,1-1 1 0 0,0 1-1 0 0,-1 0 1 0 0,1-1-1 0 0,0 1 1 0 0,0 0-1 0 0,0 0 1 0 0,0 0-1 0 0,0-1 1 0 0,0 1-1 0 0,0 0 1 0 0,0 0-1 0 0,0-1 1 0 0,0 1-1 0 0,0 0 1 0 0,1 1-1 0 0,6 43 910 0 0,-6-43-985 0 0,49 171 828 0 0,-8-32-1865 0 0,-18-46-2861 0 0,-20-69 2380 0 0</inkml:trace>
</inkml:ink>
</file>

<file path=ppt/ink/ink3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7:58.37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0 255 3425 0 0,'32'-18'1320'0'0,"-2"-2"1"0"0,51-41 0 0 0,-35 24-137 0 0,-8 6-614 0 0,-25 19-340 0 0,1 1 0 0 0,0 0 0 0 0,0 1 1 0 0,1 1-1 0 0,1 0 0 0 0,0 1 0 0 0,20-8 0 0 0,-34 15-129 0 0,-1 1-1 0 0,1 0 1 0 0,-1 0 0 0 0,1-1-1 0 0,-1 1 1 0 0,1 0-1 0 0,-1 0 1 0 0,1 1-1 0 0,-1-1 1 0 0,0 0 0 0 0,1 0-1 0 0,-1 1 1 0 0,1-1-1 0 0,-1 1 1 0 0,0-1-1 0 0,1 1 1 0 0,-1 0 0 0 0,0-1-1 0 0,1 1 1 0 0,-1 0-1 0 0,0 0 1 0 0,0 0-1 0 0,0 0 1 0 0,0 0 0 0 0,0 0-1 0 0,0 0 1 0 0,0 0-1 0 0,0 0 1 0 0,0 1-1 0 0,0-1 1 0 0,-1 0-1 0 0,1 1 1 0 0,-1-1 0 0 0,1 0-1 0 0,0 2 1 0 0,2 8 395 0 0,0-1 1 0 0,0 1 0 0 0,1 21-1 0 0,0-10-156 0 0,-2-8-114 0 0,2 0 0 0 0,0 0 0 0 0,6 14 0 0 0,-9-26-231 0 0,-1 0 0 0 0,1 0 0 0 0,0 1 0 0 0,0-1 0 0 0,0 0-1 0 0,0 0 1 0 0,1 0 0 0 0,-1 0 0 0 0,1 0 0 0 0,-1 0 0 0 0,1-1 0 0 0,-1 1-1 0 0,1 0 1 0 0,0-1 0 0 0,0 1 0 0 0,0-1 0 0 0,0 0 0 0 0,0 0-1 0 0,0 0 1 0 0,0 0 0 0 0,0 0 0 0 0,1 0 0 0 0,-1 0 0 0 0,0 0 0 0 0,1-1-1 0 0,-1 0 1 0 0,5 1 0 0 0,-5-2-72 0 0,1 1 0 0 0,0-1 0 0 0,-1 0 0 0 0,1-1 0 0 0,-1 1-1 0 0,1 0 1 0 0,-1-1 0 0 0,1 1 0 0 0,-1-1 0 0 0,0 0 0 0 0,0 1 0 0 0,0-1 0 0 0,0 0 0 0 0,0-1 0 0 0,-1 1-1 0 0,1 0 1 0 0,0 0 0 0 0,-1-1 0 0 0,3-4 0 0 0,3-8 246 0 0,-1 0 1 0 0,6-22-1 0 0,-1 6 596 0 0,-8 23-498 0 0,0 2 0 0 0,0-1 0 0 0,1 0 0 0 0,0 1 0 0 0,8-11 1 0 0,-11 17-205 0 0,0-1 0 0 0,-1 0 0 0 0,1 0 0 0 0,0 1 0 0 0,0-1 1 0 0,-1 0-1 0 0,1 1 0 0 0,0-1 0 0 0,0 1 0 0 0,0-1 0 0 0,0 1 1 0 0,0-1-1 0 0,0 1 0 0 0,0 0 0 0 0,0 0 0 0 0,0-1 0 0 0,0 1 1 0 0,0 0-1 0 0,2 0 0 0 0,-1 0-11 0 0,-1 1-1 0 0,0 0 1 0 0,0-1 0 0 0,1 1 0 0 0,-1 0 0 0 0,0-1 0 0 0,0 1-1 0 0,0 0 1 0 0,0 0 0 0 0,0 0 0 0 0,0 0 0 0 0,0 0-1 0 0,0 0 1 0 0,0 0 0 0 0,-1 1 0 0 0,1-1 0 0 0,0 0-1 0 0,-1 0 1 0 0,1 1 0 0 0,0 0 0 0 0,18 58 857 0 0,-2-7-1868 0 0,1-20-4724 0 0,-3-14-1044 0 0</inkml:trace>
</inkml:ink>
</file>

<file path=ppt/ink/ink3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7:58.7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1 317 3681 0 0,'1'-3'232'0'0,"1"1"0"0"0,0-1 0 0 0,-1 1 0 0 0,1 0 0 0 0,0 0 0 0 0,0-1 0 0 0,0 1 0 0 0,0 1 0 0 0,4-4 0 0 0,5-4 599 0 0,3-8 940 0 0,-1-1 0 0 0,0 0 1 0 0,12-24-1 0 0,-16 26-1433 0 0,-1-1-1 0 0,-1-1 1 0 0,0 1 0 0 0,-1-1 0 0 0,-1 0 0 0 0,0 0 0 0 0,2-27 0 0 0,-7 44-296 0 0,0 1 0 0 0,0-1-1 0 0,1 0 1 0 0,-1 0 0 0 0,0 1 0 0 0,0-1 0 0 0,0 0 0 0 0,0 0 0 0 0,0 0 0 0 0,0 1 0 0 0,0-1 0 0 0,-1 0 0 0 0,1 0 0 0 0,0 0 0 0 0,0 1 0 0 0,-1-1 0 0 0,1 0 0 0 0,0 1 0 0 0,-1-1 0 0 0,1 0 0 0 0,-1 0 0 0 0,1 1 0 0 0,-1-1 0 0 0,1 1 0 0 0,-2-2 0 0 0,1 2 28 0 0,0 0 0 0 0,1 0 1 0 0,-1 0-1 0 0,0 0 0 0 0,0 0 0 0 0,0 1 1 0 0,0-1-1 0 0,0 0 0 0 0,1 0 0 0 0,-1 1 1 0 0,0-1-1 0 0,0 0 0 0 0,0 1 0 0 0,1-1 1 0 0,-1 1-1 0 0,0-1 0 0 0,1 1 0 0 0,-2 1 1 0 0,-29 33 1439 0 0,-26 59-628 0 0,51-81-865 0 0,0 0-1 0 0,1 0 0 0 0,0 1 0 0 0,1 0 0 0 0,-4 23 0 0 0,7-34-46 0 0,1 0-1 0 0,0 0 1 0 0,0 0-1 0 0,0 0 1 0 0,0 0-1 0 0,1 0 1 0 0,-1 0-1 0 0,1 0 1 0 0,-1 0-1 0 0,1 0 1 0 0,0 0-1 0 0,0 0 1 0 0,1 0 0 0 0,-1-1-1 0 0,0 1 1 0 0,1-1-1 0 0,0 1 1 0 0,0-1-1 0 0,-1 1 1 0 0,1-1-1 0 0,5 4 1 0 0,-2-2-194 0 0,0-1 0 0 0,0 1-1 0 0,1-1 1 0 0,-1-1 0 0 0,1 1 0 0 0,0-1 0 0 0,0 0 0 0 0,-1 0 0 0 0,12 2 0 0 0,11 0-1140 0 0</inkml:trace>
</inkml:ink>
</file>

<file path=ppt/ink/ink3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7:59.4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10594 0 0,'3'2'-26'0'0,"-1"-1"0"0"0,0 1 0 0 0,-1 0-1 0 0,1 0 1 0 0,0-1 0 0 0,0 1 0 0 0,-1 0 0 0 0,1 0-1 0 0,-1 1 1 0 0,0-1 0 0 0,1 0 0 0 0,-1 0-1 0 0,0 1 1 0 0,0-1 0 0 0,-1 0 0 0 0,2 4 0 0 0,0 0 606 0 0,4 11 32 0 0,-1 0 0 0 0,-1 0-1 0 0,-1 0 1 0 0,0 1 0 0 0,-2-1 0 0 0,0 1 0 0 0,-1 25 0 0 0,-1-25-472 0 0,1 0 1 0 0,1 0 0 0 0,0 0 0 0 0,1-1 0 0 0,1 1 0 0 0,1 0-1 0 0,7 18 1 0 0,-11-36-172 0 0,0 1 0 0 0,0-1 0 0 0,0 1 1 0 0,0-1-1 0 0,0 1 0 0 0,0-1 0 0 0,1 0 0 0 0,-1 1 0 0 0,0-1 0 0 0,0 1 0 0 0,0-1 0 0 0,1 1 0 0 0,-1-1 0 0 0,0 0 0 0 0,0 1 0 0 0,1-1 0 0 0,-1 0 1 0 0,0 1-1 0 0,1-1 0 0 0,-1 0 0 0 0,0 1 0 0 0,1-1 0 0 0,-1 0 0 0 0,1 0 0 0 0,-1 0 0 0 0,1 1 0 0 0,-1-1 0 0 0,0 0 0 0 0,1 0 0 0 0,-1 0 1 0 0,1 0-1 0 0,0 0 0 0 0,7-14-532 0 0,1-33 592 0 0,-9 41 130 0 0,3-12 11 0 0,1-12 111 0 0,11-38 0 0 0,-13 61-255 0 0,0 0 1 0 0,0 0-1 0 0,1 0 0 0 0,0 1 1 0 0,1-1-1 0 0,-1 1 0 0 0,1-1 1 0 0,0 1-1 0 0,1 0 0 0 0,10-10 1 0 0,-14 15 15 0 0,0 1 0 0 0,0-1 0 0 0,0 1 1 0 0,0-1-1 0 0,0 1 0 0 0,1-1 0 0 0,-1 1 0 0 0,0 0 1 0 0,0 0-1 0 0,1 0 0 0 0,-1 0 0 0 0,0 0 0 0 0,0 0 1 0 0,1 0-1 0 0,-1 0 0 0 0,0 0 0 0 0,0 0 0 0 0,0 1 1 0 0,1-1-1 0 0,-1 0 0 0 0,0 1 0 0 0,0-1 1 0 0,0 1-1 0 0,0 0 0 0 0,0-1 0 0 0,0 1 0 0 0,0 0 1 0 0,0-1-1 0 0,0 1 0 0 0,0 0 0 0 0,0 0 0 0 0,0 0 1 0 0,1 2-1 0 0,29 37 480 0 0,-29-37-476 0 0,1 1-18 0 0,12 17 165 0 0,-1 1 0 0 0,-1 1 0 0 0,-1 0-1 0 0,12 33 1 0 0,-24-56-186 0 0,0 1-1 0 0,0-1 0 0 0,0 0 1 0 0,0 0-1 0 0,1 1 0 0 0,-1-1 1 0 0,0 0-1 0 0,0 0 0 0 0,0 1 1 0 0,0-1-1 0 0,0 0 1 0 0,0 0-1 0 0,0 0 0 0 0,1 0 1 0 0,-1 1-1 0 0,0-1 0 0 0,0 0 1 0 0,0 0-1 0 0,0 0 1 0 0,1 0-1 0 0,-1 1 0 0 0,0-1 1 0 0,0 0-1 0 0,0 0 0 0 0,1 0 1 0 0,-1 0-1 0 0,0 0 0 0 0,0 0 1 0 0,1 0-1 0 0,-1 0 1 0 0,0 0-1 0 0,0 0 0 0 0,1 0 1 0 0,-1 0-1 0 0,0 0 0 0 0,0 0 1 0 0,0 0-1 0 0,1 0 1 0 0,-1 0-1 0 0,0 0 0 0 0,1 0 1 0 0,9-9 1 0 0,4-13-148 0 0,-4 1 187 0 0,-1 1 204 0 0,0 1-1 0 0,22-33 1 0 0,-28 48-224 0 0,0-1 0 0 0,1 1 0 0 0,-1 0 1 0 0,1 1-1 0 0,0-1 0 0 0,0 0 0 0 0,0 1 1 0 0,1 0-1 0 0,-1 0 0 0 0,1 0 0 0 0,-1 1 1 0 0,1 0-1 0 0,0-1 0 0 0,0 2 0 0 0,0-1 1 0 0,8-1-1 0 0,-11 3-2 0 0,0 0 0 0 0,0 0 1 0 0,0 0-1 0 0,0 0 0 0 0,0 0 1 0 0,-1 1-1 0 0,1-1 0 0 0,0 1 1 0 0,0 0-1 0 0,-1-1 0 0 0,1 1 0 0 0,0 0 1 0 0,-1 0-1 0 0,1 0 0 0 0,0 0 1 0 0,-1 0-1 0 0,0 0 0 0 0,1 1 1 0 0,-1-1-1 0 0,0 0 0 0 0,1 1 1 0 0,0 2-1 0 0,26 43-59 0 0,-11-17-1717 0 0,-8-19-276 0 0</inkml:trace>
</inkml:ink>
</file>

<file path=ppt/ink/ink3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7:59.9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66 89 6913 0 0,'-1'-2'293'0'0,"0"1"0"0"0,1 0-1 0 0,-1-1 1 0 0,0 1 0 0 0,0 0-1 0 0,0-1 1 0 0,0 1 0 0 0,0 0-1 0 0,0 0 1 0 0,0 0-1 0 0,0 0 1 0 0,0 0 0 0 0,-1 0-1 0 0,1 0 1 0 0,0 1 0 0 0,-1-1-1 0 0,1 0 1 0 0,0 1-1 0 0,-1-1 1 0 0,1 1 0 0 0,-1-1-1 0 0,1 1 1 0 0,-1-1 0 0 0,1 1-1 0 0,-1 0 1 0 0,1 0-1 0 0,-1 0 1 0 0,0 0 0 0 0,1 0-1 0 0,-1 0 1 0 0,1 1 0 0 0,-1-1-1 0 0,1 0 1 0 0,-1 1-1 0 0,1-1 1 0 0,0 1 0 0 0,-1 0-1 0 0,-2 1 1 0 0,3-1-283 0 0,0 0 1 0 0,0 0-1 0 0,0 0 0 0 0,0 0 0 0 0,0 0 1 0 0,0 1-1 0 0,0-1 0 0 0,1 0 1 0 0,-1 1-1 0 0,0-1 0 0 0,1 1 1 0 0,-1-1-1 0 0,1 1 0 0 0,0-1 0 0 0,-1 1 1 0 0,1-1-1 0 0,0 1 0 0 0,0-1 1 0 0,0 1-1 0 0,0 0 0 0 0,0-1 0 0 0,0 1 1 0 0,0-1-1 0 0,1 1 0 0 0,-1-1 1 0 0,1 4-1 0 0,2 1-24 0 0,0 1-1 0 0,0 0 1 0 0,1-1 0 0 0,-1 1-1 0 0,1-1 1 0 0,1 0 0 0 0,-1-1 0 0 0,1 1-1 0 0,0-1 1 0 0,11 10 0 0 0,-11-11 10 0 0,0 0 1 0 0,0-1 0 0 0,0 1-1 0 0,0-1 1 0 0,0 0 0 0 0,1 0-1 0 0,0-1 1 0 0,-1 0 0 0 0,1 0-1 0 0,0 0 1 0 0,0 0 0 0 0,0-1-1 0 0,7 1 1 0 0,-11-2 0 0 0,-1 0-1 0 0,0 0 1 0 0,1-1 0 0 0,-1 1 0 0 0,0 0-1 0 0,1 0 1 0 0,-1 0 0 0 0,0-1 0 0 0,0 1 0 0 0,1-1-1 0 0,-1 1 1 0 0,0-1 0 0 0,0 1 0 0 0,0-1-1 0 0,0 0 1 0 0,0 0 0 0 0,1 1 0 0 0,-1-1-1 0 0,-1 0 1 0 0,1 0 0 0 0,0 0 0 0 0,0 0-1 0 0,0 0 1 0 0,0 0 0 0 0,0-3 0 0 0,1 1 56 0 0,-1 0 1 0 0,-1 0 0 0 0,1-1 0 0 0,0 1 0 0 0,-1 0-1 0 0,0-1 1 0 0,1 1 0 0 0,-1 0 0 0 0,-1-1-1 0 0,0-3 1 0 0,0-5 243 0 0,-2 1 1 0 0,0 0-1 0 0,0 0 0 0 0,-1 0 1 0 0,-6-14-1 0 0,5 17-158 0 0,1 0 0 0 0,-2 0 0 0 0,1 1 0 0 0,-1 0 1 0 0,0 0-1 0 0,0 0 0 0 0,-12-9 0 0 0,-15-3-6225 0 0</inkml:trace>
</inkml:ink>
</file>

<file path=ppt/ink/ink3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8:00.5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110 443 9674 0 0,'4'-6'543'0'0,"1"1"0"0"0,-1-1 0 0 0,0 0 0 0 0,-1 0 0 0 0,5-9 0 0 0,-2-12 1351 0 0,-6 26-1791 0 0,0 0 0 0 0,-1 0 0 0 0,1 1 0 0 0,0-1 0 0 0,0 0 0 0 0,0 0 0 0 0,-1 0 0 0 0,1 0 0 0 0,0 1 0 0 0,0-1 0 0 0,-1 0 0 0 0,1 1 0 0 0,-1-1 0 0 0,1 0 0 0 0,-1 0 0 0 0,1 1 0 0 0,-1-1 0 0 0,1 1 0 0 0,-1-1 0 0 0,0 1 0 0 0,1-1 0 0 0,-1 1 0 0 0,0-1 0 0 0,0 1 0 0 0,0-1 0 0 0,-1 1-11 0 0,0-1 0 0 0,0 1 0 0 0,0 0 1 0 0,0 0-1 0 0,0 0 0 0 0,0 0 0 0 0,0 0 1 0 0,0 1-1 0 0,0-1 0 0 0,1 0 0 0 0,-1 1 1 0 0,0 0-1 0 0,0-1 0 0 0,0 1 0 0 0,0 0 0 0 0,1 0 1 0 0,-1 0-1 0 0,0 0 0 0 0,1 0 0 0 0,-1 1 1 0 0,1-1-1 0 0,-3 3 0 0 0,-30 32 583 0 0,27-26-677 0 0,0 0-1 0 0,1 0 0 0 0,0 0 1 0 0,0 1-1 0 0,1-1 1 0 0,1 1-1 0 0,-4 14 0 0 0,7-22-69 0 0,0 0-1 0 0,0 0 0 0 0,0 0 1 0 0,1 0-1 0 0,-1 0 1 0 0,1 0-1 0 0,0 0 1 0 0,0 1-1 0 0,0-1 0 0 0,1 0 1 0 0,-1 0-1 0 0,1 0 1 0 0,-1 0-1 0 0,1 0 0 0 0,0 0 1 0 0,0-1-1 0 0,0 1 1 0 0,1 0-1 0 0,-1 0 0 0 0,1-1 1 0 0,-1 1-1 0 0,1 0 1 0 0,0-1-1 0 0,0 0 1 0 0,0 1-1 0 0,0-1 0 0 0,0 0 1 0 0,1 0-1 0 0,-1 0 1 0 0,1-1-1 0 0,-1 1 0 0 0,6 2 1 0 0,-6-3-77 0 0,1-1 0 0 0,-1 1 0 0 0,1-1 0 0 0,-1 0 0 0 0,1 0 0 0 0,-1 1 0 0 0,1-1 0 0 0,-1-1-1 0 0,1 1 1 0 0,-1 0 0 0 0,1-1 0 0 0,-1 1 0 0 0,1-1 0 0 0,-1 0 0 0 0,1 0 0 0 0,-1 0 0 0 0,0 0 0 0 0,0 0 0 0 0,1 0 0 0 0,-1-1 0 0 0,0 1 0 0 0,0-1 0 0 0,0 0 0 0 0,0 1 0 0 0,-1-1 0 0 0,4-3 0 0 0,3-5-270 0 0,0 1 1 0 0,-1-1-1 0 0,0 0 0 0 0,6-13 1 0 0,-3 4 364 0 0,-2 0 1 0 0,0-2-1 0 0,-2 1 1 0 0,0 0 0 0 0,-1-1-1 0 0,-1 0 1 0 0,-1-1-1 0 0,1-26 1 0 0,-4-27 3113 0 0,-8-74 1 0 0,6 114-1843 0 0,1 31-1061 0 0,2 3-43 0 0,-1-1 0 0 0,0 1 0 0 0,0-1 0 0 0,0 1 0 0 0,0-1 0 0 0,0 0 0 0 0,-1 1 0 0 0,1-1 0 0 0,0 1 0 0 0,-1-1 0 0 0,1 1 0 0 0,-1-1 0 0 0,0 1 0 0 0,1 0 0 0 0,-1-1 0 0 0,0 1-1 0 0,0 0 1 0 0,0-1 0 0 0,0 1 0 0 0,0 0 0 0 0,0 0 0 0 0,-2-2 0 0 0,2 3-62 0 0,0 1 0 0 0,1-1 0 0 0,-1 1 0 0 0,0-1-1 0 0,1 1 1 0 0,-1-1 0 0 0,0 1 0 0 0,1 0 0 0 0,-1-1 0 0 0,1 1 0 0 0,-1 0-1 0 0,1-1 1 0 0,-1 1 0 0 0,1 0 0 0 0,0 0 0 0 0,-1-1 0 0 0,1 1-1 0 0,0 0 1 0 0,0 0 0 0 0,0 0 0 0 0,-1 1 0 0 0,-5 22 173 0 0,6-22-173 0 0,-4 23 35 0 0,1 0 0 0 0,1-1 0 0 0,1 2 0 0 0,1-1-1 0 0,2 0 1 0 0,6 39 0 0 0,1-22-417 0 0,1 0 1 0 0,2-1-1 0 0,18 42 0 0 0,-19-58-559 0 0</inkml:trace>
</inkml:ink>
</file>

<file path=ppt/ink/ink3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8:00.8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1 304 456 0 0,'14'-7'840'0'0,"0"0"0"0"0,0-1 0 0 0,0-1 0 0 0,-1 0 0 0 0,-1-1 0 0 0,0 0 0 0 0,0-1 0 0 0,-1 0 0 0 0,0-1 0 0 0,-1 0 0 0 0,11-17 0 0 0,-15 20-538 0 0,-1 1-1 0 0,0-1 1 0 0,-1-1 0 0 0,0 1 0 0 0,0 0 0 0 0,3-16 0 0 0,-6 21-194 0 0,0-1 0 0 0,0 1 1 0 0,-1 0-1 0 0,1-1 0 0 0,-1 1 0 0 0,0-1 0 0 0,0 1 0 0 0,-1 0 0 0 0,1-1 0 0 0,-1 1 0 0 0,0 0 0 0 0,0 0 1 0 0,0-1-1 0 0,-1 1 0 0 0,0 0 0 0 0,1 0 0 0 0,-5-6 0 0 0,6 10-64 0 0,0-1 0 0 0,-1 1-1 0 0,1-1 1 0 0,0 1 0 0 0,-1 0-1 0 0,1-1 1 0 0,-1 1 0 0 0,1-1 0 0 0,0 1-1 0 0,-1 0 1 0 0,1-1 0 0 0,-1 1-1 0 0,1 0 1 0 0,-1 0 0 0 0,1-1 0 0 0,-1 1-1 0 0,1 0 1 0 0,-1 0 0 0 0,1 0-1 0 0,-1-1 1 0 0,0 1 0 0 0,1 0 0 0 0,-1 0-1 0 0,1 0 1 0 0,-1 0 0 0 0,1 0-1 0 0,-1 0 1 0 0,1 0 0 0 0,-1 0 0 0 0,-1 1-1 0 0,-12 13 852 0 0,-4 28 196 0 0,17-40-1015 0 0,-1 4 49 0 0,0 1 0 0 0,1 0 0 0 0,-1 0 0 0 0,1 0 0 0 0,0 0 0 0 0,1 0 0 0 0,0 0 1 0 0,0 0-1 0 0,0 0 0 0 0,1 0 0 0 0,0 0 0 0 0,0 0 0 0 0,1 0 0 0 0,0 0 0 0 0,0-1 0 0 0,1 1 0 0 0,4 7 0 0 0,-4-8-370 0 0,0-1-1 0 0,1 0 1 0 0,0 1-1 0 0,0-2 0 0 0,0 1 1 0 0,1 0-1 0 0,0-1 0 0 0,0 0 1 0 0,0 0-1 0 0,0 0 1 0 0,1-1-1 0 0,7 4 0 0 0,5 0-5990 0 0</inkml:trace>
</inkml:ink>
</file>

<file path=ppt/ink/ink3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8:01.0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36 1 7370 0 0,'-2'0'167'0'0,"1"1"0"0"0,0-1 0 0 0,-1 1 0 0 0,1 0 0 0 0,0-1 0 0 0,0 1 0 0 0,0 0 0 0 0,-1 0 0 0 0,1 0 0 0 0,0 0 0 0 0,0 0 0 0 0,0 0 0 0 0,0 0 0 0 0,1 0 0 0 0,-1 0 0 0 0,0 1 0 0 0,0-1 0 0 0,1 0 0 0 0,-1 0 0 0 0,0 1 0 0 0,1-1 0 0 0,0 0 0 0 0,-1 1 0 0 0,1-1 0 0 0,0 1 0 0 0,-1 2 0 0 0,-6 47 4055 0 0,6-41-3334 0 0,-2 21 23 0 0,2 0 0 0 0,1-1 0 0 0,2 1 0 0 0,1 0 0 0 0,12 52-1 0 0,55 144-3657 0 0,-63-206-4389 0 0</inkml:trace>
</inkml:ink>
</file>

<file path=ppt/ink/ink3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8:01.43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49 13 8290 0 0,'7'-13'10262'0'0,"-31"104"-7996"0"0,17-69-2496 0 0,0 0-1 0 0,1 1 1 0 0,2 0-1 0 0,-4 43 1 0 0,8-48-1112 0 0</inkml:trace>
</inkml:ink>
</file>

<file path=ppt/ink/ink3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8:01.6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23 9218 0 0,'0'-1'46'0'0,"0"0"0"0"0,0 1-1 0 0,0-1 1 0 0,0 0 0 0 0,1 0 0 0 0,-1 0-1 0 0,0 0 1 0 0,0 0 0 0 0,1 0 0 0 0,-1 0 0 0 0,0 1-1 0 0,1-1 1 0 0,-1 0 0 0 0,1 0 0 0 0,-1 0 0 0 0,1 1-1 0 0,-1-1 1 0 0,1 0 0 0 0,0 1 0 0 0,-1-1-1 0 0,1 0 1 0 0,0 1 0 0 0,-1-1 0 0 0,1 1 0 0 0,0-1-1 0 0,0 1 1 0 0,0 0 0 0 0,0-1 0 0 0,-1 1 0 0 0,1 0-1 0 0,0-1 1 0 0,0 1 0 0 0,0 0 0 0 0,0 0 0 0 0,0 0-1 0 0,0 0 1 0 0,0 0 0 0 0,0 0 0 0 0,-1 0-1 0 0,1 0 1 0 0,0 0 0 0 0,0 0 0 0 0,0 1 0 0 0,0-1-1 0 0,0 0 1 0 0,0 0 0 0 0,0 1 0 0 0,-1-1 0 0 0,2 1-1 0 0,3 1-18 0 0,0 0 0 0 0,0 0 0 0 0,0 0 0 0 0,-1 1 0 0 0,1 0 0 0 0,-1 0 0 0 0,7 5 0 0 0,-2 1 37 0 0,-1 0-48 0 0</inkml:trace>
</inkml:ink>
</file>

<file path=ppt/ink/ink3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8:02.0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146 50 3225 0 0,'2'-2'299'0'0,"0"0"0"0"0,0-1 0 0 0,-1 1 0 0 0,1-1-1 0 0,-1 1 1 0 0,0-1 0 0 0,0 0 0 0 0,0 0 0 0 0,1-4 0 0 0,-2 6-147 0 0,0 1 0 0 0,0-1-1 0 0,0 1 1 0 0,1-1 0 0 0,-1 0-1 0 0,0 1 1 0 0,0-1 0 0 0,0 1 0 0 0,0-1-1 0 0,0 0 1 0 0,0 1 0 0 0,0-1-1 0 0,0 1 1 0 0,-1-1 0 0 0,1 0-1 0 0,0 1 1 0 0,0-1 0 0 0,0 1-1 0 0,-1-1 1 0 0,1 1 0 0 0,0-1 0 0 0,-1 1-1 0 0,1-1 1 0 0,0 1 0 0 0,-1-1-1 0 0,1 1 1 0 0,-1-1 0 0 0,1 1-1 0 0,0 0 1 0 0,-1-1 0 0 0,1 1-1 0 0,-1 0 1 0 0,1-1 0 0 0,-1 1 0 0 0,0 0-1 0 0,1-1 1 0 0,-1 1 0 0 0,1 0-1 0 0,-1 0 1 0 0,1 0 0 0 0,-1 0-1 0 0,0 0 1 0 0,1 0 0 0 0,-1 0-1 0 0,1 0 1 0 0,-1 0 0 0 0,0 0 0 0 0,1 0-1 0 0,-1 0 1 0 0,1 0 0 0 0,-1 0-1 0 0,0 0 1 0 0,0 1 0 0 0,-2 0 56 0 0,0 1 1 0 0,0-1-1 0 0,0 1 1 0 0,0-1-1 0 0,0 1 1 0 0,0 0 0 0 0,1 0-1 0 0,-1 1 1 0 0,1-1-1 0 0,0 0 1 0 0,-1 1-1 0 0,1 0 1 0 0,0-1-1 0 0,0 1 1 0 0,1 0 0 0 0,-1 0-1 0 0,-1 3 1 0 0,-21 55 740 0 0,20-47-886 0 0,1-1 0 0 0,0 1 0 0 0,1 0-1 0 0,0 0 1 0 0,1 0 0 0 0,1 0 0 0 0,0 0-1 0 0,1-1 1 0 0,4 18 0 0 0,2 1-141 0 0,1-1 1 0 0,24 55-1 0 0,-30-82-41 0 0,0 0-1 0 0,-1 1 1 0 0,1-1 0 0 0,-1 1-1 0 0,0-1 1 0 0,0 1 0 0 0,-1-1-1 0 0,1 1 1 0 0,-1 0 0 0 0,0-1-1 0 0,0 1 1 0 0,-1 0 0 0 0,1-1-1 0 0,-1 1 1 0 0,0-1 0 0 0,0 1-1 0 0,-1-1 1 0 0,-1 6 0 0 0,0-6 1 0 0,0 0 1 0 0,0 0-1 0 0,0 0 1 0 0,-1 0-1 0 0,1 0 1 0 0,-1 0-1 0 0,0-1 1 0 0,0 0-1 0 0,0 0 1 0 0,-1 0-1 0 0,1 0 1 0 0,-1-1-1 0 0,1 0 1 0 0,-1 0-1 0 0,-9 3 1 0 0,-5 0-275 0 0,-3-1-58 0 0</inkml:trace>
</inkml:ink>
</file>

<file path=ppt/ink/ink3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8:02.8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34 0 4145 0 0,'-1'6'13149'0'0,"-3"49"-11248"0"0,8 29-392 0 0,2 61-518 0 0,-7-125-1381 0 0,0 0 0 0 0,-2 0 0 0 0,0 0 1 0 0,-1 0-1 0 0,-7 19 0 0 0,-5-4-3528 0 0</inkml:trace>
</inkml:ink>
</file>

<file path=ppt/ink/ink3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8:03.0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 57 3225 0 0,'9'-7'497'0'0,"-1"1"1"0"0,2 0-1 0 0,-1 0 1 0 0,0 1-1 0 0,1 1 1 0 0,0-1-1 0 0,0 2 1 0 0,0-1-1 0 0,1 1 1 0 0,-1 1-1 0 0,1 0 1 0 0,-1 0-1 0 0,1 1 1 0 0,0 0-1 0 0,0 1 1 0 0,19 2-1 0 0,-29-1-411 0 0,0-1-1 0 0,1 0 0 0 0,-1 0 0 0 0,0 1 0 0 0,1-1 0 0 0,-1 1 1 0 0,0-1-1 0 0,0 1 0 0 0,1 0 0 0 0,-1-1 0 0 0,0 1 0 0 0,0 0 1 0 0,0 0-1 0 0,0 0 0 0 0,0 0 0 0 0,0 0 0 0 0,0 0 0 0 0,0 0 0 0 0,0 0 1 0 0,-1 0-1 0 0,1 0 0 0 0,0 0 0 0 0,-1 1 0 0 0,2 1 0 0 0,-2-1 25 0 0,0 1 0 0 0,0-1 0 0 0,0 1 1 0 0,0-1-1 0 0,0 0 0 0 0,-1 1 0 0 0,1-1 0 0 0,-1 0 0 0 0,1 1 0 0 0,-1-1 0 0 0,0 0 0 0 0,0 0 0 0 0,-1 3 0 0 0,-3 4 265 0 0,-1 1 0 0 0,0-1 0 0 0,-1 0 1 0 0,-15 16-1 0 0,6-10-6 0 0,-1 0 1 0 0,-1-2 0 0 0,-24 15-1 0 0,-26 11-2270 0 0,54-32-4166 0 0</inkml:trace>
</inkml:ink>
</file>

<file path=ppt/ink/ink3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8:03.4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77 2304 0 0,'6'0'883'0'0,"1"0"-1"0"0,-1 0 1 0 0,1 1-1 0 0,-1 0 1 0 0,1 0-1 0 0,-1 1 1 0 0,0-1-1 0 0,0 1 1 0 0,11 6-1 0 0,-14-7-584 0 0,0 1 0 0 0,-1 0 0 0 0,1 0 0 0 0,0 1 0 0 0,-1-1 0 0 0,0 1 0 0 0,0-1-1 0 0,0 1 1 0 0,0 0 0 0 0,0-1 0 0 0,0 1 0 0 0,-1 0 0 0 0,1 0 0 0 0,-1 0 0 0 0,0 1 0 0 0,0-1 0 0 0,0 0-1 0 0,0 0 1 0 0,-1 1 0 0 0,1 5 0 0 0,0 1 2167 0 0,-4-22-1395 0 0,-1-26-449 0 0,5 24-787 0 0,0 1 1 0 0,1 1 0 0 0,5-18 0 0 0,3 2-5546 0 0,-2 9-816 0 0</inkml:trace>
</inkml:ink>
</file>

<file path=ppt/ink/ink3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8:04.22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94 6449 0 0,'8'-14'7450'0'0,"-7"13"-7217"0"0,-1 1-1 0 0,1 0 1 0 0,-1 0 0 0 0,1 0 0 0 0,0 0-1 0 0,-1 0 1 0 0,1 0 0 0 0,-1 0 0 0 0,1 0 0 0 0,-1 0-1 0 0,1 0 1 0 0,-1 0 0 0 0,1 0 0 0 0,0 1 0 0 0,0-1-1 0 0,9 10 1428 0 0,9 29-363 0 0,19 32-504 0 0,-35-67-742 0 0,1 1 1 0 0,-1 0-1 0 0,1-1 0 0 0,0 0 1 0 0,0 0-1 0 0,0 0 0 0 0,0 0 0 0 0,1 0 1 0 0,0-1-1 0 0,0 0 0 0 0,5 3 1 0 0,-9-6-40 0 0,0 0 1 0 0,-1 0 0 0 0,1 0-1 0 0,0 0 1 0 0,-1 0-1 0 0,1 0 1 0 0,0 0 0 0 0,-1 0-1 0 0,1 0 1 0 0,0 0 0 0 0,-1 0-1 0 0,1 0 1 0 0,0 0-1 0 0,-1 0 1 0 0,1 0 0 0 0,0-1-1 0 0,-1 1 1 0 0,1 0 0 0 0,-1-1-1 0 0,1 1 1 0 0,-1 0-1 0 0,1-1 1 0 0,0 1 0 0 0,-1-1-1 0 0,1 1 1 0 0,-1-1 0 0 0,0 1-1 0 0,1-1 1 0 0,-1 1-1 0 0,1-1 1 0 0,-1 1 0 0 0,0-1-1 0 0,1 0 1 0 0,-1 1 0 0 0,0-1-1 0 0,0 0 1 0 0,0 1-1 0 0,1-1 1 0 0,-1 1 0 0 0,0-1-1 0 0,0 0 1 0 0,0 0 0 0 0,0 1-1 0 0,0-2 1 0 0,3-37 114 0 0,-3 32-113 0 0,8-94-613 0 0,5 35-3660 0 0,-7 46-2347 0 0</inkml:trace>
</inkml:ink>
</file>

<file path=ppt/ink/ink3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8:04.4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3225 0 0,'7'15'1549'0'0,"0"1"1"0"0,-2-1-1 0 0,0 1 1 0 0,0 0-1 0 0,-1 0 1 0 0,2 32-1 0 0,-5 24 219 0 0,-7 3-3631 0 0,4-30 1742 0 0,2-37 181 0 0</inkml:trace>
</inkml:ink>
</file>

<file path=ppt/ink/ink3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8:04.58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33 2761 0 0,'4'-7'120'0'0,"0"3"32"0"0,1-1-152 0 0,0 1 0 0 0,-1 3 0 0 0,-1-1 0 0 0,1 1-128 0 0,3-2-64 0 0,4-1 0 0 0,4 3-9 0 0,1 2 201 0 0,-2 3-64 0 0,-2 0 64 0 0</inkml:trace>
</inkml:ink>
</file>

<file path=ppt/ink/ink3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8:05.3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384 315 5529 0 0,'0'-3'148'0'0,"-1"0"0"0"0,0 1-1 0 0,0-1 1 0 0,0 1 0 0 0,-1-1-1 0 0,1 1 1 0 0,-1 0 0 0 0,1-1 0 0 0,-1 1-1 0 0,0 0 1 0 0,0 0 0 0 0,0 0-1 0 0,0 0 1 0 0,0 1 0 0 0,-5-4 0 0 0,2 2 270 0 0,0 1 1 0 0,0 0 0 0 0,0 0-1 0 0,-1 0 1 0 0,1 1 0 0 0,-11-2 0 0 0,4 2-196 0 0,1 1-1 0 0,-1 0 1 0 0,1 1 0 0 0,-1 0 0 0 0,1 0 0 0 0,0 1 0 0 0,-1 1 0 0 0,1 0 0 0 0,1 1 0 0 0,-1 0 0 0 0,0 0 0 0 0,-13 9 0 0 0,5-2 166 0 0,0 1 1 0 0,2 0 0 0 0,-1 1-1 0 0,2 1 1 0 0,-26 26-1 0 0,41-39-415 0 0,-1 1-1 0 0,1-1 1 0 0,-1 1-1 0 0,1 0 1 0 0,0-1-1 0 0,-1 1 1 0 0,1 0 0 0 0,0 0-1 0 0,0-1 1 0 0,0 1-1 0 0,1 0 1 0 0,-1 0-1 0 0,0 0 1 0 0,1 0-1 0 0,-1 0 1 0 0,1 0-1 0 0,0 1 1 0 0,0-1-1 0 0,-1 0 1 0 0,2 0-1 0 0,-1 0 1 0 0,0 0-1 0 0,0 0 1 0 0,0 0-1 0 0,1 0 1 0 0,0 0-1 0 0,-1 0 1 0 0,1 0-1 0 0,0 0 1 0 0,1 3-1 0 0,0-4-7 0 0,-1 1-1 0 0,1 0 0 0 0,0 0 0 0 0,0-1 1 0 0,0 1-1 0 0,0-1 0 0 0,1 0 0 0 0,-1 0 1 0 0,0 0-1 0 0,0 0 0 0 0,1 0 0 0 0,-1 0 1 0 0,1 0-1 0 0,-1-1 0 0 0,1 1 0 0 0,-1-1 1 0 0,1 0-1 0 0,-1 0 0 0 0,1 0 0 0 0,-1 0 1 0 0,1 0-1 0 0,-1 0 0 0 0,1-1 1 0 0,-1 1-1 0 0,3-2 0 0 0,5-1-18 0 0,0 0-1 0 0,0-1 1 0 0,0 0-1 0 0,-1-1 1 0 0,0 0-1 0 0,0 0 1 0 0,0-1-1 0 0,0 0 1 0 0,-1 0-1 0 0,0-1 1 0 0,-1-1-1 0 0,0 1 1 0 0,0-1-1 0 0,0 0 1 0 0,6-10-1 0 0,-5 4 58 0 0,0 1-1 0 0,-1-1 1 0 0,0-1-1 0 0,-1 0 0 0 0,0 0 1 0 0,-2 0-1 0 0,0 0 1 0 0,0-1-1 0 0,1-19 1 0 0,-1-3 211 0 0,0 10 163 0 0,-2 0-1 0 0,-1 0 1 0 0,-4-43-1 0 0,4 70-312 0 0,-1 1-1 0 0,0 0 1 0 0,0-1-1 0 0,0 1 1 0 0,0-1 0 0 0,0 1-1 0 0,0 0 1 0 0,0-1-1 0 0,0 1 1 0 0,0-1-1 0 0,0 1 1 0 0,0 0-1 0 0,0-1 1 0 0,0 1-1 0 0,0 0 1 0 0,-1-1 0 0 0,1 1-1 0 0,0-1 1 0 0,0 1-1 0 0,0 0 1 0 0,-1-1-1 0 0,1 1 1 0 0,0 0-1 0 0,0-1 1 0 0,-1 1-1 0 0,1 0 1 0 0,0 0 0 0 0,0-1-1 0 0,-1 1 1 0 0,1 0-1 0 0,0 0 1 0 0,-1-1-1 0 0,1 1 1 0 0,-1 0-1 0 0,0 0 1 0 0,-6 13 1129 0 0,-3 25-555 0 0,8-23-645 0 0,0 1-1 0 0,1 0 0 0 0,1 0 1 0 0,1 0-1 0 0,0 0 0 0 0,1 0 1 0 0,1 0-1 0 0,0-1 1 0 0,2 0-1 0 0,-1 1 0 0 0,2-1 1 0 0,0-1-1 0 0,0 1 0 0 0,2-1 1 0 0,0 0-1 0 0,0-1 1 0 0,1 0-1 0 0,1 0 0 0 0,0-1 1 0 0,1 0-1 0 0,0-1 1 0 0,1 0-1 0 0,0 0 0 0 0,1-2 1 0 0,23 15-1 0 0,-33-23-246 0 0,-1 1-1 0 0,1 0 1 0 0,0-1-1 0 0,1 0 1 0 0,-1 0-1 0 0,0 0 1 0 0,0 0 0 0 0,0 0-1 0 0,1-1 1 0 0,-1 0-1 0 0,0 1 1 0 0,1-1-1 0 0,-1 0 1 0 0,0-1-1 0 0,0 1 1 0 0,1 0 0 0 0,-1-1-1 0 0,0 0 1 0 0,0 0-1 0 0,1 0 1 0 0,-1 0-1 0 0,0 0 1 0 0,0-1-1 0 0,0 1 1 0 0,-1-1 0 0 0,1 0-1 0 0,0 0 1 0 0,0 0-1 0 0,-1 0 1 0 0,0 0-1 0 0,1-1 1 0 0,-1 1-1 0 0,3-5 1 0 0,6-9-885 0 0,-1 0 0 0 0,0 0 0 0 0,-1-1 1 0 0,12-31-1 0 0,-6 13 2327 0 0,-13 30-955 0 0,18-31 1086 0 0,-20 35-1193 0 0,1 0-1 0 0,-1 0 1 0 0,1 0 0 0 0,-1 0 0 0 0,1 0 0 0 0,0 0-1 0 0,0 0 1 0 0,-1 0 0 0 0,1 0 0 0 0,0 0-1 0 0,0 1 1 0 0,0-1 0 0 0,0 0 0 0 0,0 1-1 0 0,0-1 1 0 0,0 1 0 0 0,0-1 0 0 0,0 1 0 0 0,0-1-1 0 0,1 1 1 0 0,-1 0 0 0 0,0-1 0 0 0,0 1-1 0 0,0 0 1 0 0,0 0 0 0 0,1 0 0 0 0,0 0-1 0 0,0 1 30 0 0,-1 0 0 0 0,0-1 0 0 0,0 1 0 0 0,0 0 0 0 0,0 0 0 0 0,-1 0 0 0 0,1 0 0 0 0,0 0 0 0 0,0 0 0 0 0,0 1 0 0 0,-1-1 0 0 0,1 0 0 0 0,-1 0 0 0 0,1 0 0 0 0,-1 1 0 0 0,1-1 0 0 0,-1 0 0 0 0,0 1 0 0 0,1-1 0 0 0,-1 3 0 0 0,2 31 1190 0 0,-2-27-1005 0 0,1 2-134 0 0,-1 1-298 0 0,0 1 1 0 0,1-1-1 0 0,1 1 1 0 0,0-1-1 0 0,0 0 1 0 0,6 17-1 0 0,0-12-5581 0 0</inkml:trace>
</inkml:ink>
</file>

<file path=ppt/ink/ink3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8:05.4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 19 4609 0 0,'-11'-6'408'0'0,"4"-5"3505"0"0,11 11-2537 0 0,2-1-1664 0 0,1 1-328 0 0,3 3-72 0 0,1-1-16 0 0,1 5 584 0 0,0 2 120 0 0,0 2 0 0 0,-1 0 0 0 0,-2-3 0 0 0</inkml:trace>
</inkml:ink>
</file>

<file path=ppt/ink/ink3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8:05.8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18 1808 0 0,'2'0'75'0'0,"-1"0"0"0"0,0 0 1 0 0,1 0-1 0 0,-1 0 0 0 0,1 1 0 0 0,-1-1 0 0 0,1 0 0 0 0,-1 1 0 0 0,0-1 0 0 0,1 0 0 0 0,-1 1 0 0 0,0 0 0 0 0,1-1 0 0 0,-1 1 0 0 0,0 0 0 0 0,0 0 0 0 0,0 0 0 0 0,1-1 0 0 0,-1 1 0 0 0,0 0 0 0 0,0 1 0 0 0,1 0 0 0 0,-1 2 275 0 0,1-1-1 0 0,0 1 0 0 0,-1 0 0 0 0,0 0 0 0 0,0 0 0 0 0,2 8 1 0 0,-1 3 782 0 0,-1 0 1 0 0,0-1-1 0 0,0 16 1 0 0,-2-24-720 0 0,1 1 0 0 0,-1-1 1 0 0,0 0-1 0 0,0 0 1 0 0,0 1-1 0 0,-1-1 1 0 0,0 0-1 0 0,0-1 1 0 0,-6 11-1 0 0,25-66-656 0 0,-7 33-451 0 0,0 0-1 0 0,1 1 0 0 0,1 1 1 0 0,23-23-1 0 0,-30 32 687 0 0,1 0 0 0 0,0 1 1 0 0,1 0-1 0 0,-1 0 0 0 0,1 1 0 0 0,0-1 0 0 0,0 2 0 0 0,0-1 0 0 0,1 1 0 0 0,-1 0 1 0 0,1 0-1 0 0,0 1 0 0 0,14-3 0 0 0,-19 5 79 0 0,-1 0-1 0 0,1 0 1 0 0,-1 1 0 0 0,0-1 0 0 0,1 0-1 0 0,-1 1 1 0 0,0-1 0 0 0,0 1 0 0 0,1 0-1 0 0,-1 0 1 0 0,0 0 0 0 0,0 0 0 0 0,0 0-1 0 0,0 0 1 0 0,0 0 0 0 0,0 1-1 0 0,0-1 1 0 0,0 1 0 0 0,1 2 0 0 0,3 2-170 0 0,-2 1 0 0 0,1 0 0 0 0,-1 0 0 0 0,5 9 0 0 0,-2-2-945 0 0,0-2-2872 0 0</inkml:trace>
</inkml:ink>
</file>

<file path=ppt/ink/ink3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8:06.20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193 67 4609 0 0,'3'-6'264'0'0,"-1"0"-1"0"0,0-1 1 0 0,-1 1-1 0 0,0-1 1 0 0,1-10 0 0 0,-2 16-126 0 0,0 0 1 0 0,0 0 0 0 0,0 1-1 0 0,0-1 1 0 0,0 0 0 0 0,0 0-1 0 0,0 1 1 0 0,0-1-1 0 0,-1 0 1 0 0,1 0 0 0 0,0 1-1 0 0,0-1 1 0 0,-1 0 0 0 0,1 1-1 0 0,-1-1 1 0 0,1 0 0 0 0,0 1-1 0 0,-1-1 1 0 0,1 1 0 0 0,-1-1-1 0 0,1 0 1 0 0,-1 1 0 0 0,0-1-1 0 0,-1 1 39 0 0,1 0 0 0 0,0-1 0 0 0,-1 1 0 0 0,1 0 0 0 0,0 0 0 0 0,-1 0 0 0 0,1 1 0 0 0,0-1 0 0 0,0 0 1 0 0,-1 0-1 0 0,1 1 0 0 0,0-1 0 0 0,0 1 0 0 0,-1-1 0 0 0,1 1 0 0 0,0 0 0 0 0,0-1 0 0 0,0 1 0 0 0,-1 1 0 0 0,-11 8 208 0 0,0 0 1 0 0,2 1 0 0 0,-1 0-1 0 0,1 1 1 0 0,1 0 0 0 0,0 1-1 0 0,1 0 1 0 0,0 1-1 0 0,1 0 1 0 0,1 0 0 0 0,0 1-1 0 0,-9 28 1 0 0,15-39-403 0 0,0 1-1 0 0,0 0 1 0 0,1 0 0 0 0,0 0-1 0 0,0-1 1 0 0,0 1 0 0 0,0 0-1 0 0,1 0 1 0 0,0 0 0 0 0,0 0 0 0 0,0-1-1 0 0,0 1 1 0 0,1 0 0 0 0,0-1-1 0 0,0 0 1 0 0,0 1 0 0 0,1-1-1 0 0,-1 0 1 0 0,1 0 0 0 0,0 0 0 0 0,0 0-1 0 0,4 3 1 0 0,-5-4-238 0 0,1-1-1 0 0,0 1 1 0 0,0-1 0 0 0,0 0-1 0 0,0 0 1 0 0,0 0-1 0 0,0 0 1 0 0,0-1 0 0 0,1 1-1 0 0,-1-1 1 0 0,1 0 0 0 0,-1 0-1 0 0,1 0 1 0 0,-1 0-1 0 0,1 0 1 0 0,0-1 0 0 0,-1 0-1 0 0,1 0 1 0 0,0 0 0 0 0,-1 0-1 0 0,1 0 1 0 0,0-1-1 0 0,-1 0 1 0 0,1 0 0 0 0,-1 0-1 0 0,1 0 1 0 0,-1 0 0 0 0,1-1-1 0 0,3-2 1 0 0,15-10-688 0 0,23-13 806 0 0,-43 26 215 0 0,1 0 0 0 0,-1 0 1 0 0,1 0-1 0 0,0 0 0 0 0,-1 0 1 0 0,1 1-1 0 0,0 0 0 0 0,0-1 1 0 0,-1 1-1 0 0,1 0 0 0 0,0 0 1 0 0,0 0-1 0 0,-1 1 0 0 0,1-1 1 0 0,4 2-1 0 0,-6-2 27 0 0,1 1 0 0 0,-1 0 1 0 0,0 0-1 0 0,0 0 0 0 0,0 0 0 0 0,0 0 0 0 0,0 0 0 0 0,0 0 0 0 0,0 0 1 0 0,0 0-1 0 0,0 1 0 0 0,-1-1 0 0 0,1 0 0 0 0,0 0 0 0 0,-1 1 1 0 0,1-1-1 0 0,-1 1 0 0 0,0-1 0 0 0,1 0 0 0 0,-1 1 0 0 0,0-1 0 0 0,0 1 1 0 0,0-1-1 0 0,0 0 0 0 0,0 3 0 0 0,-4 39 1661 0 0,4-40-1664 0 0,-6 28 499 0 0,0-1 0 0 0,-2 0-1 0 0,-2-1 1 0 0,0 0-1 0 0,-2 0 1 0 0,-25 42-1 0 0,25-51-555 0 0,-1-1 1 0 0,0-1-1 0 0,-2 0 0 0 0,0-1 0 0 0,-1 0 0 0 0,-1-1 1 0 0,0-1-1 0 0,-1-1 0 0 0,-30 19 0 0 0,24-20-837 0 0</inkml:trace>
</inkml:ink>
</file>

<file path=ppt/ink/ink3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8:06.3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12899 0 0,'2'0'1264'0'0,"-1"0"-1128"0"0,0 0-136 0 0,1 0 0 0 0,-2 1 0 0 0,1 1 0 0 0,2-1 64 0 0,1 0-64 0 0,3 2 0 0 0,-1-3 0 0 0</inkml:trace>
</inkml:ink>
</file>

<file path=ppt/ink/ink3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00.1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23 107 9218 0 0,'-23'-15'4777'0'0,"23"14"-4698"0"0,1 1 0 0 0,-1-1 0 0 0,0 0 0 0 0,0 1 1 0 0,0-1-1 0 0,0 0 0 0 0,0 1 0 0 0,1-1 1 0 0,-1 0-1 0 0,0 1 0 0 0,1-1 0 0 0,-1 1 0 0 0,0-1 1 0 0,1 1-1 0 0,-1-1 0 0 0,1 0 0 0 0,-1 1 1 0 0,1-1-1 0 0,-1 1 0 0 0,1 0 0 0 0,-1-1 0 0 0,1 1 1 0 0,-1-1-1 0 0,1 1 0 0 0,0 0 0 0 0,-1-1 1 0 0,1 1-1 0 0,0 0 0 0 0,-1 0 0 0 0,1 0 0 0 0,0 0 1 0 0,1-1-1 0 0,11-5 36 0 0,1 1 0 0 0,0 0 0 0 0,1 1 0 0 0,-1 1 0 0 0,26-4 0 0 0,79 0 690 0 0,-78 6-593 0 0,-11-1-98 0 0,550-16 703 0 0,161 0-764 0 0,-623 22 131 0 0,-1 6 0 0 0,118 25 0 0 0,45 5 83 0 0,-265-38-249 0 0,-11-1-23 0 0,0 0-1 0 0,0 0 1 0 0,0-1-1 0 0,1 1 1 0 0,-1-1-1 0 0,0 0 1 0 0,0 0-1 0 0,1-1 1 0 0,-1 1-1 0 0,0-1 1 0 0,0 0-1 0 0,0 0 1 0 0,6-2-1 0 0,-10 2-144 0 0,1 1-1 0 0,-1-1 0 0 0,1 0 1 0 0,-1 1-1 0 0,0-1 0 0 0,1 1 1 0 0,-1-1-1 0 0,0 0 1 0 0,1 1-1 0 0,-1-1 0 0 0,0 0 1 0 0,0 1-1 0 0,0-1 0 0 0,0 0 1 0 0,0 0-1 0 0,0 1 0 0 0,0-1 1 0 0,0 0-1 0 0,0 1 1 0 0,0-1-1 0 0,0-1 0 0 0,-1-7-1088 0 0</inkml:trace>
</inkml:ink>
</file>

<file path=ppt/ink/ink3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00.5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136 1 6913 0 0,'-10'8'2548'0'0,"10"-8"-2447"0"0,0 0 1 0 0,1 0 0 0 0,-1 0-1 0 0,0 0 1 0 0,1 0 0 0 0,-1 0-1 0 0,0 0 1 0 0,1 0 0 0 0,-1 0 0 0 0,0 1-1 0 0,1-1 1 0 0,-1 0 0 0 0,0 0-1 0 0,1 0 1 0 0,-1 0 0 0 0,0 1-1 0 0,1-1 1 0 0,-1 0 0 0 0,0 0 0 0 0,0 1-1 0 0,1-1 1 0 0,-1 0 0 0 0,0 1-1 0 0,0-1 1 0 0,0 0 0 0 0,1 0-1 0 0,-1 1 1 0 0,0-1 0 0 0,0 0 0 0 0,0 1-1 0 0,-7 10 4610 0 0,24-2-4185 0 0,26 9-312 0 0,-38-17-213 0 0,-1 0 1 0 0,0 1 0 0 0,0-1-1 0 0,0 1 1 0 0,0 0 0 0 0,0 0-1 0 0,-1 0 1 0 0,1 0 0 0 0,-1 1-1 0 0,1 0 1 0 0,-1 0 0 0 0,0 0-1 0 0,0 0 1 0 0,0 0 0 0 0,0 0-1 0 0,3 6 1 0 0,21 31 147 0 0,1-2 1 0 0,44 46-1 0 0,-61-72-144 0 0,0-1 26 0 0,-1 0-1 0 0,0 1 1 0 0,-1 1 0 0 0,10 17 0 0 0,-17-27-21 0 0,-1 0 0 0 0,1 0 0 0 0,-1 0 0 0 0,0 1 0 0 0,0-1-1 0 0,0 0 1 0 0,0 1 0 0 0,0-1 0 0 0,-1 1 0 0 0,0-1 0 0 0,0 1 0 0 0,0-1 0 0 0,0 1 0 0 0,0 0 0 0 0,-1-1 0 0 0,1 1-1 0 0,-1-1 1 0 0,0 0 0 0 0,0 1 0 0 0,0-1 0 0 0,-1 0 0 0 0,1 1 0 0 0,-1-1 0 0 0,-2 3 0 0 0,-3 4 278 0 0,-1-1 1 0 0,0 0-1 0 0,-1 0 1 0 0,0-1-1 0 0,0 0 1 0 0,-15 10-1 0 0,-69 36 665 0 0,44-27-575 0 0,-41 27 339 0 0,20-12-1665 0 0,23-15-4680 0 0,25-15-1440 0 0</inkml:trace>
</inkml:ink>
</file>

<file path=ppt/ink/ink3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01.39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233 43 10594 0 0,'-2'-3'263'0'0,"1"0"0"0"0,-1-1-1 0 0,0 1 1 0 0,1 0 0 0 0,-2 1-1 0 0,1-1 1 0 0,0 0 0 0 0,0 0-1 0 0,-1 1 1 0 0,1 0 0 0 0,-1-1-1 0 0,0 1 1 0 0,-4-2 0 0 0,5 3-61 0 0,0 1 0 0 0,0-1 0 0 0,0 1 0 0 0,0 0 0 0 0,0-1 0 0 0,0 1 0 0 0,0 0 0 0 0,0 1 0 0 0,0-1 0 0 0,0 0 0 0 0,0 0 0 0 0,0 1 0 0 0,0-1 0 0 0,0 1-1 0 0,0 0 1 0 0,0 0 0 0 0,0-1 0 0 0,1 1 0 0 0,-1 0 0 0 0,0 1 0 0 0,0-1 0 0 0,1 0 0 0 0,-1 0 0 0 0,-1 3 0 0 0,-19 14 176 0 0,1 1 0 0 0,1 1 0 0 0,1 1 0 0 0,0 1 0 0 0,-15 25 0 0 0,33-45-372 0 0,-1 0 0 0 0,1 0 1 0 0,-1 0-1 0 0,1 0 1 0 0,0 0-1 0 0,0 1 0 0 0,0-1 1 0 0,0 0-1 0 0,1 1 0 0 0,-1-1 1 0 0,1 0-1 0 0,-1 1 1 0 0,1-1-1 0 0,0 1 0 0 0,0-1 1 0 0,0 1-1 0 0,0-1 0 0 0,0 3 1 0 0,2-3-8 0 0,-1 0 1 0 0,0 0-1 0 0,0 0 1 0 0,1 0-1 0 0,0 0 1 0 0,-1 0-1 0 0,1-1 1 0 0,0 1-1 0 0,0-1 1 0 0,-1 1 0 0 0,1-1-1 0 0,0 0 1 0 0,1 0-1 0 0,-1 0 1 0 0,0 0-1 0 0,0 0 1 0 0,0 0-1 0 0,5 0 1 0 0,101 25-412 0 0,-68-18 96 0 0,45 15 1 0 0,-74-20 277 0 0,-1 1 1 0 0,1 0-1 0 0,-1 1 0 0 0,-1 1 1 0 0,1-1-1 0 0,-1 2 0 0 0,0-1 1 0 0,16 16-1 0 0,-21-18 59 0 0,0 0-1 0 0,-1 0 1 0 0,1 1 0 0 0,-1-1 0 0 0,0 1-1 0 0,-1 0 1 0 0,1-1 0 0 0,-1 1 0 0 0,0 1-1 0 0,0-1 1 0 0,-1 0 0 0 0,1 0 0 0 0,-1 1-1 0 0,0-1 1 0 0,0 11 0 0 0,-1-7 54 0 0,-1-1 0 0 0,0 0 0 0 0,-1 0 0 0 0,0 0 0 0 0,0 0 1 0 0,-1 0-1 0 0,1 0 0 0 0,-2 0 0 0 0,-6 11 0 0 0,-5 4 108 0 0,-1-1 0 0 0,-1 0 0 0 0,-1-1 1 0 0,0 0-1 0 0,-28 21 0 0 0,14-18-546 0 0,30-23 320 0 0,1 0 0 0 0,-1 0 0 0 0,0 0-1 0 0,1-1 1 0 0,-1 1 0 0 0,0 0 0 0 0,1-1-1 0 0,-1 0 1 0 0,0 1 0 0 0,0-1 0 0 0,1 0-1 0 0,-1 0 1 0 0,0 0 0 0 0,0 0-1 0 0,0 0 1 0 0,1 0 0 0 0,-1-1 0 0 0,0 1-1 0 0,0 0 1 0 0,-1-2 0 0 0,-2 0-1111 0 0</inkml:trace>
</inkml:ink>
</file>

<file path=ppt/ink/ink3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01.6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 1 10594 0 0,'-11'2'12797'0'0,"13"6"-14449"0"0,45 189 2565 0 0,-20-99-640 0 0,24 121-1393 0 0,-45-202-1 0 0</inkml:trace>
</inkml:ink>
</file>

<file path=ppt/ink/ink3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01.87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34 188 9218 0 0,'-2'0'202'0'0,"0"-1"0"0"0,0 1 0 0 0,1 0 0 0 0,-1-1 0 0 0,0 1 1 0 0,1-1-1 0 0,-1 1 0 0 0,0-1 0 0 0,1 0 0 0 0,-1 1 0 0 0,1-1 0 0 0,-1 0 0 0 0,1 0 0 0 0,-1 0 0 0 0,1 0 0 0 0,0-1 1 0 0,-3-1-1 0 0,4 1-24 0 0,-1 1 0 0 0,1 0 0 0 0,-1-1 1 0 0,1 1-1 0 0,0-1 0 0 0,0 1 0 0 0,0-1 1 0 0,0 1-1 0 0,0-1 0 0 0,0 1 1 0 0,0 0-1 0 0,0-1 0 0 0,1 1 0 0 0,-1-1 1 0 0,0 1-1 0 0,1-1 0 0 0,-1 1 0 0 0,1 0 1 0 0,0-1-1 0 0,-1 1 0 0 0,1 0 0 0 0,2-2 1 0 0,10-16-121 0 0,1 1 1 0 0,0 1-1 0 0,2 1 0 0 0,0 0 1 0 0,24-18-1 0 0,-17 16-616 0 0</inkml:trace>
</inkml:ink>
</file>

<file path=ppt/ink/ink3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02.2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7 478 6913 0 0,'-6'16'1010'0'0,"12"-16"1240"0"0,20-24 532 0 0,-8 6-1757 0 0,-2-1 1 0 0,0-1-1 0 0,-2 0 1 0 0,0-1-1 0 0,12-24 0 0 0,-14 21-980 0 0,-1-1-1 0 0,-2-1 1 0 0,0 1-1 0 0,-1-1 1 0 0,-2-1-1 0 0,-1 1 0 0 0,4-52 1 0 0,-9 73-90 0 0,0-1 0 0 0,0 1 1 0 0,-1 0-1 0 0,1 0 0 0 0,-1 0 1 0 0,-1 0-1 0 0,1 0 0 0 0,-1 0 0 0 0,-2-5 1 0 0,4 9 13 0 0,-1 0 1 0 0,1 0 0 0 0,-1 0 0 0 0,1 0 0 0 0,-1 1-1 0 0,1-1 1 0 0,-1 0 0 0 0,0 1 0 0 0,1-1-1 0 0,-1 0 1 0 0,0 1 0 0 0,0-1 0 0 0,0 1-1 0 0,1-1 1 0 0,-1 1 0 0 0,0-1 0 0 0,0 1-1 0 0,0 0 1 0 0,0-1 0 0 0,0 1 0 0 0,-1 0-1 0 0,1 0-16 0 0,-1 0-1 0 0,0 0 1 0 0,1 1-1 0 0,-1-1 1 0 0,1 1-1 0 0,-1-1 1 0 0,1 1-1 0 0,-1 0 0 0 0,1-1 1 0 0,-1 1-1 0 0,1 0 1 0 0,0 0-1 0 0,-1 0 1 0 0,1 0-1 0 0,0 0 1 0 0,0 0-1 0 0,-2 2 0 0 0,-3 4-36 0 0,1 0 0 0 0,-1 0 0 0 0,1 1 0 0 0,0 0 0 0 0,1 0 0 0 0,0 0 0 0 0,0 1 0 0 0,1-1 0 0 0,0 1 0 0 0,0 0 0 0 0,1 0 0 0 0,0 0 0 0 0,1 0 0 0 0,0 0 0 0 0,0 0 0 0 0,1 1 0 0 0,0-1 0 0 0,1 0 0 0 0,0 0 0 0 0,0 0 0 0 0,4 13 0 0 0,-4-16 111 0 0,1 0 0 0 0,0 0 0 0 0,0-1-1 0 0,0 1 1 0 0,1-1 0 0 0,0 1 0 0 0,0-1 0 0 0,0 0 0 0 0,1 0 0 0 0,0 0 0 0 0,0-1-1 0 0,0 1 1 0 0,0-1 0 0 0,1 0 0 0 0,0 0 0 0 0,-1-1 0 0 0,1 1 0 0 0,1-1-1 0 0,-1 0 1 0 0,0 0 0 0 0,1-1 0 0 0,0 0 0 0 0,-1 0 0 0 0,1 0 0 0 0,0-1 0 0 0,0 1-1 0 0,0-1 1 0 0,0-1 0 0 0,0 1 0 0 0,0-1 0 0 0,0 0 0 0 0,0-1 0 0 0,7 0 0 0 0,-3-1 10 0 0,1 0 1 0 0,-1-1-1 0 0,0 0 1 0 0,0-1 0 0 0,0 0-1 0 0,0-1 1 0 0,0 0-1 0 0,-1 0 1 0 0,0-1 0 0 0,0 0-1 0 0,0 0 1 0 0,-1-1-1 0 0,0-1 1 0 0,-1 1-1 0 0,10-12 1 0 0,-3 0-1191 0 0,0-1 0 0 0,-1-1 0 0 0,0 0-1 0 0,-2 0 1 0 0,14-40 0 0 0,-19 44 329 0 0</inkml:trace>
</inkml:ink>
</file>

<file path=ppt/ink/ink3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02.52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4145 0 0,'4'10'2012'0'0,"23"70"10249"0"0,-7-27-9081 0 0,2 11-2524 0 0,-3 0 0 0 0,11 77-1 0 0,20 67-2518 0 0,-46-196 645 0 0</inkml:trace>
</inkml:ink>
</file>

<file path=ppt/ink/ink3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02.74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1 177 2304 0 0,'10'-37'836'0'0,"-5"26"262"0"0,1-1 0 0 0,0 1 0 0 0,1 0 1 0 0,0 1-1 0 0,0-1 0 0 0,1 1 0 0 0,1 1 0 0 0,-1 0 0 0 0,2 0 0 0 0,17-13 0 0 0,-26 20-984 0 0,1 1 0 0 0,0 0 0 0 0,-1-1-1 0 0,1 1 1 0 0,0 0 0 0 0,0 0 0 0 0,0 0 0 0 0,0 0 0 0 0,0 0-1 0 0,0 1 1 0 0,0-1 0 0 0,0 1 0 0 0,0-1 0 0 0,1 1-1 0 0,-1 0 1 0 0,0-1 0 0 0,0 1 0 0 0,0 0 0 0 0,0 1-1 0 0,1-1 1 0 0,-1 0 0 0 0,0 1 0 0 0,0-1 0 0 0,0 1-1 0 0,0-1 1 0 0,0 1 0 0 0,0 0 0 0 0,0 0 0 0 0,0 0-1 0 0,0 0 1 0 0,0 1 0 0 0,-1-1 0 0 0,1 0 0 0 0,0 1 0 0 0,-1-1-1 0 0,1 1 1 0 0,1 2 0 0 0,0 0-30 0 0,0 1 0 0 0,-1-1 0 0 0,0 1-1 0 0,0 0 1 0 0,-1-1 0 0 0,1 1 0 0 0,-1 0 0 0 0,0 0 0 0 0,0 0 0 0 0,0 0-1 0 0,-1 0 1 0 0,0 0 0 0 0,0 0 0 0 0,0 0 0 0 0,-2 7 0 0 0,-2 8-117 0 0,-1 1-1 0 0,-1-1 1 0 0,-1-1 0 0 0,-1 1 0 0 0,0-1-1 0 0,-1-1 1 0 0,-2 1 0 0 0,0-2 0 0 0,0 1-1 0 0,-2-2 1 0 0,-21 23 0 0 0</inkml:trace>
</inkml:ink>
</file>

<file path=ppt/ink/ink3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03.23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106 12 10594 0 0,'-4'-12'10793'0'0,"-4"21"-12042"0"0,-4 3 1440 0 0,1 1 1 0 0,1 0-1 0 0,0 1 0 0 0,-9 15 1 0 0,14-20-114 0 0,1-1 0 0 0,0 1 0 0 0,0 0 0 0 0,1 0 0 0 0,0 0 0 0 0,1 0 0 0 0,-1 1 0 0 0,0 11 0 0 0,3-18-65 0 0,0 1-1 0 0,0-1 1 0 0,0 1 0 0 0,0-1 0 0 0,0 0 0 0 0,1 1 0 0 0,-1-1 0 0 0,1 0 0 0 0,0 0 0 0 0,0 1-1 0 0,1-1 1 0 0,-1 0 0 0 0,0 0 0 0 0,1 0 0 0 0,0 0 0 0 0,0-1 0 0 0,0 1 0 0 0,0 0 0 0 0,0-1 0 0 0,0 1-1 0 0,1-1 1 0 0,-1 0 0 0 0,1 0 0 0 0,0 0 0 0 0,5 4 0 0 0,5-1-31 0 0,-1 0 0 0 0,1-1 1 0 0,0 0-1 0 0,0-1 0 0 0,19 2 0 0 0,-22-4 16 0 0,-1 0 1 0 0,1 1-1 0 0,-1 0 0 0 0,0 0 0 0 0,1 1 0 0 0,-2 0 0 0 0,1 1 0 0 0,0 0 0 0 0,-1 0 1 0 0,11 8-1 0 0,-17-10 2 0 0,0 0 0 0 0,0 0 1 0 0,0 1-1 0 0,0-1 0 0 0,-1 1 0 0 0,1-1 1 0 0,-1 1-1 0 0,0 0 0 0 0,0-1 0 0 0,0 1 1 0 0,0 0-1 0 0,0 0 0 0 0,0 0 1 0 0,-1 0-1 0 0,1 5 0 0 0,-1-1-1 0 0,0 0-1 0 0,-1 0 0 0 0,0-1 1 0 0,0 1-1 0 0,0-1 1 0 0,-5 13-1 0 0,-1-2 88 0 0,0-1 0 0 0,-1 1 1 0 0,-1-1-1 0 0,-16 21 0 0 0,9-15 144 0 0,-1-1 0 0 0,-21 21 0 0 0,32-36-366 0 0,-1 0-1 0 0,1-1 1 0 0,-1 0-1 0 0,0 0 0 0 0,0-1 1 0 0,0 0-1 0 0,0 0 1 0 0,-1 0-1 0 0,0-1 1 0 0,0 0-1 0 0,-10 2 1 0 0,-6-2-7558 0 0</inkml:trace>
</inkml:ink>
</file>

<file path=ppt/ink/ink3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06.7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150 62 4609 0 0,'-2'-5'350'0'0,"0"1"0"0"0,0 0 0 0 0,0 0 0 0 0,0 0 0 0 0,0 1-1 0 0,-1-1 1 0 0,0 0 0 0 0,0 1 0 0 0,0 0 0 0 0,0 0 0 0 0,0 0 0 0 0,-1 0 0 0 0,1 0 0 0 0,-5-2 0 0 0,6 4-220 0 0,0 0 0 0 0,1 0 0 0 0,-1 0 1 0 0,0 1-1 0 0,0-1 0 0 0,1 1 1 0 0,-1-1-1 0 0,0 1 0 0 0,0 0 0 0 0,0-1 1 0 0,0 1-1 0 0,0 0 0 0 0,0 0 0 0 0,1 0 1 0 0,-1 1-1 0 0,0-1 0 0 0,0 0 0 0 0,0 1 1 0 0,0-1-1 0 0,1 1 0 0 0,-1-1 0 0 0,0 1 1 0 0,0 0-1 0 0,1 0 0 0 0,-1 0 1 0 0,0 0-1 0 0,1 0 0 0 0,-1 0 0 0 0,1 0 1 0 0,0 1-1 0 0,-1-1 0 0 0,1 1 0 0 0,0-1 1 0 0,0 1-1 0 0,-1 1 0 0 0,-4 7 52 0 0,0 1 0 0 0,1-1 0 0 0,0 1-1 0 0,1 0 1 0 0,0 1 0 0 0,1-1 0 0 0,0 1 0 0 0,1 0 0 0 0,-2 22 0 0 0,2 2 143 0 0,7 71 0 0 0,-3-86-233 0 0,1 1 1 0 0,2-1 0 0 0,0 0-1 0 0,1 0 1 0 0,1-1-1 0 0,1 1 1 0 0,0-2 0 0 0,2 1-1 0 0,0-1 1 0 0,14 18 0 0 0,-18-29-51 0 0,0 0-1 0 0,1-1 1 0 0,-1 0 0 0 0,2 0 0 0 0,-1-1 0 0 0,1 0-1 0 0,0 0 1 0 0,0 0 0 0 0,1-1 0 0 0,13 6 0 0 0,-14-9-36 0 0,0 1 1 0 0,0-1 0 0 0,0 0 0 0 0,0-1-1 0 0,0 0 1 0 0,0 0 0 0 0,1-1 0 0 0,-1 0-1 0 0,0-1 1 0 0,0 1 0 0 0,0-2 0 0 0,0 1-1 0 0,1-1 1 0 0,8-3 0 0 0,-1-1-237 0 0,0-1 0 0 0,-1-1 0 0 0,0 0 1 0 0,0-1-1 0 0,-1 0 0 0 0,0-1 0 0 0,0-1 0 0 0,17-18 1 0 0,-9 7-5745 0 0</inkml:trace>
</inkml:ink>
</file>

<file path=ppt/ink/ink3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07.1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58 66 10138 0 0,'-2'0'150'0'0,"1"-1"-1"0"0,-1 1 1 0 0,0-1 0 0 0,0 1-1 0 0,0 0 1 0 0,1 0-1 0 0,-1 0 1 0 0,0 0-1 0 0,0 0 1 0 0,0 0 0 0 0,1 1-1 0 0,-1-1 1 0 0,0 1-1 0 0,0-1 1 0 0,1 1 0 0 0,-1-1-1 0 0,0 1 1 0 0,1 0-1 0 0,-1 0 1 0 0,0 0-1 0 0,1 0 1 0 0,-1 0 0 0 0,1 0-1 0 0,0 0 1 0 0,-1 1-1 0 0,1-1 1 0 0,0 0 0 0 0,0 1-1 0 0,0-1 1 0 0,0 1-1 0 0,0 0 1 0 0,0-1-1 0 0,0 1 1 0 0,1-1 0 0 0,-1 1-1 0 0,0 0 1 0 0,1 0-1 0 0,-1 0 1 0 0,1-1 0 0 0,0 4-1 0 0,-1 0 59 0 0,0 1 1 0 0,1 0-1 0 0,0-1 1 0 0,0 1-1 0 0,0 0 0 0 0,1-1 1 0 0,-1 1-1 0 0,2 0 1 0 0,-1-1-1 0 0,1 1 0 0 0,-1-1 1 0 0,5 9-1 0 0,0-5-138 0 0,0 0 1 0 0,1 0-1 0 0,0-1 0 0 0,0 0 1 0 0,1 0-1 0 0,0-1 0 0 0,0 0 0 0 0,1 0 1 0 0,0-1-1 0 0,11 6 0 0 0,-13-7-19 0 0,0-2-1 0 0,0 1 0 0 0,0-1 1 0 0,1 0-1 0 0,-1-1 0 0 0,1 1 1 0 0,0-1-1 0 0,0-1 0 0 0,0 0 1 0 0,0 0-1 0 0,0 0 0 0 0,0-1 1 0 0,0 0-1 0 0,13-3 0 0 0,-19 3-40 0 0,1-1-1 0 0,-1 0 1 0 0,1 0-1 0 0,-1 0 1 0 0,0 0-1 0 0,1 0 1 0 0,-1-1-1 0 0,0 1 1 0 0,0-1-1 0 0,0 1 0 0 0,0-1 1 0 0,0 0-1 0 0,0 0 1 0 0,-1 0-1 0 0,1 0 1 0 0,0 0-1 0 0,-1 0 1 0 0,0 0-1 0 0,1-1 1 0 0,-1 1-1 0 0,0 0 1 0 0,0-1-1 0 0,0 1 1 0 0,-1-1-1 0 0,1 1 0 0 0,-1-1 1 0 0,1 1-1 0 0,-1-1 1 0 0,0 0-1 0 0,0 1 1 0 0,0-1-1 0 0,0 1 1 0 0,0-1-1 0 0,-1 0 1 0 0,0-3-1 0 0,-1-4 31 0 0,0 0 0 0 0,-1 1-1 0 0,0 0 1 0 0,0 0 0 0 0,-1 0 0 0 0,0 0 0 0 0,-1 0-1 0 0,-7-10 1 0 0,1 4-160 0 0,-1 1-1 0 0,0 0 1 0 0,-1 1-1 0 0,0 1 1 0 0,-1 0-1 0 0,-1 0 1 0 0,0 2-1 0 0,-21-13 1 0 0,16 16-1332 0 0,6 7-4180 0 0</inkml:trace>
</inkml:ink>
</file>

<file path=ppt/ink/ink3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07.4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143 0 6449 0 0,'-4'2'305'0'0,"-1"0"-1"0"0,0 0 0 0 0,1 1 0 0 0,-1 0 0 0 0,1-1 0 0 0,0 1 1 0 0,0 0-1 0 0,0 1 0 0 0,0-1 0 0 0,1 1 0 0 0,-4 4 0 0 0,3-4-93 0 0,-9 9 458 0 0,1 1 1 0 0,0 0-1 0 0,-12 20 0 0 0,21-30-477 0 0,0 1 0 0 0,0 0 0 0 0,1 0 0 0 0,-1 0 0 0 0,1 0 0 0 0,0 1 0 0 0,1-1 0 0 0,-1 0 0 0 0,1 1-1 0 0,0 0 1 0 0,0-1 0 0 0,1 1 0 0 0,0-1 0 0 0,0 12 0 0 0,1-15-184 0 0,0 0-1 0 0,0 0 1 0 0,0 0 0 0 0,0 0-1 0 0,0 0 1 0 0,1-1 0 0 0,-1 1-1 0 0,0 0 1 0 0,1-1 0 0 0,-1 1-1 0 0,1 0 1 0 0,0-1 0 0 0,0 0 0 0 0,-1 1-1 0 0,1-1 1 0 0,0 0 0 0 0,0 0-1 0 0,0 0 1 0 0,0 0 0 0 0,0 0-1 0 0,0-1 1 0 0,1 1 0 0 0,-1-1-1 0 0,0 1 1 0 0,0-1 0 0 0,0 0-1 0 0,1 0 1 0 0,1 0 0 0 0,12 1-203 0 0,-1-1 0 0 0,31-4 1 0 0,-30 2 43 0 0,5 0-105 0 0,-6 0 217 0 0,1 1-1 0 0,-1 0 1 0 0,1 1-1 0 0,-1 0 1 0 0,1 1-1 0 0,0 1 0 0 0,18 5 1 0 0,-32-7 37 0 0,0 1 0 0 0,0 0 1 0 0,0-1-1 0 0,0 1 0 0 0,-1 0 1 0 0,1 0-1 0 0,0 1 0 0 0,0-1 1 0 0,-1 0-1 0 0,1 1 0 0 0,-1-1 0 0 0,0 0 1 0 0,1 1-1 0 0,-1 0 0 0 0,0-1 1 0 0,0 1-1 0 0,0 0 0 0 0,0 0 0 0 0,0-1 1 0 0,0 1-1 0 0,1 3 0 0 0,-2-1 14 0 0,1 0-1 0 0,-1 0 1 0 0,0-1-1 0 0,1 1 1 0 0,-2 0-1 0 0,1 0 1 0 0,0 0-1 0 0,-1 0 1 0 0,0-1-1 0 0,-2 7 1 0 0,-1 2 108 0 0,-1-1-1 0 0,0 0 1 0 0,-1 0 0 0 0,0-1-1 0 0,0 1 1 0 0,-11 11 0 0 0,10-14-258 0 0,0 0 1 0 0,-1-1-1 0 0,1 0 0 0 0,-1-1 1 0 0,-1 1-1 0 0,-10 5 1 0 0,7-5-446 0 0</inkml:trace>
</inkml:ink>
</file>

<file path=ppt/ink/ink3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07.78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 1 11979 0 0,'0'0'100'0'0,"-1"0"0"0"0,1 0 0 0 0,-1 0 0 0 0,1 0 1 0 0,-1 0-1 0 0,0 0 0 0 0,1 1 0 0 0,-1-1 0 0 0,1 0 1 0 0,-1 0-1 0 0,1 1 0 0 0,-1-1 0 0 0,1 0 0 0 0,0 1 1 0 0,-1-1-1 0 0,1 0 0 0 0,-1 1 0 0 0,1-1 0 0 0,0 1 1 0 0,-1-1-1 0 0,1 0 0 0 0,0 1 0 0 0,-1-1 0 0 0,1 1 1 0 0,0-1-1 0 0,0 1 0 0 0,-1-1 0 0 0,1 1 0 0 0,0 0 1 0 0,0-1-1 0 0,0 1 0 0 0,0-1 0 0 0,0 1 0 0 0,0-1 1 0 0,0 1-1 0 0,0-1 0 0 0,0 1 0 0 0,0 0 0 0 0,-3 26 1516 0 0,5 12-791 0 0,1-1-1 0 0,1 1 1 0 0,3-1-1 0 0,13 46 1 0 0,-7-30-648 0 0,111 500-390 0 0,-115-519-1446 0 0,0-3-5516 0 0</inkml:trace>
</inkml:ink>
</file>

<file path=ppt/ink/ink3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08.57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0 147 5985 0 0,'0'4'3376'0'0,"0"-4"-3326"0"0,11-2 1099 0 0,11-6-341 0 0,156-79 4941 0 0,-54 40-10277 0 0,-103 41-883 0 0</inkml:trace>
</inkml:ink>
</file>

<file path=ppt/ink/ink3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10.9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256 44 9674 0 0,'9'-33'2840'0'0,"-4"23"-761"0"0,-4 24-184 0 0,-48 412 1051 0 0,32-321-2744 0 0,-171 1303 78 0 0,185-1399-286 0 0,-9 72-3002 0 0,-1 129 0 0 0,12-190-2972 0 0</inkml:trace>
</inkml:ink>
</file>

<file path=ppt/ink/ink3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11.4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174 10 4609 0 0,'-6'-3'1563'0'0,"5"2"-1417"0"0,0 1 0 0 0,1-1-1 0 0,-1 1 1 0 0,0-1 0 0 0,0 1 0 0 0,1-1 0 0 0,-1 1-1 0 0,0-1 1 0 0,0 1 0 0 0,0 0 0 0 0,0-1-1 0 0,0 1 1 0 0,1 0 0 0 0,-1 0 0 0 0,0 0 0 0 0,0 0-1 0 0,0 0 1 0 0,0 0 0 0 0,0 0 0 0 0,0 0 0 0 0,0 0-1 0 0,0 0 1 0 0,0 0 0 0 0,0 1 0 0 0,1-1 0 0 0,-1 0-1 0 0,0 1 1 0 0,0-1 0 0 0,0 0 0 0 0,0 1-1 0 0,1-1 1 0 0,-1 1 0 0 0,0-1 0 0 0,0 1 0 0 0,1 0-1 0 0,-1-1 1 0 0,1 1 0 0 0,-1 0 0 0 0,0-1 0 0 0,1 1-1 0 0,-1 0 1 0 0,1 0 0 0 0,0 0 0 0 0,-1 0 0 0 0,1-1-1 0 0,-1 3 1 0 0,-18 31 1186 0 0,1 2 0 0 0,-21 56-1 0 0,22-49-764 0 0,10-24-326 0 0,-1-1 151 0 0,0 0 1 0 0,-8 39-1 0 0,16-57-387 0 0,0 0 0 0 0,0 0 0 0 0,0 0 0 0 0,0 0 0 0 0,0 0 0 0 0,0 0 0 0 0,0 0 0 0 0,1 0 0 0 0,-1 0 0 0 0,0 0 0 0 0,0 0 1 0 0,0 0-1 0 0,0 0 0 0 0,0 0 0 0 0,0 0 0 0 0,0 0 0 0 0,0 0 0 0 0,0 0 0 0 0,0 0 0 0 0,0 0 0 0 0,0 0 0 0 0,0 0 0 0 0,0 0 0 0 0,1 0 0 0 0,-1 0 0 0 0,0 0 0 0 0,0 0 0 0 0,0 0 0 0 0,0 0 0 0 0,0 0 0 0 0,0 0 0 0 0,0 0 0 0 0,0 0 0 0 0,0 0 0 0 0,0 0 0 0 0,0 0 0 0 0,0 0 0 0 0,0 0 1 0 0,0 0-1 0 0,0 0 0 0 0,0 0 0 0 0,0 1 0 0 0,0-1 0 0 0,8-12-231 0 0,6-17-522 0 0,-7-12-51 0 0,-3 15-6081 0 0</inkml:trace>
</inkml:ink>
</file>

<file path=ppt/ink/ink3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11.7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84 62 920 0 0,'-3'-5'889'0'0,"-1"-1"0"0"0,1 1 0 0 0,-1 0 1 0 0,0 1-1 0 0,0-1 0 0 0,-1 1 0 0 0,-7-6 0 0 0,9 7 165 0 0,0 1 0 0 0,0 0-1 0 0,-1 0 1 0 0,1 0 0 0 0,0 1 0 0 0,-1-1 0 0 0,-6-1 0 0 0,9 3-950 0 0,1 0 0 0 0,-1 0 1 0 0,1 0-1 0 0,-1 0 1 0 0,1 0-1 0 0,-1 0 1 0 0,1 0-1 0 0,-1 0 0 0 0,1 0 1 0 0,0 0-1 0 0,-1 1 1 0 0,1-1-1 0 0,-1 0 1 0 0,1 0-1 0 0,0 0 1 0 0,-1 1-1 0 0,1-1 0 0 0,0 0 1 0 0,-1 1-1 0 0,1-1 1 0 0,0 0-1 0 0,-1 1 1 0 0,1-1-1 0 0,0 0 0 0 0,0 1 1 0 0,-1-1-1 0 0,1 1 1 0 0,0-1-1 0 0,0 0 1 0 0,0 1-1 0 0,-1-1 1 0 0,1 1-1 0 0,0-1 0 0 0,0 1 1 0 0,0-1-1 0 0,0 1 1 0 0,0-1-1 0 0,0 0 1 0 0,0 1-1 0 0,0-1 0 0 0,0 1 1 0 0,0-1-1 0 0,0 1 1 0 0,1-1-1 0 0,-1 1 1 0 0,0-1-1 0 0,0 1 1 0 0,6 26 259 0 0,-5-24-234 0 0,37 130 12 0 0,6-2 0 0 0,92 189 0 0 0,-129-305-1567 0 0,2 0 0 0 0,19 27 1 0 0</inkml:trace>
</inkml:ink>
</file>

<file path=ppt/ink/ink3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11.9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1 374 5529 0 0,'0'-13'220'0'0,"-1"1"-1"0"0,2-1 0 0 0,-1 0 1 0 0,2 1-1 0 0,0 0 0 0 0,0-1 1 0 0,1 1-1 0 0,1 0 0 0 0,0 0 1 0 0,7-13-1 0 0,0 1 679 0 0,1 1 1 0 0,1 1-1 0 0,32-40 1 0 0,-36 51-784 0 0,0 1 1 0 0,1 0-1 0 0,1 1 1 0 0,-1 0-1 0 0,14-8 1 0 0,-18 12-791 0 0,1 1 0 0 0,0 1 0 0 0,0-1-1 0 0,1 1 1 0 0,-1 1 0 0 0,9-3 0 0 0,-1 4-984 0 0,-2 4 1000 0 0</inkml:trace>
</inkml:ink>
</file>

<file path=ppt/ink/ink3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12.1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0 294 5985 0 0,'25'-49'1478'0'0,"-11"28"-864"0"0,67-95-203 0 0,-69 100-516 0 0,1 1 0 0 0,1 1 0 0 0,0 0 0 0 0,1 1 0 0 0,17-12 0 0 0,-20 18 105 0 0,-2 4 0 0 0</inkml:trace>
</inkml:ink>
</file>

<file path=ppt/ink/ink3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12.30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23 227 6913 0 0,'-6'15'256'0'0,"-8"29"374"0"0,13-42-525 0 0,1 0-1 0 0,-1 0 1 0 0,1 0-1 0 0,0 0 1 0 0,0 0 0 0 0,0 0-1 0 0,0 0 1 0 0,0 1-1 0 0,0-1 1 0 0,0 0-1 0 0,1 0 1 0 0,-1 0-1 0 0,1 0 1 0 0,-1 0-1 0 0,1 0 1 0 0,0 0-1 0 0,2 3 1 0 0,-3-5-35 0 0,1 1 1 0 0,0-1-1 0 0,0 1 1 0 0,-1-1 0 0 0,1 1-1 0 0,0-1 1 0 0,0 0-1 0 0,0 1 1 0 0,0-1-1 0 0,0 0 1 0 0,-1 0 0 0 0,1 0-1 0 0,0 1 1 0 0,0-1-1 0 0,0 0 1 0 0,0 0-1 0 0,0 0 1 0 0,0 0 0 0 0,0-1-1 0 0,0 1 1 0 0,-1 0-1 0 0,1 0 1 0 0,0 0-1 0 0,0-1 1 0 0,0 1 0 0 0,0 0-1 0 0,0-1 1 0 0,-1 1-1 0 0,1-1 1 0 0,0 1-1 0 0,1-2 1 0 0,24-19 1042 0 0,-24 20-1053 0 0,22-23-364 0 0,0-2 0 0 0,35-51 0 0 0,-39 48-455 0 0,1 2 0 0 0,1 1 1 0 0,27-25-1 0 0,-16 21 663 0 0,-19 17 21 0 0</inkml:trace>
</inkml:ink>
</file>

<file path=ppt/ink/ink3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12.60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0 252 6913 0 0,'11'-6'71'0'0,"-2"1"1058"0"0,1 1 1 0 0,-1 0-1 0 0,18-5 0 0 0,-23 8-790 0 0,1 0-1 0 0,-1 1 0 0 0,0-1 1 0 0,1 1-1 0 0,-1 0 0 0 0,0 1 1 0 0,1-1-1 0 0,-1 1 0 0 0,0 0 0 0 0,0 0 1 0 0,1 0-1 0 0,4 2 0 0 0,64 43 2215 0 0,-112-103-354 0 0,31 46-2172 0 0,1 0-1 0 0,0-1 1 0 0,1 0-1 0 0,0 0 1 0 0,1-1-1 0 0,0 1 1 0 0,1-1 0 0 0,1 0-1 0 0,0 0 1 0 0,1-1-1 0 0,0 1 1 0 0,0-25-1 0 0,5 8-930 0 0</inkml:trace>
</inkml:ink>
</file>

<file path=ppt/ink/ink3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13.0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0 246 5985 0 0,'1'-1'137'0'0,"0"1"0"0"0,0-1 0 0 0,0 1-1 0 0,0-1 1 0 0,0 1 0 0 0,0 0 0 0 0,0 0-1 0 0,0 0 1 0 0,0-1 0 0 0,0 1 0 0 0,0 0 0 0 0,0 0-1 0 0,0 0 1 0 0,0 1 0 0 0,0-1 0 0 0,0 0-1 0 0,0 0 1 0 0,0 0 0 0 0,0 1 0 0 0,0-1-1 0 0,0 1 1 0 0,0-1 0 0 0,0 1 0 0 0,0-1 0 0 0,1 1-1 0 0,25 17 1393 0 0,-25-16-1221 0 0,13 9 628 0 0,-2 2 0 0 0,18 18-1 0 0,-22-20-520 0 0,1-1 0 0 0,1 0 0 0 0,-1-1 0 0 0,22 15-1 0 0,-32-24-392 0 0,0 0-1 0 0,0 0 0 0 0,0 0 0 0 0,0 0 0 0 0,0 0 1 0 0,0 0-1 0 0,0-1 0 0 0,0 1 0 0 0,0 0 0 0 0,0 0 0 0 0,0 0 1 0 0,0 0-1 0 0,0 0 0 0 0,0 0 0 0 0,0 0 0 0 0,0 0 0 0 0,0 0 1 0 0,0 0-1 0 0,0 0 0 0 0,0 0 0 0 0,0-1 0 0 0,0 1 1 0 0,0 0-1 0 0,0 0 0 0 0,0 0 0 0 0,0 0 0 0 0,0 0 0 0 0,0 0 1 0 0,0 0-1 0 0,0 0 0 0 0,0 0 0 0 0,0 0 0 0 0,0 0 0 0 0,0 0 1 0 0,0 0-1 0 0,0-1 0 0 0,0 1 0 0 0,0 0 0 0 0,0 0 0 0 0,0 0 1 0 0,0 0-1 0 0,0 0 0 0 0,0 0 0 0 0,0 0 0 0 0,1 0 1 0 0,-1 0-1 0 0,0 0 0 0 0,0 0 0 0 0,0 0 0 0 0,0 0 0 0 0,0 0 1 0 0,0 0-1 0 0,0 0 0 0 0,0 0 0 0 0,0 0 0 0 0,0 0 0 0 0,0 0 1 0 0,0 0-1 0 0,1 0 0 0 0,-8-13 1056 0 0,-10-15 462 0 0,16 26-1406 0 0,-10-15 279 0 0,2 0 1 0 0,0 0-1 0 0,1-1 0 0 0,1 0 0 0 0,0 0 1 0 0,-5-27-1 0 0,9 31-688 0 0,1-1 1 0 0,1 1-1 0 0,0-23 0 0 0,2 23-924 0 0,0 1-1 0 0,2-1 1 0 0,-1 1-1 0 0,6-15 0 0 0,2 0-5704 0 0</inkml:trace>
</inkml:ink>
</file>

<file path=ppt/ink/ink3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13.4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130 64 5529 0 0,'-1'0'256'0'0,"-1"-1"1"0"0,1 1-1 0 0,0 0 0 0 0,-1-1 0 0 0,1 1 0 0 0,0-1 1 0 0,0 1-1 0 0,-1-1 0 0 0,1 1 0 0 0,0-1 0 0 0,0 0 1 0 0,-2-1-1 0 0,2 1 57 0 0,0 0 1 0 0,0 0-1 0 0,0 0 1 0 0,-1 1-1 0 0,1-1 1 0 0,0 0 0 0 0,0 1-1 0 0,-1-1 1 0 0,1 1-1 0 0,-1-1 1 0 0,1 1-1 0 0,0 0 1 0 0,-1 0-1 0 0,1-1 1 0 0,-2 1-1 0 0,1 1-139 0 0,0-1 0 0 0,0 0 0 0 0,1 1 0 0 0,-1-1 0 0 0,0 1 0 0 0,1 0-1 0 0,-1-1 1 0 0,1 1 0 0 0,-1 0 0 0 0,1 0 0 0 0,-1 0 0 0 0,1 0 0 0 0,0 0 0 0 0,-1 0 0 0 0,1 1-1 0 0,0-1 1 0 0,0 0 0 0 0,0 1 0 0 0,-1 1 0 0 0,0 0-34 0 0,-1 1 0 0 0,1 1 0 0 0,1-1 1 0 0,-1 0-1 0 0,1 0 0 0 0,0 1 0 0 0,-2 6 0 0 0,2-5-104 0 0,1-1 0 0 0,-1 1 0 0 0,1-1 0 0 0,0 1 0 0 0,0-1 0 0 0,0 1 0 0 0,1 0 0 0 0,0-1 0 0 0,0 0 0 0 0,1 1 0 0 0,-1-1 0 0 0,5 10 0 0 0,-3-12-33 0 0,0 0 1 0 0,0 0 0 0 0,0 0 0 0 0,1-1-1 0 0,-1 1 1 0 0,1-1 0 0 0,0 1 0 0 0,-1-1-1 0 0,1-1 1 0 0,0 1 0 0 0,0 0-1 0 0,0-1 1 0 0,0 0 0 0 0,0 0 0 0 0,1 0-1 0 0,-1 0 1 0 0,0-1 0 0 0,0 0 0 0 0,1 0-1 0 0,-1 0 1 0 0,0 0 0 0 0,1 0 0 0 0,-1-1-1 0 0,0 0 1 0 0,6-2 0 0 0,-8 3 19 0 0,1-1 0 0 0,-1 1 0 0 0,1-1 0 0 0,-1 0 0 0 0,0 0 0 0 0,1 0 0 0 0,-1 0 0 0 0,0 0 0 0 0,0-1 0 0 0,0 1 0 0 0,0-1 0 0 0,0 1 0 0 0,0-1 0 0 0,0 0 0 0 0,0 0 0 0 0,-1 0 0 0 0,1 0 0 0 0,-1 0 0 0 0,1 0 0 0 0,-1 0 0 0 0,0 0 0 0 0,0 0 0 0 0,0-1 0 0 0,0 1 0 0 0,0 0 0 0 0,-1-1 0 0 0,1 1 0 0 0,-1-1 0 0 0,1 1 0 0 0,-1-1 0 0 0,0 1 0 0 0,0-1 0 0 0,0 1 0 0 0,0-1 0 0 0,-1 1 0 0 0,1-1 0 0 0,-1 1 0 0 0,1-1 0 0 0,-1 1 0 0 0,0 0 0 0 0,0-1 0 0 0,0 1 0 0 0,-2-4 0 0 0,-3-4 76 0 0,0 0 0 0 0,-1 1-1 0 0,0-1 1 0 0,0 1-1 0 0,-1 1 1 0 0,0 0 0 0 0,-1 0-1 0 0,1 0 1 0 0,-2 1 0 0 0,1 0-1 0 0,-13-6 1 0 0,15 9-558 0 0,0 1 1 0 0,0 0-1 0 0,-1 0 1 0 0,1 0-1 0 0,-1 1 1 0 0,-8-1 0 0 0,15 3 239 0 0,-1 0 0 0 0,0 0 0 0 0,0 0 0 0 0,1 0 0 0 0,-1 0 0 0 0,0 0 0 0 0,1 1 0 0 0,-1-1 0 0 0,0 0 0 0 0,0 1 0 0 0,1 0 0 0 0,-1-1 0 0 0,1 1 0 0 0,-1 0 0 0 0,1 0 0 0 0,-3 1 0 0 0,-1 1 206 0 0</inkml:trace>
</inkml:ink>
</file>

<file path=ppt/ink/ink3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06T22:59:13.68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0 318 456 0 0,'5'0'625'0'0,"1"0"1"0"0,-1 1-1 0 0,1 0 0 0 0,-1 0 0 0 0,0 0 1 0 0,0 0-1 0 0,0 1 0 0 0,0 0 0 0 0,0 0 1 0 0,0 0-1 0 0,0 1 0 0 0,0 0 0 0 0,-1 0 1 0 0,7 5-1 0 0,1 3 619 0 0,-2 0 0 0 0,1 1 0 0 0,13 21 0 0 0,0-1 1181 0 0,-29-39-1920 0 0,1 0 1 0 0,0 0 0 0 0,0-1 0 0 0,0 1-1 0 0,1-1 1 0 0,0 0 0 0 0,0 1-1 0 0,1-1 1 0 0,-2-12 0 0 0,1 2-264 0 0,2 0 0 0 0,0 0 0 0 0,1 0 1 0 0,2-18-1 0 0,2-1-778 0 0,3 1-1 0 0,0 1 1 0 0,3-1 0 0 0,15-38 0 0 0,-12 40-6948 0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991B1E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rgbClr val="991B1E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rgbClr val="991B1E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rgbClr val="991B1E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0831764" y="65552"/>
            <a:ext cx="1275956" cy="661111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8739" y="14986"/>
            <a:ext cx="10328275" cy="4679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991B1E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204366" y="1368933"/>
            <a:ext cx="9378315" cy="40817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117" Type="http://schemas.openxmlformats.org/officeDocument/2006/relationships/image" Target="../media/image59.png"/><Relationship Id="rId21" Type="http://schemas.openxmlformats.org/officeDocument/2006/relationships/image" Target="../media/image11.png"/><Relationship Id="rId42" Type="http://schemas.openxmlformats.org/officeDocument/2006/relationships/customXml" Target="../ink/ink21.xml"/><Relationship Id="rId47" Type="http://schemas.openxmlformats.org/officeDocument/2006/relationships/image" Target="../media/image24.png"/><Relationship Id="rId63" Type="http://schemas.openxmlformats.org/officeDocument/2006/relationships/image" Target="../media/image32.png"/><Relationship Id="rId68" Type="http://schemas.openxmlformats.org/officeDocument/2006/relationships/customXml" Target="../ink/ink34.xml"/><Relationship Id="rId84" Type="http://schemas.openxmlformats.org/officeDocument/2006/relationships/customXml" Target="../ink/ink42.xml"/><Relationship Id="rId89" Type="http://schemas.openxmlformats.org/officeDocument/2006/relationships/image" Target="../media/image45.png"/><Relationship Id="rId112" Type="http://schemas.openxmlformats.org/officeDocument/2006/relationships/customXml" Target="../ink/ink56.xml"/><Relationship Id="rId16" Type="http://schemas.openxmlformats.org/officeDocument/2006/relationships/customXml" Target="../ink/ink8.xml"/><Relationship Id="rId107" Type="http://schemas.openxmlformats.org/officeDocument/2006/relationships/image" Target="../media/image54.png"/><Relationship Id="rId11" Type="http://schemas.openxmlformats.org/officeDocument/2006/relationships/image" Target="../media/image6.png"/><Relationship Id="rId32" Type="http://schemas.openxmlformats.org/officeDocument/2006/relationships/customXml" Target="../ink/ink16.xml"/><Relationship Id="rId37" Type="http://schemas.openxmlformats.org/officeDocument/2006/relationships/image" Target="../media/image19.png"/><Relationship Id="rId53" Type="http://schemas.openxmlformats.org/officeDocument/2006/relationships/image" Target="../media/image27.png"/><Relationship Id="rId58" Type="http://schemas.openxmlformats.org/officeDocument/2006/relationships/customXml" Target="../ink/ink29.xml"/><Relationship Id="rId74" Type="http://schemas.openxmlformats.org/officeDocument/2006/relationships/customXml" Target="../ink/ink37.xml"/><Relationship Id="rId79" Type="http://schemas.openxmlformats.org/officeDocument/2006/relationships/image" Target="../media/image40.png"/><Relationship Id="rId102" Type="http://schemas.openxmlformats.org/officeDocument/2006/relationships/customXml" Target="../ink/ink51.xml"/><Relationship Id="rId5" Type="http://schemas.openxmlformats.org/officeDocument/2006/relationships/image" Target="../media/image3.png"/><Relationship Id="rId90" Type="http://schemas.openxmlformats.org/officeDocument/2006/relationships/customXml" Target="../ink/ink45.xml"/><Relationship Id="rId95" Type="http://schemas.openxmlformats.org/officeDocument/2006/relationships/image" Target="../media/image48.png"/><Relationship Id="rId22" Type="http://schemas.openxmlformats.org/officeDocument/2006/relationships/customXml" Target="../ink/ink11.xml"/><Relationship Id="rId27" Type="http://schemas.openxmlformats.org/officeDocument/2006/relationships/image" Target="../media/image14.png"/><Relationship Id="rId43" Type="http://schemas.openxmlformats.org/officeDocument/2006/relationships/image" Target="../media/image22.png"/><Relationship Id="rId48" Type="http://schemas.openxmlformats.org/officeDocument/2006/relationships/customXml" Target="../ink/ink24.xml"/><Relationship Id="rId64" Type="http://schemas.openxmlformats.org/officeDocument/2006/relationships/customXml" Target="../ink/ink32.xml"/><Relationship Id="rId69" Type="http://schemas.openxmlformats.org/officeDocument/2006/relationships/image" Target="../media/image35.png"/><Relationship Id="rId113" Type="http://schemas.openxmlformats.org/officeDocument/2006/relationships/image" Target="../media/image57.png"/><Relationship Id="rId118" Type="http://schemas.openxmlformats.org/officeDocument/2006/relationships/customXml" Target="../ink/ink59.xml"/><Relationship Id="rId80" Type="http://schemas.openxmlformats.org/officeDocument/2006/relationships/customXml" Target="../ink/ink40.xml"/><Relationship Id="rId85" Type="http://schemas.openxmlformats.org/officeDocument/2006/relationships/image" Target="../media/image43.png"/><Relationship Id="rId12" Type="http://schemas.openxmlformats.org/officeDocument/2006/relationships/customXml" Target="../ink/ink6.xml"/><Relationship Id="rId17" Type="http://schemas.openxmlformats.org/officeDocument/2006/relationships/image" Target="../media/image9.png"/><Relationship Id="rId33" Type="http://schemas.openxmlformats.org/officeDocument/2006/relationships/image" Target="../media/image17.png"/><Relationship Id="rId38" Type="http://schemas.openxmlformats.org/officeDocument/2006/relationships/customXml" Target="../ink/ink19.xml"/><Relationship Id="rId59" Type="http://schemas.openxmlformats.org/officeDocument/2006/relationships/image" Target="../media/image30.png"/><Relationship Id="rId103" Type="http://schemas.openxmlformats.org/officeDocument/2006/relationships/image" Target="../media/image52.png"/><Relationship Id="rId108" Type="http://schemas.openxmlformats.org/officeDocument/2006/relationships/customXml" Target="../ink/ink54.xml"/><Relationship Id="rId54" Type="http://schemas.openxmlformats.org/officeDocument/2006/relationships/customXml" Target="../ink/ink27.xml"/><Relationship Id="rId70" Type="http://schemas.openxmlformats.org/officeDocument/2006/relationships/customXml" Target="../ink/ink35.xml"/><Relationship Id="rId75" Type="http://schemas.openxmlformats.org/officeDocument/2006/relationships/image" Target="../media/image38.png"/><Relationship Id="rId91" Type="http://schemas.openxmlformats.org/officeDocument/2006/relationships/image" Target="../media/image46.png"/><Relationship Id="rId96" Type="http://schemas.openxmlformats.org/officeDocument/2006/relationships/customXml" Target="../ink/ink48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23" Type="http://schemas.openxmlformats.org/officeDocument/2006/relationships/image" Target="../media/image12.png"/><Relationship Id="rId28" Type="http://schemas.openxmlformats.org/officeDocument/2006/relationships/customXml" Target="../ink/ink14.xml"/><Relationship Id="rId49" Type="http://schemas.openxmlformats.org/officeDocument/2006/relationships/image" Target="../media/image25.png"/><Relationship Id="rId114" Type="http://schemas.openxmlformats.org/officeDocument/2006/relationships/customXml" Target="../ink/ink57.xml"/><Relationship Id="rId119" Type="http://schemas.openxmlformats.org/officeDocument/2006/relationships/image" Target="../media/image60.png"/><Relationship Id="rId10" Type="http://schemas.openxmlformats.org/officeDocument/2006/relationships/customXml" Target="../ink/ink5.xml"/><Relationship Id="rId31" Type="http://schemas.openxmlformats.org/officeDocument/2006/relationships/image" Target="../media/image16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60" Type="http://schemas.openxmlformats.org/officeDocument/2006/relationships/customXml" Target="../ink/ink30.xml"/><Relationship Id="rId65" Type="http://schemas.openxmlformats.org/officeDocument/2006/relationships/image" Target="../media/image33.png"/><Relationship Id="rId73" Type="http://schemas.openxmlformats.org/officeDocument/2006/relationships/image" Target="../media/image37.png"/><Relationship Id="rId78" Type="http://schemas.openxmlformats.org/officeDocument/2006/relationships/customXml" Target="../ink/ink39.xml"/><Relationship Id="rId81" Type="http://schemas.openxmlformats.org/officeDocument/2006/relationships/image" Target="../media/image41.png"/><Relationship Id="rId86" Type="http://schemas.openxmlformats.org/officeDocument/2006/relationships/customXml" Target="../ink/ink43.xml"/><Relationship Id="rId94" Type="http://schemas.openxmlformats.org/officeDocument/2006/relationships/customXml" Target="../ink/ink47.xml"/><Relationship Id="rId99" Type="http://schemas.openxmlformats.org/officeDocument/2006/relationships/image" Target="../media/image50.png"/><Relationship Id="rId101" Type="http://schemas.openxmlformats.org/officeDocument/2006/relationships/image" Target="../media/image51.png"/><Relationship Id="rId4" Type="http://schemas.openxmlformats.org/officeDocument/2006/relationships/customXml" Target="../ink/ink2.xml"/><Relationship Id="rId9" Type="http://schemas.openxmlformats.org/officeDocument/2006/relationships/image" Target="../media/image5.png"/><Relationship Id="rId13" Type="http://schemas.openxmlformats.org/officeDocument/2006/relationships/image" Target="../media/image7.png"/><Relationship Id="rId18" Type="http://schemas.openxmlformats.org/officeDocument/2006/relationships/customXml" Target="../ink/ink9.xml"/><Relationship Id="rId39" Type="http://schemas.openxmlformats.org/officeDocument/2006/relationships/image" Target="../media/image20.png"/><Relationship Id="rId109" Type="http://schemas.openxmlformats.org/officeDocument/2006/relationships/image" Target="../media/image55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image" Target="../media/image28.png"/><Relationship Id="rId76" Type="http://schemas.openxmlformats.org/officeDocument/2006/relationships/customXml" Target="../ink/ink38.xml"/><Relationship Id="rId97" Type="http://schemas.openxmlformats.org/officeDocument/2006/relationships/image" Target="../media/image49.png"/><Relationship Id="rId104" Type="http://schemas.openxmlformats.org/officeDocument/2006/relationships/customXml" Target="../ink/ink52.xml"/><Relationship Id="rId7" Type="http://schemas.openxmlformats.org/officeDocument/2006/relationships/image" Target="../media/image4.png"/><Relationship Id="rId71" Type="http://schemas.openxmlformats.org/officeDocument/2006/relationships/image" Target="../media/image36.png"/><Relationship Id="rId92" Type="http://schemas.openxmlformats.org/officeDocument/2006/relationships/customXml" Target="../ink/ink46.xml"/><Relationship Id="rId2" Type="http://schemas.openxmlformats.org/officeDocument/2006/relationships/customXml" Target="../ink/ink1.xml"/><Relationship Id="rId29" Type="http://schemas.openxmlformats.org/officeDocument/2006/relationships/image" Target="../media/image15.png"/><Relationship Id="rId24" Type="http://schemas.openxmlformats.org/officeDocument/2006/relationships/customXml" Target="../ink/ink12.xml"/><Relationship Id="rId40" Type="http://schemas.openxmlformats.org/officeDocument/2006/relationships/customXml" Target="../ink/ink20.xml"/><Relationship Id="rId45" Type="http://schemas.openxmlformats.org/officeDocument/2006/relationships/image" Target="../media/image23.png"/><Relationship Id="rId66" Type="http://schemas.openxmlformats.org/officeDocument/2006/relationships/customXml" Target="../ink/ink33.xml"/><Relationship Id="rId87" Type="http://schemas.openxmlformats.org/officeDocument/2006/relationships/image" Target="../media/image44.png"/><Relationship Id="rId110" Type="http://schemas.openxmlformats.org/officeDocument/2006/relationships/customXml" Target="../ink/ink55.xml"/><Relationship Id="rId115" Type="http://schemas.openxmlformats.org/officeDocument/2006/relationships/image" Target="../media/image58.png"/><Relationship Id="rId61" Type="http://schemas.openxmlformats.org/officeDocument/2006/relationships/image" Target="../media/image31.png"/><Relationship Id="rId82" Type="http://schemas.openxmlformats.org/officeDocument/2006/relationships/customXml" Target="../ink/ink41.xml"/><Relationship Id="rId19" Type="http://schemas.openxmlformats.org/officeDocument/2006/relationships/image" Target="../media/image10.png"/><Relationship Id="rId14" Type="http://schemas.openxmlformats.org/officeDocument/2006/relationships/customXml" Target="../ink/ink7.xml"/><Relationship Id="rId30" Type="http://schemas.openxmlformats.org/officeDocument/2006/relationships/customXml" Target="../ink/ink15.xml"/><Relationship Id="rId35" Type="http://schemas.openxmlformats.org/officeDocument/2006/relationships/image" Target="../media/image18.png"/><Relationship Id="rId56" Type="http://schemas.openxmlformats.org/officeDocument/2006/relationships/customXml" Target="../ink/ink28.xml"/><Relationship Id="rId77" Type="http://schemas.openxmlformats.org/officeDocument/2006/relationships/image" Target="../media/image39.png"/><Relationship Id="rId100" Type="http://schemas.openxmlformats.org/officeDocument/2006/relationships/customXml" Target="../ink/ink50.xml"/><Relationship Id="rId105" Type="http://schemas.openxmlformats.org/officeDocument/2006/relationships/image" Target="../media/image53.png"/><Relationship Id="rId8" Type="http://schemas.openxmlformats.org/officeDocument/2006/relationships/customXml" Target="../ink/ink4.xml"/><Relationship Id="rId51" Type="http://schemas.openxmlformats.org/officeDocument/2006/relationships/image" Target="../media/image26.png"/><Relationship Id="rId72" Type="http://schemas.openxmlformats.org/officeDocument/2006/relationships/customXml" Target="../ink/ink36.xml"/><Relationship Id="rId93" Type="http://schemas.openxmlformats.org/officeDocument/2006/relationships/image" Target="../media/image47.png"/><Relationship Id="rId98" Type="http://schemas.openxmlformats.org/officeDocument/2006/relationships/customXml" Target="../ink/ink49.xml"/><Relationship Id="rId3" Type="http://schemas.openxmlformats.org/officeDocument/2006/relationships/image" Target="../media/image2.png"/><Relationship Id="rId25" Type="http://schemas.openxmlformats.org/officeDocument/2006/relationships/image" Target="../media/image13.png"/><Relationship Id="rId46" Type="http://schemas.openxmlformats.org/officeDocument/2006/relationships/customXml" Target="../ink/ink23.xml"/><Relationship Id="rId67" Type="http://schemas.openxmlformats.org/officeDocument/2006/relationships/image" Target="../media/image34.png"/><Relationship Id="rId116" Type="http://schemas.openxmlformats.org/officeDocument/2006/relationships/customXml" Target="../ink/ink58.xml"/><Relationship Id="rId20" Type="http://schemas.openxmlformats.org/officeDocument/2006/relationships/customXml" Target="../ink/ink10.xml"/><Relationship Id="rId41" Type="http://schemas.openxmlformats.org/officeDocument/2006/relationships/image" Target="../media/image21.png"/><Relationship Id="rId62" Type="http://schemas.openxmlformats.org/officeDocument/2006/relationships/customXml" Target="../ink/ink31.xml"/><Relationship Id="rId83" Type="http://schemas.openxmlformats.org/officeDocument/2006/relationships/image" Target="../media/image42.png"/><Relationship Id="rId88" Type="http://schemas.openxmlformats.org/officeDocument/2006/relationships/customXml" Target="../ink/ink44.xml"/><Relationship Id="rId111" Type="http://schemas.openxmlformats.org/officeDocument/2006/relationships/image" Target="../media/image56.png"/><Relationship Id="rId15" Type="http://schemas.openxmlformats.org/officeDocument/2006/relationships/image" Target="../media/image8.png"/><Relationship Id="rId36" Type="http://schemas.openxmlformats.org/officeDocument/2006/relationships/customXml" Target="../ink/ink18.xml"/><Relationship Id="rId57" Type="http://schemas.openxmlformats.org/officeDocument/2006/relationships/image" Target="../media/image29.png"/><Relationship Id="rId106" Type="http://schemas.openxmlformats.org/officeDocument/2006/relationships/customXml" Target="../ink/ink53.xml"/></Relationships>
</file>

<file path=ppt/slides/_rels/slide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910.png"/><Relationship Id="rId21" Type="http://schemas.openxmlformats.org/officeDocument/2006/relationships/image" Target="../media/image11100.png"/><Relationship Id="rId63" Type="http://schemas.openxmlformats.org/officeDocument/2006/relationships/image" Target="../media/image3210.png"/><Relationship Id="rId159" Type="http://schemas.openxmlformats.org/officeDocument/2006/relationships/image" Target="../media/image80.png"/><Relationship Id="rId170" Type="http://schemas.openxmlformats.org/officeDocument/2006/relationships/customXml" Target="../ink/ink144.xml"/><Relationship Id="rId191" Type="http://schemas.openxmlformats.org/officeDocument/2006/relationships/image" Target="../media/image96.png"/><Relationship Id="rId205" Type="http://schemas.openxmlformats.org/officeDocument/2006/relationships/image" Target="../media/image103.png"/><Relationship Id="rId226" Type="http://schemas.openxmlformats.org/officeDocument/2006/relationships/customXml" Target="../ink/ink172.xml"/><Relationship Id="rId247" Type="http://schemas.openxmlformats.org/officeDocument/2006/relationships/image" Target="../media/image124.png"/><Relationship Id="rId107" Type="http://schemas.openxmlformats.org/officeDocument/2006/relationships/image" Target="../media/image5410.png"/><Relationship Id="rId11" Type="http://schemas.openxmlformats.org/officeDocument/2006/relationships/image" Target="../media/image6100.png"/><Relationship Id="rId32" Type="http://schemas.openxmlformats.org/officeDocument/2006/relationships/customXml" Target="../ink/ink75.xml"/><Relationship Id="rId53" Type="http://schemas.openxmlformats.org/officeDocument/2006/relationships/image" Target="../media/image2710.png"/><Relationship Id="rId74" Type="http://schemas.openxmlformats.org/officeDocument/2006/relationships/customXml" Target="../ink/ink96.xml"/><Relationship Id="rId128" Type="http://schemas.openxmlformats.org/officeDocument/2006/relationships/customXml" Target="../ink/ink123.xml"/><Relationship Id="rId149" Type="http://schemas.openxmlformats.org/officeDocument/2006/relationships/image" Target="../media/image75.png"/><Relationship Id="rId5" Type="http://schemas.openxmlformats.org/officeDocument/2006/relationships/image" Target="../media/image3100.png"/><Relationship Id="rId95" Type="http://schemas.openxmlformats.org/officeDocument/2006/relationships/image" Target="../media/image4810.png"/><Relationship Id="rId160" Type="http://schemas.openxmlformats.org/officeDocument/2006/relationships/customXml" Target="../ink/ink139.xml"/><Relationship Id="rId181" Type="http://schemas.openxmlformats.org/officeDocument/2006/relationships/image" Target="../media/image91.png"/><Relationship Id="rId216" Type="http://schemas.openxmlformats.org/officeDocument/2006/relationships/customXml" Target="../ink/ink167.xml"/><Relationship Id="rId237" Type="http://schemas.openxmlformats.org/officeDocument/2006/relationships/image" Target="../media/image119.png"/><Relationship Id="rId258" Type="http://schemas.openxmlformats.org/officeDocument/2006/relationships/customXml" Target="../ink/ink188.xml"/><Relationship Id="rId22" Type="http://schemas.openxmlformats.org/officeDocument/2006/relationships/customXml" Target="../ink/ink70.xml"/><Relationship Id="rId43" Type="http://schemas.openxmlformats.org/officeDocument/2006/relationships/image" Target="../media/image22100.png"/><Relationship Id="rId64" Type="http://schemas.openxmlformats.org/officeDocument/2006/relationships/customXml" Target="../ink/ink91.xml"/><Relationship Id="rId118" Type="http://schemas.openxmlformats.org/officeDocument/2006/relationships/customXml" Target="../ink/ink118.xml"/><Relationship Id="rId139" Type="http://schemas.openxmlformats.org/officeDocument/2006/relationships/image" Target="../media/image70.png"/><Relationship Id="rId85" Type="http://schemas.openxmlformats.org/officeDocument/2006/relationships/image" Target="../media/image4310.png"/><Relationship Id="rId150" Type="http://schemas.openxmlformats.org/officeDocument/2006/relationships/customXml" Target="../ink/ink134.xml"/><Relationship Id="rId171" Type="http://schemas.openxmlformats.org/officeDocument/2006/relationships/image" Target="../media/image86.png"/><Relationship Id="rId192" Type="http://schemas.openxmlformats.org/officeDocument/2006/relationships/customXml" Target="../ink/ink155.xml"/><Relationship Id="rId206" Type="http://schemas.openxmlformats.org/officeDocument/2006/relationships/customXml" Target="../ink/ink162.xml"/><Relationship Id="rId227" Type="http://schemas.openxmlformats.org/officeDocument/2006/relationships/image" Target="../media/image114.png"/><Relationship Id="rId248" Type="http://schemas.openxmlformats.org/officeDocument/2006/relationships/customXml" Target="../ink/ink183.xml"/><Relationship Id="rId12" Type="http://schemas.openxmlformats.org/officeDocument/2006/relationships/customXml" Target="../ink/ink65.xml"/><Relationship Id="rId33" Type="http://schemas.openxmlformats.org/officeDocument/2006/relationships/image" Target="../media/image17100.png"/><Relationship Id="rId108" Type="http://schemas.openxmlformats.org/officeDocument/2006/relationships/customXml" Target="../ink/ink113.xml"/><Relationship Id="rId129" Type="http://schemas.openxmlformats.org/officeDocument/2006/relationships/image" Target="../media/image65.png"/><Relationship Id="rId54" Type="http://schemas.openxmlformats.org/officeDocument/2006/relationships/customXml" Target="../ink/ink86.xml"/><Relationship Id="rId75" Type="http://schemas.openxmlformats.org/officeDocument/2006/relationships/image" Target="../media/image3810.png"/><Relationship Id="rId96" Type="http://schemas.openxmlformats.org/officeDocument/2006/relationships/customXml" Target="../ink/ink107.xml"/><Relationship Id="rId140" Type="http://schemas.openxmlformats.org/officeDocument/2006/relationships/customXml" Target="../ink/ink129.xml"/><Relationship Id="rId161" Type="http://schemas.openxmlformats.org/officeDocument/2006/relationships/image" Target="../media/image81.png"/><Relationship Id="rId182" Type="http://schemas.openxmlformats.org/officeDocument/2006/relationships/customXml" Target="../ink/ink150.xml"/><Relationship Id="rId217" Type="http://schemas.openxmlformats.org/officeDocument/2006/relationships/image" Target="../media/image109.png"/><Relationship Id="rId6" Type="http://schemas.openxmlformats.org/officeDocument/2006/relationships/customXml" Target="../ink/ink62.xml"/><Relationship Id="rId238" Type="http://schemas.openxmlformats.org/officeDocument/2006/relationships/customXml" Target="../ink/ink178.xml"/><Relationship Id="rId259" Type="http://schemas.openxmlformats.org/officeDocument/2006/relationships/image" Target="../media/image130.png"/><Relationship Id="rId23" Type="http://schemas.openxmlformats.org/officeDocument/2006/relationships/image" Target="../media/image1293.png"/><Relationship Id="rId119" Type="http://schemas.openxmlformats.org/officeDocument/2006/relationships/image" Target="../media/image6010.png"/><Relationship Id="rId44" Type="http://schemas.openxmlformats.org/officeDocument/2006/relationships/customXml" Target="../ink/ink81.xml"/><Relationship Id="rId65" Type="http://schemas.openxmlformats.org/officeDocument/2006/relationships/image" Target="../media/image3310.png"/><Relationship Id="rId86" Type="http://schemas.openxmlformats.org/officeDocument/2006/relationships/customXml" Target="../ink/ink102.xml"/><Relationship Id="rId130" Type="http://schemas.openxmlformats.org/officeDocument/2006/relationships/customXml" Target="../ink/ink124.xml"/><Relationship Id="rId151" Type="http://schemas.openxmlformats.org/officeDocument/2006/relationships/image" Target="../media/image76.png"/><Relationship Id="rId172" Type="http://schemas.openxmlformats.org/officeDocument/2006/relationships/customXml" Target="../ink/ink145.xml"/><Relationship Id="rId193" Type="http://schemas.openxmlformats.org/officeDocument/2006/relationships/image" Target="../media/image97.png"/><Relationship Id="rId207" Type="http://schemas.openxmlformats.org/officeDocument/2006/relationships/image" Target="../media/image104.png"/><Relationship Id="rId228" Type="http://schemas.openxmlformats.org/officeDocument/2006/relationships/customXml" Target="../ink/ink173.xml"/><Relationship Id="rId249" Type="http://schemas.openxmlformats.org/officeDocument/2006/relationships/image" Target="../media/image125.png"/><Relationship Id="rId13" Type="http://schemas.openxmlformats.org/officeDocument/2006/relationships/image" Target="../media/image7100.png"/><Relationship Id="rId109" Type="http://schemas.openxmlformats.org/officeDocument/2006/relationships/image" Target="../media/image5510.png"/><Relationship Id="rId260" Type="http://schemas.openxmlformats.org/officeDocument/2006/relationships/customXml" Target="../ink/ink189.xml"/><Relationship Id="rId34" Type="http://schemas.openxmlformats.org/officeDocument/2006/relationships/customXml" Target="../ink/ink76.xml"/><Relationship Id="rId55" Type="http://schemas.openxmlformats.org/officeDocument/2006/relationships/image" Target="../media/image2810.png"/><Relationship Id="rId76" Type="http://schemas.openxmlformats.org/officeDocument/2006/relationships/customXml" Target="../ink/ink97.xml"/><Relationship Id="rId97" Type="http://schemas.openxmlformats.org/officeDocument/2006/relationships/image" Target="../media/image4910.png"/><Relationship Id="rId120" Type="http://schemas.openxmlformats.org/officeDocument/2006/relationships/customXml" Target="../ink/ink119.xml"/><Relationship Id="rId141" Type="http://schemas.openxmlformats.org/officeDocument/2006/relationships/image" Target="../media/image71.png"/><Relationship Id="rId7" Type="http://schemas.openxmlformats.org/officeDocument/2006/relationships/image" Target="../media/image4100.png"/><Relationship Id="rId162" Type="http://schemas.openxmlformats.org/officeDocument/2006/relationships/customXml" Target="../ink/ink140.xml"/><Relationship Id="rId183" Type="http://schemas.openxmlformats.org/officeDocument/2006/relationships/image" Target="../media/image92.png"/><Relationship Id="rId218" Type="http://schemas.openxmlformats.org/officeDocument/2006/relationships/customXml" Target="../ink/ink168.xml"/><Relationship Id="rId239" Type="http://schemas.openxmlformats.org/officeDocument/2006/relationships/image" Target="../media/image120.png"/><Relationship Id="rId250" Type="http://schemas.openxmlformats.org/officeDocument/2006/relationships/customXml" Target="../ink/ink184.xml"/><Relationship Id="rId24" Type="http://schemas.openxmlformats.org/officeDocument/2006/relationships/customXml" Target="../ink/ink71.xml"/><Relationship Id="rId45" Type="http://schemas.openxmlformats.org/officeDocument/2006/relationships/image" Target="../media/image2395.png"/><Relationship Id="rId66" Type="http://schemas.openxmlformats.org/officeDocument/2006/relationships/customXml" Target="../ink/ink92.xml"/><Relationship Id="rId87" Type="http://schemas.openxmlformats.org/officeDocument/2006/relationships/image" Target="../media/image4410.png"/><Relationship Id="rId110" Type="http://schemas.openxmlformats.org/officeDocument/2006/relationships/customXml" Target="../ink/ink114.xml"/><Relationship Id="rId131" Type="http://schemas.openxmlformats.org/officeDocument/2006/relationships/image" Target="../media/image66.png"/><Relationship Id="rId152" Type="http://schemas.openxmlformats.org/officeDocument/2006/relationships/customXml" Target="../ink/ink135.xml"/><Relationship Id="rId173" Type="http://schemas.openxmlformats.org/officeDocument/2006/relationships/image" Target="../media/image87.png"/><Relationship Id="rId194" Type="http://schemas.openxmlformats.org/officeDocument/2006/relationships/customXml" Target="../ink/ink156.xml"/><Relationship Id="rId208" Type="http://schemas.openxmlformats.org/officeDocument/2006/relationships/customXml" Target="../ink/ink163.xml"/><Relationship Id="rId229" Type="http://schemas.openxmlformats.org/officeDocument/2006/relationships/image" Target="../media/image115.png"/><Relationship Id="rId240" Type="http://schemas.openxmlformats.org/officeDocument/2006/relationships/customXml" Target="../ink/ink179.xml"/><Relationship Id="rId261" Type="http://schemas.openxmlformats.org/officeDocument/2006/relationships/image" Target="../media/image131.png"/><Relationship Id="rId14" Type="http://schemas.openxmlformats.org/officeDocument/2006/relationships/customXml" Target="../ink/ink66.xml"/><Relationship Id="rId35" Type="http://schemas.openxmlformats.org/officeDocument/2006/relationships/image" Target="../media/image18100.png"/><Relationship Id="rId56" Type="http://schemas.openxmlformats.org/officeDocument/2006/relationships/customXml" Target="../ink/ink87.xml"/><Relationship Id="rId77" Type="http://schemas.openxmlformats.org/officeDocument/2006/relationships/image" Target="../media/image3910.png"/><Relationship Id="rId100" Type="http://schemas.openxmlformats.org/officeDocument/2006/relationships/customXml" Target="../ink/ink109.xml"/><Relationship Id="rId8" Type="http://schemas.openxmlformats.org/officeDocument/2006/relationships/customXml" Target="../ink/ink63.xml"/><Relationship Id="rId98" Type="http://schemas.openxmlformats.org/officeDocument/2006/relationships/customXml" Target="../ink/ink108.xml"/><Relationship Id="rId121" Type="http://schemas.openxmlformats.org/officeDocument/2006/relationships/image" Target="../media/image61.png"/><Relationship Id="rId142" Type="http://schemas.openxmlformats.org/officeDocument/2006/relationships/customXml" Target="../ink/ink130.xml"/><Relationship Id="rId163" Type="http://schemas.openxmlformats.org/officeDocument/2006/relationships/image" Target="../media/image82.png"/><Relationship Id="rId184" Type="http://schemas.openxmlformats.org/officeDocument/2006/relationships/customXml" Target="../ink/ink151.xml"/><Relationship Id="rId219" Type="http://schemas.openxmlformats.org/officeDocument/2006/relationships/image" Target="../media/image110.png"/><Relationship Id="rId230" Type="http://schemas.openxmlformats.org/officeDocument/2006/relationships/customXml" Target="../ink/ink174.xml"/><Relationship Id="rId251" Type="http://schemas.openxmlformats.org/officeDocument/2006/relationships/image" Target="../media/image126.png"/><Relationship Id="rId25" Type="http://schemas.openxmlformats.org/officeDocument/2006/relationships/image" Target="../media/image13100.png"/><Relationship Id="rId46" Type="http://schemas.openxmlformats.org/officeDocument/2006/relationships/customXml" Target="../ink/ink82.xml"/><Relationship Id="rId67" Type="http://schemas.openxmlformats.org/officeDocument/2006/relationships/image" Target="../media/image3410.png"/><Relationship Id="rId88" Type="http://schemas.openxmlformats.org/officeDocument/2006/relationships/customXml" Target="../ink/ink103.xml"/><Relationship Id="rId111" Type="http://schemas.openxmlformats.org/officeDocument/2006/relationships/image" Target="../media/image5610.png"/><Relationship Id="rId132" Type="http://schemas.openxmlformats.org/officeDocument/2006/relationships/customXml" Target="../ink/ink125.xml"/><Relationship Id="rId153" Type="http://schemas.openxmlformats.org/officeDocument/2006/relationships/image" Target="../media/image77.png"/><Relationship Id="rId174" Type="http://schemas.openxmlformats.org/officeDocument/2006/relationships/customXml" Target="../ink/ink146.xml"/><Relationship Id="rId195" Type="http://schemas.openxmlformats.org/officeDocument/2006/relationships/image" Target="../media/image98.png"/><Relationship Id="rId209" Type="http://schemas.openxmlformats.org/officeDocument/2006/relationships/image" Target="../media/image105.png"/><Relationship Id="rId220" Type="http://schemas.openxmlformats.org/officeDocument/2006/relationships/customXml" Target="../ink/ink169.xml"/><Relationship Id="rId241" Type="http://schemas.openxmlformats.org/officeDocument/2006/relationships/image" Target="../media/image121.png"/><Relationship Id="rId15" Type="http://schemas.openxmlformats.org/officeDocument/2006/relationships/image" Target="../media/image8100.png"/><Relationship Id="rId36" Type="http://schemas.openxmlformats.org/officeDocument/2006/relationships/customXml" Target="../ink/ink77.xml"/><Relationship Id="rId57" Type="http://schemas.openxmlformats.org/officeDocument/2006/relationships/image" Target="../media/image2910.png"/><Relationship Id="rId262" Type="http://schemas.openxmlformats.org/officeDocument/2006/relationships/customXml" Target="../ink/ink190.xml"/><Relationship Id="rId78" Type="http://schemas.openxmlformats.org/officeDocument/2006/relationships/customXml" Target="../ink/ink98.xml"/><Relationship Id="rId99" Type="http://schemas.openxmlformats.org/officeDocument/2006/relationships/image" Target="../media/image5010.png"/><Relationship Id="rId101" Type="http://schemas.openxmlformats.org/officeDocument/2006/relationships/image" Target="../media/image5110.png"/><Relationship Id="rId122" Type="http://schemas.openxmlformats.org/officeDocument/2006/relationships/customXml" Target="../ink/ink120.xml"/><Relationship Id="rId143" Type="http://schemas.openxmlformats.org/officeDocument/2006/relationships/image" Target="../media/image72.png"/><Relationship Id="rId164" Type="http://schemas.openxmlformats.org/officeDocument/2006/relationships/customXml" Target="../ink/ink141.xml"/><Relationship Id="rId185" Type="http://schemas.openxmlformats.org/officeDocument/2006/relationships/image" Target="../media/image93.png"/><Relationship Id="rId9" Type="http://schemas.openxmlformats.org/officeDocument/2006/relationships/image" Target="../media/image5100.png"/><Relationship Id="rId210" Type="http://schemas.openxmlformats.org/officeDocument/2006/relationships/customXml" Target="../ink/ink164.xml"/><Relationship Id="rId26" Type="http://schemas.openxmlformats.org/officeDocument/2006/relationships/customXml" Target="../ink/ink72.xml"/><Relationship Id="rId231" Type="http://schemas.openxmlformats.org/officeDocument/2006/relationships/image" Target="../media/image116.png"/><Relationship Id="rId252" Type="http://schemas.openxmlformats.org/officeDocument/2006/relationships/customXml" Target="../ink/ink185.xml"/><Relationship Id="rId47" Type="http://schemas.openxmlformats.org/officeDocument/2006/relationships/image" Target="../media/image2421.png"/><Relationship Id="rId68" Type="http://schemas.openxmlformats.org/officeDocument/2006/relationships/customXml" Target="../ink/ink93.xml"/><Relationship Id="rId89" Type="http://schemas.openxmlformats.org/officeDocument/2006/relationships/image" Target="../media/image4510.png"/><Relationship Id="rId112" Type="http://schemas.openxmlformats.org/officeDocument/2006/relationships/customXml" Target="../ink/ink115.xml"/><Relationship Id="rId133" Type="http://schemas.openxmlformats.org/officeDocument/2006/relationships/image" Target="../media/image67.png"/><Relationship Id="rId154" Type="http://schemas.openxmlformats.org/officeDocument/2006/relationships/customXml" Target="../ink/ink136.xml"/><Relationship Id="rId175" Type="http://schemas.openxmlformats.org/officeDocument/2006/relationships/image" Target="../media/image88.png"/><Relationship Id="rId196" Type="http://schemas.openxmlformats.org/officeDocument/2006/relationships/customXml" Target="../ink/ink157.xml"/><Relationship Id="rId200" Type="http://schemas.openxmlformats.org/officeDocument/2006/relationships/customXml" Target="../ink/ink159.xml"/><Relationship Id="rId16" Type="http://schemas.openxmlformats.org/officeDocument/2006/relationships/customXml" Target="../ink/ink67.xml"/><Relationship Id="rId221" Type="http://schemas.openxmlformats.org/officeDocument/2006/relationships/image" Target="../media/image111.png"/><Relationship Id="rId242" Type="http://schemas.openxmlformats.org/officeDocument/2006/relationships/customXml" Target="../ink/ink180.xml"/><Relationship Id="rId263" Type="http://schemas.openxmlformats.org/officeDocument/2006/relationships/image" Target="../media/image132.png"/><Relationship Id="rId37" Type="http://schemas.openxmlformats.org/officeDocument/2006/relationships/image" Target="../media/image19100.png"/><Relationship Id="rId58" Type="http://schemas.openxmlformats.org/officeDocument/2006/relationships/customXml" Target="../ink/ink88.xml"/><Relationship Id="rId79" Type="http://schemas.openxmlformats.org/officeDocument/2006/relationships/image" Target="../media/image4010.png"/><Relationship Id="rId102" Type="http://schemas.openxmlformats.org/officeDocument/2006/relationships/customXml" Target="../ink/ink110.xml"/><Relationship Id="rId123" Type="http://schemas.openxmlformats.org/officeDocument/2006/relationships/image" Target="../media/image62.png"/><Relationship Id="rId144" Type="http://schemas.openxmlformats.org/officeDocument/2006/relationships/customXml" Target="../ink/ink131.xml"/><Relationship Id="rId90" Type="http://schemas.openxmlformats.org/officeDocument/2006/relationships/customXml" Target="../ink/ink104.xml"/><Relationship Id="rId165" Type="http://schemas.openxmlformats.org/officeDocument/2006/relationships/image" Target="../media/image83.png"/><Relationship Id="rId186" Type="http://schemas.openxmlformats.org/officeDocument/2006/relationships/customXml" Target="../ink/ink152.xml"/><Relationship Id="rId211" Type="http://schemas.openxmlformats.org/officeDocument/2006/relationships/image" Target="../media/image106.png"/><Relationship Id="rId232" Type="http://schemas.openxmlformats.org/officeDocument/2006/relationships/customXml" Target="../ink/ink175.xml"/><Relationship Id="rId253" Type="http://schemas.openxmlformats.org/officeDocument/2006/relationships/image" Target="../media/image127.png"/><Relationship Id="rId27" Type="http://schemas.openxmlformats.org/officeDocument/2006/relationships/image" Target="../media/image14100.png"/><Relationship Id="rId48" Type="http://schemas.openxmlformats.org/officeDocument/2006/relationships/customXml" Target="../ink/ink83.xml"/><Relationship Id="rId69" Type="http://schemas.openxmlformats.org/officeDocument/2006/relationships/image" Target="../media/image3510.png"/><Relationship Id="rId113" Type="http://schemas.openxmlformats.org/officeDocument/2006/relationships/image" Target="../media/image5710.png"/><Relationship Id="rId134" Type="http://schemas.openxmlformats.org/officeDocument/2006/relationships/customXml" Target="../ink/ink126.xml"/><Relationship Id="rId80" Type="http://schemas.openxmlformats.org/officeDocument/2006/relationships/customXml" Target="../ink/ink99.xml"/><Relationship Id="rId155" Type="http://schemas.openxmlformats.org/officeDocument/2006/relationships/image" Target="../media/image78.png"/><Relationship Id="rId176" Type="http://schemas.openxmlformats.org/officeDocument/2006/relationships/customXml" Target="../ink/ink147.xml"/><Relationship Id="rId197" Type="http://schemas.openxmlformats.org/officeDocument/2006/relationships/image" Target="../media/image99.png"/><Relationship Id="rId201" Type="http://schemas.openxmlformats.org/officeDocument/2006/relationships/image" Target="../media/image101.png"/><Relationship Id="rId222" Type="http://schemas.openxmlformats.org/officeDocument/2006/relationships/customXml" Target="../ink/ink170.xml"/><Relationship Id="rId243" Type="http://schemas.openxmlformats.org/officeDocument/2006/relationships/image" Target="../media/image122.png"/><Relationship Id="rId17" Type="http://schemas.openxmlformats.org/officeDocument/2006/relationships/image" Target="../media/image9100.png"/><Relationship Id="rId38" Type="http://schemas.openxmlformats.org/officeDocument/2006/relationships/customXml" Target="../ink/ink78.xml"/><Relationship Id="rId59" Type="http://schemas.openxmlformats.org/officeDocument/2006/relationships/image" Target="../media/image3010.png"/><Relationship Id="rId103" Type="http://schemas.openxmlformats.org/officeDocument/2006/relationships/image" Target="../media/image5210.png"/><Relationship Id="rId124" Type="http://schemas.openxmlformats.org/officeDocument/2006/relationships/customXml" Target="../ink/ink121.xml"/><Relationship Id="rId70" Type="http://schemas.openxmlformats.org/officeDocument/2006/relationships/customXml" Target="../ink/ink94.xml"/><Relationship Id="rId91" Type="http://schemas.openxmlformats.org/officeDocument/2006/relationships/image" Target="../media/image4610.png"/><Relationship Id="rId145" Type="http://schemas.openxmlformats.org/officeDocument/2006/relationships/image" Target="../media/image73.png"/><Relationship Id="rId166" Type="http://schemas.openxmlformats.org/officeDocument/2006/relationships/customXml" Target="../ink/ink142.xml"/><Relationship Id="rId187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65.xml"/><Relationship Id="rId233" Type="http://schemas.openxmlformats.org/officeDocument/2006/relationships/image" Target="../media/image117.png"/><Relationship Id="rId254" Type="http://schemas.openxmlformats.org/officeDocument/2006/relationships/customXml" Target="../ink/ink186.xml"/><Relationship Id="rId28" Type="http://schemas.openxmlformats.org/officeDocument/2006/relationships/customXml" Target="../ink/ink73.xml"/><Relationship Id="rId49" Type="http://schemas.openxmlformats.org/officeDocument/2006/relationships/image" Target="../media/image2510.png"/><Relationship Id="rId114" Type="http://schemas.openxmlformats.org/officeDocument/2006/relationships/customXml" Target="../ink/ink116.xml"/><Relationship Id="rId60" Type="http://schemas.openxmlformats.org/officeDocument/2006/relationships/customXml" Target="../ink/ink89.xml"/><Relationship Id="rId81" Type="http://schemas.openxmlformats.org/officeDocument/2006/relationships/image" Target="../media/image4110.png"/><Relationship Id="rId135" Type="http://schemas.openxmlformats.org/officeDocument/2006/relationships/image" Target="../media/image68.png"/><Relationship Id="rId156" Type="http://schemas.openxmlformats.org/officeDocument/2006/relationships/customXml" Target="../ink/ink137.xml"/><Relationship Id="rId177" Type="http://schemas.openxmlformats.org/officeDocument/2006/relationships/image" Target="../media/image89.png"/><Relationship Id="rId198" Type="http://schemas.openxmlformats.org/officeDocument/2006/relationships/customXml" Target="../ink/ink158.xml"/><Relationship Id="rId202" Type="http://schemas.openxmlformats.org/officeDocument/2006/relationships/customXml" Target="../ink/ink160.xml"/><Relationship Id="rId223" Type="http://schemas.openxmlformats.org/officeDocument/2006/relationships/image" Target="../media/image112.png"/><Relationship Id="rId244" Type="http://schemas.openxmlformats.org/officeDocument/2006/relationships/customXml" Target="../ink/ink181.xml"/><Relationship Id="rId18" Type="http://schemas.openxmlformats.org/officeDocument/2006/relationships/customXml" Target="../ink/ink68.xml"/><Relationship Id="rId39" Type="http://schemas.openxmlformats.org/officeDocument/2006/relationships/image" Target="../media/image20100.png"/><Relationship Id="rId50" Type="http://schemas.openxmlformats.org/officeDocument/2006/relationships/customXml" Target="../ink/ink84.xml"/><Relationship Id="rId104" Type="http://schemas.openxmlformats.org/officeDocument/2006/relationships/customXml" Target="../ink/ink111.xml"/><Relationship Id="rId125" Type="http://schemas.openxmlformats.org/officeDocument/2006/relationships/image" Target="../media/image63.png"/><Relationship Id="rId146" Type="http://schemas.openxmlformats.org/officeDocument/2006/relationships/customXml" Target="../ink/ink132.xml"/><Relationship Id="rId167" Type="http://schemas.openxmlformats.org/officeDocument/2006/relationships/image" Target="../media/image84.png"/><Relationship Id="rId188" Type="http://schemas.openxmlformats.org/officeDocument/2006/relationships/customXml" Target="../ink/ink153.xml"/><Relationship Id="rId71" Type="http://schemas.openxmlformats.org/officeDocument/2006/relationships/image" Target="../media/image3610.png"/><Relationship Id="rId92" Type="http://schemas.openxmlformats.org/officeDocument/2006/relationships/customXml" Target="../ink/ink105.xml"/><Relationship Id="rId213" Type="http://schemas.openxmlformats.org/officeDocument/2006/relationships/image" Target="../media/image107.png"/><Relationship Id="rId234" Type="http://schemas.openxmlformats.org/officeDocument/2006/relationships/customXml" Target="../ink/ink176.xml"/><Relationship Id="rId2" Type="http://schemas.openxmlformats.org/officeDocument/2006/relationships/customXml" Target="../ink/ink60.xml"/><Relationship Id="rId29" Type="http://schemas.openxmlformats.org/officeDocument/2006/relationships/image" Target="../media/image15100.png"/><Relationship Id="rId255" Type="http://schemas.openxmlformats.org/officeDocument/2006/relationships/image" Target="../media/image128.png"/><Relationship Id="rId40" Type="http://schemas.openxmlformats.org/officeDocument/2006/relationships/customXml" Target="../ink/ink79.xml"/><Relationship Id="rId115" Type="http://schemas.openxmlformats.org/officeDocument/2006/relationships/image" Target="../media/image5810.png"/><Relationship Id="rId136" Type="http://schemas.openxmlformats.org/officeDocument/2006/relationships/customXml" Target="../ink/ink127.xml"/><Relationship Id="rId157" Type="http://schemas.openxmlformats.org/officeDocument/2006/relationships/image" Target="../media/image79.png"/><Relationship Id="rId178" Type="http://schemas.openxmlformats.org/officeDocument/2006/relationships/customXml" Target="../ink/ink148.xml"/><Relationship Id="rId61" Type="http://schemas.openxmlformats.org/officeDocument/2006/relationships/image" Target="../media/image3110.png"/><Relationship Id="rId82" Type="http://schemas.openxmlformats.org/officeDocument/2006/relationships/customXml" Target="../ink/ink100.xml"/><Relationship Id="rId199" Type="http://schemas.openxmlformats.org/officeDocument/2006/relationships/image" Target="../media/image100.png"/><Relationship Id="rId203" Type="http://schemas.openxmlformats.org/officeDocument/2006/relationships/image" Target="../media/image102.png"/><Relationship Id="rId19" Type="http://schemas.openxmlformats.org/officeDocument/2006/relationships/image" Target="../media/image10100.png"/><Relationship Id="rId224" Type="http://schemas.openxmlformats.org/officeDocument/2006/relationships/customXml" Target="../ink/ink171.xml"/><Relationship Id="rId245" Type="http://schemas.openxmlformats.org/officeDocument/2006/relationships/image" Target="../media/image123.png"/><Relationship Id="rId30" Type="http://schemas.openxmlformats.org/officeDocument/2006/relationships/customXml" Target="../ink/ink74.xml"/><Relationship Id="rId105" Type="http://schemas.openxmlformats.org/officeDocument/2006/relationships/image" Target="../media/image5310.png"/><Relationship Id="rId126" Type="http://schemas.openxmlformats.org/officeDocument/2006/relationships/customXml" Target="../ink/ink122.xml"/><Relationship Id="rId147" Type="http://schemas.openxmlformats.org/officeDocument/2006/relationships/image" Target="../media/image74.png"/><Relationship Id="rId168" Type="http://schemas.openxmlformats.org/officeDocument/2006/relationships/customXml" Target="../ink/ink143.xml"/><Relationship Id="rId51" Type="http://schemas.openxmlformats.org/officeDocument/2006/relationships/image" Target="../media/image2610.png"/><Relationship Id="rId72" Type="http://schemas.openxmlformats.org/officeDocument/2006/relationships/customXml" Target="../ink/ink95.xml"/><Relationship Id="rId93" Type="http://schemas.openxmlformats.org/officeDocument/2006/relationships/image" Target="../media/image4710.png"/><Relationship Id="rId189" Type="http://schemas.openxmlformats.org/officeDocument/2006/relationships/image" Target="../media/image95.png"/><Relationship Id="rId3" Type="http://schemas.openxmlformats.org/officeDocument/2006/relationships/image" Target="../media/image2354.png"/><Relationship Id="rId214" Type="http://schemas.openxmlformats.org/officeDocument/2006/relationships/customXml" Target="../ink/ink166.xml"/><Relationship Id="rId235" Type="http://schemas.openxmlformats.org/officeDocument/2006/relationships/image" Target="../media/image118.png"/><Relationship Id="rId256" Type="http://schemas.openxmlformats.org/officeDocument/2006/relationships/customXml" Target="../ink/ink187.xml"/><Relationship Id="rId116" Type="http://schemas.openxmlformats.org/officeDocument/2006/relationships/customXml" Target="../ink/ink117.xml"/><Relationship Id="rId137" Type="http://schemas.openxmlformats.org/officeDocument/2006/relationships/image" Target="../media/image69.png"/><Relationship Id="rId158" Type="http://schemas.openxmlformats.org/officeDocument/2006/relationships/customXml" Target="../ink/ink138.xml"/><Relationship Id="rId20" Type="http://schemas.openxmlformats.org/officeDocument/2006/relationships/customXml" Target="../ink/ink69.xml"/><Relationship Id="rId41" Type="http://schemas.openxmlformats.org/officeDocument/2006/relationships/image" Target="../media/image21100.png"/><Relationship Id="rId62" Type="http://schemas.openxmlformats.org/officeDocument/2006/relationships/customXml" Target="../ink/ink90.xml"/><Relationship Id="rId83" Type="http://schemas.openxmlformats.org/officeDocument/2006/relationships/image" Target="../media/image4210.png"/><Relationship Id="rId179" Type="http://schemas.openxmlformats.org/officeDocument/2006/relationships/image" Target="../media/image90.png"/><Relationship Id="rId190" Type="http://schemas.openxmlformats.org/officeDocument/2006/relationships/customXml" Target="../ink/ink154.xml"/><Relationship Id="rId204" Type="http://schemas.openxmlformats.org/officeDocument/2006/relationships/customXml" Target="../ink/ink161.xml"/><Relationship Id="rId225" Type="http://schemas.openxmlformats.org/officeDocument/2006/relationships/image" Target="../media/image113.png"/><Relationship Id="rId246" Type="http://schemas.openxmlformats.org/officeDocument/2006/relationships/customXml" Target="../ink/ink182.xml"/><Relationship Id="rId106" Type="http://schemas.openxmlformats.org/officeDocument/2006/relationships/customXml" Target="../ink/ink112.xml"/><Relationship Id="rId127" Type="http://schemas.openxmlformats.org/officeDocument/2006/relationships/image" Target="../media/image64.png"/><Relationship Id="rId10" Type="http://schemas.openxmlformats.org/officeDocument/2006/relationships/customXml" Target="../ink/ink64.xml"/><Relationship Id="rId31" Type="http://schemas.openxmlformats.org/officeDocument/2006/relationships/image" Target="../media/image16100.png"/><Relationship Id="rId52" Type="http://schemas.openxmlformats.org/officeDocument/2006/relationships/customXml" Target="../ink/ink85.xml"/><Relationship Id="rId73" Type="http://schemas.openxmlformats.org/officeDocument/2006/relationships/image" Target="../media/image3710.png"/><Relationship Id="rId94" Type="http://schemas.openxmlformats.org/officeDocument/2006/relationships/customXml" Target="../ink/ink106.xml"/><Relationship Id="rId148" Type="http://schemas.openxmlformats.org/officeDocument/2006/relationships/customXml" Target="../ink/ink133.xml"/><Relationship Id="rId169" Type="http://schemas.openxmlformats.org/officeDocument/2006/relationships/image" Target="../media/image85.png"/><Relationship Id="rId4" Type="http://schemas.openxmlformats.org/officeDocument/2006/relationships/customXml" Target="../ink/ink61.xml"/><Relationship Id="rId180" Type="http://schemas.openxmlformats.org/officeDocument/2006/relationships/customXml" Target="../ink/ink149.xml"/><Relationship Id="rId215" Type="http://schemas.openxmlformats.org/officeDocument/2006/relationships/image" Target="../media/image108.png"/><Relationship Id="rId236" Type="http://schemas.openxmlformats.org/officeDocument/2006/relationships/customXml" Target="../ink/ink177.xml"/><Relationship Id="rId257" Type="http://schemas.openxmlformats.org/officeDocument/2006/relationships/image" Target="../media/image129.png"/><Relationship Id="rId42" Type="http://schemas.openxmlformats.org/officeDocument/2006/relationships/customXml" Target="../ink/ink80.xml"/><Relationship Id="rId84" Type="http://schemas.openxmlformats.org/officeDocument/2006/relationships/customXml" Target="../ink/ink101.xml"/><Relationship Id="rId138" Type="http://schemas.openxmlformats.org/officeDocument/2006/relationships/customXml" Target="../ink/ink128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6.png"/><Relationship Id="rId13" Type="http://schemas.openxmlformats.org/officeDocument/2006/relationships/customXml" Target="../ink/ink196.xml"/><Relationship Id="rId18" Type="http://schemas.openxmlformats.org/officeDocument/2006/relationships/image" Target="../media/image141.png"/><Relationship Id="rId3" Type="http://schemas.openxmlformats.org/officeDocument/2006/relationships/customXml" Target="../ink/ink191.xml"/><Relationship Id="rId21" Type="http://schemas.openxmlformats.org/officeDocument/2006/relationships/customXml" Target="../ink/ink200.xml"/><Relationship Id="rId7" Type="http://schemas.openxmlformats.org/officeDocument/2006/relationships/customXml" Target="../ink/ink193.xml"/><Relationship Id="rId12" Type="http://schemas.openxmlformats.org/officeDocument/2006/relationships/image" Target="../media/image138.png"/><Relationship Id="rId17" Type="http://schemas.openxmlformats.org/officeDocument/2006/relationships/customXml" Target="../ink/ink198.xml"/><Relationship Id="rId2" Type="http://schemas.openxmlformats.org/officeDocument/2006/relationships/image" Target="../media/image61.jpg"/><Relationship Id="rId16" Type="http://schemas.openxmlformats.org/officeDocument/2006/relationships/image" Target="../media/image140.png"/><Relationship Id="rId20" Type="http://schemas.openxmlformats.org/officeDocument/2006/relationships/image" Target="../media/image1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5.png"/><Relationship Id="rId11" Type="http://schemas.openxmlformats.org/officeDocument/2006/relationships/customXml" Target="../ink/ink195.xml"/><Relationship Id="rId24" Type="http://schemas.openxmlformats.org/officeDocument/2006/relationships/image" Target="../media/image144.png"/><Relationship Id="rId5" Type="http://schemas.openxmlformats.org/officeDocument/2006/relationships/customXml" Target="../ink/ink192.xml"/><Relationship Id="rId15" Type="http://schemas.openxmlformats.org/officeDocument/2006/relationships/customXml" Target="../ink/ink197.xml"/><Relationship Id="rId23" Type="http://schemas.openxmlformats.org/officeDocument/2006/relationships/customXml" Target="../ink/ink201.xml"/><Relationship Id="rId10" Type="http://schemas.openxmlformats.org/officeDocument/2006/relationships/image" Target="../media/image137.png"/><Relationship Id="rId19" Type="http://schemas.openxmlformats.org/officeDocument/2006/relationships/customXml" Target="../ink/ink199.xml"/><Relationship Id="rId4" Type="http://schemas.openxmlformats.org/officeDocument/2006/relationships/image" Target="../media/image134.png"/><Relationship Id="rId9" Type="http://schemas.openxmlformats.org/officeDocument/2006/relationships/customXml" Target="../ink/ink194.xml"/><Relationship Id="rId14" Type="http://schemas.openxmlformats.org/officeDocument/2006/relationships/image" Target="../media/image139.png"/><Relationship Id="rId22" Type="http://schemas.openxmlformats.org/officeDocument/2006/relationships/image" Target="../media/image14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02.png"/><Relationship Id="rId21" Type="http://schemas.openxmlformats.org/officeDocument/2006/relationships/image" Target="../media/image154.png"/><Relationship Id="rId42" Type="http://schemas.openxmlformats.org/officeDocument/2006/relationships/customXml" Target="../ink/ink222.xml"/><Relationship Id="rId63" Type="http://schemas.openxmlformats.org/officeDocument/2006/relationships/image" Target="../media/image175.png"/><Relationship Id="rId84" Type="http://schemas.openxmlformats.org/officeDocument/2006/relationships/customXml" Target="../ink/ink243.xml"/><Relationship Id="rId138" Type="http://schemas.openxmlformats.org/officeDocument/2006/relationships/customXml" Target="../ink/ink270.xml"/><Relationship Id="rId107" Type="http://schemas.openxmlformats.org/officeDocument/2006/relationships/image" Target="../media/image197.png"/><Relationship Id="rId11" Type="http://schemas.openxmlformats.org/officeDocument/2006/relationships/image" Target="../media/image149.png"/><Relationship Id="rId32" Type="http://schemas.openxmlformats.org/officeDocument/2006/relationships/customXml" Target="../ink/ink217.xml"/><Relationship Id="rId53" Type="http://schemas.openxmlformats.org/officeDocument/2006/relationships/image" Target="../media/image170.png"/><Relationship Id="rId74" Type="http://schemas.openxmlformats.org/officeDocument/2006/relationships/customXml" Target="../ink/ink238.xml"/><Relationship Id="rId128" Type="http://schemas.openxmlformats.org/officeDocument/2006/relationships/customXml" Target="../ink/ink265.xml"/><Relationship Id="rId149" Type="http://schemas.openxmlformats.org/officeDocument/2006/relationships/image" Target="../media/image218.png"/><Relationship Id="rId5" Type="http://schemas.openxmlformats.org/officeDocument/2006/relationships/image" Target="../media/image146.png"/><Relationship Id="rId95" Type="http://schemas.openxmlformats.org/officeDocument/2006/relationships/image" Target="../media/image191.png"/><Relationship Id="rId22" Type="http://schemas.openxmlformats.org/officeDocument/2006/relationships/customXml" Target="../ink/ink212.xml"/><Relationship Id="rId43" Type="http://schemas.openxmlformats.org/officeDocument/2006/relationships/image" Target="../media/image165.png"/><Relationship Id="rId64" Type="http://schemas.openxmlformats.org/officeDocument/2006/relationships/customXml" Target="../ink/ink233.xml"/><Relationship Id="rId118" Type="http://schemas.openxmlformats.org/officeDocument/2006/relationships/customXml" Target="../ink/ink260.xml"/><Relationship Id="rId139" Type="http://schemas.openxmlformats.org/officeDocument/2006/relationships/image" Target="../media/image213.png"/><Relationship Id="rId80" Type="http://schemas.openxmlformats.org/officeDocument/2006/relationships/customXml" Target="../ink/ink241.xml"/><Relationship Id="rId85" Type="http://schemas.openxmlformats.org/officeDocument/2006/relationships/image" Target="../media/image186.png"/><Relationship Id="rId150" Type="http://schemas.openxmlformats.org/officeDocument/2006/relationships/customXml" Target="../ink/ink276.xml"/><Relationship Id="rId155" Type="http://schemas.openxmlformats.org/officeDocument/2006/relationships/image" Target="../media/image221.png"/><Relationship Id="rId12" Type="http://schemas.openxmlformats.org/officeDocument/2006/relationships/customXml" Target="../ink/ink207.xml"/><Relationship Id="rId17" Type="http://schemas.openxmlformats.org/officeDocument/2006/relationships/image" Target="../media/image152.png"/><Relationship Id="rId33" Type="http://schemas.openxmlformats.org/officeDocument/2006/relationships/image" Target="../media/image160.png"/><Relationship Id="rId38" Type="http://schemas.openxmlformats.org/officeDocument/2006/relationships/customXml" Target="../ink/ink220.xml"/><Relationship Id="rId59" Type="http://schemas.openxmlformats.org/officeDocument/2006/relationships/image" Target="../media/image173.png"/><Relationship Id="rId103" Type="http://schemas.openxmlformats.org/officeDocument/2006/relationships/image" Target="../media/image195.png"/><Relationship Id="rId108" Type="http://schemas.openxmlformats.org/officeDocument/2006/relationships/customXml" Target="../ink/ink255.xml"/><Relationship Id="rId124" Type="http://schemas.openxmlformats.org/officeDocument/2006/relationships/customXml" Target="../ink/ink263.xml"/><Relationship Id="rId129" Type="http://schemas.openxmlformats.org/officeDocument/2006/relationships/image" Target="../media/image208.png"/><Relationship Id="rId54" Type="http://schemas.openxmlformats.org/officeDocument/2006/relationships/customXml" Target="../ink/ink228.xml"/><Relationship Id="rId70" Type="http://schemas.openxmlformats.org/officeDocument/2006/relationships/customXml" Target="../ink/ink236.xml"/><Relationship Id="rId75" Type="http://schemas.openxmlformats.org/officeDocument/2006/relationships/image" Target="../media/image181.png"/><Relationship Id="rId91" Type="http://schemas.openxmlformats.org/officeDocument/2006/relationships/image" Target="../media/image189.png"/><Relationship Id="rId96" Type="http://schemas.openxmlformats.org/officeDocument/2006/relationships/customXml" Target="../ink/ink249.xml"/><Relationship Id="rId140" Type="http://schemas.openxmlformats.org/officeDocument/2006/relationships/customXml" Target="../ink/ink271.xml"/><Relationship Id="rId145" Type="http://schemas.openxmlformats.org/officeDocument/2006/relationships/image" Target="../media/image216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04.xml"/><Relationship Id="rId23" Type="http://schemas.openxmlformats.org/officeDocument/2006/relationships/image" Target="../media/image155.png"/><Relationship Id="rId28" Type="http://schemas.openxmlformats.org/officeDocument/2006/relationships/customXml" Target="../ink/ink215.xml"/><Relationship Id="rId49" Type="http://schemas.openxmlformats.org/officeDocument/2006/relationships/image" Target="../media/image168.png"/><Relationship Id="rId114" Type="http://schemas.openxmlformats.org/officeDocument/2006/relationships/customXml" Target="../ink/ink258.xml"/><Relationship Id="rId119" Type="http://schemas.openxmlformats.org/officeDocument/2006/relationships/image" Target="../media/image203.png"/><Relationship Id="rId44" Type="http://schemas.openxmlformats.org/officeDocument/2006/relationships/customXml" Target="../ink/ink223.xml"/><Relationship Id="rId60" Type="http://schemas.openxmlformats.org/officeDocument/2006/relationships/customXml" Target="../ink/ink231.xml"/><Relationship Id="rId65" Type="http://schemas.openxmlformats.org/officeDocument/2006/relationships/image" Target="../media/image176.png"/><Relationship Id="rId81" Type="http://schemas.openxmlformats.org/officeDocument/2006/relationships/image" Target="../media/image184.png"/><Relationship Id="rId86" Type="http://schemas.openxmlformats.org/officeDocument/2006/relationships/customXml" Target="../ink/ink244.xml"/><Relationship Id="rId130" Type="http://schemas.openxmlformats.org/officeDocument/2006/relationships/customXml" Target="../ink/ink266.xml"/><Relationship Id="rId135" Type="http://schemas.openxmlformats.org/officeDocument/2006/relationships/image" Target="../media/image211.png"/><Relationship Id="rId151" Type="http://schemas.openxmlformats.org/officeDocument/2006/relationships/image" Target="../media/image219.png"/><Relationship Id="rId156" Type="http://schemas.openxmlformats.org/officeDocument/2006/relationships/customXml" Target="../ink/ink279.xml"/><Relationship Id="rId13" Type="http://schemas.openxmlformats.org/officeDocument/2006/relationships/image" Target="../media/image150.png"/><Relationship Id="rId18" Type="http://schemas.openxmlformats.org/officeDocument/2006/relationships/customXml" Target="../ink/ink210.xml"/><Relationship Id="rId39" Type="http://schemas.openxmlformats.org/officeDocument/2006/relationships/image" Target="../media/image163.png"/><Relationship Id="rId109" Type="http://schemas.openxmlformats.org/officeDocument/2006/relationships/image" Target="../media/image198.png"/><Relationship Id="rId34" Type="http://schemas.openxmlformats.org/officeDocument/2006/relationships/customXml" Target="../ink/ink218.xml"/><Relationship Id="rId50" Type="http://schemas.openxmlformats.org/officeDocument/2006/relationships/customXml" Target="../ink/ink226.xml"/><Relationship Id="rId55" Type="http://schemas.openxmlformats.org/officeDocument/2006/relationships/image" Target="../media/image171.png"/><Relationship Id="rId76" Type="http://schemas.openxmlformats.org/officeDocument/2006/relationships/customXml" Target="../ink/ink239.xml"/><Relationship Id="rId97" Type="http://schemas.openxmlformats.org/officeDocument/2006/relationships/image" Target="../media/image192.png"/><Relationship Id="rId104" Type="http://schemas.openxmlformats.org/officeDocument/2006/relationships/customXml" Target="../ink/ink253.xml"/><Relationship Id="rId120" Type="http://schemas.openxmlformats.org/officeDocument/2006/relationships/customXml" Target="../ink/ink261.xml"/><Relationship Id="rId125" Type="http://schemas.openxmlformats.org/officeDocument/2006/relationships/image" Target="../media/image206.png"/><Relationship Id="rId141" Type="http://schemas.openxmlformats.org/officeDocument/2006/relationships/image" Target="../media/image214.png"/><Relationship Id="rId146" Type="http://schemas.openxmlformats.org/officeDocument/2006/relationships/customXml" Target="../ink/ink274.xml"/><Relationship Id="rId7" Type="http://schemas.openxmlformats.org/officeDocument/2006/relationships/image" Target="../media/image147.png"/><Relationship Id="rId71" Type="http://schemas.openxmlformats.org/officeDocument/2006/relationships/image" Target="../media/image179.png"/><Relationship Id="rId92" Type="http://schemas.openxmlformats.org/officeDocument/2006/relationships/customXml" Target="../ink/ink247.xml"/><Relationship Id="rId2" Type="http://schemas.openxmlformats.org/officeDocument/2006/relationships/customXml" Target="../ink/ink202.xml"/><Relationship Id="rId29" Type="http://schemas.openxmlformats.org/officeDocument/2006/relationships/image" Target="../media/image158.png"/><Relationship Id="rId24" Type="http://schemas.openxmlformats.org/officeDocument/2006/relationships/customXml" Target="../ink/ink213.xml"/><Relationship Id="rId40" Type="http://schemas.openxmlformats.org/officeDocument/2006/relationships/customXml" Target="../ink/ink221.xml"/><Relationship Id="rId45" Type="http://schemas.openxmlformats.org/officeDocument/2006/relationships/image" Target="../media/image166.png"/><Relationship Id="rId66" Type="http://schemas.openxmlformats.org/officeDocument/2006/relationships/customXml" Target="../ink/ink234.xml"/><Relationship Id="rId87" Type="http://schemas.openxmlformats.org/officeDocument/2006/relationships/image" Target="../media/image187.png"/><Relationship Id="rId110" Type="http://schemas.openxmlformats.org/officeDocument/2006/relationships/customXml" Target="../ink/ink256.xml"/><Relationship Id="rId115" Type="http://schemas.openxmlformats.org/officeDocument/2006/relationships/image" Target="../media/image201.png"/><Relationship Id="rId131" Type="http://schemas.openxmlformats.org/officeDocument/2006/relationships/image" Target="../media/image209.png"/><Relationship Id="rId136" Type="http://schemas.openxmlformats.org/officeDocument/2006/relationships/customXml" Target="../ink/ink269.xml"/><Relationship Id="rId157" Type="http://schemas.openxmlformats.org/officeDocument/2006/relationships/image" Target="../media/image222.png"/><Relationship Id="rId61" Type="http://schemas.openxmlformats.org/officeDocument/2006/relationships/image" Target="../media/image174.png"/><Relationship Id="rId82" Type="http://schemas.openxmlformats.org/officeDocument/2006/relationships/customXml" Target="../ink/ink242.xml"/><Relationship Id="rId152" Type="http://schemas.openxmlformats.org/officeDocument/2006/relationships/customXml" Target="../ink/ink277.xml"/><Relationship Id="rId19" Type="http://schemas.openxmlformats.org/officeDocument/2006/relationships/image" Target="../media/image153.png"/><Relationship Id="rId14" Type="http://schemas.openxmlformats.org/officeDocument/2006/relationships/customXml" Target="../ink/ink208.xml"/><Relationship Id="rId30" Type="http://schemas.openxmlformats.org/officeDocument/2006/relationships/customXml" Target="../ink/ink216.xml"/><Relationship Id="rId35" Type="http://schemas.openxmlformats.org/officeDocument/2006/relationships/image" Target="../media/image161.png"/><Relationship Id="rId56" Type="http://schemas.openxmlformats.org/officeDocument/2006/relationships/customXml" Target="../ink/ink229.xml"/><Relationship Id="rId77" Type="http://schemas.openxmlformats.org/officeDocument/2006/relationships/image" Target="../media/image182.png"/><Relationship Id="rId100" Type="http://schemas.openxmlformats.org/officeDocument/2006/relationships/customXml" Target="../ink/ink251.xml"/><Relationship Id="rId105" Type="http://schemas.openxmlformats.org/officeDocument/2006/relationships/image" Target="../media/image196.png"/><Relationship Id="rId126" Type="http://schemas.openxmlformats.org/officeDocument/2006/relationships/customXml" Target="../ink/ink264.xml"/><Relationship Id="rId147" Type="http://schemas.openxmlformats.org/officeDocument/2006/relationships/image" Target="../media/image217.png"/><Relationship Id="rId8" Type="http://schemas.openxmlformats.org/officeDocument/2006/relationships/customXml" Target="../ink/ink205.xml"/><Relationship Id="rId51" Type="http://schemas.openxmlformats.org/officeDocument/2006/relationships/image" Target="../media/image169.png"/><Relationship Id="rId72" Type="http://schemas.openxmlformats.org/officeDocument/2006/relationships/customXml" Target="../ink/ink237.xml"/><Relationship Id="rId93" Type="http://schemas.openxmlformats.org/officeDocument/2006/relationships/image" Target="../media/image190.png"/><Relationship Id="rId98" Type="http://schemas.openxmlformats.org/officeDocument/2006/relationships/customXml" Target="../ink/ink250.xml"/><Relationship Id="rId121" Type="http://schemas.openxmlformats.org/officeDocument/2006/relationships/image" Target="../media/image204.png"/><Relationship Id="rId142" Type="http://schemas.openxmlformats.org/officeDocument/2006/relationships/customXml" Target="../ink/ink272.xml"/><Relationship Id="rId3" Type="http://schemas.openxmlformats.org/officeDocument/2006/relationships/image" Target="../media/image145.png"/><Relationship Id="rId25" Type="http://schemas.openxmlformats.org/officeDocument/2006/relationships/image" Target="../media/image156.png"/><Relationship Id="rId46" Type="http://schemas.openxmlformats.org/officeDocument/2006/relationships/customXml" Target="../ink/ink224.xml"/><Relationship Id="rId67" Type="http://schemas.openxmlformats.org/officeDocument/2006/relationships/image" Target="../media/image177.png"/><Relationship Id="rId116" Type="http://schemas.openxmlformats.org/officeDocument/2006/relationships/customXml" Target="../ink/ink259.xml"/><Relationship Id="rId137" Type="http://schemas.openxmlformats.org/officeDocument/2006/relationships/image" Target="../media/image212.png"/><Relationship Id="rId20" Type="http://schemas.openxmlformats.org/officeDocument/2006/relationships/customXml" Target="../ink/ink211.xml"/><Relationship Id="rId41" Type="http://schemas.openxmlformats.org/officeDocument/2006/relationships/image" Target="../media/image164.png"/><Relationship Id="rId62" Type="http://schemas.openxmlformats.org/officeDocument/2006/relationships/customXml" Target="../ink/ink232.xml"/><Relationship Id="rId83" Type="http://schemas.openxmlformats.org/officeDocument/2006/relationships/image" Target="../media/image185.png"/><Relationship Id="rId88" Type="http://schemas.openxmlformats.org/officeDocument/2006/relationships/customXml" Target="../ink/ink245.xml"/><Relationship Id="rId111" Type="http://schemas.openxmlformats.org/officeDocument/2006/relationships/image" Target="../media/image199.png"/><Relationship Id="rId132" Type="http://schemas.openxmlformats.org/officeDocument/2006/relationships/customXml" Target="../ink/ink267.xml"/><Relationship Id="rId153" Type="http://schemas.openxmlformats.org/officeDocument/2006/relationships/image" Target="../media/image220.png"/><Relationship Id="rId15" Type="http://schemas.openxmlformats.org/officeDocument/2006/relationships/image" Target="../media/image151.png"/><Relationship Id="rId36" Type="http://schemas.openxmlformats.org/officeDocument/2006/relationships/customXml" Target="../ink/ink219.xml"/><Relationship Id="rId57" Type="http://schemas.openxmlformats.org/officeDocument/2006/relationships/image" Target="../media/image172.png"/><Relationship Id="rId106" Type="http://schemas.openxmlformats.org/officeDocument/2006/relationships/customXml" Target="../ink/ink254.xml"/><Relationship Id="rId127" Type="http://schemas.openxmlformats.org/officeDocument/2006/relationships/image" Target="../media/image207.png"/><Relationship Id="rId10" Type="http://schemas.openxmlformats.org/officeDocument/2006/relationships/customXml" Target="../ink/ink206.xml"/><Relationship Id="rId31" Type="http://schemas.openxmlformats.org/officeDocument/2006/relationships/image" Target="../media/image159.png"/><Relationship Id="rId52" Type="http://schemas.openxmlformats.org/officeDocument/2006/relationships/customXml" Target="../ink/ink227.xml"/><Relationship Id="rId73" Type="http://schemas.openxmlformats.org/officeDocument/2006/relationships/image" Target="../media/image180.png"/><Relationship Id="rId78" Type="http://schemas.openxmlformats.org/officeDocument/2006/relationships/customXml" Target="../ink/ink240.xml"/><Relationship Id="rId94" Type="http://schemas.openxmlformats.org/officeDocument/2006/relationships/customXml" Target="../ink/ink248.xml"/><Relationship Id="rId99" Type="http://schemas.openxmlformats.org/officeDocument/2006/relationships/image" Target="../media/image193.png"/><Relationship Id="rId101" Type="http://schemas.openxmlformats.org/officeDocument/2006/relationships/image" Target="../media/image194.png"/><Relationship Id="rId122" Type="http://schemas.openxmlformats.org/officeDocument/2006/relationships/customXml" Target="../ink/ink262.xml"/><Relationship Id="rId143" Type="http://schemas.openxmlformats.org/officeDocument/2006/relationships/image" Target="../media/image215.png"/><Relationship Id="rId148" Type="http://schemas.openxmlformats.org/officeDocument/2006/relationships/customXml" Target="../ink/ink275.xml"/><Relationship Id="rId4" Type="http://schemas.openxmlformats.org/officeDocument/2006/relationships/customXml" Target="../ink/ink203.xml"/><Relationship Id="rId9" Type="http://schemas.openxmlformats.org/officeDocument/2006/relationships/image" Target="../media/image148.png"/><Relationship Id="rId26" Type="http://schemas.openxmlformats.org/officeDocument/2006/relationships/customXml" Target="../ink/ink214.xml"/><Relationship Id="rId47" Type="http://schemas.openxmlformats.org/officeDocument/2006/relationships/image" Target="../media/image167.png"/><Relationship Id="rId68" Type="http://schemas.openxmlformats.org/officeDocument/2006/relationships/customXml" Target="../ink/ink235.xml"/><Relationship Id="rId89" Type="http://schemas.openxmlformats.org/officeDocument/2006/relationships/image" Target="../media/image188.png"/><Relationship Id="rId112" Type="http://schemas.openxmlformats.org/officeDocument/2006/relationships/customXml" Target="../ink/ink257.xml"/><Relationship Id="rId133" Type="http://schemas.openxmlformats.org/officeDocument/2006/relationships/image" Target="../media/image210.png"/><Relationship Id="rId154" Type="http://schemas.openxmlformats.org/officeDocument/2006/relationships/customXml" Target="../ink/ink278.xml"/><Relationship Id="rId16" Type="http://schemas.openxmlformats.org/officeDocument/2006/relationships/customXml" Target="../ink/ink209.xml"/><Relationship Id="rId37" Type="http://schemas.openxmlformats.org/officeDocument/2006/relationships/image" Target="../media/image162.png"/><Relationship Id="rId58" Type="http://schemas.openxmlformats.org/officeDocument/2006/relationships/customXml" Target="../ink/ink230.xml"/><Relationship Id="rId79" Type="http://schemas.openxmlformats.org/officeDocument/2006/relationships/image" Target="../media/image183.png"/><Relationship Id="rId102" Type="http://schemas.openxmlformats.org/officeDocument/2006/relationships/customXml" Target="../ink/ink252.xml"/><Relationship Id="rId123" Type="http://schemas.openxmlformats.org/officeDocument/2006/relationships/image" Target="../media/image205.png"/><Relationship Id="rId144" Type="http://schemas.openxmlformats.org/officeDocument/2006/relationships/customXml" Target="../ink/ink273.xml"/><Relationship Id="rId90" Type="http://schemas.openxmlformats.org/officeDocument/2006/relationships/customXml" Target="../ink/ink246.xml"/><Relationship Id="rId27" Type="http://schemas.openxmlformats.org/officeDocument/2006/relationships/image" Target="../media/image157.png"/><Relationship Id="rId48" Type="http://schemas.openxmlformats.org/officeDocument/2006/relationships/customXml" Target="../ink/ink225.xml"/><Relationship Id="rId69" Type="http://schemas.openxmlformats.org/officeDocument/2006/relationships/image" Target="../media/image178.png"/><Relationship Id="rId113" Type="http://schemas.openxmlformats.org/officeDocument/2006/relationships/image" Target="../media/image200.png"/><Relationship Id="rId134" Type="http://schemas.openxmlformats.org/officeDocument/2006/relationships/customXml" Target="../ink/ink268.xml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80.png"/><Relationship Id="rId21" Type="http://schemas.openxmlformats.org/officeDocument/2006/relationships/image" Target="../media/image232.png"/><Relationship Id="rId42" Type="http://schemas.openxmlformats.org/officeDocument/2006/relationships/customXml" Target="../ink/ink300.xml"/><Relationship Id="rId63" Type="http://schemas.openxmlformats.org/officeDocument/2006/relationships/image" Target="../media/image253.png"/><Relationship Id="rId84" Type="http://schemas.openxmlformats.org/officeDocument/2006/relationships/customXml" Target="../ink/ink321.xml"/><Relationship Id="rId138" Type="http://schemas.openxmlformats.org/officeDocument/2006/relationships/customXml" Target="../ink/ink348.xml"/><Relationship Id="rId159" Type="http://schemas.openxmlformats.org/officeDocument/2006/relationships/image" Target="../media/image301.png"/><Relationship Id="rId170" Type="http://schemas.openxmlformats.org/officeDocument/2006/relationships/customXml" Target="../ink/ink364.xml"/><Relationship Id="rId107" Type="http://schemas.openxmlformats.org/officeDocument/2006/relationships/image" Target="../media/image275.png"/><Relationship Id="rId11" Type="http://schemas.openxmlformats.org/officeDocument/2006/relationships/image" Target="../media/image227.png"/><Relationship Id="rId32" Type="http://schemas.openxmlformats.org/officeDocument/2006/relationships/customXml" Target="../ink/ink295.xml"/><Relationship Id="rId53" Type="http://schemas.openxmlformats.org/officeDocument/2006/relationships/image" Target="../media/image248.png"/><Relationship Id="rId74" Type="http://schemas.openxmlformats.org/officeDocument/2006/relationships/customXml" Target="../ink/ink316.xml"/><Relationship Id="rId128" Type="http://schemas.openxmlformats.org/officeDocument/2006/relationships/customXml" Target="../ink/ink343.xml"/><Relationship Id="rId149" Type="http://schemas.openxmlformats.org/officeDocument/2006/relationships/image" Target="../media/image296.png"/><Relationship Id="rId5" Type="http://schemas.openxmlformats.org/officeDocument/2006/relationships/image" Target="../media/image224.png"/><Relationship Id="rId95" Type="http://schemas.openxmlformats.org/officeDocument/2006/relationships/image" Target="../media/image269.png"/><Relationship Id="rId160" Type="http://schemas.openxmlformats.org/officeDocument/2006/relationships/customXml" Target="../ink/ink359.xml"/><Relationship Id="rId22" Type="http://schemas.openxmlformats.org/officeDocument/2006/relationships/customXml" Target="../ink/ink290.xml"/><Relationship Id="rId43" Type="http://schemas.openxmlformats.org/officeDocument/2006/relationships/image" Target="../media/image243.png"/><Relationship Id="rId64" Type="http://schemas.openxmlformats.org/officeDocument/2006/relationships/customXml" Target="../ink/ink311.xml"/><Relationship Id="rId118" Type="http://schemas.openxmlformats.org/officeDocument/2006/relationships/customXml" Target="../ink/ink338.xml"/><Relationship Id="rId139" Type="http://schemas.openxmlformats.org/officeDocument/2006/relationships/image" Target="../media/image291.png"/><Relationship Id="rId85" Type="http://schemas.openxmlformats.org/officeDocument/2006/relationships/image" Target="../media/image264.png"/><Relationship Id="rId150" Type="http://schemas.openxmlformats.org/officeDocument/2006/relationships/customXml" Target="../ink/ink354.xml"/><Relationship Id="rId171" Type="http://schemas.openxmlformats.org/officeDocument/2006/relationships/image" Target="../media/image307.png"/><Relationship Id="rId12" Type="http://schemas.openxmlformats.org/officeDocument/2006/relationships/customXml" Target="../ink/ink285.xml"/><Relationship Id="rId33" Type="http://schemas.openxmlformats.org/officeDocument/2006/relationships/image" Target="../media/image238.png"/><Relationship Id="rId108" Type="http://schemas.openxmlformats.org/officeDocument/2006/relationships/customXml" Target="../ink/ink333.xml"/><Relationship Id="rId129" Type="http://schemas.openxmlformats.org/officeDocument/2006/relationships/image" Target="../media/image286.png"/><Relationship Id="rId54" Type="http://schemas.openxmlformats.org/officeDocument/2006/relationships/customXml" Target="../ink/ink306.xml"/><Relationship Id="rId75" Type="http://schemas.openxmlformats.org/officeDocument/2006/relationships/image" Target="../media/image259.png"/><Relationship Id="rId96" Type="http://schemas.openxmlformats.org/officeDocument/2006/relationships/customXml" Target="../ink/ink327.xml"/><Relationship Id="rId140" Type="http://schemas.openxmlformats.org/officeDocument/2006/relationships/customXml" Target="../ink/ink349.xml"/><Relationship Id="rId161" Type="http://schemas.openxmlformats.org/officeDocument/2006/relationships/image" Target="../media/image302.png"/><Relationship Id="rId6" Type="http://schemas.openxmlformats.org/officeDocument/2006/relationships/customXml" Target="../ink/ink282.xml"/><Relationship Id="rId23" Type="http://schemas.openxmlformats.org/officeDocument/2006/relationships/image" Target="../media/image233.png"/><Relationship Id="rId28" Type="http://schemas.openxmlformats.org/officeDocument/2006/relationships/customXml" Target="../ink/ink293.xml"/><Relationship Id="rId49" Type="http://schemas.openxmlformats.org/officeDocument/2006/relationships/image" Target="../media/image246.png"/><Relationship Id="rId114" Type="http://schemas.openxmlformats.org/officeDocument/2006/relationships/customXml" Target="../ink/ink336.xml"/><Relationship Id="rId119" Type="http://schemas.openxmlformats.org/officeDocument/2006/relationships/image" Target="../media/image281.png"/><Relationship Id="rId44" Type="http://schemas.openxmlformats.org/officeDocument/2006/relationships/customXml" Target="../ink/ink301.xml"/><Relationship Id="rId60" Type="http://schemas.openxmlformats.org/officeDocument/2006/relationships/customXml" Target="../ink/ink309.xml"/><Relationship Id="rId65" Type="http://schemas.openxmlformats.org/officeDocument/2006/relationships/image" Target="../media/image254.png"/><Relationship Id="rId81" Type="http://schemas.openxmlformats.org/officeDocument/2006/relationships/image" Target="../media/image262.png"/><Relationship Id="rId86" Type="http://schemas.openxmlformats.org/officeDocument/2006/relationships/customXml" Target="../ink/ink322.xml"/><Relationship Id="rId130" Type="http://schemas.openxmlformats.org/officeDocument/2006/relationships/customXml" Target="../ink/ink344.xml"/><Relationship Id="rId135" Type="http://schemas.openxmlformats.org/officeDocument/2006/relationships/image" Target="../media/image289.png"/><Relationship Id="rId151" Type="http://schemas.openxmlformats.org/officeDocument/2006/relationships/image" Target="../media/image297.png"/><Relationship Id="rId156" Type="http://schemas.openxmlformats.org/officeDocument/2006/relationships/customXml" Target="../ink/ink357.xml"/><Relationship Id="rId177" Type="http://schemas.openxmlformats.org/officeDocument/2006/relationships/image" Target="../media/image310.png"/><Relationship Id="rId172" Type="http://schemas.openxmlformats.org/officeDocument/2006/relationships/customXml" Target="../ink/ink365.xml"/><Relationship Id="rId13" Type="http://schemas.openxmlformats.org/officeDocument/2006/relationships/image" Target="../media/image228.png"/><Relationship Id="rId18" Type="http://schemas.openxmlformats.org/officeDocument/2006/relationships/customXml" Target="../ink/ink288.xml"/><Relationship Id="rId39" Type="http://schemas.openxmlformats.org/officeDocument/2006/relationships/image" Target="../media/image241.png"/><Relationship Id="rId109" Type="http://schemas.openxmlformats.org/officeDocument/2006/relationships/image" Target="../media/image276.png"/><Relationship Id="rId34" Type="http://schemas.openxmlformats.org/officeDocument/2006/relationships/customXml" Target="../ink/ink296.xml"/><Relationship Id="rId50" Type="http://schemas.openxmlformats.org/officeDocument/2006/relationships/customXml" Target="../ink/ink304.xml"/><Relationship Id="rId55" Type="http://schemas.openxmlformats.org/officeDocument/2006/relationships/image" Target="../media/image249.png"/><Relationship Id="rId76" Type="http://schemas.openxmlformats.org/officeDocument/2006/relationships/customXml" Target="../ink/ink317.xml"/><Relationship Id="rId97" Type="http://schemas.openxmlformats.org/officeDocument/2006/relationships/image" Target="../media/image270.png"/><Relationship Id="rId104" Type="http://schemas.openxmlformats.org/officeDocument/2006/relationships/customXml" Target="../ink/ink331.xml"/><Relationship Id="rId120" Type="http://schemas.openxmlformats.org/officeDocument/2006/relationships/customXml" Target="../ink/ink339.xml"/><Relationship Id="rId125" Type="http://schemas.openxmlformats.org/officeDocument/2006/relationships/image" Target="../media/image284.png"/><Relationship Id="rId141" Type="http://schemas.openxmlformats.org/officeDocument/2006/relationships/image" Target="../media/image292.png"/><Relationship Id="rId146" Type="http://schemas.openxmlformats.org/officeDocument/2006/relationships/customXml" Target="../ink/ink352.xml"/><Relationship Id="rId167" Type="http://schemas.openxmlformats.org/officeDocument/2006/relationships/image" Target="../media/image305.png"/><Relationship Id="rId7" Type="http://schemas.openxmlformats.org/officeDocument/2006/relationships/image" Target="../media/image225.png"/><Relationship Id="rId71" Type="http://schemas.openxmlformats.org/officeDocument/2006/relationships/image" Target="../media/image257.png"/><Relationship Id="rId92" Type="http://schemas.openxmlformats.org/officeDocument/2006/relationships/customXml" Target="../ink/ink325.xml"/><Relationship Id="rId162" Type="http://schemas.openxmlformats.org/officeDocument/2006/relationships/customXml" Target="../ink/ink360.xml"/><Relationship Id="rId2" Type="http://schemas.openxmlformats.org/officeDocument/2006/relationships/customXml" Target="../ink/ink280.xml"/><Relationship Id="rId29" Type="http://schemas.openxmlformats.org/officeDocument/2006/relationships/image" Target="../media/image236.png"/><Relationship Id="rId24" Type="http://schemas.openxmlformats.org/officeDocument/2006/relationships/customXml" Target="../ink/ink291.xml"/><Relationship Id="rId40" Type="http://schemas.openxmlformats.org/officeDocument/2006/relationships/customXml" Target="../ink/ink299.xml"/><Relationship Id="rId45" Type="http://schemas.openxmlformats.org/officeDocument/2006/relationships/image" Target="../media/image244.png"/><Relationship Id="rId66" Type="http://schemas.openxmlformats.org/officeDocument/2006/relationships/customXml" Target="../ink/ink312.xml"/><Relationship Id="rId87" Type="http://schemas.openxmlformats.org/officeDocument/2006/relationships/image" Target="../media/image265.png"/><Relationship Id="rId110" Type="http://schemas.openxmlformats.org/officeDocument/2006/relationships/customXml" Target="../ink/ink334.xml"/><Relationship Id="rId115" Type="http://schemas.openxmlformats.org/officeDocument/2006/relationships/image" Target="../media/image279.png"/><Relationship Id="rId131" Type="http://schemas.openxmlformats.org/officeDocument/2006/relationships/image" Target="../media/image287.png"/><Relationship Id="rId136" Type="http://schemas.openxmlformats.org/officeDocument/2006/relationships/customXml" Target="../ink/ink347.xml"/><Relationship Id="rId157" Type="http://schemas.openxmlformats.org/officeDocument/2006/relationships/image" Target="../media/image300.png"/><Relationship Id="rId61" Type="http://schemas.openxmlformats.org/officeDocument/2006/relationships/image" Target="../media/image252.png"/><Relationship Id="rId82" Type="http://schemas.openxmlformats.org/officeDocument/2006/relationships/customXml" Target="../ink/ink320.xml"/><Relationship Id="rId152" Type="http://schemas.openxmlformats.org/officeDocument/2006/relationships/customXml" Target="../ink/ink355.xml"/><Relationship Id="rId173" Type="http://schemas.openxmlformats.org/officeDocument/2006/relationships/image" Target="../media/image308.png"/><Relationship Id="rId19" Type="http://schemas.openxmlformats.org/officeDocument/2006/relationships/image" Target="../media/image231.png"/><Relationship Id="rId14" Type="http://schemas.openxmlformats.org/officeDocument/2006/relationships/customXml" Target="../ink/ink286.xml"/><Relationship Id="rId30" Type="http://schemas.openxmlformats.org/officeDocument/2006/relationships/customXml" Target="../ink/ink294.xml"/><Relationship Id="rId35" Type="http://schemas.openxmlformats.org/officeDocument/2006/relationships/image" Target="../media/image239.png"/><Relationship Id="rId56" Type="http://schemas.openxmlformats.org/officeDocument/2006/relationships/customXml" Target="../ink/ink307.xml"/><Relationship Id="rId77" Type="http://schemas.openxmlformats.org/officeDocument/2006/relationships/image" Target="../media/image260.png"/><Relationship Id="rId100" Type="http://schemas.openxmlformats.org/officeDocument/2006/relationships/customXml" Target="../ink/ink329.xml"/><Relationship Id="rId105" Type="http://schemas.openxmlformats.org/officeDocument/2006/relationships/image" Target="../media/image274.png"/><Relationship Id="rId126" Type="http://schemas.openxmlformats.org/officeDocument/2006/relationships/customXml" Target="../ink/ink342.xml"/><Relationship Id="rId147" Type="http://schemas.openxmlformats.org/officeDocument/2006/relationships/image" Target="../media/image295.png"/><Relationship Id="rId168" Type="http://schemas.openxmlformats.org/officeDocument/2006/relationships/customXml" Target="../ink/ink363.xml"/><Relationship Id="rId8" Type="http://schemas.openxmlformats.org/officeDocument/2006/relationships/customXml" Target="../ink/ink283.xml"/><Relationship Id="rId51" Type="http://schemas.openxmlformats.org/officeDocument/2006/relationships/image" Target="../media/image247.png"/><Relationship Id="rId72" Type="http://schemas.openxmlformats.org/officeDocument/2006/relationships/customXml" Target="../ink/ink315.xml"/><Relationship Id="rId93" Type="http://schemas.openxmlformats.org/officeDocument/2006/relationships/image" Target="../media/image268.png"/><Relationship Id="rId98" Type="http://schemas.openxmlformats.org/officeDocument/2006/relationships/customXml" Target="../ink/ink328.xml"/><Relationship Id="rId121" Type="http://schemas.openxmlformats.org/officeDocument/2006/relationships/image" Target="../media/image282.png"/><Relationship Id="rId142" Type="http://schemas.openxmlformats.org/officeDocument/2006/relationships/customXml" Target="../ink/ink350.xml"/><Relationship Id="rId163" Type="http://schemas.openxmlformats.org/officeDocument/2006/relationships/image" Target="../media/image303.png"/><Relationship Id="rId3" Type="http://schemas.openxmlformats.org/officeDocument/2006/relationships/image" Target="../media/image223.png"/><Relationship Id="rId25" Type="http://schemas.openxmlformats.org/officeDocument/2006/relationships/image" Target="../media/image234.png"/><Relationship Id="rId46" Type="http://schemas.openxmlformats.org/officeDocument/2006/relationships/customXml" Target="../ink/ink302.xml"/><Relationship Id="rId67" Type="http://schemas.openxmlformats.org/officeDocument/2006/relationships/image" Target="../media/image255.png"/><Relationship Id="rId116" Type="http://schemas.openxmlformats.org/officeDocument/2006/relationships/customXml" Target="../ink/ink337.xml"/><Relationship Id="rId137" Type="http://schemas.openxmlformats.org/officeDocument/2006/relationships/image" Target="../media/image290.png"/><Relationship Id="rId158" Type="http://schemas.openxmlformats.org/officeDocument/2006/relationships/customXml" Target="../ink/ink358.xml"/><Relationship Id="rId20" Type="http://schemas.openxmlformats.org/officeDocument/2006/relationships/customXml" Target="../ink/ink289.xml"/><Relationship Id="rId41" Type="http://schemas.openxmlformats.org/officeDocument/2006/relationships/image" Target="../media/image242.png"/><Relationship Id="rId62" Type="http://schemas.openxmlformats.org/officeDocument/2006/relationships/customXml" Target="../ink/ink310.xml"/><Relationship Id="rId83" Type="http://schemas.openxmlformats.org/officeDocument/2006/relationships/image" Target="../media/image263.png"/><Relationship Id="rId88" Type="http://schemas.openxmlformats.org/officeDocument/2006/relationships/customXml" Target="../ink/ink323.xml"/><Relationship Id="rId111" Type="http://schemas.openxmlformats.org/officeDocument/2006/relationships/image" Target="../media/image277.png"/><Relationship Id="rId132" Type="http://schemas.openxmlformats.org/officeDocument/2006/relationships/customXml" Target="../ink/ink345.xml"/><Relationship Id="rId153" Type="http://schemas.openxmlformats.org/officeDocument/2006/relationships/image" Target="../media/image298.png"/><Relationship Id="rId174" Type="http://schemas.openxmlformats.org/officeDocument/2006/relationships/customXml" Target="../ink/ink366.xml"/><Relationship Id="rId15" Type="http://schemas.openxmlformats.org/officeDocument/2006/relationships/image" Target="../media/image229.png"/><Relationship Id="rId36" Type="http://schemas.openxmlformats.org/officeDocument/2006/relationships/customXml" Target="../ink/ink297.xml"/><Relationship Id="rId57" Type="http://schemas.openxmlformats.org/officeDocument/2006/relationships/image" Target="../media/image250.png"/><Relationship Id="rId106" Type="http://schemas.openxmlformats.org/officeDocument/2006/relationships/customXml" Target="../ink/ink332.xml"/><Relationship Id="rId127" Type="http://schemas.openxmlformats.org/officeDocument/2006/relationships/image" Target="../media/image285.png"/><Relationship Id="rId10" Type="http://schemas.openxmlformats.org/officeDocument/2006/relationships/customXml" Target="../ink/ink284.xml"/><Relationship Id="rId31" Type="http://schemas.openxmlformats.org/officeDocument/2006/relationships/image" Target="../media/image237.png"/><Relationship Id="rId52" Type="http://schemas.openxmlformats.org/officeDocument/2006/relationships/customXml" Target="../ink/ink305.xml"/><Relationship Id="rId73" Type="http://schemas.openxmlformats.org/officeDocument/2006/relationships/image" Target="../media/image258.png"/><Relationship Id="rId78" Type="http://schemas.openxmlformats.org/officeDocument/2006/relationships/customXml" Target="../ink/ink318.xml"/><Relationship Id="rId94" Type="http://schemas.openxmlformats.org/officeDocument/2006/relationships/customXml" Target="../ink/ink326.xml"/><Relationship Id="rId99" Type="http://schemas.openxmlformats.org/officeDocument/2006/relationships/image" Target="../media/image271.png"/><Relationship Id="rId101" Type="http://schemas.openxmlformats.org/officeDocument/2006/relationships/image" Target="../media/image272.png"/><Relationship Id="rId122" Type="http://schemas.openxmlformats.org/officeDocument/2006/relationships/customXml" Target="../ink/ink340.xml"/><Relationship Id="rId143" Type="http://schemas.openxmlformats.org/officeDocument/2006/relationships/image" Target="../media/image293.png"/><Relationship Id="rId148" Type="http://schemas.openxmlformats.org/officeDocument/2006/relationships/customXml" Target="../ink/ink353.xml"/><Relationship Id="rId164" Type="http://schemas.openxmlformats.org/officeDocument/2006/relationships/customXml" Target="../ink/ink361.xml"/><Relationship Id="rId169" Type="http://schemas.openxmlformats.org/officeDocument/2006/relationships/image" Target="../media/image306.png"/><Relationship Id="rId4" Type="http://schemas.openxmlformats.org/officeDocument/2006/relationships/customXml" Target="../ink/ink281.xml"/><Relationship Id="rId9" Type="http://schemas.openxmlformats.org/officeDocument/2006/relationships/image" Target="../media/image226.png"/><Relationship Id="rId26" Type="http://schemas.openxmlformats.org/officeDocument/2006/relationships/customXml" Target="../ink/ink292.xml"/><Relationship Id="rId47" Type="http://schemas.openxmlformats.org/officeDocument/2006/relationships/image" Target="../media/image245.png"/><Relationship Id="rId68" Type="http://schemas.openxmlformats.org/officeDocument/2006/relationships/customXml" Target="../ink/ink313.xml"/><Relationship Id="rId89" Type="http://schemas.openxmlformats.org/officeDocument/2006/relationships/image" Target="../media/image266.png"/><Relationship Id="rId112" Type="http://schemas.openxmlformats.org/officeDocument/2006/relationships/customXml" Target="../ink/ink335.xml"/><Relationship Id="rId133" Type="http://schemas.openxmlformats.org/officeDocument/2006/relationships/image" Target="../media/image288.png"/><Relationship Id="rId154" Type="http://schemas.openxmlformats.org/officeDocument/2006/relationships/customXml" Target="../ink/ink356.xml"/><Relationship Id="rId175" Type="http://schemas.openxmlformats.org/officeDocument/2006/relationships/image" Target="../media/image309.png"/><Relationship Id="rId16" Type="http://schemas.openxmlformats.org/officeDocument/2006/relationships/customXml" Target="../ink/ink287.xml"/><Relationship Id="rId37" Type="http://schemas.openxmlformats.org/officeDocument/2006/relationships/image" Target="../media/image240.png"/><Relationship Id="rId58" Type="http://schemas.openxmlformats.org/officeDocument/2006/relationships/customXml" Target="../ink/ink308.xml"/><Relationship Id="rId79" Type="http://schemas.openxmlformats.org/officeDocument/2006/relationships/image" Target="../media/image261.png"/><Relationship Id="rId102" Type="http://schemas.openxmlformats.org/officeDocument/2006/relationships/customXml" Target="../ink/ink330.xml"/><Relationship Id="rId123" Type="http://schemas.openxmlformats.org/officeDocument/2006/relationships/image" Target="../media/image283.png"/><Relationship Id="rId144" Type="http://schemas.openxmlformats.org/officeDocument/2006/relationships/customXml" Target="../ink/ink351.xml"/><Relationship Id="rId90" Type="http://schemas.openxmlformats.org/officeDocument/2006/relationships/customXml" Target="../ink/ink324.xml"/><Relationship Id="rId165" Type="http://schemas.openxmlformats.org/officeDocument/2006/relationships/image" Target="../media/image304.png"/><Relationship Id="rId27" Type="http://schemas.openxmlformats.org/officeDocument/2006/relationships/image" Target="../media/image235.png"/><Relationship Id="rId48" Type="http://schemas.openxmlformats.org/officeDocument/2006/relationships/customXml" Target="../ink/ink303.xml"/><Relationship Id="rId69" Type="http://schemas.openxmlformats.org/officeDocument/2006/relationships/image" Target="../media/image256.png"/><Relationship Id="rId113" Type="http://schemas.openxmlformats.org/officeDocument/2006/relationships/image" Target="../media/image278.png"/><Relationship Id="rId134" Type="http://schemas.openxmlformats.org/officeDocument/2006/relationships/customXml" Target="../ink/ink346.xml"/><Relationship Id="rId80" Type="http://schemas.openxmlformats.org/officeDocument/2006/relationships/customXml" Target="../ink/ink319.xml"/><Relationship Id="rId155" Type="http://schemas.openxmlformats.org/officeDocument/2006/relationships/image" Target="../media/image299.png"/><Relationship Id="rId176" Type="http://schemas.openxmlformats.org/officeDocument/2006/relationships/customXml" Target="../ink/ink367.xml"/><Relationship Id="rId17" Type="http://schemas.openxmlformats.org/officeDocument/2006/relationships/image" Target="../media/image230.png"/><Relationship Id="rId38" Type="http://schemas.openxmlformats.org/officeDocument/2006/relationships/customXml" Target="../ink/ink298.xml"/><Relationship Id="rId59" Type="http://schemas.openxmlformats.org/officeDocument/2006/relationships/image" Target="../media/image251.png"/><Relationship Id="rId103" Type="http://schemas.openxmlformats.org/officeDocument/2006/relationships/image" Target="../media/image273.png"/><Relationship Id="rId124" Type="http://schemas.openxmlformats.org/officeDocument/2006/relationships/customXml" Target="../ink/ink341.xml"/><Relationship Id="rId70" Type="http://schemas.openxmlformats.org/officeDocument/2006/relationships/customXml" Target="../ink/ink314.xml"/><Relationship Id="rId91" Type="http://schemas.openxmlformats.org/officeDocument/2006/relationships/image" Target="../media/image267.png"/><Relationship Id="rId145" Type="http://schemas.openxmlformats.org/officeDocument/2006/relationships/image" Target="../media/image294.png"/><Relationship Id="rId166" Type="http://schemas.openxmlformats.org/officeDocument/2006/relationships/customXml" Target="../ink/ink36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68.png"/><Relationship Id="rId299" Type="http://schemas.openxmlformats.org/officeDocument/2006/relationships/image" Target="../media/image459.png"/><Relationship Id="rId21" Type="http://schemas.openxmlformats.org/officeDocument/2006/relationships/image" Target="../media/image320.png"/><Relationship Id="rId63" Type="http://schemas.openxmlformats.org/officeDocument/2006/relationships/image" Target="../media/image341.png"/><Relationship Id="rId159" Type="http://schemas.openxmlformats.org/officeDocument/2006/relationships/image" Target="../media/image389.png"/><Relationship Id="rId170" Type="http://schemas.openxmlformats.org/officeDocument/2006/relationships/customXml" Target="../ink/ink452.xml"/><Relationship Id="rId226" Type="http://schemas.openxmlformats.org/officeDocument/2006/relationships/customXml" Target="../ink/ink480.xml"/><Relationship Id="rId268" Type="http://schemas.openxmlformats.org/officeDocument/2006/relationships/customXml" Target="../ink/ink501.xml"/><Relationship Id="rId32" Type="http://schemas.openxmlformats.org/officeDocument/2006/relationships/customXml" Target="../ink/ink383.xml"/><Relationship Id="rId74" Type="http://schemas.openxmlformats.org/officeDocument/2006/relationships/customXml" Target="../ink/ink404.xml"/><Relationship Id="rId128" Type="http://schemas.openxmlformats.org/officeDocument/2006/relationships/customXml" Target="../ink/ink431.xml"/><Relationship Id="rId5" Type="http://schemas.openxmlformats.org/officeDocument/2006/relationships/image" Target="../media/image312.png"/><Relationship Id="rId181" Type="http://schemas.openxmlformats.org/officeDocument/2006/relationships/image" Target="../media/image400.png"/><Relationship Id="rId237" Type="http://schemas.openxmlformats.org/officeDocument/2006/relationships/image" Target="../media/image428.png"/><Relationship Id="rId279" Type="http://schemas.openxmlformats.org/officeDocument/2006/relationships/image" Target="../media/image449.png"/><Relationship Id="rId43" Type="http://schemas.openxmlformats.org/officeDocument/2006/relationships/image" Target="../media/image331.png"/><Relationship Id="rId139" Type="http://schemas.openxmlformats.org/officeDocument/2006/relationships/image" Target="../media/image379.png"/><Relationship Id="rId290" Type="http://schemas.openxmlformats.org/officeDocument/2006/relationships/customXml" Target="../ink/ink512.xml"/><Relationship Id="rId304" Type="http://schemas.openxmlformats.org/officeDocument/2006/relationships/customXml" Target="../ink/ink519.xml"/><Relationship Id="rId85" Type="http://schemas.openxmlformats.org/officeDocument/2006/relationships/image" Target="../media/image352.png"/><Relationship Id="rId150" Type="http://schemas.openxmlformats.org/officeDocument/2006/relationships/customXml" Target="../ink/ink442.xml"/><Relationship Id="rId192" Type="http://schemas.openxmlformats.org/officeDocument/2006/relationships/customXml" Target="../ink/ink463.xml"/><Relationship Id="rId206" Type="http://schemas.openxmlformats.org/officeDocument/2006/relationships/customXml" Target="../ink/ink470.xml"/><Relationship Id="rId248" Type="http://schemas.openxmlformats.org/officeDocument/2006/relationships/customXml" Target="../ink/ink491.xml"/><Relationship Id="rId12" Type="http://schemas.openxmlformats.org/officeDocument/2006/relationships/customXml" Target="../ink/ink373.xml"/><Relationship Id="rId108" Type="http://schemas.openxmlformats.org/officeDocument/2006/relationships/customXml" Target="../ink/ink421.xml"/><Relationship Id="rId54" Type="http://schemas.openxmlformats.org/officeDocument/2006/relationships/customXml" Target="../ink/ink394.xml"/><Relationship Id="rId96" Type="http://schemas.openxmlformats.org/officeDocument/2006/relationships/customXml" Target="../ink/ink415.xml"/><Relationship Id="rId161" Type="http://schemas.openxmlformats.org/officeDocument/2006/relationships/image" Target="../media/image390.png"/><Relationship Id="rId217" Type="http://schemas.openxmlformats.org/officeDocument/2006/relationships/image" Target="../media/image418.png"/><Relationship Id="rId259" Type="http://schemas.openxmlformats.org/officeDocument/2006/relationships/image" Target="../media/image439.png"/><Relationship Id="rId23" Type="http://schemas.openxmlformats.org/officeDocument/2006/relationships/image" Target="../media/image321.png"/><Relationship Id="rId119" Type="http://schemas.openxmlformats.org/officeDocument/2006/relationships/image" Target="../media/image369.png"/><Relationship Id="rId270" Type="http://schemas.openxmlformats.org/officeDocument/2006/relationships/customXml" Target="../ink/ink502.xml"/><Relationship Id="rId44" Type="http://schemas.openxmlformats.org/officeDocument/2006/relationships/customXml" Target="../ink/ink389.xml"/><Relationship Id="rId65" Type="http://schemas.openxmlformats.org/officeDocument/2006/relationships/image" Target="../media/image342.png"/><Relationship Id="rId86" Type="http://schemas.openxmlformats.org/officeDocument/2006/relationships/customXml" Target="../ink/ink410.xml"/><Relationship Id="rId130" Type="http://schemas.openxmlformats.org/officeDocument/2006/relationships/customXml" Target="../ink/ink432.xml"/><Relationship Id="rId151" Type="http://schemas.openxmlformats.org/officeDocument/2006/relationships/image" Target="../media/image385.png"/><Relationship Id="rId172" Type="http://schemas.openxmlformats.org/officeDocument/2006/relationships/customXml" Target="../ink/ink453.xml"/><Relationship Id="rId193" Type="http://schemas.openxmlformats.org/officeDocument/2006/relationships/image" Target="../media/image406.png"/><Relationship Id="rId207" Type="http://schemas.openxmlformats.org/officeDocument/2006/relationships/image" Target="../media/image413.png"/><Relationship Id="rId228" Type="http://schemas.openxmlformats.org/officeDocument/2006/relationships/customXml" Target="../ink/ink481.xml"/><Relationship Id="rId249" Type="http://schemas.openxmlformats.org/officeDocument/2006/relationships/image" Target="../media/image434.png"/><Relationship Id="rId13" Type="http://schemas.openxmlformats.org/officeDocument/2006/relationships/image" Target="../media/image316.png"/><Relationship Id="rId109" Type="http://schemas.openxmlformats.org/officeDocument/2006/relationships/image" Target="../media/image364.png"/><Relationship Id="rId260" Type="http://schemas.openxmlformats.org/officeDocument/2006/relationships/customXml" Target="../ink/ink497.xml"/><Relationship Id="rId281" Type="http://schemas.openxmlformats.org/officeDocument/2006/relationships/image" Target="../media/image450.png"/><Relationship Id="rId34" Type="http://schemas.openxmlformats.org/officeDocument/2006/relationships/customXml" Target="../ink/ink384.xml"/><Relationship Id="rId55" Type="http://schemas.openxmlformats.org/officeDocument/2006/relationships/image" Target="../media/image337.png"/><Relationship Id="rId76" Type="http://schemas.openxmlformats.org/officeDocument/2006/relationships/customXml" Target="../ink/ink405.xml"/><Relationship Id="rId97" Type="http://schemas.openxmlformats.org/officeDocument/2006/relationships/image" Target="../media/image358.png"/><Relationship Id="rId120" Type="http://schemas.openxmlformats.org/officeDocument/2006/relationships/customXml" Target="../ink/ink427.xml"/><Relationship Id="rId141" Type="http://schemas.openxmlformats.org/officeDocument/2006/relationships/image" Target="../media/image380.png"/><Relationship Id="rId7" Type="http://schemas.openxmlformats.org/officeDocument/2006/relationships/image" Target="../media/image313.png"/><Relationship Id="rId162" Type="http://schemas.openxmlformats.org/officeDocument/2006/relationships/customXml" Target="../ink/ink448.xml"/><Relationship Id="rId183" Type="http://schemas.openxmlformats.org/officeDocument/2006/relationships/image" Target="../media/image401.png"/><Relationship Id="rId218" Type="http://schemas.openxmlformats.org/officeDocument/2006/relationships/customXml" Target="../ink/ink476.xml"/><Relationship Id="rId239" Type="http://schemas.openxmlformats.org/officeDocument/2006/relationships/image" Target="../media/image429.png"/><Relationship Id="rId250" Type="http://schemas.openxmlformats.org/officeDocument/2006/relationships/customXml" Target="../ink/ink492.xml"/><Relationship Id="rId271" Type="http://schemas.openxmlformats.org/officeDocument/2006/relationships/image" Target="../media/image445.png"/><Relationship Id="rId292" Type="http://schemas.openxmlformats.org/officeDocument/2006/relationships/customXml" Target="../ink/ink513.xml"/><Relationship Id="rId306" Type="http://schemas.openxmlformats.org/officeDocument/2006/relationships/customXml" Target="../ink/ink520.xml"/><Relationship Id="rId24" Type="http://schemas.openxmlformats.org/officeDocument/2006/relationships/customXml" Target="../ink/ink379.xml"/><Relationship Id="rId45" Type="http://schemas.openxmlformats.org/officeDocument/2006/relationships/image" Target="../media/image332.png"/><Relationship Id="rId66" Type="http://schemas.openxmlformats.org/officeDocument/2006/relationships/customXml" Target="../ink/ink400.xml"/><Relationship Id="rId87" Type="http://schemas.openxmlformats.org/officeDocument/2006/relationships/image" Target="../media/image353.png"/><Relationship Id="rId110" Type="http://schemas.openxmlformats.org/officeDocument/2006/relationships/customXml" Target="../ink/ink422.xml"/><Relationship Id="rId131" Type="http://schemas.openxmlformats.org/officeDocument/2006/relationships/image" Target="../media/image375.png"/><Relationship Id="rId152" Type="http://schemas.openxmlformats.org/officeDocument/2006/relationships/customXml" Target="../ink/ink443.xml"/><Relationship Id="rId173" Type="http://schemas.openxmlformats.org/officeDocument/2006/relationships/image" Target="../media/image396.png"/><Relationship Id="rId194" Type="http://schemas.openxmlformats.org/officeDocument/2006/relationships/customXml" Target="../ink/ink464.xml"/><Relationship Id="rId208" Type="http://schemas.openxmlformats.org/officeDocument/2006/relationships/customXml" Target="../ink/ink471.xml"/><Relationship Id="rId229" Type="http://schemas.openxmlformats.org/officeDocument/2006/relationships/image" Target="../media/image424.png"/><Relationship Id="rId240" Type="http://schemas.openxmlformats.org/officeDocument/2006/relationships/customXml" Target="../ink/ink487.xml"/><Relationship Id="rId261" Type="http://schemas.openxmlformats.org/officeDocument/2006/relationships/image" Target="../media/image440.png"/><Relationship Id="rId14" Type="http://schemas.openxmlformats.org/officeDocument/2006/relationships/customXml" Target="../ink/ink374.xml"/><Relationship Id="rId35" Type="http://schemas.openxmlformats.org/officeDocument/2006/relationships/image" Target="../media/image327.png"/><Relationship Id="rId56" Type="http://schemas.openxmlformats.org/officeDocument/2006/relationships/customXml" Target="../ink/ink395.xml"/><Relationship Id="rId77" Type="http://schemas.openxmlformats.org/officeDocument/2006/relationships/image" Target="../media/image348.png"/><Relationship Id="rId100" Type="http://schemas.openxmlformats.org/officeDocument/2006/relationships/customXml" Target="../ink/ink417.xml"/><Relationship Id="rId282" Type="http://schemas.openxmlformats.org/officeDocument/2006/relationships/customXml" Target="../ink/ink508.xml"/><Relationship Id="rId8" Type="http://schemas.openxmlformats.org/officeDocument/2006/relationships/customXml" Target="../ink/ink371.xml"/><Relationship Id="rId98" Type="http://schemas.openxmlformats.org/officeDocument/2006/relationships/customXml" Target="../ink/ink416.xml"/><Relationship Id="rId121" Type="http://schemas.openxmlformats.org/officeDocument/2006/relationships/image" Target="../media/image370.png"/><Relationship Id="rId142" Type="http://schemas.openxmlformats.org/officeDocument/2006/relationships/customXml" Target="../ink/ink438.xml"/><Relationship Id="rId163" Type="http://schemas.openxmlformats.org/officeDocument/2006/relationships/image" Target="../media/image391.png"/><Relationship Id="rId184" Type="http://schemas.openxmlformats.org/officeDocument/2006/relationships/customXml" Target="../ink/ink459.xml"/><Relationship Id="rId219" Type="http://schemas.openxmlformats.org/officeDocument/2006/relationships/image" Target="../media/image419.png"/><Relationship Id="rId230" Type="http://schemas.openxmlformats.org/officeDocument/2006/relationships/customXml" Target="../ink/ink482.xml"/><Relationship Id="rId251" Type="http://schemas.openxmlformats.org/officeDocument/2006/relationships/image" Target="../media/image435.png"/><Relationship Id="rId25" Type="http://schemas.openxmlformats.org/officeDocument/2006/relationships/image" Target="../media/image322.png"/><Relationship Id="rId46" Type="http://schemas.openxmlformats.org/officeDocument/2006/relationships/customXml" Target="../ink/ink390.xml"/><Relationship Id="rId67" Type="http://schemas.openxmlformats.org/officeDocument/2006/relationships/image" Target="../media/image343.png"/><Relationship Id="rId272" Type="http://schemas.openxmlformats.org/officeDocument/2006/relationships/customXml" Target="../ink/ink503.xml"/><Relationship Id="rId293" Type="http://schemas.openxmlformats.org/officeDocument/2006/relationships/image" Target="../media/image456.png"/><Relationship Id="rId307" Type="http://schemas.openxmlformats.org/officeDocument/2006/relationships/image" Target="../media/image463.png"/><Relationship Id="rId88" Type="http://schemas.openxmlformats.org/officeDocument/2006/relationships/customXml" Target="../ink/ink411.xml"/><Relationship Id="rId111" Type="http://schemas.openxmlformats.org/officeDocument/2006/relationships/image" Target="../media/image365.png"/><Relationship Id="rId132" Type="http://schemas.openxmlformats.org/officeDocument/2006/relationships/customXml" Target="../ink/ink433.xml"/><Relationship Id="rId153" Type="http://schemas.openxmlformats.org/officeDocument/2006/relationships/image" Target="../media/image386.png"/><Relationship Id="rId174" Type="http://schemas.openxmlformats.org/officeDocument/2006/relationships/customXml" Target="../ink/ink454.xml"/><Relationship Id="rId195" Type="http://schemas.openxmlformats.org/officeDocument/2006/relationships/image" Target="../media/image407.png"/><Relationship Id="rId209" Type="http://schemas.openxmlformats.org/officeDocument/2006/relationships/image" Target="../media/image414.png"/><Relationship Id="rId220" Type="http://schemas.openxmlformats.org/officeDocument/2006/relationships/customXml" Target="../ink/ink477.xml"/><Relationship Id="rId241" Type="http://schemas.openxmlformats.org/officeDocument/2006/relationships/image" Target="../media/image430.png"/><Relationship Id="rId15" Type="http://schemas.openxmlformats.org/officeDocument/2006/relationships/image" Target="../media/image317.png"/><Relationship Id="rId36" Type="http://schemas.openxmlformats.org/officeDocument/2006/relationships/customXml" Target="../ink/ink385.xml"/><Relationship Id="rId57" Type="http://schemas.openxmlformats.org/officeDocument/2006/relationships/image" Target="../media/image338.png"/><Relationship Id="rId262" Type="http://schemas.openxmlformats.org/officeDocument/2006/relationships/customXml" Target="../ink/ink498.xml"/><Relationship Id="rId283" Type="http://schemas.openxmlformats.org/officeDocument/2006/relationships/image" Target="../media/image451.png"/><Relationship Id="rId78" Type="http://schemas.openxmlformats.org/officeDocument/2006/relationships/customXml" Target="../ink/ink406.xml"/><Relationship Id="rId99" Type="http://schemas.openxmlformats.org/officeDocument/2006/relationships/image" Target="../media/image359.png"/><Relationship Id="rId101" Type="http://schemas.openxmlformats.org/officeDocument/2006/relationships/image" Target="../media/image360.png"/><Relationship Id="rId122" Type="http://schemas.openxmlformats.org/officeDocument/2006/relationships/customXml" Target="../ink/ink428.xml"/><Relationship Id="rId143" Type="http://schemas.openxmlformats.org/officeDocument/2006/relationships/image" Target="../media/image381.png"/><Relationship Id="rId164" Type="http://schemas.openxmlformats.org/officeDocument/2006/relationships/customXml" Target="../ink/ink449.xml"/><Relationship Id="rId185" Type="http://schemas.openxmlformats.org/officeDocument/2006/relationships/image" Target="../media/image402.png"/><Relationship Id="rId9" Type="http://schemas.openxmlformats.org/officeDocument/2006/relationships/image" Target="../media/image314.png"/><Relationship Id="rId210" Type="http://schemas.openxmlformats.org/officeDocument/2006/relationships/customXml" Target="../ink/ink472.xml"/><Relationship Id="rId26" Type="http://schemas.openxmlformats.org/officeDocument/2006/relationships/customXml" Target="../ink/ink380.xml"/><Relationship Id="rId231" Type="http://schemas.openxmlformats.org/officeDocument/2006/relationships/image" Target="../media/image425.png"/><Relationship Id="rId252" Type="http://schemas.openxmlformats.org/officeDocument/2006/relationships/customXml" Target="../ink/ink493.xml"/><Relationship Id="rId273" Type="http://schemas.openxmlformats.org/officeDocument/2006/relationships/image" Target="../media/image446.png"/><Relationship Id="rId294" Type="http://schemas.openxmlformats.org/officeDocument/2006/relationships/customXml" Target="../ink/ink514.xml"/><Relationship Id="rId308" Type="http://schemas.openxmlformats.org/officeDocument/2006/relationships/customXml" Target="../ink/ink521.xml"/><Relationship Id="rId47" Type="http://schemas.openxmlformats.org/officeDocument/2006/relationships/image" Target="../media/image333.png"/><Relationship Id="rId68" Type="http://schemas.openxmlformats.org/officeDocument/2006/relationships/customXml" Target="../ink/ink401.xml"/><Relationship Id="rId89" Type="http://schemas.openxmlformats.org/officeDocument/2006/relationships/image" Target="../media/image354.png"/><Relationship Id="rId112" Type="http://schemas.openxmlformats.org/officeDocument/2006/relationships/customXml" Target="../ink/ink423.xml"/><Relationship Id="rId133" Type="http://schemas.openxmlformats.org/officeDocument/2006/relationships/image" Target="../media/image376.png"/><Relationship Id="rId154" Type="http://schemas.openxmlformats.org/officeDocument/2006/relationships/customXml" Target="../ink/ink444.xml"/><Relationship Id="rId175" Type="http://schemas.openxmlformats.org/officeDocument/2006/relationships/image" Target="../media/image397.png"/><Relationship Id="rId196" Type="http://schemas.openxmlformats.org/officeDocument/2006/relationships/customXml" Target="../ink/ink465.xml"/><Relationship Id="rId200" Type="http://schemas.openxmlformats.org/officeDocument/2006/relationships/customXml" Target="../ink/ink467.xml"/><Relationship Id="rId16" Type="http://schemas.openxmlformats.org/officeDocument/2006/relationships/customXml" Target="../ink/ink375.xml"/><Relationship Id="rId221" Type="http://schemas.openxmlformats.org/officeDocument/2006/relationships/image" Target="../media/image420.png"/><Relationship Id="rId242" Type="http://schemas.openxmlformats.org/officeDocument/2006/relationships/customXml" Target="../ink/ink488.xml"/><Relationship Id="rId263" Type="http://schemas.openxmlformats.org/officeDocument/2006/relationships/image" Target="../media/image441.png"/><Relationship Id="rId284" Type="http://schemas.openxmlformats.org/officeDocument/2006/relationships/customXml" Target="../ink/ink509.xml"/><Relationship Id="rId37" Type="http://schemas.openxmlformats.org/officeDocument/2006/relationships/image" Target="../media/image328.png"/><Relationship Id="rId58" Type="http://schemas.openxmlformats.org/officeDocument/2006/relationships/customXml" Target="../ink/ink396.xml"/><Relationship Id="rId79" Type="http://schemas.openxmlformats.org/officeDocument/2006/relationships/image" Target="../media/image349.png"/><Relationship Id="rId102" Type="http://schemas.openxmlformats.org/officeDocument/2006/relationships/customXml" Target="../ink/ink418.xml"/><Relationship Id="rId123" Type="http://schemas.openxmlformats.org/officeDocument/2006/relationships/image" Target="../media/image371.png"/><Relationship Id="rId144" Type="http://schemas.openxmlformats.org/officeDocument/2006/relationships/customXml" Target="../ink/ink439.xml"/><Relationship Id="rId90" Type="http://schemas.openxmlformats.org/officeDocument/2006/relationships/customXml" Target="../ink/ink412.xml"/><Relationship Id="rId165" Type="http://schemas.openxmlformats.org/officeDocument/2006/relationships/image" Target="../media/image392.png"/><Relationship Id="rId186" Type="http://schemas.openxmlformats.org/officeDocument/2006/relationships/customXml" Target="../ink/ink460.xml"/><Relationship Id="rId211" Type="http://schemas.openxmlformats.org/officeDocument/2006/relationships/image" Target="../media/image415.png"/><Relationship Id="rId232" Type="http://schemas.openxmlformats.org/officeDocument/2006/relationships/customXml" Target="../ink/ink483.xml"/><Relationship Id="rId253" Type="http://schemas.openxmlformats.org/officeDocument/2006/relationships/image" Target="../media/image436.png"/><Relationship Id="rId274" Type="http://schemas.openxmlformats.org/officeDocument/2006/relationships/customXml" Target="../ink/ink504.xml"/><Relationship Id="rId295" Type="http://schemas.openxmlformats.org/officeDocument/2006/relationships/image" Target="../media/image457.png"/><Relationship Id="rId309" Type="http://schemas.openxmlformats.org/officeDocument/2006/relationships/image" Target="../media/image464.png"/><Relationship Id="rId27" Type="http://schemas.openxmlformats.org/officeDocument/2006/relationships/image" Target="../media/image323.png"/><Relationship Id="rId48" Type="http://schemas.openxmlformats.org/officeDocument/2006/relationships/customXml" Target="../ink/ink391.xml"/><Relationship Id="rId69" Type="http://schemas.openxmlformats.org/officeDocument/2006/relationships/image" Target="../media/image344.png"/><Relationship Id="rId113" Type="http://schemas.openxmlformats.org/officeDocument/2006/relationships/image" Target="../media/image366.png"/><Relationship Id="rId134" Type="http://schemas.openxmlformats.org/officeDocument/2006/relationships/customXml" Target="../ink/ink434.xml"/><Relationship Id="rId80" Type="http://schemas.openxmlformats.org/officeDocument/2006/relationships/customXml" Target="../ink/ink407.xml"/><Relationship Id="rId155" Type="http://schemas.openxmlformats.org/officeDocument/2006/relationships/image" Target="../media/image387.png"/><Relationship Id="rId176" Type="http://schemas.openxmlformats.org/officeDocument/2006/relationships/customXml" Target="../ink/ink455.xml"/><Relationship Id="rId197" Type="http://schemas.openxmlformats.org/officeDocument/2006/relationships/image" Target="../media/image408.png"/><Relationship Id="rId201" Type="http://schemas.openxmlformats.org/officeDocument/2006/relationships/image" Target="../media/image410.png"/><Relationship Id="rId222" Type="http://schemas.openxmlformats.org/officeDocument/2006/relationships/customXml" Target="../ink/ink478.xml"/><Relationship Id="rId243" Type="http://schemas.openxmlformats.org/officeDocument/2006/relationships/image" Target="../media/image431.png"/><Relationship Id="rId264" Type="http://schemas.openxmlformats.org/officeDocument/2006/relationships/customXml" Target="../ink/ink499.xml"/><Relationship Id="rId285" Type="http://schemas.openxmlformats.org/officeDocument/2006/relationships/image" Target="../media/image452.png"/><Relationship Id="rId17" Type="http://schemas.openxmlformats.org/officeDocument/2006/relationships/image" Target="../media/image318.png"/><Relationship Id="rId38" Type="http://schemas.openxmlformats.org/officeDocument/2006/relationships/customXml" Target="../ink/ink386.xml"/><Relationship Id="rId59" Type="http://schemas.openxmlformats.org/officeDocument/2006/relationships/image" Target="../media/image339.png"/><Relationship Id="rId103" Type="http://schemas.openxmlformats.org/officeDocument/2006/relationships/image" Target="../media/image361.png"/><Relationship Id="rId124" Type="http://schemas.openxmlformats.org/officeDocument/2006/relationships/customXml" Target="../ink/ink429.xml"/><Relationship Id="rId310" Type="http://schemas.openxmlformats.org/officeDocument/2006/relationships/customXml" Target="../ink/ink522.xml"/><Relationship Id="rId70" Type="http://schemas.openxmlformats.org/officeDocument/2006/relationships/customXml" Target="../ink/ink402.xml"/><Relationship Id="rId91" Type="http://schemas.openxmlformats.org/officeDocument/2006/relationships/image" Target="../media/image355.png"/><Relationship Id="rId145" Type="http://schemas.openxmlformats.org/officeDocument/2006/relationships/image" Target="../media/image382.png"/><Relationship Id="rId166" Type="http://schemas.openxmlformats.org/officeDocument/2006/relationships/customXml" Target="../ink/ink450.xml"/><Relationship Id="rId187" Type="http://schemas.openxmlformats.org/officeDocument/2006/relationships/image" Target="../media/image403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473.xml"/><Relationship Id="rId233" Type="http://schemas.openxmlformats.org/officeDocument/2006/relationships/image" Target="../media/image426.png"/><Relationship Id="rId254" Type="http://schemas.openxmlformats.org/officeDocument/2006/relationships/customXml" Target="../ink/ink494.xml"/><Relationship Id="rId28" Type="http://schemas.openxmlformats.org/officeDocument/2006/relationships/customXml" Target="../ink/ink381.xml"/><Relationship Id="rId49" Type="http://schemas.openxmlformats.org/officeDocument/2006/relationships/image" Target="../media/image334.png"/><Relationship Id="rId114" Type="http://schemas.openxmlformats.org/officeDocument/2006/relationships/customXml" Target="../ink/ink424.xml"/><Relationship Id="rId275" Type="http://schemas.openxmlformats.org/officeDocument/2006/relationships/image" Target="../media/image447.png"/><Relationship Id="rId296" Type="http://schemas.openxmlformats.org/officeDocument/2006/relationships/customXml" Target="../ink/ink515.xml"/><Relationship Id="rId300" Type="http://schemas.openxmlformats.org/officeDocument/2006/relationships/customXml" Target="../ink/ink517.xml"/><Relationship Id="rId60" Type="http://schemas.openxmlformats.org/officeDocument/2006/relationships/customXml" Target="../ink/ink397.xml"/><Relationship Id="rId81" Type="http://schemas.openxmlformats.org/officeDocument/2006/relationships/image" Target="../media/image350.png"/><Relationship Id="rId135" Type="http://schemas.openxmlformats.org/officeDocument/2006/relationships/image" Target="../media/image377.png"/><Relationship Id="rId156" Type="http://schemas.openxmlformats.org/officeDocument/2006/relationships/customXml" Target="../ink/ink445.xml"/><Relationship Id="rId177" Type="http://schemas.openxmlformats.org/officeDocument/2006/relationships/image" Target="../media/image398.png"/><Relationship Id="rId198" Type="http://schemas.openxmlformats.org/officeDocument/2006/relationships/customXml" Target="../ink/ink466.xml"/><Relationship Id="rId202" Type="http://schemas.openxmlformats.org/officeDocument/2006/relationships/customXml" Target="../ink/ink468.xml"/><Relationship Id="rId223" Type="http://schemas.openxmlformats.org/officeDocument/2006/relationships/image" Target="../media/image421.png"/><Relationship Id="rId244" Type="http://schemas.openxmlformats.org/officeDocument/2006/relationships/customXml" Target="../ink/ink489.xml"/><Relationship Id="rId18" Type="http://schemas.openxmlformats.org/officeDocument/2006/relationships/customXml" Target="../ink/ink376.xml"/><Relationship Id="rId39" Type="http://schemas.openxmlformats.org/officeDocument/2006/relationships/image" Target="../media/image329.png"/><Relationship Id="rId265" Type="http://schemas.openxmlformats.org/officeDocument/2006/relationships/image" Target="../media/image442.png"/><Relationship Id="rId286" Type="http://schemas.openxmlformats.org/officeDocument/2006/relationships/customXml" Target="../ink/ink510.xml"/><Relationship Id="rId50" Type="http://schemas.openxmlformats.org/officeDocument/2006/relationships/customXml" Target="../ink/ink392.xml"/><Relationship Id="rId104" Type="http://schemas.openxmlformats.org/officeDocument/2006/relationships/customXml" Target="../ink/ink419.xml"/><Relationship Id="rId125" Type="http://schemas.openxmlformats.org/officeDocument/2006/relationships/image" Target="../media/image372.png"/><Relationship Id="rId146" Type="http://schemas.openxmlformats.org/officeDocument/2006/relationships/customXml" Target="../ink/ink440.xml"/><Relationship Id="rId167" Type="http://schemas.openxmlformats.org/officeDocument/2006/relationships/image" Target="../media/image393.png"/><Relationship Id="rId188" Type="http://schemas.openxmlformats.org/officeDocument/2006/relationships/customXml" Target="../ink/ink461.xml"/><Relationship Id="rId311" Type="http://schemas.openxmlformats.org/officeDocument/2006/relationships/image" Target="../media/image465.png"/><Relationship Id="rId71" Type="http://schemas.openxmlformats.org/officeDocument/2006/relationships/image" Target="../media/image345.png"/><Relationship Id="rId92" Type="http://schemas.openxmlformats.org/officeDocument/2006/relationships/customXml" Target="../ink/ink413.xml"/><Relationship Id="rId213" Type="http://schemas.openxmlformats.org/officeDocument/2006/relationships/image" Target="../media/image416.png"/><Relationship Id="rId234" Type="http://schemas.openxmlformats.org/officeDocument/2006/relationships/customXml" Target="../ink/ink484.xml"/><Relationship Id="rId2" Type="http://schemas.openxmlformats.org/officeDocument/2006/relationships/customXml" Target="../ink/ink368.xml"/><Relationship Id="rId29" Type="http://schemas.openxmlformats.org/officeDocument/2006/relationships/image" Target="../media/image324.png"/><Relationship Id="rId255" Type="http://schemas.openxmlformats.org/officeDocument/2006/relationships/image" Target="../media/image437.png"/><Relationship Id="rId276" Type="http://schemas.openxmlformats.org/officeDocument/2006/relationships/customXml" Target="../ink/ink505.xml"/><Relationship Id="rId297" Type="http://schemas.openxmlformats.org/officeDocument/2006/relationships/image" Target="../media/image458.png"/><Relationship Id="rId40" Type="http://schemas.openxmlformats.org/officeDocument/2006/relationships/customXml" Target="../ink/ink387.xml"/><Relationship Id="rId115" Type="http://schemas.openxmlformats.org/officeDocument/2006/relationships/image" Target="../media/image367.png"/><Relationship Id="rId136" Type="http://schemas.openxmlformats.org/officeDocument/2006/relationships/customXml" Target="../ink/ink435.xml"/><Relationship Id="rId157" Type="http://schemas.openxmlformats.org/officeDocument/2006/relationships/image" Target="../media/image388.png"/><Relationship Id="rId178" Type="http://schemas.openxmlformats.org/officeDocument/2006/relationships/customXml" Target="../ink/ink456.xml"/><Relationship Id="rId301" Type="http://schemas.openxmlformats.org/officeDocument/2006/relationships/image" Target="../media/image460.png"/><Relationship Id="rId61" Type="http://schemas.openxmlformats.org/officeDocument/2006/relationships/image" Target="../media/image340.png"/><Relationship Id="rId82" Type="http://schemas.openxmlformats.org/officeDocument/2006/relationships/customXml" Target="../ink/ink408.xml"/><Relationship Id="rId199" Type="http://schemas.openxmlformats.org/officeDocument/2006/relationships/image" Target="../media/image409.png"/><Relationship Id="rId203" Type="http://schemas.openxmlformats.org/officeDocument/2006/relationships/image" Target="../media/image411.png"/><Relationship Id="rId19" Type="http://schemas.openxmlformats.org/officeDocument/2006/relationships/image" Target="../media/image319.png"/><Relationship Id="rId224" Type="http://schemas.openxmlformats.org/officeDocument/2006/relationships/customXml" Target="../ink/ink479.xml"/><Relationship Id="rId245" Type="http://schemas.openxmlformats.org/officeDocument/2006/relationships/image" Target="../media/image432.png"/><Relationship Id="rId266" Type="http://schemas.openxmlformats.org/officeDocument/2006/relationships/customXml" Target="../ink/ink500.xml"/><Relationship Id="rId287" Type="http://schemas.openxmlformats.org/officeDocument/2006/relationships/image" Target="../media/image453.png"/><Relationship Id="rId30" Type="http://schemas.openxmlformats.org/officeDocument/2006/relationships/customXml" Target="../ink/ink382.xml"/><Relationship Id="rId105" Type="http://schemas.openxmlformats.org/officeDocument/2006/relationships/image" Target="../media/image362.png"/><Relationship Id="rId126" Type="http://schemas.openxmlformats.org/officeDocument/2006/relationships/customXml" Target="../ink/ink430.xml"/><Relationship Id="rId147" Type="http://schemas.openxmlformats.org/officeDocument/2006/relationships/image" Target="../media/image383.png"/><Relationship Id="rId168" Type="http://schemas.openxmlformats.org/officeDocument/2006/relationships/customXml" Target="../ink/ink451.xml"/><Relationship Id="rId51" Type="http://schemas.openxmlformats.org/officeDocument/2006/relationships/image" Target="../media/image335.png"/><Relationship Id="rId72" Type="http://schemas.openxmlformats.org/officeDocument/2006/relationships/customXml" Target="../ink/ink403.xml"/><Relationship Id="rId93" Type="http://schemas.openxmlformats.org/officeDocument/2006/relationships/image" Target="../media/image356.png"/><Relationship Id="rId189" Type="http://schemas.openxmlformats.org/officeDocument/2006/relationships/image" Target="../media/image404.png"/><Relationship Id="rId3" Type="http://schemas.openxmlformats.org/officeDocument/2006/relationships/image" Target="../media/image311.png"/><Relationship Id="rId214" Type="http://schemas.openxmlformats.org/officeDocument/2006/relationships/customXml" Target="../ink/ink474.xml"/><Relationship Id="rId235" Type="http://schemas.openxmlformats.org/officeDocument/2006/relationships/image" Target="../media/image427.png"/><Relationship Id="rId256" Type="http://schemas.openxmlformats.org/officeDocument/2006/relationships/customXml" Target="../ink/ink495.xml"/><Relationship Id="rId277" Type="http://schemas.openxmlformats.org/officeDocument/2006/relationships/image" Target="../media/image448.png"/><Relationship Id="rId298" Type="http://schemas.openxmlformats.org/officeDocument/2006/relationships/customXml" Target="../ink/ink516.xml"/><Relationship Id="rId116" Type="http://schemas.openxmlformats.org/officeDocument/2006/relationships/customXml" Target="../ink/ink425.xml"/><Relationship Id="rId137" Type="http://schemas.openxmlformats.org/officeDocument/2006/relationships/image" Target="../media/image378.png"/><Relationship Id="rId158" Type="http://schemas.openxmlformats.org/officeDocument/2006/relationships/customXml" Target="../ink/ink446.xml"/><Relationship Id="rId302" Type="http://schemas.openxmlformats.org/officeDocument/2006/relationships/customXml" Target="../ink/ink518.xml"/><Relationship Id="rId20" Type="http://schemas.openxmlformats.org/officeDocument/2006/relationships/customXml" Target="../ink/ink377.xml"/><Relationship Id="rId41" Type="http://schemas.openxmlformats.org/officeDocument/2006/relationships/image" Target="../media/image330.png"/><Relationship Id="rId62" Type="http://schemas.openxmlformats.org/officeDocument/2006/relationships/customXml" Target="../ink/ink398.xml"/><Relationship Id="rId83" Type="http://schemas.openxmlformats.org/officeDocument/2006/relationships/image" Target="../media/image351.png"/><Relationship Id="rId179" Type="http://schemas.openxmlformats.org/officeDocument/2006/relationships/image" Target="../media/image399.png"/><Relationship Id="rId190" Type="http://schemas.openxmlformats.org/officeDocument/2006/relationships/customXml" Target="../ink/ink462.xml"/><Relationship Id="rId204" Type="http://schemas.openxmlformats.org/officeDocument/2006/relationships/customXml" Target="../ink/ink469.xml"/><Relationship Id="rId225" Type="http://schemas.openxmlformats.org/officeDocument/2006/relationships/image" Target="../media/image422.png"/><Relationship Id="rId246" Type="http://schemas.openxmlformats.org/officeDocument/2006/relationships/customXml" Target="../ink/ink490.xml"/><Relationship Id="rId267" Type="http://schemas.openxmlformats.org/officeDocument/2006/relationships/image" Target="../media/image443.png"/><Relationship Id="rId288" Type="http://schemas.openxmlformats.org/officeDocument/2006/relationships/customXml" Target="../ink/ink511.xml"/><Relationship Id="rId106" Type="http://schemas.openxmlformats.org/officeDocument/2006/relationships/customXml" Target="../ink/ink420.xml"/><Relationship Id="rId127" Type="http://schemas.openxmlformats.org/officeDocument/2006/relationships/image" Target="../media/image373.png"/><Relationship Id="rId10" Type="http://schemas.openxmlformats.org/officeDocument/2006/relationships/customXml" Target="../ink/ink372.xml"/><Relationship Id="rId31" Type="http://schemas.openxmlformats.org/officeDocument/2006/relationships/image" Target="../media/image325.png"/><Relationship Id="rId52" Type="http://schemas.openxmlformats.org/officeDocument/2006/relationships/customXml" Target="../ink/ink393.xml"/><Relationship Id="rId73" Type="http://schemas.openxmlformats.org/officeDocument/2006/relationships/image" Target="../media/image346.png"/><Relationship Id="rId94" Type="http://schemas.openxmlformats.org/officeDocument/2006/relationships/customXml" Target="../ink/ink414.xml"/><Relationship Id="rId148" Type="http://schemas.openxmlformats.org/officeDocument/2006/relationships/customXml" Target="../ink/ink441.xml"/><Relationship Id="rId169" Type="http://schemas.openxmlformats.org/officeDocument/2006/relationships/image" Target="../media/image394.png"/><Relationship Id="rId4" Type="http://schemas.openxmlformats.org/officeDocument/2006/relationships/customXml" Target="../ink/ink369.xml"/><Relationship Id="rId180" Type="http://schemas.openxmlformats.org/officeDocument/2006/relationships/customXml" Target="../ink/ink457.xml"/><Relationship Id="rId215" Type="http://schemas.openxmlformats.org/officeDocument/2006/relationships/image" Target="../media/image417.png"/><Relationship Id="rId236" Type="http://schemas.openxmlformats.org/officeDocument/2006/relationships/customXml" Target="../ink/ink485.xml"/><Relationship Id="rId257" Type="http://schemas.openxmlformats.org/officeDocument/2006/relationships/image" Target="../media/image438.png"/><Relationship Id="rId278" Type="http://schemas.openxmlformats.org/officeDocument/2006/relationships/customXml" Target="../ink/ink506.xml"/><Relationship Id="rId303" Type="http://schemas.openxmlformats.org/officeDocument/2006/relationships/image" Target="../media/image461.png"/><Relationship Id="rId42" Type="http://schemas.openxmlformats.org/officeDocument/2006/relationships/customXml" Target="../ink/ink388.xml"/><Relationship Id="rId84" Type="http://schemas.openxmlformats.org/officeDocument/2006/relationships/customXml" Target="../ink/ink409.xml"/><Relationship Id="rId138" Type="http://schemas.openxmlformats.org/officeDocument/2006/relationships/customXml" Target="../ink/ink436.xml"/><Relationship Id="rId191" Type="http://schemas.openxmlformats.org/officeDocument/2006/relationships/image" Target="../media/image405.png"/><Relationship Id="rId205" Type="http://schemas.openxmlformats.org/officeDocument/2006/relationships/image" Target="../media/image412.png"/><Relationship Id="rId247" Type="http://schemas.openxmlformats.org/officeDocument/2006/relationships/image" Target="../media/image433.png"/><Relationship Id="rId107" Type="http://schemas.openxmlformats.org/officeDocument/2006/relationships/image" Target="../media/image363.png"/><Relationship Id="rId289" Type="http://schemas.openxmlformats.org/officeDocument/2006/relationships/image" Target="../media/image454.png"/><Relationship Id="rId11" Type="http://schemas.openxmlformats.org/officeDocument/2006/relationships/image" Target="../media/image315.png"/><Relationship Id="rId53" Type="http://schemas.openxmlformats.org/officeDocument/2006/relationships/image" Target="../media/image336.png"/><Relationship Id="rId149" Type="http://schemas.openxmlformats.org/officeDocument/2006/relationships/image" Target="../media/image384.png"/><Relationship Id="rId95" Type="http://schemas.openxmlformats.org/officeDocument/2006/relationships/image" Target="../media/image357.png"/><Relationship Id="rId160" Type="http://schemas.openxmlformats.org/officeDocument/2006/relationships/customXml" Target="../ink/ink447.xml"/><Relationship Id="rId216" Type="http://schemas.openxmlformats.org/officeDocument/2006/relationships/customXml" Target="../ink/ink475.xml"/><Relationship Id="rId258" Type="http://schemas.openxmlformats.org/officeDocument/2006/relationships/customXml" Target="../ink/ink496.xml"/><Relationship Id="rId22" Type="http://schemas.openxmlformats.org/officeDocument/2006/relationships/customXml" Target="../ink/ink378.xml"/><Relationship Id="rId64" Type="http://schemas.openxmlformats.org/officeDocument/2006/relationships/customXml" Target="../ink/ink399.xml"/><Relationship Id="rId118" Type="http://schemas.openxmlformats.org/officeDocument/2006/relationships/customXml" Target="../ink/ink426.xml"/><Relationship Id="rId171" Type="http://schemas.openxmlformats.org/officeDocument/2006/relationships/image" Target="../media/image395.png"/><Relationship Id="rId227" Type="http://schemas.openxmlformats.org/officeDocument/2006/relationships/image" Target="../media/image423.png"/><Relationship Id="rId269" Type="http://schemas.openxmlformats.org/officeDocument/2006/relationships/image" Target="../media/image444.png"/><Relationship Id="rId33" Type="http://schemas.openxmlformats.org/officeDocument/2006/relationships/image" Target="../media/image326.png"/><Relationship Id="rId129" Type="http://schemas.openxmlformats.org/officeDocument/2006/relationships/image" Target="../media/image374.png"/><Relationship Id="rId280" Type="http://schemas.openxmlformats.org/officeDocument/2006/relationships/customXml" Target="../ink/ink507.xml"/><Relationship Id="rId75" Type="http://schemas.openxmlformats.org/officeDocument/2006/relationships/image" Target="../media/image347.png"/><Relationship Id="rId140" Type="http://schemas.openxmlformats.org/officeDocument/2006/relationships/customXml" Target="../ink/ink437.xml"/><Relationship Id="rId182" Type="http://schemas.openxmlformats.org/officeDocument/2006/relationships/customXml" Target="../ink/ink458.xml"/><Relationship Id="rId6" Type="http://schemas.openxmlformats.org/officeDocument/2006/relationships/customXml" Target="../ink/ink370.xml"/><Relationship Id="rId238" Type="http://schemas.openxmlformats.org/officeDocument/2006/relationships/customXml" Target="../ink/ink486.xml"/><Relationship Id="rId291" Type="http://schemas.openxmlformats.org/officeDocument/2006/relationships/image" Target="../media/image455.png"/><Relationship Id="rId305" Type="http://schemas.openxmlformats.org/officeDocument/2006/relationships/image" Target="../media/image462.png"/></Relationships>
</file>

<file path=ppt/slides/_rels/slide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200.png"/><Relationship Id="rId299" Type="http://schemas.openxmlformats.org/officeDocument/2006/relationships/image" Target="../media/image4111.png"/><Relationship Id="rId21" Type="http://schemas.openxmlformats.org/officeDocument/2006/relationships/image" Target="../media/image2720.png"/><Relationship Id="rId63" Type="http://schemas.openxmlformats.org/officeDocument/2006/relationships/image" Target="../media/image2930.png"/><Relationship Id="rId159" Type="http://schemas.openxmlformats.org/officeDocument/2006/relationships/image" Target="../media/image3411.png"/><Relationship Id="rId324" Type="http://schemas.openxmlformats.org/officeDocument/2006/relationships/customXml" Target="../ink/ink684.xml"/><Relationship Id="rId366" Type="http://schemas.openxmlformats.org/officeDocument/2006/relationships/customXml" Target="../ink/ink705.xml"/><Relationship Id="rId170" Type="http://schemas.openxmlformats.org/officeDocument/2006/relationships/customXml" Target="../ink/ink607.xml"/><Relationship Id="rId226" Type="http://schemas.openxmlformats.org/officeDocument/2006/relationships/customXml" Target="../ink/ink635.xml"/><Relationship Id="rId433" Type="http://schemas.openxmlformats.org/officeDocument/2006/relationships/image" Target="../media/image478.png"/><Relationship Id="rId268" Type="http://schemas.openxmlformats.org/officeDocument/2006/relationships/customXml" Target="../ink/ink656.xml"/><Relationship Id="rId32" Type="http://schemas.openxmlformats.org/officeDocument/2006/relationships/customXml" Target="../ink/ink538.xml"/><Relationship Id="rId74" Type="http://schemas.openxmlformats.org/officeDocument/2006/relationships/customXml" Target="../ink/ink559.xml"/><Relationship Id="rId128" Type="http://schemas.openxmlformats.org/officeDocument/2006/relationships/customXml" Target="../ink/ink586.xml"/><Relationship Id="rId335" Type="http://schemas.openxmlformats.org/officeDocument/2006/relationships/image" Target="../media/image4290.png"/><Relationship Id="rId377" Type="http://schemas.openxmlformats.org/officeDocument/2006/relationships/image" Target="../media/image4500.png"/><Relationship Id="rId5" Type="http://schemas.openxmlformats.org/officeDocument/2006/relationships/image" Target="../media/image2640.png"/><Relationship Id="rId181" Type="http://schemas.openxmlformats.org/officeDocument/2006/relationships/image" Target="../media/image3520.png"/><Relationship Id="rId237" Type="http://schemas.openxmlformats.org/officeDocument/2006/relationships/image" Target="../media/image3800.png"/><Relationship Id="rId402" Type="http://schemas.openxmlformats.org/officeDocument/2006/relationships/customXml" Target="../ink/ink723.xml"/><Relationship Id="rId279" Type="http://schemas.openxmlformats.org/officeDocument/2006/relationships/image" Target="../media/image4011.png"/><Relationship Id="rId444" Type="http://schemas.openxmlformats.org/officeDocument/2006/relationships/customXml" Target="../ink/ink744.xml"/><Relationship Id="rId43" Type="http://schemas.openxmlformats.org/officeDocument/2006/relationships/image" Target="../media/image2830.png"/><Relationship Id="rId139" Type="http://schemas.openxmlformats.org/officeDocument/2006/relationships/image" Target="../media/image3311.png"/><Relationship Id="rId290" Type="http://schemas.openxmlformats.org/officeDocument/2006/relationships/customXml" Target="../ink/ink667.xml"/><Relationship Id="rId304" Type="http://schemas.openxmlformats.org/officeDocument/2006/relationships/customXml" Target="../ink/ink674.xml"/><Relationship Id="rId346" Type="http://schemas.openxmlformats.org/officeDocument/2006/relationships/customXml" Target="../ink/ink695.xml"/><Relationship Id="rId388" Type="http://schemas.openxmlformats.org/officeDocument/2006/relationships/customXml" Target="../ink/ink716.xml"/><Relationship Id="rId85" Type="http://schemas.openxmlformats.org/officeDocument/2006/relationships/image" Target="../media/image3040.png"/><Relationship Id="rId150" Type="http://schemas.openxmlformats.org/officeDocument/2006/relationships/customXml" Target="../ink/ink597.xml"/><Relationship Id="rId192" Type="http://schemas.openxmlformats.org/officeDocument/2006/relationships/customXml" Target="../ink/ink618.xml"/><Relationship Id="rId206" Type="http://schemas.openxmlformats.org/officeDocument/2006/relationships/customXml" Target="../ink/ink625.xml"/><Relationship Id="rId413" Type="http://schemas.openxmlformats.org/officeDocument/2006/relationships/image" Target="../media/image468.png"/><Relationship Id="rId248" Type="http://schemas.openxmlformats.org/officeDocument/2006/relationships/customXml" Target="../ink/ink646.xml"/><Relationship Id="rId455" Type="http://schemas.openxmlformats.org/officeDocument/2006/relationships/image" Target="../media/image489.png"/><Relationship Id="rId12" Type="http://schemas.openxmlformats.org/officeDocument/2006/relationships/customXml" Target="../ink/ink528.xml"/><Relationship Id="rId108" Type="http://schemas.openxmlformats.org/officeDocument/2006/relationships/customXml" Target="../ink/ink576.xml"/><Relationship Id="rId315" Type="http://schemas.openxmlformats.org/officeDocument/2006/relationships/image" Target="../media/image4190.png"/><Relationship Id="rId357" Type="http://schemas.openxmlformats.org/officeDocument/2006/relationships/image" Target="../media/image4400.png"/><Relationship Id="rId54" Type="http://schemas.openxmlformats.org/officeDocument/2006/relationships/customXml" Target="../ink/ink549.xml"/><Relationship Id="rId96" Type="http://schemas.openxmlformats.org/officeDocument/2006/relationships/customXml" Target="../ink/ink570.xml"/><Relationship Id="rId161" Type="http://schemas.openxmlformats.org/officeDocument/2006/relationships/image" Target="../media/image3420.png"/><Relationship Id="rId217" Type="http://schemas.openxmlformats.org/officeDocument/2006/relationships/image" Target="../media/image3700.png"/><Relationship Id="rId399" Type="http://schemas.openxmlformats.org/officeDocument/2006/relationships/image" Target="../media/image4611.png"/><Relationship Id="rId259" Type="http://schemas.openxmlformats.org/officeDocument/2006/relationships/image" Target="../media/image3911.png"/><Relationship Id="rId424" Type="http://schemas.openxmlformats.org/officeDocument/2006/relationships/customXml" Target="../ink/ink734.xml"/><Relationship Id="rId466" Type="http://schemas.openxmlformats.org/officeDocument/2006/relationships/customXml" Target="../ink/ink755.xml"/><Relationship Id="rId23" Type="http://schemas.openxmlformats.org/officeDocument/2006/relationships/image" Target="../media/image2730.png"/><Relationship Id="rId119" Type="http://schemas.openxmlformats.org/officeDocument/2006/relationships/image" Target="../media/image3211.png"/><Relationship Id="rId270" Type="http://schemas.openxmlformats.org/officeDocument/2006/relationships/customXml" Target="../ink/ink657.xml"/><Relationship Id="rId326" Type="http://schemas.openxmlformats.org/officeDocument/2006/relationships/customXml" Target="../ink/ink685.xml"/><Relationship Id="rId65" Type="http://schemas.openxmlformats.org/officeDocument/2006/relationships/image" Target="../media/image2940.png"/><Relationship Id="rId130" Type="http://schemas.openxmlformats.org/officeDocument/2006/relationships/customXml" Target="../ink/ink587.xml"/><Relationship Id="rId368" Type="http://schemas.openxmlformats.org/officeDocument/2006/relationships/customXml" Target="../ink/ink706.xml"/><Relationship Id="rId172" Type="http://schemas.openxmlformats.org/officeDocument/2006/relationships/customXml" Target="../ink/ink608.xml"/><Relationship Id="rId228" Type="http://schemas.openxmlformats.org/officeDocument/2006/relationships/customXml" Target="../ink/ink636.xml"/><Relationship Id="rId435" Type="http://schemas.openxmlformats.org/officeDocument/2006/relationships/image" Target="../media/image479.png"/><Relationship Id="rId281" Type="http://schemas.openxmlformats.org/officeDocument/2006/relationships/image" Target="../media/image4020.png"/><Relationship Id="rId337" Type="http://schemas.openxmlformats.org/officeDocument/2006/relationships/image" Target="../media/image4300.png"/><Relationship Id="rId34" Type="http://schemas.openxmlformats.org/officeDocument/2006/relationships/customXml" Target="../ink/ink539.xml"/><Relationship Id="rId76" Type="http://schemas.openxmlformats.org/officeDocument/2006/relationships/customXml" Target="../ink/ink560.xml"/><Relationship Id="rId141" Type="http://schemas.openxmlformats.org/officeDocument/2006/relationships/image" Target="../media/image3320.png"/><Relationship Id="rId379" Type="http://schemas.openxmlformats.org/officeDocument/2006/relationships/image" Target="../media/image4511.png"/><Relationship Id="rId7" Type="http://schemas.openxmlformats.org/officeDocument/2006/relationships/image" Target="../media/image2650.png"/><Relationship Id="rId183" Type="http://schemas.openxmlformats.org/officeDocument/2006/relationships/image" Target="../media/image3530.png"/><Relationship Id="rId239" Type="http://schemas.openxmlformats.org/officeDocument/2006/relationships/image" Target="../media/image3811.png"/><Relationship Id="rId390" Type="http://schemas.openxmlformats.org/officeDocument/2006/relationships/customXml" Target="../ink/ink717.xml"/><Relationship Id="rId404" Type="http://schemas.openxmlformats.org/officeDocument/2006/relationships/customXml" Target="../ink/ink724.xml"/><Relationship Id="rId446" Type="http://schemas.openxmlformats.org/officeDocument/2006/relationships/customXml" Target="../ink/ink745.xml"/><Relationship Id="rId250" Type="http://schemas.openxmlformats.org/officeDocument/2006/relationships/customXml" Target="../ink/ink647.xml"/><Relationship Id="rId292" Type="http://schemas.openxmlformats.org/officeDocument/2006/relationships/customXml" Target="../ink/ink668.xml"/><Relationship Id="rId306" Type="http://schemas.openxmlformats.org/officeDocument/2006/relationships/customXml" Target="../ink/ink675.xml"/><Relationship Id="rId45" Type="http://schemas.openxmlformats.org/officeDocument/2006/relationships/image" Target="../media/image2840.png"/><Relationship Id="rId87" Type="http://schemas.openxmlformats.org/officeDocument/2006/relationships/image" Target="../media/image3050.png"/><Relationship Id="rId110" Type="http://schemas.openxmlformats.org/officeDocument/2006/relationships/customXml" Target="../ink/ink577.xml"/><Relationship Id="rId348" Type="http://schemas.openxmlformats.org/officeDocument/2006/relationships/customXml" Target="../ink/ink696.xml"/><Relationship Id="rId152" Type="http://schemas.openxmlformats.org/officeDocument/2006/relationships/customXml" Target="../ink/ink598.xml"/><Relationship Id="rId194" Type="http://schemas.openxmlformats.org/officeDocument/2006/relationships/customXml" Target="../ink/ink619.xml"/><Relationship Id="rId208" Type="http://schemas.openxmlformats.org/officeDocument/2006/relationships/customXml" Target="../ink/ink626.xml"/><Relationship Id="rId415" Type="http://schemas.openxmlformats.org/officeDocument/2006/relationships/image" Target="../media/image469.png"/><Relationship Id="rId457" Type="http://schemas.openxmlformats.org/officeDocument/2006/relationships/image" Target="../media/image490.png"/><Relationship Id="rId261" Type="http://schemas.openxmlformats.org/officeDocument/2006/relationships/image" Target="../media/image3920.png"/><Relationship Id="rId14" Type="http://schemas.openxmlformats.org/officeDocument/2006/relationships/customXml" Target="../ink/ink529.xml"/><Relationship Id="rId56" Type="http://schemas.openxmlformats.org/officeDocument/2006/relationships/customXml" Target="../ink/ink550.xml"/><Relationship Id="rId317" Type="http://schemas.openxmlformats.org/officeDocument/2006/relationships/image" Target="../media/image4200.png"/><Relationship Id="rId359" Type="http://schemas.openxmlformats.org/officeDocument/2006/relationships/image" Target="../media/image4411.png"/><Relationship Id="rId98" Type="http://schemas.openxmlformats.org/officeDocument/2006/relationships/customXml" Target="../ink/ink571.xml"/><Relationship Id="rId121" Type="http://schemas.openxmlformats.org/officeDocument/2006/relationships/image" Target="../media/image3220.png"/><Relationship Id="rId163" Type="http://schemas.openxmlformats.org/officeDocument/2006/relationships/image" Target="../media/image3430.png"/><Relationship Id="rId219" Type="http://schemas.openxmlformats.org/officeDocument/2006/relationships/image" Target="../media/image3711.png"/><Relationship Id="rId370" Type="http://schemas.openxmlformats.org/officeDocument/2006/relationships/customXml" Target="../ink/ink707.xml"/><Relationship Id="rId426" Type="http://schemas.openxmlformats.org/officeDocument/2006/relationships/customXml" Target="../ink/ink735.xml"/><Relationship Id="rId230" Type="http://schemas.openxmlformats.org/officeDocument/2006/relationships/customXml" Target="../ink/ink637.xml"/><Relationship Id="rId25" Type="http://schemas.openxmlformats.org/officeDocument/2006/relationships/image" Target="../media/image2740.png"/><Relationship Id="rId67" Type="http://schemas.openxmlformats.org/officeDocument/2006/relationships/image" Target="../media/image2950.png"/><Relationship Id="rId272" Type="http://schemas.openxmlformats.org/officeDocument/2006/relationships/customXml" Target="../ink/ink658.xml"/><Relationship Id="rId328" Type="http://schemas.openxmlformats.org/officeDocument/2006/relationships/customXml" Target="../ink/ink686.xml"/><Relationship Id="rId132" Type="http://schemas.openxmlformats.org/officeDocument/2006/relationships/customXml" Target="../ink/ink588.xml"/><Relationship Id="rId174" Type="http://schemas.openxmlformats.org/officeDocument/2006/relationships/customXml" Target="../ink/ink609.xml"/><Relationship Id="rId381" Type="http://schemas.openxmlformats.org/officeDocument/2006/relationships/image" Target="../media/image4520.png"/><Relationship Id="rId241" Type="http://schemas.openxmlformats.org/officeDocument/2006/relationships/image" Target="../media/image3820.png"/><Relationship Id="rId437" Type="http://schemas.openxmlformats.org/officeDocument/2006/relationships/image" Target="../media/image480.png"/><Relationship Id="rId36" Type="http://schemas.openxmlformats.org/officeDocument/2006/relationships/customXml" Target="../ink/ink540.xml"/><Relationship Id="rId283" Type="http://schemas.openxmlformats.org/officeDocument/2006/relationships/image" Target="../media/image4030.png"/><Relationship Id="rId339" Type="http://schemas.openxmlformats.org/officeDocument/2006/relationships/image" Target="../media/image4311.png"/><Relationship Id="rId78" Type="http://schemas.openxmlformats.org/officeDocument/2006/relationships/customXml" Target="../ink/ink561.xml"/><Relationship Id="rId101" Type="http://schemas.openxmlformats.org/officeDocument/2006/relationships/image" Target="../media/image3120.png"/><Relationship Id="rId143" Type="http://schemas.openxmlformats.org/officeDocument/2006/relationships/image" Target="../media/image3330.png"/><Relationship Id="rId185" Type="http://schemas.openxmlformats.org/officeDocument/2006/relationships/image" Target="../media/image3540.png"/><Relationship Id="rId350" Type="http://schemas.openxmlformats.org/officeDocument/2006/relationships/customXml" Target="../ink/ink697.xml"/><Relationship Id="rId406" Type="http://schemas.openxmlformats.org/officeDocument/2006/relationships/customXml" Target="../ink/ink725.xml"/><Relationship Id="rId9" Type="http://schemas.openxmlformats.org/officeDocument/2006/relationships/image" Target="../media/image2660.png"/><Relationship Id="rId210" Type="http://schemas.openxmlformats.org/officeDocument/2006/relationships/customXml" Target="../ink/ink627.xml"/><Relationship Id="rId392" Type="http://schemas.openxmlformats.org/officeDocument/2006/relationships/customXml" Target="../ink/ink718.xml"/><Relationship Id="rId448" Type="http://schemas.openxmlformats.org/officeDocument/2006/relationships/customXml" Target="../ink/ink746.xml"/><Relationship Id="rId252" Type="http://schemas.openxmlformats.org/officeDocument/2006/relationships/customXml" Target="../ink/ink648.xml"/><Relationship Id="rId294" Type="http://schemas.openxmlformats.org/officeDocument/2006/relationships/customXml" Target="../ink/ink669.xml"/><Relationship Id="rId308" Type="http://schemas.openxmlformats.org/officeDocument/2006/relationships/customXml" Target="../ink/ink676.xml"/><Relationship Id="rId47" Type="http://schemas.openxmlformats.org/officeDocument/2006/relationships/image" Target="../media/image2850.png"/><Relationship Id="rId89" Type="http://schemas.openxmlformats.org/officeDocument/2006/relationships/image" Target="../media/image3060.png"/><Relationship Id="rId112" Type="http://schemas.openxmlformats.org/officeDocument/2006/relationships/customXml" Target="../ink/ink578.xml"/><Relationship Id="rId154" Type="http://schemas.openxmlformats.org/officeDocument/2006/relationships/customXml" Target="../ink/ink599.xml"/><Relationship Id="rId361" Type="http://schemas.openxmlformats.org/officeDocument/2006/relationships/image" Target="../media/image4420.png"/><Relationship Id="rId196" Type="http://schemas.openxmlformats.org/officeDocument/2006/relationships/customXml" Target="../ink/ink620.xml"/><Relationship Id="rId417" Type="http://schemas.openxmlformats.org/officeDocument/2006/relationships/image" Target="../media/image470.png"/><Relationship Id="rId459" Type="http://schemas.openxmlformats.org/officeDocument/2006/relationships/image" Target="../media/image491.png"/><Relationship Id="rId16" Type="http://schemas.openxmlformats.org/officeDocument/2006/relationships/customXml" Target="../ink/ink530.xml"/><Relationship Id="rId221" Type="http://schemas.openxmlformats.org/officeDocument/2006/relationships/image" Target="../media/image3720.png"/><Relationship Id="rId263" Type="http://schemas.openxmlformats.org/officeDocument/2006/relationships/image" Target="../media/image3930.png"/><Relationship Id="rId319" Type="http://schemas.openxmlformats.org/officeDocument/2006/relationships/image" Target="../media/image4211.png"/><Relationship Id="rId58" Type="http://schemas.openxmlformats.org/officeDocument/2006/relationships/customXml" Target="../ink/ink551.xml"/><Relationship Id="rId123" Type="http://schemas.openxmlformats.org/officeDocument/2006/relationships/image" Target="../media/image3230.png"/><Relationship Id="rId330" Type="http://schemas.openxmlformats.org/officeDocument/2006/relationships/customXml" Target="../ink/ink687.xml"/><Relationship Id="rId165" Type="http://schemas.openxmlformats.org/officeDocument/2006/relationships/image" Target="../media/image3440.png"/><Relationship Id="rId372" Type="http://schemas.openxmlformats.org/officeDocument/2006/relationships/customXml" Target="../ink/ink708.xml"/><Relationship Id="rId428" Type="http://schemas.openxmlformats.org/officeDocument/2006/relationships/customXml" Target="../ink/ink736.xml"/><Relationship Id="rId232" Type="http://schemas.openxmlformats.org/officeDocument/2006/relationships/customXml" Target="../ink/ink638.xml"/><Relationship Id="rId274" Type="http://schemas.openxmlformats.org/officeDocument/2006/relationships/customXml" Target="../ink/ink659.xml"/><Relationship Id="rId27" Type="http://schemas.openxmlformats.org/officeDocument/2006/relationships/image" Target="../media/image2750.png"/><Relationship Id="rId69" Type="http://schemas.openxmlformats.org/officeDocument/2006/relationships/image" Target="../media/image2960.png"/><Relationship Id="rId134" Type="http://schemas.openxmlformats.org/officeDocument/2006/relationships/customXml" Target="../ink/ink589.xml"/><Relationship Id="rId80" Type="http://schemas.openxmlformats.org/officeDocument/2006/relationships/customXml" Target="../ink/ink562.xml"/><Relationship Id="rId176" Type="http://schemas.openxmlformats.org/officeDocument/2006/relationships/customXml" Target="../ink/ink610.xml"/><Relationship Id="rId341" Type="http://schemas.openxmlformats.org/officeDocument/2006/relationships/image" Target="../media/image4320.png"/><Relationship Id="rId383" Type="http://schemas.openxmlformats.org/officeDocument/2006/relationships/image" Target="../media/image4530.png"/><Relationship Id="rId439" Type="http://schemas.openxmlformats.org/officeDocument/2006/relationships/image" Target="../media/image481.png"/><Relationship Id="rId201" Type="http://schemas.openxmlformats.org/officeDocument/2006/relationships/image" Target="../media/image3620.png"/><Relationship Id="rId243" Type="http://schemas.openxmlformats.org/officeDocument/2006/relationships/image" Target="../media/image3830.png"/><Relationship Id="rId285" Type="http://schemas.openxmlformats.org/officeDocument/2006/relationships/image" Target="../media/image4040.png"/><Relationship Id="rId450" Type="http://schemas.openxmlformats.org/officeDocument/2006/relationships/customXml" Target="../ink/ink747.xml"/><Relationship Id="rId38" Type="http://schemas.openxmlformats.org/officeDocument/2006/relationships/customXml" Target="../ink/ink541.xml"/><Relationship Id="rId103" Type="http://schemas.openxmlformats.org/officeDocument/2006/relationships/image" Target="../media/image3130.png"/><Relationship Id="rId310" Type="http://schemas.openxmlformats.org/officeDocument/2006/relationships/customXml" Target="../ink/ink677.xml"/><Relationship Id="rId91" Type="http://schemas.openxmlformats.org/officeDocument/2006/relationships/image" Target="../media/image3070.png"/><Relationship Id="rId145" Type="http://schemas.openxmlformats.org/officeDocument/2006/relationships/image" Target="../media/image3340.png"/><Relationship Id="rId187" Type="http://schemas.openxmlformats.org/officeDocument/2006/relationships/image" Target="../media/image3550.png"/><Relationship Id="rId352" Type="http://schemas.openxmlformats.org/officeDocument/2006/relationships/customXml" Target="../ink/ink698.xml"/><Relationship Id="rId394" Type="http://schemas.openxmlformats.org/officeDocument/2006/relationships/customXml" Target="../ink/ink719.xml"/><Relationship Id="rId408" Type="http://schemas.openxmlformats.org/officeDocument/2006/relationships/customXml" Target="../ink/ink726.xml"/><Relationship Id="rId212" Type="http://schemas.openxmlformats.org/officeDocument/2006/relationships/customXml" Target="../ink/ink628.xml"/><Relationship Id="rId254" Type="http://schemas.openxmlformats.org/officeDocument/2006/relationships/customXml" Target="../ink/ink649.xml"/><Relationship Id="rId49" Type="http://schemas.openxmlformats.org/officeDocument/2006/relationships/image" Target="../media/image2860.png"/><Relationship Id="rId114" Type="http://schemas.openxmlformats.org/officeDocument/2006/relationships/customXml" Target="../ink/ink579.xml"/><Relationship Id="rId296" Type="http://schemas.openxmlformats.org/officeDocument/2006/relationships/customXml" Target="../ink/ink670.xml"/><Relationship Id="rId461" Type="http://schemas.openxmlformats.org/officeDocument/2006/relationships/image" Target="../media/image492.png"/><Relationship Id="rId60" Type="http://schemas.openxmlformats.org/officeDocument/2006/relationships/customXml" Target="../ink/ink552.xml"/><Relationship Id="rId156" Type="http://schemas.openxmlformats.org/officeDocument/2006/relationships/customXml" Target="../ink/ink600.xml"/><Relationship Id="rId198" Type="http://schemas.openxmlformats.org/officeDocument/2006/relationships/customXml" Target="../ink/ink621.xml"/><Relationship Id="rId321" Type="http://schemas.openxmlformats.org/officeDocument/2006/relationships/image" Target="../media/image4220.png"/><Relationship Id="rId363" Type="http://schemas.openxmlformats.org/officeDocument/2006/relationships/image" Target="../media/image4430.png"/><Relationship Id="rId419" Type="http://schemas.openxmlformats.org/officeDocument/2006/relationships/image" Target="../media/image471.png"/><Relationship Id="rId223" Type="http://schemas.openxmlformats.org/officeDocument/2006/relationships/image" Target="../media/image3730.png"/><Relationship Id="rId430" Type="http://schemas.openxmlformats.org/officeDocument/2006/relationships/customXml" Target="../ink/ink737.xml"/><Relationship Id="rId18" Type="http://schemas.openxmlformats.org/officeDocument/2006/relationships/customXml" Target="../ink/ink531.xml"/><Relationship Id="rId265" Type="http://schemas.openxmlformats.org/officeDocument/2006/relationships/image" Target="../media/image3940.png"/><Relationship Id="rId125" Type="http://schemas.openxmlformats.org/officeDocument/2006/relationships/image" Target="../media/image3240.png"/><Relationship Id="rId167" Type="http://schemas.openxmlformats.org/officeDocument/2006/relationships/image" Target="../media/image3450.png"/><Relationship Id="rId332" Type="http://schemas.openxmlformats.org/officeDocument/2006/relationships/customXml" Target="../ink/ink688.xml"/><Relationship Id="rId374" Type="http://schemas.openxmlformats.org/officeDocument/2006/relationships/customXml" Target="../ink/ink709.xml"/><Relationship Id="rId71" Type="http://schemas.openxmlformats.org/officeDocument/2006/relationships/image" Target="../media/image2970.png"/><Relationship Id="rId234" Type="http://schemas.openxmlformats.org/officeDocument/2006/relationships/customXml" Target="../ink/ink639.xml"/><Relationship Id="rId2" Type="http://schemas.openxmlformats.org/officeDocument/2006/relationships/customXml" Target="../ink/ink523.xml"/><Relationship Id="rId29" Type="http://schemas.openxmlformats.org/officeDocument/2006/relationships/image" Target="../media/image2760.png"/><Relationship Id="rId276" Type="http://schemas.openxmlformats.org/officeDocument/2006/relationships/customXml" Target="../ink/ink660.xml"/><Relationship Id="rId441" Type="http://schemas.openxmlformats.org/officeDocument/2006/relationships/image" Target="../media/image482.png"/><Relationship Id="rId40" Type="http://schemas.openxmlformats.org/officeDocument/2006/relationships/customXml" Target="../ink/ink542.xml"/><Relationship Id="rId136" Type="http://schemas.openxmlformats.org/officeDocument/2006/relationships/customXml" Target="../ink/ink590.xml"/><Relationship Id="rId178" Type="http://schemas.openxmlformats.org/officeDocument/2006/relationships/customXml" Target="../ink/ink611.xml"/><Relationship Id="rId301" Type="http://schemas.openxmlformats.org/officeDocument/2006/relationships/image" Target="../media/image4120.png"/><Relationship Id="rId343" Type="http://schemas.openxmlformats.org/officeDocument/2006/relationships/image" Target="../media/image4330.png"/><Relationship Id="rId61" Type="http://schemas.openxmlformats.org/officeDocument/2006/relationships/image" Target="../media/image2920.png"/><Relationship Id="rId82" Type="http://schemas.openxmlformats.org/officeDocument/2006/relationships/customXml" Target="../ink/ink563.xml"/><Relationship Id="rId199" Type="http://schemas.openxmlformats.org/officeDocument/2006/relationships/image" Target="../media/image3611.png"/><Relationship Id="rId203" Type="http://schemas.openxmlformats.org/officeDocument/2006/relationships/image" Target="../media/image3630.png"/><Relationship Id="rId385" Type="http://schemas.openxmlformats.org/officeDocument/2006/relationships/image" Target="../media/image4540.png"/><Relationship Id="rId19" Type="http://schemas.openxmlformats.org/officeDocument/2006/relationships/image" Target="../media/image2711.png"/><Relationship Id="rId224" Type="http://schemas.openxmlformats.org/officeDocument/2006/relationships/customXml" Target="../ink/ink634.xml"/><Relationship Id="rId245" Type="http://schemas.openxmlformats.org/officeDocument/2006/relationships/image" Target="../media/image3840.png"/><Relationship Id="rId266" Type="http://schemas.openxmlformats.org/officeDocument/2006/relationships/customXml" Target="../ink/ink655.xml"/><Relationship Id="rId287" Type="http://schemas.openxmlformats.org/officeDocument/2006/relationships/image" Target="../media/image4050.png"/><Relationship Id="rId410" Type="http://schemas.openxmlformats.org/officeDocument/2006/relationships/customXml" Target="../ink/ink727.xml"/><Relationship Id="rId431" Type="http://schemas.openxmlformats.org/officeDocument/2006/relationships/image" Target="../media/image477.png"/><Relationship Id="rId452" Type="http://schemas.openxmlformats.org/officeDocument/2006/relationships/customXml" Target="../ink/ink748.xml"/><Relationship Id="rId30" Type="http://schemas.openxmlformats.org/officeDocument/2006/relationships/customXml" Target="../ink/ink537.xml"/><Relationship Id="rId105" Type="http://schemas.openxmlformats.org/officeDocument/2006/relationships/image" Target="../media/image3140.png"/><Relationship Id="rId126" Type="http://schemas.openxmlformats.org/officeDocument/2006/relationships/customXml" Target="../ink/ink585.xml"/><Relationship Id="rId147" Type="http://schemas.openxmlformats.org/officeDocument/2006/relationships/image" Target="../media/image3350.png"/><Relationship Id="rId168" Type="http://schemas.openxmlformats.org/officeDocument/2006/relationships/customXml" Target="../ink/ink606.xml"/><Relationship Id="rId312" Type="http://schemas.openxmlformats.org/officeDocument/2006/relationships/customXml" Target="../ink/ink678.xml"/><Relationship Id="rId333" Type="http://schemas.openxmlformats.org/officeDocument/2006/relationships/image" Target="../media/image4280.png"/><Relationship Id="rId354" Type="http://schemas.openxmlformats.org/officeDocument/2006/relationships/customXml" Target="../ink/ink699.xml"/><Relationship Id="rId51" Type="http://schemas.openxmlformats.org/officeDocument/2006/relationships/image" Target="../media/image2870.png"/><Relationship Id="rId72" Type="http://schemas.openxmlformats.org/officeDocument/2006/relationships/customXml" Target="../ink/ink558.xml"/><Relationship Id="rId93" Type="http://schemas.openxmlformats.org/officeDocument/2006/relationships/image" Target="../media/image3080.png"/><Relationship Id="rId189" Type="http://schemas.openxmlformats.org/officeDocument/2006/relationships/image" Target="../media/image3560.png"/><Relationship Id="rId375" Type="http://schemas.openxmlformats.org/officeDocument/2006/relationships/image" Target="../media/image4490.png"/><Relationship Id="rId396" Type="http://schemas.openxmlformats.org/officeDocument/2006/relationships/customXml" Target="../ink/ink720.xml"/><Relationship Id="rId3" Type="http://schemas.openxmlformats.org/officeDocument/2006/relationships/image" Target="../media/image2630.png"/><Relationship Id="rId214" Type="http://schemas.openxmlformats.org/officeDocument/2006/relationships/customXml" Target="../ink/ink629.xml"/><Relationship Id="rId235" Type="http://schemas.openxmlformats.org/officeDocument/2006/relationships/image" Target="../media/image3790.png"/><Relationship Id="rId256" Type="http://schemas.openxmlformats.org/officeDocument/2006/relationships/customXml" Target="../ink/ink650.xml"/><Relationship Id="rId277" Type="http://schemas.openxmlformats.org/officeDocument/2006/relationships/image" Target="../media/image4000.png"/><Relationship Id="rId298" Type="http://schemas.openxmlformats.org/officeDocument/2006/relationships/customXml" Target="../ink/ink671.xml"/><Relationship Id="rId400" Type="http://schemas.openxmlformats.org/officeDocument/2006/relationships/customXml" Target="../ink/ink722.xml"/><Relationship Id="rId421" Type="http://schemas.openxmlformats.org/officeDocument/2006/relationships/image" Target="../media/image472.png"/><Relationship Id="rId442" Type="http://schemas.openxmlformats.org/officeDocument/2006/relationships/customXml" Target="../ink/ink743.xml"/><Relationship Id="rId463" Type="http://schemas.openxmlformats.org/officeDocument/2006/relationships/image" Target="../media/image493.png"/><Relationship Id="rId116" Type="http://schemas.openxmlformats.org/officeDocument/2006/relationships/customXml" Target="../ink/ink580.xml"/><Relationship Id="rId137" Type="http://schemas.openxmlformats.org/officeDocument/2006/relationships/image" Target="../media/image3300.png"/><Relationship Id="rId158" Type="http://schemas.openxmlformats.org/officeDocument/2006/relationships/customXml" Target="../ink/ink601.xml"/><Relationship Id="rId302" Type="http://schemas.openxmlformats.org/officeDocument/2006/relationships/customXml" Target="../ink/ink673.xml"/><Relationship Id="rId323" Type="http://schemas.openxmlformats.org/officeDocument/2006/relationships/image" Target="../media/image4230.png"/><Relationship Id="rId344" Type="http://schemas.openxmlformats.org/officeDocument/2006/relationships/customXml" Target="../ink/ink694.xml"/><Relationship Id="rId20" Type="http://schemas.openxmlformats.org/officeDocument/2006/relationships/customXml" Target="../ink/ink532.xml"/><Relationship Id="rId41" Type="http://schemas.openxmlformats.org/officeDocument/2006/relationships/image" Target="../media/image2820.png"/><Relationship Id="rId62" Type="http://schemas.openxmlformats.org/officeDocument/2006/relationships/customXml" Target="../ink/ink553.xml"/><Relationship Id="rId83" Type="http://schemas.openxmlformats.org/officeDocument/2006/relationships/image" Target="../media/image3030.png"/><Relationship Id="rId179" Type="http://schemas.openxmlformats.org/officeDocument/2006/relationships/image" Target="../media/image3511.png"/><Relationship Id="rId365" Type="http://schemas.openxmlformats.org/officeDocument/2006/relationships/image" Target="../media/image4440.png"/><Relationship Id="rId386" Type="http://schemas.openxmlformats.org/officeDocument/2006/relationships/customXml" Target="../ink/ink715.xml"/><Relationship Id="rId190" Type="http://schemas.openxmlformats.org/officeDocument/2006/relationships/customXml" Target="../ink/ink617.xml"/><Relationship Id="rId204" Type="http://schemas.openxmlformats.org/officeDocument/2006/relationships/customXml" Target="../ink/ink624.xml"/><Relationship Id="rId225" Type="http://schemas.openxmlformats.org/officeDocument/2006/relationships/image" Target="../media/image3740.png"/><Relationship Id="rId246" Type="http://schemas.openxmlformats.org/officeDocument/2006/relationships/customXml" Target="../ink/ink645.xml"/><Relationship Id="rId267" Type="http://schemas.openxmlformats.org/officeDocument/2006/relationships/image" Target="../media/image3950.png"/><Relationship Id="rId288" Type="http://schemas.openxmlformats.org/officeDocument/2006/relationships/customXml" Target="../ink/ink666.xml"/><Relationship Id="rId411" Type="http://schemas.openxmlformats.org/officeDocument/2006/relationships/image" Target="../media/image467.png"/><Relationship Id="rId432" Type="http://schemas.openxmlformats.org/officeDocument/2006/relationships/customXml" Target="../ink/ink738.xml"/><Relationship Id="rId453" Type="http://schemas.openxmlformats.org/officeDocument/2006/relationships/image" Target="../media/image488.png"/><Relationship Id="rId106" Type="http://schemas.openxmlformats.org/officeDocument/2006/relationships/customXml" Target="../ink/ink575.xml"/><Relationship Id="rId127" Type="http://schemas.openxmlformats.org/officeDocument/2006/relationships/image" Target="../media/image3250.png"/><Relationship Id="rId313" Type="http://schemas.openxmlformats.org/officeDocument/2006/relationships/image" Target="../media/image4180.png"/><Relationship Id="rId10" Type="http://schemas.openxmlformats.org/officeDocument/2006/relationships/customXml" Target="../ink/ink527.xml"/><Relationship Id="rId31" Type="http://schemas.openxmlformats.org/officeDocument/2006/relationships/image" Target="../media/image2770.png"/><Relationship Id="rId52" Type="http://schemas.openxmlformats.org/officeDocument/2006/relationships/customXml" Target="../ink/ink548.xml"/><Relationship Id="rId73" Type="http://schemas.openxmlformats.org/officeDocument/2006/relationships/image" Target="../media/image2980.png"/><Relationship Id="rId94" Type="http://schemas.openxmlformats.org/officeDocument/2006/relationships/customXml" Target="../ink/ink569.xml"/><Relationship Id="rId148" Type="http://schemas.openxmlformats.org/officeDocument/2006/relationships/customXml" Target="../ink/ink596.xml"/><Relationship Id="rId169" Type="http://schemas.openxmlformats.org/officeDocument/2006/relationships/image" Target="../media/image3460.png"/><Relationship Id="rId334" Type="http://schemas.openxmlformats.org/officeDocument/2006/relationships/customXml" Target="../ink/ink689.xml"/><Relationship Id="rId355" Type="http://schemas.openxmlformats.org/officeDocument/2006/relationships/image" Target="../media/image4390.png"/><Relationship Id="rId376" Type="http://schemas.openxmlformats.org/officeDocument/2006/relationships/customXml" Target="../ink/ink710.xml"/><Relationship Id="rId397" Type="http://schemas.openxmlformats.org/officeDocument/2006/relationships/image" Target="../media/image4600.png"/><Relationship Id="rId4" Type="http://schemas.openxmlformats.org/officeDocument/2006/relationships/customXml" Target="../ink/ink524.xml"/><Relationship Id="rId180" Type="http://schemas.openxmlformats.org/officeDocument/2006/relationships/customXml" Target="../ink/ink612.xml"/><Relationship Id="rId215" Type="http://schemas.openxmlformats.org/officeDocument/2006/relationships/image" Target="../media/image3690.png"/><Relationship Id="rId236" Type="http://schemas.openxmlformats.org/officeDocument/2006/relationships/customXml" Target="../ink/ink640.xml"/><Relationship Id="rId257" Type="http://schemas.openxmlformats.org/officeDocument/2006/relationships/image" Target="../media/image3900.png"/><Relationship Id="rId278" Type="http://schemas.openxmlformats.org/officeDocument/2006/relationships/customXml" Target="../ink/ink661.xml"/><Relationship Id="rId401" Type="http://schemas.openxmlformats.org/officeDocument/2006/relationships/image" Target="../media/image4620.png"/><Relationship Id="rId422" Type="http://schemas.openxmlformats.org/officeDocument/2006/relationships/customXml" Target="../ink/ink733.xml"/><Relationship Id="rId443" Type="http://schemas.openxmlformats.org/officeDocument/2006/relationships/image" Target="../media/image483.png"/><Relationship Id="rId464" Type="http://schemas.openxmlformats.org/officeDocument/2006/relationships/customXml" Target="../ink/ink754.xml"/><Relationship Id="rId303" Type="http://schemas.openxmlformats.org/officeDocument/2006/relationships/image" Target="../media/image4130.png"/><Relationship Id="rId42" Type="http://schemas.openxmlformats.org/officeDocument/2006/relationships/customXml" Target="../ink/ink543.xml"/><Relationship Id="rId84" Type="http://schemas.openxmlformats.org/officeDocument/2006/relationships/customXml" Target="../ink/ink564.xml"/><Relationship Id="rId138" Type="http://schemas.openxmlformats.org/officeDocument/2006/relationships/customXml" Target="../ink/ink591.xml"/><Relationship Id="rId345" Type="http://schemas.openxmlformats.org/officeDocument/2006/relationships/image" Target="../media/image4340.png"/><Relationship Id="rId387" Type="http://schemas.openxmlformats.org/officeDocument/2006/relationships/image" Target="../media/image4550.png"/><Relationship Id="rId191" Type="http://schemas.openxmlformats.org/officeDocument/2006/relationships/image" Target="../media/image3570.png"/><Relationship Id="rId205" Type="http://schemas.openxmlformats.org/officeDocument/2006/relationships/image" Target="../media/image3640.png"/><Relationship Id="rId247" Type="http://schemas.openxmlformats.org/officeDocument/2006/relationships/image" Target="../media/image3850.png"/><Relationship Id="rId412" Type="http://schemas.openxmlformats.org/officeDocument/2006/relationships/customXml" Target="../ink/ink728.xml"/><Relationship Id="rId107" Type="http://schemas.openxmlformats.org/officeDocument/2006/relationships/image" Target="../media/image3150.png"/><Relationship Id="rId289" Type="http://schemas.openxmlformats.org/officeDocument/2006/relationships/image" Target="../media/image4060.png"/><Relationship Id="rId454" Type="http://schemas.openxmlformats.org/officeDocument/2006/relationships/customXml" Target="../ink/ink749.xml"/><Relationship Id="rId11" Type="http://schemas.openxmlformats.org/officeDocument/2006/relationships/image" Target="../media/image2670.png"/><Relationship Id="rId53" Type="http://schemas.openxmlformats.org/officeDocument/2006/relationships/image" Target="../media/image2880.png"/><Relationship Id="rId149" Type="http://schemas.openxmlformats.org/officeDocument/2006/relationships/image" Target="../media/image3360.png"/><Relationship Id="rId314" Type="http://schemas.openxmlformats.org/officeDocument/2006/relationships/customXml" Target="../ink/ink679.xml"/><Relationship Id="rId356" Type="http://schemas.openxmlformats.org/officeDocument/2006/relationships/customXml" Target="../ink/ink700.xml"/><Relationship Id="rId398" Type="http://schemas.openxmlformats.org/officeDocument/2006/relationships/customXml" Target="../ink/ink721.xml"/><Relationship Id="rId95" Type="http://schemas.openxmlformats.org/officeDocument/2006/relationships/image" Target="../media/image3090.png"/><Relationship Id="rId160" Type="http://schemas.openxmlformats.org/officeDocument/2006/relationships/customXml" Target="../ink/ink602.xml"/><Relationship Id="rId216" Type="http://schemas.openxmlformats.org/officeDocument/2006/relationships/customXml" Target="../ink/ink630.xml"/><Relationship Id="rId423" Type="http://schemas.openxmlformats.org/officeDocument/2006/relationships/image" Target="../media/image473.png"/><Relationship Id="rId258" Type="http://schemas.openxmlformats.org/officeDocument/2006/relationships/customXml" Target="../ink/ink651.xml"/><Relationship Id="rId465" Type="http://schemas.openxmlformats.org/officeDocument/2006/relationships/image" Target="../media/image494.png"/><Relationship Id="rId22" Type="http://schemas.openxmlformats.org/officeDocument/2006/relationships/customXml" Target="../ink/ink533.xml"/><Relationship Id="rId64" Type="http://schemas.openxmlformats.org/officeDocument/2006/relationships/customXml" Target="../ink/ink554.xml"/><Relationship Id="rId118" Type="http://schemas.openxmlformats.org/officeDocument/2006/relationships/customXml" Target="../ink/ink581.xml"/><Relationship Id="rId325" Type="http://schemas.openxmlformats.org/officeDocument/2006/relationships/image" Target="../media/image4240.png"/><Relationship Id="rId367" Type="http://schemas.openxmlformats.org/officeDocument/2006/relationships/image" Target="../media/image4450.png"/><Relationship Id="rId171" Type="http://schemas.openxmlformats.org/officeDocument/2006/relationships/image" Target="../media/image3470.png"/><Relationship Id="rId227" Type="http://schemas.openxmlformats.org/officeDocument/2006/relationships/image" Target="../media/image3750.png"/><Relationship Id="rId269" Type="http://schemas.openxmlformats.org/officeDocument/2006/relationships/image" Target="../media/image3960.png"/><Relationship Id="rId434" Type="http://schemas.openxmlformats.org/officeDocument/2006/relationships/customXml" Target="../ink/ink739.xml"/><Relationship Id="rId33" Type="http://schemas.openxmlformats.org/officeDocument/2006/relationships/image" Target="../media/image2780.png"/><Relationship Id="rId129" Type="http://schemas.openxmlformats.org/officeDocument/2006/relationships/image" Target="../media/image3260.png"/><Relationship Id="rId280" Type="http://schemas.openxmlformats.org/officeDocument/2006/relationships/customXml" Target="../ink/ink662.xml"/><Relationship Id="rId336" Type="http://schemas.openxmlformats.org/officeDocument/2006/relationships/customXml" Target="../ink/ink690.xml"/><Relationship Id="rId75" Type="http://schemas.openxmlformats.org/officeDocument/2006/relationships/image" Target="../media/image2990.png"/><Relationship Id="rId140" Type="http://schemas.openxmlformats.org/officeDocument/2006/relationships/customXml" Target="../ink/ink592.xml"/><Relationship Id="rId182" Type="http://schemas.openxmlformats.org/officeDocument/2006/relationships/customXml" Target="../ink/ink613.xml"/><Relationship Id="rId378" Type="http://schemas.openxmlformats.org/officeDocument/2006/relationships/customXml" Target="../ink/ink711.xml"/><Relationship Id="rId403" Type="http://schemas.openxmlformats.org/officeDocument/2006/relationships/image" Target="../media/image4630.png"/><Relationship Id="rId6" Type="http://schemas.openxmlformats.org/officeDocument/2006/relationships/customXml" Target="../ink/ink525.xml"/><Relationship Id="rId238" Type="http://schemas.openxmlformats.org/officeDocument/2006/relationships/customXml" Target="../ink/ink641.xml"/><Relationship Id="rId445" Type="http://schemas.openxmlformats.org/officeDocument/2006/relationships/image" Target="../media/image484.png"/><Relationship Id="rId291" Type="http://schemas.openxmlformats.org/officeDocument/2006/relationships/image" Target="../media/image4070.png"/><Relationship Id="rId305" Type="http://schemas.openxmlformats.org/officeDocument/2006/relationships/image" Target="../media/image4140.png"/><Relationship Id="rId347" Type="http://schemas.openxmlformats.org/officeDocument/2006/relationships/image" Target="../media/image4350.png"/><Relationship Id="rId44" Type="http://schemas.openxmlformats.org/officeDocument/2006/relationships/customXml" Target="../ink/ink544.xml"/><Relationship Id="rId86" Type="http://schemas.openxmlformats.org/officeDocument/2006/relationships/customXml" Target="../ink/ink565.xml"/><Relationship Id="rId151" Type="http://schemas.openxmlformats.org/officeDocument/2006/relationships/image" Target="../media/image3370.png"/><Relationship Id="rId389" Type="http://schemas.openxmlformats.org/officeDocument/2006/relationships/image" Target="../media/image4560.png"/><Relationship Id="rId193" Type="http://schemas.openxmlformats.org/officeDocument/2006/relationships/image" Target="../media/image3580.png"/><Relationship Id="rId207" Type="http://schemas.openxmlformats.org/officeDocument/2006/relationships/image" Target="../media/image3650.png"/><Relationship Id="rId249" Type="http://schemas.openxmlformats.org/officeDocument/2006/relationships/image" Target="../media/image3860.png"/><Relationship Id="rId414" Type="http://schemas.openxmlformats.org/officeDocument/2006/relationships/customXml" Target="../ink/ink729.xml"/><Relationship Id="rId456" Type="http://schemas.openxmlformats.org/officeDocument/2006/relationships/customXml" Target="../ink/ink750.xml"/><Relationship Id="rId13" Type="http://schemas.openxmlformats.org/officeDocument/2006/relationships/image" Target="../media/image2680.png"/><Relationship Id="rId109" Type="http://schemas.openxmlformats.org/officeDocument/2006/relationships/image" Target="../media/image3160.png"/><Relationship Id="rId260" Type="http://schemas.openxmlformats.org/officeDocument/2006/relationships/customXml" Target="../ink/ink652.xml"/><Relationship Id="rId316" Type="http://schemas.openxmlformats.org/officeDocument/2006/relationships/customXml" Target="../ink/ink680.xml"/><Relationship Id="rId55" Type="http://schemas.openxmlformats.org/officeDocument/2006/relationships/image" Target="../media/image2890.png"/><Relationship Id="rId97" Type="http://schemas.openxmlformats.org/officeDocument/2006/relationships/image" Target="../media/image3101.png"/><Relationship Id="rId120" Type="http://schemas.openxmlformats.org/officeDocument/2006/relationships/customXml" Target="../ink/ink582.xml"/><Relationship Id="rId358" Type="http://schemas.openxmlformats.org/officeDocument/2006/relationships/customXml" Target="../ink/ink701.xml"/><Relationship Id="rId162" Type="http://schemas.openxmlformats.org/officeDocument/2006/relationships/customXml" Target="../ink/ink603.xml"/><Relationship Id="rId218" Type="http://schemas.openxmlformats.org/officeDocument/2006/relationships/customXml" Target="../ink/ink631.xml"/><Relationship Id="rId425" Type="http://schemas.openxmlformats.org/officeDocument/2006/relationships/image" Target="../media/image474.png"/><Relationship Id="rId467" Type="http://schemas.openxmlformats.org/officeDocument/2006/relationships/image" Target="../media/image495.png"/><Relationship Id="rId271" Type="http://schemas.openxmlformats.org/officeDocument/2006/relationships/image" Target="../media/image3970.png"/><Relationship Id="rId24" Type="http://schemas.openxmlformats.org/officeDocument/2006/relationships/customXml" Target="../ink/ink534.xml"/><Relationship Id="rId66" Type="http://schemas.openxmlformats.org/officeDocument/2006/relationships/customXml" Target="../ink/ink555.xml"/><Relationship Id="rId131" Type="http://schemas.openxmlformats.org/officeDocument/2006/relationships/image" Target="../media/image3270.png"/><Relationship Id="rId327" Type="http://schemas.openxmlformats.org/officeDocument/2006/relationships/image" Target="../media/image4250.png"/><Relationship Id="rId369" Type="http://schemas.openxmlformats.org/officeDocument/2006/relationships/image" Target="../media/image4460.png"/><Relationship Id="rId173" Type="http://schemas.openxmlformats.org/officeDocument/2006/relationships/image" Target="../media/image3480.png"/><Relationship Id="rId229" Type="http://schemas.openxmlformats.org/officeDocument/2006/relationships/image" Target="../media/image3760.png"/><Relationship Id="rId380" Type="http://schemas.openxmlformats.org/officeDocument/2006/relationships/customXml" Target="../ink/ink712.xml"/><Relationship Id="rId436" Type="http://schemas.openxmlformats.org/officeDocument/2006/relationships/customXml" Target="../ink/ink740.xml"/><Relationship Id="rId240" Type="http://schemas.openxmlformats.org/officeDocument/2006/relationships/customXml" Target="../ink/ink642.xml"/><Relationship Id="rId35" Type="http://schemas.openxmlformats.org/officeDocument/2006/relationships/image" Target="../media/image2790.png"/><Relationship Id="rId77" Type="http://schemas.openxmlformats.org/officeDocument/2006/relationships/image" Target="../media/image3000.png"/><Relationship Id="rId100" Type="http://schemas.openxmlformats.org/officeDocument/2006/relationships/customXml" Target="../ink/ink572.xml"/><Relationship Id="rId282" Type="http://schemas.openxmlformats.org/officeDocument/2006/relationships/customXml" Target="../ink/ink663.xml"/><Relationship Id="rId338" Type="http://schemas.openxmlformats.org/officeDocument/2006/relationships/customXml" Target="../ink/ink691.xml"/><Relationship Id="rId8" Type="http://schemas.openxmlformats.org/officeDocument/2006/relationships/customXml" Target="../ink/ink526.xml"/><Relationship Id="rId142" Type="http://schemas.openxmlformats.org/officeDocument/2006/relationships/customXml" Target="../ink/ink593.xml"/><Relationship Id="rId184" Type="http://schemas.openxmlformats.org/officeDocument/2006/relationships/customXml" Target="../ink/ink614.xml"/><Relationship Id="rId391" Type="http://schemas.openxmlformats.org/officeDocument/2006/relationships/image" Target="../media/image4570.png"/><Relationship Id="rId405" Type="http://schemas.openxmlformats.org/officeDocument/2006/relationships/image" Target="../media/image4640.png"/><Relationship Id="rId447" Type="http://schemas.openxmlformats.org/officeDocument/2006/relationships/image" Target="../media/image485.png"/><Relationship Id="rId251" Type="http://schemas.openxmlformats.org/officeDocument/2006/relationships/image" Target="../media/image3870.png"/><Relationship Id="rId46" Type="http://schemas.openxmlformats.org/officeDocument/2006/relationships/customXml" Target="../ink/ink545.xml"/><Relationship Id="rId293" Type="http://schemas.openxmlformats.org/officeDocument/2006/relationships/image" Target="../media/image4080.png"/><Relationship Id="rId307" Type="http://schemas.openxmlformats.org/officeDocument/2006/relationships/image" Target="../media/image4150.png"/><Relationship Id="rId349" Type="http://schemas.openxmlformats.org/officeDocument/2006/relationships/image" Target="../media/image4360.png"/><Relationship Id="rId88" Type="http://schemas.openxmlformats.org/officeDocument/2006/relationships/customXml" Target="../ink/ink566.xml"/><Relationship Id="rId111" Type="http://schemas.openxmlformats.org/officeDocument/2006/relationships/image" Target="../media/image3170.png"/><Relationship Id="rId153" Type="http://schemas.openxmlformats.org/officeDocument/2006/relationships/image" Target="../media/image3380.png"/><Relationship Id="rId195" Type="http://schemas.openxmlformats.org/officeDocument/2006/relationships/image" Target="../media/image3590.png"/><Relationship Id="rId209" Type="http://schemas.openxmlformats.org/officeDocument/2006/relationships/image" Target="../media/image3660.png"/><Relationship Id="rId360" Type="http://schemas.openxmlformats.org/officeDocument/2006/relationships/customXml" Target="../ink/ink702.xml"/><Relationship Id="rId416" Type="http://schemas.openxmlformats.org/officeDocument/2006/relationships/customXml" Target="../ink/ink730.xml"/><Relationship Id="rId220" Type="http://schemas.openxmlformats.org/officeDocument/2006/relationships/customXml" Target="../ink/ink632.xml"/><Relationship Id="rId458" Type="http://schemas.openxmlformats.org/officeDocument/2006/relationships/customXml" Target="../ink/ink751.xml"/><Relationship Id="rId15" Type="http://schemas.openxmlformats.org/officeDocument/2006/relationships/image" Target="../media/image2690.png"/><Relationship Id="rId57" Type="http://schemas.openxmlformats.org/officeDocument/2006/relationships/image" Target="../media/image2900.png"/><Relationship Id="rId262" Type="http://schemas.openxmlformats.org/officeDocument/2006/relationships/customXml" Target="../ink/ink653.xml"/><Relationship Id="rId318" Type="http://schemas.openxmlformats.org/officeDocument/2006/relationships/customXml" Target="../ink/ink681.xml"/><Relationship Id="rId99" Type="http://schemas.openxmlformats.org/officeDocument/2006/relationships/image" Target="../media/image3111.png"/><Relationship Id="rId122" Type="http://schemas.openxmlformats.org/officeDocument/2006/relationships/customXml" Target="../ink/ink583.xml"/><Relationship Id="rId164" Type="http://schemas.openxmlformats.org/officeDocument/2006/relationships/customXml" Target="../ink/ink604.xml"/><Relationship Id="rId371" Type="http://schemas.openxmlformats.org/officeDocument/2006/relationships/image" Target="../media/image4470.png"/><Relationship Id="rId427" Type="http://schemas.openxmlformats.org/officeDocument/2006/relationships/image" Target="../media/image475.png"/><Relationship Id="rId26" Type="http://schemas.openxmlformats.org/officeDocument/2006/relationships/customXml" Target="../ink/ink535.xml"/><Relationship Id="rId231" Type="http://schemas.openxmlformats.org/officeDocument/2006/relationships/image" Target="../media/image3770.png"/><Relationship Id="rId273" Type="http://schemas.openxmlformats.org/officeDocument/2006/relationships/image" Target="../media/image3980.png"/><Relationship Id="rId329" Type="http://schemas.openxmlformats.org/officeDocument/2006/relationships/image" Target="../media/image4260.png"/><Relationship Id="rId68" Type="http://schemas.openxmlformats.org/officeDocument/2006/relationships/customXml" Target="../ink/ink556.xml"/><Relationship Id="rId133" Type="http://schemas.openxmlformats.org/officeDocument/2006/relationships/image" Target="../media/image3280.png"/><Relationship Id="rId175" Type="http://schemas.openxmlformats.org/officeDocument/2006/relationships/image" Target="../media/image3490.png"/><Relationship Id="rId340" Type="http://schemas.openxmlformats.org/officeDocument/2006/relationships/customXml" Target="../ink/ink692.xml"/><Relationship Id="rId200" Type="http://schemas.openxmlformats.org/officeDocument/2006/relationships/customXml" Target="../ink/ink622.xml"/><Relationship Id="rId382" Type="http://schemas.openxmlformats.org/officeDocument/2006/relationships/customXml" Target="../ink/ink713.xml"/><Relationship Id="rId438" Type="http://schemas.openxmlformats.org/officeDocument/2006/relationships/customXml" Target="../ink/ink741.xml"/><Relationship Id="rId242" Type="http://schemas.openxmlformats.org/officeDocument/2006/relationships/customXml" Target="../ink/ink643.xml"/><Relationship Id="rId284" Type="http://schemas.openxmlformats.org/officeDocument/2006/relationships/customXml" Target="../ink/ink664.xml"/><Relationship Id="rId37" Type="http://schemas.openxmlformats.org/officeDocument/2006/relationships/image" Target="../media/image2800.png"/><Relationship Id="rId79" Type="http://schemas.openxmlformats.org/officeDocument/2006/relationships/image" Target="../media/image3011.png"/><Relationship Id="rId102" Type="http://schemas.openxmlformats.org/officeDocument/2006/relationships/customXml" Target="../ink/ink573.xml"/><Relationship Id="rId144" Type="http://schemas.openxmlformats.org/officeDocument/2006/relationships/customXml" Target="../ink/ink594.xml"/><Relationship Id="rId90" Type="http://schemas.openxmlformats.org/officeDocument/2006/relationships/customXml" Target="../ink/ink567.xml"/><Relationship Id="rId186" Type="http://schemas.openxmlformats.org/officeDocument/2006/relationships/customXml" Target="../ink/ink615.xml"/><Relationship Id="rId351" Type="http://schemas.openxmlformats.org/officeDocument/2006/relationships/image" Target="../media/image4370.png"/><Relationship Id="rId393" Type="http://schemas.openxmlformats.org/officeDocument/2006/relationships/image" Target="../media/image4580.png"/><Relationship Id="rId407" Type="http://schemas.openxmlformats.org/officeDocument/2006/relationships/image" Target="../media/image4650.png"/><Relationship Id="rId449" Type="http://schemas.openxmlformats.org/officeDocument/2006/relationships/image" Target="../media/image486.png"/><Relationship Id="rId211" Type="http://schemas.openxmlformats.org/officeDocument/2006/relationships/image" Target="../media/image3670.png"/><Relationship Id="rId253" Type="http://schemas.openxmlformats.org/officeDocument/2006/relationships/image" Target="../media/image3880.png"/><Relationship Id="rId295" Type="http://schemas.openxmlformats.org/officeDocument/2006/relationships/image" Target="../media/image4090.png"/><Relationship Id="rId309" Type="http://schemas.openxmlformats.org/officeDocument/2006/relationships/image" Target="../media/image4160.png"/><Relationship Id="rId460" Type="http://schemas.openxmlformats.org/officeDocument/2006/relationships/customXml" Target="../ink/ink752.xml"/><Relationship Id="rId48" Type="http://schemas.openxmlformats.org/officeDocument/2006/relationships/customXml" Target="../ink/ink546.xml"/><Relationship Id="rId113" Type="http://schemas.openxmlformats.org/officeDocument/2006/relationships/image" Target="../media/image3180.png"/><Relationship Id="rId320" Type="http://schemas.openxmlformats.org/officeDocument/2006/relationships/customXml" Target="../ink/ink682.xml"/><Relationship Id="rId155" Type="http://schemas.openxmlformats.org/officeDocument/2006/relationships/image" Target="../media/image3390.png"/><Relationship Id="rId197" Type="http://schemas.openxmlformats.org/officeDocument/2006/relationships/image" Target="../media/image3600.png"/><Relationship Id="rId362" Type="http://schemas.openxmlformats.org/officeDocument/2006/relationships/customXml" Target="../ink/ink703.xml"/><Relationship Id="rId418" Type="http://schemas.openxmlformats.org/officeDocument/2006/relationships/customXml" Target="../ink/ink731.xml"/><Relationship Id="rId222" Type="http://schemas.openxmlformats.org/officeDocument/2006/relationships/customXml" Target="../ink/ink633.xml"/><Relationship Id="rId264" Type="http://schemas.openxmlformats.org/officeDocument/2006/relationships/customXml" Target="../ink/ink654.xml"/><Relationship Id="rId17" Type="http://schemas.openxmlformats.org/officeDocument/2006/relationships/image" Target="../media/image2700.png"/><Relationship Id="rId59" Type="http://schemas.openxmlformats.org/officeDocument/2006/relationships/image" Target="../media/image2911.png"/><Relationship Id="rId124" Type="http://schemas.openxmlformats.org/officeDocument/2006/relationships/customXml" Target="../ink/ink584.xml"/><Relationship Id="rId70" Type="http://schemas.openxmlformats.org/officeDocument/2006/relationships/customXml" Target="../ink/ink557.xml"/><Relationship Id="rId166" Type="http://schemas.openxmlformats.org/officeDocument/2006/relationships/customXml" Target="../ink/ink605.xml"/><Relationship Id="rId331" Type="http://schemas.openxmlformats.org/officeDocument/2006/relationships/image" Target="../media/image4270.png"/><Relationship Id="rId373" Type="http://schemas.openxmlformats.org/officeDocument/2006/relationships/image" Target="../media/image4480.png"/><Relationship Id="rId429" Type="http://schemas.openxmlformats.org/officeDocument/2006/relationships/image" Target="../media/image476.png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3780.png"/><Relationship Id="rId440" Type="http://schemas.openxmlformats.org/officeDocument/2006/relationships/customXml" Target="../ink/ink742.xml"/><Relationship Id="rId28" Type="http://schemas.openxmlformats.org/officeDocument/2006/relationships/customXml" Target="../ink/ink536.xml"/><Relationship Id="rId275" Type="http://schemas.openxmlformats.org/officeDocument/2006/relationships/image" Target="../media/image3990.png"/><Relationship Id="rId300" Type="http://schemas.openxmlformats.org/officeDocument/2006/relationships/customXml" Target="../ink/ink672.xml"/><Relationship Id="rId81" Type="http://schemas.openxmlformats.org/officeDocument/2006/relationships/image" Target="../media/image3020.png"/><Relationship Id="rId135" Type="http://schemas.openxmlformats.org/officeDocument/2006/relationships/image" Target="../media/image3290.png"/><Relationship Id="rId177" Type="http://schemas.openxmlformats.org/officeDocument/2006/relationships/image" Target="../media/image3500.png"/><Relationship Id="rId342" Type="http://schemas.openxmlformats.org/officeDocument/2006/relationships/customXml" Target="../ink/ink693.xml"/><Relationship Id="rId384" Type="http://schemas.openxmlformats.org/officeDocument/2006/relationships/customXml" Target="../ink/ink714.xml"/><Relationship Id="rId202" Type="http://schemas.openxmlformats.org/officeDocument/2006/relationships/customXml" Target="../ink/ink623.xml"/><Relationship Id="rId244" Type="http://schemas.openxmlformats.org/officeDocument/2006/relationships/customXml" Target="../ink/ink644.xml"/><Relationship Id="rId39" Type="http://schemas.openxmlformats.org/officeDocument/2006/relationships/image" Target="../media/image2811.png"/><Relationship Id="rId286" Type="http://schemas.openxmlformats.org/officeDocument/2006/relationships/customXml" Target="../ink/ink665.xml"/><Relationship Id="rId451" Type="http://schemas.openxmlformats.org/officeDocument/2006/relationships/image" Target="../media/image487.png"/><Relationship Id="rId50" Type="http://schemas.openxmlformats.org/officeDocument/2006/relationships/customXml" Target="../ink/ink547.xml"/><Relationship Id="rId104" Type="http://schemas.openxmlformats.org/officeDocument/2006/relationships/customXml" Target="../ink/ink574.xml"/><Relationship Id="rId146" Type="http://schemas.openxmlformats.org/officeDocument/2006/relationships/customXml" Target="../ink/ink595.xml"/><Relationship Id="rId188" Type="http://schemas.openxmlformats.org/officeDocument/2006/relationships/customXml" Target="../ink/ink616.xml"/><Relationship Id="rId311" Type="http://schemas.openxmlformats.org/officeDocument/2006/relationships/image" Target="../media/image4170.png"/><Relationship Id="rId353" Type="http://schemas.openxmlformats.org/officeDocument/2006/relationships/image" Target="../media/image4380.png"/><Relationship Id="rId395" Type="http://schemas.openxmlformats.org/officeDocument/2006/relationships/image" Target="../media/image4590.png"/><Relationship Id="rId409" Type="http://schemas.openxmlformats.org/officeDocument/2006/relationships/image" Target="../media/image466.png"/><Relationship Id="rId92" Type="http://schemas.openxmlformats.org/officeDocument/2006/relationships/customXml" Target="../ink/ink568.xml"/><Relationship Id="rId213" Type="http://schemas.openxmlformats.org/officeDocument/2006/relationships/image" Target="../media/image3680.png"/><Relationship Id="rId420" Type="http://schemas.openxmlformats.org/officeDocument/2006/relationships/customXml" Target="../ink/ink732.xml"/><Relationship Id="rId255" Type="http://schemas.openxmlformats.org/officeDocument/2006/relationships/image" Target="../media/image3890.png"/><Relationship Id="rId297" Type="http://schemas.openxmlformats.org/officeDocument/2006/relationships/image" Target="../media/image4101.png"/><Relationship Id="rId462" Type="http://schemas.openxmlformats.org/officeDocument/2006/relationships/customXml" Target="../ink/ink753.xml"/><Relationship Id="rId115" Type="http://schemas.openxmlformats.org/officeDocument/2006/relationships/image" Target="../media/image3190.png"/><Relationship Id="rId157" Type="http://schemas.openxmlformats.org/officeDocument/2006/relationships/image" Target="../media/image3400.png"/><Relationship Id="rId322" Type="http://schemas.openxmlformats.org/officeDocument/2006/relationships/customXml" Target="../ink/ink683.xml"/><Relationship Id="rId364" Type="http://schemas.openxmlformats.org/officeDocument/2006/relationships/customXml" Target="../ink/ink704.xml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53.png"/><Relationship Id="rId21" Type="http://schemas.openxmlformats.org/officeDocument/2006/relationships/image" Target="../media/image505.png"/><Relationship Id="rId42" Type="http://schemas.openxmlformats.org/officeDocument/2006/relationships/customXml" Target="../ink/ink776.xml"/><Relationship Id="rId47" Type="http://schemas.openxmlformats.org/officeDocument/2006/relationships/image" Target="../media/image518.png"/><Relationship Id="rId63" Type="http://schemas.openxmlformats.org/officeDocument/2006/relationships/image" Target="../media/image526.png"/><Relationship Id="rId68" Type="http://schemas.openxmlformats.org/officeDocument/2006/relationships/customXml" Target="../ink/ink789.xml"/><Relationship Id="rId84" Type="http://schemas.openxmlformats.org/officeDocument/2006/relationships/customXml" Target="../ink/ink797.xml"/><Relationship Id="rId89" Type="http://schemas.openxmlformats.org/officeDocument/2006/relationships/image" Target="../media/image539.png"/><Relationship Id="rId112" Type="http://schemas.openxmlformats.org/officeDocument/2006/relationships/customXml" Target="../ink/ink811.xml"/><Relationship Id="rId16" Type="http://schemas.openxmlformats.org/officeDocument/2006/relationships/customXml" Target="../ink/ink763.xml"/><Relationship Id="rId107" Type="http://schemas.openxmlformats.org/officeDocument/2006/relationships/image" Target="../media/image548.png"/><Relationship Id="rId11" Type="http://schemas.openxmlformats.org/officeDocument/2006/relationships/image" Target="../media/image500.png"/><Relationship Id="rId32" Type="http://schemas.openxmlformats.org/officeDocument/2006/relationships/customXml" Target="../ink/ink771.xml"/><Relationship Id="rId37" Type="http://schemas.openxmlformats.org/officeDocument/2006/relationships/image" Target="../media/image513.png"/><Relationship Id="rId53" Type="http://schemas.openxmlformats.org/officeDocument/2006/relationships/image" Target="../media/image521.png"/><Relationship Id="rId58" Type="http://schemas.openxmlformats.org/officeDocument/2006/relationships/customXml" Target="../ink/ink784.xml"/><Relationship Id="rId74" Type="http://schemas.openxmlformats.org/officeDocument/2006/relationships/customXml" Target="../ink/ink792.xml"/><Relationship Id="rId79" Type="http://schemas.openxmlformats.org/officeDocument/2006/relationships/image" Target="../media/image534.png"/><Relationship Id="rId102" Type="http://schemas.openxmlformats.org/officeDocument/2006/relationships/customXml" Target="../ink/ink806.xml"/><Relationship Id="rId123" Type="http://schemas.openxmlformats.org/officeDocument/2006/relationships/image" Target="../media/image556.png"/><Relationship Id="rId128" Type="http://schemas.openxmlformats.org/officeDocument/2006/relationships/customXml" Target="../ink/ink819.xml"/><Relationship Id="rId5" Type="http://schemas.openxmlformats.org/officeDocument/2006/relationships/image" Target="../media/image497.png"/><Relationship Id="rId90" Type="http://schemas.openxmlformats.org/officeDocument/2006/relationships/customXml" Target="../ink/ink800.xml"/><Relationship Id="rId95" Type="http://schemas.openxmlformats.org/officeDocument/2006/relationships/image" Target="../media/image542.png"/><Relationship Id="rId22" Type="http://schemas.openxmlformats.org/officeDocument/2006/relationships/customXml" Target="../ink/ink766.xml"/><Relationship Id="rId27" Type="http://schemas.openxmlformats.org/officeDocument/2006/relationships/image" Target="../media/image508.png"/><Relationship Id="rId43" Type="http://schemas.openxmlformats.org/officeDocument/2006/relationships/image" Target="../media/image516.png"/><Relationship Id="rId48" Type="http://schemas.openxmlformats.org/officeDocument/2006/relationships/customXml" Target="../ink/ink779.xml"/><Relationship Id="rId64" Type="http://schemas.openxmlformats.org/officeDocument/2006/relationships/customXml" Target="../ink/ink787.xml"/><Relationship Id="rId69" Type="http://schemas.openxmlformats.org/officeDocument/2006/relationships/image" Target="../media/image529.png"/><Relationship Id="rId113" Type="http://schemas.openxmlformats.org/officeDocument/2006/relationships/image" Target="../media/image551.png"/><Relationship Id="rId118" Type="http://schemas.openxmlformats.org/officeDocument/2006/relationships/customXml" Target="../ink/ink814.xml"/><Relationship Id="rId80" Type="http://schemas.openxmlformats.org/officeDocument/2006/relationships/customXml" Target="../ink/ink795.xml"/><Relationship Id="rId85" Type="http://schemas.openxmlformats.org/officeDocument/2006/relationships/image" Target="../media/image537.png"/><Relationship Id="rId12" Type="http://schemas.openxmlformats.org/officeDocument/2006/relationships/customXml" Target="../ink/ink761.xml"/><Relationship Id="rId17" Type="http://schemas.openxmlformats.org/officeDocument/2006/relationships/image" Target="../media/image503.png"/><Relationship Id="rId33" Type="http://schemas.openxmlformats.org/officeDocument/2006/relationships/image" Target="../media/image511.png"/><Relationship Id="rId38" Type="http://schemas.openxmlformats.org/officeDocument/2006/relationships/customXml" Target="../ink/ink774.xml"/><Relationship Id="rId59" Type="http://schemas.openxmlformats.org/officeDocument/2006/relationships/image" Target="../media/image524.png"/><Relationship Id="rId103" Type="http://schemas.openxmlformats.org/officeDocument/2006/relationships/image" Target="../media/image546.png"/><Relationship Id="rId108" Type="http://schemas.openxmlformats.org/officeDocument/2006/relationships/customXml" Target="../ink/ink809.xml"/><Relationship Id="rId124" Type="http://schemas.openxmlformats.org/officeDocument/2006/relationships/customXml" Target="../ink/ink817.xml"/><Relationship Id="rId129" Type="http://schemas.openxmlformats.org/officeDocument/2006/relationships/image" Target="../media/image559.png"/><Relationship Id="rId54" Type="http://schemas.openxmlformats.org/officeDocument/2006/relationships/customXml" Target="../ink/ink782.xml"/><Relationship Id="rId70" Type="http://schemas.openxmlformats.org/officeDocument/2006/relationships/customXml" Target="../ink/ink790.xml"/><Relationship Id="rId75" Type="http://schemas.openxmlformats.org/officeDocument/2006/relationships/image" Target="../media/image532.png"/><Relationship Id="rId91" Type="http://schemas.openxmlformats.org/officeDocument/2006/relationships/image" Target="../media/image540.png"/><Relationship Id="rId96" Type="http://schemas.openxmlformats.org/officeDocument/2006/relationships/customXml" Target="../ink/ink80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758.xml"/><Relationship Id="rId23" Type="http://schemas.openxmlformats.org/officeDocument/2006/relationships/image" Target="../media/image506.png"/><Relationship Id="rId28" Type="http://schemas.openxmlformats.org/officeDocument/2006/relationships/customXml" Target="../ink/ink769.xml"/><Relationship Id="rId49" Type="http://schemas.openxmlformats.org/officeDocument/2006/relationships/image" Target="../media/image519.png"/><Relationship Id="rId114" Type="http://schemas.openxmlformats.org/officeDocument/2006/relationships/customXml" Target="../ink/ink812.xml"/><Relationship Id="rId119" Type="http://schemas.openxmlformats.org/officeDocument/2006/relationships/image" Target="../media/image554.png"/><Relationship Id="rId44" Type="http://schemas.openxmlformats.org/officeDocument/2006/relationships/customXml" Target="../ink/ink777.xml"/><Relationship Id="rId60" Type="http://schemas.openxmlformats.org/officeDocument/2006/relationships/customXml" Target="../ink/ink785.xml"/><Relationship Id="rId65" Type="http://schemas.openxmlformats.org/officeDocument/2006/relationships/image" Target="../media/image527.png"/><Relationship Id="rId81" Type="http://schemas.openxmlformats.org/officeDocument/2006/relationships/image" Target="../media/image535.png"/><Relationship Id="rId86" Type="http://schemas.openxmlformats.org/officeDocument/2006/relationships/customXml" Target="../ink/ink798.xml"/><Relationship Id="rId13" Type="http://schemas.openxmlformats.org/officeDocument/2006/relationships/image" Target="../media/image501.png"/><Relationship Id="rId18" Type="http://schemas.openxmlformats.org/officeDocument/2006/relationships/customXml" Target="../ink/ink764.xml"/><Relationship Id="rId39" Type="http://schemas.openxmlformats.org/officeDocument/2006/relationships/image" Target="../media/image514.png"/><Relationship Id="rId109" Type="http://schemas.openxmlformats.org/officeDocument/2006/relationships/image" Target="../media/image549.png"/><Relationship Id="rId34" Type="http://schemas.openxmlformats.org/officeDocument/2006/relationships/customXml" Target="../ink/ink772.xml"/><Relationship Id="rId50" Type="http://schemas.openxmlformats.org/officeDocument/2006/relationships/customXml" Target="../ink/ink780.xml"/><Relationship Id="rId55" Type="http://schemas.openxmlformats.org/officeDocument/2006/relationships/image" Target="../media/image522.png"/><Relationship Id="rId76" Type="http://schemas.openxmlformats.org/officeDocument/2006/relationships/customXml" Target="../ink/ink793.xml"/><Relationship Id="rId97" Type="http://schemas.openxmlformats.org/officeDocument/2006/relationships/image" Target="../media/image543.png"/><Relationship Id="rId104" Type="http://schemas.openxmlformats.org/officeDocument/2006/relationships/customXml" Target="../ink/ink807.xml"/><Relationship Id="rId120" Type="http://schemas.openxmlformats.org/officeDocument/2006/relationships/customXml" Target="../ink/ink815.xml"/><Relationship Id="rId125" Type="http://schemas.openxmlformats.org/officeDocument/2006/relationships/image" Target="../media/image557.png"/><Relationship Id="rId7" Type="http://schemas.openxmlformats.org/officeDocument/2006/relationships/image" Target="../media/image498.png"/><Relationship Id="rId71" Type="http://schemas.openxmlformats.org/officeDocument/2006/relationships/image" Target="../media/image530.png"/><Relationship Id="rId92" Type="http://schemas.openxmlformats.org/officeDocument/2006/relationships/customXml" Target="../ink/ink801.xml"/><Relationship Id="rId2" Type="http://schemas.openxmlformats.org/officeDocument/2006/relationships/customXml" Target="../ink/ink756.xml"/><Relationship Id="rId29" Type="http://schemas.openxmlformats.org/officeDocument/2006/relationships/image" Target="../media/image509.png"/><Relationship Id="rId24" Type="http://schemas.openxmlformats.org/officeDocument/2006/relationships/customXml" Target="../ink/ink767.xml"/><Relationship Id="rId40" Type="http://schemas.openxmlformats.org/officeDocument/2006/relationships/customXml" Target="../ink/ink775.xml"/><Relationship Id="rId45" Type="http://schemas.openxmlformats.org/officeDocument/2006/relationships/image" Target="../media/image517.png"/><Relationship Id="rId66" Type="http://schemas.openxmlformats.org/officeDocument/2006/relationships/customXml" Target="../ink/ink788.xml"/><Relationship Id="rId87" Type="http://schemas.openxmlformats.org/officeDocument/2006/relationships/image" Target="../media/image538.png"/><Relationship Id="rId110" Type="http://schemas.openxmlformats.org/officeDocument/2006/relationships/customXml" Target="../ink/ink810.xml"/><Relationship Id="rId115" Type="http://schemas.openxmlformats.org/officeDocument/2006/relationships/image" Target="../media/image552.png"/><Relationship Id="rId61" Type="http://schemas.openxmlformats.org/officeDocument/2006/relationships/image" Target="../media/image525.png"/><Relationship Id="rId82" Type="http://schemas.openxmlformats.org/officeDocument/2006/relationships/customXml" Target="../ink/ink796.xml"/><Relationship Id="rId19" Type="http://schemas.openxmlformats.org/officeDocument/2006/relationships/image" Target="../media/image504.png"/><Relationship Id="rId14" Type="http://schemas.openxmlformats.org/officeDocument/2006/relationships/customXml" Target="../ink/ink762.xml"/><Relationship Id="rId30" Type="http://schemas.openxmlformats.org/officeDocument/2006/relationships/customXml" Target="../ink/ink770.xml"/><Relationship Id="rId35" Type="http://schemas.openxmlformats.org/officeDocument/2006/relationships/image" Target="../media/image512.png"/><Relationship Id="rId56" Type="http://schemas.openxmlformats.org/officeDocument/2006/relationships/customXml" Target="../ink/ink783.xml"/><Relationship Id="rId77" Type="http://schemas.openxmlformats.org/officeDocument/2006/relationships/image" Target="../media/image533.png"/><Relationship Id="rId100" Type="http://schemas.openxmlformats.org/officeDocument/2006/relationships/customXml" Target="../ink/ink805.xml"/><Relationship Id="rId105" Type="http://schemas.openxmlformats.org/officeDocument/2006/relationships/image" Target="../media/image547.png"/><Relationship Id="rId126" Type="http://schemas.openxmlformats.org/officeDocument/2006/relationships/customXml" Target="../ink/ink818.xml"/><Relationship Id="rId8" Type="http://schemas.openxmlformats.org/officeDocument/2006/relationships/customXml" Target="../ink/ink759.xml"/><Relationship Id="rId51" Type="http://schemas.openxmlformats.org/officeDocument/2006/relationships/image" Target="../media/image520.png"/><Relationship Id="rId72" Type="http://schemas.openxmlformats.org/officeDocument/2006/relationships/customXml" Target="../ink/ink791.xml"/><Relationship Id="rId93" Type="http://schemas.openxmlformats.org/officeDocument/2006/relationships/image" Target="../media/image541.png"/><Relationship Id="rId98" Type="http://schemas.openxmlformats.org/officeDocument/2006/relationships/customXml" Target="../ink/ink804.xml"/><Relationship Id="rId121" Type="http://schemas.openxmlformats.org/officeDocument/2006/relationships/image" Target="../media/image555.png"/><Relationship Id="rId3" Type="http://schemas.openxmlformats.org/officeDocument/2006/relationships/image" Target="../media/image496.png"/><Relationship Id="rId25" Type="http://schemas.openxmlformats.org/officeDocument/2006/relationships/image" Target="../media/image507.png"/><Relationship Id="rId46" Type="http://schemas.openxmlformats.org/officeDocument/2006/relationships/customXml" Target="../ink/ink778.xml"/><Relationship Id="rId67" Type="http://schemas.openxmlformats.org/officeDocument/2006/relationships/image" Target="../media/image528.png"/><Relationship Id="rId116" Type="http://schemas.openxmlformats.org/officeDocument/2006/relationships/customXml" Target="../ink/ink813.xml"/><Relationship Id="rId20" Type="http://schemas.openxmlformats.org/officeDocument/2006/relationships/customXml" Target="../ink/ink765.xml"/><Relationship Id="rId41" Type="http://schemas.openxmlformats.org/officeDocument/2006/relationships/image" Target="../media/image515.png"/><Relationship Id="rId62" Type="http://schemas.openxmlformats.org/officeDocument/2006/relationships/customXml" Target="../ink/ink786.xml"/><Relationship Id="rId83" Type="http://schemas.openxmlformats.org/officeDocument/2006/relationships/image" Target="../media/image536.png"/><Relationship Id="rId88" Type="http://schemas.openxmlformats.org/officeDocument/2006/relationships/customXml" Target="../ink/ink799.xml"/><Relationship Id="rId111" Type="http://schemas.openxmlformats.org/officeDocument/2006/relationships/image" Target="../media/image550.png"/><Relationship Id="rId15" Type="http://schemas.openxmlformats.org/officeDocument/2006/relationships/image" Target="../media/image502.png"/><Relationship Id="rId36" Type="http://schemas.openxmlformats.org/officeDocument/2006/relationships/customXml" Target="../ink/ink773.xml"/><Relationship Id="rId57" Type="http://schemas.openxmlformats.org/officeDocument/2006/relationships/image" Target="../media/image523.png"/><Relationship Id="rId106" Type="http://schemas.openxmlformats.org/officeDocument/2006/relationships/customXml" Target="../ink/ink808.xml"/><Relationship Id="rId127" Type="http://schemas.openxmlformats.org/officeDocument/2006/relationships/image" Target="../media/image558.png"/><Relationship Id="rId10" Type="http://schemas.openxmlformats.org/officeDocument/2006/relationships/customXml" Target="../ink/ink760.xml"/><Relationship Id="rId31" Type="http://schemas.openxmlformats.org/officeDocument/2006/relationships/image" Target="../media/image510.png"/><Relationship Id="rId52" Type="http://schemas.openxmlformats.org/officeDocument/2006/relationships/customXml" Target="../ink/ink781.xml"/><Relationship Id="rId73" Type="http://schemas.openxmlformats.org/officeDocument/2006/relationships/image" Target="../media/image531.png"/><Relationship Id="rId78" Type="http://schemas.openxmlformats.org/officeDocument/2006/relationships/customXml" Target="../ink/ink794.xml"/><Relationship Id="rId94" Type="http://schemas.openxmlformats.org/officeDocument/2006/relationships/customXml" Target="../ink/ink802.xml"/><Relationship Id="rId99" Type="http://schemas.openxmlformats.org/officeDocument/2006/relationships/image" Target="../media/image544.png"/><Relationship Id="rId101" Type="http://schemas.openxmlformats.org/officeDocument/2006/relationships/image" Target="../media/image545.png"/><Relationship Id="rId122" Type="http://schemas.openxmlformats.org/officeDocument/2006/relationships/customXml" Target="../ink/ink816.xml"/><Relationship Id="rId4" Type="http://schemas.openxmlformats.org/officeDocument/2006/relationships/customXml" Target="../ink/ink757.xml"/><Relationship Id="rId9" Type="http://schemas.openxmlformats.org/officeDocument/2006/relationships/image" Target="../media/image499.png"/><Relationship Id="rId26" Type="http://schemas.openxmlformats.org/officeDocument/2006/relationships/customXml" Target="../ink/ink768.xml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11.png"/><Relationship Id="rId21" Type="http://schemas.openxmlformats.org/officeDocument/2006/relationships/image" Target="../media/image15710.png"/><Relationship Id="rId42" Type="http://schemas.openxmlformats.org/officeDocument/2006/relationships/customXml" Target="../ink/ink837.xml"/><Relationship Id="rId63" Type="http://schemas.openxmlformats.org/officeDocument/2006/relationships/image" Target="../media/image584.png"/><Relationship Id="rId84" Type="http://schemas.openxmlformats.org/officeDocument/2006/relationships/customXml" Target="../ink/ink858.xml"/><Relationship Id="rId138" Type="http://schemas.openxmlformats.org/officeDocument/2006/relationships/customXml" Target="../ink/ink885.xml"/><Relationship Id="rId159" Type="http://schemas.openxmlformats.org/officeDocument/2006/relationships/image" Target="../media/image632.png"/><Relationship Id="rId170" Type="http://schemas.openxmlformats.org/officeDocument/2006/relationships/customXml" Target="../ink/ink901.xml"/><Relationship Id="rId107" Type="http://schemas.openxmlformats.org/officeDocument/2006/relationships/image" Target="../media/image606.png"/><Relationship Id="rId11" Type="http://schemas.openxmlformats.org/officeDocument/2006/relationships/image" Target="../media/image15210.png"/><Relationship Id="rId32" Type="http://schemas.openxmlformats.org/officeDocument/2006/relationships/customXml" Target="../ink/ink832.xml"/><Relationship Id="rId53" Type="http://schemas.openxmlformats.org/officeDocument/2006/relationships/image" Target="../media/image579.png"/><Relationship Id="rId74" Type="http://schemas.openxmlformats.org/officeDocument/2006/relationships/customXml" Target="../ink/ink853.xml"/><Relationship Id="rId128" Type="http://schemas.openxmlformats.org/officeDocument/2006/relationships/customXml" Target="../ink/ink880.xml"/><Relationship Id="rId149" Type="http://schemas.openxmlformats.org/officeDocument/2006/relationships/image" Target="../media/image627.png"/><Relationship Id="rId5" Type="http://schemas.openxmlformats.org/officeDocument/2006/relationships/image" Target="../media/image563.png"/><Relationship Id="rId95" Type="http://schemas.openxmlformats.org/officeDocument/2006/relationships/image" Target="../media/image600.png"/><Relationship Id="rId160" Type="http://schemas.openxmlformats.org/officeDocument/2006/relationships/customXml" Target="../ink/ink896.xml"/><Relationship Id="rId181" Type="http://schemas.openxmlformats.org/officeDocument/2006/relationships/image" Target="../media/image643.png"/><Relationship Id="rId22" Type="http://schemas.openxmlformats.org/officeDocument/2006/relationships/customXml" Target="../ink/ink827.xml"/><Relationship Id="rId43" Type="http://schemas.openxmlformats.org/officeDocument/2006/relationships/image" Target="../media/image574.png"/><Relationship Id="rId64" Type="http://schemas.openxmlformats.org/officeDocument/2006/relationships/customXml" Target="../ink/ink848.xml"/><Relationship Id="rId118" Type="http://schemas.openxmlformats.org/officeDocument/2006/relationships/customXml" Target="../ink/ink875.xml"/><Relationship Id="rId139" Type="http://schemas.openxmlformats.org/officeDocument/2006/relationships/image" Target="../media/image622.png"/><Relationship Id="rId85" Type="http://schemas.openxmlformats.org/officeDocument/2006/relationships/image" Target="../media/image595.png"/><Relationship Id="rId150" Type="http://schemas.openxmlformats.org/officeDocument/2006/relationships/customXml" Target="../ink/ink891.xml"/><Relationship Id="rId171" Type="http://schemas.openxmlformats.org/officeDocument/2006/relationships/image" Target="../media/image638.png"/><Relationship Id="rId12" Type="http://schemas.openxmlformats.org/officeDocument/2006/relationships/customXml" Target="../ink/ink822.xml"/><Relationship Id="rId33" Type="http://schemas.openxmlformats.org/officeDocument/2006/relationships/image" Target="../media/image569.png"/><Relationship Id="rId108" Type="http://schemas.openxmlformats.org/officeDocument/2006/relationships/customXml" Target="../ink/ink870.xml"/><Relationship Id="rId129" Type="http://schemas.openxmlformats.org/officeDocument/2006/relationships/image" Target="../media/image617.png"/><Relationship Id="rId54" Type="http://schemas.openxmlformats.org/officeDocument/2006/relationships/customXml" Target="../ink/ink843.xml"/><Relationship Id="rId75" Type="http://schemas.openxmlformats.org/officeDocument/2006/relationships/image" Target="../media/image590.png"/><Relationship Id="rId96" Type="http://schemas.openxmlformats.org/officeDocument/2006/relationships/customXml" Target="../ink/ink864.xml"/><Relationship Id="rId140" Type="http://schemas.openxmlformats.org/officeDocument/2006/relationships/customXml" Target="../ink/ink886.xml"/><Relationship Id="rId161" Type="http://schemas.openxmlformats.org/officeDocument/2006/relationships/image" Target="../media/image633.png"/><Relationship Id="rId6" Type="http://schemas.openxmlformats.org/officeDocument/2006/relationships/image" Target="../media/image564.png"/><Relationship Id="rId23" Type="http://schemas.openxmlformats.org/officeDocument/2006/relationships/image" Target="../media/image15810.png"/><Relationship Id="rId119" Type="http://schemas.openxmlformats.org/officeDocument/2006/relationships/image" Target="../media/image612.png"/><Relationship Id="rId44" Type="http://schemas.openxmlformats.org/officeDocument/2006/relationships/customXml" Target="../ink/ink838.xml"/><Relationship Id="rId60" Type="http://schemas.openxmlformats.org/officeDocument/2006/relationships/customXml" Target="../ink/ink846.xml"/><Relationship Id="rId65" Type="http://schemas.openxmlformats.org/officeDocument/2006/relationships/image" Target="../media/image585.png"/><Relationship Id="rId81" Type="http://schemas.openxmlformats.org/officeDocument/2006/relationships/image" Target="../media/image593.png"/><Relationship Id="rId86" Type="http://schemas.openxmlformats.org/officeDocument/2006/relationships/customXml" Target="../ink/ink859.xml"/><Relationship Id="rId130" Type="http://schemas.openxmlformats.org/officeDocument/2006/relationships/customXml" Target="../ink/ink881.xml"/><Relationship Id="rId135" Type="http://schemas.openxmlformats.org/officeDocument/2006/relationships/image" Target="../media/image620.png"/><Relationship Id="rId151" Type="http://schemas.openxmlformats.org/officeDocument/2006/relationships/image" Target="../media/image628.png"/><Relationship Id="rId156" Type="http://schemas.openxmlformats.org/officeDocument/2006/relationships/customXml" Target="../ink/ink894.xml"/><Relationship Id="rId177" Type="http://schemas.openxmlformats.org/officeDocument/2006/relationships/image" Target="../media/image641.png"/><Relationship Id="rId172" Type="http://schemas.openxmlformats.org/officeDocument/2006/relationships/customXml" Target="../ink/ink902.xml"/><Relationship Id="rId13" Type="http://schemas.openxmlformats.org/officeDocument/2006/relationships/image" Target="../media/image15310.png"/><Relationship Id="rId18" Type="http://schemas.openxmlformats.org/officeDocument/2006/relationships/customXml" Target="../ink/ink825.xml"/><Relationship Id="rId39" Type="http://schemas.openxmlformats.org/officeDocument/2006/relationships/image" Target="../media/image572.png"/><Relationship Id="rId109" Type="http://schemas.openxmlformats.org/officeDocument/2006/relationships/image" Target="../media/image607.png"/><Relationship Id="rId34" Type="http://schemas.openxmlformats.org/officeDocument/2006/relationships/customXml" Target="../ink/ink833.xml"/><Relationship Id="rId50" Type="http://schemas.openxmlformats.org/officeDocument/2006/relationships/customXml" Target="../ink/ink841.xml"/><Relationship Id="rId55" Type="http://schemas.openxmlformats.org/officeDocument/2006/relationships/image" Target="../media/image580.png"/><Relationship Id="rId76" Type="http://schemas.openxmlformats.org/officeDocument/2006/relationships/customXml" Target="../ink/ink854.xml"/><Relationship Id="rId97" Type="http://schemas.openxmlformats.org/officeDocument/2006/relationships/image" Target="../media/image601.png"/><Relationship Id="rId104" Type="http://schemas.openxmlformats.org/officeDocument/2006/relationships/customXml" Target="../ink/ink868.xml"/><Relationship Id="rId120" Type="http://schemas.openxmlformats.org/officeDocument/2006/relationships/customXml" Target="../ink/ink876.xml"/><Relationship Id="rId125" Type="http://schemas.openxmlformats.org/officeDocument/2006/relationships/image" Target="../media/image615.png"/><Relationship Id="rId141" Type="http://schemas.openxmlformats.org/officeDocument/2006/relationships/image" Target="../media/image623.png"/><Relationship Id="rId146" Type="http://schemas.openxmlformats.org/officeDocument/2006/relationships/customXml" Target="../ink/ink889.xml"/><Relationship Id="rId167" Type="http://schemas.openxmlformats.org/officeDocument/2006/relationships/image" Target="../media/image636.png"/><Relationship Id="rId7" Type="http://schemas.openxmlformats.org/officeDocument/2006/relationships/image" Target="../media/image565.png"/><Relationship Id="rId71" Type="http://schemas.openxmlformats.org/officeDocument/2006/relationships/image" Target="../media/image588.png"/><Relationship Id="rId92" Type="http://schemas.openxmlformats.org/officeDocument/2006/relationships/customXml" Target="../ink/ink862.xml"/><Relationship Id="rId162" Type="http://schemas.openxmlformats.org/officeDocument/2006/relationships/customXml" Target="../ink/ink897.xml"/><Relationship Id="rId2" Type="http://schemas.openxmlformats.org/officeDocument/2006/relationships/image" Target="../media/image560.png"/><Relationship Id="rId29" Type="http://schemas.openxmlformats.org/officeDocument/2006/relationships/image" Target="../media/image567.png"/><Relationship Id="rId24" Type="http://schemas.openxmlformats.org/officeDocument/2006/relationships/customXml" Target="../ink/ink828.xml"/><Relationship Id="rId40" Type="http://schemas.openxmlformats.org/officeDocument/2006/relationships/customXml" Target="../ink/ink836.xml"/><Relationship Id="rId45" Type="http://schemas.openxmlformats.org/officeDocument/2006/relationships/image" Target="../media/image575.png"/><Relationship Id="rId66" Type="http://schemas.openxmlformats.org/officeDocument/2006/relationships/customXml" Target="../ink/ink849.xml"/><Relationship Id="rId87" Type="http://schemas.openxmlformats.org/officeDocument/2006/relationships/image" Target="../media/image596.png"/><Relationship Id="rId110" Type="http://schemas.openxmlformats.org/officeDocument/2006/relationships/customXml" Target="../ink/ink871.xml"/><Relationship Id="rId115" Type="http://schemas.openxmlformats.org/officeDocument/2006/relationships/image" Target="../media/image610.png"/><Relationship Id="rId131" Type="http://schemas.openxmlformats.org/officeDocument/2006/relationships/image" Target="../media/image618.png"/><Relationship Id="rId136" Type="http://schemas.openxmlformats.org/officeDocument/2006/relationships/customXml" Target="../ink/ink884.xml"/><Relationship Id="rId157" Type="http://schemas.openxmlformats.org/officeDocument/2006/relationships/image" Target="../media/image631.png"/><Relationship Id="rId178" Type="http://schemas.openxmlformats.org/officeDocument/2006/relationships/customXml" Target="../ink/ink905.xml"/><Relationship Id="rId61" Type="http://schemas.openxmlformats.org/officeDocument/2006/relationships/image" Target="../media/image583.png"/><Relationship Id="rId82" Type="http://schemas.openxmlformats.org/officeDocument/2006/relationships/customXml" Target="../ink/ink857.xml"/><Relationship Id="rId152" Type="http://schemas.openxmlformats.org/officeDocument/2006/relationships/customXml" Target="../ink/ink892.xml"/><Relationship Id="rId173" Type="http://schemas.openxmlformats.org/officeDocument/2006/relationships/image" Target="../media/image639.png"/><Relationship Id="rId19" Type="http://schemas.openxmlformats.org/officeDocument/2006/relationships/image" Target="../media/image15610.png"/><Relationship Id="rId14" Type="http://schemas.openxmlformats.org/officeDocument/2006/relationships/customXml" Target="../ink/ink823.xml"/><Relationship Id="rId30" Type="http://schemas.openxmlformats.org/officeDocument/2006/relationships/customXml" Target="../ink/ink831.xml"/><Relationship Id="rId35" Type="http://schemas.openxmlformats.org/officeDocument/2006/relationships/image" Target="../media/image570.png"/><Relationship Id="rId56" Type="http://schemas.openxmlformats.org/officeDocument/2006/relationships/customXml" Target="../ink/ink844.xml"/><Relationship Id="rId77" Type="http://schemas.openxmlformats.org/officeDocument/2006/relationships/image" Target="../media/image591.png"/><Relationship Id="rId100" Type="http://schemas.openxmlformats.org/officeDocument/2006/relationships/customXml" Target="../ink/ink866.xml"/><Relationship Id="rId105" Type="http://schemas.openxmlformats.org/officeDocument/2006/relationships/image" Target="../media/image605.png"/><Relationship Id="rId126" Type="http://schemas.openxmlformats.org/officeDocument/2006/relationships/customXml" Target="../ink/ink879.xml"/><Relationship Id="rId147" Type="http://schemas.openxmlformats.org/officeDocument/2006/relationships/image" Target="../media/image626.png"/><Relationship Id="rId168" Type="http://schemas.openxmlformats.org/officeDocument/2006/relationships/customXml" Target="../ink/ink900.xml"/><Relationship Id="rId8" Type="http://schemas.openxmlformats.org/officeDocument/2006/relationships/customXml" Target="../ink/ink820.xml"/><Relationship Id="rId51" Type="http://schemas.openxmlformats.org/officeDocument/2006/relationships/image" Target="../media/image578.png"/><Relationship Id="rId72" Type="http://schemas.openxmlformats.org/officeDocument/2006/relationships/customXml" Target="../ink/ink852.xml"/><Relationship Id="rId93" Type="http://schemas.openxmlformats.org/officeDocument/2006/relationships/image" Target="../media/image599.png"/><Relationship Id="rId98" Type="http://schemas.openxmlformats.org/officeDocument/2006/relationships/customXml" Target="../ink/ink865.xml"/><Relationship Id="rId121" Type="http://schemas.openxmlformats.org/officeDocument/2006/relationships/image" Target="../media/image613.png"/><Relationship Id="rId142" Type="http://schemas.openxmlformats.org/officeDocument/2006/relationships/customXml" Target="../ink/ink887.xml"/><Relationship Id="rId163" Type="http://schemas.openxmlformats.org/officeDocument/2006/relationships/image" Target="../media/image634.png"/><Relationship Id="rId3" Type="http://schemas.openxmlformats.org/officeDocument/2006/relationships/image" Target="../media/image561.png"/><Relationship Id="rId25" Type="http://schemas.openxmlformats.org/officeDocument/2006/relationships/image" Target="../media/image15910.png"/><Relationship Id="rId46" Type="http://schemas.openxmlformats.org/officeDocument/2006/relationships/customXml" Target="../ink/ink839.xml"/><Relationship Id="rId67" Type="http://schemas.openxmlformats.org/officeDocument/2006/relationships/image" Target="../media/image586.png"/><Relationship Id="rId116" Type="http://schemas.openxmlformats.org/officeDocument/2006/relationships/customXml" Target="../ink/ink874.xml"/><Relationship Id="rId137" Type="http://schemas.openxmlformats.org/officeDocument/2006/relationships/image" Target="../media/image621.png"/><Relationship Id="rId158" Type="http://schemas.openxmlformats.org/officeDocument/2006/relationships/customXml" Target="../ink/ink895.xml"/><Relationship Id="rId20" Type="http://schemas.openxmlformats.org/officeDocument/2006/relationships/customXml" Target="../ink/ink826.xml"/><Relationship Id="rId41" Type="http://schemas.openxmlformats.org/officeDocument/2006/relationships/image" Target="../media/image573.png"/><Relationship Id="rId62" Type="http://schemas.openxmlformats.org/officeDocument/2006/relationships/customXml" Target="../ink/ink847.xml"/><Relationship Id="rId83" Type="http://schemas.openxmlformats.org/officeDocument/2006/relationships/image" Target="../media/image594.png"/><Relationship Id="rId88" Type="http://schemas.openxmlformats.org/officeDocument/2006/relationships/customXml" Target="../ink/ink860.xml"/><Relationship Id="rId111" Type="http://schemas.openxmlformats.org/officeDocument/2006/relationships/image" Target="../media/image608.png"/><Relationship Id="rId132" Type="http://schemas.openxmlformats.org/officeDocument/2006/relationships/customXml" Target="../ink/ink882.xml"/><Relationship Id="rId153" Type="http://schemas.openxmlformats.org/officeDocument/2006/relationships/image" Target="../media/image629.png"/><Relationship Id="rId174" Type="http://schemas.openxmlformats.org/officeDocument/2006/relationships/customXml" Target="../ink/ink903.xml"/><Relationship Id="rId179" Type="http://schemas.openxmlformats.org/officeDocument/2006/relationships/image" Target="../media/image642.png"/><Relationship Id="rId15" Type="http://schemas.openxmlformats.org/officeDocument/2006/relationships/image" Target="../media/image15410.png"/><Relationship Id="rId36" Type="http://schemas.openxmlformats.org/officeDocument/2006/relationships/customXml" Target="../ink/ink834.xml"/><Relationship Id="rId57" Type="http://schemas.openxmlformats.org/officeDocument/2006/relationships/image" Target="../media/image581.png"/><Relationship Id="rId106" Type="http://schemas.openxmlformats.org/officeDocument/2006/relationships/customXml" Target="../ink/ink869.xml"/><Relationship Id="rId127" Type="http://schemas.openxmlformats.org/officeDocument/2006/relationships/image" Target="../media/image616.png"/><Relationship Id="rId10" Type="http://schemas.openxmlformats.org/officeDocument/2006/relationships/customXml" Target="../ink/ink821.xml"/><Relationship Id="rId31" Type="http://schemas.openxmlformats.org/officeDocument/2006/relationships/image" Target="../media/image568.png"/><Relationship Id="rId52" Type="http://schemas.openxmlformats.org/officeDocument/2006/relationships/customXml" Target="../ink/ink842.xml"/><Relationship Id="rId73" Type="http://schemas.openxmlformats.org/officeDocument/2006/relationships/image" Target="../media/image589.png"/><Relationship Id="rId78" Type="http://schemas.openxmlformats.org/officeDocument/2006/relationships/customXml" Target="../ink/ink855.xml"/><Relationship Id="rId94" Type="http://schemas.openxmlformats.org/officeDocument/2006/relationships/customXml" Target="../ink/ink863.xml"/><Relationship Id="rId99" Type="http://schemas.openxmlformats.org/officeDocument/2006/relationships/image" Target="../media/image602.png"/><Relationship Id="rId101" Type="http://schemas.openxmlformats.org/officeDocument/2006/relationships/image" Target="../media/image603.png"/><Relationship Id="rId122" Type="http://schemas.openxmlformats.org/officeDocument/2006/relationships/customXml" Target="../ink/ink877.xml"/><Relationship Id="rId143" Type="http://schemas.openxmlformats.org/officeDocument/2006/relationships/image" Target="../media/image624.png"/><Relationship Id="rId148" Type="http://schemas.openxmlformats.org/officeDocument/2006/relationships/customXml" Target="../ink/ink890.xml"/><Relationship Id="rId164" Type="http://schemas.openxmlformats.org/officeDocument/2006/relationships/customXml" Target="../ink/ink898.xml"/><Relationship Id="rId169" Type="http://schemas.openxmlformats.org/officeDocument/2006/relationships/image" Target="../media/image637.png"/><Relationship Id="rId4" Type="http://schemas.openxmlformats.org/officeDocument/2006/relationships/image" Target="../media/image562.png"/><Relationship Id="rId9" Type="http://schemas.openxmlformats.org/officeDocument/2006/relationships/image" Target="../media/image15110.png"/><Relationship Id="rId180" Type="http://schemas.openxmlformats.org/officeDocument/2006/relationships/customXml" Target="../ink/ink906.xml"/><Relationship Id="rId26" Type="http://schemas.openxmlformats.org/officeDocument/2006/relationships/customXml" Target="../ink/ink829.xml"/><Relationship Id="rId47" Type="http://schemas.openxmlformats.org/officeDocument/2006/relationships/image" Target="../media/image576.png"/><Relationship Id="rId68" Type="http://schemas.openxmlformats.org/officeDocument/2006/relationships/customXml" Target="../ink/ink850.xml"/><Relationship Id="rId89" Type="http://schemas.openxmlformats.org/officeDocument/2006/relationships/image" Target="../media/image597.png"/><Relationship Id="rId112" Type="http://schemas.openxmlformats.org/officeDocument/2006/relationships/customXml" Target="../ink/ink872.xml"/><Relationship Id="rId133" Type="http://schemas.openxmlformats.org/officeDocument/2006/relationships/image" Target="../media/image619.png"/><Relationship Id="rId154" Type="http://schemas.openxmlformats.org/officeDocument/2006/relationships/customXml" Target="../ink/ink893.xml"/><Relationship Id="rId175" Type="http://schemas.openxmlformats.org/officeDocument/2006/relationships/image" Target="../media/image640.png"/><Relationship Id="rId16" Type="http://schemas.openxmlformats.org/officeDocument/2006/relationships/customXml" Target="../ink/ink824.xml"/><Relationship Id="rId37" Type="http://schemas.openxmlformats.org/officeDocument/2006/relationships/image" Target="../media/image571.png"/><Relationship Id="rId58" Type="http://schemas.openxmlformats.org/officeDocument/2006/relationships/customXml" Target="../ink/ink845.xml"/><Relationship Id="rId79" Type="http://schemas.openxmlformats.org/officeDocument/2006/relationships/image" Target="../media/image592.png"/><Relationship Id="rId102" Type="http://schemas.openxmlformats.org/officeDocument/2006/relationships/customXml" Target="../ink/ink867.xml"/><Relationship Id="rId123" Type="http://schemas.openxmlformats.org/officeDocument/2006/relationships/image" Target="../media/image614.png"/><Relationship Id="rId144" Type="http://schemas.openxmlformats.org/officeDocument/2006/relationships/customXml" Target="../ink/ink888.xml"/><Relationship Id="rId90" Type="http://schemas.openxmlformats.org/officeDocument/2006/relationships/customXml" Target="../ink/ink861.xml"/><Relationship Id="rId165" Type="http://schemas.openxmlformats.org/officeDocument/2006/relationships/image" Target="../media/image635.png"/><Relationship Id="rId27" Type="http://schemas.openxmlformats.org/officeDocument/2006/relationships/image" Target="../media/image566.png"/><Relationship Id="rId48" Type="http://schemas.openxmlformats.org/officeDocument/2006/relationships/customXml" Target="../ink/ink840.xml"/><Relationship Id="rId69" Type="http://schemas.openxmlformats.org/officeDocument/2006/relationships/image" Target="../media/image587.png"/><Relationship Id="rId113" Type="http://schemas.openxmlformats.org/officeDocument/2006/relationships/image" Target="../media/image609.png"/><Relationship Id="rId134" Type="http://schemas.openxmlformats.org/officeDocument/2006/relationships/customXml" Target="../ink/ink883.xml"/><Relationship Id="rId80" Type="http://schemas.openxmlformats.org/officeDocument/2006/relationships/customXml" Target="../ink/ink856.xml"/><Relationship Id="rId155" Type="http://schemas.openxmlformats.org/officeDocument/2006/relationships/image" Target="../media/image630.png"/><Relationship Id="rId176" Type="http://schemas.openxmlformats.org/officeDocument/2006/relationships/customXml" Target="../ink/ink904.xml"/><Relationship Id="rId17" Type="http://schemas.openxmlformats.org/officeDocument/2006/relationships/image" Target="../media/image15510.png"/><Relationship Id="rId38" Type="http://schemas.openxmlformats.org/officeDocument/2006/relationships/customXml" Target="../ink/ink835.xml"/><Relationship Id="rId59" Type="http://schemas.openxmlformats.org/officeDocument/2006/relationships/image" Target="../media/image582.png"/><Relationship Id="rId103" Type="http://schemas.openxmlformats.org/officeDocument/2006/relationships/image" Target="../media/image604.png"/><Relationship Id="rId124" Type="http://schemas.openxmlformats.org/officeDocument/2006/relationships/customXml" Target="../ink/ink878.xml"/><Relationship Id="rId70" Type="http://schemas.openxmlformats.org/officeDocument/2006/relationships/customXml" Target="../ink/ink851.xml"/><Relationship Id="rId91" Type="http://schemas.openxmlformats.org/officeDocument/2006/relationships/image" Target="../media/image598.png"/><Relationship Id="rId145" Type="http://schemas.openxmlformats.org/officeDocument/2006/relationships/image" Target="../media/image625.png"/><Relationship Id="rId166" Type="http://schemas.openxmlformats.org/officeDocument/2006/relationships/customXml" Target="../ink/ink899.xml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830.xml"/><Relationship Id="rId49" Type="http://schemas.openxmlformats.org/officeDocument/2006/relationships/image" Target="../media/image577.png"/><Relationship Id="rId114" Type="http://schemas.openxmlformats.org/officeDocument/2006/relationships/customXml" Target="../ink/ink873.xml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170.png"/><Relationship Id="rId299" Type="http://schemas.openxmlformats.org/officeDocument/2006/relationships/image" Target="../media/image708.png"/><Relationship Id="rId21" Type="http://schemas.openxmlformats.org/officeDocument/2006/relationships/image" Target="../media/image5690.png"/><Relationship Id="rId63" Type="http://schemas.openxmlformats.org/officeDocument/2006/relationships/image" Target="../media/image5900.png"/><Relationship Id="rId159" Type="http://schemas.openxmlformats.org/officeDocument/2006/relationships/image" Target="../media/image6380.png"/><Relationship Id="rId324" Type="http://schemas.openxmlformats.org/officeDocument/2006/relationships/customXml" Target="../ink/ink1065.xml"/><Relationship Id="rId366" Type="http://schemas.openxmlformats.org/officeDocument/2006/relationships/customXml" Target="../ink/ink1086.xml"/><Relationship Id="rId170" Type="http://schemas.openxmlformats.org/officeDocument/2006/relationships/customXml" Target="../ink/ink988.xml"/><Relationship Id="rId226" Type="http://schemas.openxmlformats.org/officeDocument/2006/relationships/customXml" Target="../ink/ink1016.xml"/><Relationship Id="rId268" Type="http://schemas.openxmlformats.org/officeDocument/2006/relationships/customXml" Target="../ink/ink1037.xml"/><Relationship Id="rId32" Type="http://schemas.openxmlformats.org/officeDocument/2006/relationships/customXml" Target="../ink/ink919.xml"/><Relationship Id="rId74" Type="http://schemas.openxmlformats.org/officeDocument/2006/relationships/customXml" Target="../ink/ink940.xml"/><Relationship Id="rId128" Type="http://schemas.openxmlformats.org/officeDocument/2006/relationships/customXml" Target="../ink/ink967.xml"/><Relationship Id="rId335" Type="http://schemas.openxmlformats.org/officeDocument/2006/relationships/image" Target="../media/image726.png"/><Relationship Id="rId5" Type="http://schemas.openxmlformats.org/officeDocument/2006/relationships/image" Target="../media/image563.png"/><Relationship Id="rId181" Type="http://schemas.openxmlformats.org/officeDocument/2006/relationships/image" Target="../media/image649.png"/><Relationship Id="rId237" Type="http://schemas.openxmlformats.org/officeDocument/2006/relationships/image" Target="../media/image677.png"/><Relationship Id="rId279" Type="http://schemas.openxmlformats.org/officeDocument/2006/relationships/image" Target="../media/image698.png"/><Relationship Id="rId43" Type="http://schemas.openxmlformats.org/officeDocument/2006/relationships/image" Target="../media/image5800.png"/><Relationship Id="rId139" Type="http://schemas.openxmlformats.org/officeDocument/2006/relationships/image" Target="../media/image6280.png"/><Relationship Id="rId290" Type="http://schemas.openxmlformats.org/officeDocument/2006/relationships/customXml" Target="../ink/ink1048.xml"/><Relationship Id="rId304" Type="http://schemas.openxmlformats.org/officeDocument/2006/relationships/customXml" Target="../ink/ink1055.xml"/><Relationship Id="rId346" Type="http://schemas.openxmlformats.org/officeDocument/2006/relationships/customXml" Target="../ink/ink1076.xml"/><Relationship Id="rId85" Type="http://schemas.openxmlformats.org/officeDocument/2006/relationships/image" Target="../media/image6011.png"/><Relationship Id="rId150" Type="http://schemas.openxmlformats.org/officeDocument/2006/relationships/customXml" Target="../ink/ink978.xml"/><Relationship Id="rId192" Type="http://schemas.openxmlformats.org/officeDocument/2006/relationships/customXml" Target="../ink/ink999.xml"/><Relationship Id="rId206" Type="http://schemas.openxmlformats.org/officeDocument/2006/relationships/customXml" Target="../ink/ink1006.xml"/><Relationship Id="rId248" Type="http://schemas.openxmlformats.org/officeDocument/2006/relationships/customXml" Target="../ink/ink1027.xml"/><Relationship Id="rId12" Type="http://schemas.openxmlformats.org/officeDocument/2006/relationships/customXml" Target="../ink/ink909.xml"/><Relationship Id="rId108" Type="http://schemas.openxmlformats.org/officeDocument/2006/relationships/customXml" Target="../ink/ink957.xml"/><Relationship Id="rId315" Type="http://schemas.openxmlformats.org/officeDocument/2006/relationships/image" Target="../media/image716.png"/><Relationship Id="rId357" Type="http://schemas.openxmlformats.org/officeDocument/2006/relationships/image" Target="../media/image737.png"/><Relationship Id="rId54" Type="http://schemas.openxmlformats.org/officeDocument/2006/relationships/customXml" Target="../ink/ink930.xml"/><Relationship Id="rId96" Type="http://schemas.openxmlformats.org/officeDocument/2006/relationships/customXml" Target="../ink/ink951.xml"/><Relationship Id="rId161" Type="http://schemas.openxmlformats.org/officeDocument/2006/relationships/image" Target="../media/image6390.png"/><Relationship Id="rId217" Type="http://schemas.openxmlformats.org/officeDocument/2006/relationships/image" Target="../media/image667.png"/><Relationship Id="rId259" Type="http://schemas.openxmlformats.org/officeDocument/2006/relationships/image" Target="../media/image688.png"/><Relationship Id="rId23" Type="http://schemas.openxmlformats.org/officeDocument/2006/relationships/image" Target="../media/image5700.png"/><Relationship Id="rId119" Type="http://schemas.openxmlformats.org/officeDocument/2006/relationships/image" Target="../media/image6180.png"/><Relationship Id="rId270" Type="http://schemas.openxmlformats.org/officeDocument/2006/relationships/customXml" Target="../ink/ink1038.xml"/><Relationship Id="rId326" Type="http://schemas.openxmlformats.org/officeDocument/2006/relationships/customXml" Target="../ink/ink1066.xml"/><Relationship Id="rId65" Type="http://schemas.openxmlformats.org/officeDocument/2006/relationships/image" Target="../media/image5911.png"/><Relationship Id="rId130" Type="http://schemas.openxmlformats.org/officeDocument/2006/relationships/customXml" Target="../ink/ink968.xml"/><Relationship Id="rId368" Type="http://schemas.openxmlformats.org/officeDocument/2006/relationships/customXml" Target="../ink/ink1087.xml"/><Relationship Id="rId172" Type="http://schemas.openxmlformats.org/officeDocument/2006/relationships/customXml" Target="../ink/ink989.xml"/><Relationship Id="rId228" Type="http://schemas.openxmlformats.org/officeDocument/2006/relationships/customXml" Target="../ink/ink1017.xml"/><Relationship Id="rId281" Type="http://schemas.openxmlformats.org/officeDocument/2006/relationships/image" Target="../media/image699.png"/><Relationship Id="rId337" Type="http://schemas.openxmlformats.org/officeDocument/2006/relationships/image" Target="../media/image727.png"/><Relationship Id="rId34" Type="http://schemas.openxmlformats.org/officeDocument/2006/relationships/customXml" Target="../ink/ink920.xml"/><Relationship Id="rId76" Type="http://schemas.openxmlformats.org/officeDocument/2006/relationships/customXml" Target="../ink/ink941.xml"/><Relationship Id="rId141" Type="http://schemas.openxmlformats.org/officeDocument/2006/relationships/image" Target="../media/image6290.png"/><Relationship Id="rId7" Type="http://schemas.openxmlformats.org/officeDocument/2006/relationships/image" Target="../media/image565.png"/><Relationship Id="rId183" Type="http://schemas.openxmlformats.org/officeDocument/2006/relationships/image" Target="../media/image650.png"/><Relationship Id="rId239" Type="http://schemas.openxmlformats.org/officeDocument/2006/relationships/image" Target="../media/image678.png"/><Relationship Id="rId250" Type="http://schemas.openxmlformats.org/officeDocument/2006/relationships/customXml" Target="../ink/ink1028.xml"/><Relationship Id="rId292" Type="http://schemas.openxmlformats.org/officeDocument/2006/relationships/customXml" Target="../ink/ink1049.xml"/><Relationship Id="rId306" Type="http://schemas.openxmlformats.org/officeDocument/2006/relationships/customXml" Target="../ink/ink1056.xml"/><Relationship Id="rId45" Type="http://schemas.openxmlformats.org/officeDocument/2006/relationships/image" Target="../media/image5811.png"/><Relationship Id="rId87" Type="http://schemas.openxmlformats.org/officeDocument/2006/relationships/image" Target="../media/image6020.png"/><Relationship Id="rId110" Type="http://schemas.openxmlformats.org/officeDocument/2006/relationships/customXml" Target="../ink/ink958.xml"/><Relationship Id="rId348" Type="http://schemas.openxmlformats.org/officeDocument/2006/relationships/customXml" Target="../ink/ink1077.xml"/><Relationship Id="rId152" Type="http://schemas.openxmlformats.org/officeDocument/2006/relationships/customXml" Target="../ink/ink979.xml"/><Relationship Id="rId194" Type="http://schemas.openxmlformats.org/officeDocument/2006/relationships/customXml" Target="../ink/ink1000.xml"/><Relationship Id="rId208" Type="http://schemas.openxmlformats.org/officeDocument/2006/relationships/customXml" Target="../ink/ink1007.xml"/><Relationship Id="rId261" Type="http://schemas.openxmlformats.org/officeDocument/2006/relationships/image" Target="../media/image689.png"/><Relationship Id="rId14" Type="http://schemas.openxmlformats.org/officeDocument/2006/relationships/customXml" Target="../ink/ink910.xml"/><Relationship Id="rId56" Type="http://schemas.openxmlformats.org/officeDocument/2006/relationships/customXml" Target="../ink/ink931.xml"/><Relationship Id="rId317" Type="http://schemas.openxmlformats.org/officeDocument/2006/relationships/image" Target="../media/image717.png"/><Relationship Id="rId359" Type="http://schemas.openxmlformats.org/officeDocument/2006/relationships/image" Target="../media/image738.png"/><Relationship Id="rId98" Type="http://schemas.openxmlformats.org/officeDocument/2006/relationships/customXml" Target="../ink/ink952.xml"/><Relationship Id="rId121" Type="http://schemas.openxmlformats.org/officeDocument/2006/relationships/image" Target="../media/image6190.png"/><Relationship Id="rId163" Type="http://schemas.openxmlformats.org/officeDocument/2006/relationships/image" Target="../media/image6400.png"/><Relationship Id="rId219" Type="http://schemas.openxmlformats.org/officeDocument/2006/relationships/image" Target="../media/image668.png"/><Relationship Id="rId370" Type="http://schemas.openxmlformats.org/officeDocument/2006/relationships/customXml" Target="../ink/ink1088.xml"/><Relationship Id="rId230" Type="http://schemas.openxmlformats.org/officeDocument/2006/relationships/customXml" Target="../ink/ink1018.xml"/><Relationship Id="rId25" Type="http://schemas.openxmlformats.org/officeDocument/2006/relationships/image" Target="../media/image5711.png"/><Relationship Id="rId67" Type="http://schemas.openxmlformats.org/officeDocument/2006/relationships/image" Target="../media/image5920.png"/><Relationship Id="rId272" Type="http://schemas.openxmlformats.org/officeDocument/2006/relationships/customXml" Target="../ink/ink1039.xml"/><Relationship Id="rId328" Type="http://schemas.openxmlformats.org/officeDocument/2006/relationships/customXml" Target="../ink/ink1067.xml"/><Relationship Id="rId132" Type="http://schemas.openxmlformats.org/officeDocument/2006/relationships/customXml" Target="../ink/ink969.xml"/><Relationship Id="rId174" Type="http://schemas.openxmlformats.org/officeDocument/2006/relationships/customXml" Target="../ink/ink990.xml"/><Relationship Id="rId241" Type="http://schemas.openxmlformats.org/officeDocument/2006/relationships/image" Target="../media/image679.png"/><Relationship Id="rId36" Type="http://schemas.openxmlformats.org/officeDocument/2006/relationships/customXml" Target="../ink/ink921.xml"/><Relationship Id="rId283" Type="http://schemas.openxmlformats.org/officeDocument/2006/relationships/image" Target="../media/image700.png"/><Relationship Id="rId339" Type="http://schemas.openxmlformats.org/officeDocument/2006/relationships/image" Target="../media/image728.png"/><Relationship Id="rId78" Type="http://schemas.openxmlformats.org/officeDocument/2006/relationships/customXml" Target="../ink/ink942.xml"/><Relationship Id="rId99" Type="http://schemas.openxmlformats.org/officeDocument/2006/relationships/image" Target="../media/image6080.png"/><Relationship Id="rId101" Type="http://schemas.openxmlformats.org/officeDocument/2006/relationships/image" Target="../media/image6090.png"/><Relationship Id="rId122" Type="http://schemas.openxmlformats.org/officeDocument/2006/relationships/customXml" Target="../ink/ink964.xml"/><Relationship Id="rId143" Type="http://schemas.openxmlformats.org/officeDocument/2006/relationships/image" Target="../media/image6300.png"/><Relationship Id="rId164" Type="http://schemas.openxmlformats.org/officeDocument/2006/relationships/customXml" Target="../ink/ink985.xml"/><Relationship Id="rId185" Type="http://schemas.openxmlformats.org/officeDocument/2006/relationships/image" Target="../media/image651.png"/><Relationship Id="rId350" Type="http://schemas.openxmlformats.org/officeDocument/2006/relationships/customXml" Target="../ink/ink1078.xml"/><Relationship Id="rId371" Type="http://schemas.openxmlformats.org/officeDocument/2006/relationships/image" Target="../media/image744.png"/><Relationship Id="rId9" Type="http://schemas.openxmlformats.org/officeDocument/2006/relationships/image" Target="../media/image5630.png"/><Relationship Id="rId210" Type="http://schemas.openxmlformats.org/officeDocument/2006/relationships/customXml" Target="../ink/ink1008.xml"/><Relationship Id="rId26" Type="http://schemas.openxmlformats.org/officeDocument/2006/relationships/customXml" Target="../ink/ink916.xml"/><Relationship Id="rId231" Type="http://schemas.openxmlformats.org/officeDocument/2006/relationships/image" Target="../media/image674.png"/><Relationship Id="rId252" Type="http://schemas.openxmlformats.org/officeDocument/2006/relationships/customXml" Target="../ink/ink1029.xml"/><Relationship Id="rId273" Type="http://schemas.openxmlformats.org/officeDocument/2006/relationships/image" Target="../media/image695.png"/><Relationship Id="rId294" Type="http://schemas.openxmlformats.org/officeDocument/2006/relationships/customXml" Target="../ink/ink1050.xml"/><Relationship Id="rId308" Type="http://schemas.openxmlformats.org/officeDocument/2006/relationships/customXml" Target="../ink/ink1057.xml"/><Relationship Id="rId329" Type="http://schemas.openxmlformats.org/officeDocument/2006/relationships/image" Target="../media/image723.png"/><Relationship Id="rId47" Type="http://schemas.openxmlformats.org/officeDocument/2006/relationships/image" Target="../media/image5820.png"/><Relationship Id="rId68" Type="http://schemas.openxmlformats.org/officeDocument/2006/relationships/customXml" Target="../ink/ink937.xml"/><Relationship Id="rId89" Type="http://schemas.openxmlformats.org/officeDocument/2006/relationships/image" Target="../media/image6030.png"/><Relationship Id="rId112" Type="http://schemas.openxmlformats.org/officeDocument/2006/relationships/customXml" Target="../ink/ink959.xml"/><Relationship Id="rId133" Type="http://schemas.openxmlformats.org/officeDocument/2006/relationships/image" Target="../media/image6250.png"/><Relationship Id="rId154" Type="http://schemas.openxmlformats.org/officeDocument/2006/relationships/customXml" Target="../ink/ink980.xml"/><Relationship Id="rId175" Type="http://schemas.openxmlformats.org/officeDocument/2006/relationships/image" Target="../media/image646.png"/><Relationship Id="rId340" Type="http://schemas.openxmlformats.org/officeDocument/2006/relationships/customXml" Target="../ink/ink1073.xml"/><Relationship Id="rId361" Type="http://schemas.openxmlformats.org/officeDocument/2006/relationships/image" Target="../media/image739.png"/><Relationship Id="rId196" Type="http://schemas.openxmlformats.org/officeDocument/2006/relationships/customXml" Target="../ink/ink1001.xml"/><Relationship Id="rId200" Type="http://schemas.openxmlformats.org/officeDocument/2006/relationships/customXml" Target="../ink/ink1003.xml"/><Relationship Id="rId16" Type="http://schemas.openxmlformats.org/officeDocument/2006/relationships/customXml" Target="../ink/ink911.xml"/><Relationship Id="rId221" Type="http://schemas.openxmlformats.org/officeDocument/2006/relationships/image" Target="../media/image669.png"/><Relationship Id="rId242" Type="http://schemas.openxmlformats.org/officeDocument/2006/relationships/customXml" Target="../ink/ink1024.xml"/><Relationship Id="rId263" Type="http://schemas.openxmlformats.org/officeDocument/2006/relationships/image" Target="../media/image690.png"/><Relationship Id="rId284" Type="http://schemas.openxmlformats.org/officeDocument/2006/relationships/customXml" Target="../ink/ink1045.xml"/><Relationship Id="rId319" Type="http://schemas.openxmlformats.org/officeDocument/2006/relationships/image" Target="../media/image718.png"/><Relationship Id="rId37" Type="http://schemas.openxmlformats.org/officeDocument/2006/relationships/image" Target="../media/image5770.png"/><Relationship Id="rId58" Type="http://schemas.openxmlformats.org/officeDocument/2006/relationships/customXml" Target="../ink/ink932.xml"/><Relationship Id="rId79" Type="http://schemas.openxmlformats.org/officeDocument/2006/relationships/image" Target="../media/image5980.png"/><Relationship Id="rId102" Type="http://schemas.openxmlformats.org/officeDocument/2006/relationships/customXml" Target="../ink/ink954.xml"/><Relationship Id="rId123" Type="http://schemas.openxmlformats.org/officeDocument/2006/relationships/image" Target="../media/image6200.png"/><Relationship Id="rId144" Type="http://schemas.openxmlformats.org/officeDocument/2006/relationships/customXml" Target="../ink/ink975.xml"/><Relationship Id="rId330" Type="http://schemas.openxmlformats.org/officeDocument/2006/relationships/customXml" Target="../ink/ink1068.xml"/><Relationship Id="rId90" Type="http://schemas.openxmlformats.org/officeDocument/2006/relationships/customXml" Target="../ink/ink948.xml"/><Relationship Id="rId165" Type="http://schemas.openxmlformats.org/officeDocument/2006/relationships/image" Target="../media/image6410.png"/><Relationship Id="rId186" Type="http://schemas.openxmlformats.org/officeDocument/2006/relationships/customXml" Target="../ink/ink996.xml"/><Relationship Id="rId351" Type="http://schemas.openxmlformats.org/officeDocument/2006/relationships/image" Target="../media/image734.png"/><Relationship Id="rId372" Type="http://schemas.openxmlformats.org/officeDocument/2006/relationships/customXml" Target="../ink/ink1089.xml"/><Relationship Id="rId211" Type="http://schemas.openxmlformats.org/officeDocument/2006/relationships/image" Target="../media/image664.png"/><Relationship Id="rId232" Type="http://schemas.openxmlformats.org/officeDocument/2006/relationships/customXml" Target="../ink/ink1019.xml"/><Relationship Id="rId253" Type="http://schemas.openxmlformats.org/officeDocument/2006/relationships/image" Target="../media/image685.png"/><Relationship Id="rId274" Type="http://schemas.openxmlformats.org/officeDocument/2006/relationships/customXml" Target="../ink/ink1040.xml"/><Relationship Id="rId295" Type="http://schemas.openxmlformats.org/officeDocument/2006/relationships/image" Target="../media/image706.png"/><Relationship Id="rId309" Type="http://schemas.openxmlformats.org/officeDocument/2006/relationships/image" Target="../media/image713.png"/><Relationship Id="rId27" Type="http://schemas.openxmlformats.org/officeDocument/2006/relationships/image" Target="../media/image5720.png"/><Relationship Id="rId48" Type="http://schemas.openxmlformats.org/officeDocument/2006/relationships/customXml" Target="../ink/ink927.xml"/><Relationship Id="rId69" Type="http://schemas.openxmlformats.org/officeDocument/2006/relationships/image" Target="../media/image5930.png"/><Relationship Id="rId113" Type="http://schemas.openxmlformats.org/officeDocument/2006/relationships/image" Target="../media/image6150.png"/><Relationship Id="rId134" Type="http://schemas.openxmlformats.org/officeDocument/2006/relationships/customXml" Target="../ink/ink970.xml"/><Relationship Id="rId320" Type="http://schemas.openxmlformats.org/officeDocument/2006/relationships/customXml" Target="../ink/ink1063.xml"/><Relationship Id="rId80" Type="http://schemas.openxmlformats.org/officeDocument/2006/relationships/customXml" Target="../ink/ink943.xml"/><Relationship Id="rId155" Type="http://schemas.openxmlformats.org/officeDocument/2006/relationships/image" Target="../media/image6360.png"/><Relationship Id="rId176" Type="http://schemas.openxmlformats.org/officeDocument/2006/relationships/customXml" Target="../ink/ink991.xml"/><Relationship Id="rId197" Type="http://schemas.openxmlformats.org/officeDocument/2006/relationships/image" Target="../media/image657.png"/><Relationship Id="rId341" Type="http://schemas.openxmlformats.org/officeDocument/2006/relationships/image" Target="../media/image729.png"/><Relationship Id="rId362" Type="http://schemas.openxmlformats.org/officeDocument/2006/relationships/customXml" Target="../ink/ink1084.xml"/><Relationship Id="rId201" Type="http://schemas.openxmlformats.org/officeDocument/2006/relationships/image" Target="../media/image659.png"/><Relationship Id="rId222" Type="http://schemas.openxmlformats.org/officeDocument/2006/relationships/customXml" Target="../ink/ink1014.xml"/><Relationship Id="rId243" Type="http://schemas.openxmlformats.org/officeDocument/2006/relationships/image" Target="../media/image680.png"/><Relationship Id="rId264" Type="http://schemas.openxmlformats.org/officeDocument/2006/relationships/customXml" Target="../ink/ink1035.xml"/><Relationship Id="rId285" Type="http://schemas.openxmlformats.org/officeDocument/2006/relationships/image" Target="../media/image701.png"/><Relationship Id="rId17" Type="http://schemas.openxmlformats.org/officeDocument/2006/relationships/image" Target="../media/image5670.png"/><Relationship Id="rId38" Type="http://schemas.openxmlformats.org/officeDocument/2006/relationships/customXml" Target="../ink/ink922.xml"/><Relationship Id="rId59" Type="http://schemas.openxmlformats.org/officeDocument/2006/relationships/image" Target="../media/image5880.png"/><Relationship Id="rId103" Type="http://schemas.openxmlformats.org/officeDocument/2006/relationships/image" Target="../media/image6101.png"/><Relationship Id="rId124" Type="http://schemas.openxmlformats.org/officeDocument/2006/relationships/customXml" Target="../ink/ink965.xml"/><Relationship Id="rId310" Type="http://schemas.openxmlformats.org/officeDocument/2006/relationships/customXml" Target="../ink/ink1058.xml"/><Relationship Id="rId70" Type="http://schemas.openxmlformats.org/officeDocument/2006/relationships/customXml" Target="../ink/ink938.xml"/><Relationship Id="rId91" Type="http://schemas.openxmlformats.org/officeDocument/2006/relationships/image" Target="../media/image6040.png"/><Relationship Id="rId145" Type="http://schemas.openxmlformats.org/officeDocument/2006/relationships/image" Target="../media/image6310.png"/><Relationship Id="rId166" Type="http://schemas.openxmlformats.org/officeDocument/2006/relationships/customXml" Target="../ink/ink986.xml"/><Relationship Id="rId187" Type="http://schemas.openxmlformats.org/officeDocument/2006/relationships/image" Target="../media/image652.png"/><Relationship Id="rId331" Type="http://schemas.openxmlformats.org/officeDocument/2006/relationships/image" Target="../media/image724.png"/><Relationship Id="rId352" Type="http://schemas.openxmlformats.org/officeDocument/2006/relationships/customXml" Target="../ink/ink1079.xml"/><Relationship Id="rId373" Type="http://schemas.openxmlformats.org/officeDocument/2006/relationships/image" Target="../media/image745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009.xml"/><Relationship Id="rId233" Type="http://schemas.openxmlformats.org/officeDocument/2006/relationships/image" Target="../media/image675.png"/><Relationship Id="rId254" Type="http://schemas.openxmlformats.org/officeDocument/2006/relationships/customXml" Target="../ink/ink1030.xml"/><Relationship Id="rId28" Type="http://schemas.openxmlformats.org/officeDocument/2006/relationships/customXml" Target="../ink/ink917.xml"/><Relationship Id="rId49" Type="http://schemas.openxmlformats.org/officeDocument/2006/relationships/image" Target="../media/image5830.png"/><Relationship Id="rId114" Type="http://schemas.openxmlformats.org/officeDocument/2006/relationships/customXml" Target="../ink/ink960.xml"/><Relationship Id="rId275" Type="http://schemas.openxmlformats.org/officeDocument/2006/relationships/image" Target="../media/image696.png"/><Relationship Id="rId296" Type="http://schemas.openxmlformats.org/officeDocument/2006/relationships/customXml" Target="../ink/ink1051.xml"/><Relationship Id="rId300" Type="http://schemas.openxmlformats.org/officeDocument/2006/relationships/customXml" Target="../ink/ink1053.xml"/><Relationship Id="rId60" Type="http://schemas.openxmlformats.org/officeDocument/2006/relationships/customXml" Target="../ink/ink933.xml"/><Relationship Id="rId81" Type="http://schemas.openxmlformats.org/officeDocument/2006/relationships/image" Target="../media/image5990.png"/><Relationship Id="rId135" Type="http://schemas.openxmlformats.org/officeDocument/2006/relationships/image" Target="../media/image6260.png"/><Relationship Id="rId156" Type="http://schemas.openxmlformats.org/officeDocument/2006/relationships/customXml" Target="../ink/ink981.xml"/><Relationship Id="rId177" Type="http://schemas.openxmlformats.org/officeDocument/2006/relationships/image" Target="../media/image647.png"/><Relationship Id="rId198" Type="http://schemas.openxmlformats.org/officeDocument/2006/relationships/customXml" Target="../ink/ink1002.xml"/><Relationship Id="rId321" Type="http://schemas.openxmlformats.org/officeDocument/2006/relationships/image" Target="../media/image719.png"/><Relationship Id="rId342" Type="http://schemas.openxmlformats.org/officeDocument/2006/relationships/customXml" Target="../ink/ink1074.xml"/><Relationship Id="rId363" Type="http://schemas.openxmlformats.org/officeDocument/2006/relationships/image" Target="../media/image740.png"/><Relationship Id="rId202" Type="http://schemas.openxmlformats.org/officeDocument/2006/relationships/customXml" Target="../ink/ink1004.xml"/><Relationship Id="rId223" Type="http://schemas.openxmlformats.org/officeDocument/2006/relationships/image" Target="../media/image670.png"/><Relationship Id="rId244" Type="http://schemas.openxmlformats.org/officeDocument/2006/relationships/customXml" Target="../ink/ink1025.xml"/><Relationship Id="rId18" Type="http://schemas.openxmlformats.org/officeDocument/2006/relationships/customXml" Target="../ink/ink912.xml"/><Relationship Id="rId39" Type="http://schemas.openxmlformats.org/officeDocument/2006/relationships/image" Target="../media/image5780.png"/><Relationship Id="rId265" Type="http://schemas.openxmlformats.org/officeDocument/2006/relationships/image" Target="../media/image691.png"/><Relationship Id="rId286" Type="http://schemas.openxmlformats.org/officeDocument/2006/relationships/customXml" Target="../ink/ink1046.xml"/><Relationship Id="rId50" Type="http://schemas.openxmlformats.org/officeDocument/2006/relationships/customXml" Target="../ink/ink928.xml"/><Relationship Id="rId104" Type="http://schemas.openxmlformats.org/officeDocument/2006/relationships/customXml" Target="../ink/ink955.xml"/><Relationship Id="rId125" Type="http://schemas.openxmlformats.org/officeDocument/2006/relationships/image" Target="../media/image6210.png"/><Relationship Id="rId146" Type="http://schemas.openxmlformats.org/officeDocument/2006/relationships/customXml" Target="../ink/ink976.xml"/><Relationship Id="rId167" Type="http://schemas.openxmlformats.org/officeDocument/2006/relationships/image" Target="../media/image6420.png"/><Relationship Id="rId188" Type="http://schemas.openxmlformats.org/officeDocument/2006/relationships/customXml" Target="../ink/ink997.xml"/><Relationship Id="rId311" Type="http://schemas.openxmlformats.org/officeDocument/2006/relationships/image" Target="../media/image714.png"/><Relationship Id="rId332" Type="http://schemas.openxmlformats.org/officeDocument/2006/relationships/customXml" Target="../ink/ink1069.xml"/><Relationship Id="rId353" Type="http://schemas.openxmlformats.org/officeDocument/2006/relationships/image" Target="../media/image735.png"/><Relationship Id="rId71" Type="http://schemas.openxmlformats.org/officeDocument/2006/relationships/image" Target="../media/image5940.png"/><Relationship Id="rId92" Type="http://schemas.openxmlformats.org/officeDocument/2006/relationships/customXml" Target="../ink/ink949.xml"/><Relationship Id="rId213" Type="http://schemas.openxmlformats.org/officeDocument/2006/relationships/image" Target="../media/image665.png"/><Relationship Id="rId234" Type="http://schemas.openxmlformats.org/officeDocument/2006/relationships/customXml" Target="../ink/ink1020.xml"/><Relationship Id="rId2" Type="http://schemas.openxmlformats.org/officeDocument/2006/relationships/image" Target="../media/image560.png"/><Relationship Id="rId29" Type="http://schemas.openxmlformats.org/officeDocument/2006/relationships/image" Target="../media/image5730.png"/><Relationship Id="rId255" Type="http://schemas.openxmlformats.org/officeDocument/2006/relationships/image" Target="../media/image686.png"/><Relationship Id="rId276" Type="http://schemas.openxmlformats.org/officeDocument/2006/relationships/customXml" Target="../ink/ink1041.xml"/><Relationship Id="rId297" Type="http://schemas.openxmlformats.org/officeDocument/2006/relationships/image" Target="../media/image707.png"/><Relationship Id="rId40" Type="http://schemas.openxmlformats.org/officeDocument/2006/relationships/customXml" Target="../ink/ink923.xml"/><Relationship Id="rId115" Type="http://schemas.openxmlformats.org/officeDocument/2006/relationships/image" Target="../media/image6160.png"/><Relationship Id="rId136" Type="http://schemas.openxmlformats.org/officeDocument/2006/relationships/customXml" Target="../ink/ink971.xml"/><Relationship Id="rId157" Type="http://schemas.openxmlformats.org/officeDocument/2006/relationships/image" Target="../media/image6370.png"/><Relationship Id="rId178" Type="http://schemas.openxmlformats.org/officeDocument/2006/relationships/customXml" Target="../ink/ink992.xml"/><Relationship Id="rId301" Type="http://schemas.openxmlformats.org/officeDocument/2006/relationships/image" Target="../media/image709.png"/><Relationship Id="rId322" Type="http://schemas.openxmlformats.org/officeDocument/2006/relationships/customXml" Target="../ink/ink1064.xml"/><Relationship Id="rId343" Type="http://schemas.openxmlformats.org/officeDocument/2006/relationships/image" Target="../media/image730.png"/><Relationship Id="rId364" Type="http://schemas.openxmlformats.org/officeDocument/2006/relationships/customXml" Target="../ink/ink1085.xml"/><Relationship Id="rId61" Type="http://schemas.openxmlformats.org/officeDocument/2006/relationships/image" Target="../media/image5890.png"/><Relationship Id="rId82" Type="http://schemas.openxmlformats.org/officeDocument/2006/relationships/customXml" Target="../ink/ink944.xml"/><Relationship Id="rId199" Type="http://schemas.openxmlformats.org/officeDocument/2006/relationships/image" Target="../media/image658.png"/><Relationship Id="rId203" Type="http://schemas.openxmlformats.org/officeDocument/2006/relationships/image" Target="../media/image660.png"/><Relationship Id="rId19" Type="http://schemas.openxmlformats.org/officeDocument/2006/relationships/image" Target="../media/image5680.png"/><Relationship Id="rId224" Type="http://schemas.openxmlformats.org/officeDocument/2006/relationships/customXml" Target="../ink/ink1015.xml"/><Relationship Id="rId245" Type="http://schemas.openxmlformats.org/officeDocument/2006/relationships/image" Target="../media/image681.png"/><Relationship Id="rId266" Type="http://schemas.openxmlformats.org/officeDocument/2006/relationships/customXml" Target="../ink/ink1036.xml"/><Relationship Id="rId287" Type="http://schemas.openxmlformats.org/officeDocument/2006/relationships/image" Target="../media/image702.png"/><Relationship Id="rId30" Type="http://schemas.openxmlformats.org/officeDocument/2006/relationships/customXml" Target="../ink/ink918.xml"/><Relationship Id="rId105" Type="http://schemas.openxmlformats.org/officeDocument/2006/relationships/image" Target="../media/image6110.png"/><Relationship Id="rId126" Type="http://schemas.openxmlformats.org/officeDocument/2006/relationships/customXml" Target="../ink/ink966.xml"/><Relationship Id="rId147" Type="http://schemas.openxmlformats.org/officeDocument/2006/relationships/image" Target="../media/image6320.png"/><Relationship Id="rId168" Type="http://schemas.openxmlformats.org/officeDocument/2006/relationships/customXml" Target="../ink/ink987.xml"/><Relationship Id="rId312" Type="http://schemas.openxmlformats.org/officeDocument/2006/relationships/customXml" Target="../ink/ink1059.xml"/><Relationship Id="rId333" Type="http://schemas.openxmlformats.org/officeDocument/2006/relationships/image" Target="../media/image725.png"/><Relationship Id="rId354" Type="http://schemas.openxmlformats.org/officeDocument/2006/relationships/customXml" Target="../ink/ink1080.xml"/><Relationship Id="rId51" Type="http://schemas.openxmlformats.org/officeDocument/2006/relationships/image" Target="../media/image5840.png"/><Relationship Id="rId72" Type="http://schemas.openxmlformats.org/officeDocument/2006/relationships/customXml" Target="../ink/ink939.xml"/><Relationship Id="rId93" Type="http://schemas.openxmlformats.org/officeDocument/2006/relationships/image" Target="../media/image6050.png"/><Relationship Id="rId189" Type="http://schemas.openxmlformats.org/officeDocument/2006/relationships/image" Target="../media/image653.png"/><Relationship Id="rId3" Type="http://schemas.openxmlformats.org/officeDocument/2006/relationships/image" Target="../media/image561.png"/><Relationship Id="rId214" Type="http://schemas.openxmlformats.org/officeDocument/2006/relationships/customXml" Target="../ink/ink1010.xml"/><Relationship Id="rId235" Type="http://schemas.openxmlformats.org/officeDocument/2006/relationships/image" Target="../media/image676.png"/><Relationship Id="rId256" Type="http://schemas.openxmlformats.org/officeDocument/2006/relationships/customXml" Target="../ink/ink1031.xml"/><Relationship Id="rId277" Type="http://schemas.openxmlformats.org/officeDocument/2006/relationships/image" Target="../media/image697.png"/><Relationship Id="rId298" Type="http://schemas.openxmlformats.org/officeDocument/2006/relationships/customXml" Target="../ink/ink1052.xml"/><Relationship Id="rId116" Type="http://schemas.openxmlformats.org/officeDocument/2006/relationships/customXml" Target="../ink/ink961.xml"/><Relationship Id="rId137" Type="http://schemas.openxmlformats.org/officeDocument/2006/relationships/image" Target="../media/image6270.png"/><Relationship Id="rId158" Type="http://schemas.openxmlformats.org/officeDocument/2006/relationships/customXml" Target="../ink/ink982.xml"/><Relationship Id="rId302" Type="http://schemas.openxmlformats.org/officeDocument/2006/relationships/customXml" Target="../ink/ink1054.xml"/><Relationship Id="rId323" Type="http://schemas.openxmlformats.org/officeDocument/2006/relationships/image" Target="../media/image720.png"/><Relationship Id="rId344" Type="http://schemas.openxmlformats.org/officeDocument/2006/relationships/customXml" Target="../ink/ink1075.xml"/><Relationship Id="rId20" Type="http://schemas.openxmlformats.org/officeDocument/2006/relationships/customXml" Target="../ink/ink913.xml"/><Relationship Id="rId41" Type="http://schemas.openxmlformats.org/officeDocument/2006/relationships/image" Target="../media/image5790.png"/><Relationship Id="rId62" Type="http://schemas.openxmlformats.org/officeDocument/2006/relationships/customXml" Target="../ink/ink934.xml"/><Relationship Id="rId83" Type="http://schemas.openxmlformats.org/officeDocument/2006/relationships/image" Target="../media/image6000.png"/><Relationship Id="rId179" Type="http://schemas.openxmlformats.org/officeDocument/2006/relationships/image" Target="../media/image648.png"/><Relationship Id="rId365" Type="http://schemas.openxmlformats.org/officeDocument/2006/relationships/image" Target="../media/image741.png"/><Relationship Id="rId190" Type="http://schemas.openxmlformats.org/officeDocument/2006/relationships/customXml" Target="../ink/ink998.xml"/><Relationship Id="rId204" Type="http://schemas.openxmlformats.org/officeDocument/2006/relationships/customXml" Target="../ink/ink1005.xml"/><Relationship Id="rId225" Type="http://schemas.openxmlformats.org/officeDocument/2006/relationships/image" Target="../media/image671.png"/><Relationship Id="rId246" Type="http://schemas.openxmlformats.org/officeDocument/2006/relationships/customXml" Target="../ink/ink1026.xml"/><Relationship Id="rId267" Type="http://schemas.openxmlformats.org/officeDocument/2006/relationships/image" Target="../media/image692.png"/><Relationship Id="rId288" Type="http://schemas.openxmlformats.org/officeDocument/2006/relationships/customXml" Target="../ink/ink1047.xml"/><Relationship Id="rId106" Type="http://schemas.openxmlformats.org/officeDocument/2006/relationships/customXml" Target="../ink/ink956.xml"/><Relationship Id="rId127" Type="http://schemas.openxmlformats.org/officeDocument/2006/relationships/image" Target="../media/image6220.png"/><Relationship Id="rId313" Type="http://schemas.openxmlformats.org/officeDocument/2006/relationships/image" Target="../media/image715.png"/><Relationship Id="rId10" Type="http://schemas.openxmlformats.org/officeDocument/2006/relationships/customXml" Target="../ink/ink908.xml"/><Relationship Id="rId31" Type="http://schemas.openxmlformats.org/officeDocument/2006/relationships/image" Target="../media/image5740.png"/><Relationship Id="rId52" Type="http://schemas.openxmlformats.org/officeDocument/2006/relationships/customXml" Target="../ink/ink929.xml"/><Relationship Id="rId73" Type="http://schemas.openxmlformats.org/officeDocument/2006/relationships/image" Target="../media/image5950.png"/><Relationship Id="rId94" Type="http://schemas.openxmlformats.org/officeDocument/2006/relationships/customXml" Target="../ink/ink950.xml"/><Relationship Id="rId148" Type="http://schemas.openxmlformats.org/officeDocument/2006/relationships/customXml" Target="../ink/ink977.xml"/><Relationship Id="rId169" Type="http://schemas.openxmlformats.org/officeDocument/2006/relationships/image" Target="../media/image6430.png"/><Relationship Id="rId334" Type="http://schemas.openxmlformats.org/officeDocument/2006/relationships/customXml" Target="../ink/ink1070.xml"/><Relationship Id="rId355" Type="http://schemas.openxmlformats.org/officeDocument/2006/relationships/image" Target="../media/image736.png"/><Relationship Id="rId4" Type="http://schemas.openxmlformats.org/officeDocument/2006/relationships/image" Target="../media/image562.png"/><Relationship Id="rId180" Type="http://schemas.openxmlformats.org/officeDocument/2006/relationships/customXml" Target="../ink/ink993.xml"/><Relationship Id="rId215" Type="http://schemas.openxmlformats.org/officeDocument/2006/relationships/image" Target="../media/image666.png"/><Relationship Id="rId236" Type="http://schemas.openxmlformats.org/officeDocument/2006/relationships/customXml" Target="../ink/ink1021.xml"/><Relationship Id="rId257" Type="http://schemas.openxmlformats.org/officeDocument/2006/relationships/image" Target="../media/image687.png"/><Relationship Id="rId278" Type="http://schemas.openxmlformats.org/officeDocument/2006/relationships/customXml" Target="../ink/ink1042.xml"/><Relationship Id="rId303" Type="http://schemas.openxmlformats.org/officeDocument/2006/relationships/image" Target="../media/image710.png"/><Relationship Id="rId42" Type="http://schemas.openxmlformats.org/officeDocument/2006/relationships/customXml" Target="../ink/ink924.xml"/><Relationship Id="rId84" Type="http://schemas.openxmlformats.org/officeDocument/2006/relationships/customXml" Target="../ink/ink945.xml"/><Relationship Id="rId138" Type="http://schemas.openxmlformats.org/officeDocument/2006/relationships/customXml" Target="../ink/ink972.xml"/><Relationship Id="rId345" Type="http://schemas.openxmlformats.org/officeDocument/2006/relationships/image" Target="../media/image731.png"/><Relationship Id="rId191" Type="http://schemas.openxmlformats.org/officeDocument/2006/relationships/image" Target="../media/image654.png"/><Relationship Id="rId205" Type="http://schemas.openxmlformats.org/officeDocument/2006/relationships/image" Target="../media/image661.png"/><Relationship Id="rId247" Type="http://schemas.openxmlformats.org/officeDocument/2006/relationships/image" Target="../media/image682.png"/><Relationship Id="rId107" Type="http://schemas.openxmlformats.org/officeDocument/2006/relationships/image" Target="../media/image6120.png"/><Relationship Id="rId289" Type="http://schemas.openxmlformats.org/officeDocument/2006/relationships/image" Target="../media/image703.png"/><Relationship Id="rId11" Type="http://schemas.openxmlformats.org/officeDocument/2006/relationships/image" Target="../media/image5640.png"/><Relationship Id="rId53" Type="http://schemas.openxmlformats.org/officeDocument/2006/relationships/image" Target="../media/image5850.png"/><Relationship Id="rId149" Type="http://schemas.openxmlformats.org/officeDocument/2006/relationships/image" Target="../media/image6330.png"/><Relationship Id="rId314" Type="http://schemas.openxmlformats.org/officeDocument/2006/relationships/customXml" Target="../ink/ink1060.xml"/><Relationship Id="rId356" Type="http://schemas.openxmlformats.org/officeDocument/2006/relationships/customXml" Target="../ink/ink1081.xml"/><Relationship Id="rId95" Type="http://schemas.openxmlformats.org/officeDocument/2006/relationships/image" Target="../media/image6060.png"/><Relationship Id="rId160" Type="http://schemas.openxmlformats.org/officeDocument/2006/relationships/customXml" Target="../ink/ink983.xml"/><Relationship Id="rId216" Type="http://schemas.openxmlformats.org/officeDocument/2006/relationships/customXml" Target="../ink/ink1011.xml"/><Relationship Id="rId258" Type="http://schemas.openxmlformats.org/officeDocument/2006/relationships/customXml" Target="../ink/ink1032.xml"/><Relationship Id="rId22" Type="http://schemas.openxmlformats.org/officeDocument/2006/relationships/customXml" Target="../ink/ink914.xml"/><Relationship Id="rId64" Type="http://schemas.openxmlformats.org/officeDocument/2006/relationships/customXml" Target="../ink/ink935.xml"/><Relationship Id="rId118" Type="http://schemas.openxmlformats.org/officeDocument/2006/relationships/customXml" Target="../ink/ink962.xml"/><Relationship Id="rId325" Type="http://schemas.openxmlformats.org/officeDocument/2006/relationships/image" Target="../media/image721.png"/><Relationship Id="rId367" Type="http://schemas.openxmlformats.org/officeDocument/2006/relationships/image" Target="../media/image742.png"/><Relationship Id="rId171" Type="http://schemas.openxmlformats.org/officeDocument/2006/relationships/image" Target="../media/image644.png"/><Relationship Id="rId227" Type="http://schemas.openxmlformats.org/officeDocument/2006/relationships/image" Target="../media/image672.png"/><Relationship Id="rId269" Type="http://schemas.openxmlformats.org/officeDocument/2006/relationships/image" Target="../media/image693.png"/><Relationship Id="rId33" Type="http://schemas.openxmlformats.org/officeDocument/2006/relationships/image" Target="../media/image5750.png"/><Relationship Id="rId129" Type="http://schemas.openxmlformats.org/officeDocument/2006/relationships/image" Target="../media/image6230.png"/><Relationship Id="rId280" Type="http://schemas.openxmlformats.org/officeDocument/2006/relationships/customXml" Target="../ink/ink1043.xml"/><Relationship Id="rId336" Type="http://schemas.openxmlformats.org/officeDocument/2006/relationships/customXml" Target="../ink/ink1071.xml"/><Relationship Id="rId75" Type="http://schemas.openxmlformats.org/officeDocument/2006/relationships/image" Target="../media/image5960.png"/><Relationship Id="rId140" Type="http://schemas.openxmlformats.org/officeDocument/2006/relationships/customXml" Target="../ink/ink973.xml"/><Relationship Id="rId182" Type="http://schemas.openxmlformats.org/officeDocument/2006/relationships/customXml" Target="../ink/ink994.xml"/><Relationship Id="rId6" Type="http://schemas.openxmlformats.org/officeDocument/2006/relationships/image" Target="../media/image564.png"/><Relationship Id="rId238" Type="http://schemas.openxmlformats.org/officeDocument/2006/relationships/customXml" Target="../ink/ink1022.xml"/><Relationship Id="rId291" Type="http://schemas.openxmlformats.org/officeDocument/2006/relationships/image" Target="../media/image704.png"/><Relationship Id="rId305" Type="http://schemas.openxmlformats.org/officeDocument/2006/relationships/image" Target="../media/image711.png"/><Relationship Id="rId347" Type="http://schemas.openxmlformats.org/officeDocument/2006/relationships/image" Target="../media/image732.png"/><Relationship Id="rId44" Type="http://schemas.openxmlformats.org/officeDocument/2006/relationships/customXml" Target="../ink/ink925.xml"/><Relationship Id="rId86" Type="http://schemas.openxmlformats.org/officeDocument/2006/relationships/customXml" Target="../ink/ink946.xml"/><Relationship Id="rId151" Type="http://schemas.openxmlformats.org/officeDocument/2006/relationships/image" Target="../media/image6340.png"/><Relationship Id="rId193" Type="http://schemas.openxmlformats.org/officeDocument/2006/relationships/image" Target="../media/image655.png"/><Relationship Id="rId207" Type="http://schemas.openxmlformats.org/officeDocument/2006/relationships/image" Target="../media/image662.png"/><Relationship Id="rId249" Type="http://schemas.openxmlformats.org/officeDocument/2006/relationships/image" Target="../media/image683.png"/><Relationship Id="rId13" Type="http://schemas.openxmlformats.org/officeDocument/2006/relationships/image" Target="../media/image5650.png"/><Relationship Id="rId109" Type="http://schemas.openxmlformats.org/officeDocument/2006/relationships/image" Target="../media/image6130.png"/><Relationship Id="rId260" Type="http://schemas.openxmlformats.org/officeDocument/2006/relationships/customXml" Target="../ink/ink1033.xml"/><Relationship Id="rId316" Type="http://schemas.openxmlformats.org/officeDocument/2006/relationships/customXml" Target="../ink/ink1061.xml"/><Relationship Id="rId55" Type="http://schemas.openxmlformats.org/officeDocument/2006/relationships/image" Target="../media/image5860.png"/><Relationship Id="rId97" Type="http://schemas.openxmlformats.org/officeDocument/2006/relationships/image" Target="../media/image6070.png"/><Relationship Id="rId120" Type="http://schemas.openxmlformats.org/officeDocument/2006/relationships/customXml" Target="../ink/ink963.xml"/><Relationship Id="rId358" Type="http://schemas.openxmlformats.org/officeDocument/2006/relationships/customXml" Target="../ink/ink1082.xml"/><Relationship Id="rId162" Type="http://schemas.openxmlformats.org/officeDocument/2006/relationships/customXml" Target="../ink/ink984.xml"/><Relationship Id="rId218" Type="http://schemas.openxmlformats.org/officeDocument/2006/relationships/customXml" Target="../ink/ink1012.xml"/><Relationship Id="rId271" Type="http://schemas.openxmlformats.org/officeDocument/2006/relationships/image" Target="../media/image694.png"/><Relationship Id="rId24" Type="http://schemas.openxmlformats.org/officeDocument/2006/relationships/customXml" Target="../ink/ink915.xml"/><Relationship Id="rId66" Type="http://schemas.openxmlformats.org/officeDocument/2006/relationships/customXml" Target="../ink/ink936.xml"/><Relationship Id="rId131" Type="http://schemas.openxmlformats.org/officeDocument/2006/relationships/image" Target="../media/image6240.png"/><Relationship Id="rId327" Type="http://schemas.openxmlformats.org/officeDocument/2006/relationships/image" Target="../media/image722.png"/><Relationship Id="rId369" Type="http://schemas.openxmlformats.org/officeDocument/2006/relationships/image" Target="../media/image743.png"/><Relationship Id="rId173" Type="http://schemas.openxmlformats.org/officeDocument/2006/relationships/image" Target="../media/image645.png"/><Relationship Id="rId229" Type="http://schemas.openxmlformats.org/officeDocument/2006/relationships/image" Target="../media/image673.png"/><Relationship Id="rId240" Type="http://schemas.openxmlformats.org/officeDocument/2006/relationships/customXml" Target="../ink/ink1023.xml"/><Relationship Id="rId35" Type="http://schemas.openxmlformats.org/officeDocument/2006/relationships/image" Target="../media/image5760.png"/><Relationship Id="rId77" Type="http://schemas.openxmlformats.org/officeDocument/2006/relationships/image" Target="../media/image5970.png"/><Relationship Id="rId100" Type="http://schemas.openxmlformats.org/officeDocument/2006/relationships/customXml" Target="../ink/ink953.xml"/><Relationship Id="rId282" Type="http://schemas.openxmlformats.org/officeDocument/2006/relationships/customXml" Target="../ink/ink1044.xml"/><Relationship Id="rId338" Type="http://schemas.openxmlformats.org/officeDocument/2006/relationships/customXml" Target="../ink/ink1072.xml"/><Relationship Id="rId8" Type="http://schemas.openxmlformats.org/officeDocument/2006/relationships/customXml" Target="../ink/ink907.xml"/><Relationship Id="rId142" Type="http://schemas.openxmlformats.org/officeDocument/2006/relationships/customXml" Target="../ink/ink974.xml"/><Relationship Id="rId184" Type="http://schemas.openxmlformats.org/officeDocument/2006/relationships/customXml" Target="../ink/ink995.xml"/><Relationship Id="rId251" Type="http://schemas.openxmlformats.org/officeDocument/2006/relationships/image" Target="../media/image684.png"/><Relationship Id="rId46" Type="http://schemas.openxmlformats.org/officeDocument/2006/relationships/customXml" Target="../ink/ink926.xml"/><Relationship Id="rId293" Type="http://schemas.openxmlformats.org/officeDocument/2006/relationships/image" Target="../media/image705.png"/><Relationship Id="rId307" Type="http://schemas.openxmlformats.org/officeDocument/2006/relationships/image" Target="../media/image712.png"/><Relationship Id="rId349" Type="http://schemas.openxmlformats.org/officeDocument/2006/relationships/image" Target="../media/image733.png"/><Relationship Id="rId88" Type="http://schemas.openxmlformats.org/officeDocument/2006/relationships/customXml" Target="../ink/ink947.xml"/><Relationship Id="rId111" Type="http://schemas.openxmlformats.org/officeDocument/2006/relationships/image" Target="../media/image6140.png"/><Relationship Id="rId153" Type="http://schemas.openxmlformats.org/officeDocument/2006/relationships/image" Target="../media/image6350.png"/><Relationship Id="rId195" Type="http://schemas.openxmlformats.org/officeDocument/2006/relationships/image" Target="../media/image656.png"/><Relationship Id="rId209" Type="http://schemas.openxmlformats.org/officeDocument/2006/relationships/image" Target="../media/image663.png"/><Relationship Id="rId360" Type="http://schemas.openxmlformats.org/officeDocument/2006/relationships/customXml" Target="../ink/ink1083.xml"/><Relationship Id="rId220" Type="http://schemas.openxmlformats.org/officeDocument/2006/relationships/customXml" Target="../ink/ink1013.xml"/><Relationship Id="rId15" Type="http://schemas.openxmlformats.org/officeDocument/2006/relationships/image" Target="../media/image5660.png"/><Relationship Id="rId57" Type="http://schemas.openxmlformats.org/officeDocument/2006/relationships/image" Target="../media/image5870.png"/><Relationship Id="rId262" Type="http://schemas.openxmlformats.org/officeDocument/2006/relationships/customXml" Target="../ink/ink1034.xml"/><Relationship Id="rId318" Type="http://schemas.openxmlformats.org/officeDocument/2006/relationships/customXml" Target="../ink/ink1062.xml"/></Relationships>
</file>

<file path=ppt/slides/_rels/slide13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147.xml"/><Relationship Id="rId21" Type="http://schemas.openxmlformats.org/officeDocument/2006/relationships/customXml" Target="../ink/ink1099.xml"/><Relationship Id="rId42" Type="http://schemas.openxmlformats.org/officeDocument/2006/relationships/image" Target="../media/image765.png"/><Relationship Id="rId63" Type="http://schemas.openxmlformats.org/officeDocument/2006/relationships/customXml" Target="../ink/ink1120.xml"/><Relationship Id="rId84" Type="http://schemas.openxmlformats.org/officeDocument/2006/relationships/image" Target="../media/image786.png"/><Relationship Id="rId138" Type="http://schemas.openxmlformats.org/officeDocument/2006/relationships/image" Target="../media/image813.png"/><Relationship Id="rId107" Type="http://schemas.openxmlformats.org/officeDocument/2006/relationships/customXml" Target="../ink/ink1142.xml"/><Relationship Id="rId11" Type="http://schemas.openxmlformats.org/officeDocument/2006/relationships/customXml" Target="../ink/ink1094.xml"/><Relationship Id="rId32" Type="http://schemas.openxmlformats.org/officeDocument/2006/relationships/image" Target="../media/image760.png"/><Relationship Id="rId37" Type="http://schemas.openxmlformats.org/officeDocument/2006/relationships/customXml" Target="../ink/ink1107.xml"/><Relationship Id="rId53" Type="http://schemas.openxmlformats.org/officeDocument/2006/relationships/customXml" Target="../ink/ink1115.xml"/><Relationship Id="rId58" Type="http://schemas.openxmlformats.org/officeDocument/2006/relationships/image" Target="../media/image773.png"/><Relationship Id="rId74" Type="http://schemas.openxmlformats.org/officeDocument/2006/relationships/image" Target="../media/image781.png"/><Relationship Id="rId79" Type="http://schemas.openxmlformats.org/officeDocument/2006/relationships/customXml" Target="../ink/ink1128.xml"/><Relationship Id="rId102" Type="http://schemas.openxmlformats.org/officeDocument/2006/relationships/image" Target="../media/image795.png"/><Relationship Id="rId123" Type="http://schemas.openxmlformats.org/officeDocument/2006/relationships/customXml" Target="../ink/ink1150.xml"/><Relationship Id="rId128" Type="http://schemas.openxmlformats.org/officeDocument/2006/relationships/image" Target="../media/image808.png"/><Relationship Id="rId144" Type="http://schemas.openxmlformats.org/officeDocument/2006/relationships/image" Target="../media/image816.png"/><Relationship Id="rId5" Type="http://schemas.openxmlformats.org/officeDocument/2006/relationships/customXml" Target="../ink/ink1091.xml"/><Relationship Id="rId90" Type="http://schemas.openxmlformats.org/officeDocument/2006/relationships/image" Target="../media/image789.png"/><Relationship Id="rId95" Type="http://schemas.openxmlformats.org/officeDocument/2006/relationships/customXml" Target="../ink/ink1136.xml"/><Relationship Id="rId22" Type="http://schemas.openxmlformats.org/officeDocument/2006/relationships/image" Target="../media/image755.png"/><Relationship Id="rId27" Type="http://schemas.openxmlformats.org/officeDocument/2006/relationships/customXml" Target="../ink/ink1102.xml"/><Relationship Id="rId43" Type="http://schemas.openxmlformats.org/officeDocument/2006/relationships/customXml" Target="../ink/ink1110.xml"/><Relationship Id="rId48" Type="http://schemas.openxmlformats.org/officeDocument/2006/relationships/image" Target="../media/image768.png"/><Relationship Id="rId64" Type="http://schemas.openxmlformats.org/officeDocument/2006/relationships/image" Target="../media/image776.png"/><Relationship Id="rId69" Type="http://schemas.openxmlformats.org/officeDocument/2006/relationships/customXml" Target="../ink/ink1123.xml"/><Relationship Id="rId113" Type="http://schemas.openxmlformats.org/officeDocument/2006/relationships/customXml" Target="../ink/ink1145.xml"/><Relationship Id="rId118" Type="http://schemas.openxmlformats.org/officeDocument/2006/relationships/image" Target="../media/image803.png"/><Relationship Id="rId134" Type="http://schemas.openxmlformats.org/officeDocument/2006/relationships/image" Target="../media/image811.png"/><Relationship Id="rId139" Type="http://schemas.openxmlformats.org/officeDocument/2006/relationships/customXml" Target="../ink/ink1158.xml"/><Relationship Id="rId80" Type="http://schemas.openxmlformats.org/officeDocument/2006/relationships/image" Target="../media/image784.png"/><Relationship Id="rId85" Type="http://schemas.openxmlformats.org/officeDocument/2006/relationships/customXml" Target="../ink/ink1131.xml"/><Relationship Id="rId12" Type="http://schemas.openxmlformats.org/officeDocument/2006/relationships/image" Target="../media/image750.png"/><Relationship Id="rId17" Type="http://schemas.openxmlformats.org/officeDocument/2006/relationships/customXml" Target="../ink/ink1097.xml"/><Relationship Id="rId33" Type="http://schemas.openxmlformats.org/officeDocument/2006/relationships/customXml" Target="../ink/ink1105.xml"/><Relationship Id="rId38" Type="http://schemas.openxmlformats.org/officeDocument/2006/relationships/image" Target="../media/image763.png"/><Relationship Id="rId59" Type="http://schemas.openxmlformats.org/officeDocument/2006/relationships/customXml" Target="../ink/ink1118.xml"/><Relationship Id="rId103" Type="http://schemas.openxmlformats.org/officeDocument/2006/relationships/customXml" Target="../ink/ink1140.xml"/><Relationship Id="rId108" Type="http://schemas.openxmlformats.org/officeDocument/2006/relationships/image" Target="../media/image798.png"/><Relationship Id="rId124" Type="http://schemas.openxmlformats.org/officeDocument/2006/relationships/image" Target="../media/image806.png"/><Relationship Id="rId129" Type="http://schemas.openxmlformats.org/officeDocument/2006/relationships/customXml" Target="../ink/ink1153.xml"/><Relationship Id="rId54" Type="http://schemas.openxmlformats.org/officeDocument/2006/relationships/image" Target="../media/image771.png"/><Relationship Id="rId70" Type="http://schemas.openxmlformats.org/officeDocument/2006/relationships/image" Target="../media/image779.png"/><Relationship Id="rId75" Type="http://schemas.openxmlformats.org/officeDocument/2006/relationships/customXml" Target="../ink/ink1126.xml"/><Relationship Id="rId91" Type="http://schemas.openxmlformats.org/officeDocument/2006/relationships/customXml" Target="../ink/ink1134.xml"/><Relationship Id="rId96" Type="http://schemas.openxmlformats.org/officeDocument/2006/relationships/image" Target="../media/image792.png"/><Relationship Id="rId140" Type="http://schemas.openxmlformats.org/officeDocument/2006/relationships/image" Target="../media/image8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7.png"/><Relationship Id="rId23" Type="http://schemas.openxmlformats.org/officeDocument/2006/relationships/customXml" Target="../ink/ink1100.xml"/><Relationship Id="rId28" Type="http://schemas.openxmlformats.org/officeDocument/2006/relationships/image" Target="../media/image758.png"/><Relationship Id="rId49" Type="http://schemas.openxmlformats.org/officeDocument/2006/relationships/customXml" Target="../ink/ink1113.xml"/><Relationship Id="rId114" Type="http://schemas.openxmlformats.org/officeDocument/2006/relationships/image" Target="../media/image801.png"/><Relationship Id="rId119" Type="http://schemas.openxmlformats.org/officeDocument/2006/relationships/customXml" Target="../ink/ink1148.xml"/><Relationship Id="rId44" Type="http://schemas.openxmlformats.org/officeDocument/2006/relationships/image" Target="../media/image766.png"/><Relationship Id="rId60" Type="http://schemas.openxmlformats.org/officeDocument/2006/relationships/image" Target="../media/image774.png"/><Relationship Id="rId65" Type="http://schemas.openxmlformats.org/officeDocument/2006/relationships/customXml" Target="../ink/ink1121.xml"/><Relationship Id="rId81" Type="http://schemas.openxmlformats.org/officeDocument/2006/relationships/customXml" Target="../ink/ink1129.xml"/><Relationship Id="rId86" Type="http://schemas.openxmlformats.org/officeDocument/2006/relationships/image" Target="../media/image787.png"/><Relationship Id="rId130" Type="http://schemas.openxmlformats.org/officeDocument/2006/relationships/image" Target="../media/image809.png"/><Relationship Id="rId135" Type="http://schemas.openxmlformats.org/officeDocument/2006/relationships/customXml" Target="../ink/ink1156.xml"/><Relationship Id="rId13" Type="http://schemas.openxmlformats.org/officeDocument/2006/relationships/customXml" Target="../ink/ink1095.xml"/><Relationship Id="rId18" Type="http://schemas.openxmlformats.org/officeDocument/2006/relationships/image" Target="../media/image753.png"/><Relationship Id="rId39" Type="http://schemas.openxmlformats.org/officeDocument/2006/relationships/customXml" Target="../ink/ink1108.xml"/><Relationship Id="rId109" Type="http://schemas.openxmlformats.org/officeDocument/2006/relationships/customXml" Target="../ink/ink1143.xml"/><Relationship Id="rId34" Type="http://schemas.openxmlformats.org/officeDocument/2006/relationships/image" Target="../media/image761.png"/><Relationship Id="rId50" Type="http://schemas.openxmlformats.org/officeDocument/2006/relationships/image" Target="../media/image769.png"/><Relationship Id="rId55" Type="http://schemas.openxmlformats.org/officeDocument/2006/relationships/customXml" Target="../ink/ink1116.xml"/><Relationship Id="rId76" Type="http://schemas.openxmlformats.org/officeDocument/2006/relationships/image" Target="../media/image782.png"/><Relationship Id="rId97" Type="http://schemas.openxmlformats.org/officeDocument/2006/relationships/customXml" Target="../ink/ink1137.xml"/><Relationship Id="rId104" Type="http://schemas.openxmlformats.org/officeDocument/2006/relationships/image" Target="../media/image796.png"/><Relationship Id="rId120" Type="http://schemas.openxmlformats.org/officeDocument/2006/relationships/image" Target="../media/image804.png"/><Relationship Id="rId125" Type="http://schemas.openxmlformats.org/officeDocument/2006/relationships/customXml" Target="../ink/ink1151.xml"/><Relationship Id="rId141" Type="http://schemas.openxmlformats.org/officeDocument/2006/relationships/customXml" Target="../ink/ink1159.xml"/><Relationship Id="rId7" Type="http://schemas.openxmlformats.org/officeDocument/2006/relationships/customXml" Target="../ink/ink1092.xml"/><Relationship Id="rId71" Type="http://schemas.openxmlformats.org/officeDocument/2006/relationships/customXml" Target="../ink/ink1124.xml"/><Relationship Id="rId92" Type="http://schemas.openxmlformats.org/officeDocument/2006/relationships/image" Target="../media/image790.png"/><Relationship Id="rId2" Type="http://schemas.openxmlformats.org/officeDocument/2006/relationships/image" Target="../media/image746.png"/><Relationship Id="rId29" Type="http://schemas.openxmlformats.org/officeDocument/2006/relationships/customXml" Target="../ink/ink1103.xml"/><Relationship Id="rId24" Type="http://schemas.openxmlformats.org/officeDocument/2006/relationships/image" Target="../media/image756.png"/><Relationship Id="rId40" Type="http://schemas.openxmlformats.org/officeDocument/2006/relationships/image" Target="../media/image764.png"/><Relationship Id="rId45" Type="http://schemas.openxmlformats.org/officeDocument/2006/relationships/customXml" Target="../ink/ink1111.xml"/><Relationship Id="rId66" Type="http://schemas.openxmlformats.org/officeDocument/2006/relationships/image" Target="../media/image777.png"/><Relationship Id="rId87" Type="http://schemas.openxmlformats.org/officeDocument/2006/relationships/customXml" Target="../ink/ink1132.xml"/><Relationship Id="rId110" Type="http://schemas.openxmlformats.org/officeDocument/2006/relationships/image" Target="../media/image799.png"/><Relationship Id="rId115" Type="http://schemas.openxmlformats.org/officeDocument/2006/relationships/customXml" Target="../ink/ink1146.xml"/><Relationship Id="rId131" Type="http://schemas.openxmlformats.org/officeDocument/2006/relationships/customXml" Target="../ink/ink1154.xml"/><Relationship Id="rId136" Type="http://schemas.openxmlformats.org/officeDocument/2006/relationships/image" Target="../media/image812.png"/><Relationship Id="rId61" Type="http://schemas.openxmlformats.org/officeDocument/2006/relationships/customXml" Target="../ink/ink1119.xml"/><Relationship Id="rId82" Type="http://schemas.openxmlformats.org/officeDocument/2006/relationships/image" Target="../media/image785.png"/><Relationship Id="rId19" Type="http://schemas.openxmlformats.org/officeDocument/2006/relationships/customXml" Target="../ink/ink1098.xml"/><Relationship Id="rId14" Type="http://schemas.openxmlformats.org/officeDocument/2006/relationships/image" Target="../media/image751.png"/><Relationship Id="rId30" Type="http://schemas.openxmlformats.org/officeDocument/2006/relationships/image" Target="../media/image759.png"/><Relationship Id="rId35" Type="http://schemas.openxmlformats.org/officeDocument/2006/relationships/customXml" Target="../ink/ink1106.xml"/><Relationship Id="rId56" Type="http://schemas.openxmlformats.org/officeDocument/2006/relationships/image" Target="../media/image772.png"/><Relationship Id="rId77" Type="http://schemas.openxmlformats.org/officeDocument/2006/relationships/customXml" Target="../ink/ink1127.xml"/><Relationship Id="rId100" Type="http://schemas.openxmlformats.org/officeDocument/2006/relationships/image" Target="../media/image794.png"/><Relationship Id="rId105" Type="http://schemas.openxmlformats.org/officeDocument/2006/relationships/customXml" Target="../ink/ink1141.xml"/><Relationship Id="rId126" Type="http://schemas.openxmlformats.org/officeDocument/2006/relationships/image" Target="../media/image807.png"/><Relationship Id="rId8" Type="http://schemas.openxmlformats.org/officeDocument/2006/relationships/image" Target="../media/image748.png"/><Relationship Id="rId51" Type="http://schemas.openxmlformats.org/officeDocument/2006/relationships/customXml" Target="../ink/ink1114.xml"/><Relationship Id="rId72" Type="http://schemas.openxmlformats.org/officeDocument/2006/relationships/image" Target="../media/image780.png"/><Relationship Id="rId93" Type="http://schemas.openxmlformats.org/officeDocument/2006/relationships/customXml" Target="../ink/ink1135.xml"/><Relationship Id="rId98" Type="http://schemas.openxmlformats.org/officeDocument/2006/relationships/image" Target="../media/image793.png"/><Relationship Id="rId121" Type="http://schemas.openxmlformats.org/officeDocument/2006/relationships/customXml" Target="../ink/ink1149.xml"/><Relationship Id="rId142" Type="http://schemas.openxmlformats.org/officeDocument/2006/relationships/image" Target="../media/image815.png"/><Relationship Id="rId3" Type="http://schemas.openxmlformats.org/officeDocument/2006/relationships/customXml" Target="../ink/ink1090.xml"/><Relationship Id="rId25" Type="http://schemas.openxmlformats.org/officeDocument/2006/relationships/customXml" Target="../ink/ink1101.xml"/><Relationship Id="rId46" Type="http://schemas.openxmlformats.org/officeDocument/2006/relationships/image" Target="../media/image767.png"/><Relationship Id="rId67" Type="http://schemas.openxmlformats.org/officeDocument/2006/relationships/customXml" Target="../ink/ink1122.xml"/><Relationship Id="rId116" Type="http://schemas.openxmlformats.org/officeDocument/2006/relationships/image" Target="../media/image802.png"/><Relationship Id="rId137" Type="http://schemas.openxmlformats.org/officeDocument/2006/relationships/customXml" Target="../ink/ink1157.xml"/><Relationship Id="rId20" Type="http://schemas.openxmlformats.org/officeDocument/2006/relationships/image" Target="../media/image754.png"/><Relationship Id="rId41" Type="http://schemas.openxmlformats.org/officeDocument/2006/relationships/customXml" Target="../ink/ink1109.xml"/><Relationship Id="rId62" Type="http://schemas.openxmlformats.org/officeDocument/2006/relationships/image" Target="../media/image775.png"/><Relationship Id="rId83" Type="http://schemas.openxmlformats.org/officeDocument/2006/relationships/customXml" Target="../ink/ink1130.xml"/><Relationship Id="rId88" Type="http://schemas.openxmlformats.org/officeDocument/2006/relationships/image" Target="../media/image788.png"/><Relationship Id="rId111" Type="http://schemas.openxmlformats.org/officeDocument/2006/relationships/customXml" Target="../ink/ink1144.xml"/><Relationship Id="rId132" Type="http://schemas.openxmlformats.org/officeDocument/2006/relationships/image" Target="../media/image810.png"/><Relationship Id="rId15" Type="http://schemas.openxmlformats.org/officeDocument/2006/relationships/customXml" Target="../ink/ink1096.xml"/><Relationship Id="rId36" Type="http://schemas.openxmlformats.org/officeDocument/2006/relationships/image" Target="../media/image762.png"/><Relationship Id="rId57" Type="http://schemas.openxmlformats.org/officeDocument/2006/relationships/customXml" Target="../ink/ink1117.xml"/><Relationship Id="rId106" Type="http://schemas.openxmlformats.org/officeDocument/2006/relationships/image" Target="../media/image797.png"/><Relationship Id="rId127" Type="http://schemas.openxmlformats.org/officeDocument/2006/relationships/customXml" Target="../ink/ink1152.xml"/><Relationship Id="rId10" Type="http://schemas.openxmlformats.org/officeDocument/2006/relationships/image" Target="../media/image749.png"/><Relationship Id="rId31" Type="http://schemas.openxmlformats.org/officeDocument/2006/relationships/customXml" Target="../ink/ink1104.xml"/><Relationship Id="rId52" Type="http://schemas.openxmlformats.org/officeDocument/2006/relationships/image" Target="../media/image770.png"/><Relationship Id="rId73" Type="http://schemas.openxmlformats.org/officeDocument/2006/relationships/customXml" Target="../ink/ink1125.xml"/><Relationship Id="rId78" Type="http://schemas.openxmlformats.org/officeDocument/2006/relationships/image" Target="../media/image783.png"/><Relationship Id="rId94" Type="http://schemas.openxmlformats.org/officeDocument/2006/relationships/image" Target="../media/image791.png"/><Relationship Id="rId99" Type="http://schemas.openxmlformats.org/officeDocument/2006/relationships/customXml" Target="../ink/ink1138.xml"/><Relationship Id="rId101" Type="http://schemas.openxmlformats.org/officeDocument/2006/relationships/customXml" Target="../ink/ink1139.xml"/><Relationship Id="rId122" Type="http://schemas.openxmlformats.org/officeDocument/2006/relationships/image" Target="../media/image805.png"/><Relationship Id="rId143" Type="http://schemas.openxmlformats.org/officeDocument/2006/relationships/customXml" Target="../ink/ink1160.xml"/><Relationship Id="rId4" Type="http://schemas.openxmlformats.org/officeDocument/2006/relationships/image" Target="../media/image7460.png"/><Relationship Id="rId9" Type="http://schemas.openxmlformats.org/officeDocument/2006/relationships/customXml" Target="../ink/ink1093.xml"/><Relationship Id="rId26" Type="http://schemas.openxmlformats.org/officeDocument/2006/relationships/image" Target="../media/image757.png"/><Relationship Id="rId47" Type="http://schemas.openxmlformats.org/officeDocument/2006/relationships/customXml" Target="../ink/ink1112.xml"/><Relationship Id="rId68" Type="http://schemas.openxmlformats.org/officeDocument/2006/relationships/image" Target="../media/image778.png"/><Relationship Id="rId89" Type="http://schemas.openxmlformats.org/officeDocument/2006/relationships/customXml" Target="../ink/ink1133.xml"/><Relationship Id="rId112" Type="http://schemas.openxmlformats.org/officeDocument/2006/relationships/image" Target="../media/image800.png"/><Relationship Id="rId133" Type="http://schemas.openxmlformats.org/officeDocument/2006/relationships/customXml" Target="../ink/ink1155.xml"/><Relationship Id="rId16" Type="http://schemas.openxmlformats.org/officeDocument/2006/relationships/image" Target="../media/image752.png"/></Relationships>
</file>

<file path=ppt/slides/_rels/slide14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218.xml"/><Relationship Id="rId21" Type="http://schemas.openxmlformats.org/officeDocument/2006/relationships/customXml" Target="../ink/ink1170.xml"/><Relationship Id="rId63" Type="http://schemas.openxmlformats.org/officeDocument/2006/relationships/customXml" Target="../ink/ink1191.xml"/><Relationship Id="rId159" Type="http://schemas.openxmlformats.org/officeDocument/2006/relationships/customXml" Target="../ink/ink1239.xml"/><Relationship Id="rId170" Type="http://schemas.openxmlformats.org/officeDocument/2006/relationships/image" Target="../media/image830.png"/><Relationship Id="rId226" Type="http://schemas.openxmlformats.org/officeDocument/2006/relationships/image" Target="../media/image858.png"/><Relationship Id="rId107" Type="http://schemas.openxmlformats.org/officeDocument/2006/relationships/customXml" Target="../ink/ink1213.xml"/><Relationship Id="rId11" Type="http://schemas.openxmlformats.org/officeDocument/2006/relationships/customXml" Target="../ink/ink1165.xml"/><Relationship Id="rId32" Type="http://schemas.openxmlformats.org/officeDocument/2006/relationships/image" Target="../media/image7610.png"/><Relationship Id="rId53" Type="http://schemas.openxmlformats.org/officeDocument/2006/relationships/customXml" Target="../ink/ink1186.xml"/><Relationship Id="rId74" Type="http://schemas.openxmlformats.org/officeDocument/2006/relationships/image" Target="../media/image7820.png"/><Relationship Id="rId128" Type="http://schemas.openxmlformats.org/officeDocument/2006/relationships/image" Target="../media/image8090.png"/><Relationship Id="rId149" Type="http://schemas.openxmlformats.org/officeDocument/2006/relationships/customXml" Target="../ink/ink1234.xml"/><Relationship Id="rId5" Type="http://schemas.openxmlformats.org/officeDocument/2006/relationships/customXml" Target="../ink/ink1162.xml"/><Relationship Id="rId95" Type="http://schemas.openxmlformats.org/officeDocument/2006/relationships/customXml" Target="../ink/ink1207.xml"/><Relationship Id="rId160" Type="http://schemas.openxmlformats.org/officeDocument/2006/relationships/image" Target="../media/image825.png"/><Relationship Id="rId181" Type="http://schemas.openxmlformats.org/officeDocument/2006/relationships/customXml" Target="../ink/ink1250.xml"/><Relationship Id="rId216" Type="http://schemas.openxmlformats.org/officeDocument/2006/relationships/image" Target="../media/image853.png"/><Relationship Id="rId237" Type="http://schemas.openxmlformats.org/officeDocument/2006/relationships/customXml" Target="../ink/ink1278.xml"/><Relationship Id="rId258" Type="http://schemas.openxmlformats.org/officeDocument/2006/relationships/image" Target="../media/image874.png"/><Relationship Id="rId22" Type="http://schemas.openxmlformats.org/officeDocument/2006/relationships/image" Target="../media/image7560.png"/><Relationship Id="rId43" Type="http://schemas.openxmlformats.org/officeDocument/2006/relationships/customXml" Target="../ink/ink1181.xml"/><Relationship Id="rId64" Type="http://schemas.openxmlformats.org/officeDocument/2006/relationships/image" Target="../media/image7770.png"/><Relationship Id="rId118" Type="http://schemas.openxmlformats.org/officeDocument/2006/relationships/image" Target="../media/image8040.png"/><Relationship Id="rId139" Type="http://schemas.openxmlformats.org/officeDocument/2006/relationships/customXml" Target="../ink/ink1229.xml"/><Relationship Id="rId85" Type="http://schemas.openxmlformats.org/officeDocument/2006/relationships/customXml" Target="../ink/ink1202.xml"/><Relationship Id="rId150" Type="http://schemas.openxmlformats.org/officeDocument/2006/relationships/image" Target="../media/image820.png"/><Relationship Id="rId171" Type="http://schemas.openxmlformats.org/officeDocument/2006/relationships/customXml" Target="../ink/ink1245.xml"/><Relationship Id="rId192" Type="http://schemas.openxmlformats.org/officeDocument/2006/relationships/image" Target="../media/image841.png"/><Relationship Id="rId206" Type="http://schemas.openxmlformats.org/officeDocument/2006/relationships/image" Target="../media/image848.png"/><Relationship Id="rId227" Type="http://schemas.openxmlformats.org/officeDocument/2006/relationships/customXml" Target="../ink/ink1273.xml"/><Relationship Id="rId248" Type="http://schemas.openxmlformats.org/officeDocument/2006/relationships/image" Target="../media/image869.png"/><Relationship Id="rId12" Type="http://schemas.openxmlformats.org/officeDocument/2006/relationships/image" Target="../media/image7510.png"/><Relationship Id="rId33" Type="http://schemas.openxmlformats.org/officeDocument/2006/relationships/customXml" Target="../ink/ink1176.xml"/><Relationship Id="rId108" Type="http://schemas.openxmlformats.org/officeDocument/2006/relationships/image" Target="../media/image7990.png"/><Relationship Id="rId129" Type="http://schemas.openxmlformats.org/officeDocument/2006/relationships/customXml" Target="../ink/ink1224.xml"/><Relationship Id="rId54" Type="http://schemas.openxmlformats.org/officeDocument/2006/relationships/image" Target="../media/image7720.png"/><Relationship Id="rId75" Type="http://schemas.openxmlformats.org/officeDocument/2006/relationships/customXml" Target="../ink/ink1197.xml"/><Relationship Id="rId96" Type="http://schemas.openxmlformats.org/officeDocument/2006/relationships/image" Target="../media/image7930.png"/><Relationship Id="rId140" Type="http://schemas.openxmlformats.org/officeDocument/2006/relationships/image" Target="../media/image8150.png"/><Relationship Id="rId161" Type="http://schemas.openxmlformats.org/officeDocument/2006/relationships/customXml" Target="../ink/ink1240.xml"/><Relationship Id="rId182" Type="http://schemas.openxmlformats.org/officeDocument/2006/relationships/image" Target="../media/image836.png"/><Relationship Id="rId217" Type="http://schemas.openxmlformats.org/officeDocument/2006/relationships/customXml" Target="../ink/ink1268.xml"/><Relationship Id="rId6" Type="http://schemas.openxmlformats.org/officeDocument/2006/relationships/image" Target="../media/image7480.png"/><Relationship Id="rId238" Type="http://schemas.openxmlformats.org/officeDocument/2006/relationships/image" Target="../media/image864.png"/><Relationship Id="rId259" Type="http://schemas.openxmlformats.org/officeDocument/2006/relationships/customXml" Target="../ink/ink1289.xml"/><Relationship Id="rId23" Type="http://schemas.openxmlformats.org/officeDocument/2006/relationships/customXml" Target="../ink/ink1171.xml"/><Relationship Id="rId119" Type="http://schemas.openxmlformats.org/officeDocument/2006/relationships/customXml" Target="../ink/ink1219.xml"/><Relationship Id="rId44" Type="http://schemas.openxmlformats.org/officeDocument/2006/relationships/image" Target="../media/image7670.png"/><Relationship Id="rId65" Type="http://schemas.openxmlformats.org/officeDocument/2006/relationships/customXml" Target="../ink/ink1192.xml"/><Relationship Id="rId86" Type="http://schemas.openxmlformats.org/officeDocument/2006/relationships/image" Target="../media/image7880.png"/><Relationship Id="rId130" Type="http://schemas.openxmlformats.org/officeDocument/2006/relationships/image" Target="../media/image8101.png"/><Relationship Id="rId151" Type="http://schemas.openxmlformats.org/officeDocument/2006/relationships/customXml" Target="../ink/ink1235.xml"/><Relationship Id="rId172" Type="http://schemas.openxmlformats.org/officeDocument/2006/relationships/image" Target="../media/image831.png"/><Relationship Id="rId193" Type="http://schemas.openxmlformats.org/officeDocument/2006/relationships/customXml" Target="../ink/ink1256.xml"/><Relationship Id="rId207" Type="http://schemas.openxmlformats.org/officeDocument/2006/relationships/customXml" Target="../ink/ink1263.xml"/><Relationship Id="rId228" Type="http://schemas.openxmlformats.org/officeDocument/2006/relationships/image" Target="../media/image859.png"/><Relationship Id="rId249" Type="http://schemas.openxmlformats.org/officeDocument/2006/relationships/customXml" Target="../ink/ink1284.xml"/><Relationship Id="rId13" Type="http://schemas.openxmlformats.org/officeDocument/2006/relationships/customXml" Target="../ink/ink1166.xml"/><Relationship Id="rId109" Type="http://schemas.openxmlformats.org/officeDocument/2006/relationships/customXml" Target="../ink/ink1214.xml"/><Relationship Id="rId260" Type="http://schemas.openxmlformats.org/officeDocument/2006/relationships/image" Target="../media/image875.png"/><Relationship Id="rId34" Type="http://schemas.openxmlformats.org/officeDocument/2006/relationships/image" Target="../media/image7620.png"/><Relationship Id="rId55" Type="http://schemas.openxmlformats.org/officeDocument/2006/relationships/customXml" Target="../ink/ink1187.xml"/><Relationship Id="rId76" Type="http://schemas.openxmlformats.org/officeDocument/2006/relationships/image" Target="../media/image7830.png"/><Relationship Id="rId97" Type="http://schemas.openxmlformats.org/officeDocument/2006/relationships/customXml" Target="../ink/ink1208.xml"/><Relationship Id="rId120" Type="http://schemas.openxmlformats.org/officeDocument/2006/relationships/image" Target="../media/image8050.png"/><Relationship Id="rId141" Type="http://schemas.openxmlformats.org/officeDocument/2006/relationships/customXml" Target="../ink/ink1230.xml"/><Relationship Id="rId7" Type="http://schemas.openxmlformats.org/officeDocument/2006/relationships/customXml" Target="../ink/ink1163.xml"/><Relationship Id="rId162" Type="http://schemas.openxmlformats.org/officeDocument/2006/relationships/image" Target="../media/image826.png"/><Relationship Id="rId183" Type="http://schemas.openxmlformats.org/officeDocument/2006/relationships/customXml" Target="../ink/ink1251.xml"/><Relationship Id="rId218" Type="http://schemas.openxmlformats.org/officeDocument/2006/relationships/image" Target="../media/image854.png"/><Relationship Id="rId239" Type="http://schemas.openxmlformats.org/officeDocument/2006/relationships/customXml" Target="../ink/ink1279.xml"/><Relationship Id="rId250" Type="http://schemas.openxmlformats.org/officeDocument/2006/relationships/image" Target="../media/image870.png"/><Relationship Id="rId24" Type="http://schemas.openxmlformats.org/officeDocument/2006/relationships/image" Target="../media/image7570.png"/><Relationship Id="rId45" Type="http://schemas.openxmlformats.org/officeDocument/2006/relationships/customXml" Target="../ink/ink1182.xml"/><Relationship Id="rId66" Type="http://schemas.openxmlformats.org/officeDocument/2006/relationships/image" Target="../media/image7780.png"/><Relationship Id="rId87" Type="http://schemas.openxmlformats.org/officeDocument/2006/relationships/customXml" Target="../ink/ink1203.xml"/><Relationship Id="rId110" Type="http://schemas.openxmlformats.org/officeDocument/2006/relationships/image" Target="../media/image8000.png"/><Relationship Id="rId131" Type="http://schemas.openxmlformats.org/officeDocument/2006/relationships/customXml" Target="../ink/ink1225.xml"/><Relationship Id="rId152" Type="http://schemas.openxmlformats.org/officeDocument/2006/relationships/image" Target="../media/image821.png"/><Relationship Id="rId173" Type="http://schemas.openxmlformats.org/officeDocument/2006/relationships/customXml" Target="../ink/ink1246.xml"/><Relationship Id="rId194" Type="http://schemas.openxmlformats.org/officeDocument/2006/relationships/image" Target="../media/image842.png"/><Relationship Id="rId208" Type="http://schemas.openxmlformats.org/officeDocument/2006/relationships/image" Target="../media/image849.png"/><Relationship Id="rId229" Type="http://schemas.openxmlformats.org/officeDocument/2006/relationships/customXml" Target="../ink/ink1274.xml"/><Relationship Id="rId240" Type="http://schemas.openxmlformats.org/officeDocument/2006/relationships/image" Target="../media/image865.png"/><Relationship Id="rId261" Type="http://schemas.openxmlformats.org/officeDocument/2006/relationships/customXml" Target="../ink/ink1290.xml"/><Relationship Id="rId14" Type="http://schemas.openxmlformats.org/officeDocument/2006/relationships/image" Target="../media/image7520.png"/><Relationship Id="rId35" Type="http://schemas.openxmlformats.org/officeDocument/2006/relationships/customXml" Target="../ink/ink1177.xml"/><Relationship Id="rId56" Type="http://schemas.openxmlformats.org/officeDocument/2006/relationships/image" Target="../media/image7730.png"/><Relationship Id="rId77" Type="http://schemas.openxmlformats.org/officeDocument/2006/relationships/customXml" Target="../ink/ink1198.xml"/><Relationship Id="rId100" Type="http://schemas.openxmlformats.org/officeDocument/2006/relationships/image" Target="../media/image7950.png"/><Relationship Id="rId8" Type="http://schemas.openxmlformats.org/officeDocument/2006/relationships/image" Target="../media/image7490.png"/><Relationship Id="rId98" Type="http://schemas.openxmlformats.org/officeDocument/2006/relationships/image" Target="../media/image7940.png"/><Relationship Id="rId121" Type="http://schemas.openxmlformats.org/officeDocument/2006/relationships/customXml" Target="../ink/ink1220.xml"/><Relationship Id="rId142" Type="http://schemas.openxmlformats.org/officeDocument/2006/relationships/image" Target="../media/image8160.png"/><Relationship Id="rId163" Type="http://schemas.openxmlformats.org/officeDocument/2006/relationships/customXml" Target="../ink/ink1241.xml"/><Relationship Id="rId184" Type="http://schemas.openxmlformats.org/officeDocument/2006/relationships/image" Target="../media/image837.png"/><Relationship Id="rId219" Type="http://schemas.openxmlformats.org/officeDocument/2006/relationships/customXml" Target="../ink/ink1269.xml"/><Relationship Id="rId230" Type="http://schemas.openxmlformats.org/officeDocument/2006/relationships/image" Target="../media/image860.png"/><Relationship Id="rId251" Type="http://schemas.openxmlformats.org/officeDocument/2006/relationships/customXml" Target="../ink/ink1285.xml"/><Relationship Id="rId25" Type="http://schemas.openxmlformats.org/officeDocument/2006/relationships/customXml" Target="../ink/ink1172.xml"/><Relationship Id="rId46" Type="http://schemas.openxmlformats.org/officeDocument/2006/relationships/image" Target="../media/image7680.png"/><Relationship Id="rId67" Type="http://schemas.openxmlformats.org/officeDocument/2006/relationships/customXml" Target="../ink/ink1193.xml"/><Relationship Id="rId88" Type="http://schemas.openxmlformats.org/officeDocument/2006/relationships/image" Target="../media/image7890.png"/><Relationship Id="rId111" Type="http://schemas.openxmlformats.org/officeDocument/2006/relationships/customXml" Target="../ink/ink1215.xml"/><Relationship Id="rId132" Type="http://schemas.openxmlformats.org/officeDocument/2006/relationships/image" Target="../media/image8110.png"/><Relationship Id="rId153" Type="http://schemas.openxmlformats.org/officeDocument/2006/relationships/customXml" Target="../ink/ink1236.xml"/><Relationship Id="rId174" Type="http://schemas.openxmlformats.org/officeDocument/2006/relationships/image" Target="../media/image832.png"/><Relationship Id="rId195" Type="http://schemas.openxmlformats.org/officeDocument/2006/relationships/customXml" Target="../ink/ink1257.xml"/><Relationship Id="rId209" Type="http://schemas.openxmlformats.org/officeDocument/2006/relationships/customXml" Target="../ink/ink1264.xml"/><Relationship Id="rId220" Type="http://schemas.openxmlformats.org/officeDocument/2006/relationships/image" Target="../media/image855.png"/><Relationship Id="rId241" Type="http://schemas.openxmlformats.org/officeDocument/2006/relationships/customXml" Target="../ink/ink1280.xml"/><Relationship Id="rId15" Type="http://schemas.openxmlformats.org/officeDocument/2006/relationships/customXml" Target="../ink/ink1167.xml"/><Relationship Id="rId36" Type="http://schemas.openxmlformats.org/officeDocument/2006/relationships/image" Target="../media/image7630.png"/><Relationship Id="rId57" Type="http://schemas.openxmlformats.org/officeDocument/2006/relationships/customXml" Target="../ink/ink1188.xml"/><Relationship Id="rId262" Type="http://schemas.openxmlformats.org/officeDocument/2006/relationships/image" Target="../media/image876.png"/><Relationship Id="rId78" Type="http://schemas.openxmlformats.org/officeDocument/2006/relationships/image" Target="../media/image7840.png"/><Relationship Id="rId99" Type="http://schemas.openxmlformats.org/officeDocument/2006/relationships/customXml" Target="../ink/ink1209.xml"/><Relationship Id="rId101" Type="http://schemas.openxmlformats.org/officeDocument/2006/relationships/customXml" Target="../ink/ink1210.xml"/><Relationship Id="rId122" Type="http://schemas.openxmlformats.org/officeDocument/2006/relationships/image" Target="../media/image8060.png"/><Relationship Id="rId143" Type="http://schemas.openxmlformats.org/officeDocument/2006/relationships/customXml" Target="../ink/ink1231.xml"/><Relationship Id="rId164" Type="http://schemas.openxmlformats.org/officeDocument/2006/relationships/image" Target="../media/image827.png"/><Relationship Id="rId185" Type="http://schemas.openxmlformats.org/officeDocument/2006/relationships/customXml" Target="../ink/ink1252.xml"/><Relationship Id="rId9" Type="http://schemas.openxmlformats.org/officeDocument/2006/relationships/customXml" Target="../ink/ink1164.xml"/><Relationship Id="rId210" Type="http://schemas.openxmlformats.org/officeDocument/2006/relationships/image" Target="../media/image850.png"/><Relationship Id="rId26" Type="http://schemas.openxmlformats.org/officeDocument/2006/relationships/image" Target="../media/image7580.png"/><Relationship Id="rId231" Type="http://schemas.openxmlformats.org/officeDocument/2006/relationships/customXml" Target="../ink/ink1275.xml"/><Relationship Id="rId252" Type="http://schemas.openxmlformats.org/officeDocument/2006/relationships/image" Target="../media/image871.png"/><Relationship Id="rId47" Type="http://schemas.openxmlformats.org/officeDocument/2006/relationships/customXml" Target="../ink/ink1183.xml"/><Relationship Id="rId68" Type="http://schemas.openxmlformats.org/officeDocument/2006/relationships/image" Target="../media/image7790.png"/><Relationship Id="rId89" Type="http://schemas.openxmlformats.org/officeDocument/2006/relationships/customXml" Target="../ink/ink1204.xml"/><Relationship Id="rId112" Type="http://schemas.openxmlformats.org/officeDocument/2006/relationships/image" Target="../media/image8010.png"/><Relationship Id="rId133" Type="http://schemas.openxmlformats.org/officeDocument/2006/relationships/customXml" Target="../ink/ink1226.xml"/><Relationship Id="rId154" Type="http://schemas.openxmlformats.org/officeDocument/2006/relationships/image" Target="../media/image822.png"/><Relationship Id="rId175" Type="http://schemas.openxmlformats.org/officeDocument/2006/relationships/customXml" Target="../ink/ink1247.xml"/><Relationship Id="rId196" Type="http://schemas.openxmlformats.org/officeDocument/2006/relationships/image" Target="../media/image843.png"/><Relationship Id="rId200" Type="http://schemas.openxmlformats.org/officeDocument/2006/relationships/image" Target="../media/image845.png"/><Relationship Id="rId16" Type="http://schemas.openxmlformats.org/officeDocument/2006/relationships/image" Target="../media/image7530.png"/><Relationship Id="rId221" Type="http://schemas.openxmlformats.org/officeDocument/2006/relationships/customXml" Target="../ink/ink1270.xml"/><Relationship Id="rId242" Type="http://schemas.openxmlformats.org/officeDocument/2006/relationships/image" Target="../media/image866.png"/><Relationship Id="rId263" Type="http://schemas.openxmlformats.org/officeDocument/2006/relationships/customXml" Target="../ink/ink1291.xml"/><Relationship Id="rId37" Type="http://schemas.openxmlformats.org/officeDocument/2006/relationships/customXml" Target="../ink/ink1178.xml"/><Relationship Id="rId58" Type="http://schemas.openxmlformats.org/officeDocument/2006/relationships/image" Target="../media/image7740.png"/><Relationship Id="rId79" Type="http://schemas.openxmlformats.org/officeDocument/2006/relationships/customXml" Target="../ink/ink1199.xml"/><Relationship Id="rId102" Type="http://schemas.openxmlformats.org/officeDocument/2006/relationships/image" Target="../media/image7960.png"/><Relationship Id="rId123" Type="http://schemas.openxmlformats.org/officeDocument/2006/relationships/customXml" Target="../ink/ink1221.xml"/><Relationship Id="rId144" Type="http://schemas.openxmlformats.org/officeDocument/2006/relationships/image" Target="../media/image817.png"/><Relationship Id="rId90" Type="http://schemas.openxmlformats.org/officeDocument/2006/relationships/image" Target="../media/image7900.png"/><Relationship Id="rId165" Type="http://schemas.openxmlformats.org/officeDocument/2006/relationships/customXml" Target="../ink/ink1242.xml"/><Relationship Id="rId186" Type="http://schemas.openxmlformats.org/officeDocument/2006/relationships/image" Target="../media/image838.png"/><Relationship Id="rId211" Type="http://schemas.openxmlformats.org/officeDocument/2006/relationships/customXml" Target="../ink/ink1265.xml"/><Relationship Id="rId232" Type="http://schemas.openxmlformats.org/officeDocument/2006/relationships/image" Target="../media/image861.png"/><Relationship Id="rId253" Type="http://schemas.openxmlformats.org/officeDocument/2006/relationships/customXml" Target="../ink/ink1286.xml"/><Relationship Id="rId27" Type="http://schemas.openxmlformats.org/officeDocument/2006/relationships/customXml" Target="../ink/ink1173.xml"/><Relationship Id="rId48" Type="http://schemas.openxmlformats.org/officeDocument/2006/relationships/image" Target="../media/image7690.png"/><Relationship Id="rId69" Type="http://schemas.openxmlformats.org/officeDocument/2006/relationships/customXml" Target="../ink/ink1194.xml"/><Relationship Id="rId113" Type="http://schemas.openxmlformats.org/officeDocument/2006/relationships/customXml" Target="../ink/ink1216.xml"/><Relationship Id="rId134" Type="http://schemas.openxmlformats.org/officeDocument/2006/relationships/image" Target="../media/image8120.png"/><Relationship Id="rId80" Type="http://schemas.openxmlformats.org/officeDocument/2006/relationships/image" Target="../media/image7850.png"/><Relationship Id="rId155" Type="http://schemas.openxmlformats.org/officeDocument/2006/relationships/customXml" Target="../ink/ink1237.xml"/><Relationship Id="rId176" Type="http://schemas.openxmlformats.org/officeDocument/2006/relationships/image" Target="../media/image833.png"/><Relationship Id="rId197" Type="http://schemas.openxmlformats.org/officeDocument/2006/relationships/customXml" Target="../ink/ink1258.xml"/><Relationship Id="rId201" Type="http://schemas.openxmlformats.org/officeDocument/2006/relationships/customXml" Target="../ink/ink1260.xml"/><Relationship Id="rId222" Type="http://schemas.openxmlformats.org/officeDocument/2006/relationships/image" Target="../media/image856.png"/><Relationship Id="rId243" Type="http://schemas.openxmlformats.org/officeDocument/2006/relationships/customXml" Target="../ink/ink1281.xml"/><Relationship Id="rId264" Type="http://schemas.openxmlformats.org/officeDocument/2006/relationships/image" Target="../media/image877.png"/><Relationship Id="rId17" Type="http://schemas.openxmlformats.org/officeDocument/2006/relationships/customXml" Target="../ink/ink1168.xml"/><Relationship Id="rId38" Type="http://schemas.openxmlformats.org/officeDocument/2006/relationships/image" Target="../media/image7640.png"/><Relationship Id="rId59" Type="http://schemas.openxmlformats.org/officeDocument/2006/relationships/customXml" Target="../ink/ink1189.xml"/><Relationship Id="rId103" Type="http://schemas.openxmlformats.org/officeDocument/2006/relationships/customXml" Target="../ink/ink1211.xml"/><Relationship Id="rId124" Type="http://schemas.openxmlformats.org/officeDocument/2006/relationships/image" Target="../media/image8070.png"/><Relationship Id="rId70" Type="http://schemas.openxmlformats.org/officeDocument/2006/relationships/image" Target="../media/image7800.png"/><Relationship Id="rId91" Type="http://schemas.openxmlformats.org/officeDocument/2006/relationships/customXml" Target="../ink/ink1205.xml"/><Relationship Id="rId145" Type="http://schemas.openxmlformats.org/officeDocument/2006/relationships/customXml" Target="../ink/ink1232.xml"/><Relationship Id="rId166" Type="http://schemas.openxmlformats.org/officeDocument/2006/relationships/image" Target="../media/image828.png"/><Relationship Id="rId187" Type="http://schemas.openxmlformats.org/officeDocument/2006/relationships/customXml" Target="../ink/ink1253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851.png"/><Relationship Id="rId233" Type="http://schemas.openxmlformats.org/officeDocument/2006/relationships/customXml" Target="../ink/ink1276.xml"/><Relationship Id="rId254" Type="http://schemas.openxmlformats.org/officeDocument/2006/relationships/image" Target="../media/image872.png"/><Relationship Id="rId28" Type="http://schemas.openxmlformats.org/officeDocument/2006/relationships/image" Target="../media/image7590.png"/><Relationship Id="rId49" Type="http://schemas.openxmlformats.org/officeDocument/2006/relationships/customXml" Target="../ink/ink1184.xml"/><Relationship Id="rId114" Type="http://schemas.openxmlformats.org/officeDocument/2006/relationships/image" Target="../media/image8020.png"/><Relationship Id="rId60" Type="http://schemas.openxmlformats.org/officeDocument/2006/relationships/image" Target="../media/image7750.png"/><Relationship Id="rId81" Type="http://schemas.openxmlformats.org/officeDocument/2006/relationships/customXml" Target="../ink/ink1200.xml"/><Relationship Id="rId135" Type="http://schemas.openxmlformats.org/officeDocument/2006/relationships/customXml" Target="../ink/ink1227.xml"/><Relationship Id="rId156" Type="http://schemas.openxmlformats.org/officeDocument/2006/relationships/image" Target="../media/image823.png"/><Relationship Id="rId177" Type="http://schemas.openxmlformats.org/officeDocument/2006/relationships/customXml" Target="../ink/ink1248.xml"/><Relationship Id="rId198" Type="http://schemas.openxmlformats.org/officeDocument/2006/relationships/image" Target="../media/image844.png"/><Relationship Id="rId202" Type="http://schemas.openxmlformats.org/officeDocument/2006/relationships/image" Target="../media/image846.png"/><Relationship Id="rId223" Type="http://schemas.openxmlformats.org/officeDocument/2006/relationships/customXml" Target="../ink/ink1271.xml"/><Relationship Id="rId244" Type="http://schemas.openxmlformats.org/officeDocument/2006/relationships/image" Target="../media/image867.png"/><Relationship Id="rId18" Type="http://schemas.openxmlformats.org/officeDocument/2006/relationships/image" Target="../media/image7540.png"/><Relationship Id="rId39" Type="http://schemas.openxmlformats.org/officeDocument/2006/relationships/customXml" Target="../ink/ink1179.xml"/><Relationship Id="rId265" Type="http://schemas.openxmlformats.org/officeDocument/2006/relationships/customXml" Target="../ink/ink1292.xml"/><Relationship Id="rId50" Type="http://schemas.openxmlformats.org/officeDocument/2006/relationships/image" Target="../media/image7700.png"/><Relationship Id="rId104" Type="http://schemas.openxmlformats.org/officeDocument/2006/relationships/image" Target="../media/image7970.png"/><Relationship Id="rId125" Type="http://schemas.openxmlformats.org/officeDocument/2006/relationships/customXml" Target="../ink/ink1222.xml"/><Relationship Id="rId146" Type="http://schemas.openxmlformats.org/officeDocument/2006/relationships/image" Target="../media/image818.png"/><Relationship Id="rId167" Type="http://schemas.openxmlformats.org/officeDocument/2006/relationships/customXml" Target="../ink/ink1243.xml"/><Relationship Id="rId188" Type="http://schemas.openxmlformats.org/officeDocument/2006/relationships/image" Target="../media/image839.png"/><Relationship Id="rId71" Type="http://schemas.openxmlformats.org/officeDocument/2006/relationships/customXml" Target="../ink/ink1195.xml"/><Relationship Id="rId92" Type="http://schemas.openxmlformats.org/officeDocument/2006/relationships/image" Target="../media/image7910.png"/><Relationship Id="rId213" Type="http://schemas.openxmlformats.org/officeDocument/2006/relationships/customXml" Target="../ink/ink1266.xml"/><Relationship Id="rId234" Type="http://schemas.openxmlformats.org/officeDocument/2006/relationships/image" Target="../media/image862.png"/><Relationship Id="rId2" Type="http://schemas.openxmlformats.org/officeDocument/2006/relationships/image" Target="../media/image746.png"/><Relationship Id="rId29" Type="http://schemas.openxmlformats.org/officeDocument/2006/relationships/customXml" Target="../ink/ink1174.xml"/><Relationship Id="rId255" Type="http://schemas.openxmlformats.org/officeDocument/2006/relationships/customXml" Target="../ink/ink1287.xml"/><Relationship Id="rId40" Type="http://schemas.openxmlformats.org/officeDocument/2006/relationships/image" Target="../media/image7650.png"/><Relationship Id="rId115" Type="http://schemas.openxmlformats.org/officeDocument/2006/relationships/customXml" Target="../ink/ink1217.xml"/><Relationship Id="rId136" Type="http://schemas.openxmlformats.org/officeDocument/2006/relationships/image" Target="../media/image8130.png"/><Relationship Id="rId157" Type="http://schemas.openxmlformats.org/officeDocument/2006/relationships/customXml" Target="../ink/ink1238.xml"/><Relationship Id="rId178" Type="http://schemas.openxmlformats.org/officeDocument/2006/relationships/image" Target="../media/image834.png"/><Relationship Id="rId61" Type="http://schemas.openxmlformats.org/officeDocument/2006/relationships/customXml" Target="../ink/ink1190.xml"/><Relationship Id="rId82" Type="http://schemas.openxmlformats.org/officeDocument/2006/relationships/image" Target="../media/image7860.png"/><Relationship Id="rId199" Type="http://schemas.openxmlformats.org/officeDocument/2006/relationships/customXml" Target="../ink/ink1259.xml"/><Relationship Id="rId203" Type="http://schemas.openxmlformats.org/officeDocument/2006/relationships/customXml" Target="../ink/ink1261.xml"/><Relationship Id="rId19" Type="http://schemas.openxmlformats.org/officeDocument/2006/relationships/customXml" Target="../ink/ink1169.xml"/><Relationship Id="rId224" Type="http://schemas.openxmlformats.org/officeDocument/2006/relationships/image" Target="../media/image857.png"/><Relationship Id="rId245" Type="http://schemas.openxmlformats.org/officeDocument/2006/relationships/customXml" Target="../ink/ink1282.xml"/><Relationship Id="rId266" Type="http://schemas.openxmlformats.org/officeDocument/2006/relationships/image" Target="../media/image878.png"/><Relationship Id="rId30" Type="http://schemas.openxmlformats.org/officeDocument/2006/relationships/image" Target="../media/image7600.png"/><Relationship Id="rId105" Type="http://schemas.openxmlformats.org/officeDocument/2006/relationships/customXml" Target="../ink/ink1212.xml"/><Relationship Id="rId126" Type="http://schemas.openxmlformats.org/officeDocument/2006/relationships/image" Target="../media/image8080.png"/><Relationship Id="rId147" Type="http://schemas.openxmlformats.org/officeDocument/2006/relationships/customXml" Target="../ink/ink1233.xml"/><Relationship Id="rId168" Type="http://schemas.openxmlformats.org/officeDocument/2006/relationships/image" Target="../media/image829.png"/><Relationship Id="rId51" Type="http://schemas.openxmlformats.org/officeDocument/2006/relationships/customXml" Target="../ink/ink1185.xml"/><Relationship Id="rId72" Type="http://schemas.openxmlformats.org/officeDocument/2006/relationships/image" Target="../media/image7810.png"/><Relationship Id="rId93" Type="http://schemas.openxmlformats.org/officeDocument/2006/relationships/customXml" Target="../ink/ink1206.xml"/><Relationship Id="rId189" Type="http://schemas.openxmlformats.org/officeDocument/2006/relationships/customXml" Target="../ink/ink1254.xml"/><Relationship Id="rId3" Type="http://schemas.openxmlformats.org/officeDocument/2006/relationships/customXml" Target="../ink/ink1161.xml"/><Relationship Id="rId214" Type="http://schemas.openxmlformats.org/officeDocument/2006/relationships/image" Target="../media/image852.png"/><Relationship Id="rId235" Type="http://schemas.openxmlformats.org/officeDocument/2006/relationships/customXml" Target="../ink/ink1277.xml"/><Relationship Id="rId256" Type="http://schemas.openxmlformats.org/officeDocument/2006/relationships/image" Target="../media/image873.png"/><Relationship Id="rId116" Type="http://schemas.openxmlformats.org/officeDocument/2006/relationships/image" Target="../media/image8030.png"/><Relationship Id="rId137" Type="http://schemas.openxmlformats.org/officeDocument/2006/relationships/customXml" Target="../ink/ink1228.xml"/><Relationship Id="rId158" Type="http://schemas.openxmlformats.org/officeDocument/2006/relationships/image" Target="../media/image824.png"/><Relationship Id="rId20" Type="http://schemas.openxmlformats.org/officeDocument/2006/relationships/image" Target="../media/image7550.png"/><Relationship Id="rId41" Type="http://schemas.openxmlformats.org/officeDocument/2006/relationships/customXml" Target="../ink/ink1180.xml"/><Relationship Id="rId62" Type="http://schemas.openxmlformats.org/officeDocument/2006/relationships/image" Target="../media/image7760.png"/><Relationship Id="rId83" Type="http://schemas.openxmlformats.org/officeDocument/2006/relationships/customXml" Target="../ink/ink1201.xml"/><Relationship Id="rId179" Type="http://schemas.openxmlformats.org/officeDocument/2006/relationships/customXml" Target="../ink/ink1249.xml"/><Relationship Id="rId190" Type="http://schemas.openxmlformats.org/officeDocument/2006/relationships/image" Target="../media/image840.png"/><Relationship Id="rId204" Type="http://schemas.openxmlformats.org/officeDocument/2006/relationships/image" Target="../media/image847.png"/><Relationship Id="rId225" Type="http://schemas.openxmlformats.org/officeDocument/2006/relationships/customXml" Target="../ink/ink1272.xml"/><Relationship Id="rId246" Type="http://schemas.openxmlformats.org/officeDocument/2006/relationships/image" Target="../media/image868.png"/><Relationship Id="rId106" Type="http://schemas.openxmlformats.org/officeDocument/2006/relationships/image" Target="../media/image7980.png"/><Relationship Id="rId127" Type="http://schemas.openxmlformats.org/officeDocument/2006/relationships/customXml" Target="../ink/ink1223.xml"/><Relationship Id="rId10" Type="http://schemas.openxmlformats.org/officeDocument/2006/relationships/image" Target="../media/image7500.png"/><Relationship Id="rId31" Type="http://schemas.openxmlformats.org/officeDocument/2006/relationships/customXml" Target="../ink/ink1175.xml"/><Relationship Id="rId52" Type="http://schemas.openxmlformats.org/officeDocument/2006/relationships/image" Target="../media/image7710.png"/><Relationship Id="rId73" Type="http://schemas.openxmlformats.org/officeDocument/2006/relationships/customXml" Target="../ink/ink1196.xml"/><Relationship Id="rId94" Type="http://schemas.openxmlformats.org/officeDocument/2006/relationships/image" Target="../media/image7920.png"/><Relationship Id="rId148" Type="http://schemas.openxmlformats.org/officeDocument/2006/relationships/image" Target="../media/image819.png"/><Relationship Id="rId169" Type="http://schemas.openxmlformats.org/officeDocument/2006/relationships/customXml" Target="../ink/ink1244.xml"/><Relationship Id="rId4" Type="http://schemas.openxmlformats.org/officeDocument/2006/relationships/image" Target="../media/image7470.png"/><Relationship Id="rId180" Type="http://schemas.openxmlformats.org/officeDocument/2006/relationships/image" Target="../media/image835.png"/><Relationship Id="rId215" Type="http://schemas.openxmlformats.org/officeDocument/2006/relationships/customXml" Target="../ink/ink1267.xml"/><Relationship Id="rId236" Type="http://schemas.openxmlformats.org/officeDocument/2006/relationships/image" Target="../media/image863.png"/><Relationship Id="rId257" Type="http://schemas.openxmlformats.org/officeDocument/2006/relationships/customXml" Target="../ink/ink1288.xml"/><Relationship Id="rId42" Type="http://schemas.openxmlformats.org/officeDocument/2006/relationships/image" Target="../media/image7660.png"/><Relationship Id="rId84" Type="http://schemas.openxmlformats.org/officeDocument/2006/relationships/image" Target="../media/image7870.png"/><Relationship Id="rId138" Type="http://schemas.openxmlformats.org/officeDocument/2006/relationships/image" Target="../media/image8140.png"/><Relationship Id="rId191" Type="http://schemas.openxmlformats.org/officeDocument/2006/relationships/customXml" Target="../ink/ink1255.xml"/><Relationship Id="rId205" Type="http://schemas.openxmlformats.org/officeDocument/2006/relationships/customXml" Target="../ink/ink1262.xml"/><Relationship Id="rId247" Type="http://schemas.openxmlformats.org/officeDocument/2006/relationships/customXml" Target="../ink/ink1283.xml"/></Relationships>
</file>

<file path=ppt/slides/_rels/slide1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36.png"/><Relationship Id="rId21" Type="http://schemas.openxmlformats.org/officeDocument/2006/relationships/image" Target="../media/image888.png"/><Relationship Id="rId42" Type="http://schemas.openxmlformats.org/officeDocument/2006/relationships/customXml" Target="../ink/ink1313.xml"/><Relationship Id="rId63" Type="http://schemas.openxmlformats.org/officeDocument/2006/relationships/image" Target="../media/image909.png"/><Relationship Id="rId84" Type="http://schemas.openxmlformats.org/officeDocument/2006/relationships/customXml" Target="../ink/ink1334.xml"/><Relationship Id="rId138" Type="http://schemas.openxmlformats.org/officeDocument/2006/relationships/customXml" Target="../ink/ink1361.xml"/><Relationship Id="rId159" Type="http://schemas.openxmlformats.org/officeDocument/2006/relationships/image" Target="../media/image957.png"/><Relationship Id="rId170" Type="http://schemas.openxmlformats.org/officeDocument/2006/relationships/customXml" Target="../ink/ink1377.xml"/><Relationship Id="rId191" Type="http://schemas.openxmlformats.org/officeDocument/2006/relationships/image" Target="../media/image973.png"/><Relationship Id="rId205" Type="http://schemas.openxmlformats.org/officeDocument/2006/relationships/image" Target="../media/image980.png"/><Relationship Id="rId226" Type="http://schemas.openxmlformats.org/officeDocument/2006/relationships/customXml" Target="../ink/ink1405.xml"/><Relationship Id="rId107" Type="http://schemas.openxmlformats.org/officeDocument/2006/relationships/image" Target="../media/image931.png"/><Relationship Id="rId11" Type="http://schemas.openxmlformats.org/officeDocument/2006/relationships/image" Target="../media/image883.png"/><Relationship Id="rId32" Type="http://schemas.openxmlformats.org/officeDocument/2006/relationships/customXml" Target="../ink/ink1308.xml"/><Relationship Id="rId53" Type="http://schemas.openxmlformats.org/officeDocument/2006/relationships/image" Target="../media/image904.png"/><Relationship Id="rId74" Type="http://schemas.openxmlformats.org/officeDocument/2006/relationships/customXml" Target="../ink/ink1329.xml"/><Relationship Id="rId128" Type="http://schemas.openxmlformats.org/officeDocument/2006/relationships/customXml" Target="../ink/ink1356.xml"/><Relationship Id="rId149" Type="http://schemas.openxmlformats.org/officeDocument/2006/relationships/image" Target="../media/image952.png"/><Relationship Id="rId5" Type="http://schemas.openxmlformats.org/officeDocument/2006/relationships/image" Target="../media/image880.png"/><Relationship Id="rId95" Type="http://schemas.openxmlformats.org/officeDocument/2006/relationships/image" Target="../media/image925.png"/><Relationship Id="rId160" Type="http://schemas.openxmlformats.org/officeDocument/2006/relationships/customXml" Target="../ink/ink1372.xml"/><Relationship Id="rId181" Type="http://schemas.openxmlformats.org/officeDocument/2006/relationships/image" Target="../media/image968.png"/><Relationship Id="rId216" Type="http://schemas.openxmlformats.org/officeDocument/2006/relationships/customXml" Target="../ink/ink1400.xml"/><Relationship Id="rId22" Type="http://schemas.openxmlformats.org/officeDocument/2006/relationships/customXml" Target="../ink/ink1303.xml"/><Relationship Id="rId43" Type="http://schemas.openxmlformats.org/officeDocument/2006/relationships/image" Target="../media/image899.png"/><Relationship Id="rId64" Type="http://schemas.openxmlformats.org/officeDocument/2006/relationships/customXml" Target="../ink/ink1324.xml"/><Relationship Id="rId118" Type="http://schemas.openxmlformats.org/officeDocument/2006/relationships/customXml" Target="../ink/ink1351.xml"/><Relationship Id="rId139" Type="http://schemas.openxmlformats.org/officeDocument/2006/relationships/image" Target="../media/image947.png"/><Relationship Id="rId85" Type="http://schemas.openxmlformats.org/officeDocument/2006/relationships/image" Target="../media/image920.png"/><Relationship Id="rId150" Type="http://schemas.openxmlformats.org/officeDocument/2006/relationships/customXml" Target="../ink/ink1367.xml"/><Relationship Id="rId171" Type="http://schemas.openxmlformats.org/officeDocument/2006/relationships/image" Target="../media/image963.png"/><Relationship Id="rId192" Type="http://schemas.openxmlformats.org/officeDocument/2006/relationships/customXml" Target="../ink/ink1388.xml"/><Relationship Id="rId206" Type="http://schemas.openxmlformats.org/officeDocument/2006/relationships/customXml" Target="../ink/ink1395.xml"/><Relationship Id="rId227" Type="http://schemas.openxmlformats.org/officeDocument/2006/relationships/image" Target="../media/image991.png"/><Relationship Id="rId12" Type="http://schemas.openxmlformats.org/officeDocument/2006/relationships/customXml" Target="../ink/ink1298.xml"/><Relationship Id="rId33" Type="http://schemas.openxmlformats.org/officeDocument/2006/relationships/image" Target="../media/image894.png"/><Relationship Id="rId108" Type="http://schemas.openxmlformats.org/officeDocument/2006/relationships/customXml" Target="../ink/ink1346.xml"/><Relationship Id="rId129" Type="http://schemas.openxmlformats.org/officeDocument/2006/relationships/image" Target="../media/image942.png"/><Relationship Id="rId54" Type="http://schemas.openxmlformats.org/officeDocument/2006/relationships/customXml" Target="../ink/ink1319.xml"/><Relationship Id="rId75" Type="http://schemas.openxmlformats.org/officeDocument/2006/relationships/image" Target="../media/image915.png"/><Relationship Id="rId96" Type="http://schemas.openxmlformats.org/officeDocument/2006/relationships/customXml" Target="../ink/ink1340.xml"/><Relationship Id="rId140" Type="http://schemas.openxmlformats.org/officeDocument/2006/relationships/customXml" Target="../ink/ink1362.xml"/><Relationship Id="rId161" Type="http://schemas.openxmlformats.org/officeDocument/2006/relationships/image" Target="../media/image958.png"/><Relationship Id="rId182" Type="http://schemas.openxmlformats.org/officeDocument/2006/relationships/customXml" Target="../ink/ink1383.xml"/><Relationship Id="rId217" Type="http://schemas.openxmlformats.org/officeDocument/2006/relationships/image" Target="../media/image986.png"/><Relationship Id="rId6" Type="http://schemas.openxmlformats.org/officeDocument/2006/relationships/customXml" Target="../ink/ink1295.xml"/><Relationship Id="rId23" Type="http://schemas.openxmlformats.org/officeDocument/2006/relationships/image" Target="../media/image889.png"/><Relationship Id="rId119" Type="http://schemas.openxmlformats.org/officeDocument/2006/relationships/image" Target="../media/image937.png"/><Relationship Id="rId44" Type="http://schemas.openxmlformats.org/officeDocument/2006/relationships/customXml" Target="../ink/ink1314.xml"/><Relationship Id="rId65" Type="http://schemas.openxmlformats.org/officeDocument/2006/relationships/image" Target="../media/image910.png"/><Relationship Id="rId86" Type="http://schemas.openxmlformats.org/officeDocument/2006/relationships/customXml" Target="../ink/ink1335.xml"/><Relationship Id="rId130" Type="http://schemas.openxmlformats.org/officeDocument/2006/relationships/customXml" Target="../ink/ink1357.xml"/><Relationship Id="rId151" Type="http://schemas.openxmlformats.org/officeDocument/2006/relationships/image" Target="../media/image953.png"/><Relationship Id="rId172" Type="http://schemas.openxmlformats.org/officeDocument/2006/relationships/customXml" Target="../ink/ink1378.xml"/><Relationship Id="rId193" Type="http://schemas.openxmlformats.org/officeDocument/2006/relationships/image" Target="../media/image974.png"/><Relationship Id="rId207" Type="http://schemas.openxmlformats.org/officeDocument/2006/relationships/image" Target="../media/image981.png"/><Relationship Id="rId13" Type="http://schemas.openxmlformats.org/officeDocument/2006/relationships/image" Target="../media/image884.png"/><Relationship Id="rId109" Type="http://schemas.openxmlformats.org/officeDocument/2006/relationships/image" Target="../media/image932.png"/><Relationship Id="rId34" Type="http://schemas.openxmlformats.org/officeDocument/2006/relationships/customXml" Target="../ink/ink1309.xml"/><Relationship Id="rId55" Type="http://schemas.openxmlformats.org/officeDocument/2006/relationships/image" Target="../media/image905.png"/><Relationship Id="rId76" Type="http://schemas.openxmlformats.org/officeDocument/2006/relationships/customXml" Target="../ink/ink1330.xml"/><Relationship Id="rId97" Type="http://schemas.openxmlformats.org/officeDocument/2006/relationships/image" Target="../media/image926.png"/><Relationship Id="rId120" Type="http://schemas.openxmlformats.org/officeDocument/2006/relationships/customXml" Target="../ink/ink1352.xml"/><Relationship Id="rId141" Type="http://schemas.openxmlformats.org/officeDocument/2006/relationships/image" Target="../media/image948.png"/><Relationship Id="rId7" Type="http://schemas.openxmlformats.org/officeDocument/2006/relationships/image" Target="../media/image881.png"/><Relationship Id="rId162" Type="http://schemas.openxmlformats.org/officeDocument/2006/relationships/customXml" Target="../ink/ink1373.xml"/><Relationship Id="rId183" Type="http://schemas.openxmlformats.org/officeDocument/2006/relationships/image" Target="../media/image969.png"/><Relationship Id="rId218" Type="http://schemas.openxmlformats.org/officeDocument/2006/relationships/customXml" Target="../ink/ink1401.xml"/><Relationship Id="rId24" Type="http://schemas.openxmlformats.org/officeDocument/2006/relationships/customXml" Target="../ink/ink1304.xml"/><Relationship Id="rId45" Type="http://schemas.openxmlformats.org/officeDocument/2006/relationships/image" Target="../media/image900.png"/><Relationship Id="rId66" Type="http://schemas.openxmlformats.org/officeDocument/2006/relationships/customXml" Target="../ink/ink1325.xml"/><Relationship Id="rId87" Type="http://schemas.openxmlformats.org/officeDocument/2006/relationships/image" Target="../media/image921.png"/><Relationship Id="rId110" Type="http://schemas.openxmlformats.org/officeDocument/2006/relationships/customXml" Target="../ink/ink1347.xml"/><Relationship Id="rId131" Type="http://schemas.openxmlformats.org/officeDocument/2006/relationships/image" Target="../media/image943.png"/><Relationship Id="rId152" Type="http://schemas.openxmlformats.org/officeDocument/2006/relationships/customXml" Target="../ink/ink1368.xml"/><Relationship Id="rId173" Type="http://schemas.openxmlformats.org/officeDocument/2006/relationships/image" Target="../media/image964.png"/><Relationship Id="rId194" Type="http://schemas.openxmlformats.org/officeDocument/2006/relationships/customXml" Target="../ink/ink1389.xml"/><Relationship Id="rId208" Type="http://schemas.openxmlformats.org/officeDocument/2006/relationships/customXml" Target="../ink/ink1396.xml"/><Relationship Id="rId14" Type="http://schemas.openxmlformats.org/officeDocument/2006/relationships/customXml" Target="../ink/ink1299.xml"/><Relationship Id="rId35" Type="http://schemas.openxmlformats.org/officeDocument/2006/relationships/image" Target="../media/image895.png"/><Relationship Id="rId56" Type="http://schemas.openxmlformats.org/officeDocument/2006/relationships/customXml" Target="../ink/ink1320.xml"/><Relationship Id="rId77" Type="http://schemas.openxmlformats.org/officeDocument/2006/relationships/image" Target="../media/image916.png"/><Relationship Id="rId100" Type="http://schemas.openxmlformats.org/officeDocument/2006/relationships/customXml" Target="../ink/ink1342.xml"/><Relationship Id="rId8" Type="http://schemas.openxmlformats.org/officeDocument/2006/relationships/customXml" Target="../ink/ink1296.xml"/><Relationship Id="rId98" Type="http://schemas.openxmlformats.org/officeDocument/2006/relationships/customXml" Target="../ink/ink1341.xml"/><Relationship Id="rId121" Type="http://schemas.openxmlformats.org/officeDocument/2006/relationships/image" Target="../media/image938.png"/><Relationship Id="rId142" Type="http://schemas.openxmlformats.org/officeDocument/2006/relationships/customXml" Target="../ink/ink1363.xml"/><Relationship Id="rId163" Type="http://schemas.openxmlformats.org/officeDocument/2006/relationships/image" Target="../media/image959.png"/><Relationship Id="rId184" Type="http://schemas.openxmlformats.org/officeDocument/2006/relationships/customXml" Target="../ink/ink1384.xml"/><Relationship Id="rId219" Type="http://schemas.openxmlformats.org/officeDocument/2006/relationships/image" Target="../media/image987.png"/><Relationship Id="rId3" Type="http://schemas.openxmlformats.org/officeDocument/2006/relationships/image" Target="../media/image879.png"/><Relationship Id="rId214" Type="http://schemas.openxmlformats.org/officeDocument/2006/relationships/customXml" Target="../ink/ink1399.xml"/><Relationship Id="rId25" Type="http://schemas.openxmlformats.org/officeDocument/2006/relationships/image" Target="../media/image890.png"/><Relationship Id="rId46" Type="http://schemas.openxmlformats.org/officeDocument/2006/relationships/customXml" Target="../ink/ink1315.xml"/><Relationship Id="rId67" Type="http://schemas.openxmlformats.org/officeDocument/2006/relationships/image" Target="../media/image911.png"/><Relationship Id="rId116" Type="http://schemas.openxmlformats.org/officeDocument/2006/relationships/customXml" Target="../ink/ink1350.xml"/><Relationship Id="rId137" Type="http://schemas.openxmlformats.org/officeDocument/2006/relationships/image" Target="../media/image946.png"/><Relationship Id="rId158" Type="http://schemas.openxmlformats.org/officeDocument/2006/relationships/customXml" Target="../ink/ink1371.xml"/><Relationship Id="rId20" Type="http://schemas.openxmlformats.org/officeDocument/2006/relationships/customXml" Target="../ink/ink1302.xml"/><Relationship Id="rId41" Type="http://schemas.openxmlformats.org/officeDocument/2006/relationships/image" Target="../media/image898.png"/><Relationship Id="rId62" Type="http://schemas.openxmlformats.org/officeDocument/2006/relationships/customXml" Target="../ink/ink1323.xml"/><Relationship Id="rId83" Type="http://schemas.openxmlformats.org/officeDocument/2006/relationships/image" Target="../media/image919.png"/><Relationship Id="rId88" Type="http://schemas.openxmlformats.org/officeDocument/2006/relationships/customXml" Target="../ink/ink1336.xml"/><Relationship Id="rId111" Type="http://schemas.openxmlformats.org/officeDocument/2006/relationships/image" Target="../media/image933.png"/><Relationship Id="rId132" Type="http://schemas.openxmlformats.org/officeDocument/2006/relationships/customXml" Target="../ink/ink1358.xml"/><Relationship Id="rId153" Type="http://schemas.openxmlformats.org/officeDocument/2006/relationships/image" Target="../media/image954.png"/><Relationship Id="rId174" Type="http://schemas.openxmlformats.org/officeDocument/2006/relationships/customXml" Target="../ink/ink1379.xml"/><Relationship Id="rId179" Type="http://schemas.openxmlformats.org/officeDocument/2006/relationships/image" Target="../media/image967.png"/><Relationship Id="rId195" Type="http://schemas.openxmlformats.org/officeDocument/2006/relationships/image" Target="../media/image975.png"/><Relationship Id="rId209" Type="http://schemas.openxmlformats.org/officeDocument/2006/relationships/image" Target="../media/image982.png"/><Relationship Id="rId190" Type="http://schemas.openxmlformats.org/officeDocument/2006/relationships/customXml" Target="../ink/ink1387.xml"/><Relationship Id="rId204" Type="http://schemas.openxmlformats.org/officeDocument/2006/relationships/customXml" Target="../ink/ink1394.xml"/><Relationship Id="rId220" Type="http://schemas.openxmlformats.org/officeDocument/2006/relationships/customXml" Target="../ink/ink1402.xml"/><Relationship Id="rId225" Type="http://schemas.openxmlformats.org/officeDocument/2006/relationships/image" Target="../media/image990.png"/><Relationship Id="rId15" Type="http://schemas.openxmlformats.org/officeDocument/2006/relationships/image" Target="../media/image885.png"/><Relationship Id="rId36" Type="http://schemas.openxmlformats.org/officeDocument/2006/relationships/customXml" Target="../ink/ink1310.xml"/><Relationship Id="rId57" Type="http://schemas.openxmlformats.org/officeDocument/2006/relationships/image" Target="../media/image906.png"/><Relationship Id="rId106" Type="http://schemas.openxmlformats.org/officeDocument/2006/relationships/customXml" Target="../ink/ink1345.xml"/><Relationship Id="rId127" Type="http://schemas.openxmlformats.org/officeDocument/2006/relationships/image" Target="../media/image941.png"/><Relationship Id="rId10" Type="http://schemas.openxmlformats.org/officeDocument/2006/relationships/customXml" Target="../ink/ink1297.xml"/><Relationship Id="rId31" Type="http://schemas.openxmlformats.org/officeDocument/2006/relationships/image" Target="../media/image893.png"/><Relationship Id="rId52" Type="http://schemas.openxmlformats.org/officeDocument/2006/relationships/customXml" Target="../ink/ink1318.xml"/><Relationship Id="rId73" Type="http://schemas.openxmlformats.org/officeDocument/2006/relationships/image" Target="../media/image914.png"/><Relationship Id="rId78" Type="http://schemas.openxmlformats.org/officeDocument/2006/relationships/customXml" Target="../ink/ink1331.xml"/><Relationship Id="rId94" Type="http://schemas.openxmlformats.org/officeDocument/2006/relationships/customXml" Target="../ink/ink1339.xml"/><Relationship Id="rId99" Type="http://schemas.openxmlformats.org/officeDocument/2006/relationships/image" Target="../media/image927.png"/><Relationship Id="rId101" Type="http://schemas.openxmlformats.org/officeDocument/2006/relationships/image" Target="../media/image928.png"/><Relationship Id="rId122" Type="http://schemas.openxmlformats.org/officeDocument/2006/relationships/customXml" Target="../ink/ink1353.xml"/><Relationship Id="rId143" Type="http://schemas.openxmlformats.org/officeDocument/2006/relationships/image" Target="../media/image949.png"/><Relationship Id="rId148" Type="http://schemas.openxmlformats.org/officeDocument/2006/relationships/customXml" Target="../ink/ink1366.xml"/><Relationship Id="rId164" Type="http://schemas.openxmlformats.org/officeDocument/2006/relationships/customXml" Target="../ink/ink1374.xml"/><Relationship Id="rId169" Type="http://schemas.openxmlformats.org/officeDocument/2006/relationships/image" Target="../media/image962.png"/><Relationship Id="rId185" Type="http://schemas.openxmlformats.org/officeDocument/2006/relationships/image" Target="../media/image970.png"/><Relationship Id="rId4" Type="http://schemas.openxmlformats.org/officeDocument/2006/relationships/customXml" Target="../ink/ink1294.xml"/><Relationship Id="rId9" Type="http://schemas.openxmlformats.org/officeDocument/2006/relationships/image" Target="../media/image882.png"/><Relationship Id="rId180" Type="http://schemas.openxmlformats.org/officeDocument/2006/relationships/customXml" Target="../ink/ink1382.xml"/><Relationship Id="rId210" Type="http://schemas.openxmlformats.org/officeDocument/2006/relationships/customXml" Target="../ink/ink1397.xml"/><Relationship Id="rId215" Type="http://schemas.openxmlformats.org/officeDocument/2006/relationships/image" Target="../media/image985.png"/><Relationship Id="rId26" Type="http://schemas.openxmlformats.org/officeDocument/2006/relationships/customXml" Target="../ink/ink1305.xml"/><Relationship Id="rId47" Type="http://schemas.openxmlformats.org/officeDocument/2006/relationships/image" Target="../media/image901.png"/><Relationship Id="rId68" Type="http://schemas.openxmlformats.org/officeDocument/2006/relationships/customXml" Target="../ink/ink1326.xml"/><Relationship Id="rId89" Type="http://schemas.openxmlformats.org/officeDocument/2006/relationships/image" Target="../media/image922.png"/><Relationship Id="rId112" Type="http://schemas.openxmlformats.org/officeDocument/2006/relationships/customXml" Target="../ink/ink1348.xml"/><Relationship Id="rId133" Type="http://schemas.openxmlformats.org/officeDocument/2006/relationships/image" Target="../media/image944.png"/><Relationship Id="rId154" Type="http://schemas.openxmlformats.org/officeDocument/2006/relationships/customXml" Target="../ink/ink1369.xml"/><Relationship Id="rId175" Type="http://schemas.openxmlformats.org/officeDocument/2006/relationships/image" Target="../media/image965.png"/><Relationship Id="rId196" Type="http://schemas.openxmlformats.org/officeDocument/2006/relationships/customXml" Target="../ink/ink1390.xml"/><Relationship Id="rId200" Type="http://schemas.openxmlformats.org/officeDocument/2006/relationships/customXml" Target="../ink/ink1392.xml"/><Relationship Id="rId16" Type="http://schemas.openxmlformats.org/officeDocument/2006/relationships/customXml" Target="../ink/ink1300.xml"/><Relationship Id="rId221" Type="http://schemas.openxmlformats.org/officeDocument/2006/relationships/image" Target="../media/image988.png"/><Relationship Id="rId37" Type="http://schemas.openxmlformats.org/officeDocument/2006/relationships/image" Target="../media/image896.png"/><Relationship Id="rId58" Type="http://schemas.openxmlformats.org/officeDocument/2006/relationships/customXml" Target="../ink/ink1321.xml"/><Relationship Id="rId79" Type="http://schemas.openxmlformats.org/officeDocument/2006/relationships/image" Target="../media/image917.png"/><Relationship Id="rId102" Type="http://schemas.openxmlformats.org/officeDocument/2006/relationships/customXml" Target="../ink/ink1343.xml"/><Relationship Id="rId123" Type="http://schemas.openxmlformats.org/officeDocument/2006/relationships/image" Target="../media/image939.png"/><Relationship Id="rId144" Type="http://schemas.openxmlformats.org/officeDocument/2006/relationships/customXml" Target="../ink/ink1364.xml"/><Relationship Id="rId90" Type="http://schemas.openxmlformats.org/officeDocument/2006/relationships/customXml" Target="../ink/ink1337.xml"/><Relationship Id="rId165" Type="http://schemas.openxmlformats.org/officeDocument/2006/relationships/image" Target="../media/image960.png"/><Relationship Id="rId186" Type="http://schemas.openxmlformats.org/officeDocument/2006/relationships/customXml" Target="../ink/ink1385.xml"/><Relationship Id="rId211" Type="http://schemas.openxmlformats.org/officeDocument/2006/relationships/image" Target="../media/image983.png"/><Relationship Id="rId27" Type="http://schemas.openxmlformats.org/officeDocument/2006/relationships/image" Target="../media/image891.png"/><Relationship Id="rId48" Type="http://schemas.openxmlformats.org/officeDocument/2006/relationships/customXml" Target="../ink/ink1316.xml"/><Relationship Id="rId69" Type="http://schemas.openxmlformats.org/officeDocument/2006/relationships/image" Target="../media/image912.png"/><Relationship Id="rId113" Type="http://schemas.openxmlformats.org/officeDocument/2006/relationships/image" Target="../media/image934.png"/><Relationship Id="rId134" Type="http://schemas.openxmlformats.org/officeDocument/2006/relationships/customXml" Target="../ink/ink1359.xml"/><Relationship Id="rId80" Type="http://schemas.openxmlformats.org/officeDocument/2006/relationships/customXml" Target="../ink/ink1332.xml"/><Relationship Id="rId155" Type="http://schemas.openxmlformats.org/officeDocument/2006/relationships/image" Target="../media/image955.png"/><Relationship Id="rId176" Type="http://schemas.openxmlformats.org/officeDocument/2006/relationships/customXml" Target="../ink/ink1380.xml"/><Relationship Id="rId197" Type="http://schemas.openxmlformats.org/officeDocument/2006/relationships/image" Target="../media/image976.png"/><Relationship Id="rId201" Type="http://schemas.openxmlformats.org/officeDocument/2006/relationships/image" Target="../media/image978.png"/><Relationship Id="rId222" Type="http://schemas.openxmlformats.org/officeDocument/2006/relationships/customXml" Target="../ink/ink1403.xml"/><Relationship Id="rId17" Type="http://schemas.openxmlformats.org/officeDocument/2006/relationships/image" Target="../media/image886.png"/><Relationship Id="rId38" Type="http://schemas.openxmlformats.org/officeDocument/2006/relationships/customXml" Target="../ink/ink1311.xml"/><Relationship Id="rId59" Type="http://schemas.openxmlformats.org/officeDocument/2006/relationships/image" Target="../media/image907.png"/><Relationship Id="rId103" Type="http://schemas.openxmlformats.org/officeDocument/2006/relationships/image" Target="../media/image929.png"/><Relationship Id="rId124" Type="http://schemas.openxmlformats.org/officeDocument/2006/relationships/customXml" Target="../ink/ink1354.xml"/><Relationship Id="rId70" Type="http://schemas.openxmlformats.org/officeDocument/2006/relationships/customXml" Target="../ink/ink1327.xml"/><Relationship Id="rId91" Type="http://schemas.openxmlformats.org/officeDocument/2006/relationships/image" Target="../media/image923.png"/><Relationship Id="rId145" Type="http://schemas.openxmlformats.org/officeDocument/2006/relationships/image" Target="../media/image950.png"/><Relationship Id="rId166" Type="http://schemas.openxmlformats.org/officeDocument/2006/relationships/customXml" Target="../ink/ink1375.xml"/><Relationship Id="rId187" Type="http://schemas.openxmlformats.org/officeDocument/2006/relationships/image" Target="../media/image971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398.xml"/><Relationship Id="rId28" Type="http://schemas.openxmlformats.org/officeDocument/2006/relationships/customXml" Target="../ink/ink1306.xml"/><Relationship Id="rId49" Type="http://schemas.openxmlformats.org/officeDocument/2006/relationships/image" Target="../media/image902.png"/><Relationship Id="rId114" Type="http://schemas.openxmlformats.org/officeDocument/2006/relationships/customXml" Target="../ink/ink1349.xml"/><Relationship Id="rId60" Type="http://schemas.openxmlformats.org/officeDocument/2006/relationships/customXml" Target="../ink/ink1322.xml"/><Relationship Id="rId81" Type="http://schemas.openxmlformats.org/officeDocument/2006/relationships/image" Target="../media/image918.png"/><Relationship Id="rId135" Type="http://schemas.openxmlformats.org/officeDocument/2006/relationships/image" Target="../media/image945.png"/><Relationship Id="rId156" Type="http://schemas.openxmlformats.org/officeDocument/2006/relationships/customXml" Target="../ink/ink1370.xml"/><Relationship Id="rId177" Type="http://schemas.openxmlformats.org/officeDocument/2006/relationships/image" Target="../media/image966.png"/><Relationship Id="rId198" Type="http://schemas.openxmlformats.org/officeDocument/2006/relationships/customXml" Target="../ink/ink1391.xml"/><Relationship Id="rId202" Type="http://schemas.openxmlformats.org/officeDocument/2006/relationships/customXml" Target="../ink/ink1393.xml"/><Relationship Id="rId223" Type="http://schemas.openxmlformats.org/officeDocument/2006/relationships/image" Target="../media/image989.png"/><Relationship Id="rId18" Type="http://schemas.openxmlformats.org/officeDocument/2006/relationships/customXml" Target="../ink/ink1301.xml"/><Relationship Id="rId39" Type="http://schemas.openxmlformats.org/officeDocument/2006/relationships/image" Target="../media/image897.png"/><Relationship Id="rId50" Type="http://schemas.openxmlformats.org/officeDocument/2006/relationships/customXml" Target="../ink/ink1317.xml"/><Relationship Id="rId104" Type="http://schemas.openxmlformats.org/officeDocument/2006/relationships/customXml" Target="../ink/ink1344.xml"/><Relationship Id="rId125" Type="http://schemas.openxmlformats.org/officeDocument/2006/relationships/image" Target="../media/image940.png"/><Relationship Id="rId146" Type="http://schemas.openxmlformats.org/officeDocument/2006/relationships/customXml" Target="../ink/ink1365.xml"/><Relationship Id="rId167" Type="http://schemas.openxmlformats.org/officeDocument/2006/relationships/image" Target="../media/image961.png"/><Relationship Id="rId188" Type="http://schemas.openxmlformats.org/officeDocument/2006/relationships/customXml" Target="../ink/ink1386.xml"/><Relationship Id="rId71" Type="http://schemas.openxmlformats.org/officeDocument/2006/relationships/image" Target="../media/image913.png"/><Relationship Id="rId92" Type="http://schemas.openxmlformats.org/officeDocument/2006/relationships/customXml" Target="../ink/ink1338.xml"/><Relationship Id="rId213" Type="http://schemas.openxmlformats.org/officeDocument/2006/relationships/image" Target="../media/image984.png"/><Relationship Id="rId2" Type="http://schemas.openxmlformats.org/officeDocument/2006/relationships/customXml" Target="../ink/ink1293.xml"/><Relationship Id="rId29" Type="http://schemas.openxmlformats.org/officeDocument/2006/relationships/image" Target="../media/image892.png"/><Relationship Id="rId40" Type="http://schemas.openxmlformats.org/officeDocument/2006/relationships/customXml" Target="../ink/ink1312.xml"/><Relationship Id="rId115" Type="http://schemas.openxmlformats.org/officeDocument/2006/relationships/image" Target="../media/image935.png"/><Relationship Id="rId136" Type="http://schemas.openxmlformats.org/officeDocument/2006/relationships/customXml" Target="../ink/ink1360.xml"/><Relationship Id="rId157" Type="http://schemas.openxmlformats.org/officeDocument/2006/relationships/image" Target="../media/image956.png"/><Relationship Id="rId178" Type="http://schemas.openxmlformats.org/officeDocument/2006/relationships/customXml" Target="../ink/ink1381.xml"/><Relationship Id="rId61" Type="http://schemas.openxmlformats.org/officeDocument/2006/relationships/image" Target="../media/image908.png"/><Relationship Id="rId82" Type="http://schemas.openxmlformats.org/officeDocument/2006/relationships/customXml" Target="../ink/ink1333.xml"/><Relationship Id="rId199" Type="http://schemas.openxmlformats.org/officeDocument/2006/relationships/image" Target="../media/image977.png"/><Relationship Id="rId203" Type="http://schemas.openxmlformats.org/officeDocument/2006/relationships/image" Target="../media/image979.png"/><Relationship Id="rId19" Type="http://schemas.openxmlformats.org/officeDocument/2006/relationships/image" Target="../media/image887.png"/><Relationship Id="rId224" Type="http://schemas.openxmlformats.org/officeDocument/2006/relationships/customXml" Target="../ink/ink1404.xml"/><Relationship Id="rId30" Type="http://schemas.openxmlformats.org/officeDocument/2006/relationships/customXml" Target="../ink/ink1307.xml"/><Relationship Id="rId105" Type="http://schemas.openxmlformats.org/officeDocument/2006/relationships/image" Target="../media/image930.png"/><Relationship Id="rId126" Type="http://schemas.openxmlformats.org/officeDocument/2006/relationships/customXml" Target="../ink/ink1355.xml"/><Relationship Id="rId147" Type="http://schemas.openxmlformats.org/officeDocument/2006/relationships/image" Target="../media/image951.png"/><Relationship Id="rId168" Type="http://schemas.openxmlformats.org/officeDocument/2006/relationships/customXml" Target="../ink/ink1376.xml"/><Relationship Id="rId51" Type="http://schemas.openxmlformats.org/officeDocument/2006/relationships/image" Target="../media/image903.png"/><Relationship Id="rId72" Type="http://schemas.openxmlformats.org/officeDocument/2006/relationships/customXml" Target="../ink/ink1328.xml"/><Relationship Id="rId93" Type="http://schemas.openxmlformats.org/officeDocument/2006/relationships/image" Target="../media/image924.png"/><Relationship Id="rId189" Type="http://schemas.openxmlformats.org/officeDocument/2006/relationships/image" Target="../media/image972.png"/></Relationships>
</file>

<file path=ppt/slides/_rels/slide16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463.xml"/><Relationship Id="rId299" Type="http://schemas.openxmlformats.org/officeDocument/2006/relationships/customXml" Target="../ink/ink1554.xml"/><Relationship Id="rId21" Type="http://schemas.openxmlformats.org/officeDocument/2006/relationships/customXml" Target="../ink/ink1415.xml"/><Relationship Id="rId63" Type="http://schemas.openxmlformats.org/officeDocument/2006/relationships/customXml" Target="../ink/ink1436.xml"/><Relationship Id="rId159" Type="http://schemas.openxmlformats.org/officeDocument/2006/relationships/customXml" Target="../ink/ink1484.xml"/><Relationship Id="rId324" Type="http://schemas.openxmlformats.org/officeDocument/2006/relationships/image" Target="../media/image1153.png"/><Relationship Id="rId170" Type="http://schemas.openxmlformats.org/officeDocument/2006/relationships/image" Target="../media/image1076.png"/><Relationship Id="rId226" Type="http://schemas.openxmlformats.org/officeDocument/2006/relationships/image" Target="../media/image1104.png"/><Relationship Id="rId268" Type="http://schemas.openxmlformats.org/officeDocument/2006/relationships/image" Target="../media/image1125.png"/><Relationship Id="rId32" Type="http://schemas.openxmlformats.org/officeDocument/2006/relationships/image" Target="../media/image1007.png"/><Relationship Id="rId74" Type="http://schemas.openxmlformats.org/officeDocument/2006/relationships/image" Target="../media/image1028.png"/><Relationship Id="rId128" Type="http://schemas.openxmlformats.org/officeDocument/2006/relationships/image" Target="../media/image1055.png"/><Relationship Id="rId335" Type="http://schemas.openxmlformats.org/officeDocument/2006/relationships/customXml" Target="../ink/ink1572.xml"/><Relationship Id="rId5" Type="http://schemas.openxmlformats.org/officeDocument/2006/relationships/customXml" Target="../ink/ink1407.xml"/><Relationship Id="rId181" Type="http://schemas.openxmlformats.org/officeDocument/2006/relationships/customXml" Target="../ink/ink1495.xml"/><Relationship Id="rId237" Type="http://schemas.openxmlformats.org/officeDocument/2006/relationships/customXml" Target="../ink/ink1523.xml"/><Relationship Id="rId279" Type="http://schemas.openxmlformats.org/officeDocument/2006/relationships/customXml" Target="../ink/ink1544.xml"/><Relationship Id="rId43" Type="http://schemas.openxmlformats.org/officeDocument/2006/relationships/customXml" Target="../ink/ink1426.xml"/><Relationship Id="rId139" Type="http://schemas.openxmlformats.org/officeDocument/2006/relationships/customXml" Target="../ink/ink1474.xml"/><Relationship Id="rId290" Type="http://schemas.openxmlformats.org/officeDocument/2006/relationships/image" Target="../media/image1136.png"/><Relationship Id="rId304" Type="http://schemas.openxmlformats.org/officeDocument/2006/relationships/image" Target="../media/image1143.png"/><Relationship Id="rId346" Type="http://schemas.openxmlformats.org/officeDocument/2006/relationships/image" Target="../media/image1164.png"/><Relationship Id="rId85" Type="http://schemas.openxmlformats.org/officeDocument/2006/relationships/customXml" Target="../ink/ink1447.xml"/><Relationship Id="rId150" Type="http://schemas.openxmlformats.org/officeDocument/2006/relationships/image" Target="../media/image1066.png"/><Relationship Id="rId192" Type="http://schemas.openxmlformats.org/officeDocument/2006/relationships/image" Target="../media/image1087.png"/><Relationship Id="rId206" Type="http://schemas.openxmlformats.org/officeDocument/2006/relationships/image" Target="../media/image1094.png"/><Relationship Id="rId248" Type="http://schemas.openxmlformats.org/officeDocument/2006/relationships/image" Target="../media/image1115.png"/><Relationship Id="rId12" Type="http://schemas.openxmlformats.org/officeDocument/2006/relationships/image" Target="../media/image997.png"/><Relationship Id="rId108" Type="http://schemas.openxmlformats.org/officeDocument/2006/relationships/image" Target="../media/image1045.png"/><Relationship Id="rId315" Type="http://schemas.openxmlformats.org/officeDocument/2006/relationships/customXml" Target="../ink/ink1562.xml"/><Relationship Id="rId357" Type="http://schemas.openxmlformats.org/officeDocument/2006/relationships/customXml" Target="../ink/ink1583.xml"/><Relationship Id="rId54" Type="http://schemas.openxmlformats.org/officeDocument/2006/relationships/image" Target="../media/image1018.png"/><Relationship Id="rId96" Type="http://schemas.openxmlformats.org/officeDocument/2006/relationships/image" Target="../media/image1039.png"/><Relationship Id="rId161" Type="http://schemas.openxmlformats.org/officeDocument/2006/relationships/customXml" Target="../ink/ink1485.xml"/><Relationship Id="rId217" Type="http://schemas.openxmlformats.org/officeDocument/2006/relationships/customXml" Target="../ink/ink1513.xml"/><Relationship Id="rId259" Type="http://schemas.openxmlformats.org/officeDocument/2006/relationships/customXml" Target="../ink/ink1534.xml"/><Relationship Id="rId23" Type="http://schemas.openxmlformats.org/officeDocument/2006/relationships/customXml" Target="../ink/ink1416.xml"/><Relationship Id="rId119" Type="http://schemas.openxmlformats.org/officeDocument/2006/relationships/customXml" Target="../ink/ink1464.xml"/><Relationship Id="rId270" Type="http://schemas.openxmlformats.org/officeDocument/2006/relationships/image" Target="../media/image1126.png"/><Relationship Id="rId326" Type="http://schemas.openxmlformats.org/officeDocument/2006/relationships/image" Target="../media/image1154.png"/><Relationship Id="rId65" Type="http://schemas.openxmlformats.org/officeDocument/2006/relationships/customXml" Target="../ink/ink1437.xml"/><Relationship Id="rId130" Type="http://schemas.openxmlformats.org/officeDocument/2006/relationships/image" Target="../media/image1056.png"/><Relationship Id="rId172" Type="http://schemas.openxmlformats.org/officeDocument/2006/relationships/image" Target="../media/image1077.png"/><Relationship Id="rId228" Type="http://schemas.openxmlformats.org/officeDocument/2006/relationships/image" Target="../media/image1105.png"/><Relationship Id="rId281" Type="http://schemas.openxmlformats.org/officeDocument/2006/relationships/customXml" Target="../ink/ink1545.xml"/><Relationship Id="rId337" Type="http://schemas.openxmlformats.org/officeDocument/2006/relationships/customXml" Target="../ink/ink1573.xml"/><Relationship Id="rId34" Type="http://schemas.openxmlformats.org/officeDocument/2006/relationships/image" Target="../media/image1008.png"/><Relationship Id="rId76" Type="http://schemas.openxmlformats.org/officeDocument/2006/relationships/image" Target="../media/image1029.png"/><Relationship Id="rId141" Type="http://schemas.openxmlformats.org/officeDocument/2006/relationships/customXml" Target="../ink/ink1475.xml"/><Relationship Id="rId7" Type="http://schemas.openxmlformats.org/officeDocument/2006/relationships/customXml" Target="../ink/ink1408.xml"/><Relationship Id="rId183" Type="http://schemas.openxmlformats.org/officeDocument/2006/relationships/customXml" Target="../ink/ink1496.xml"/><Relationship Id="rId239" Type="http://schemas.openxmlformats.org/officeDocument/2006/relationships/customXml" Target="../ink/ink1524.xml"/><Relationship Id="rId250" Type="http://schemas.openxmlformats.org/officeDocument/2006/relationships/image" Target="../media/image1116.png"/><Relationship Id="rId292" Type="http://schemas.openxmlformats.org/officeDocument/2006/relationships/image" Target="../media/image1137.png"/><Relationship Id="rId306" Type="http://schemas.openxmlformats.org/officeDocument/2006/relationships/image" Target="../media/image1144.png"/><Relationship Id="rId45" Type="http://schemas.openxmlformats.org/officeDocument/2006/relationships/customXml" Target="../ink/ink1427.xml"/><Relationship Id="rId87" Type="http://schemas.openxmlformats.org/officeDocument/2006/relationships/customXml" Target="../ink/ink1448.xml"/><Relationship Id="rId110" Type="http://schemas.openxmlformats.org/officeDocument/2006/relationships/image" Target="../media/image1046.png"/><Relationship Id="rId348" Type="http://schemas.openxmlformats.org/officeDocument/2006/relationships/image" Target="../media/image1165.png"/><Relationship Id="rId152" Type="http://schemas.openxmlformats.org/officeDocument/2006/relationships/image" Target="../media/image1067.png"/><Relationship Id="rId194" Type="http://schemas.openxmlformats.org/officeDocument/2006/relationships/image" Target="../media/image1088.png"/><Relationship Id="rId208" Type="http://schemas.openxmlformats.org/officeDocument/2006/relationships/image" Target="../media/image1095.png"/><Relationship Id="rId261" Type="http://schemas.openxmlformats.org/officeDocument/2006/relationships/customXml" Target="../ink/ink1535.xml"/><Relationship Id="rId14" Type="http://schemas.openxmlformats.org/officeDocument/2006/relationships/image" Target="../media/image998.png"/><Relationship Id="rId56" Type="http://schemas.openxmlformats.org/officeDocument/2006/relationships/image" Target="../media/image1019.png"/><Relationship Id="rId317" Type="http://schemas.openxmlformats.org/officeDocument/2006/relationships/customXml" Target="../ink/ink1563.xml"/><Relationship Id="rId359" Type="http://schemas.openxmlformats.org/officeDocument/2006/relationships/customXml" Target="../ink/ink1584.xml"/><Relationship Id="rId98" Type="http://schemas.openxmlformats.org/officeDocument/2006/relationships/image" Target="../media/image1040.png"/><Relationship Id="rId121" Type="http://schemas.openxmlformats.org/officeDocument/2006/relationships/customXml" Target="../ink/ink1465.xml"/><Relationship Id="rId163" Type="http://schemas.openxmlformats.org/officeDocument/2006/relationships/customXml" Target="../ink/ink1486.xml"/><Relationship Id="rId219" Type="http://schemas.openxmlformats.org/officeDocument/2006/relationships/customXml" Target="../ink/ink1514.xml"/><Relationship Id="rId230" Type="http://schemas.openxmlformats.org/officeDocument/2006/relationships/image" Target="../media/image1106.png"/><Relationship Id="rId25" Type="http://schemas.openxmlformats.org/officeDocument/2006/relationships/customXml" Target="../ink/ink1417.xml"/><Relationship Id="rId67" Type="http://schemas.openxmlformats.org/officeDocument/2006/relationships/customXml" Target="../ink/ink1438.xml"/><Relationship Id="rId272" Type="http://schemas.openxmlformats.org/officeDocument/2006/relationships/image" Target="../media/image1127.png"/><Relationship Id="rId328" Type="http://schemas.openxmlformats.org/officeDocument/2006/relationships/image" Target="../media/image1155.png"/><Relationship Id="rId88" Type="http://schemas.openxmlformats.org/officeDocument/2006/relationships/image" Target="../media/image1035.png"/><Relationship Id="rId111" Type="http://schemas.openxmlformats.org/officeDocument/2006/relationships/customXml" Target="../ink/ink1460.xml"/><Relationship Id="rId132" Type="http://schemas.openxmlformats.org/officeDocument/2006/relationships/image" Target="../media/image1057.png"/><Relationship Id="rId153" Type="http://schemas.openxmlformats.org/officeDocument/2006/relationships/customXml" Target="../ink/ink1481.xml"/><Relationship Id="rId174" Type="http://schemas.openxmlformats.org/officeDocument/2006/relationships/image" Target="../media/image1078.png"/><Relationship Id="rId195" Type="http://schemas.openxmlformats.org/officeDocument/2006/relationships/customXml" Target="../ink/ink1502.xml"/><Relationship Id="rId209" Type="http://schemas.openxmlformats.org/officeDocument/2006/relationships/customXml" Target="../ink/ink1509.xml"/><Relationship Id="rId360" Type="http://schemas.openxmlformats.org/officeDocument/2006/relationships/image" Target="../media/image1171.png"/><Relationship Id="rId220" Type="http://schemas.openxmlformats.org/officeDocument/2006/relationships/image" Target="../media/image1101.png"/><Relationship Id="rId241" Type="http://schemas.openxmlformats.org/officeDocument/2006/relationships/customXml" Target="../ink/ink1525.xml"/><Relationship Id="rId15" Type="http://schemas.openxmlformats.org/officeDocument/2006/relationships/customXml" Target="../ink/ink1412.xml"/><Relationship Id="rId36" Type="http://schemas.openxmlformats.org/officeDocument/2006/relationships/image" Target="../media/image1009.png"/><Relationship Id="rId57" Type="http://schemas.openxmlformats.org/officeDocument/2006/relationships/customXml" Target="../ink/ink1433.xml"/><Relationship Id="rId262" Type="http://schemas.openxmlformats.org/officeDocument/2006/relationships/image" Target="../media/image1122.png"/><Relationship Id="rId283" Type="http://schemas.openxmlformats.org/officeDocument/2006/relationships/customXml" Target="../ink/ink1546.xml"/><Relationship Id="rId318" Type="http://schemas.openxmlformats.org/officeDocument/2006/relationships/image" Target="../media/image1150.png"/><Relationship Id="rId339" Type="http://schemas.openxmlformats.org/officeDocument/2006/relationships/customXml" Target="../ink/ink1574.xml"/><Relationship Id="rId78" Type="http://schemas.openxmlformats.org/officeDocument/2006/relationships/image" Target="../media/image1030.png"/><Relationship Id="rId99" Type="http://schemas.openxmlformats.org/officeDocument/2006/relationships/customXml" Target="../ink/ink1454.xml"/><Relationship Id="rId101" Type="http://schemas.openxmlformats.org/officeDocument/2006/relationships/customXml" Target="../ink/ink1455.xml"/><Relationship Id="rId122" Type="http://schemas.openxmlformats.org/officeDocument/2006/relationships/image" Target="../media/image1052.png"/><Relationship Id="rId143" Type="http://schemas.openxmlformats.org/officeDocument/2006/relationships/customXml" Target="../ink/ink1476.xml"/><Relationship Id="rId164" Type="http://schemas.openxmlformats.org/officeDocument/2006/relationships/image" Target="../media/image1073.png"/><Relationship Id="rId185" Type="http://schemas.openxmlformats.org/officeDocument/2006/relationships/customXml" Target="../ink/ink1497.xml"/><Relationship Id="rId350" Type="http://schemas.openxmlformats.org/officeDocument/2006/relationships/image" Target="../media/image1166.png"/><Relationship Id="rId9" Type="http://schemas.openxmlformats.org/officeDocument/2006/relationships/customXml" Target="../ink/ink1409.xml"/><Relationship Id="rId210" Type="http://schemas.openxmlformats.org/officeDocument/2006/relationships/image" Target="../media/image1096.png"/><Relationship Id="rId26" Type="http://schemas.openxmlformats.org/officeDocument/2006/relationships/image" Target="../media/image1004.png"/><Relationship Id="rId231" Type="http://schemas.openxmlformats.org/officeDocument/2006/relationships/customXml" Target="../ink/ink1520.xml"/><Relationship Id="rId252" Type="http://schemas.openxmlformats.org/officeDocument/2006/relationships/image" Target="../media/image1117.png"/><Relationship Id="rId273" Type="http://schemas.openxmlformats.org/officeDocument/2006/relationships/customXml" Target="../ink/ink1541.xml"/><Relationship Id="rId294" Type="http://schemas.openxmlformats.org/officeDocument/2006/relationships/image" Target="../media/image1138.png"/><Relationship Id="rId308" Type="http://schemas.openxmlformats.org/officeDocument/2006/relationships/image" Target="../media/image1145.png"/><Relationship Id="rId329" Type="http://schemas.openxmlformats.org/officeDocument/2006/relationships/customXml" Target="../ink/ink1569.xml"/><Relationship Id="rId47" Type="http://schemas.openxmlformats.org/officeDocument/2006/relationships/customXml" Target="../ink/ink1428.xml"/><Relationship Id="rId68" Type="http://schemas.openxmlformats.org/officeDocument/2006/relationships/image" Target="../media/image1025.png"/><Relationship Id="rId89" Type="http://schemas.openxmlformats.org/officeDocument/2006/relationships/customXml" Target="../ink/ink1449.xml"/><Relationship Id="rId112" Type="http://schemas.openxmlformats.org/officeDocument/2006/relationships/image" Target="../media/image1047.png"/><Relationship Id="rId133" Type="http://schemas.openxmlformats.org/officeDocument/2006/relationships/customXml" Target="../ink/ink1471.xml"/><Relationship Id="rId154" Type="http://schemas.openxmlformats.org/officeDocument/2006/relationships/image" Target="../media/image1068.png"/><Relationship Id="rId175" Type="http://schemas.openxmlformats.org/officeDocument/2006/relationships/customXml" Target="../ink/ink1492.xml"/><Relationship Id="rId340" Type="http://schemas.openxmlformats.org/officeDocument/2006/relationships/image" Target="../media/image1161.png"/><Relationship Id="rId361" Type="http://schemas.openxmlformats.org/officeDocument/2006/relationships/customXml" Target="../ink/ink1585.xml"/><Relationship Id="rId196" Type="http://schemas.openxmlformats.org/officeDocument/2006/relationships/image" Target="../media/image1089.png"/><Relationship Id="rId200" Type="http://schemas.openxmlformats.org/officeDocument/2006/relationships/image" Target="../media/image1091.png"/><Relationship Id="rId16" Type="http://schemas.openxmlformats.org/officeDocument/2006/relationships/image" Target="../media/image999.png"/><Relationship Id="rId221" Type="http://schemas.openxmlformats.org/officeDocument/2006/relationships/customXml" Target="../ink/ink1515.xml"/><Relationship Id="rId242" Type="http://schemas.openxmlformats.org/officeDocument/2006/relationships/image" Target="../media/image1112.png"/><Relationship Id="rId263" Type="http://schemas.openxmlformats.org/officeDocument/2006/relationships/customXml" Target="../ink/ink1536.xml"/><Relationship Id="rId284" Type="http://schemas.openxmlformats.org/officeDocument/2006/relationships/image" Target="../media/image1133.png"/><Relationship Id="rId319" Type="http://schemas.openxmlformats.org/officeDocument/2006/relationships/customXml" Target="../ink/ink1564.xml"/><Relationship Id="rId37" Type="http://schemas.openxmlformats.org/officeDocument/2006/relationships/customXml" Target="../ink/ink1423.xml"/><Relationship Id="rId58" Type="http://schemas.openxmlformats.org/officeDocument/2006/relationships/image" Target="../media/image1020.png"/><Relationship Id="rId79" Type="http://schemas.openxmlformats.org/officeDocument/2006/relationships/customXml" Target="../ink/ink1444.xml"/><Relationship Id="rId102" Type="http://schemas.openxmlformats.org/officeDocument/2006/relationships/image" Target="../media/image1042.png"/><Relationship Id="rId123" Type="http://schemas.openxmlformats.org/officeDocument/2006/relationships/customXml" Target="../ink/ink1466.xml"/><Relationship Id="rId144" Type="http://schemas.openxmlformats.org/officeDocument/2006/relationships/image" Target="../media/image1063.png"/><Relationship Id="rId330" Type="http://schemas.openxmlformats.org/officeDocument/2006/relationships/image" Target="../media/image1156.png"/><Relationship Id="rId90" Type="http://schemas.openxmlformats.org/officeDocument/2006/relationships/image" Target="../media/image1036.png"/><Relationship Id="rId165" Type="http://schemas.openxmlformats.org/officeDocument/2006/relationships/customXml" Target="../ink/ink1487.xml"/><Relationship Id="rId186" Type="http://schemas.openxmlformats.org/officeDocument/2006/relationships/image" Target="../media/image1084.png"/><Relationship Id="rId351" Type="http://schemas.openxmlformats.org/officeDocument/2006/relationships/customXml" Target="../ink/ink1580.xml"/><Relationship Id="rId211" Type="http://schemas.openxmlformats.org/officeDocument/2006/relationships/customXml" Target="../ink/ink1510.xml"/><Relationship Id="rId232" Type="http://schemas.openxmlformats.org/officeDocument/2006/relationships/image" Target="../media/image1107.png"/><Relationship Id="rId253" Type="http://schemas.openxmlformats.org/officeDocument/2006/relationships/customXml" Target="../ink/ink1531.xml"/><Relationship Id="rId274" Type="http://schemas.openxmlformats.org/officeDocument/2006/relationships/image" Target="../media/image1128.png"/><Relationship Id="rId295" Type="http://schemas.openxmlformats.org/officeDocument/2006/relationships/customXml" Target="../ink/ink1552.xml"/><Relationship Id="rId309" Type="http://schemas.openxmlformats.org/officeDocument/2006/relationships/customXml" Target="../ink/ink1559.xml"/><Relationship Id="rId27" Type="http://schemas.openxmlformats.org/officeDocument/2006/relationships/customXml" Target="../ink/ink1418.xml"/><Relationship Id="rId48" Type="http://schemas.openxmlformats.org/officeDocument/2006/relationships/image" Target="../media/image1015.png"/><Relationship Id="rId69" Type="http://schemas.openxmlformats.org/officeDocument/2006/relationships/customXml" Target="../ink/ink1439.xml"/><Relationship Id="rId113" Type="http://schemas.openxmlformats.org/officeDocument/2006/relationships/customXml" Target="../ink/ink1461.xml"/><Relationship Id="rId134" Type="http://schemas.openxmlformats.org/officeDocument/2006/relationships/image" Target="../media/image1058.png"/><Relationship Id="rId320" Type="http://schemas.openxmlformats.org/officeDocument/2006/relationships/image" Target="../media/image1151.png"/><Relationship Id="rId80" Type="http://schemas.openxmlformats.org/officeDocument/2006/relationships/image" Target="../media/image1031.png"/><Relationship Id="rId155" Type="http://schemas.openxmlformats.org/officeDocument/2006/relationships/customXml" Target="../ink/ink1482.xml"/><Relationship Id="rId176" Type="http://schemas.openxmlformats.org/officeDocument/2006/relationships/image" Target="../media/image1079.png"/><Relationship Id="rId197" Type="http://schemas.openxmlformats.org/officeDocument/2006/relationships/customXml" Target="../ink/ink1503.xml"/><Relationship Id="rId341" Type="http://schemas.openxmlformats.org/officeDocument/2006/relationships/customXml" Target="../ink/ink1575.xml"/><Relationship Id="rId362" Type="http://schemas.openxmlformats.org/officeDocument/2006/relationships/image" Target="../media/image1172.png"/><Relationship Id="rId201" Type="http://schemas.openxmlformats.org/officeDocument/2006/relationships/customXml" Target="../ink/ink1505.xml"/><Relationship Id="rId222" Type="http://schemas.openxmlformats.org/officeDocument/2006/relationships/image" Target="../media/image1102.png"/><Relationship Id="rId243" Type="http://schemas.openxmlformats.org/officeDocument/2006/relationships/customXml" Target="../ink/ink1526.xml"/><Relationship Id="rId264" Type="http://schemas.openxmlformats.org/officeDocument/2006/relationships/image" Target="../media/image1123.png"/><Relationship Id="rId285" Type="http://schemas.openxmlformats.org/officeDocument/2006/relationships/customXml" Target="../ink/ink1547.xml"/><Relationship Id="rId17" Type="http://schemas.openxmlformats.org/officeDocument/2006/relationships/customXml" Target="../ink/ink1413.xml"/><Relationship Id="rId38" Type="http://schemas.openxmlformats.org/officeDocument/2006/relationships/image" Target="../media/image1010.png"/><Relationship Id="rId59" Type="http://schemas.openxmlformats.org/officeDocument/2006/relationships/customXml" Target="../ink/ink1434.xml"/><Relationship Id="rId103" Type="http://schemas.openxmlformats.org/officeDocument/2006/relationships/customXml" Target="../ink/ink1456.xml"/><Relationship Id="rId124" Type="http://schemas.openxmlformats.org/officeDocument/2006/relationships/image" Target="../media/image1053.png"/><Relationship Id="rId310" Type="http://schemas.openxmlformats.org/officeDocument/2006/relationships/image" Target="../media/image1146.png"/><Relationship Id="rId70" Type="http://schemas.openxmlformats.org/officeDocument/2006/relationships/image" Target="../media/image1026.png"/><Relationship Id="rId91" Type="http://schemas.openxmlformats.org/officeDocument/2006/relationships/customXml" Target="../ink/ink1450.xml"/><Relationship Id="rId145" Type="http://schemas.openxmlformats.org/officeDocument/2006/relationships/customXml" Target="../ink/ink1477.xml"/><Relationship Id="rId166" Type="http://schemas.openxmlformats.org/officeDocument/2006/relationships/image" Target="../media/image1074.png"/><Relationship Id="rId187" Type="http://schemas.openxmlformats.org/officeDocument/2006/relationships/customXml" Target="../ink/ink1498.xml"/><Relationship Id="rId331" Type="http://schemas.openxmlformats.org/officeDocument/2006/relationships/customXml" Target="../ink/ink1570.xml"/><Relationship Id="rId352" Type="http://schemas.openxmlformats.org/officeDocument/2006/relationships/image" Target="../media/image1167.png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1097.png"/><Relationship Id="rId233" Type="http://schemas.openxmlformats.org/officeDocument/2006/relationships/customXml" Target="../ink/ink1521.xml"/><Relationship Id="rId254" Type="http://schemas.openxmlformats.org/officeDocument/2006/relationships/image" Target="../media/image1118.png"/><Relationship Id="rId28" Type="http://schemas.openxmlformats.org/officeDocument/2006/relationships/image" Target="../media/image1005.png"/><Relationship Id="rId49" Type="http://schemas.openxmlformats.org/officeDocument/2006/relationships/customXml" Target="../ink/ink1429.xml"/><Relationship Id="rId114" Type="http://schemas.openxmlformats.org/officeDocument/2006/relationships/image" Target="../media/image1048.png"/><Relationship Id="rId275" Type="http://schemas.openxmlformats.org/officeDocument/2006/relationships/customXml" Target="../ink/ink1542.xml"/><Relationship Id="rId296" Type="http://schemas.openxmlformats.org/officeDocument/2006/relationships/image" Target="../media/image1139.png"/><Relationship Id="rId300" Type="http://schemas.openxmlformats.org/officeDocument/2006/relationships/image" Target="../media/image1141.png"/><Relationship Id="rId60" Type="http://schemas.openxmlformats.org/officeDocument/2006/relationships/image" Target="../media/image1021.png"/><Relationship Id="rId81" Type="http://schemas.openxmlformats.org/officeDocument/2006/relationships/customXml" Target="../ink/ink1445.xml"/><Relationship Id="rId135" Type="http://schemas.openxmlformats.org/officeDocument/2006/relationships/customXml" Target="../ink/ink1472.xml"/><Relationship Id="rId156" Type="http://schemas.openxmlformats.org/officeDocument/2006/relationships/image" Target="../media/image1069.png"/><Relationship Id="rId177" Type="http://schemas.openxmlformats.org/officeDocument/2006/relationships/customXml" Target="../ink/ink1493.xml"/><Relationship Id="rId198" Type="http://schemas.openxmlformats.org/officeDocument/2006/relationships/image" Target="../media/image1090.png"/><Relationship Id="rId321" Type="http://schemas.openxmlformats.org/officeDocument/2006/relationships/customXml" Target="../ink/ink1565.xml"/><Relationship Id="rId342" Type="http://schemas.openxmlformats.org/officeDocument/2006/relationships/image" Target="../media/image1162.png"/><Relationship Id="rId363" Type="http://schemas.openxmlformats.org/officeDocument/2006/relationships/customXml" Target="../ink/ink1586.xml"/><Relationship Id="rId202" Type="http://schemas.openxmlformats.org/officeDocument/2006/relationships/image" Target="../media/image1092.png"/><Relationship Id="rId223" Type="http://schemas.openxmlformats.org/officeDocument/2006/relationships/customXml" Target="../ink/ink1516.xml"/><Relationship Id="rId244" Type="http://schemas.openxmlformats.org/officeDocument/2006/relationships/image" Target="../media/image1113.png"/><Relationship Id="rId18" Type="http://schemas.openxmlformats.org/officeDocument/2006/relationships/image" Target="../media/image1000.png"/><Relationship Id="rId39" Type="http://schemas.openxmlformats.org/officeDocument/2006/relationships/customXml" Target="../ink/ink1424.xml"/><Relationship Id="rId265" Type="http://schemas.openxmlformats.org/officeDocument/2006/relationships/customXml" Target="../ink/ink1537.xml"/><Relationship Id="rId286" Type="http://schemas.openxmlformats.org/officeDocument/2006/relationships/image" Target="../media/image1134.png"/><Relationship Id="rId50" Type="http://schemas.openxmlformats.org/officeDocument/2006/relationships/image" Target="../media/image1016.png"/><Relationship Id="rId104" Type="http://schemas.openxmlformats.org/officeDocument/2006/relationships/image" Target="../media/image1043.png"/><Relationship Id="rId125" Type="http://schemas.openxmlformats.org/officeDocument/2006/relationships/customXml" Target="../ink/ink1467.xml"/><Relationship Id="rId146" Type="http://schemas.openxmlformats.org/officeDocument/2006/relationships/image" Target="../media/image1064.png"/><Relationship Id="rId167" Type="http://schemas.openxmlformats.org/officeDocument/2006/relationships/customXml" Target="../ink/ink1488.xml"/><Relationship Id="rId188" Type="http://schemas.openxmlformats.org/officeDocument/2006/relationships/image" Target="../media/image1085.png"/><Relationship Id="rId311" Type="http://schemas.openxmlformats.org/officeDocument/2006/relationships/customXml" Target="../ink/ink1560.xml"/><Relationship Id="rId332" Type="http://schemas.openxmlformats.org/officeDocument/2006/relationships/image" Target="../media/image1157.png"/><Relationship Id="rId353" Type="http://schemas.openxmlformats.org/officeDocument/2006/relationships/customXml" Target="../ink/ink1581.xml"/><Relationship Id="rId71" Type="http://schemas.openxmlformats.org/officeDocument/2006/relationships/customXml" Target="../ink/ink1440.xml"/><Relationship Id="rId92" Type="http://schemas.openxmlformats.org/officeDocument/2006/relationships/image" Target="../media/image1037.png"/><Relationship Id="rId213" Type="http://schemas.openxmlformats.org/officeDocument/2006/relationships/customXml" Target="../ink/ink1511.xml"/><Relationship Id="rId234" Type="http://schemas.openxmlformats.org/officeDocument/2006/relationships/image" Target="../media/image1108.png"/><Relationship Id="rId2" Type="http://schemas.openxmlformats.org/officeDocument/2006/relationships/image" Target="../media/image992.jpg"/><Relationship Id="rId29" Type="http://schemas.openxmlformats.org/officeDocument/2006/relationships/customXml" Target="../ink/ink1419.xml"/><Relationship Id="rId255" Type="http://schemas.openxmlformats.org/officeDocument/2006/relationships/customXml" Target="../ink/ink1532.xml"/><Relationship Id="rId276" Type="http://schemas.openxmlformats.org/officeDocument/2006/relationships/image" Target="../media/image1129.png"/><Relationship Id="rId297" Type="http://schemas.openxmlformats.org/officeDocument/2006/relationships/customXml" Target="../ink/ink1553.xml"/><Relationship Id="rId40" Type="http://schemas.openxmlformats.org/officeDocument/2006/relationships/image" Target="../media/image1011.png"/><Relationship Id="rId115" Type="http://schemas.openxmlformats.org/officeDocument/2006/relationships/customXml" Target="../ink/ink1462.xml"/><Relationship Id="rId136" Type="http://schemas.openxmlformats.org/officeDocument/2006/relationships/image" Target="../media/image1059.png"/><Relationship Id="rId157" Type="http://schemas.openxmlformats.org/officeDocument/2006/relationships/customXml" Target="../ink/ink1483.xml"/><Relationship Id="rId178" Type="http://schemas.openxmlformats.org/officeDocument/2006/relationships/image" Target="../media/image1080.png"/><Relationship Id="rId301" Type="http://schemas.openxmlformats.org/officeDocument/2006/relationships/customXml" Target="../ink/ink1555.xml"/><Relationship Id="rId322" Type="http://schemas.openxmlformats.org/officeDocument/2006/relationships/image" Target="../media/image1152.png"/><Relationship Id="rId343" Type="http://schemas.openxmlformats.org/officeDocument/2006/relationships/customXml" Target="../ink/ink1576.xml"/><Relationship Id="rId364" Type="http://schemas.openxmlformats.org/officeDocument/2006/relationships/image" Target="../media/image1173.png"/><Relationship Id="rId61" Type="http://schemas.openxmlformats.org/officeDocument/2006/relationships/customXml" Target="../ink/ink1435.xml"/><Relationship Id="rId82" Type="http://schemas.openxmlformats.org/officeDocument/2006/relationships/image" Target="../media/image1032.png"/><Relationship Id="rId199" Type="http://schemas.openxmlformats.org/officeDocument/2006/relationships/customXml" Target="../ink/ink1504.xml"/><Relationship Id="rId203" Type="http://schemas.openxmlformats.org/officeDocument/2006/relationships/customXml" Target="../ink/ink1506.xml"/><Relationship Id="rId19" Type="http://schemas.openxmlformats.org/officeDocument/2006/relationships/customXml" Target="../ink/ink1414.xml"/><Relationship Id="rId224" Type="http://schemas.openxmlformats.org/officeDocument/2006/relationships/image" Target="../media/image1103.png"/><Relationship Id="rId245" Type="http://schemas.openxmlformats.org/officeDocument/2006/relationships/customXml" Target="../ink/ink1527.xml"/><Relationship Id="rId266" Type="http://schemas.openxmlformats.org/officeDocument/2006/relationships/image" Target="../media/image1124.png"/><Relationship Id="rId287" Type="http://schemas.openxmlformats.org/officeDocument/2006/relationships/customXml" Target="../ink/ink1548.xml"/><Relationship Id="rId30" Type="http://schemas.openxmlformats.org/officeDocument/2006/relationships/image" Target="../media/image1006.png"/><Relationship Id="rId105" Type="http://schemas.openxmlformats.org/officeDocument/2006/relationships/customXml" Target="../ink/ink1457.xml"/><Relationship Id="rId126" Type="http://schemas.openxmlformats.org/officeDocument/2006/relationships/image" Target="../media/image1054.png"/><Relationship Id="rId147" Type="http://schemas.openxmlformats.org/officeDocument/2006/relationships/customXml" Target="../ink/ink1478.xml"/><Relationship Id="rId168" Type="http://schemas.openxmlformats.org/officeDocument/2006/relationships/image" Target="../media/image1075.png"/><Relationship Id="rId312" Type="http://schemas.openxmlformats.org/officeDocument/2006/relationships/image" Target="../media/image1147.png"/><Relationship Id="rId333" Type="http://schemas.openxmlformats.org/officeDocument/2006/relationships/customXml" Target="../ink/ink1571.xml"/><Relationship Id="rId354" Type="http://schemas.openxmlformats.org/officeDocument/2006/relationships/image" Target="../media/image1168.png"/><Relationship Id="rId51" Type="http://schemas.openxmlformats.org/officeDocument/2006/relationships/customXml" Target="../ink/ink1430.xml"/><Relationship Id="rId72" Type="http://schemas.openxmlformats.org/officeDocument/2006/relationships/image" Target="../media/image1027.png"/><Relationship Id="rId93" Type="http://schemas.openxmlformats.org/officeDocument/2006/relationships/customXml" Target="../ink/ink1451.xml"/><Relationship Id="rId189" Type="http://schemas.openxmlformats.org/officeDocument/2006/relationships/customXml" Target="../ink/ink1499.xml"/><Relationship Id="rId3" Type="http://schemas.openxmlformats.org/officeDocument/2006/relationships/customXml" Target="../ink/ink1406.xml"/><Relationship Id="rId214" Type="http://schemas.openxmlformats.org/officeDocument/2006/relationships/image" Target="../media/image1098.png"/><Relationship Id="rId235" Type="http://schemas.openxmlformats.org/officeDocument/2006/relationships/customXml" Target="../ink/ink1522.xml"/><Relationship Id="rId256" Type="http://schemas.openxmlformats.org/officeDocument/2006/relationships/image" Target="../media/image1119.png"/><Relationship Id="rId277" Type="http://schemas.openxmlformats.org/officeDocument/2006/relationships/customXml" Target="../ink/ink1543.xml"/><Relationship Id="rId298" Type="http://schemas.openxmlformats.org/officeDocument/2006/relationships/image" Target="../media/image1140.png"/><Relationship Id="rId116" Type="http://schemas.openxmlformats.org/officeDocument/2006/relationships/image" Target="../media/image1049.png"/><Relationship Id="rId137" Type="http://schemas.openxmlformats.org/officeDocument/2006/relationships/customXml" Target="../ink/ink1473.xml"/><Relationship Id="rId158" Type="http://schemas.openxmlformats.org/officeDocument/2006/relationships/image" Target="../media/image1070.png"/><Relationship Id="rId302" Type="http://schemas.openxmlformats.org/officeDocument/2006/relationships/image" Target="../media/image1142.png"/><Relationship Id="rId323" Type="http://schemas.openxmlformats.org/officeDocument/2006/relationships/customXml" Target="../ink/ink1566.xml"/><Relationship Id="rId344" Type="http://schemas.openxmlformats.org/officeDocument/2006/relationships/image" Target="../media/image1163.png"/><Relationship Id="rId20" Type="http://schemas.openxmlformats.org/officeDocument/2006/relationships/image" Target="../media/image1001.png"/><Relationship Id="rId41" Type="http://schemas.openxmlformats.org/officeDocument/2006/relationships/customXml" Target="../ink/ink1425.xml"/><Relationship Id="rId62" Type="http://schemas.openxmlformats.org/officeDocument/2006/relationships/image" Target="../media/image1022.png"/><Relationship Id="rId83" Type="http://schemas.openxmlformats.org/officeDocument/2006/relationships/customXml" Target="../ink/ink1446.xml"/><Relationship Id="rId179" Type="http://schemas.openxmlformats.org/officeDocument/2006/relationships/customXml" Target="../ink/ink1494.xml"/><Relationship Id="rId190" Type="http://schemas.openxmlformats.org/officeDocument/2006/relationships/image" Target="../media/image1086.png"/><Relationship Id="rId204" Type="http://schemas.openxmlformats.org/officeDocument/2006/relationships/image" Target="../media/image1093.png"/><Relationship Id="rId225" Type="http://schemas.openxmlformats.org/officeDocument/2006/relationships/customXml" Target="../ink/ink1517.xml"/><Relationship Id="rId246" Type="http://schemas.openxmlformats.org/officeDocument/2006/relationships/image" Target="../media/image1114.png"/><Relationship Id="rId267" Type="http://schemas.openxmlformats.org/officeDocument/2006/relationships/customXml" Target="../ink/ink1538.xml"/><Relationship Id="rId288" Type="http://schemas.openxmlformats.org/officeDocument/2006/relationships/image" Target="../media/image1135.png"/><Relationship Id="rId106" Type="http://schemas.openxmlformats.org/officeDocument/2006/relationships/image" Target="../media/image1044.png"/><Relationship Id="rId127" Type="http://schemas.openxmlformats.org/officeDocument/2006/relationships/customXml" Target="../ink/ink1468.xml"/><Relationship Id="rId313" Type="http://schemas.openxmlformats.org/officeDocument/2006/relationships/customXml" Target="../ink/ink1561.xml"/><Relationship Id="rId10" Type="http://schemas.openxmlformats.org/officeDocument/2006/relationships/image" Target="../media/image996.png"/><Relationship Id="rId31" Type="http://schemas.openxmlformats.org/officeDocument/2006/relationships/customXml" Target="../ink/ink1420.xml"/><Relationship Id="rId52" Type="http://schemas.openxmlformats.org/officeDocument/2006/relationships/image" Target="../media/image1017.png"/><Relationship Id="rId73" Type="http://schemas.openxmlformats.org/officeDocument/2006/relationships/customXml" Target="../ink/ink1441.xml"/><Relationship Id="rId94" Type="http://schemas.openxmlformats.org/officeDocument/2006/relationships/image" Target="../media/image1038.png"/><Relationship Id="rId148" Type="http://schemas.openxmlformats.org/officeDocument/2006/relationships/image" Target="../media/image1065.png"/><Relationship Id="rId169" Type="http://schemas.openxmlformats.org/officeDocument/2006/relationships/customXml" Target="../ink/ink1489.xml"/><Relationship Id="rId334" Type="http://schemas.openxmlformats.org/officeDocument/2006/relationships/image" Target="../media/image1158.png"/><Relationship Id="rId355" Type="http://schemas.openxmlformats.org/officeDocument/2006/relationships/customXml" Target="../ink/ink1582.xml"/><Relationship Id="rId4" Type="http://schemas.openxmlformats.org/officeDocument/2006/relationships/image" Target="../media/image993.png"/><Relationship Id="rId180" Type="http://schemas.openxmlformats.org/officeDocument/2006/relationships/image" Target="../media/image1081.png"/><Relationship Id="rId215" Type="http://schemas.openxmlformats.org/officeDocument/2006/relationships/customXml" Target="../ink/ink1512.xml"/><Relationship Id="rId236" Type="http://schemas.openxmlformats.org/officeDocument/2006/relationships/image" Target="../media/image1109.png"/><Relationship Id="rId257" Type="http://schemas.openxmlformats.org/officeDocument/2006/relationships/customXml" Target="../ink/ink1533.xml"/><Relationship Id="rId278" Type="http://schemas.openxmlformats.org/officeDocument/2006/relationships/image" Target="../media/image1130.png"/><Relationship Id="rId303" Type="http://schemas.openxmlformats.org/officeDocument/2006/relationships/customXml" Target="../ink/ink1556.xml"/><Relationship Id="rId42" Type="http://schemas.openxmlformats.org/officeDocument/2006/relationships/image" Target="../media/image1012.png"/><Relationship Id="rId84" Type="http://schemas.openxmlformats.org/officeDocument/2006/relationships/image" Target="../media/image1033.png"/><Relationship Id="rId138" Type="http://schemas.openxmlformats.org/officeDocument/2006/relationships/image" Target="../media/image1060.png"/><Relationship Id="rId345" Type="http://schemas.openxmlformats.org/officeDocument/2006/relationships/customXml" Target="../ink/ink1577.xml"/><Relationship Id="rId191" Type="http://schemas.openxmlformats.org/officeDocument/2006/relationships/customXml" Target="../ink/ink1500.xml"/><Relationship Id="rId205" Type="http://schemas.openxmlformats.org/officeDocument/2006/relationships/customXml" Target="../ink/ink1507.xml"/><Relationship Id="rId247" Type="http://schemas.openxmlformats.org/officeDocument/2006/relationships/customXml" Target="../ink/ink1528.xml"/><Relationship Id="rId107" Type="http://schemas.openxmlformats.org/officeDocument/2006/relationships/customXml" Target="../ink/ink1458.xml"/><Relationship Id="rId289" Type="http://schemas.openxmlformats.org/officeDocument/2006/relationships/customXml" Target="../ink/ink1549.xml"/><Relationship Id="rId11" Type="http://schemas.openxmlformats.org/officeDocument/2006/relationships/customXml" Target="../ink/ink1410.xml"/><Relationship Id="rId53" Type="http://schemas.openxmlformats.org/officeDocument/2006/relationships/customXml" Target="../ink/ink1431.xml"/><Relationship Id="rId149" Type="http://schemas.openxmlformats.org/officeDocument/2006/relationships/customXml" Target="../ink/ink1479.xml"/><Relationship Id="rId314" Type="http://schemas.openxmlformats.org/officeDocument/2006/relationships/image" Target="../media/image1148.png"/><Relationship Id="rId356" Type="http://schemas.openxmlformats.org/officeDocument/2006/relationships/image" Target="../media/image1169.png"/><Relationship Id="rId95" Type="http://schemas.openxmlformats.org/officeDocument/2006/relationships/customXml" Target="../ink/ink1452.xml"/><Relationship Id="rId160" Type="http://schemas.openxmlformats.org/officeDocument/2006/relationships/image" Target="../media/image1071.png"/><Relationship Id="rId216" Type="http://schemas.openxmlformats.org/officeDocument/2006/relationships/image" Target="../media/image1099.png"/><Relationship Id="rId258" Type="http://schemas.openxmlformats.org/officeDocument/2006/relationships/image" Target="../media/image1120.png"/><Relationship Id="rId22" Type="http://schemas.openxmlformats.org/officeDocument/2006/relationships/image" Target="../media/image1002.png"/><Relationship Id="rId64" Type="http://schemas.openxmlformats.org/officeDocument/2006/relationships/image" Target="../media/image1023.png"/><Relationship Id="rId118" Type="http://schemas.openxmlformats.org/officeDocument/2006/relationships/image" Target="../media/image1050.png"/><Relationship Id="rId325" Type="http://schemas.openxmlformats.org/officeDocument/2006/relationships/customXml" Target="../ink/ink1567.xml"/><Relationship Id="rId171" Type="http://schemas.openxmlformats.org/officeDocument/2006/relationships/customXml" Target="../ink/ink1490.xml"/><Relationship Id="rId227" Type="http://schemas.openxmlformats.org/officeDocument/2006/relationships/customXml" Target="../ink/ink1518.xml"/><Relationship Id="rId269" Type="http://schemas.openxmlformats.org/officeDocument/2006/relationships/customXml" Target="../ink/ink1539.xml"/><Relationship Id="rId33" Type="http://schemas.openxmlformats.org/officeDocument/2006/relationships/customXml" Target="../ink/ink1421.xml"/><Relationship Id="rId129" Type="http://schemas.openxmlformats.org/officeDocument/2006/relationships/customXml" Target="../ink/ink1469.xml"/><Relationship Id="rId280" Type="http://schemas.openxmlformats.org/officeDocument/2006/relationships/image" Target="../media/image1131.png"/><Relationship Id="rId336" Type="http://schemas.openxmlformats.org/officeDocument/2006/relationships/image" Target="../media/image1159.png"/><Relationship Id="rId75" Type="http://schemas.openxmlformats.org/officeDocument/2006/relationships/customXml" Target="../ink/ink1442.xml"/><Relationship Id="rId140" Type="http://schemas.openxmlformats.org/officeDocument/2006/relationships/image" Target="../media/image1061.png"/><Relationship Id="rId182" Type="http://schemas.openxmlformats.org/officeDocument/2006/relationships/image" Target="../media/image1082.png"/><Relationship Id="rId6" Type="http://schemas.openxmlformats.org/officeDocument/2006/relationships/image" Target="../media/image994.png"/><Relationship Id="rId238" Type="http://schemas.openxmlformats.org/officeDocument/2006/relationships/image" Target="../media/image1110.png"/><Relationship Id="rId291" Type="http://schemas.openxmlformats.org/officeDocument/2006/relationships/customXml" Target="../ink/ink1550.xml"/><Relationship Id="rId305" Type="http://schemas.openxmlformats.org/officeDocument/2006/relationships/customXml" Target="../ink/ink1557.xml"/><Relationship Id="rId347" Type="http://schemas.openxmlformats.org/officeDocument/2006/relationships/customXml" Target="../ink/ink1578.xml"/><Relationship Id="rId44" Type="http://schemas.openxmlformats.org/officeDocument/2006/relationships/image" Target="../media/image1013.png"/><Relationship Id="rId86" Type="http://schemas.openxmlformats.org/officeDocument/2006/relationships/image" Target="../media/image1034.png"/><Relationship Id="rId151" Type="http://schemas.openxmlformats.org/officeDocument/2006/relationships/customXml" Target="../ink/ink1480.xml"/><Relationship Id="rId193" Type="http://schemas.openxmlformats.org/officeDocument/2006/relationships/customXml" Target="../ink/ink1501.xml"/><Relationship Id="rId207" Type="http://schemas.openxmlformats.org/officeDocument/2006/relationships/customXml" Target="../ink/ink1508.xml"/><Relationship Id="rId249" Type="http://schemas.openxmlformats.org/officeDocument/2006/relationships/customXml" Target="../ink/ink1529.xml"/><Relationship Id="rId13" Type="http://schemas.openxmlformats.org/officeDocument/2006/relationships/customXml" Target="../ink/ink1411.xml"/><Relationship Id="rId109" Type="http://schemas.openxmlformats.org/officeDocument/2006/relationships/customXml" Target="../ink/ink1459.xml"/><Relationship Id="rId260" Type="http://schemas.openxmlformats.org/officeDocument/2006/relationships/image" Target="../media/image1121.png"/><Relationship Id="rId316" Type="http://schemas.openxmlformats.org/officeDocument/2006/relationships/image" Target="../media/image1149.png"/><Relationship Id="rId55" Type="http://schemas.openxmlformats.org/officeDocument/2006/relationships/customXml" Target="../ink/ink1432.xml"/><Relationship Id="rId97" Type="http://schemas.openxmlformats.org/officeDocument/2006/relationships/customXml" Target="../ink/ink1453.xml"/><Relationship Id="rId120" Type="http://schemas.openxmlformats.org/officeDocument/2006/relationships/image" Target="../media/image1051.png"/><Relationship Id="rId358" Type="http://schemas.openxmlformats.org/officeDocument/2006/relationships/image" Target="../media/image1170.png"/><Relationship Id="rId162" Type="http://schemas.openxmlformats.org/officeDocument/2006/relationships/image" Target="../media/image1072.png"/><Relationship Id="rId218" Type="http://schemas.openxmlformats.org/officeDocument/2006/relationships/image" Target="../media/image1100.png"/><Relationship Id="rId271" Type="http://schemas.openxmlformats.org/officeDocument/2006/relationships/customXml" Target="../ink/ink1540.xml"/><Relationship Id="rId24" Type="http://schemas.openxmlformats.org/officeDocument/2006/relationships/image" Target="../media/image1003.png"/><Relationship Id="rId66" Type="http://schemas.openxmlformats.org/officeDocument/2006/relationships/image" Target="../media/image1024.png"/><Relationship Id="rId131" Type="http://schemas.openxmlformats.org/officeDocument/2006/relationships/customXml" Target="../ink/ink1470.xml"/><Relationship Id="rId327" Type="http://schemas.openxmlformats.org/officeDocument/2006/relationships/customXml" Target="../ink/ink1568.xml"/><Relationship Id="rId173" Type="http://schemas.openxmlformats.org/officeDocument/2006/relationships/customXml" Target="../ink/ink1491.xml"/><Relationship Id="rId229" Type="http://schemas.openxmlformats.org/officeDocument/2006/relationships/customXml" Target="../ink/ink1519.xml"/><Relationship Id="rId240" Type="http://schemas.openxmlformats.org/officeDocument/2006/relationships/image" Target="../media/image1111.png"/><Relationship Id="rId35" Type="http://schemas.openxmlformats.org/officeDocument/2006/relationships/customXml" Target="../ink/ink1422.xml"/><Relationship Id="rId77" Type="http://schemas.openxmlformats.org/officeDocument/2006/relationships/customXml" Target="../ink/ink1443.xml"/><Relationship Id="rId100" Type="http://schemas.openxmlformats.org/officeDocument/2006/relationships/image" Target="../media/image1041.png"/><Relationship Id="rId282" Type="http://schemas.openxmlformats.org/officeDocument/2006/relationships/image" Target="../media/image1132.png"/><Relationship Id="rId338" Type="http://schemas.openxmlformats.org/officeDocument/2006/relationships/image" Target="../media/image1160.png"/><Relationship Id="rId8" Type="http://schemas.openxmlformats.org/officeDocument/2006/relationships/image" Target="../media/image995.png"/><Relationship Id="rId142" Type="http://schemas.openxmlformats.org/officeDocument/2006/relationships/image" Target="../media/image1062.png"/><Relationship Id="rId184" Type="http://schemas.openxmlformats.org/officeDocument/2006/relationships/image" Target="../media/image1083.png"/><Relationship Id="rId251" Type="http://schemas.openxmlformats.org/officeDocument/2006/relationships/customXml" Target="../ink/ink1530.xml"/><Relationship Id="rId46" Type="http://schemas.openxmlformats.org/officeDocument/2006/relationships/image" Target="../media/image1014.png"/><Relationship Id="rId293" Type="http://schemas.openxmlformats.org/officeDocument/2006/relationships/customXml" Target="../ink/ink1551.xml"/><Relationship Id="rId307" Type="http://schemas.openxmlformats.org/officeDocument/2006/relationships/customXml" Target="../ink/ink1558.xml"/><Relationship Id="rId349" Type="http://schemas.openxmlformats.org/officeDocument/2006/relationships/customXml" Target="../ink/ink1579.xml"/></Relationships>
</file>

<file path=ppt/slides/_rels/slide17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644.xml"/><Relationship Id="rId299" Type="http://schemas.openxmlformats.org/officeDocument/2006/relationships/customXml" Target="../ink/ink1735.xml"/><Relationship Id="rId21" Type="http://schemas.openxmlformats.org/officeDocument/2006/relationships/customXml" Target="../ink/ink1596.xml"/><Relationship Id="rId63" Type="http://schemas.openxmlformats.org/officeDocument/2006/relationships/customXml" Target="../ink/ink1617.xml"/><Relationship Id="rId159" Type="http://schemas.openxmlformats.org/officeDocument/2006/relationships/customXml" Target="../ink/ink1665.xml"/><Relationship Id="rId170" Type="http://schemas.openxmlformats.org/officeDocument/2006/relationships/image" Target="../media/image10660.png"/><Relationship Id="rId226" Type="http://schemas.openxmlformats.org/officeDocument/2006/relationships/image" Target="../media/image10940.png"/><Relationship Id="rId268" Type="http://schemas.openxmlformats.org/officeDocument/2006/relationships/image" Target="../media/image11150.png"/><Relationship Id="rId32" Type="http://schemas.openxmlformats.org/officeDocument/2006/relationships/image" Target="../media/image9970.png"/><Relationship Id="rId74" Type="http://schemas.openxmlformats.org/officeDocument/2006/relationships/image" Target="../media/image10180.png"/><Relationship Id="rId128" Type="http://schemas.openxmlformats.org/officeDocument/2006/relationships/image" Target="../media/image10450.png"/><Relationship Id="rId5" Type="http://schemas.openxmlformats.org/officeDocument/2006/relationships/customXml" Target="../ink/ink1588.xml"/><Relationship Id="rId181" Type="http://schemas.openxmlformats.org/officeDocument/2006/relationships/customXml" Target="../ink/ink1676.xml"/><Relationship Id="rId237" Type="http://schemas.openxmlformats.org/officeDocument/2006/relationships/customXml" Target="../ink/ink1704.xml"/><Relationship Id="rId279" Type="http://schemas.openxmlformats.org/officeDocument/2006/relationships/customXml" Target="../ink/ink1725.xml"/><Relationship Id="rId43" Type="http://schemas.openxmlformats.org/officeDocument/2006/relationships/customXml" Target="../ink/ink1607.xml"/><Relationship Id="rId139" Type="http://schemas.openxmlformats.org/officeDocument/2006/relationships/customXml" Target="../ink/ink1655.xml"/><Relationship Id="rId290" Type="http://schemas.openxmlformats.org/officeDocument/2006/relationships/image" Target="../media/image11260.png"/><Relationship Id="rId304" Type="http://schemas.openxmlformats.org/officeDocument/2006/relationships/image" Target="../media/image11330.png"/><Relationship Id="rId85" Type="http://schemas.openxmlformats.org/officeDocument/2006/relationships/customXml" Target="../ink/ink1628.xml"/><Relationship Id="rId150" Type="http://schemas.openxmlformats.org/officeDocument/2006/relationships/image" Target="../media/image10560.png"/><Relationship Id="rId192" Type="http://schemas.openxmlformats.org/officeDocument/2006/relationships/image" Target="../media/image10770.png"/><Relationship Id="rId206" Type="http://schemas.openxmlformats.org/officeDocument/2006/relationships/image" Target="../media/image10840.png"/><Relationship Id="rId248" Type="http://schemas.openxmlformats.org/officeDocument/2006/relationships/image" Target="../media/image11050.png"/><Relationship Id="rId12" Type="http://schemas.openxmlformats.org/officeDocument/2006/relationships/image" Target="../media/image9870.png"/><Relationship Id="rId108" Type="http://schemas.openxmlformats.org/officeDocument/2006/relationships/image" Target="../media/image10350.png"/><Relationship Id="rId54" Type="http://schemas.openxmlformats.org/officeDocument/2006/relationships/image" Target="../media/image10080.png"/><Relationship Id="rId96" Type="http://schemas.openxmlformats.org/officeDocument/2006/relationships/image" Target="../media/image10290.png"/><Relationship Id="rId161" Type="http://schemas.openxmlformats.org/officeDocument/2006/relationships/customXml" Target="../ink/ink1666.xml"/><Relationship Id="rId217" Type="http://schemas.openxmlformats.org/officeDocument/2006/relationships/customXml" Target="../ink/ink1694.xml"/><Relationship Id="rId259" Type="http://schemas.openxmlformats.org/officeDocument/2006/relationships/customXml" Target="../ink/ink1715.xml"/><Relationship Id="rId23" Type="http://schemas.openxmlformats.org/officeDocument/2006/relationships/customXml" Target="../ink/ink1597.xml"/><Relationship Id="rId119" Type="http://schemas.openxmlformats.org/officeDocument/2006/relationships/customXml" Target="../ink/ink1645.xml"/><Relationship Id="rId270" Type="http://schemas.openxmlformats.org/officeDocument/2006/relationships/image" Target="../media/image11160.png"/><Relationship Id="rId65" Type="http://schemas.openxmlformats.org/officeDocument/2006/relationships/customXml" Target="../ink/ink1618.xml"/><Relationship Id="rId130" Type="http://schemas.openxmlformats.org/officeDocument/2006/relationships/image" Target="../media/image10460.png"/><Relationship Id="rId172" Type="http://schemas.openxmlformats.org/officeDocument/2006/relationships/image" Target="../media/image10670.png"/><Relationship Id="rId193" Type="http://schemas.openxmlformats.org/officeDocument/2006/relationships/customXml" Target="../ink/ink1682.xml"/><Relationship Id="rId207" Type="http://schemas.openxmlformats.org/officeDocument/2006/relationships/customXml" Target="../ink/ink1689.xml"/><Relationship Id="rId228" Type="http://schemas.openxmlformats.org/officeDocument/2006/relationships/image" Target="../media/image10950.png"/><Relationship Id="rId249" Type="http://schemas.openxmlformats.org/officeDocument/2006/relationships/customXml" Target="../ink/ink1710.xml"/><Relationship Id="rId13" Type="http://schemas.openxmlformats.org/officeDocument/2006/relationships/customXml" Target="../ink/ink1592.xml"/><Relationship Id="rId109" Type="http://schemas.openxmlformats.org/officeDocument/2006/relationships/customXml" Target="../ink/ink1640.xml"/><Relationship Id="rId260" Type="http://schemas.openxmlformats.org/officeDocument/2006/relationships/image" Target="../media/image11110.png"/><Relationship Id="rId281" Type="http://schemas.openxmlformats.org/officeDocument/2006/relationships/customXml" Target="../ink/ink1726.xml"/><Relationship Id="rId34" Type="http://schemas.openxmlformats.org/officeDocument/2006/relationships/image" Target="../media/image9980.png"/><Relationship Id="rId55" Type="http://schemas.openxmlformats.org/officeDocument/2006/relationships/customXml" Target="../ink/ink1613.xml"/><Relationship Id="rId76" Type="http://schemas.openxmlformats.org/officeDocument/2006/relationships/image" Target="../media/image10190.png"/><Relationship Id="rId97" Type="http://schemas.openxmlformats.org/officeDocument/2006/relationships/customXml" Target="../ink/ink1634.xml"/><Relationship Id="rId120" Type="http://schemas.openxmlformats.org/officeDocument/2006/relationships/image" Target="../media/image10410.png"/><Relationship Id="rId141" Type="http://schemas.openxmlformats.org/officeDocument/2006/relationships/customXml" Target="../ink/ink1656.xml"/><Relationship Id="rId7" Type="http://schemas.openxmlformats.org/officeDocument/2006/relationships/customXml" Target="../ink/ink1589.xml"/><Relationship Id="rId162" Type="http://schemas.openxmlformats.org/officeDocument/2006/relationships/image" Target="../media/image10620.png"/><Relationship Id="rId183" Type="http://schemas.openxmlformats.org/officeDocument/2006/relationships/customXml" Target="../ink/ink1677.xml"/><Relationship Id="rId218" Type="http://schemas.openxmlformats.org/officeDocument/2006/relationships/image" Target="../media/image10900.png"/><Relationship Id="rId239" Type="http://schemas.openxmlformats.org/officeDocument/2006/relationships/customXml" Target="../ink/ink1705.xml"/><Relationship Id="rId250" Type="http://schemas.openxmlformats.org/officeDocument/2006/relationships/image" Target="../media/image11060.png"/><Relationship Id="rId271" Type="http://schemas.openxmlformats.org/officeDocument/2006/relationships/customXml" Target="../ink/ink1721.xml"/><Relationship Id="rId292" Type="http://schemas.openxmlformats.org/officeDocument/2006/relationships/image" Target="../media/image11270.png"/><Relationship Id="rId306" Type="http://schemas.openxmlformats.org/officeDocument/2006/relationships/image" Target="../media/image11340.png"/><Relationship Id="rId24" Type="http://schemas.openxmlformats.org/officeDocument/2006/relationships/image" Target="../media/image9930.png"/><Relationship Id="rId45" Type="http://schemas.openxmlformats.org/officeDocument/2006/relationships/customXml" Target="../ink/ink1608.xml"/><Relationship Id="rId66" Type="http://schemas.openxmlformats.org/officeDocument/2006/relationships/image" Target="../media/image10140.png"/><Relationship Id="rId87" Type="http://schemas.openxmlformats.org/officeDocument/2006/relationships/customXml" Target="../ink/ink1629.xml"/><Relationship Id="rId110" Type="http://schemas.openxmlformats.org/officeDocument/2006/relationships/image" Target="../media/image10360.png"/><Relationship Id="rId131" Type="http://schemas.openxmlformats.org/officeDocument/2006/relationships/customXml" Target="../ink/ink1651.xml"/><Relationship Id="rId152" Type="http://schemas.openxmlformats.org/officeDocument/2006/relationships/image" Target="../media/image10570.png"/><Relationship Id="rId173" Type="http://schemas.openxmlformats.org/officeDocument/2006/relationships/customXml" Target="../ink/ink1672.xml"/><Relationship Id="rId194" Type="http://schemas.openxmlformats.org/officeDocument/2006/relationships/image" Target="../media/image10780.png"/><Relationship Id="rId208" Type="http://schemas.openxmlformats.org/officeDocument/2006/relationships/image" Target="../media/image10850.png"/><Relationship Id="rId229" Type="http://schemas.openxmlformats.org/officeDocument/2006/relationships/customXml" Target="../ink/ink1700.xml"/><Relationship Id="rId240" Type="http://schemas.openxmlformats.org/officeDocument/2006/relationships/image" Target="../media/image11010.png"/><Relationship Id="rId261" Type="http://schemas.openxmlformats.org/officeDocument/2006/relationships/customXml" Target="../ink/ink1716.xml"/><Relationship Id="rId14" Type="http://schemas.openxmlformats.org/officeDocument/2006/relationships/image" Target="../media/image9880.png"/><Relationship Id="rId35" Type="http://schemas.openxmlformats.org/officeDocument/2006/relationships/customXml" Target="../ink/ink1603.xml"/><Relationship Id="rId56" Type="http://schemas.openxmlformats.org/officeDocument/2006/relationships/image" Target="../media/image10090.png"/><Relationship Id="rId77" Type="http://schemas.openxmlformats.org/officeDocument/2006/relationships/customXml" Target="../ink/ink1624.xml"/><Relationship Id="rId100" Type="http://schemas.openxmlformats.org/officeDocument/2006/relationships/image" Target="../media/image10310.png"/><Relationship Id="rId282" Type="http://schemas.openxmlformats.org/officeDocument/2006/relationships/image" Target="../media/image11220.png"/><Relationship Id="rId8" Type="http://schemas.openxmlformats.org/officeDocument/2006/relationships/image" Target="../media/image9850.png"/><Relationship Id="rId98" Type="http://schemas.openxmlformats.org/officeDocument/2006/relationships/image" Target="../media/image10300.png"/><Relationship Id="rId121" Type="http://schemas.openxmlformats.org/officeDocument/2006/relationships/customXml" Target="../ink/ink1646.xml"/><Relationship Id="rId142" Type="http://schemas.openxmlformats.org/officeDocument/2006/relationships/image" Target="../media/image10520.png"/><Relationship Id="rId163" Type="http://schemas.openxmlformats.org/officeDocument/2006/relationships/customXml" Target="../ink/ink1667.xml"/><Relationship Id="rId184" Type="http://schemas.openxmlformats.org/officeDocument/2006/relationships/image" Target="../media/image10730.png"/><Relationship Id="rId219" Type="http://schemas.openxmlformats.org/officeDocument/2006/relationships/customXml" Target="../ink/ink1695.xml"/><Relationship Id="rId230" Type="http://schemas.openxmlformats.org/officeDocument/2006/relationships/image" Target="../media/image10960.png"/><Relationship Id="rId251" Type="http://schemas.openxmlformats.org/officeDocument/2006/relationships/customXml" Target="../ink/ink1711.xml"/><Relationship Id="rId25" Type="http://schemas.openxmlformats.org/officeDocument/2006/relationships/customXml" Target="../ink/ink1598.xml"/><Relationship Id="rId46" Type="http://schemas.openxmlformats.org/officeDocument/2006/relationships/image" Target="../media/image10040.png"/><Relationship Id="rId67" Type="http://schemas.openxmlformats.org/officeDocument/2006/relationships/customXml" Target="../ink/ink1619.xml"/><Relationship Id="rId272" Type="http://schemas.openxmlformats.org/officeDocument/2006/relationships/image" Target="../media/image11170.png"/><Relationship Id="rId293" Type="http://schemas.openxmlformats.org/officeDocument/2006/relationships/customXml" Target="../ink/ink1732.xml"/><Relationship Id="rId307" Type="http://schemas.openxmlformats.org/officeDocument/2006/relationships/customXml" Target="../ink/ink1739.xml"/><Relationship Id="rId88" Type="http://schemas.openxmlformats.org/officeDocument/2006/relationships/image" Target="../media/image10250.png"/><Relationship Id="rId111" Type="http://schemas.openxmlformats.org/officeDocument/2006/relationships/customXml" Target="../ink/ink1641.xml"/><Relationship Id="rId132" Type="http://schemas.openxmlformats.org/officeDocument/2006/relationships/image" Target="../media/image10470.png"/><Relationship Id="rId153" Type="http://schemas.openxmlformats.org/officeDocument/2006/relationships/customXml" Target="../ink/ink1662.xml"/><Relationship Id="rId174" Type="http://schemas.openxmlformats.org/officeDocument/2006/relationships/image" Target="../media/image10680.png"/><Relationship Id="rId195" Type="http://schemas.openxmlformats.org/officeDocument/2006/relationships/customXml" Target="../ink/ink1683.xml"/><Relationship Id="rId209" Type="http://schemas.openxmlformats.org/officeDocument/2006/relationships/customXml" Target="../ink/ink1690.xml"/><Relationship Id="rId220" Type="http://schemas.openxmlformats.org/officeDocument/2006/relationships/image" Target="../media/image10910.png"/><Relationship Id="rId241" Type="http://schemas.openxmlformats.org/officeDocument/2006/relationships/customXml" Target="../ink/ink1706.xml"/><Relationship Id="rId15" Type="http://schemas.openxmlformats.org/officeDocument/2006/relationships/customXml" Target="../ink/ink1593.xml"/><Relationship Id="rId36" Type="http://schemas.openxmlformats.org/officeDocument/2006/relationships/image" Target="../media/image9990.png"/><Relationship Id="rId57" Type="http://schemas.openxmlformats.org/officeDocument/2006/relationships/customXml" Target="../ink/ink1614.xml"/><Relationship Id="rId262" Type="http://schemas.openxmlformats.org/officeDocument/2006/relationships/image" Target="../media/image11120.png"/><Relationship Id="rId283" Type="http://schemas.openxmlformats.org/officeDocument/2006/relationships/customXml" Target="../ink/ink1727.xml"/><Relationship Id="rId78" Type="http://schemas.openxmlformats.org/officeDocument/2006/relationships/image" Target="../media/image10200.png"/><Relationship Id="rId99" Type="http://schemas.openxmlformats.org/officeDocument/2006/relationships/customXml" Target="../ink/ink1635.xml"/><Relationship Id="rId101" Type="http://schemas.openxmlformats.org/officeDocument/2006/relationships/customXml" Target="../ink/ink1636.xml"/><Relationship Id="rId122" Type="http://schemas.openxmlformats.org/officeDocument/2006/relationships/image" Target="../media/image10420.png"/><Relationship Id="rId143" Type="http://schemas.openxmlformats.org/officeDocument/2006/relationships/customXml" Target="../ink/ink1657.xml"/><Relationship Id="rId164" Type="http://schemas.openxmlformats.org/officeDocument/2006/relationships/image" Target="../media/image10630.png"/><Relationship Id="rId185" Type="http://schemas.openxmlformats.org/officeDocument/2006/relationships/customXml" Target="../ink/ink1678.xml"/><Relationship Id="rId9" Type="http://schemas.openxmlformats.org/officeDocument/2006/relationships/customXml" Target="../ink/ink1590.xml"/><Relationship Id="rId210" Type="http://schemas.openxmlformats.org/officeDocument/2006/relationships/image" Target="../media/image10860.png"/><Relationship Id="rId26" Type="http://schemas.openxmlformats.org/officeDocument/2006/relationships/image" Target="../media/image9940.png"/><Relationship Id="rId231" Type="http://schemas.openxmlformats.org/officeDocument/2006/relationships/customXml" Target="../ink/ink1701.xml"/><Relationship Id="rId252" Type="http://schemas.openxmlformats.org/officeDocument/2006/relationships/image" Target="../media/image11070.png"/><Relationship Id="rId273" Type="http://schemas.openxmlformats.org/officeDocument/2006/relationships/customXml" Target="../ink/ink1722.xml"/><Relationship Id="rId294" Type="http://schemas.openxmlformats.org/officeDocument/2006/relationships/image" Target="../media/image11280.png"/><Relationship Id="rId308" Type="http://schemas.openxmlformats.org/officeDocument/2006/relationships/image" Target="../media/image11350.png"/><Relationship Id="rId47" Type="http://schemas.openxmlformats.org/officeDocument/2006/relationships/customXml" Target="../ink/ink1609.xml"/><Relationship Id="rId68" Type="http://schemas.openxmlformats.org/officeDocument/2006/relationships/image" Target="../media/image10150.png"/><Relationship Id="rId89" Type="http://schemas.openxmlformats.org/officeDocument/2006/relationships/customXml" Target="../ink/ink1630.xml"/><Relationship Id="rId112" Type="http://schemas.openxmlformats.org/officeDocument/2006/relationships/image" Target="../media/image10370.png"/><Relationship Id="rId133" Type="http://schemas.openxmlformats.org/officeDocument/2006/relationships/customXml" Target="../ink/ink1652.xml"/><Relationship Id="rId154" Type="http://schemas.openxmlformats.org/officeDocument/2006/relationships/image" Target="../media/image10580.png"/><Relationship Id="rId175" Type="http://schemas.openxmlformats.org/officeDocument/2006/relationships/customXml" Target="../ink/ink1673.xml"/><Relationship Id="rId196" Type="http://schemas.openxmlformats.org/officeDocument/2006/relationships/image" Target="../media/image10790.png"/><Relationship Id="rId200" Type="http://schemas.openxmlformats.org/officeDocument/2006/relationships/image" Target="../media/image10810.png"/><Relationship Id="rId16" Type="http://schemas.openxmlformats.org/officeDocument/2006/relationships/image" Target="../media/image9890.png"/><Relationship Id="rId221" Type="http://schemas.openxmlformats.org/officeDocument/2006/relationships/customXml" Target="../ink/ink1696.xml"/><Relationship Id="rId242" Type="http://schemas.openxmlformats.org/officeDocument/2006/relationships/image" Target="../media/image11020.png"/><Relationship Id="rId263" Type="http://schemas.openxmlformats.org/officeDocument/2006/relationships/customXml" Target="../ink/ink1717.xml"/><Relationship Id="rId284" Type="http://schemas.openxmlformats.org/officeDocument/2006/relationships/image" Target="../media/image11230.png"/><Relationship Id="rId37" Type="http://schemas.openxmlformats.org/officeDocument/2006/relationships/customXml" Target="../ink/ink1604.xml"/><Relationship Id="rId58" Type="http://schemas.openxmlformats.org/officeDocument/2006/relationships/image" Target="../media/image10101.png"/><Relationship Id="rId79" Type="http://schemas.openxmlformats.org/officeDocument/2006/relationships/customXml" Target="../ink/ink1625.xml"/><Relationship Id="rId102" Type="http://schemas.openxmlformats.org/officeDocument/2006/relationships/image" Target="../media/image10320.png"/><Relationship Id="rId123" Type="http://schemas.openxmlformats.org/officeDocument/2006/relationships/customXml" Target="../ink/ink1647.xml"/><Relationship Id="rId144" Type="http://schemas.openxmlformats.org/officeDocument/2006/relationships/image" Target="../media/image10530.png"/><Relationship Id="rId90" Type="http://schemas.openxmlformats.org/officeDocument/2006/relationships/image" Target="../media/image10260.png"/><Relationship Id="rId165" Type="http://schemas.openxmlformats.org/officeDocument/2006/relationships/customXml" Target="../ink/ink1668.xml"/><Relationship Id="rId186" Type="http://schemas.openxmlformats.org/officeDocument/2006/relationships/image" Target="../media/image10740.png"/><Relationship Id="rId211" Type="http://schemas.openxmlformats.org/officeDocument/2006/relationships/customXml" Target="../ink/ink1691.xml"/><Relationship Id="rId232" Type="http://schemas.openxmlformats.org/officeDocument/2006/relationships/image" Target="../media/image10970.png"/><Relationship Id="rId253" Type="http://schemas.openxmlformats.org/officeDocument/2006/relationships/customXml" Target="../ink/ink1712.xml"/><Relationship Id="rId274" Type="http://schemas.openxmlformats.org/officeDocument/2006/relationships/image" Target="../media/image11180.png"/><Relationship Id="rId295" Type="http://schemas.openxmlformats.org/officeDocument/2006/relationships/customXml" Target="../ink/ink1733.xml"/><Relationship Id="rId309" Type="http://schemas.openxmlformats.org/officeDocument/2006/relationships/customXml" Target="../ink/ink1740.xml"/><Relationship Id="rId27" Type="http://schemas.openxmlformats.org/officeDocument/2006/relationships/customXml" Target="../ink/ink1599.xml"/><Relationship Id="rId48" Type="http://schemas.openxmlformats.org/officeDocument/2006/relationships/image" Target="../media/image10050.png"/><Relationship Id="rId69" Type="http://schemas.openxmlformats.org/officeDocument/2006/relationships/customXml" Target="../ink/ink1620.xml"/><Relationship Id="rId113" Type="http://schemas.openxmlformats.org/officeDocument/2006/relationships/customXml" Target="../ink/ink1642.xml"/><Relationship Id="rId134" Type="http://schemas.openxmlformats.org/officeDocument/2006/relationships/image" Target="../media/image10480.png"/><Relationship Id="rId80" Type="http://schemas.openxmlformats.org/officeDocument/2006/relationships/image" Target="../media/image10210.png"/><Relationship Id="rId155" Type="http://schemas.openxmlformats.org/officeDocument/2006/relationships/customXml" Target="../ink/ink1663.xml"/><Relationship Id="rId176" Type="http://schemas.openxmlformats.org/officeDocument/2006/relationships/image" Target="../media/image10690.png"/><Relationship Id="rId197" Type="http://schemas.openxmlformats.org/officeDocument/2006/relationships/customXml" Target="../ink/ink1684.xml"/><Relationship Id="rId201" Type="http://schemas.openxmlformats.org/officeDocument/2006/relationships/customXml" Target="../ink/ink1686.xml"/><Relationship Id="rId222" Type="http://schemas.openxmlformats.org/officeDocument/2006/relationships/image" Target="../media/image10920.png"/><Relationship Id="rId243" Type="http://schemas.openxmlformats.org/officeDocument/2006/relationships/customXml" Target="../ink/ink1707.xml"/><Relationship Id="rId264" Type="http://schemas.openxmlformats.org/officeDocument/2006/relationships/image" Target="../media/image11130.png"/><Relationship Id="rId285" Type="http://schemas.openxmlformats.org/officeDocument/2006/relationships/customXml" Target="../ink/ink1728.xml"/><Relationship Id="rId17" Type="http://schemas.openxmlformats.org/officeDocument/2006/relationships/customXml" Target="../ink/ink1594.xml"/><Relationship Id="rId38" Type="http://schemas.openxmlformats.org/officeDocument/2006/relationships/image" Target="../media/image10000.png"/><Relationship Id="rId59" Type="http://schemas.openxmlformats.org/officeDocument/2006/relationships/customXml" Target="../ink/ink1615.xml"/><Relationship Id="rId103" Type="http://schemas.openxmlformats.org/officeDocument/2006/relationships/customXml" Target="../ink/ink1637.xml"/><Relationship Id="rId124" Type="http://schemas.openxmlformats.org/officeDocument/2006/relationships/image" Target="../media/image10430.png"/><Relationship Id="rId310" Type="http://schemas.openxmlformats.org/officeDocument/2006/relationships/image" Target="../media/image11360.png"/><Relationship Id="rId70" Type="http://schemas.openxmlformats.org/officeDocument/2006/relationships/image" Target="../media/image10160.png"/><Relationship Id="rId91" Type="http://schemas.openxmlformats.org/officeDocument/2006/relationships/customXml" Target="../ink/ink1631.xml"/><Relationship Id="rId145" Type="http://schemas.openxmlformats.org/officeDocument/2006/relationships/customXml" Target="../ink/ink1658.xml"/><Relationship Id="rId166" Type="http://schemas.openxmlformats.org/officeDocument/2006/relationships/image" Target="../media/image10640.png"/><Relationship Id="rId187" Type="http://schemas.openxmlformats.org/officeDocument/2006/relationships/customXml" Target="../ink/ink1679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10870.png"/><Relationship Id="rId233" Type="http://schemas.openxmlformats.org/officeDocument/2006/relationships/customXml" Target="../ink/ink1702.xml"/><Relationship Id="rId254" Type="http://schemas.openxmlformats.org/officeDocument/2006/relationships/image" Target="../media/image11080.png"/><Relationship Id="rId28" Type="http://schemas.openxmlformats.org/officeDocument/2006/relationships/image" Target="../media/image9950.png"/><Relationship Id="rId49" Type="http://schemas.openxmlformats.org/officeDocument/2006/relationships/customXml" Target="../ink/ink1610.xml"/><Relationship Id="rId114" Type="http://schemas.openxmlformats.org/officeDocument/2006/relationships/image" Target="../media/image10380.png"/><Relationship Id="rId275" Type="http://schemas.openxmlformats.org/officeDocument/2006/relationships/customXml" Target="../ink/ink1723.xml"/><Relationship Id="rId296" Type="http://schemas.openxmlformats.org/officeDocument/2006/relationships/image" Target="../media/image11290.png"/><Relationship Id="rId300" Type="http://schemas.openxmlformats.org/officeDocument/2006/relationships/image" Target="../media/image11310.png"/><Relationship Id="rId60" Type="http://schemas.openxmlformats.org/officeDocument/2006/relationships/image" Target="../media/image10110.png"/><Relationship Id="rId81" Type="http://schemas.openxmlformats.org/officeDocument/2006/relationships/customXml" Target="../ink/ink1626.xml"/><Relationship Id="rId135" Type="http://schemas.openxmlformats.org/officeDocument/2006/relationships/customXml" Target="../ink/ink1653.xml"/><Relationship Id="rId156" Type="http://schemas.openxmlformats.org/officeDocument/2006/relationships/image" Target="../media/image10590.png"/><Relationship Id="rId177" Type="http://schemas.openxmlformats.org/officeDocument/2006/relationships/customXml" Target="../ink/ink1674.xml"/><Relationship Id="rId198" Type="http://schemas.openxmlformats.org/officeDocument/2006/relationships/image" Target="../media/image10800.png"/><Relationship Id="rId202" Type="http://schemas.openxmlformats.org/officeDocument/2006/relationships/image" Target="../media/image10820.png"/><Relationship Id="rId223" Type="http://schemas.openxmlformats.org/officeDocument/2006/relationships/customXml" Target="../ink/ink1697.xml"/><Relationship Id="rId244" Type="http://schemas.openxmlformats.org/officeDocument/2006/relationships/image" Target="../media/image11030.png"/><Relationship Id="rId18" Type="http://schemas.openxmlformats.org/officeDocument/2006/relationships/image" Target="../media/image9900.png"/><Relationship Id="rId39" Type="http://schemas.openxmlformats.org/officeDocument/2006/relationships/customXml" Target="../ink/ink1605.xml"/><Relationship Id="rId265" Type="http://schemas.openxmlformats.org/officeDocument/2006/relationships/customXml" Target="../ink/ink1718.xml"/><Relationship Id="rId286" Type="http://schemas.openxmlformats.org/officeDocument/2006/relationships/image" Target="../media/image11240.png"/><Relationship Id="rId50" Type="http://schemas.openxmlformats.org/officeDocument/2006/relationships/image" Target="../media/image10060.png"/><Relationship Id="rId104" Type="http://schemas.openxmlformats.org/officeDocument/2006/relationships/image" Target="../media/image10330.png"/><Relationship Id="rId125" Type="http://schemas.openxmlformats.org/officeDocument/2006/relationships/customXml" Target="../ink/ink1648.xml"/><Relationship Id="rId146" Type="http://schemas.openxmlformats.org/officeDocument/2006/relationships/image" Target="../media/image10540.png"/><Relationship Id="rId167" Type="http://schemas.openxmlformats.org/officeDocument/2006/relationships/customXml" Target="../ink/ink1669.xml"/><Relationship Id="rId188" Type="http://schemas.openxmlformats.org/officeDocument/2006/relationships/image" Target="../media/image10750.png"/><Relationship Id="rId311" Type="http://schemas.openxmlformats.org/officeDocument/2006/relationships/customXml" Target="../ink/ink1741.xml"/><Relationship Id="rId71" Type="http://schemas.openxmlformats.org/officeDocument/2006/relationships/customXml" Target="../ink/ink1621.xml"/><Relationship Id="rId92" Type="http://schemas.openxmlformats.org/officeDocument/2006/relationships/image" Target="../media/image10270.png"/><Relationship Id="rId213" Type="http://schemas.openxmlformats.org/officeDocument/2006/relationships/customXml" Target="../ink/ink1692.xml"/><Relationship Id="rId234" Type="http://schemas.openxmlformats.org/officeDocument/2006/relationships/image" Target="../media/image10980.png"/><Relationship Id="rId2" Type="http://schemas.openxmlformats.org/officeDocument/2006/relationships/image" Target="../media/image992.jpg"/><Relationship Id="rId29" Type="http://schemas.openxmlformats.org/officeDocument/2006/relationships/customXml" Target="../ink/ink1600.xml"/><Relationship Id="rId255" Type="http://schemas.openxmlformats.org/officeDocument/2006/relationships/customXml" Target="../ink/ink1713.xml"/><Relationship Id="rId276" Type="http://schemas.openxmlformats.org/officeDocument/2006/relationships/image" Target="../media/image11190.png"/><Relationship Id="rId297" Type="http://schemas.openxmlformats.org/officeDocument/2006/relationships/customXml" Target="../ink/ink1734.xml"/><Relationship Id="rId40" Type="http://schemas.openxmlformats.org/officeDocument/2006/relationships/image" Target="../media/image10010.png"/><Relationship Id="rId115" Type="http://schemas.openxmlformats.org/officeDocument/2006/relationships/customXml" Target="../ink/ink1643.xml"/><Relationship Id="rId136" Type="http://schemas.openxmlformats.org/officeDocument/2006/relationships/image" Target="../media/image10490.png"/><Relationship Id="rId157" Type="http://schemas.openxmlformats.org/officeDocument/2006/relationships/customXml" Target="../ink/ink1664.xml"/><Relationship Id="rId178" Type="http://schemas.openxmlformats.org/officeDocument/2006/relationships/image" Target="../media/image10700.png"/><Relationship Id="rId301" Type="http://schemas.openxmlformats.org/officeDocument/2006/relationships/customXml" Target="../ink/ink1736.xml"/><Relationship Id="rId61" Type="http://schemas.openxmlformats.org/officeDocument/2006/relationships/customXml" Target="../ink/ink1616.xml"/><Relationship Id="rId82" Type="http://schemas.openxmlformats.org/officeDocument/2006/relationships/image" Target="../media/image10220.png"/><Relationship Id="rId199" Type="http://schemas.openxmlformats.org/officeDocument/2006/relationships/customXml" Target="../ink/ink1685.xml"/><Relationship Id="rId203" Type="http://schemas.openxmlformats.org/officeDocument/2006/relationships/customXml" Target="../ink/ink1687.xml"/><Relationship Id="rId19" Type="http://schemas.openxmlformats.org/officeDocument/2006/relationships/customXml" Target="../ink/ink1595.xml"/><Relationship Id="rId224" Type="http://schemas.openxmlformats.org/officeDocument/2006/relationships/image" Target="../media/image10930.png"/><Relationship Id="rId245" Type="http://schemas.openxmlformats.org/officeDocument/2006/relationships/customXml" Target="../ink/ink1708.xml"/><Relationship Id="rId266" Type="http://schemas.openxmlformats.org/officeDocument/2006/relationships/image" Target="../media/image11140.png"/><Relationship Id="rId287" Type="http://schemas.openxmlformats.org/officeDocument/2006/relationships/customXml" Target="../ink/ink1729.xml"/><Relationship Id="rId30" Type="http://schemas.openxmlformats.org/officeDocument/2006/relationships/image" Target="../media/image9960.png"/><Relationship Id="rId105" Type="http://schemas.openxmlformats.org/officeDocument/2006/relationships/customXml" Target="../ink/ink1638.xml"/><Relationship Id="rId126" Type="http://schemas.openxmlformats.org/officeDocument/2006/relationships/image" Target="../media/image10440.png"/><Relationship Id="rId147" Type="http://schemas.openxmlformats.org/officeDocument/2006/relationships/customXml" Target="../ink/ink1659.xml"/><Relationship Id="rId168" Type="http://schemas.openxmlformats.org/officeDocument/2006/relationships/image" Target="../media/image10650.png"/><Relationship Id="rId312" Type="http://schemas.openxmlformats.org/officeDocument/2006/relationships/image" Target="../media/image11370.png"/><Relationship Id="rId51" Type="http://schemas.openxmlformats.org/officeDocument/2006/relationships/customXml" Target="../ink/ink1611.xml"/><Relationship Id="rId72" Type="http://schemas.openxmlformats.org/officeDocument/2006/relationships/image" Target="../media/image10170.png"/><Relationship Id="rId93" Type="http://schemas.openxmlformats.org/officeDocument/2006/relationships/customXml" Target="../ink/ink1632.xml"/><Relationship Id="rId189" Type="http://schemas.openxmlformats.org/officeDocument/2006/relationships/customXml" Target="../ink/ink1680.xml"/><Relationship Id="rId3" Type="http://schemas.openxmlformats.org/officeDocument/2006/relationships/customXml" Target="../ink/ink1587.xml"/><Relationship Id="rId214" Type="http://schemas.openxmlformats.org/officeDocument/2006/relationships/image" Target="../media/image10880.png"/><Relationship Id="rId235" Type="http://schemas.openxmlformats.org/officeDocument/2006/relationships/customXml" Target="../ink/ink1703.xml"/><Relationship Id="rId256" Type="http://schemas.openxmlformats.org/officeDocument/2006/relationships/image" Target="../media/image11090.png"/><Relationship Id="rId277" Type="http://schemas.openxmlformats.org/officeDocument/2006/relationships/customXml" Target="../ink/ink1724.xml"/><Relationship Id="rId298" Type="http://schemas.openxmlformats.org/officeDocument/2006/relationships/image" Target="../media/image11300.png"/><Relationship Id="rId116" Type="http://schemas.openxmlformats.org/officeDocument/2006/relationships/image" Target="../media/image10390.png"/><Relationship Id="rId137" Type="http://schemas.openxmlformats.org/officeDocument/2006/relationships/customXml" Target="../ink/ink1654.xml"/><Relationship Id="rId158" Type="http://schemas.openxmlformats.org/officeDocument/2006/relationships/image" Target="../media/image10600.png"/><Relationship Id="rId302" Type="http://schemas.openxmlformats.org/officeDocument/2006/relationships/image" Target="../media/image11320.png"/><Relationship Id="rId20" Type="http://schemas.openxmlformats.org/officeDocument/2006/relationships/image" Target="../media/image9910.png"/><Relationship Id="rId41" Type="http://schemas.openxmlformats.org/officeDocument/2006/relationships/customXml" Target="../ink/ink1606.xml"/><Relationship Id="rId62" Type="http://schemas.openxmlformats.org/officeDocument/2006/relationships/image" Target="../media/image10120.png"/><Relationship Id="rId83" Type="http://schemas.openxmlformats.org/officeDocument/2006/relationships/customXml" Target="../ink/ink1627.xml"/><Relationship Id="rId179" Type="http://schemas.openxmlformats.org/officeDocument/2006/relationships/customXml" Target="../ink/ink1675.xml"/><Relationship Id="rId190" Type="http://schemas.openxmlformats.org/officeDocument/2006/relationships/image" Target="../media/image10760.png"/><Relationship Id="rId204" Type="http://schemas.openxmlformats.org/officeDocument/2006/relationships/image" Target="../media/image10830.png"/><Relationship Id="rId225" Type="http://schemas.openxmlformats.org/officeDocument/2006/relationships/customXml" Target="../ink/ink1698.xml"/><Relationship Id="rId246" Type="http://schemas.openxmlformats.org/officeDocument/2006/relationships/image" Target="../media/image11040.png"/><Relationship Id="rId267" Type="http://schemas.openxmlformats.org/officeDocument/2006/relationships/customXml" Target="../ink/ink1719.xml"/><Relationship Id="rId288" Type="http://schemas.openxmlformats.org/officeDocument/2006/relationships/image" Target="../media/image11250.png"/><Relationship Id="rId106" Type="http://schemas.openxmlformats.org/officeDocument/2006/relationships/image" Target="../media/image10340.png"/><Relationship Id="rId127" Type="http://schemas.openxmlformats.org/officeDocument/2006/relationships/customXml" Target="../ink/ink1649.xml"/><Relationship Id="rId313" Type="http://schemas.openxmlformats.org/officeDocument/2006/relationships/customXml" Target="../ink/ink1742.xml"/><Relationship Id="rId10" Type="http://schemas.openxmlformats.org/officeDocument/2006/relationships/image" Target="../media/image9860.png"/><Relationship Id="rId31" Type="http://schemas.openxmlformats.org/officeDocument/2006/relationships/customXml" Target="../ink/ink1601.xml"/><Relationship Id="rId52" Type="http://schemas.openxmlformats.org/officeDocument/2006/relationships/image" Target="../media/image10070.png"/><Relationship Id="rId73" Type="http://schemas.openxmlformats.org/officeDocument/2006/relationships/customXml" Target="../ink/ink1622.xml"/><Relationship Id="rId94" Type="http://schemas.openxmlformats.org/officeDocument/2006/relationships/image" Target="../media/image10280.png"/><Relationship Id="rId148" Type="http://schemas.openxmlformats.org/officeDocument/2006/relationships/image" Target="../media/image10550.png"/><Relationship Id="rId169" Type="http://schemas.openxmlformats.org/officeDocument/2006/relationships/customXml" Target="../ink/ink1670.xml"/><Relationship Id="rId4" Type="http://schemas.openxmlformats.org/officeDocument/2006/relationships/image" Target="../media/image9830.png"/><Relationship Id="rId180" Type="http://schemas.openxmlformats.org/officeDocument/2006/relationships/image" Target="../media/image10710.png"/><Relationship Id="rId215" Type="http://schemas.openxmlformats.org/officeDocument/2006/relationships/customXml" Target="../ink/ink1693.xml"/><Relationship Id="rId236" Type="http://schemas.openxmlformats.org/officeDocument/2006/relationships/image" Target="../media/image10990.png"/><Relationship Id="rId257" Type="http://schemas.openxmlformats.org/officeDocument/2006/relationships/customXml" Target="../ink/ink1714.xml"/><Relationship Id="rId278" Type="http://schemas.openxmlformats.org/officeDocument/2006/relationships/image" Target="../media/image11200.png"/><Relationship Id="rId303" Type="http://schemas.openxmlformats.org/officeDocument/2006/relationships/customXml" Target="../ink/ink1737.xml"/><Relationship Id="rId42" Type="http://schemas.openxmlformats.org/officeDocument/2006/relationships/image" Target="../media/image10020.png"/><Relationship Id="rId84" Type="http://schemas.openxmlformats.org/officeDocument/2006/relationships/image" Target="../media/image10230.png"/><Relationship Id="rId138" Type="http://schemas.openxmlformats.org/officeDocument/2006/relationships/image" Target="../media/image10500.png"/><Relationship Id="rId191" Type="http://schemas.openxmlformats.org/officeDocument/2006/relationships/customXml" Target="../ink/ink1681.xml"/><Relationship Id="rId205" Type="http://schemas.openxmlformats.org/officeDocument/2006/relationships/customXml" Target="../ink/ink1688.xml"/><Relationship Id="rId247" Type="http://schemas.openxmlformats.org/officeDocument/2006/relationships/customXml" Target="../ink/ink1709.xml"/><Relationship Id="rId107" Type="http://schemas.openxmlformats.org/officeDocument/2006/relationships/customXml" Target="../ink/ink1639.xml"/><Relationship Id="rId289" Type="http://schemas.openxmlformats.org/officeDocument/2006/relationships/customXml" Target="../ink/ink1730.xml"/><Relationship Id="rId11" Type="http://schemas.openxmlformats.org/officeDocument/2006/relationships/customXml" Target="../ink/ink1591.xml"/><Relationship Id="rId53" Type="http://schemas.openxmlformats.org/officeDocument/2006/relationships/customXml" Target="../ink/ink1612.xml"/><Relationship Id="rId149" Type="http://schemas.openxmlformats.org/officeDocument/2006/relationships/customXml" Target="../ink/ink1660.xml"/><Relationship Id="rId314" Type="http://schemas.openxmlformats.org/officeDocument/2006/relationships/image" Target="../media/image11380.png"/><Relationship Id="rId95" Type="http://schemas.openxmlformats.org/officeDocument/2006/relationships/customXml" Target="../ink/ink1633.xml"/><Relationship Id="rId160" Type="http://schemas.openxmlformats.org/officeDocument/2006/relationships/image" Target="../media/image10610.png"/><Relationship Id="rId216" Type="http://schemas.openxmlformats.org/officeDocument/2006/relationships/image" Target="../media/image10890.png"/><Relationship Id="rId258" Type="http://schemas.openxmlformats.org/officeDocument/2006/relationships/image" Target="../media/image11101.png"/><Relationship Id="rId22" Type="http://schemas.openxmlformats.org/officeDocument/2006/relationships/image" Target="../media/image992.png"/><Relationship Id="rId64" Type="http://schemas.openxmlformats.org/officeDocument/2006/relationships/image" Target="../media/image10130.png"/><Relationship Id="rId118" Type="http://schemas.openxmlformats.org/officeDocument/2006/relationships/image" Target="../media/image10400.png"/><Relationship Id="rId171" Type="http://schemas.openxmlformats.org/officeDocument/2006/relationships/customXml" Target="../ink/ink1671.xml"/><Relationship Id="rId227" Type="http://schemas.openxmlformats.org/officeDocument/2006/relationships/customXml" Target="../ink/ink1699.xml"/><Relationship Id="rId269" Type="http://schemas.openxmlformats.org/officeDocument/2006/relationships/customXml" Target="../ink/ink1720.xml"/><Relationship Id="rId33" Type="http://schemas.openxmlformats.org/officeDocument/2006/relationships/customXml" Target="../ink/ink1602.xml"/><Relationship Id="rId129" Type="http://schemas.openxmlformats.org/officeDocument/2006/relationships/customXml" Target="../ink/ink1650.xml"/><Relationship Id="rId280" Type="http://schemas.openxmlformats.org/officeDocument/2006/relationships/image" Target="../media/image11210.png"/><Relationship Id="rId75" Type="http://schemas.openxmlformats.org/officeDocument/2006/relationships/customXml" Target="../ink/ink1623.xml"/><Relationship Id="rId140" Type="http://schemas.openxmlformats.org/officeDocument/2006/relationships/image" Target="../media/image10510.png"/><Relationship Id="rId182" Type="http://schemas.openxmlformats.org/officeDocument/2006/relationships/image" Target="../media/image10720.png"/><Relationship Id="rId6" Type="http://schemas.openxmlformats.org/officeDocument/2006/relationships/image" Target="../media/image9840.png"/><Relationship Id="rId238" Type="http://schemas.openxmlformats.org/officeDocument/2006/relationships/image" Target="../media/image11000.png"/><Relationship Id="rId291" Type="http://schemas.openxmlformats.org/officeDocument/2006/relationships/customXml" Target="../ink/ink1731.xml"/><Relationship Id="rId305" Type="http://schemas.openxmlformats.org/officeDocument/2006/relationships/customXml" Target="../ink/ink1738.xml"/><Relationship Id="rId44" Type="http://schemas.openxmlformats.org/officeDocument/2006/relationships/image" Target="../media/image10030.png"/><Relationship Id="rId86" Type="http://schemas.openxmlformats.org/officeDocument/2006/relationships/image" Target="../media/image10240.png"/><Relationship Id="rId151" Type="http://schemas.openxmlformats.org/officeDocument/2006/relationships/customXml" Target="../ink/ink1661.xml"/></Relationships>
</file>

<file path=ppt/slides/_rels/slide18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800.xml"/><Relationship Id="rId299" Type="http://schemas.openxmlformats.org/officeDocument/2006/relationships/customXml" Target="../ink/ink1891.xml"/><Relationship Id="rId21" Type="http://schemas.openxmlformats.org/officeDocument/2006/relationships/customXml" Target="../ink/ink1752.xml"/><Relationship Id="rId63" Type="http://schemas.openxmlformats.org/officeDocument/2006/relationships/customXml" Target="../ink/ink1773.xml"/><Relationship Id="rId159" Type="http://schemas.openxmlformats.org/officeDocument/2006/relationships/customXml" Target="../ink/ink1821.xml"/><Relationship Id="rId170" Type="http://schemas.openxmlformats.org/officeDocument/2006/relationships/image" Target="../media/image1222.png"/><Relationship Id="rId226" Type="http://schemas.openxmlformats.org/officeDocument/2006/relationships/image" Target="../media/image1250.png"/><Relationship Id="rId268" Type="http://schemas.openxmlformats.org/officeDocument/2006/relationships/image" Target="../media/image1271.png"/><Relationship Id="rId32" Type="http://schemas.openxmlformats.org/officeDocument/2006/relationships/image" Target="../media/image11530.png"/><Relationship Id="rId74" Type="http://schemas.openxmlformats.org/officeDocument/2006/relationships/image" Target="../media/image1174.png"/><Relationship Id="rId128" Type="http://schemas.openxmlformats.org/officeDocument/2006/relationships/image" Target="../media/image1201.png"/><Relationship Id="rId5" Type="http://schemas.openxmlformats.org/officeDocument/2006/relationships/customXml" Target="../ink/ink1744.xml"/><Relationship Id="rId181" Type="http://schemas.openxmlformats.org/officeDocument/2006/relationships/customXml" Target="../ink/ink1832.xml"/><Relationship Id="rId237" Type="http://schemas.openxmlformats.org/officeDocument/2006/relationships/customXml" Target="../ink/ink1860.xml"/><Relationship Id="rId279" Type="http://schemas.openxmlformats.org/officeDocument/2006/relationships/customXml" Target="../ink/ink1881.xml"/><Relationship Id="rId43" Type="http://schemas.openxmlformats.org/officeDocument/2006/relationships/customXml" Target="../ink/ink1763.xml"/><Relationship Id="rId139" Type="http://schemas.openxmlformats.org/officeDocument/2006/relationships/customXml" Target="../ink/ink1811.xml"/><Relationship Id="rId290" Type="http://schemas.openxmlformats.org/officeDocument/2006/relationships/image" Target="../media/image1282.png"/><Relationship Id="rId304" Type="http://schemas.openxmlformats.org/officeDocument/2006/relationships/image" Target="../media/image1289.png"/><Relationship Id="rId85" Type="http://schemas.openxmlformats.org/officeDocument/2006/relationships/customXml" Target="../ink/ink1784.xml"/><Relationship Id="rId150" Type="http://schemas.openxmlformats.org/officeDocument/2006/relationships/image" Target="../media/image1212.png"/><Relationship Id="rId192" Type="http://schemas.openxmlformats.org/officeDocument/2006/relationships/image" Target="../media/image1233.png"/><Relationship Id="rId206" Type="http://schemas.openxmlformats.org/officeDocument/2006/relationships/image" Target="../media/image1240.png"/><Relationship Id="rId248" Type="http://schemas.openxmlformats.org/officeDocument/2006/relationships/image" Target="../media/image1261.png"/><Relationship Id="rId12" Type="http://schemas.openxmlformats.org/officeDocument/2006/relationships/image" Target="../media/image11430.png"/><Relationship Id="rId108" Type="http://schemas.openxmlformats.org/officeDocument/2006/relationships/image" Target="../media/image1191.png"/><Relationship Id="rId54" Type="http://schemas.openxmlformats.org/officeDocument/2006/relationships/image" Target="../media/image11640.png"/><Relationship Id="rId96" Type="http://schemas.openxmlformats.org/officeDocument/2006/relationships/image" Target="../media/image1185.png"/><Relationship Id="rId161" Type="http://schemas.openxmlformats.org/officeDocument/2006/relationships/customXml" Target="../ink/ink1822.xml"/><Relationship Id="rId217" Type="http://schemas.openxmlformats.org/officeDocument/2006/relationships/customXml" Target="../ink/ink1850.xml"/><Relationship Id="rId259" Type="http://schemas.openxmlformats.org/officeDocument/2006/relationships/customXml" Target="../ink/ink1871.xml"/><Relationship Id="rId23" Type="http://schemas.openxmlformats.org/officeDocument/2006/relationships/customXml" Target="../ink/ink1753.xml"/><Relationship Id="rId119" Type="http://schemas.openxmlformats.org/officeDocument/2006/relationships/customXml" Target="../ink/ink1801.xml"/><Relationship Id="rId270" Type="http://schemas.openxmlformats.org/officeDocument/2006/relationships/image" Target="../media/image1272.png"/><Relationship Id="rId291" Type="http://schemas.openxmlformats.org/officeDocument/2006/relationships/customXml" Target="../ink/ink1887.xml"/><Relationship Id="rId305" Type="http://schemas.openxmlformats.org/officeDocument/2006/relationships/customXml" Target="../ink/ink1894.xml"/><Relationship Id="rId44" Type="http://schemas.openxmlformats.org/officeDocument/2006/relationships/image" Target="../media/image11590.png"/><Relationship Id="rId65" Type="http://schemas.openxmlformats.org/officeDocument/2006/relationships/customXml" Target="../ink/ink1774.xml"/><Relationship Id="rId86" Type="http://schemas.openxmlformats.org/officeDocument/2006/relationships/image" Target="../media/image1180.png"/><Relationship Id="rId130" Type="http://schemas.openxmlformats.org/officeDocument/2006/relationships/image" Target="../media/image1202.png"/><Relationship Id="rId151" Type="http://schemas.openxmlformats.org/officeDocument/2006/relationships/customXml" Target="../ink/ink1817.xml"/><Relationship Id="rId172" Type="http://schemas.openxmlformats.org/officeDocument/2006/relationships/image" Target="../media/image1223.png"/><Relationship Id="rId193" Type="http://schemas.openxmlformats.org/officeDocument/2006/relationships/customXml" Target="../ink/ink1838.xml"/><Relationship Id="rId207" Type="http://schemas.openxmlformats.org/officeDocument/2006/relationships/customXml" Target="../ink/ink1845.xml"/><Relationship Id="rId228" Type="http://schemas.openxmlformats.org/officeDocument/2006/relationships/image" Target="../media/image1251.png"/><Relationship Id="rId249" Type="http://schemas.openxmlformats.org/officeDocument/2006/relationships/customXml" Target="../ink/ink1866.xml"/><Relationship Id="rId13" Type="http://schemas.openxmlformats.org/officeDocument/2006/relationships/customXml" Target="../ink/ink1748.xml"/><Relationship Id="rId109" Type="http://schemas.openxmlformats.org/officeDocument/2006/relationships/customXml" Target="../ink/ink1796.xml"/><Relationship Id="rId260" Type="http://schemas.openxmlformats.org/officeDocument/2006/relationships/image" Target="../media/image1267.png"/><Relationship Id="rId281" Type="http://schemas.openxmlformats.org/officeDocument/2006/relationships/customXml" Target="../ink/ink1882.xml"/><Relationship Id="rId34" Type="http://schemas.openxmlformats.org/officeDocument/2006/relationships/image" Target="../media/image11540.png"/><Relationship Id="rId55" Type="http://schemas.openxmlformats.org/officeDocument/2006/relationships/customXml" Target="../ink/ink1769.xml"/><Relationship Id="rId76" Type="http://schemas.openxmlformats.org/officeDocument/2006/relationships/image" Target="../media/image1175.png"/><Relationship Id="rId97" Type="http://schemas.openxmlformats.org/officeDocument/2006/relationships/customXml" Target="../ink/ink1790.xml"/><Relationship Id="rId120" Type="http://schemas.openxmlformats.org/officeDocument/2006/relationships/image" Target="../media/image1197.png"/><Relationship Id="rId141" Type="http://schemas.openxmlformats.org/officeDocument/2006/relationships/customXml" Target="../ink/ink1812.xml"/><Relationship Id="rId7" Type="http://schemas.openxmlformats.org/officeDocument/2006/relationships/customXml" Target="../ink/ink1745.xml"/><Relationship Id="rId162" Type="http://schemas.openxmlformats.org/officeDocument/2006/relationships/image" Target="../media/image1218.png"/><Relationship Id="rId183" Type="http://schemas.openxmlformats.org/officeDocument/2006/relationships/customXml" Target="../ink/ink1833.xml"/><Relationship Id="rId218" Type="http://schemas.openxmlformats.org/officeDocument/2006/relationships/image" Target="../media/image1246.png"/><Relationship Id="rId239" Type="http://schemas.openxmlformats.org/officeDocument/2006/relationships/customXml" Target="../ink/ink1861.xml"/><Relationship Id="rId250" Type="http://schemas.openxmlformats.org/officeDocument/2006/relationships/image" Target="../media/image1262.png"/><Relationship Id="rId271" Type="http://schemas.openxmlformats.org/officeDocument/2006/relationships/customXml" Target="../ink/ink1877.xml"/><Relationship Id="rId292" Type="http://schemas.openxmlformats.org/officeDocument/2006/relationships/image" Target="../media/image1283.png"/><Relationship Id="rId306" Type="http://schemas.openxmlformats.org/officeDocument/2006/relationships/image" Target="../media/image1290.png"/><Relationship Id="rId24" Type="http://schemas.openxmlformats.org/officeDocument/2006/relationships/image" Target="../media/image11490.png"/><Relationship Id="rId45" Type="http://schemas.openxmlformats.org/officeDocument/2006/relationships/customXml" Target="../ink/ink1764.xml"/><Relationship Id="rId66" Type="http://schemas.openxmlformats.org/officeDocument/2006/relationships/image" Target="../media/image11700.png"/><Relationship Id="rId87" Type="http://schemas.openxmlformats.org/officeDocument/2006/relationships/customXml" Target="../ink/ink1785.xml"/><Relationship Id="rId110" Type="http://schemas.openxmlformats.org/officeDocument/2006/relationships/image" Target="../media/image1192.png"/><Relationship Id="rId131" Type="http://schemas.openxmlformats.org/officeDocument/2006/relationships/customXml" Target="../ink/ink1807.xml"/><Relationship Id="rId152" Type="http://schemas.openxmlformats.org/officeDocument/2006/relationships/image" Target="../media/image1213.png"/><Relationship Id="rId173" Type="http://schemas.openxmlformats.org/officeDocument/2006/relationships/customXml" Target="../ink/ink1828.xml"/><Relationship Id="rId194" Type="http://schemas.openxmlformats.org/officeDocument/2006/relationships/image" Target="../media/image1234.png"/><Relationship Id="rId208" Type="http://schemas.openxmlformats.org/officeDocument/2006/relationships/image" Target="../media/image1241.png"/><Relationship Id="rId229" Type="http://schemas.openxmlformats.org/officeDocument/2006/relationships/customXml" Target="../ink/ink1856.xml"/><Relationship Id="rId240" Type="http://schemas.openxmlformats.org/officeDocument/2006/relationships/image" Target="../media/image1257.png"/><Relationship Id="rId261" Type="http://schemas.openxmlformats.org/officeDocument/2006/relationships/customXml" Target="../ink/ink1872.xml"/><Relationship Id="rId14" Type="http://schemas.openxmlformats.org/officeDocument/2006/relationships/image" Target="../media/image11440.png"/><Relationship Id="rId35" Type="http://schemas.openxmlformats.org/officeDocument/2006/relationships/customXml" Target="../ink/ink1759.xml"/><Relationship Id="rId56" Type="http://schemas.openxmlformats.org/officeDocument/2006/relationships/image" Target="../media/image11650.png"/><Relationship Id="rId77" Type="http://schemas.openxmlformats.org/officeDocument/2006/relationships/customXml" Target="../ink/ink1780.xml"/><Relationship Id="rId100" Type="http://schemas.openxmlformats.org/officeDocument/2006/relationships/image" Target="../media/image1187.png"/><Relationship Id="rId282" Type="http://schemas.openxmlformats.org/officeDocument/2006/relationships/image" Target="../media/image1278.png"/><Relationship Id="rId8" Type="http://schemas.openxmlformats.org/officeDocument/2006/relationships/image" Target="../media/image11410.png"/><Relationship Id="rId98" Type="http://schemas.openxmlformats.org/officeDocument/2006/relationships/image" Target="../media/image1186.png"/><Relationship Id="rId121" Type="http://schemas.openxmlformats.org/officeDocument/2006/relationships/customXml" Target="../ink/ink1802.xml"/><Relationship Id="rId142" Type="http://schemas.openxmlformats.org/officeDocument/2006/relationships/image" Target="../media/image1208.png"/><Relationship Id="rId163" Type="http://schemas.openxmlformats.org/officeDocument/2006/relationships/customXml" Target="../ink/ink1823.xml"/><Relationship Id="rId184" Type="http://schemas.openxmlformats.org/officeDocument/2006/relationships/image" Target="../media/image1229.png"/><Relationship Id="rId219" Type="http://schemas.openxmlformats.org/officeDocument/2006/relationships/customXml" Target="../ink/ink1851.xml"/><Relationship Id="rId230" Type="http://schemas.openxmlformats.org/officeDocument/2006/relationships/image" Target="../media/image1252.png"/><Relationship Id="rId251" Type="http://schemas.openxmlformats.org/officeDocument/2006/relationships/customXml" Target="../ink/ink1867.xml"/><Relationship Id="rId25" Type="http://schemas.openxmlformats.org/officeDocument/2006/relationships/customXml" Target="../ink/ink1754.xml"/><Relationship Id="rId46" Type="http://schemas.openxmlformats.org/officeDocument/2006/relationships/image" Target="../media/image11600.png"/><Relationship Id="rId67" Type="http://schemas.openxmlformats.org/officeDocument/2006/relationships/customXml" Target="../ink/ink1775.xml"/><Relationship Id="rId272" Type="http://schemas.openxmlformats.org/officeDocument/2006/relationships/image" Target="../media/image1273.png"/><Relationship Id="rId293" Type="http://schemas.openxmlformats.org/officeDocument/2006/relationships/customXml" Target="../ink/ink1888.xml"/><Relationship Id="rId307" Type="http://schemas.openxmlformats.org/officeDocument/2006/relationships/customXml" Target="../ink/ink1895.xml"/><Relationship Id="rId88" Type="http://schemas.openxmlformats.org/officeDocument/2006/relationships/image" Target="../media/image1181.png"/><Relationship Id="rId111" Type="http://schemas.openxmlformats.org/officeDocument/2006/relationships/customXml" Target="../ink/ink1797.xml"/><Relationship Id="rId132" Type="http://schemas.openxmlformats.org/officeDocument/2006/relationships/image" Target="../media/image1203.png"/><Relationship Id="rId153" Type="http://schemas.openxmlformats.org/officeDocument/2006/relationships/customXml" Target="../ink/ink1818.xml"/><Relationship Id="rId174" Type="http://schemas.openxmlformats.org/officeDocument/2006/relationships/image" Target="../media/image1224.png"/><Relationship Id="rId195" Type="http://schemas.openxmlformats.org/officeDocument/2006/relationships/customXml" Target="../ink/ink1839.xml"/><Relationship Id="rId209" Type="http://schemas.openxmlformats.org/officeDocument/2006/relationships/customXml" Target="../ink/ink1846.xml"/><Relationship Id="rId220" Type="http://schemas.openxmlformats.org/officeDocument/2006/relationships/image" Target="../media/image1247.png"/><Relationship Id="rId241" Type="http://schemas.openxmlformats.org/officeDocument/2006/relationships/customXml" Target="../ink/ink1862.xml"/><Relationship Id="rId15" Type="http://schemas.openxmlformats.org/officeDocument/2006/relationships/customXml" Target="../ink/ink1749.xml"/><Relationship Id="rId36" Type="http://schemas.openxmlformats.org/officeDocument/2006/relationships/image" Target="../media/image11550.png"/><Relationship Id="rId57" Type="http://schemas.openxmlformats.org/officeDocument/2006/relationships/customXml" Target="../ink/ink1770.xml"/><Relationship Id="rId262" Type="http://schemas.openxmlformats.org/officeDocument/2006/relationships/image" Target="../media/image1268.png"/><Relationship Id="rId283" Type="http://schemas.openxmlformats.org/officeDocument/2006/relationships/customXml" Target="../ink/ink1883.xml"/><Relationship Id="rId78" Type="http://schemas.openxmlformats.org/officeDocument/2006/relationships/image" Target="../media/image1176.png"/><Relationship Id="rId99" Type="http://schemas.openxmlformats.org/officeDocument/2006/relationships/customXml" Target="../ink/ink1791.xml"/><Relationship Id="rId101" Type="http://schemas.openxmlformats.org/officeDocument/2006/relationships/customXml" Target="../ink/ink1792.xml"/><Relationship Id="rId122" Type="http://schemas.openxmlformats.org/officeDocument/2006/relationships/image" Target="../media/image1198.png"/><Relationship Id="rId143" Type="http://schemas.openxmlformats.org/officeDocument/2006/relationships/customXml" Target="../ink/ink1813.xml"/><Relationship Id="rId164" Type="http://schemas.openxmlformats.org/officeDocument/2006/relationships/image" Target="../media/image1219.png"/><Relationship Id="rId185" Type="http://schemas.openxmlformats.org/officeDocument/2006/relationships/customXml" Target="../ink/ink1834.xml"/><Relationship Id="rId9" Type="http://schemas.openxmlformats.org/officeDocument/2006/relationships/customXml" Target="../ink/ink1746.xml"/><Relationship Id="rId210" Type="http://schemas.openxmlformats.org/officeDocument/2006/relationships/image" Target="../media/image1242.png"/><Relationship Id="rId26" Type="http://schemas.openxmlformats.org/officeDocument/2006/relationships/image" Target="../media/image11500.png"/><Relationship Id="rId231" Type="http://schemas.openxmlformats.org/officeDocument/2006/relationships/customXml" Target="../ink/ink1857.xml"/><Relationship Id="rId252" Type="http://schemas.openxmlformats.org/officeDocument/2006/relationships/image" Target="../media/image1263.png"/><Relationship Id="rId273" Type="http://schemas.openxmlformats.org/officeDocument/2006/relationships/customXml" Target="../ink/ink1878.xml"/><Relationship Id="rId294" Type="http://schemas.openxmlformats.org/officeDocument/2006/relationships/image" Target="../media/image1284.png"/><Relationship Id="rId308" Type="http://schemas.openxmlformats.org/officeDocument/2006/relationships/image" Target="../media/image1291.png"/><Relationship Id="rId47" Type="http://schemas.openxmlformats.org/officeDocument/2006/relationships/customXml" Target="../ink/ink1765.xml"/><Relationship Id="rId68" Type="http://schemas.openxmlformats.org/officeDocument/2006/relationships/image" Target="../media/image11710.png"/><Relationship Id="rId89" Type="http://schemas.openxmlformats.org/officeDocument/2006/relationships/customXml" Target="../ink/ink1786.xml"/><Relationship Id="rId112" Type="http://schemas.openxmlformats.org/officeDocument/2006/relationships/image" Target="../media/image1193.png"/><Relationship Id="rId133" Type="http://schemas.openxmlformats.org/officeDocument/2006/relationships/customXml" Target="../ink/ink1808.xml"/><Relationship Id="rId154" Type="http://schemas.openxmlformats.org/officeDocument/2006/relationships/image" Target="../media/image1214.png"/><Relationship Id="rId175" Type="http://schemas.openxmlformats.org/officeDocument/2006/relationships/customXml" Target="../ink/ink1829.xml"/><Relationship Id="rId196" Type="http://schemas.openxmlformats.org/officeDocument/2006/relationships/image" Target="../media/image1235.png"/><Relationship Id="rId200" Type="http://schemas.openxmlformats.org/officeDocument/2006/relationships/image" Target="../media/image1237.png"/><Relationship Id="rId16" Type="http://schemas.openxmlformats.org/officeDocument/2006/relationships/image" Target="../media/image11450.png"/><Relationship Id="rId221" Type="http://schemas.openxmlformats.org/officeDocument/2006/relationships/customXml" Target="../ink/ink1852.xml"/><Relationship Id="rId242" Type="http://schemas.openxmlformats.org/officeDocument/2006/relationships/image" Target="../media/image1258.png"/><Relationship Id="rId263" Type="http://schemas.openxmlformats.org/officeDocument/2006/relationships/customXml" Target="../ink/ink1873.xml"/><Relationship Id="rId284" Type="http://schemas.openxmlformats.org/officeDocument/2006/relationships/image" Target="../media/image1279.png"/><Relationship Id="rId37" Type="http://schemas.openxmlformats.org/officeDocument/2006/relationships/customXml" Target="../ink/ink1760.xml"/><Relationship Id="rId58" Type="http://schemas.openxmlformats.org/officeDocument/2006/relationships/image" Target="../media/image11660.png"/><Relationship Id="rId79" Type="http://schemas.openxmlformats.org/officeDocument/2006/relationships/customXml" Target="../ink/ink1781.xml"/><Relationship Id="rId102" Type="http://schemas.openxmlformats.org/officeDocument/2006/relationships/image" Target="../media/image1188.png"/><Relationship Id="rId123" Type="http://schemas.openxmlformats.org/officeDocument/2006/relationships/customXml" Target="../ink/ink1803.xml"/><Relationship Id="rId144" Type="http://schemas.openxmlformats.org/officeDocument/2006/relationships/image" Target="../media/image1209.png"/><Relationship Id="rId90" Type="http://schemas.openxmlformats.org/officeDocument/2006/relationships/image" Target="../media/image1182.png"/><Relationship Id="rId165" Type="http://schemas.openxmlformats.org/officeDocument/2006/relationships/customXml" Target="../ink/ink1824.xml"/><Relationship Id="rId186" Type="http://schemas.openxmlformats.org/officeDocument/2006/relationships/image" Target="../media/image1230.png"/><Relationship Id="rId211" Type="http://schemas.openxmlformats.org/officeDocument/2006/relationships/customXml" Target="../ink/ink1847.xml"/><Relationship Id="rId232" Type="http://schemas.openxmlformats.org/officeDocument/2006/relationships/image" Target="../media/image1253.png"/><Relationship Id="rId253" Type="http://schemas.openxmlformats.org/officeDocument/2006/relationships/customXml" Target="../ink/ink1868.xml"/><Relationship Id="rId274" Type="http://schemas.openxmlformats.org/officeDocument/2006/relationships/image" Target="../media/image1274.png"/><Relationship Id="rId295" Type="http://schemas.openxmlformats.org/officeDocument/2006/relationships/customXml" Target="../ink/ink1889.xml"/><Relationship Id="rId27" Type="http://schemas.openxmlformats.org/officeDocument/2006/relationships/customXml" Target="../ink/ink1755.xml"/><Relationship Id="rId48" Type="http://schemas.openxmlformats.org/officeDocument/2006/relationships/image" Target="../media/image11610.png"/><Relationship Id="rId69" Type="http://schemas.openxmlformats.org/officeDocument/2006/relationships/customXml" Target="../ink/ink1776.xml"/><Relationship Id="rId113" Type="http://schemas.openxmlformats.org/officeDocument/2006/relationships/customXml" Target="../ink/ink1798.xml"/><Relationship Id="rId134" Type="http://schemas.openxmlformats.org/officeDocument/2006/relationships/image" Target="../media/image1204.png"/><Relationship Id="rId80" Type="http://schemas.openxmlformats.org/officeDocument/2006/relationships/image" Target="../media/image1177.png"/><Relationship Id="rId155" Type="http://schemas.openxmlformats.org/officeDocument/2006/relationships/customXml" Target="../ink/ink1819.xml"/><Relationship Id="rId176" Type="http://schemas.openxmlformats.org/officeDocument/2006/relationships/image" Target="../media/image1225.png"/><Relationship Id="rId197" Type="http://schemas.openxmlformats.org/officeDocument/2006/relationships/customXml" Target="../ink/ink1840.xml"/><Relationship Id="rId201" Type="http://schemas.openxmlformats.org/officeDocument/2006/relationships/customXml" Target="../ink/ink1842.xml"/><Relationship Id="rId222" Type="http://schemas.openxmlformats.org/officeDocument/2006/relationships/image" Target="../media/image1248.png"/><Relationship Id="rId243" Type="http://schemas.openxmlformats.org/officeDocument/2006/relationships/customXml" Target="../ink/ink1863.xml"/><Relationship Id="rId264" Type="http://schemas.openxmlformats.org/officeDocument/2006/relationships/image" Target="../media/image1269.png"/><Relationship Id="rId285" Type="http://schemas.openxmlformats.org/officeDocument/2006/relationships/customXml" Target="../ink/ink1884.xml"/><Relationship Id="rId17" Type="http://schemas.openxmlformats.org/officeDocument/2006/relationships/customXml" Target="../ink/ink1750.xml"/><Relationship Id="rId38" Type="http://schemas.openxmlformats.org/officeDocument/2006/relationships/image" Target="../media/image11560.png"/><Relationship Id="rId59" Type="http://schemas.openxmlformats.org/officeDocument/2006/relationships/customXml" Target="../ink/ink1771.xml"/><Relationship Id="rId103" Type="http://schemas.openxmlformats.org/officeDocument/2006/relationships/customXml" Target="../ink/ink1793.xml"/><Relationship Id="rId124" Type="http://schemas.openxmlformats.org/officeDocument/2006/relationships/image" Target="../media/image1199.png"/><Relationship Id="rId70" Type="http://schemas.openxmlformats.org/officeDocument/2006/relationships/image" Target="../media/image11720.png"/><Relationship Id="rId91" Type="http://schemas.openxmlformats.org/officeDocument/2006/relationships/customXml" Target="../ink/ink1787.xml"/><Relationship Id="rId145" Type="http://schemas.openxmlformats.org/officeDocument/2006/relationships/customXml" Target="../ink/ink1814.xml"/><Relationship Id="rId166" Type="http://schemas.openxmlformats.org/officeDocument/2006/relationships/image" Target="../media/image1220.png"/><Relationship Id="rId187" Type="http://schemas.openxmlformats.org/officeDocument/2006/relationships/customXml" Target="../ink/ink1835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1243.png"/><Relationship Id="rId233" Type="http://schemas.openxmlformats.org/officeDocument/2006/relationships/customXml" Target="../ink/ink1858.xml"/><Relationship Id="rId254" Type="http://schemas.openxmlformats.org/officeDocument/2006/relationships/image" Target="../media/image1264.png"/><Relationship Id="rId28" Type="http://schemas.openxmlformats.org/officeDocument/2006/relationships/image" Target="../media/image11510.png"/><Relationship Id="rId49" Type="http://schemas.openxmlformats.org/officeDocument/2006/relationships/customXml" Target="../ink/ink1766.xml"/><Relationship Id="rId114" Type="http://schemas.openxmlformats.org/officeDocument/2006/relationships/image" Target="../media/image1194.png"/><Relationship Id="rId275" Type="http://schemas.openxmlformats.org/officeDocument/2006/relationships/customXml" Target="../ink/ink1879.xml"/><Relationship Id="rId296" Type="http://schemas.openxmlformats.org/officeDocument/2006/relationships/image" Target="../media/image1285.png"/><Relationship Id="rId300" Type="http://schemas.openxmlformats.org/officeDocument/2006/relationships/image" Target="../media/image1287.png"/><Relationship Id="rId60" Type="http://schemas.openxmlformats.org/officeDocument/2006/relationships/image" Target="../media/image11670.png"/><Relationship Id="rId81" Type="http://schemas.openxmlformats.org/officeDocument/2006/relationships/customXml" Target="../ink/ink1782.xml"/><Relationship Id="rId135" Type="http://schemas.openxmlformats.org/officeDocument/2006/relationships/customXml" Target="../ink/ink1809.xml"/><Relationship Id="rId156" Type="http://schemas.openxmlformats.org/officeDocument/2006/relationships/image" Target="../media/image1215.png"/><Relationship Id="rId177" Type="http://schemas.openxmlformats.org/officeDocument/2006/relationships/customXml" Target="../ink/ink1830.xml"/><Relationship Id="rId198" Type="http://schemas.openxmlformats.org/officeDocument/2006/relationships/image" Target="../media/image1236.png"/><Relationship Id="rId202" Type="http://schemas.openxmlformats.org/officeDocument/2006/relationships/image" Target="../media/image1238.png"/><Relationship Id="rId223" Type="http://schemas.openxmlformats.org/officeDocument/2006/relationships/customXml" Target="../ink/ink1853.xml"/><Relationship Id="rId244" Type="http://schemas.openxmlformats.org/officeDocument/2006/relationships/image" Target="../media/image1259.png"/><Relationship Id="rId18" Type="http://schemas.openxmlformats.org/officeDocument/2006/relationships/image" Target="../media/image11460.png"/><Relationship Id="rId39" Type="http://schemas.openxmlformats.org/officeDocument/2006/relationships/customXml" Target="../ink/ink1761.xml"/><Relationship Id="rId265" Type="http://schemas.openxmlformats.org/officeDocument/2006/relationships/customXml" Target="../ink/ink1874.xml"/><Relationship Id="rId286" Type="http://schemas.openxmlformats.org/officeDocument/2006/relationships/image" Target="../media/image1280.png"/><Relationship Id="rId50" Type="http://schemas.openxmlformats.org/officeDocument/2006/relationships/image" Target="../media/image11620.png"/><Relationship Id="rId104" Type="http://schemas.openxmlformats.org/officeDocument/2006/relationships/image" Target="../media/image1189.png"/><Relationship Id="rId125" Type="http://schemas.openxmlformats.org/officeDocument/2006/relationships/customXml" Target="../ink/ink1804.xml"/><Relationship Id="rId146" Type="http://schemas.openxmlformats.org/officeDocument/2006/relationships/image" Target="../media/image1210.png"/><Relationship Id="rId167" Type="http://schemas.openxmlformats.org/officeDocument/2006/relationships/customXml" Target="../ink/ink1825.xml"/><Relationship Id="rId188" Type="http://schemas.openxmlformats.org/officeDocument/2006/relationships/image" Target="../media/image1231.png"/><Relationship Id="rId71" Type="http://schemas.openxmlformats.org/officeDocument/2006/relationships/customXml" Target="../ink/ink1777.xml"/><Relationship Id="rId92" Type="http://schemas.openxmlformats.org/officeDocument/2006/relationships/image" Target="../media/image1183.png"/><Relationship Id="rId213" Type="http://schemas.openxmlformats.org/officeDocument/2006/relationships/customXml" Target="../ink/ink1848.xml"/><Relationship Id="rId234" Type="http://schemas.openxmlformats.org/officeDocument/2006/relationships/image" Target="../media/image1254.png"/><Relationship Id="rId2" Type="http://schemas.openxmlformats.org/officeDocument/2006/relationships/image" Target="../media/image992.jpg"/><Relationship Id="rId29" Type="http://schemas.openxmlformats.org/officeDocument/2006/relationships/customXml" Target="../ink/ink1756.xml"/><Relationship Id="rId255" Type="http://schemas.openxmlformats.org/officeDocument/2006/relationships/customXml" Target="../ink/ink1869.xml"/><Relationship Id="rId276" Type="http://schemas.openxmlformats.org/officeDocument/2006/relationships/image" Target="../media/image1275.png"/><Relationship Id="rId297" Type="http://schemas.openxmlformats.org/officeDocument/2006/relationships/customXml" Target="../ink/ink1890.xml"/><Relationship Id="rId40" Type="http://schemas.openxmlformats.org/officeDocument/2006/relationships/image" Target="../media/image11570.png"/><Relationship Id="rId115" Type="http://schemas.openxmlformats.org/officeDocument/2006/relationships/customXml" Target="../ink/ink1799.xml"/><Relationship Id="rId136" Type="http://schemas.openxmlformats.org/officeDocument/2006/relationships/image" Target="../media/image1205.png"/><Relationship Id="rId157" Type="http://schemas.openxmlformats.org/officeDocument/2006/relationships/customXml" Target="../ink/ink1820.xml"/><Relationship Id="rId178" Type="http://schemas.openxmlformats.org/officeDocument/2006/relationships/image" Target="../media/image1226.png"/><Relationship Id="rId301" Type="http://schemas.openxmlformats.org/officeDocument/2006/relationships/customXml" Target="../ink/ink1892.xml"/><Relationship Id="rId61" Type="http://schemas.openxmlformats.org/officeDocument/2006/relationships/customXml" Target="../ink/ink1772.xml"/><Relationship Id="rId82" Type="http://schemas.openxmlformats.org/officeDocument/2006/relationships/image" Target="../media/image1178.png"/><Relationship Id="rId199" Type="http://schemas.openxmlformats.org/officeDocument/2006/relationships/customXml" Target="../ink/ink1841.xml"/><Relationship Id="rId203" Type="http://schemas.openxmlformats.org/officeDocument/2006/relationships/customXml" Target="../ink/ink1843.xml"/><Relationship Id="rId19" Type="http://schemas.openxmlformats.org/officeDocument/2006/relationships/customXml" Target="../ink/ink1751.xml"/><Relationship Id="rId224" Type="http://schemas.openxmlformats.org/officeDocument/2006/relationships/image" Target="../media/image1249.png"/><Relationship Id="rId245" Type="http://schemas.openxmlformats.org/officeDocument/2006/relationships/customXml" Target="../ink/ink1864.xml"/><Relationship Id="rId266" Type="http://schemas.openxmlformats.org/officeDocument/2006/relationships/image" Target="../media/image1270.png"/><Relationship Id="rId287" Type="http://schemas.openxmlformats.org/officeDocument/2006/relationships/customXml" Target="../ink/ink1885.xml"/><Relationship Id="rId30" Type="http://schemas.openxmlformats.org/officeDocument/2006/relationships/image" Target="../media/image11520.png"/><Relationship Id="rId105" Type="http://schemas.openxmlformats.org/officeDocument/2006/relationships/customXml" Target="../ink/ink1794.xml"/><Relationship Id="rId126" Type="http://schemas.openxmlformats.org/officeDocument/2006/relationships/image" Target="../media/image1200.png"/><Relationship Id="rId147" Type="http://schemas.openxmlformats.org/officeDocument/2006/relationships/customXml" Target="../ink/ink1815.xml"/><Relationship Id="rId168" Type="http://schemas.openxmlformats.org/officeDocument/2006/relationships/image" Target="../media/image1221.png"/><Relationship Id="rId51" Type="http://schemas.openxmlformats.org/officeDocument/2006/relationships/customXml" Target="../ink/ink1767.xml"/><Relationship Id="rId72" Type="http://schemas.openxmlformats.org/officeDocument/2006/relationships/image" Target="../media/image11730.png"/><Relationship Id="rId93" Type="http://schemas.openxmlformats.org/officeDocument/2006/relationships/customXml" Target="../ink/ink1788.xml"/><Relationship Id="rId189" Type="http://schemas.openxmlformats.org/officeDocument/2006/relationships/customXml" Target="../ink/ink1836.xml"/><Relationship Id="rId3" Type="http://schemas.openxmlformats.org/officeDocument/2006/relationships/customXml" Target="../ink/ink1743.xml"/><Relationship Id="rId214" Type="http://schemas.openxmlformats.org/officeDocument/2006/relationships/image" Target="../media/image1244.png"/><Relationship Id="rId235" Type="http://schemas.openxmlformats.org/officeDocument/2006/relationships/customXml" Target="../ink/ink1859.xml"/><Relationship Id="rId256" Type="http://schemas.openxmlformats.org/officeDocument/2006/relationships/image" Target="../media/image1265.png"/><Relationship Id="rId277" Type="http://schemas.openxmlformats.org/officeDocument/2006/relationships/customXml" Target="../ink/ink1880.xml"/><Relationship Id="rId298" Type="http://schemas.openxmlformats.org/officeDocument/2006/relationships/image" Target="../media/image1286.png"/><Relationship Id="rId116" Type="http://schemas.openxmlformats.org/officeDocument/2006/relationships/image" Target="../media/image1195.png"/><Relationship Id="rId137" Type="http://schemas.openxmlformats.org/officeDocument/2006/relationships/customXml" Target="../ink/ink1810.xml"/><Relationship Id="rId158" Type="http://schemas.openxmlformats.org/officeDocument/2006/relationships/image" Target="../media/image1216.png"/><Relationship Id="rId302" Type="http://schemas.openxmlformats.org/officeDocument/2006/relationships/image" Target="../media/image1288.png"/><Relationship Id="rId20" Type="http://schemas.openxmlformats.org/officeDocument/2006/relationships/image" Target="../media/image11470.png"/><Relationship Id="rId41" Type="http://schemas.openxmlformats.org/officeDocument/2006/relationships/customXml" Target="../ink/ink1762.xml"/><Relationship Id="rId62" Type="http://schemas.openxmlformats.org/officeDocument/2006/relationships/image" Target="../media/image11680.png"/><Relationship Id="rId83" Type="http://schemas.openxmlformats.org/officeDocument/2006/relationships/customXml" Target="../ink/ink1783.xml"/><Relationship Id="rId179" Type="http://schemas.openxmlformats.org/officeDocument/2006/relationships/customXml" Target="../ink/ink1831.xml"/><Relationship Id="rId190" Type="http://schemas.openxmlformats.org/officeDocument/2006/relationships/image" Target="../media/image1232.png"/><Relationship Id="rId204" Type="http://schemas.openxmlformats.org/officeDocument/2006/relationships/image" Target="../media/image1239.png"/><Relationship Id="rId225" Type="http://schemas.openxmlformats.org/officeDocument/2006/relationships/customXml" Target="../ink/ink1854.xml"/><Relationship Id="rId246" Type="http://schemas.openxmlformats.org/officeDocument/2006/relationships/image" Target="../media/image1260.png"/><Relationship Id="rId267" Type="http://schemas.openxmlformats.org/officeDocument/2006/relationships/customXml" Target="../ink/ink1875.xml"/><Relationship Id="rId288" Type="http://schemas.openxmlformats.org/officeDocument/2006/relationships/image" Target="../media/image1281.png"/><Relationship Id="rId106" Type="http://schemas.openxmlformats.org/officeDocument/2006/relationships/image" Target="../media/image1190.png"/><Relationship Id="rId127" Type="http://schemas.openxmlformats.org/officeDocument/2006/relationships/customXml" Target="../ink/ink1805.xml"/><Relationship Id="rId10" Type="http://schemas.openxmlformats.org/officeDocument/2006/relationships/image" Target="../media/image11420.png"/><Relationship Id="rId31" Type="http://schemas.openxmlformats.org/officeDocument/2006/relationships/customXml" Target="../ink/ink1757.xml"/><Relationship Id="rId52" Type="http://schemas.openxmlformats.org/officeDocument/2006/relationships/image" Target="../media/image11630.png"/><Relationship Id="rId73" Type="http://schemas.openxmlformats.org/officeDocument/2006/relationships/customXml" Target="../ink/ink1778.xml"/><Relationship Id="rId94" Type="http://schemas.openxmlformats.org/officeDocument/2006/relationships/image" Target="../media/image1184.png"/><Relationship Id="rId148" Type="http://schemas.openxmlformats.org/officeDocument/2006/relationships/image" Target="../media/image1211.png"/><Relationship Id="rId169" Type="http://schemas.openxmlformats.org/officeDocument/2006/relationships/customXml" Target="../ink/ink1826.xml"/><Relationship Id="rId4" Type="http://schemas.openxmlformats.org/officeDocument/2006/relationships/image" Target="../media/image11390.png"/><Relationship Id="rId180" Type="http://schemas.openxmlformats.org/officeDocument/2006/relationships/image" Target="../media/image1227.png"/><Relationship Id="rId215" Type="http://schemas.openxmlformats.org/officeDocument/2006/relationships/customXml" Target="../ink/ink1849.xml"/><Relationship Id="rId236" Type="http://schemas.openxmlformats.org/officeDocument/2006/relationships/image" Target="../media/image1255.png"/><Relationship Id="rId257" Type="http://schemas.openxmlformats.org/officeDocument/2006/relationships/customXml" Target="../ink/ink1870.xml"/><Relationship Id="rId278" Type="http://schemas.openxmlformats.org/officeDocument/2006/relationships/image" Target="../media/image1276.png"/><Relationship Id="rId303" Type="http://schemas.openxmlformats.org/officeDocument/2006/relationships/customXml" Target="../ink/ink1893.xml"/><Relationship Id="rId42" Type="http://schemas.openxmlformats.org/officeDocument/2006/relationships/image" Target="../media/image11580.png"/><Relationship Id="rId84" Type="http://schemas.openxmlformats.org/officeDocument/2006/relationships/image" Target="../media/image1179.png"/><Relationship Id="rId138" Type="http://schemas.openxmlformats.org/officeDocument/2006/relationships/image" Target="../media/image1206.png"/><Relationship Id="rId191" Type="http://schemas.openxmlformats.org/officeDocument/2006/relationships/customXml" Target="../ink/ink1837.xml"/><Relationship Id="rId205" Type="http://schemas.openxmlformats.org/officeDocument/2006/relationships/customXml" Target="../ink/ink1844.xml"/><Relationship Id="rId247" Type="http://schemas.openxmlformats.org/officeDocument/2006/relationships/customXml" Target="../ink/ink1865.xml"/><Relationship Id="rId107" Type="http://schemas.openxmlformats.org/officeDocument/2006/relationships/customXml" Target="../ink/ink1795.xml"/><Relationship Id="rId289" Type="http://schemas.openxmlformats.org/officeDocument/2006/relationships/customXml" Target="../ink/ink1886.xml"/><Relationship Id="rId11" Type="http://schemas.openxmlformats.org/officeDocument/2006/relationships/customXml" Target="../ink/ink1747.xml"/><Relationship Id="rId53" Type="http://schemas.openxmlformats.org/officeDocument/2006/relationships/customXml" Target="../ink/ink1768.xml"/><Relationship Id="rId149" Type="http://schemas.openxmlformats.org/officeDocument/2006/relationships/customXml" Target="../ink/ink1816.xml"/><Relationship Id="rId95" Type="http://schemas.openxmlformats.org/officeDocument/2006/relationships/customXml" Target="../ink/ink1789.xml"/><Relationship Id="rId160" Type="http://schemas.openxmlformats.org/officeDocument/2006/relationships/image" Target="../media/image1217.png"/><Relationship Id="rId216" Type="http://schemas.openxmlformats.org/officeDocument/2006/relationships/image" Target="../media/image1245.png"/><Relationship Id="rId258" Type="http://schemas.openxmlformats.org/officeDocument/2006/relationships/image" Target="../media/image1266.png"/><Relationship Id="rId22" Type="http://schemas.openxmlformats.org/officeDocument/2006/relationships/image" Target="../media/image11480.png"/><Relationship Id="rId64" Type="http://schemas.openxmlformats.org/officeDocument/2006/relationships/image" Target="../media/image11690.png"/><Relationship Id="rId118" Type="http://schemas.openxmlformats.org/officeDocument/2006/relationships/image" Target="../media/image1196.png"/><Relationship Id="rId171" Type="http://schemas.openxmlformats.org/officeDocument/2006/relationships/customXml" Target="../ink/ink1827.xml"/><Relationship Id="rId227" Type="http://schemas.openxmlformats.org/officeDocument/2006/relationships/customXml" Target="../ink/ink1855.xml"/><Relationship Id="rId269" Type="http://schemas.openxmlformats.org/officeDocument/2006/relationships/customXml" Target="../ink/ink1876.xml"/><Relationship Id="rId33" Type="http://schemas.openxmlformats.org/officeDocument/2006/relationships/customXml" Target="../ink/ink1758.xml"/><Relationship Id="rId129" Type="http://schemas.openxmlformats.org/officeDocument/2006/relationships/customXml" Target="../ink/ink1806.xml"/><Relationship Id="rId280" Type="http://schemas.openxmlformats.org/officeDocument/2006/relationships/image" Target="../media/image1277.png"/><Relationship Id="rId75" Type="http://schemas.openxmlformats.org/officeDocument/2006/relationships/customXml" Target="../ink/ink1779.xml"/><Relationship Id="rId140" Type="http://schemas.openxmlformats.org/officeDocument/2006/relationships/image" Target="../media/image1207.png"/><Relationship Id="rId182" Type="http://schemas.openxmlformats.org/officeDocument/2006/relationships/image" Target="../media/image1228.png"/><Relationship Id="rId6" Type="http://schemas.openxmlformats.org/officeDocument/2006/relationships/image" Target="../media/image11400.png"/><Relationship Id="rId238" Type="http://schemas.openxmlformats.org/officeDocument/2006/relationships/image" Target="../media/image125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3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99.png"/><Relationship Id="rId18" Type="http://schemas.openxmlformats.org/officeDocument/2006/relationships/customXml" Target="../ink/ink1904.xml"/><Relationship Id="rId26" Type="http://schemas.openxmlformats.org/officeDocument/2006/relationships/customXml" Target="../ink/ink1908.xml"/><Relationship Id="rId39" Type="http://schemas.openxmlformats.org/officeDocument/2006/relationships/image" Target="../media/image1312.png"/><Relationship Id="rId21" Type="http://schemas.openxmlformats.org/officeDocument/2006/relationships/image" Target="../media/image1303.png"/><Relationship Id="rId34" Type="http://schemas.openxmlformats.org/officeDocument/2006/relationships/customXml" Target="../ink/ink1912.xml"/><Relationship Id="rId42" Type="http://schemas.openxmlformats.org/officeDocument/2006/relationships/customXml" Target="../ink/ink1916.xml"/><Relationship Id="rId47" Type="http://schemas.openxmlformats.org/officeDocument/2006/relationships/image" Target="../media/image1316.png"/><Relationship Id="rId50" Type="http://schemas.openxmlformats.org/officeDocument/2006/relationships/customXml" Target="../ink/ink1920.xml"/><Relationship Id="rId55" Type="http://schemas.openxmlformats.org/officeDocument/2006/relationships/image" Target="../media/image1320.png"/><Relationship Id="rId63" Type="http://schemas.openxmlformats.org/officeDocument/2006/relationships/image" Target="../media/image1324.png"/><Relationship Id="rId7" Type="http://schemas.openxmlformats.org/officeDocument/2006/relationships/image" Target="../media/image1296.png"/><Relationship Id="rId2" Type="http://schemas.openxmlformats.org/officeDocument/2006/relationships/customXml" Target="../ink/ink1896.xml"/><Relationship Id="rId16" Type="http://schemas.openxmlformats.org/officeDocument/2006/relationships/customXml" Target="../ink/ink1903.xml"/><Relationship Id="rId29" Type="http://schemas.openxmlformats.org/officeDocument/2006/relationships/image" Target="../media/image1307.png"/><Relationship Id="rId11" Type="http://schemas.openxmlformats.org/officeDocument/2006/relationships/image" Target="../media/image1298.png"/><Relationship Id="rId24" Type="http://schemas.openxmlformats.org/officeDocument/2006/relationships/customXml" Target="../ink/ink1907.xml"/><Relationship Id="rId32" Type="http://schemas.openxmlformats.org/officeDocument/2006/relationships/customXml" Target="../ink/ink1911.xml"/><Relationship Id="rId37" Type="http://schemas.openxmlformats.org/officeDocument/2006/relationships/image" Target="../media/image1311.png"/><Relationship Id="rId40" Type="http://schemas.openxmlformats.org/officeDocument/2006/relationships/customXml" Target="../ink/ink1915.xml"/><Relationship Id="rId45" Type="http://schemas.openxmlformats.org/officeDocument/2006/relationships/image" Target="../media/image1315.png"/><Relationship Id="rId53" Type="http://schemas.openxmlformats.org/officeDocument/2006/relationships/image" Target="../media/image1319.png"/><Relationship Id="rId58" Type="http://schemas.openxmlformats.org/officeDocument/2006/relationships/customXml" Target="../ink/ink1924.xml"/><Relationship Id="rId5" Type="http://schemas.openxmlformats.org/officeDocument/2006/relationships/image" Target="../media/image1295.png"/><Relationship Id="rId61" Type="http://schemas.openxmlformats.org/officeDocument/2006/relationships/image" Target="../media/image1323.png"/><Relationship Id="rId19" Type="http://schemas.openxmlformats.org/officeDocument/2006/relationships/image" Target="../media/image1302.png"/><Relationship Id="rId14" Type="http://schemas.openxmlformats.org/officeDocument/2006/relationships/customXml" Target="../ink/ink1902.xml"/><Relationship Id="rId22" Type="http://schemas.openxmlformats.org/officeDocument/2006/relationships/customXml" Target="../ink/ink1906.xml"/><Relationship Id="rId27" Type="http://schemas.openxmlformats.org/officeDocument/2006/relationships/image" Target="../media/image1306.png"/><Relationship Id="rId30" Type="http://schemas.openxmlformats.org/officeDocument/2006/relationships/customXml" Target="../ink/ink1910.xml"/><Relationship Id="rId35" Type="http://schemas.openxmlformats.org/officeDocument/2006/relationships/image" Target="../media/image1310.png"/><Relationship Id="rId43" Type="http://schemas.openxmlformats.org/officeDocument/2006/relationships/image" Target="../media/image1314.png"/><Relationship Id="rId48" Type="http://schemas.openxmlformats.org/officeDocument/2006/relationships/customXml" Target="../ink/ink1919.xml"/><Relationship Id="rId56" Type="http://schemas.openxmlformats.org/officeDocument/2006/relationships/customXml" Target="../ink/ink1923.xml"/><Relationship Id="rId8" Type="http://schemas.openxmlformats.org/officeDocument/2006/relationships/customXml" Target="../ink/ink1899.xml"/><Relationship Id="rId51" Type="http://schemas.openxmlformats.org/officeDocument/2006/relationships/image" Target="../media/image1318.png"/><Relationship Id="rId3" Type="http://schemas.openxmlformats.org/officeDocument/2006/relationships/image" Target="../media/image1294.png"/><Relationship Id="rId12" Type="http://schemas.openxmlformats.org/officeDocument/2006/relationships/customXml" Target="../ink/ink1901.xml"/><Relationship Id="rId17" Type="http://schemas.openxmlformats.org/officeDocument/2006/relationships/image" Target="../media/image1301.png"/><Relationship Id="rId25" Type="http://schemas.openxmlformats.org/officeDocument/2006/relationships/image" Target="../media/image1305.png"/><Relationship Id="rId33" Type="http://schemas.openxmlformats.org/officeDocument/2006/relationships/image" Target="../media/image1309.png"/><Relationship Id="rId38" Type="http://schemas.openxmlformats.org/officeDocument/2006/relationships/customXml" Target="../ink/ink1914.xml"/><Relationship Id="rId46" Type="http://schemas.openxmlformats.org/officeDocument/2006/relationships/customXml" Target="../ink/ink1918.xml"/><Relationship Id="rId59" Type="http://schemas.openxmlformats.org/officeDocument/2006/relationships/image" Target="../media/image1322.png"/><Relationship Id="rId20" Type="http://schemas.openxmlformats.org/officeDocument/2006/relationships/customXml" Target="../ink/ink1905.xml"/><Relationship Id="rId41" Type="http://schemas.openxmlformats.org/officeDocument/2006/relationships/image" Target="../media/image1313.png"/><Relationship Id="rId54" Type="http://schemas.openxmlformats.org/officeDocument/2006/relationships/customXml" Target="../ink/ink1922.xml"/><Relationship Id="rId62" Type="http://schemas.openxmlformats.org/officeDocument/2006/relationships/customXml" Target="../ink/ink1926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898.xml"/><Relationship Id="rId15" Type="http://schemas.openxmlformats.org/officeDocument/2006/relationships/image" Target="../media/image1300.png"/><Relationship Id="rId23" Type="http://schemas.openxmlformats.org/officeDocument/2006/relationships/image" Target="../media/image1304.png"/><Relationship Id="rId28" Type="http://schemas.openxmlformats.org/officeDocument/2006/relationships/customXml" Target="../ink/ink1909.xml"/><Relationship Id="rId36" Type="http://schemas.openxmlformats.org/officeDocument/2006/relationships/customXml" Target="../ink/ink1913.xml"/><Relationship Id="rId49" Type="http://schemas.openxmlformats.org/officeDocument/2006/relationships/image" Target="../media/image1317.png"/><Relationship Id="rId57" Type="http://schemas.openxmlformats.org/officeDocument/2006/relationships/image" Target="../media/image1321.png"/><Relationship Id="rId10" Type="http://schemas.openxmlformats.org/officeDocument/2006/relationships/customXml" Target="../ink/ink1900.xml"/><Relationship Id="rId31" Type="http://schemas.openxmlformats.org/officeDocument/2006/relationships/image" Target="../media/image1308.png"/><Relationship Id="rId44" Type="http://schemas.openxmlformats.org/officeDocument/2006/relationships/customXml" Target="../ink/ink1917.xml"/><Relationship Id="rId52" Type="http://schemas.openxmlformats.org/officeDocument/2006/relationships/customXml" Target="../ink/ink1921.xml"/><Relationship Id="rId60" Type="http://schemas.openxmlformats.org/officeDocument/2006/relationships/customXml" Target="../ink/ink1925.xml"/><Relationship Id="rId4" Type="http://schemas.openxmlformats.org/officeDocument/2006/relationships/customXml" Target="../ink/ink1897.xml"/><Relationship Id="rId9" Type="http://schemas.openxmlformats.org/officeDocument/2006/relationships/image" Target="../media/image1297.png"/></Relationships>
</file>

<file path=ppt/slides/_rels/slide22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984.xml"/><Relationship Id="rId21" Type="http://schemas.openxmlformats.org/officeDocument/2006/relationships/customXml" Target="../ink/ink1936.xml"/><Relationship Id="rId42" Type="http://schemas.openxmlformats.org/officeDocument/2006/relationships/image" Target="../media/image1345.png"/><Relationship Id="rId63" Type="http://schemas.openxmlformats.org/officeDocument/2006/relationships/customXml" Target="../ink/ink1957.xml"/><Relationship Id="rId84" Type="http://schemas.openxmlformats.org/officeDocument/2006/relationships/image" Target="../media/image1366.png"/><Relationship Id="rId138" Type="http://schemas.openxmlformats.org/officeDocument/2006/relationships/image" Target="../media/image1393.png"/><Relationship Id="rId159" Type="http://schemas.openxmlformats.org/officeDocument/2006/relationships/customXml" Target="../ink/ink2005.xml"/><Relationship Id="rId170" Type="http://schemas.openxmlformats.org/officeDocument/2006/relationships/image" Target="../media/image1409.png"/><Relationship Id="rId107" Type="http://schemas.openxmlformats.org/officeDocument/2006/relationships/customXml" Target="../ink/ink1979.xml"/><Relationship Id="rId11" Type="http://schemas.openxmlformats.org/officeDocument/2006/relationships/customXml" Target="../ink/ink1931.xml"/><Relationship Id="rId32" Type="http://schemas.openxmlformats.org/officeDocument/2006/relationships/image" Target="../media/image1340.png"/><Relationship Id="rId53" Type="http://schemas.openxmlformats.org/officeDocument/2006/relationships/customXml" Target="../ink/ink1952.xml"/><Relationship Id="rId74" Type="http://schemas.openxmlformats.org/officeDocument/2006/relationships/image" Target="../media/image1361.png"/><Relationship Id="rId128" Type="http://schemas.openxmlformats.org/officeDocument/2006/relationships/image" Target="../media/image1388.png"/><Relationship Id="rId149" Type="http://schemas.openxmlformats.org/officeDocument/2006/relationships/customXml" Target="../ink/ink2000.xml"/><Relationship Id="rId5" Type="http://schemas.openxmlformats.org/officeDocument/2006/relationships/customXml" Target="../ink/ink1928.xml"/><Relationship Id="rId95" Type="http://schemas.openxmlformats.org/officeDocument/2006/relationships/customXml" Target="../ink/ink1973.xml"/><Relationship Id="rId160" Type="http://schemas.openxmlformats.org/officeDocument/2006/relationships/image" Target="../media/image1404.png"/><Relationship Id="rId22" Type="http://schemas.openxmlformats.org/officeDocument/2006/relationships/image" Target="../media/image1335.png"/><Relationship Id="rId43" Type="http://schemas.openxmlformats.org/officeDocument/2006/relationships/customXml" Target="../ink/ink1947.xml"/><Relationship Id="rId64" Type="http://schemas.openxmlformats.org/officeDocument/2006/relationships/image" Target="../media/image1356.png"/><Relationship Id="rId118" Type="http://schemas.openxmlformats.org/officeDocument/2006/relationships/image" Target="../media/image1383.png"/><Relationship Id="rId139" Type="http://schemas.openxmlformats.org/officeDocument/2006/relationships/customXml" Target="../ink/ink1995.xml"/><Relationship Id="rId85" Type="http://schemas.openxmlformats.org/officeDocument/2006/relationships/customXml" Target="../ink/ink1968.xml"/><Relationship Id="rId150" Type="http://schemas.openxmlformats.org/officeDocument/2006/relationships/image" Target="../media/image1399.png"/><Relationship Id="rId171" Type="http://schemas.openxmlformats.org/officeDocument/2006/relationships/customXml" Target="../ink/ink2011.xml"/><Relationship Id="rId12" Type="http://schemas.openxmlformats.org/officeDocument/2006/relationships/image" Target="../media/image1330.png"/><Relationship Id="rId33" Type="http://schemas.openxmlformats.org/officeDocument/2006/relationships/customXml" Target="../ink/ink1942.xml"/><Relationship Id="rId108" Type="http://schemas.openxmlformats.org/officeDocument/2006/relationships/image" Target="../media/image1378.png"/><Relationship Id="rId129" Type="http://schemas.openxmlformats.org/officeDocument/2006/relationships/customXml" Target="../ink/ink1990.xml"/><Relationship Id="rId54" Type="http://schemas.openxmlformats.org/officeDocument/2006/relationships/image" Target="../media/image1351.png"/><Relationship Id="rId75" Type="http://schemas.openxmlformats.org/officeDocument/2006/relationships/customXml" Target="../ink/ink1963.xml"/><Relationship Id="rId96" Type="http://schemas.openxmlformats.org/officeDocument/2006/relationships/image" Target="../media/image1372.png"/><Relationship Id="rId140" Type="http://schemas.openxmlformats.org/officeDocument/2006/relationships/image" Target="../media/image1394.png"/><Relationship Id="rId161" Type="http://schemas.openxmlformats.org/officeDocument/2006/relationships/customXml" Target="../ink/ink2006.xml"/><Relationship Id="rId6" Type="http://schemas.openxmlformats.org/officeDocument/2006/relationships/image" Target="../media/image1327.png"/><Relationship Id="rId23" Type="http://schemas.openxmlformats.org/officeDocument/2006/relationships/customXml" Target="../ink/ink1937.xml"/><Relationship Id="rId28" Type="http://schemas.openxmlformats.org/officeDocument/2006/relationships/image" Target="../media/image1338.png"/><Relationship Id="rId49" Type="http://schemas.openxmlformats.org/officeDocument/2006/relationships/customXml" Target="../ink/ink1950.xml"/><Relationship Id="rId114" Type="http://schemas.openxmlformats.org/officeDocument/2006/relationships/image" Target="../media/image1381.png"/><Relationship Id="rId119" Type="http://schemas.openxmlformats.org/officeDocument/2006/relationships/customXml" Target="../ink/ink1985.xml"/><Relationship Id="rId44" Type="http://schemas.openxmlformats.org/officeDocument/2006/relationships/image" Target="../media/image1346.png"/><Relationship Id="rId60" Type="http://schemas.openxmlformats.org/officeDocument/2006/relationships/image" Target="../media/image1354.png"/><Relationship Id="rId65" Type="http://schemas.openxmlformats.org/officeDocument/2006/relationships/customXml" Target="../ink/ink1958.xml"/><Relationship Id="rId81" Type="http://schemas.openxmlformats.org/officeDocument/2006/relationships/customXml" Target="../ink/ink1966.xml"/><Relationship Id="rId86" Type="http://schemas.openxmlformats.org/officeDocument/2006/relationships/image" Target="../media/image1367.png"/><Relationship Id="rId130" Type="http://schemas.openxmlformats.org/officeDocument/2006/relationships/image" Target="../media/image1389.png"/><Relationship Id="rId135" Type="http://schemas.openxmlformats.org/officeDocument/2006/relationships/customXml" Target="../ink/ink1993.xml"/><Relationship Id="rId151" Type="http://schemas.openxmlformats.org/officeDocument/2006/relationships/customXml" Target="../ink/ink2001.xml"/><Relationship Id="rId156" Type="http://schemas.openxmlformats.org/officeDocument/2006/relationships/image" Target="../media/image1402.png"/><Relationship Id="rId177" Type="http://schemas.openxmlformats.org/officeDocument/2006/relationships/customXml" Target="../ink/ink2014.xml"/><Relationship Id="rId172" Type="http://schemas.openxmlformats.org/officeDocument/2006/relationships/image" Target="../media/image1410.png"/><Relationship Id="rId13" Type="http://schemas.openxmlformats.org/officeDocument/2006/relationships/customXml" Target="../ink/ink1932.xml"/><Relationship Id="rId18" Type="http://schemas.openxmlformats.org/officeDocument/2006/relationships/image" Target="../media/image1333.png"/><Relationship Id="rId39" Type="http://schemas.openxmlformats.org/officeDocument/2006/relationships/customXml" Target="../ink/ink1945.xml"/><Relationship Id="rId109" Type="http://schemas.openxmlformats.org/officeDocument/2006/relationships/customXml" Target="../ink/ink1980.xml"/><Relationship Id="rId34" Type="http://schemas.openxmlformats.org/officeDocument/2006/relationships/image" Target="../media/image1341.png"/><Relationship Id="rId50" Type="http://schemas.openxmlformats.org/officeDocument/2006/relationships/image" Target="../media/image1349.png"/><Relationship Id="rId55" Type="http://schemas.openxmlformats.org/officeDocument/2006/relationships/customXml" Target="../ink/ink1953.xml"/><Relationship Id="rId76" Type="http://schemas.openxmlformats.org/officeDocument/2006/relationships/image" Target="../media/image1362.png"/><Relationship Id="rId97" Type="http://schemas.openxmlformats.org/officeDocument/2006/relationships/customXml" Target="../ink/ink1974.xml"/><Relationship Id="rId104" Type="http://schemas.openxmlformats.org/officeDocument/2006/relationships/image" Target="../media/image1376.png"/><Relationship Id="rId120" Type="http://schemas.openxmlformats.org/officeDocument/2006/relationships/image" Target="../media/image1384.png"/><Relationship Id="rId125" Type="http://schemas.openxmlformats.org/officeDocument/2006/relationships/customXml" Target="../ink/ink1988.xml"/><Relationship Id="rId141" Type="http://schemas.openxmlformats.org/officeDocument/2006/relationships/customXml" Target="../ink/ink1996.xml"/><Relationship Id="rId146" Type="http://schemas.openxmlformats.org/officeDocument/2006/relationships/image" Target="../media/image1397.png"/><Relationship Id="rId167" Type="http://schemas.openxmlformats.org/officeDocument/2006/relationships/customXml" Target="../ink/ink2009.xml"/><Relationship Id="rId7" Type="http://schemas.openxmlformats.org/officeDocument/2006/relationships/customXml" Target="../ink/ink1929.xml"/><Relationship Id="rId71" Type="http://schemas.openxmlformats.org/officeDocument/2006/relationships/customXml" Target="../ink/ink1961.xml"/><Relationship Id="rId92" Type="http://schemas.openxmlformats.org/officeDocument/2006/relationships/image" Target="../media/image1370.png"/><Relationship Id="rId162" Type="http://schemas.openxmlformats.org/officeDocument/2006/relationships/image" Target="../media/image1405.png"/><Relationship Id="rId2" Type="http://schemas.openxmlformats.org/officeDocument/2006/relationships/image" Target="../media/image1325.png"/><Relationship Id="rId29" Type="http://schemas.openxmlformats.org/officeDocument/2006/relationships/customXml" Target="../ink/ink1940.xml"/><Relationship Id="rId24" Type="http://schemas.openxmlformats.org/officeDocument/2006/relationships/image" Target="../media/image1336.png"/><Relationship Id="rId40" Type="http://schemas.openxmlformats.org/officeDocument/2006/relationships/image" Target="../media/image1344.png"/><Relationship Id="rId45" Type="http://schemas.openxmlformats.org/officeDocument/2006/relationships/customXml" Target="../ink/ink1948.xml"/><Relationship Id="rId66" Type="http://schemas.openxmlformats.org/officeDocument/2006/relationships/image" Target="../media/image1357.png"/><Relationship Id="rId87" Type="http://schemas.openxmlformats.org/officeDocument/2006/relationships/customXml" Target="../ink/ink1969.xml"/><Relationship Id="rId110" Type="http://schemas.openxmlformats.org/officeDocument/2006/relationships/image" Target="../media/image1379.png"/><Relationship Id="rId115" Type="http://schemas.openxmlformats.org/officeDocument/2006/relationships/customXml" Target="../ink/ink1983.xml"/><Relationship Id="rId131" Type="http://schemas.openxmlformats.org/officeDocument/2006/relationships/customXml" Target="../ink/ink1991.xml"/><Relationship Id="rId136" Type="http://schemas.openxmlformats.org/officeDocument/2006/relationships/image" Target="../media/image1392.png"/><Relationship Id="rId157" Type="http://schemas.openxmlformats.org/officeDocument/2006/relationships/customXml" Target="../ink/ink2004.xml"/><Relationship Id="rId178" Type="http://schemas.openxmlformats.org/officeDocument/2006/relationships/image" Target="../media/image1413.png"/><Relationship Id="rId61" Type="http://schemas.openxmlformats.org/officeDocument/2006/relationships/customXml" Target="../ink/ink1956.xml"/><Relationship Id="rId82" Type="http://schemas.openxmlformats.org/officeDocument/2006/relationships/image" Target="../media/image1365.png"/><Relationship Id="rId152" Type="http://schemas.openxmlformats.org/officeDocument/2006/relationships/image" Target="../media/image1400.png"/><Relationship Id="rId173" Type="http://schemas.openxmlformats.org/officeDocument/2006/relationships/customXml" Target="../ink/ink2012.xml"/><Relationship Id="rId19" Type="http://schemas.openxmlformats.org/officeDocument/2006/relationships/customXml" Target="../ink/ink1935.xml"/><Relationship Id="rId14" Type="http://schemas.openxmlformats.org/officeDocument/2006/relationships/image" Target="../media/image1331.png"/><Relationship Id="rId30" Type="http://schemas.openxmlformats.org/officeDocument/2006/relationships/image" Target="../media/image1339.png"/><Relationship Id="rId35" Type="http://schemas.openxmlformats.org/officeDocument/2006/relationships/customXml" Target="../ink/ink1943.xml"/><Relationship Id="rId56" Type="http://schemas.openxmlformats.org/officeDocument/2006/relationships/image" Target="../media/image1352.png"/><Relationship Id="rId77" Type="http://schemas.openxmlformats.org/officeDocument/2006/relationships/customXml" Target="../ink/ink1964.xml"/><Relationship Id="rId100" Type="http://schemas.openxmlformats.org/officeDocument/2006/relationships/image" Target="../media/image1374.png"/><Relationship Id="rId105" Type="http://schemas.openxmlformats.org/officeDocument/2006/relationships/customXml" Target="../ink/ink1978.xml"/><Relationship Id="rId126" Type="http://schemas.openxmlformats.org/officeDocument/2006/relationships/image" Target="../media/image1387.png"/><Relationship Id="rId147" Type="http://schemas.openxmlformats.org/officeDocument/2006/relationships/customXml" Target="../ink/ink1999.xml"/><Relationship Id="rId168" Type="http://schemas.openxmlformats.org/officeDocument/2006/relationships/image" Target="../media/image1408.png"/><Relationship Id="rId8" Type="http://schemas.openxmlformats.org/officeDocument/2006/relationships/image" Target="../media/image1328.png"/><Relationship Id="rId51" Type="http://schemas.openxmlformats.org/officeDocument/2006/relationships/customXml" Target="../ink/ink1951.xml"/><Relationship Id="rId72" Type="http://schemas.openxmlformats.org/officeDocument/2006/relationships/image" Target="../media/image1360.png"/><Relationship Id="rId93" Type="http://schemas.openxmlformats.org/officeDocument/2006/relationships/customXml" Target="../ink/ink1972.xml"/><Relationship Id="rId98" Type="http://schemas.openxmlformats.org/officeDocument/2006/relationships/image" Target="../media/image1373.png"/><Relationship Id="rId121" Type="http://schemas.openxmlformats.org/officeDocument/2006/relationships/customXml" Target="../ink/ink1986.xml"/><Relationship Id="rId142" Type="http://schemas.openxmlformats.org/officeDocument/2006/relationships/image" Target="../media/image1395.png"/><Relationship Id="rId163" Type="http://schemas.openxmlformats.org/officeDocument/2006/relationships/customXml" Target="../ink/ink2007.xml"/><Relationship Id="rId3" Type="http://schemas.openxmlformats.org/officeDocument/2006/relationships/customXml" Target="../ink/ink1927.xml"/><Relationship Id="rId25" Type="http://schemas.openxmlformats.org/officeDocument/2006/relationships/customXml" Target="../ink/ink1938.xml"/><Relationship Id="rId46" Type="http://schemas.openxmlformats.org/officeDocument/2006/relationships/image" Target="../media/image1347.png"/><Relationship Id="rId67" Type="http://schemas.openxmlformats.org/officeDocument/2006/relationships/customXml" Target="../ink/ink1959.xml"/><Relationship Id="rId116" Type="http://schemas.openxmlformats.org/officeDocument/2006/relationships/image" Target="../media/image1382.png"/><Relationship Id="rId137" Type="http://schemas.openxmlformats.org/officeDocument/2006/relationships/customXml" Target="../ink/ink1994.xml"/><Relationship Id="rId158" Type="http://schemas.openxmlformats.org/officeDocument/2006/relationships/image" Target="../media/image1403.png"/><Relationship Id="rId20" Type="http://schemas.openxmlformats.org/officeDocument/2006/relationships/image" Target="../media/image1334.png"/><Relationship Id="rId41" Type="http://schemas.openxmlformats.org/officeDocument/2006/relationships/customXml" Target="../ink/ink1946.xml"/><Relationship Id="rId62" Type="http://schemas.openxmlformats.org/officeDocument/2006/relationships/image" Target="../media/image1355.png"/><Relationship Id="rId83" Type="http://schemas.openxmlformats.org/officeDocument/2006/relationships/customXml" Target="../ink/ink1967.xml"/><Relationship Id="rId88" Type="http://schemas.openxmlformats.org/officeDocument/2006/relationships/image" Target="../media/image1368.png"/><Relationship Id="rId111" Type="http://schemas.openxmlformats.org/officeDocument/2006/relationships/customXml" Target="../ink/ink1981.xml"/><Relationship Id="rId132" Type="http://schemas.openxmlformats.org/officeDocument/2006/relationships/image" Target="../media/image1390.png"/><Relationship Id="rId153" Type="http://schemas.openxmlformats.org/officeDocument/2006/relationships/customXml" Target="../ink/ink2002.xml"/><Relationship Id="rId174" Type="http://schemas.openxmlformats.org/officeDocument/2006/relationships/image" Target="../media/image1411.png"/><Relationship Id="rId179" Type="http://schemas.openxmlformats.org/officeDocument/2006/relationships/customXml" Target="../ink/ink2015.xml"/><Relationship Id="rId15" Type="http://schemas.openxmlformats.org/officeDocument/2006/relationships/customXml" Target="../ink/ink1933.xml"/><Relationship Id="rId36" Type="http://schemas.openxmlformats.org/officeDocument/2006/relationships/image" Target="../media/image1342.png"/><Relationship Id="rId57" Type="http://schemas.openxmlformats.org/officeDocument/2006/relationships/customXml" Target="../ink/ink1954.xml"/><Relationship Id="rId106" Type="http://schemas.openxmlformats.org/officeDocument/2006/relationships/image" Target="../media/image1377.png"/><Relationship Id="rId127" Type="http://schemas.openxmlformats.org/officeDocument/2006/relationships/customXml" Target="../ink/ink1989.xml"/><Relationship Id="rId10" Type="http://schemas.openxmlformats.org/officeDocument/2006/relationships/image" Target="../media/image1329.png"/><Relationship Id="rId31" Type="http://schemas.openxmlformats.org/officeDocument/2006/relationships/customXml" Target="../ink/ink1941.xml"/><Relationship Id="rId52" Type="http://schemas.openxmlformats.org/officeDocument/2006/relationships/image" Target="../media/image1350.png"/><Relationship Id="rId73" Type="http://schemas.openxmlformats.org/officeDocument/2006/relationships/customXml" Target="../ink/ink1962.xml"/><Relationship Id="rId78" Type="http://schemas.openxmlformats.org/officeDocument/2006/relationships/image" Target="../media/image1363.png"/><Relationship Id="rId94" Type="http://schemas.openxmlformats.org/officeDocument/2006/relationships/image" Target="../media/image1371.png"/><Relationship Id="rId99" Type="http://schemas.openxmlformats.org/officeDocument/2006/relationships/customXml" Target="../ink/ink1975.xml"/><Relationship Id="rId101" Type="http://schemas.openxmlformats.org/officeDocument/2006/relationships/customXml" Target="../ink/ink1976.xml"/><Relationship Id="rId122" Type="http://schemas.openxmlformats.org/officeDocument/2006/relationships/image" Target="../media/image1385.png"/><Relationship Id="rId143" Type="http://schemas.openxmlformats.org/officeDocument/2006/relationships/customXml" Target="../ink/ink1997.xml"/><Relationship Id="rId148" Type="http://schemas.openxmlformats.org/officeDocument/2006/relationships/image" Target="../media/image1398.png"/><Relationship Id="rId164" Type="http://schemas.openxmlformats.org/officeDocument/2006/relationships/image" Target="../media/image1406.png"/><Relationship Id="rId169" Type="http://schemas.openxmlformats.org/officeDocument/2006/relationships/customXml" Target="../ink/ink2010.xml"/><Relationship Id="rId4" Type="http://schemas.openxmlformats.org/officeDocument/2006/relationships/image" Target="../media/image1326.png"/><Relationship Id="rId9" Type="http://schemas.openxmlformats.org/officeDocument/2006/relationships/customXml" Target="../ink/ink1930.xml"/><Relationship Id="rId180" Type="http://schemas.openxmlformats.org/officeDocument/2006/relationships/image" Target="../media/image1414.png"/><Relationship Id="rId26" Type="http://schemas.openxmlformats.org/officeDocument/2006/relationships/image" Target="../media/image1337.png"/><Relationship Id="rId47" Type="http://schemas.openxmlformats.org/officeDocument/2006/relationships/customXml" Target="../ink/ink1949.xml"/><Relationship Id="rId68" Type="http://schemas.openxmlformats.org/officeDocument/2006/relationships/image" Target="../media/image1358.png"/><Relationship Id="rId89" Type="http://schemas.openxmlformats.org/officeDocument/2006/relationships/customXml" Target="../ink/ink1970.xml"/><Relationship Id="rId112" Type="http://schemas.openxmlformats.org/officeDocument/2006/relationships/image" Target="../media/image1380.png"/><Relationship Id="rId133" Type="http://schemas.openxmlformats.org/officeDocument/2006/relationships/customXml" Target="../ink/ink1992.xml"/><Relationship Id="rId154" Type="http://schemas.openxmlformats.org/officeDocument/2006/relationships/image" Target="../media/image1401.png"/><Relationship Id="rId175" Type="http://schemas.openxmlformats.org/officeDocument/2006/relationships/customXml" Target="../ink/ink2013.xml"/><Relationship Id="rId16" Type="http://schemas.openxmlformats.org/officeDocument/2006/relationships/image" Target="../media/image1332.png"/><Relationship Id="rId37" Type="http://schemas.openxmlformats.org/officeDocument/2006/relationships/customXml" Target="../ink/ink1944.xml"/><Relationship Id="rId58" Type="http://schemas.openxmlformats.org/officeDocument/2006/relationships/image" Target="../media/image1353.png"/><Relationship Id="rId79" Type="http://schemas.openxmlformats.org/officeDocument/2006/relationships/customXml" Target="../ink/ink1965.xml"/><Relationship Id="rId102" Type="http://schemas.openxmlformats.org/officeDocument/2006/relationships/image" Target="../media/image1375.png"/><Relationship Id="rId123" Type="http://schemas.openxmlformats.org/officeDocument/2006/relationships/customXml" Target="../ink/ink1987.xml"/><Relationship Id="rId144" Type="http://schemas.openxmlformats.org/officeDocument/2006/relationships/image" Target="../media/image1396.png"/><Relationship Id="rId90" Type="http://schemas.openxmlformats.org/officeDocument/2006/relationships/image" Target="../media/image1369.png"/><Relationship Id="rId165" Type="http://schemas.openxmlformats.org/officeDocument/2006/relationships/customXml" Target="../ink/ink2008.xml"/><Relationship Id="rId27" Type="http://schemas.openxmlformats.org/officeDocument/2006/relationships/customXml" Target="../ink/ink1939.xml"/><Relationship Id="rId48" Type="http://schemas.openxmlformats.org/officeDocument/2006/relationships/image" Target="../media/image1348.png"/><Relationship Id="rId69" Type="http://schemas.openxmlformats.org/officeDocument/2006/relationships/customXml" Target="../ink/ink1960.xml"/><Relationship Id="rId113" Type="http://schemas.openxmlformats.org/officeDocument/2006/relationships/customXml" Target="../ink/ink1982.xml"/><Relationship Id="rId134" Type="http://schemas.openxmlformats.org/officeDocument/2006/relationships/image" Target="../media/image1391.png"/><Relationship Id="rId80" Type="http://schemas.openxmlformats.org/officeDocument/2006/relationships/image" Target="../media/image1364.png"/><Relationship Id="rId155" Type="http://schemas.openxmlformats.org/officeDocument/2006/relationships/customXml" Target="../ink/ink2003.xml"/><Relationship Id="rId176" Type="http://schemas.openxmlformats.org/officeDocument/2006/relationships/image" Target="../media/image1412.png"/><Relationship Id="rId17" Type="http://schemas.openxmlformats.org/officeDocument/2006/relationships/customXml" Target="../ink/ink1934.xml"/><Relationship Id="rId38" Type="http://schemas.openxmlformats.org/officeDocument/2006/relationships/image" Target="../media/image1343.png"/><Relationship Id="rId59" Type="http://schemas.openxmlformats.org/officeDocument/2006/relationships/customXml" Target="../ink/ink1955.xml"/><Relationship Id="rId103" Type="http://schemas.openxmlformats.org/officeDocument/2006/relationships/customXml" Target="../ink/ink1977.xml"/><Relationship Id="rId124" Type="http://schemas.openxmlformats.org/officeDocument/2006/relationships/image" Target="../media/image1386.png"/><Relationship Id="rId70" Type="http://schemas.openxmlformats.org/officeDocument/2006/relationships/image" Target="../media/image1359.png"/><Relationship Id="rId91" Type="http://schemas.openxmlformats.org/officeDocument/2006/relationships/customXml" Target="../ink/ink1971.xml"/><Relationship Id="rId145" Type="http://schemas.openxmlformats.org/officeDocument/2006/relationships/customXml" Target="../ink/ink1998.xml"/><Relationship Id="rId166" Type="http://schemas.openxmlformats.org/officeDocument/2006/relationships/image" Target="../media/image140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1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073.xml"/><Relationship Id="rId21" Type="http://schemas.openxmlformats.org/officeDocument/2006/relationships/customXml" Target="../ink/ink2025.xml"/><Relationship Id="rId63" Type="http://schemas.openxmlformats.org/officeDocument/2006/relationships/customXml" Target="../ink/ink2046.xml"/><Relationship Id="rId159" Type="http://schemas.openxmlformats.org/officeDocument/2006/relationships/customXml" Target="../ink/ink2094.xml"/><Relationship Id="rId170" Type="http://schemas.openxmlformats.org/officeDocument/2006/relationships/image" Target="../media/image1477.png"/><Relationship Id="rId226" Type="http://schemas.openxmlformats.org/officeDocument/2006/relationships/image" Target="../media/image1505.png"/><Relationship Id="rId268" Type="http://schemas.openxmlformats.org/officeDocument/2006/relationships/image" Target="../media/image1526.png"/><Relationship Id="rId32" Type="http://schemas.openxmlformats.org/officeDocument/2006/relationships/image" Target="../media/image14080.png"/><Relationship Id="rId74" Type="http://schemas.openxmlformats.org/officeDocument/2006/relationships/image" Target="../media/image1429.png"/><Relationship Id="rId128" Type="http://schemas.openxmlformats.org/officeDocument/2006/relationships/image" Target="../media/image1456.png"/><Relationship Id="rId5" Type="http://schemas.openxmlformats.org/officeDocument/2006/relationships/customXml" Target="../ink/ink2017.xml"/><Relationship Id="rId181" Type="http://schemas.openxmlformats.org/officeDocument/2006/relationships/customXml" Target="../ink/ink2105.xml"/><Relationship Id="rId237" Type="http://schemas.openxmlformats.org/officeDocument/2006/relationships/customXml" Target="../ink/ink2133.xml"/><Relationship Id="rId279" Type="http://schemas.openxmlformats.org/officeDocument/2006/relationships/customXml" Target="../ink/ink2154.xml"/><Relationship Id="rId22" Type="http://schemas.openxmlformats.org/officeDocument/2006/relationships/image" Target="../media/image14030.png"/><Relationship Id="rId43" Type="http://schemas.openxmlformats.org/officeDocument/2006/relationships/customXml" Target="../ink/ink2036.xml"/><Relationship Id="rId64" Type="http://schemas.openxmlformats.org/officeDocument/2006/relationships/image" Target="../media/image1424.png"/><Relationship Id="rId118" Type="http://schemas.openxmlformats.org/officeDocument/2006/relationships/image" Target="../media/image1451.png"/><Relationship Id="rId139" Type="http://schemas.openxmlformats.org/officeDocument/2006/relationships/customXml" Target="../ink/ink2084.xml"/><Relationship Id="rId85" Type="http://schemas.openxmlformats.org/officeDocument/2006/relationships/customXml" Target="../ink/ink2057.xml"/><Relationship Id="rId150" Type="http://schemas.openxmlformats.org/officeDocument/2006/relationships/image" Target="../media/image1467.png"/><Relationship Id="rId171" Type="http://schemas.openxmlformats.org/officeDocument/2006/relationships/customXml" Target="../ink/ink2100.xml"/><Relationship Id="rId192" Type="http://schemas.openxmlformats.org/officeDocument/2006/relationships/image" Target="../media/image1488.png"/><Relationship Id="rId206" Type="http://schemas.openxmlformats.org/officeDocument/2006/relationships/image" Target="../media/image1495.png"/><Relationship Id="rId227" Type="http://schemas.openxmlformats.org/officeDocument/2006/relationships/customXml" Target="../ink/ink2128.xml"/><Relationship Id="rId248" Type="http://schemas.openxmlformats.org/officeDocument/2006/relationships/image" Target="../media/image1516.png"/><Relationship Id="rId269" Type="http://schemas.openxmlformats.org/officeDocument/2006/relationships/customXml" Target="../ink/ink2149.xml"/><Relationship Id="rId12" Type="http://schemas.openxmlformats.org/officeDocument/2006/relationships/image" Target="../media/image13980.png"/><Relationship Id="rId33" Type="http://schemas.openxmlformats.org/officeDocument/2006/relationships/customXml" Target="../ink/ink2031.xml"/><Relationship Id="rId108" Type="http://schemas.openxmlformats.org/officeDocument/2006/relationships/image" Target="../media/image1446.png"/><Relationship Id="rId129" Type="http://schemas.openxmlformats.org/officeDocument/2006/relationships/customXml" Target="../ink/ink2079.xml"/><Relationship Id="rId280" Type="http://schemas.openxmlformats.org/officeDocument/2006/relationships/image" Target="../media/image1532.png"/><Relationship Id="rId54" Type="http://schemas.openxmlformats.org/officeDocument/2006/relationships/image" Target="../media/image1419.png"/><Relationship Id="rId75" Type="http://schemas.openxmlformats.org/officeDocument/2006/relationships/customXml" Target="../ink/ink2052.xml"/><Relationship Id="rId96" Type="http://schemas.openxmlformats.org/officeDocument/2006/relationships/image" Target="../media/image1440.png"/><Relationship Id="rId140" Type="http://schemas.openxmlformats.org/officeDocument/2006/relationships/image" Target="../media/image1462.png"/><Relationship Id="rId161" Type="http://schemas.openxmlformats.org/officeDocument/2006/relationships/customXml" Target="../ink/ink2095.xml"/><Relationship Id="rId182" Type="http://schemas.openxmlformats.org/officeDocument/2006/relationships/image" Target="../media/image1483.png"/><Relationship Id="rId217" Type="http://schemas.openxmlformats.org/officeDocument/2006/relationships/customXml" Target="../ink/ink2123.xml"/><Relationship Id="rId6" Type="http://schemas.openxmlformats.org/officeDocument/2006/relationships/image" Target="../media/image13950.png"/><Relationship Id="rId238" Type="http://schemas.openxmlformats.org/officeDocument/2006/relationships/image" Target="../media/image1511.png"/><Relationship Id="rId259" Type="http://schemas.openxmlformats.org/officeDocument/2006/relationships/customXml" Target="../ink/ink2144.xml"/><Relationship Id="rId23" Type="http://schemas.openxmlformats.org/officeDocument/2006/relationships/customXml" Target="../ink/ink2026.xml"/><Relationship Id="rId119" Type="http://schemas.openxmlformats.org/officeDocument/2006/relationships/customXml" Target="../ink/ink2074.xml"/><Relationship Id="rId270" Type="http://schemas.openxmlformats.org/officeDocument/2006/relationships/image" Target="../media/image1527.png"/><Relationship Id="rId44" Type="http://schemas.openxmlformats.org/officeDocument/2006/relationships/image" Target="../media/image14140.png"/><Relationship Id="rId65" Type="http://schemas.openxmlformats.org/officeDocument/2006/relationships/customXml" Target="../ink/ink2047.xml"/><Relationship Id="rId86" Type="http://schemas.openxmlformats.org/officeDocument/2006/relationships/image" Target="../media/image1435.png"/><Relationship Id="rId130" Type="http://schemas.openxmlformats.org/officeDocument/2006/relationships/image" Target="../media/image1457.png"/><Relationship Id="rId151" Type="http://schemas.openxmlformats.org/officeDocument/2006/relationships/customXml" Target="../ink/ink2090.xml"/><Relationship Id="rId172" Type="http://schemas.openxmlformats.org/officeDocument/2006/relationships/image" Target="../media/image1478.png"/><Relationship Id="rId193" Type="http://schemas.openxmlformats.org/officeDocument/2006/relationships/customXml" Target="../ink/ink2111.xml"/><Relationship Id="rId207" Type="http://schemas.openxmlformats.org/officeDocument/2006/relationships/customXml" Target="../ink/ink2118.xml"/><Relationship Id="rId228" Type="http://schemas.openxmlformats.org/officeDocument/2006/relationships/image" Target="../media/image1506.png"/><Relationship Id="rId249" Type="http://schemas.openxmlformats.org/officeDocument/2006/relationships/customXml" Target="../ink/ink2139.xml"/><Relationship Id="rId13" Type="http://schemas.openxmlformats.org/officeDocument/2006/relationships/customXml" Target="../ink/ink2021.xml"/><Relationship Id="rId109" Type="http://schemas.openxmlformats.org/officeDocument/2006/relationships/customXml" Target="../ink/ink2069.xml"/><Relationship Id="rId260" Type="http://schemas.openxmlformats.org/officeDocument/2006/relationships/image" Target="../media/image1522.png"/><Relationship Id="rId281" Type="http://schemas.openxmlformats.org/officeDocument/2006/relationships/customXml" Target="../ink/ink2155.xml"/><Relationship Id="rId34" Type="http://schemas.openxmlformats.org/officeDocument/2006/relationships/image" Target="../media/image14090.png"/><Relationship Id="rId55" Type="http://schemas.openxmlformats.org/officeDocument/2006/relationships/customXml" Target="../ink/ink2042.xml"/><Relationship Id="rId76" Type="http://schemas.openxmlformats.org/officeDocument/2006/relationships/image" Target="../media/image1430.png"/><Relationship Id="rId97" Type="http://schemas.openxmlformats.org/officeDocument/2006/relationships/customXml" Target="../ink/ink2063.xml"/><Relationship Id="rId120" Type="http://schemas.openxmlformats.org/officeDocument/2006/relationships/image" Target="../media/image1452.png"/><Relationship Id="rId141" Type="http://schemas.openxmlformats.org/officeDocument/2006/relationships/customXml" Target="../ink/ink2085.xml"/><Relationship Id="rId7" Type="http://schemas.openxmlformats.org/officeDocument/2006/relationships/customXml" Target="../ink/ink2018.xml"/><Relationship Id="rId162" Type="http://schemas.openxmlformats.org/officeDocument/2006/relationships/image" Target="../media/image1473.png"/><Relationship Id="rId183" Type="http://schemas.openxmlformats.org/officeDocument/2006/relationships/customXml" Target="../ink/ink2106.xml"/><Relationship Id="rId218" Type="http://schemas.openxmlformats.org/officeDocument/2006/relationships/image" Target="../media/image1501.png"/><Relationship Id="rId239" Type="http://schemas.openxmlformats.org/officeDocument/2006/relationships/customXml" Target="../ink/ink2134.xml"/><Relationship Id="rId250" Type="http://schemas.openxmlformats.org/officeDocument/2006/relationships/image" Target="../media/image1517.png"/><Relationship Id="rId271" Type="http://schemas.openxmlformats.org/officeDocument/2006/relationships/customXml" Target="../ink/ink2150.xml"/><Relationship Id="rId24" Type="http://schemas.openxmlformats.org/officeDocument/2006/relationships/image" Target="../media/image14040.png"/><Relationship Id="rId45" Type="http://schemas.openxmlformats.org/officeDocument/2006/relationships/customXml" Target="../ink/ink2037.xml"/><Relationship Id="rId66" Type="http://schemas.openxmlformats.org/officeDocument/2006/relationships/image" Target="../media/image1425.png"/><Relationship Id="rId87" Type="http://schemas.openxmlformats.org/officeDocument/2006/relationships/customXml" Target="../ink/ink2058.xml"/><Relationship Id="rId110" Type="http://schemas.openxmlformats.org/officeDocument/2006/relationships/image" Target="../media/image1447.png"/><Relationship Id="rId131" Type="http://schemas.openxmlformats.org/officeDocument/2006/relationships/customXml" Target="../ink/ink2080.xml"/><Relationship Id="rId152" Type="http://schemas.openxmlformats.org/officeDocument/2006/relationships/image" Target="../media/image1468.png"/><Relationship Id="rId173" Type="http://schemas.openxmlformats.org/officeDocument/2006/relationships/customXml" Target="../ink/ink2101.xml"/><Relationship Id="rId194" Type="http://schemas.openxmlformats.org/officeDocument/2006/relationships/image" Target="../media/image1489.png"/><Relationship Id="rId208" Type="http://schemas.openxmlformats.org/officeDocument/2006/relationships/image" Target="../media/image1496.png"/><Relationship Id="rId229" Type="http://schemas.openxmlformats.org/officeDocument/2006/relationships/customXml" Target="../ink/ink2129.xml"/><Relationship Id="rId240" Type="http://schemas.openxmlformats.org/officeDocument/2006/relationships/image" Target="../media/image1512.png"/><Relationship Id="rId261" Type="http://schemas.openxmlformats.org/officeDocument/2006/relationships/customXml" Target="../ink/ink2145.xml"/><Relationship Id="rId14" Type="http://schemas.openxmlformats.org/officeDocument/2006/relationships/image" Target="../media/image13990.png"/><Relationship Id="rId35" Type="http://schemas.openxmlformats.org/officeDocument/2006/relationships/customXml" Target="../ink/ink2032.xml"/><Relationship Id="rId56" Type="http://schemas.openxmlformats.org/officeDocument/2006/relationships/image" Target="../media/image1420.png"/><Relationship Id="rId77" Type="http://schemas.openxmlformats.org/officeDocument/2006/relationships/customXml" Target="../ink/ink2053.xml"/><Relationship Id="rId100" Type="http://schemas.openxmlformats.org/officeDocument/2006/relationships/image" Target="../media/image1442.png"/><Relationship Id="rId282" Type="http://schemas.openxmlformats.org/officeDocument/2006/relationships/image" Target="../media/image1533.png"/><Relationship Id="rId8" Type="http://schemas.openxmlformats.org/officeDocument/2006/relationships/image" Target="../media/image13960.png"/><Relationship Id="rId98" Type="http://schemas.openxmlformats.org/officeDocument/2006/relationships/image" Target="../media/image1441.png"/><Relationship Id="rId121" Type="http://schemas.openxmlformats.org/officeDocument/2006/relationships/customXml" Target="../ink/ink2075.xml"/><Relationship Id="rId142" Type="http://schemas.openxmlformats.org/officeDocument/2006/relationships/image" Target="../media/image1463.png"/><Relationship Id="rId163" Type="http://schemas.openxmlformats.org/officeDocument/2006/relationships/customXml" Target="../ink/ink2096.xml"/><Relationship Id="rId184" Type="http://schemas.openxmlformats.org/officeDocument/2006/relationships/image" Target="../media/image1484.png"/><Relationship Id="rId219" Type="http://schemas.openxmlformats.org/officeDocument/2006/relationships/customXml" Target="../ink/ink2124.xml"/><Relationship Id="rId230" Type="http://schemas.openxmlformats.org/officeDocument/2006/relationships/image" Target="../media/image1507.png"/><Relationship Id="rId251" Type="http://schemas.openxmlformats.org/officeDocument/2006/relationships/customXml" Target="../ink/ink2140.xml"/><Relationship Id="rId25" Type="http://schemas.openxmlformats.org/officeDocument/2006/relationships/customXml" Target="../ink/ink2027.xml"/><Relationship Id="rId46" Type="http://schemas.openxmlformats.org/officeDocument/2006/relationships/image" Target="../media/image14150.png"/><Relationship Id="rId67" Type="http://schemas.openxmlformats.org/officeDocument/2006/relationships/customXml" Target="../ink/ink2048.xml"/><Relationship Id="rId272" Type="http://schemas.openxmlformats.org/officeDocument/2006/relationships/image" Target="../media/image1528.png"/><Relationship Id="rId88" Type="http://schemas.openxmlformats.org/officeDocument/2006/relationships/image" Target="../media/image1436.png"/><Relationship Id="rId111" Type="http://schemas.openxmlformats.org/officeDocument/2006/relationships/customXml" Target="../ink/ink2070.xml"/><Relationship Id="rId132" Type="http://schemas.openxmlformats.org/officeDocument/2006/relationships/image" Target="../media/image1458.png"/><Relationship Id="rId153" Type="http://schemas.openxmlformats.org/officeDocument/2006/relationships/customXml" Target="../ink/ink2091.xml"/><Relationship Id="rId174" Type="http://schemas.openxmlformats.org/officeDocument/2006/relationships/image" Target="../media/image1479.png"/><Relationship Id="rId195" Type="http://schemas.openxmlformats.org/officeDocument/2006/relationships/customXml" Target="../ink/ink2112.xml"/><Relationship Id="rId209" Type="http://schemas.openxmlformats.org/officeDocument/2006/relationships/customXml" Target="../ink/ink2119.xml"/><Relationship Id="rId220" Type="http://schemas.openxmlformats.org/officeDocument/2006/relationships/image" Target="../media/image1502.png"/><Relationship Id="rId241" Type="http://schemas.openxmlformats.org/officeDocument/2006/relationships/customXml" Target="../ink/ink2135.xml"/><Relationship Id="rId15" Type="http://schemas.openxmlformats.org/officeDocument/2006/relationships/customXml" Target="../ink/ink2022.xml"/><Relationship Id="rId36" Type="http://schemas.openxmlformats.org/officeDocument/2006/relationships/image" Target="../media/image14101.png"/><Relationship Id="rId57" Type="http://schemas.openxmlformats.org/officeDocument/2006/relationships/customXml" Target="../ink/ink2043.xml"/><Relationship Id="rId262" Type="http://schemas.openxmlformats.org/officeDocument/2006/relationships/image" Target="../media/image1523.png"/><Relationship Id="rId78" Type="http://schemas.openxmlformats.org/officeDocument/2006/relationships/image" Target="../media/image1431.png"/><Relationship Id="rId99" Type="http://schemas.openxmlformats.org/officeDocument/2006/relationships/customXml" Target="../ink/ink2064.xml"/><Relationship Id="rId101" Type="http://schemas.openxmlformats.org/officeDocument/2006/relationships/customXml" Target="../ink/ink2065.xml"/><Relationship Id="rId122" Type="http://schemas.openxmlformats.org/officeDocument/2006/relationships/image" Target="../media/image1453.png"/><Relationship Id="rId143" Type="http://schemas.openxmlformats.org/officeDocument/2006/relationships/customXml" Target="../ink/ink2086.xml"/><Relationship Id="rId164" Type="http://schemas.openxmlformats.org/officeDocument/2006/relationships/image" Target="../media/image1474.png"/><Relationship Id="rId185" Type="http://schemas.openxmlformats.org/officeDocument/2006/relationships/customXml" Target="../ink/ink2107.xml"/><Relationship Id="rId9" Type="http://schemas.openxmlformats.org/officeDocument/2006/relationships/customXml" Target="../ink/ink2019.xml"/><Relationship Id="rId210" Type="http://schemas.openxmlformats.org/officeDocument/2006/relationships/image" Target="../media/image1497.png"/><Relationship Id="rId26" Type="http://schemas.openxmlformats.org/officeDocument/2006/relationships/image" Target="../media/image14050.png"/><Relationship Id="rId231" Type="http://schemas.openxmlformats.org/officeDocument/2006/relationships/customXml" Target="../ink/ink2130.xml"/><Relationship Id="rId252" Type="http://schemas.openxmlformats.org/officeDocument/2006/relationships/image" Target="../media/image1518.png"/><Relationship Id="rId273" Type="http://schemas.openxmlformats.org/officeDocument/2006/relationships/customXml" Target="../ink/ink2151.xml"/><Relationship Id="rId47" Type="http://schemas.openxmlformats.org/officeDocument/2006/relationships/customXml" Target="../ink/ink2038.xml"/><Relationship Id="rId68" Type="http://schemas.openxmlformats.org/officeDocument/2006/relationships/image" Target="../media/image1426.png"/><Relationship Id="rId89" Type="http://schemas.openxmlformats.org/officeDocument/2006/relationships/customXml" Target="../ink/ink2059.xml"/><Relationship Id="rId112" Type="http://schemas.openxmlformats.org/officeDocument/2006/relationships/image" Target="../media/image1448.png"/><Relationship Id="rId133" Type="http://schemas.openxmlformats.org/officeDocument/2006/relationships/customXml" Target="../ink/ink2081.xml"/><Relationship Id="rId154" Type="http://schemas.openxmlformats.org/officeDocument/2006/relationships/image" Target="../media/image1469.png"/><Relationship Id="rId175" Type="http://schemas.openxmlformats.org/officeDocument/2006/relationships/customXml" Target="../ink/ink2102.xml"/><Relationship Id="rId196" Type="http://schemas.openxmlformats.org/officeDocument/2006/relationships/image" Target="../media/image1490.png"/><Relationship Id="rId200" Type="http://schemas.openxmlformats.org/officeDocument/2006/relationships/image" Target="../media/image1492.png"/><Relationship Id="rId16" Type="http://schemas.openxmlformats.org/officeDocument/2006/relationships/image" Target="../media/image14000.png"/><Relationship Id="rId221" Type="http://schemas.openxmlformats.org/officeDocument/2006/relationships/customXml" Target="../ink/ink2125.xml"/><Relationship Id="rId242" Type="http://schemas.openxmlformats.org/officeDocument/2006/relationships/image" Target="../media/image1513.png"/><Relationship Id="rId263" Type="http://schemas.openxmlformats.org/officeDocument/2006/relationships/customXml" Target="../ink/ink2146.xml"/><Relationship Id="rId37" Type="http://schemas.openxmlformats.org/officeDocument/2006/relationships/customXml" Target="../ink/ink2033.xml"/><Relationship Id="rId58" Type="http://schemas.openxmlformats.org/officeDocument/2006/relationships/image" Target="../media/image1421.png"/><Relationship Id="rId79" Type="http://schemas.openxmlformats.org/officeDocument/2006/relationships/customXml" Target="../ink/ink2054.xml"/><Relationship Id="rId102" Type="http://schemas.openxmlformats.org/officeDocument/2006/relationships/image" Target="../media/image1443.png"/><Relationship Id="rId123" Type="http://schemas.openxmlformats.org/officeDocument/2006/relationships/customXml" Target="../ink/ink2076.xml"/><Relationship Id="rId144" Type="http://schemas.openxmlformats.org/officeDocument/2006/relationships/image" Target="../media/image1464.png"/><Relationship Id="rId90" Type="http://schemas.openxmlformats.org/officeDocument/2006/relationships/image" Target="../media/image1437.png"/><Relationship Id="rId165" Type="http://schemas.openxmlformats.org/officeDocument/2006/relationships/customXml" Target="../ink/ink2097.xml"/><Relationship Id="rId186" Type="http://schemas.openxmlformats.org/officeDocument/2006/relationships/image" Target="../media/image1485.png"/><Relationship Id="rId211" Type="http://schemas.openxmlformats.org/officeDocument/2006/relationships/customXml" Target="../ink/ink2120.xml"/><Relationship Id="rId232" Type="http://schemas.openxmlformats.org/officeDocument/2006/relationships/image" Target="../media/image1508.png"/><Relationship Id="rId253" Type="http://schemas.openxmlformats.org/officeDocument/2006/relationships/customXml" Target="../ink/ink2141.xml"/><Relationship Id="rId274" Type="http://schemas.openxmlformats.org/officeDocument/2006/relationships/image" Target="../media/image1529.png"/><Relationship Id="rId27" Type="http://schemas.openxmlformats.org/officeDocument/2006/relationships/customXml" Target="../ink/ink2028.xml"/><Relationship Id="rId48" Type="http://schemas.openxmlformats.org/officeDocument/2006/relationships/image" Target="../media/image14160.png"/><Relationship Id="rId69" Type="http://schemas.openxmlformats.org/officeDocument/2006/relationships/customXml" Target="../ink/ink2049.xml"/><Relationship Id="rId113" Type="http://schemas.openxmlformats.org/officeDocument/2006/relationships/customXml" Target="../ink/ink2071.xml"/><Relationship Id="rId134" Type="http://schemas.openxmlformats.org/officeDocument/2006/relationships/image" Target="../media/image1459.png"/><Relationship Id="rId80" Type="http://schemas.openxmlformats.org/officeDocument/2006/relationships/image" Target="../media/image1432.png"/><Relationship Id="rId155" Type="http://schemas.openxmlformats.org/officeDocument/2006/relationships/customXml" Target="../ink/ink2092.xml"/><Relationship Id="rId176" Type="http://schemas.openxmlformats.org/officeDocument/2006/relationships/image" Target="../media/image1480.png"/><Relationship Id="rId197" Type="http://schemas.openxmlformats.org/officeDocument/2006/relationships/customXml" Target="../ink/ink2113.xml"/><Relationship Id="rId201" Type="http://schemas.openxmlformats.org/officeDocument/2006/relationships/customXml" Target="../ink/ink2115.xml"/><Relationship Id="rId222" Type="http://schemas.openxmlformats.org/officeDocument/2006/relationships/image" Target="../media/image1503.png"/><Relationship Id="rId243" Type="http://schemas.openxmlformats.org/officeDocument/2006/relationships/customXml" Target="../ink/ink2136.xml"/><Relationship Id="rId264" Type="http://schemas.openxmlformats.org/officeDocument/2006/relationships/image" Target="../media/image1524.png"/><Relationship Id="rId17" Type="http://schemas.openxmlformats.org/officeDocument/2006/relationships/customXml" Target="../ink/ink2023.xml"/><Relationship Id="rId38" Type="http://schemas.openxmlformats.org/officeDocument/2006/relationships/image" Target="../media/image14110.png"/><Relationship Id="rId59" Type="http://schemas.openxmlformats.org/officeDocument/2006/relationships/customXml" Target="../ink/ink2044.xml"/><Relationship Id="rId103" Type="http://schemas.openxmlformats.org/officeDocument/2006/relationships/customXml" Target="../ink/ink2066.xml"/><Relationship Id="rId124" Type="http://schemas.openxmlformats.org/officeDocument/2006/relationships/image" Target="../media/image1454.png"/><Relationship Id="rId70" Type="http://schemas.openxmlformats.org/officeDocument/2006/relationships/image" Target="../media/image1427.png"/><Relationship Id="rId91" Type="http://schemas.openxmlformats.org/officeDocument/2006/relationships/customXml" Target="../ink/ink2060.xml"/><Relationship Id="rId145" Type="http://schemas.openxmlformats.org/officeDocument/2006/relationships/customXml" Target="../ink/ink2087.xml"/><Relationship Id="rId166" Type="http://schemas.openxmlformats.org/officeDocument/2006/relationships/image" Target="../media/image1475.png"/><Relationship Id="rId187" Type="http://schemas.openxmlformats.org/officeDocument/2006/relationships/customXml" Target="../ink/ink2108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1498.png"/><Relationship Id="rId233" Type="http://schemas.openxmlformats.org/officeDocument/2006/relationships/customXml" Target="../ink/ink2131.xml"/><Relationship Id="rId254" Type="http://schemas.openxmlformats.org/officeDocument/2006/relationships/image" Target="../media/image1519.png"/><Relationship Id="rId28" Type="http://schemas.openxmlformats.org/officeDocument/2006/relationships/image" Target="../media/image14060.png"/><Relationship Id="rId49" Type="http://schemas.openxmlformats.org/officeDocument/2006/relationships/customXml" Target="../ink/ink2039.xml"/><Relationship Id="rId114" Type="http://schemas.openxmlformats.org/officeDocument/2006/relationships/image" Target="../media/image1449.png"/><Relationship Id="rId275" Type="http://schemas.openxmlformats.org/officeDocument/2006/relationships/customXml" Target="../ink/ink2152.xml"/><Relationship Id="rId60" Type="http://schemas.openxmlformats.org/officeDocument/2006/relationships/image" Target="../media/image1422.png"/><Relationship Id="rId81" Type="http://schemas.openxmlformats.org/officeDocument/2006/relationships/customXml" Target="../ink/ink2055.xml"/><Relationship Id="rId135" Type="http://schemas.openxmlformats.org/officeDocument/2006/relationships/customXml" Target="../ink/ink2082.xml"/><Relationship Id="rId156" Type="http://schemas.openxmlformats.org/officeDocument/2006/relationships/image" Target="../media/image1470.png"/><Relationship Id="rId177" Type="http://schemas.openxmlformats.org/officeDocument/2006/relationships/customXml" Target="../ink/ink2103.xml"/><Relationship Id="rId198" Type="http://schemas.openxmlformats.org/officeDocument/2006/relationships/image" Target="../media/image1491.png"/><Relationship Id="rId202" Type="http://schemas.openxmlformats.org/officeDocument/2006/relationships/image" Target="../media/image1493.png"/><Relationship Id="rId223" Type="http://schemas.openxmlformats.org/officeDocument/2006/relationships/customXml" Target="../ink/ink2126.xml"/><Relationship Id="rId244" Type="http://schemas.openxmlformats.org/officeDocument/2006/relationships/image" Target="../media/image1514.png"/><Relationship Id="rId18" Type="http://schemas.openxmlformats.org/officeDocument/2006/relationships/image" Target="../media/image14010.png"/><Relationship Id="rId39" Type="http://schemas.openxmlformats.org/officeDocument/2006/relationships/customXml" Target="../ink/ink2034.xml"/><Relationship Id="rId265" Type="http://schemas.openxmlformats.org/officeDocument/2006/relationships/customXml" Target="../ink/ink2147.xml"/><Relationship Id="rId50" Type="http://schemas.openxmlformats.org/officeDocument/2006/relationships/image" Target="../media/image1417.png"/><Relationship Id="rId104" Type="http://schemas.openxmlformats.org/officeDocument/2006/relationships/image" Target="../media/image1444.png"/><Relationship Id="rId125" Type="http://schemas.openxmlformats.org/officeDocument/2006/relationships/customXml" Target="../ink/ink2077.xml"/><Relationship Id="rId146" Type="http://schemas.openxmlformats.org/officeDocument/2006/relationships/image" Target="../media/image1465.png"/><Relationship Id="rId167" Type="http://schemas.openxmlformats.org/officeDocument/2006/relationships/customXml" Target="../ink/ink2098.xml"/><Relationship Id="rId188" Type="http://schemas.openxmlformats.org/officeDocument/2006/relationships/image" Target="../media/image1486.png"/><Relationship Id="rId71" Type="http://schemas.openxmlformats.org/officeDocument/2006/relationships/customXml" Target="../ink/ink2050.xml"/><Relationship Id="rId92" Type="http://schemas.openxmlformats.org/officeDocument/2006/relationships/image" Target="../media/image1438.png"/><Relationship Id="rId213" Type="http://schemas.openxmlformats.org/officeDocument/2006/relationships/customXml" Target="../ink/ink2121.xml"/><Relationship Id="rId234" Type="http://schemas.openxmlformats.org/officeDocument/2006/relationships/image" Target="../media/image1509.png"/><Relationship Id="rId2" Type="http://schemas.openxmlformats.org/officeDocument/2006/relationships/image" Target="../media/image1416.png"/><Relationship Id="rId29" Type="http://schemas.openxmlformats.org/officeDocument/2006/relationships/customXml" Target="../ink/ink2029.xml"/><Relationship Id="rId255" Type="http://schemas.openxmlformats.org/officeDocument/2006/relationships/customXml" Target="../ink/ink2142.xml"/><Relationship Id="rId276" Type="http://schemas.openxmlformats.org/officeDocument/2006/relationships/image" Target="../media/image1530.png"/><Relationship Id="rId40" Type="http://schemas.openxmlformats.org/officeDocument/2006/relationships/image" Target="../media/image14120.png"/><Relationship Id="rId115" Type="http://schemas.openxmlformats.org/officeDocument/2006/relationships/customXml" Target="../ink/ink2072.xml"/><Relationship Id="rId136" Type="http://schemas.openxmlformats.org/officeDocument/2006/relationships/image" Target="../media/image1460.png"/><Relationship Id="rId157" Type="http://schemas.openxmlformats.org/officeDocument/2006/relationships/customXml" Target="../ink/ink2093.xml"/><Relationship Id="rId178" Type="http://schemas.openxmlformats.org/officeDocument/2006/relationships/image" Target="../media/image1481.png"/><Relationship Id="rId61" Type="http://schemas.openxmlformats.org/officeDocument/2006/relationships/customXml" Target="../ink/ink2045.xml"/><Relationship Id="rId82" Type="http://schemas.openxmlformats.org/officeDocument/2006/relationships/image" Target="../media/image1433.png"/><Relationship Id="rId199" Type="http://schemas.openxmlformats.org/officeDocument/2006/relationships/customXml" Target="../ink/ink2114.xml"/><Relationship Id="rId203" Type="http://schemas.openxmlformats.org/officeDocument/2006/relationships/customXml" Target="../ink/ink2116.xml"/><Relationship Id="rId19" Type="http://schemas.openxmlformats.org/officeDocument/2006/relationships/customXml" Target="../ink/ink2024.xml"/><Relationship Id="rId224" Type="http://schemas.openxmlformats.org/officeDocument/2006/relationships/image" Target="../media/image1504.png"/><Relationship Id="rId245" Type="http://schemas.openxmlformats.org/officeDocument/2006/relationships/customXml" Target="../ink/ink2137.xml"/><Relationship Id="rId266" Type="http://schemas.openxmlformats.org/officeDocument/2006/relationships/image" Target="../media/image1525.png"/><Relationship Id="rId30" Type="http://schemas.openxmlformats.org/officeDocument/2006/relationships/image" Target="../media/image14070.png"/><Relationship Id="rId105" Type="http://schemas.openxmlformats.org/officeDocument/2006/relationships/customXml" Target="../ink/ink2067.xml"/><Relationship Id="rId126" Type="http://schemas.openxmlformats.org/officeDocument/2006/relationships/image" Target="../media/image1455.png"/><Relationship Id="rId147" Type="http://schemas.openxmlformats.org/officeDocument/2006/relationships/customXml" Target="../ink/ink2088.xml"/><Relationship Id="rId168" Type="http://schemas.openxmlformats.org/officeDocument/2006/relationships/image" Target="../media/image1476.png"/><Relationship Id="rId51" Type="http://schemas.openxmlformats.org/officeDocument/2006/relationships/customXml" Target="../ink/ink2040.xml"/><Relationship Id="rId72" Type="http://schemas.openxmlformats.org/officeDocument/2006/relationships/image" Target="../media/image1428.png"/><Relationship Id="rId93" Type="http://schemas.openxmlformats.org/officeDocument/2006/relationships/customXml" Target="../ink/ink2061.xml"/><Relationship Id="rId189" Type="http://schemas.openxmlformats.org/officeDocument/2006/relationships/customXml" Target="../ink/ink2109.xml"/><Relationship Id="rId3" Type="http://schemas.openxmlformats.org/officeDocument/2006/relationships/customXml" Target="../ink/ink2016.xml"/><Relationship Id="rId214" Type="http://schemas.openxmlformats.org/officeDocument/2006/relationships/image" Target="../media/image1499.png"/><Relationship Id="rId235" Type="http://schemas.openxmlformats.org/officeDocument/2006/relationships/customXml" Target="../ink/ink2132.xml"/><Relationship Id="rId256" Type="http://schemas.openxmlformats.org/officeDocument/2006/relationships/image" Target="../media/image1520.png"/><Relationship Id="rId277" Type="http://schemas.openxmlformats.org/officeDocument/2006/relationships/customXml" Target="../ink/ink2153.xml"/><Relationship Id="rId116" Type="http://schemas.openxmlformats.org/officeDocument/2006/relationships/image" Target="../media/image1450.png"/><Relationship Id="rId137" Type="http://schemas.openxmlformats.org/officeDocument/2006/relationships/customXml" Target="../ink/ink2083.xml"/><Relationship Id="rId158" Type="http://schemas.openxmlformats.org/officeDocument/2006/relationships/image" Target="../media/image1471.png"/><Relationship Id="rId20" Type="http://schemas.openxmlformats.org/officeDocument/2006/relationships/image" Target="../media/image14020.png"/><Relationship Id="rId41" Type="http://schemas.openxmlformats.org/officeDocument/2006/relationships/customXml" Target="../ink/ink2035.xml"/><Relationship Id="rId62" Type="http://schemas.openxmlformats.org/officeDocument/2006/relationships/image" Target="../media/image1423.png"/><Relationship Id="rId83" Type="http://schemas.openxmlformats.org/officeDocument/2006/relationships/customXml" Target="../ink/ink2056.xml"/><Relationship Id="rId179" Type="http://schemas.openxmlformats.org/officeDocument/2006/relationships/customXml" Target="../ink/ink2104.xml"/><Relationship Id="rId190" Type="http://schemas.openxmlformats.org/officeDocument/2006/relationships/image" Target="../media/image1487.png"/><Relationship Id="rId204" Type="http://schemas.openxmlformats.org/officeDocument/2006/relationships/image" Target="../media/image1494.png"/><Relationship Id="rId225" Type="http://schemas.openxmlformats.org/officeDocument/2006/relationships/customXml" Target="../ink/ink2127.xml"/><Relationship Id="rId246" Type="http://schemas.openxmlformats.org/officeDocument/2006/relationships/image" Target="../media/image1515.png"/><Relationship Id="rId267" Type="http://schemas.openxmlformats.org/officeDocument/2006/relationships/customXml" Target="../ink/ink2148.xml"/><Relationship Id="rId106" Type="http://schemas.openxmlformats.org/officeDocument/2006/relationships/image" Target="../media/image1445.png"/><Relationship Id="rId127" Type="http://schemas.openxmlformats.org/officeDocument/2006/relationships/customXml" Target="../ink/ink2078.xml"/><Relationship Id="rId10" Type="http://schemas.openxmlformats.org/officeDocument/2006/relationships/image" Target="../media/image13970.png"/><Relationship Id="rId31" Type="http://schemas.openxmlformats.org/officeDocument/2006/relationships/customXml" Target="../ink/ink2030.xml"/><Relationship Id="rId52" Type="http://schemas.openxmlformats.org/officeDocument/2006/relationships/image" Target="../media/image1418.png"/><Relationship Id="rId73" Type="http://schemas.openxmlformats.org/officeDocument/2006/relationships/customXml" Target="../ink/ink2051.xml"/><Relationship Id="rId94" Type="http://schemas.openxmlformats.org/officeDocument/2006/relationships/image" Target="../media/image1439.png"/><Relationship Id="rId148" Type="http://schemas.openxmlformats.org/officeDocument/2006/relationships/image" Target="../media/image1466.png"/><Relationship Id="rId169" Type="http://schemas.openxmlformats.org/officeDocument/2006/relationships/customXml" Target="../ink/ink2099.xml"/><Relationship Id="rId4" Type="http://schemas.openxmlformats.org/officeDocument/2006/relationships/image" Target="../media/image13940.png"/><Relationship Id="rId180" Type="http://schemas.openxmlformats.org/officeDocument/2006/relationships/image" Target="../media/image1482.png"/><Relationship Id="rId215" Type="http://schemas.openxmlformats.org/officeDocument/2006/relationships/customXml" Target="../ink/ink2122.xml"/><Relationship Id="rId236" Type="http://schemas.openxmlformats.org/officeDocument/2006/relationships/image" Target="../media/image1510.png"/><Relationship Id="rId257" Type="http://schemas.openxmlformats.org/officeDocument/2006/relationships/customXml" Target="../ink/ink2143.xml"/><Relationship Id="rId278" Type="http://schemas.openxmlformats.org/officeDocument/2006/relationships/image" Target="../media/image1531.png"/><Relationship Id="rId42" Type="http://schemas.openxmlformats.org/officeDocument/2006/relationships/image" Target="../media/image14130.png"/><Relationship Id="rId84" Type="http://schemas.openxmlformats.org/officeDocument/2006/relationships/image" Target="../media/image1434.png"/><Relationship Id="rId138" Type="http://schemas.openxmlformats.org/officeDocument/2006/relationships/image" Target="../media/image1461.png"/><Relationship Id="rId191" Type="http://schemas.openxmlformats.org/officeDocument/2006/relationships/customXml" Target="../ink/ink2110.xml"/><Relationship Id="rId205" Type="http://schemas.openxmlformats.org/officeDocument/2006/relationships/customXml" Target="../ink/ink2117.xml"/><Relationship Id="rId247" Type="http://schemas.openxmlformats.org/officeDocument/2006/relationships/customXml" Target="../ink/ink2138.xml"/><Relationship Id="rId107" Type="http://schemas.openxmlformats.org/officeDocument/2006/relationships/customXml" Target="../ink/ink2068.xml"/><Relationship Id="rId11" Type="http://schemas.openxmlformats.org/officeDocument/2006/relationships/customXml" Target="../ink/ink2020.xml"/><Relationship Id="rId53" Type="http://schemas.openxmlformats.org/officeDocument/2006/relationships/customXml" Target="../ink/ink2041.xml"/><Relationship Id="rId149" Type="http://schemas.openxmlformats.org/officeDocument/2006/relationships/customXml" Target="../ink/ink2089.xml"/><Relationship Id="rId95" Type="http://schemas.openxmlformats.org/officeDocument/2006/relationships/customXml" Target="../ink/ink2062.xml"/><Relationship Id="rId160" Type="http://schemas.openxmlformats.org/officeDocument/2006/relationships/image" Target="../media/image1472.png"/><Relationship Id="rId216" Type="http://schemas.openxmlformats.org/officeDocument/2006/relationships/image" Target="../media/image1500.png"/><Relationship Id="rId258" Type="http://schemas.openxmlformats.org/officeDocument/2006/relationships/image" Target="../media/image1521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240.png"/><Relationship Id="rId13" Type="http://schemas.openxmlformats.org/officeDocument/2006/relationships/customXml" Target="../ink/ink2161.xml"/><Relationship Id="rId18" Type="http://schemas.openxmlformats.org/officeDocument/2006/relationships/image" Target="../media/image14290.png"/><Relationship Id="rId3" Type="http://schemas.openxmlformats.org/officeDocument/2006/relationships/customXml" Target="../ink/ink2156.xml"/><Relationship Id="rId7" Type="http://schemas.openxmlformats.org/officeDocument/2006/relationships/customXml" Target="../ink/ink2158.xml"/><Relationship Id="rId12" Type="http://schemas.openxmlformats.org/officeDocument/2006/relationships/image" Target="../media/image14260.png"/><Relationship Id="rId17" Type="http://schemas.openxmlformats.org/officeDocument/2006/relationships/customXml" Target="../ink/ink2163.xml"/><Relationship Id="rId2" Type="http://schemas.openxmlformats.org/officeDocument/2006/relationships/image" Target="../media/image1416.png"/><Relationship Id="rId16" Type="http://schemas.openxmlformats.org/officeDocument/2006/relationships/image" Target="../media/image14280.png"/><Relationship Id="rId20" Type="http://schemas.openxmlformats.org/officeDocument/2006/relationships/image" Target="../media/image143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230.png"/><Relationship Id="rId11" Type="http://schemas.openxmlformats.org/officeDocument/2006/relationships/customXml" Target="../ink/ink2160.xml"/><Relationship Id="rId5" Type="http://schemas.openxmlformats.org/officeDocument/2006/relationships/customXml" Target="../ink/ink2157.xml"/><Relationship Id="rId15" Type="http://schemas.openxmlformats.org/officeDocument/2006/relationships/customXml" Target="../ink/ink2162.xml"/><Relationship Id="rId10" Type="http://schemas.openxmlformats.org/officeDocument/2006/relationships/image" Target="../media/image14250.png"/><Relationship Id="rId19" Type="http://schemas.openxmlformats.org/officeDocument/2006/relationships/customXml" Target="../ink/ink2164.xml"/><Relationship Id="rId4" Type="http://schemas.openxmlformats.org/officeDocument/2006/relationships/image" Target="../media/image14220.png"/><Relationship Id="rId9" Type="http://schemas.openxmlformats.org/officeDocument/2006/relationships/customXml" Target="../ink/ink2159.xml"/><Relationship Id="rId14" Type="http://schemas.openxmlformats.org/officeDocument/2006/relationships/image" Target="../media/image1427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3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4400.png"/><Relationship Id="rId21" Type="http://schemas.openxmlformats.org/officeDocument/2006/relationships/customXml" Target="../ink/ink2174.xml"/><Relationship Id="rId42" Type="http://schemas.openxmlformats.org/officeDocument/2006/relationships/image" Target="../media/image14480.png"/><Relationship Id="rId47" Type="http://schemas.openxmlformats.org/officeDocument/2006/relationships/customXml" Target="../ink/ink2187.xml"/><Relationship Id="rId63" Type="http://schemas.openxmlformats.org/officeDocument/2006/relationships/customXml" Target="../ink/ink2195.xml"/><Relationship Id="rId68" Type="http://schemas.openxmlformats.org/officeDocument/2006/relationships/image" Target="../media/image14610.png"/><Relationship Id="rId84" Type="http://schemas.openxmlformats.org/officeDocument/2006/relationships/image" Target="../media/image14690.png"/><Relationship Id="rId89" Type="http://schemas.openxmlformats.org/officeDocument/2006/relationships/customXml" Target="../ink/ink2208.xml"/><Relationship Id="rId16" Type="http://schemas.openxmlformats.org/officeDocument/2006/relationships/image" Target="../media/image14350.png"/><Relationship Id="rId11" Type="http://schemas.openxmlformats.org/officeDocument/2006/relationships/customXml" Target="../ink/ink2169.xml"/><Relationship Id="rId32" Type="http://schemas.openxmlformats.org/officeDocument/2006/relationships/image" Target="../media/image14430.png"/><Relationship Id="rId37" Type="http://schemas.openxmlformats.org/officeDocument/2006/relationships/customXml" Target="../ink/ink2182.xml"/><Relationship Id="rId53" Type="http://schemas.openxmlformats.org/officeDocument/2006/relationships/customXml" Target="../ink/ink2190.xml"/><Relationship Id="rId58" Type="http://schemas.openxmlformats.org/officeDocument/2006/relationships/image" Target="../media/image14560.png"/><Relationship Id="rId74" Type="http://schemas.openxmlformats.org/officeDocument/2006/relationships/image" Target="../media/image14640.png"/><Relationship Id="rId79" Type="http://schemas.openxmlformats.org/officeDocument/2006/relationships/customXml" Target="../ink/ink2203.xml"/><Relationship Id="rId5" Type="http://schemas.openxmlformats.org/officeDocument/2006/relationships/customXml" Target="../ink/ink2166.xml"/><Relationship Id="rId90" Type="http://schemas.openxmlformats.org/officeDocument/2006/relationships/image" Target="../media/image14720.png"/><Relationship Id="rId95" Type="http://schemas.openxmlformats.org/officeDocument/2006/relationships/customXml" Target="../ink/ink2211.xml"/><Relationship Id="rId22" Type="http://schemas.openxmlformats.org/officeDocument/2006/relationships/image" Target="../media/image14380.png"/><Relationship Id="rId27" Type="http://schemas.openxmlformats.org/officeDocument/2006/relationships/customXml" Target="../ink/ink2177.xml"/><Relationship Id="rId43" Type="http://schemas.openxmlformats.org/officeDocument/2006/relationships/customXml" Target="../ink/ink2185.xml"/><Relationship Id="rId48" Type="http://schemas.openxmlformats.org/officeDocument/2006/relationships/image" Target="../media/image14510.png"/><Relationship Id="rId64" Type="http://schemas.openxmlformats.org/officeDocument/2006/relationships/image" Target="../media/image14590.png"/><Relationship Id="rId69" Type="http://schemas.openxmlformats.org/officeDocument/2006/relationships/customXml" Target="../ink/ink2198.xml"/><Relationship Id="rId8" Type="http://schemas.openxmlformats.org/officeDocument/2006/relationships/image" Target="../media/image14310.png"/><Relationship Id="rId51" Type="http://schemas.openxmlformats.org/officeDocument/2006/relationships/customXml" Target="../ink/ink2189.xml"/><Relationship Id="rId72" Type="http://schemas.openxmlformats.org/officeDocument/2006/relationships/image" Target="../media/image14630.png"/><Relationship Id="rId80" Type="http://schemas.openxmlformats.org/officeDocument/2006/relationships/image" Target="../media/image14670.png"/><Relationship Id="rId85" Type="http://schemas.openxmlformats.org/officeDocument/2006/relationships/customXml" Target="../ink/ink2206.xml"/><Relationship Id="rId93" Type="http://schemas.openxmlformats.org/officeDocument/2006/relationships/customXml" Target="../ink/ink2210.xml"/><Relationship Id="rId3" Type="http://schemas.openxmlformats.org/officeDocument/2006/relationships/customXml" Target="../ink/ink2165.xml"/><Relationship Id="rId12" Type="http://schemas.openxmlformats.org/officeDocument/2006/relationships/image" Target="../media/image14330.png"/><Relationship Id="rId17" Type="http://schemas.openxmlformats.org/officeDocument/2006/relationships/customXml" Target="../ink/ink2172.xml"/><Relationship Id="rId25" Type="http://schemas.openxmlformats.org/officeDocument/2006/relationships/customXml" Target="../ink/ink2176.xml"/><Relationship Id="rId33" Type="http://schemas.openxmlformats.org/officeDocument/2006/relationships/customXml" Target="../ink/ink2180.xml"/><Relationship Id="rId38" Type="http://schemas.openxmlformats.org/officeDocument/2006/relationships/image" Target="../media/image14460.png"/><Relationship Id="rId46" Type="http://schemas.openxmlformats.org/officeDocument/2006/relationships/image" Target="../media/image14500.png"/><Relationship Id="rId59" Type="http://schemas.openxmlformats.org/officeDocument/2006/relationships/customXml" Target="../ink/ink2193.xml"/><Relationship Id="rId67" Type="http://schemas.openxmlformats.org/officeDocument/2006/relationships/customXml" Target="../ink/ink2197.xml"/><Relationship Id="rId20" Type="http://schemas.openxmlformats.org/officeDocument/2006/relationships/image" Target="../media/image14370.png"/><Relationship Id="rId41" Type="http://schemas.openxmlformats.org/officeDocument/2006/relationships/customXml" Target="../ink/ink2184.xml"/><Relationship Id="rId54" Type="http://schemas.openxmlformats.org/officeDocument/2006/relationships/image" Target="../media/image14540.png"/><Relationship Id="rId62" Type="http://schemas.openxmlformats.org/officeDocument/2006/relationships/image" Target="../media/image14580.png"/><Relationship Id="rId70" Type="http://schemas.openxmlformats.org/officeDocument/2006/relationships/image" Target="../media/image14620.png"/><Relationship Id="rId75" Type="http://schemas.openxmlformats.org/officeDocument/2006/relationships/customXml" Target="../ink/ink2201.xml"/><Relationship Id="rId83" Type="http://schemas.openxmlformats.org/officeDocument/2006/relationships/customXml" Target="../ink/ink2205.xml"/><Relationship Id="rId88" Type="http://schemas.openxmlformats.org/officeDocument/2006/relationships/image" Target="../media/image14710.png"/><Relationship Id="rId91" Type="http://schemas.openxmlformats.org/officeDocument/2006/relationships/customXml" Target="../ink/ink2209.xml"/><Relationship Id="rId96" Type="http://schemas.openxmlformats.org/officeDocument/2006/relationships/image" Target="../media/image147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930.png"/><Relationship Id="rId15" Type="http://schemas.openxmlformats.org/officeDocument/2006/relationships/customXml" Target="../ink/ink2171.xml"/><Relationship Id="rId23" Type="http://schemas.openxmlformats.org/officeDocument/2006/relationships/customXml" Target="../ink/ink2175.xml"/><Relationship Id="rId28" Type="http://schemas.openxmlformats.org/officeDocument/2006/relationships/image" Target="../media/image14410.png"/><Relationship Id="rId36" Type="http://schemas.openxmlformats.org/officeDocument/2006/relationships/image" Target="../media/image14450.png"/><Relationship Id="rId49" Type="http://schemas.openxmlformats.org/officeDocument/2006/relationships/customXml" Target="../ink/ink2188.xml"/><Relationship Id="rId57" Type="http://schemas.openxmlformats.org/officeDocument/2006/relationships/customXml" Target="../ink/ink2192.xml"/><Relationship Id="rId10" Type="http://schemas.openxmlformats.org/officeDocument/2006/relationships/image" Target="../media/image14320.png"/><Relationship Id="rId31" Type="http://schemas.openxmlformats.org/officeDocument/2006/relationships/customXml" Target="../ink/ink2179.xml"/><Relationship Id="rId44" Type="http://schemas.openxmlformats.org/officeDocument/2006/relationships/image" Target="../media/image14490.png"/><Relationship Id="rId52" Type="http://schemas.openxmlformats.org/officeDocument/2006/relationships/image" Target="../media/image14530.png"/><Relationship Id="rId60" Type="http://schemas.openxmlformats.org/officeDocument/2006/relationships/image" Target="../media/image14570.png"/><Relationship Id="rId65" Type="http://schemas.openxmlformats.org/officeDocument/2006/relationships/customXml" Target="../ink/ink2196.xml"/><Relationship Id="rId73" Type="http://schemas.openxmlformats.org/officeDocument/2006/relationships/customXml" Target="../ink/ink2200.xml"/><Relationship Id="rId78" Type="http://schemas.openxmlformats.org/officeDocument/2006/relationships/image" Target="../media/image14660.png"/><Relationship Id="rId81" Type="http://schemas.openxmlformats.org/officeDocument/2006/relationships/customXml" Target="../ink/ink2204.xml"/><Relationship Id="rId86" Type="http://schemas.openxmlformats.org/officeDocument/2006/relationships/image" Target="../media/image14700.png"/><Relationship Id="rId94" Type="http://schemas.openxmlformats.org/officeDocument/2006/relationships/image" Target="../media/image14740.png"/><Relationship Id="rId4" Type="http://schemas.openxmlformats.org/officeDocument/2006/relationships/image" Target="../media/image13920.png"/><Relationship Id="rId9" Type="http://schemas.openxmlformats.org/officeDocument/2006/relationships/customXml" Target="../ink/ink2168.xml"/><Relationship Id="rId13" Type="http://schemas.openxmlformats.org/officeDocument/2006/relationships/customXml" Target="../ink/ink2170.xml"/><Relationship Id="rId18" Type="http://schemas.openxmlformats.org/officeDocument/2006/relationships/image" Target="../media/image14360.png"/><Relationship Id="rId39" Type="http://schemas.openxmlformats.org/officeDocument/2006/relationships/customXml" Target="../ink/ink2183.xml"/><Relationship Id="rId34" Type="http://schemas.openxmlformats.org/officeDocument/2006/relationships/image" Target="../media/image14440.png"/><Relationship Id="rId50" Type="http://schemas.openxmlformats.org/officeDocument/2006/relationships/image" Target="../media/image14520.png"/><Relationship Id="rId55" Type="http://schemas.openxmlformats.org/officeDocument/2006/relationships/customXml" Target="../ink/ink2191.xml"/><Relationship Id="rId76" Type="http://schemas.openxmlformats.org/officeDocument/2006/relationships/image" Target="../media/image14650.png"/><Relationship Id="rId7" Type="http://schemas.openxmlformats.org/officeDocument/2006/relationships/customXml" Target="../ink/ink2167.xml"/><Relationship Id="rId71" Type="http://schemas.openxmlformats.org/officeDocument/2006/relationships/customXml" Target="../ink/ink2199.xml"/><Relationship Id="rId92" Type="http://schemas.openxmlformats.org/officeDocument/2006/relationships/image" Target="../media/image14730.png"/><Relationship Id="rId2" Type="http://schemas.openxmlformats.org/officeDocument/2006/relationships/image" Target="../media/image1325.png"/><Relationship Id="rId29" Type="http://schemas.openxmlformats.org/officeDocument/2006/relationships/customXml" Target="../ink/ink2178.xml"/><Relationship Id="rId24" Type="http://schemas.openxmlformats.org/officeDocument/2006/relationships/image" Target="../media/image14390.png"/><Relationship Id="rId40" Type="http://schemas.openxmlformats.org/officeDocument/2006/relationships/image" Target="../media/image14470.png"/><Relationship Id="rId45" Type="http://schemas.openxmlformats.org/officeDocument/2006/relationships/customXml" Target="../ink/ink2186.xml"/><Relationship Id="rId66" Type="http://schemas.openxmlformats.org/officeDocument/2006/relationships/image" Target="../media/image14600.png"/><Relationship Id="rId87" Type="http://schemas.openxmlformats.org/officeDocument/2006/relationships/customXml" Target="../ink/ink2207.xml"/><Relationship Id="rId61" Type="http://schemas.openxmlformats.org/officeDocument/2006/relationships/customXml" Target="../ink/ink2194.xml"/><Relationship Id="rId82" Type="http://schemas.openxmlformats.org/officeDocument/2006/relationships/image" Target="../media/image14680.png"/><Relationship Id="rId19" Type="http://schemas.openxmlformats.org/officeDocument/2006/relationships/customXml" Target="../ink/ink2173.xml"/><Relationship Id="rId14" Type="http://schemas.openxmlformats.org/officeDocument/2006/relationships/image" Target="../media/image14340.png"/><Relationship Id="rId30" Type="http://schemas.openxmlformats.org/officeDocument/2006/relationships/image" Target="../media/image14420.png"/><Relationship Id="rId35" Type="http://schemas.openxmlformats.org/officeDocument/2006/relationships/customXml" Target="../ink/ink2181.xml"/><Relationship Id="rId56" Type="http://schemas.openxmlformats.org/officeDocument/2006/relationships/image" Target="../media/image14550.png"/><Relationship Id="rId77" Type="http://schemas.openxmlformats.org/officeDocument/2006/relationships/customXml" Target="../ink/ink2202.xml"/></Relationships>
</file>

<file path=ppt/slides/_rels/slide3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592.png"/><Relationship Id="rId21" Type="http://schemas.openxmlformats.org/officeDocument/2006/relationships/image" Target="../media/image1544.png"/><Relationship Id="rId42" Type="http://schemas.openxmlformats.org/officeDocument/2006/relationships/customXml" Target="../ink/ink2232.xml"/><Relationship Id="rId63" Type="http://schemas.openxmlformats.org/officeDocument/2006/relationships/image" Target="../media/image1565.png"/><Relationship Id="rId84" Type="http://schemas.openxmlformats.org/officeDocument/2006/relationships/customXml" Target="../ink/ink2253.xml"/><Relationship Id="rId138" Type="http://schemas.openxmlformats.org/officeDocument/2006/relationships/customXml" Target="../ink/ink2280.xml"/><Relationship Id="rId159" Type="http://schemas.openxmlformats.org/officeDocument/2006/relationships/image" Target="../media/image1613.png"/><Relationship Id="rId170" Type="http://schemas.openxmlformats.org/officeDocument/2006/relationships/customXml" Target="../ink/ink2296.xml"/><Relationship Id="rId191" Type="http://schemas.openxmlformats.org/officeDocument/2006/relationships/image" Target="../media/image1629.png"/><Relationship Id="rId205" Type="http://schemas.openxmlformats.org/officeDocument/2006/relationships/image" Target="../media/image1636.png"/><Relationship Id="rId226" Type="http://schemas.openxmlformats.org/officeDocument/2006/relationships/customXml" Target="../ink/ink2324.xml"/><Relationship Id="rId247" Type="http://schemas.openxmlformats.org/officeDocument/2006/relationships/image" Target="../media/image1657.png"/><Relationship Id="rId107" Type="http://schemas.openxmlformats.org/officeDocument/2006/relationships/image" Target="../media/image1587.png"/><Relationship Id="rId11" Type="http://schemas.openxmlformats.org/officeDocument/2006/relationships/image" Target="../media/image1539.png"/><Relationship Id="rId32" Type="http://schemas.openxmlformats.org/officeDocument/2006/relationships/customXml" Target="../ink/ink2227.xml"/><Relationship Id="rId53" Type="http://schemas.openxmlformats.org/officeDocument/2006/relationships/image" Target="../media/image1560.png"/><Relationship Id="rId74" Type="http://schemas.openxmlformats.org/officeDocument/2006/relationships/customXml" Target="../ink/ink2248.xml"/><Relationship Id="rId128" Type="http://schemas.openxmlformats.org/officeDocument/2006/relationships/customXml" Target="../ink/ink2275.xml"/><Relationship Id="rId149" Type="http://schemas.openxmlformats.org/officeDocument/2006/relationships/image" Target="../media/image1608.png"/><Relationship Id="rId5" Type="http://schemas.openxmlformats.org/officeDocument/2006/relationships/image" Target="../media/image1536.png"/><Relationship Id="rId95" Type="http://schemas.openxmlformats.org/officeDocument/2006/relationships/image" Target="../media/image1581.png"/><Relationship Id="rId160" Type="http://schemas.openxmlformats.org/officeDocument/2006/relationships/customXml" Target="../ink/ink2291.xml"/><Relationship Id="rId181" Type="http://schemas.openxmlformats.org/officeDocument/2006/relationships/image" Target="../media/image1624.png"/><Relationship Id="rId216" Type="http://schemas.openxmlformats.org/officeDocument/2006/relationships/customXml" Target="../ink/ink2319.xml"/><Relationship Id="rId237" Type="http://schemas.openxmlformats.org/officeDocument/2006/relationships/image" Target="../media/image1652.png"/><Relationship Id="rId22" Type="http://schemas.openxmlformats.org/officeDocument/2006/relationships/customXml" Target="../ink/ink2222.xml"/><Relationship Id="rId43" Type="http://schemas.openxmlformats.org/officeDocument/2006/relationships/image" Target="../media/image1555.png"/><Relationship Id="rId64" Type="http://schemas.openxmlformats.org/officeDocument/2006/relationships/customXml" Target="../ink/ink2243.xml"/><Relationship Id="rId118" Type="http://schemas.openxmlformats.org/officeDocument/2006/relationships/customXml" Target="../ink/ink2270.xml"/><Relationship Id="rId139" Type="http://schemas.openxmlformats.org/officeDocument/2006/relationships/image" Target="../media/image1603.png"/><Relationship Id="rId85" Type="http://schemas.openxmlformats.org/officeDocument/2006/relationships/image" Target="../media/image1576.png"/><Relationship Id="rId150" Type="http://schemas.openxmlformats.org/officeDocument/2006/relationships/customXml" Target="../ink/ink2286.xml"/><Relationship Id="rId171" Type="http://schemas.openxmlformats.org/officeDocument/2006/relationships/image" Target="../media/image1619.png"/><Relationship Id="rId192" Type="http://schemas.openxmlformats.org/officeDocument/2006/relationships/customXml" Target="../ink/ink2307.xml"/><Relationship Id="rId206" Type="http://schemas.openxmlformats.org/officeDocument/2006/relationships/customXml" Target="../ink/ink2314.xml"/><Relationship Id="rId227" Type="http://schemas.openxmlformats.org/officeDocument/2006/relationships/image" Target="../media/image1647.png"/><Relationship Id="rId248" Type="http://schemas.openxmlformats.org/officeDocument/2006/relationships/customXml" Target="../ink/ink2335.xml"/><Relationship Id="rId12" Type="http://schemas.openxmlformats.org/officeDocument/2006/relationships/customXml" Target="../ink/ink2217.xml"/><Relationship Id="rId33" Type="http://schemas.openxmlformats.org/officeDocument/2006/relationships/image" Target="../media/image1550.png"/><Relationship Id="rId108" Type="http://schemas.openxmlformats.org/officeDocument/2006/relationships/customXml" Target="../ink/ink2265.xml"/><Relationship Id="rId129" Type="http://schemas.openxmlformats.org/officeDocument/2006/relationships/image" Target="../media/image1598.png"/><Relationship Id="rId54" Type="http://schemas.openxmlformats.org/officeDocument/2006/relationships/customXml" Target="../ink/ink2238.xml"/><Relationship Id="rId75" Type="http://schemas.openxmlformats.org/officeDocument/2006/relationships/image" Target="../media/image1571.png"/><Relationship Id="rId96" Type="http://schemas.openxmlformats.org/officeDocument/2006/relationships/customXml" Target="../ink/ink2259.xml"/><Relationship Id="rId140" Type="http://schemas.openxmlformats.org/officeDocument/2006/relationships/customXml" Target="../ink/ink2281.xml"/><Relationship Id="rId161" Type="http://schemas.openxmlformats.org/officeDocument/2006/relationships/image" Target="../media/image1614.png"/><Relationship Id="rId182" Type="http://schemas.openxmlformats.org/officeDocument/2006/relationships/customXml" Target="../ink/ink2302.xml"/><Relationship Id="rId217" Type="http://schemas.openxmlformats.org/officeDocument/2006/relationships/image" Target="../media/image1642.png"/><Relationship Id="rId6" Type="http://schemas.openxmlformats.org/officeDocument/2006/relationships/customXml" Target="../ink/ink2214.xml"/><Relationship Id="rId238" Type="http://schemas.openxmlformats.org/officeDocument/2006/relationships/customXml" Target="../ink/ink2330.xml"/><Relationship Id="rId23" Type="http://schemas.openxmlformats.org/officeDocument/2006/relationships/image" Target="../media/image1545.png"/><Relationship Id="rId119" Type="http://schemas.openxmlformats.org/officeDocument/2006/relationships/image" Target="../media/image1593.png"/><Relationship Id="rId44" Type="http://schemas.openxmlformats.org/officeDocument/2006/relationships/customXml" Target="../ink/ink2233.xml"/><Relationship Id="rId65" Type="http://schemas.openxmlformats.org/officeDocument/2006/relationships/image" Target="../media/image1566.png"/><Relationship Id="rId86" Type="http://schemas.openxmlformats.org/officeDocument/2006/relationships/customXml" Target="../ink/ink2254.xml"/><Relationship Id="rId130" Type="http://schemas.openxmlformats.org/officeDocument/2006/relationships/customXml" Target="../ink/ink2276.xml"/><Relationship Id="rId151" Type="http://schemas.openxmlformats.org/officeDocument/2006/relationships/image" Target="../media/image1609.png"/><Relationship Id="rId172" Type="http://schemas.openxmlformats.org/officeDocument/2006/relationships/customXml" Target="../ink/ink2297.xml"/><Relationship Id="rId193" Type="http://schemas.openxmlformats.org/officeDocument/2006/relationships/image" Target="../media/image1630.png"/><Relationship Id="rId207" Type="http://schemas.openxmlformats.org/officeDocument/2006/relationships/image" Target="../media/image1637.png"/><Relationship Id="rId228" Type="http://schemas.openxmlformats.org/officeDocument/2006/relationships/customXml" Target="../ink/ink2325.xml"/><Relationship Id="rId249" Type="http://schemas.openxmlformats.org/officeDocument/2006/relationships/image" Target="../media/image1658.png"/><Relationship Id="rId13" Type="http://schemas.openxmlformats.org/officeDocument/2006/relationships/image" Target="../media/image1540.png"/><Relationship Id="rId109" Type="http://schemas.openxmlformats.org/officeDocument/2006/relationships/image" Target="../media/image1588.png"/><Relationship Id="rId34" Type="http://schemas.openxmlformats.org/officeDocument/2006/relationships/customXml" Target="../ink/ink2228.xml"/><Relationship Id="rId55" Type="http://schemas.openxmlformats.org/officeDocument/2006/relationships/image" Target="../media/image1561.png"/><Relationship Id="rId76" Type="http://schemas.openxmlformats.org/officeDocument/2006/relationships/customXml" Target="../ink/ink2249.xml"/><Relationship Id="rId97" Type="http://schemas.openxmlformats.org/officeDocument/2006/relationships/image" Target="../media/image1582.png"/><Relationship Id="rId120" Type="http://schemas.openxmlformats.org/officeDocument/2006/relationships/customXml" Target="../ink/ink2271.xml"/><Relationship Id="rId141" Type="http://schemas.openxmlformats.org/officeDocument/2006/relationships/image" Target="../media/image1604.png"/><Relationship Id="rId7" Type="http://schemas.openxmlformats.org/officeDocument/2006/relationships/image" Target="../media/image1537.png"/><Relationship Id="rId162" Type="http://schemas.openxmlformats.org/officeDocument/2006/relationships/customXml" Target="../ink/ink2292.xml"/><Relationship Id="rId183" Type="http://schemas.openxmlformats.org/officeDocument/2006/relationships/image" Target="../media/image1625.png"/><Relationship Id="rId218" Type="http://schemas.openxmlformats.org/officeDocument/2006/relationships/customXml" Target="../ink/ink2320.xml"/><Relationship Id="rId239" Type="http://schemas.openxmlformats.org/officeDocument/2006/relationships/image" Target="../media/image1653.png"/><Relationship Id="rId250" Type="http://schemas.openxmlformats.org/officeDocument/2006/relationships/customXml" Target="../ink/ink2336.xml"/><Relationship Id="rId24" Type="http://schemas.openxmlformats.org/officeDocument/2006/relationships/customXml" Target="../ink/ink2223.xml"/><Relationship Id="rId45" Type="http://schemas.openxmlformats.org/officeDocument/2006/relationships/image" Target="../media/image1556.png"/><Relationship Id="rId66" Type="http://schemas.openxmlformats.org/officeDocument/2006/relationships/customXml" Target="../ink/ink2244.xml"/><Relationship Id="rId87" Type="http://schemas.openxmlformats.org/officeDocument/2006/relationships/image" Target="../media/image1577.png"/><Relationship Id="rId110" Type="http://schemas.openxmlformats.org/officeDocument/2006/relationships/customXml" Target="../ink/ink2266.xml"/><Relationship Id="rId131" Type="http://schemas.openxmlformats.org/officeDocument/2006/relationships/image" Target="../media/image1599.png"/><Relationship Id="rId152" Type="http://schemas.openxmlformats.org/officeDocument/2006/relationships/customXml" Target="../ink/ink2287.xml"/><Relationship Id="rId173" Type="http://schemas.openxmlformats.org/officeDocument/2006/relationships/image" Target="../media/image1620.png"/><Relationship Id="rId194" Type="http://schemas.openxmlformats.org/officeDocument/2006/relationships/customXml" Target="../ink/ink2308.xml"/><Relationship Id="rId208" Type="http://schemas.openxmlformats.org/officeDocument/2006/relationships/customXml" Target="../ink/ink2315.xml"/><Relationship Id="rId229" Type="http://schemas.openxmlformats.org/officeDocument/2006/relationships/image" Target="../media/image1648.png"/><Relationship Id="rId240" Type="http://schemas.openxmlformats.org/officeDocument/2006/relationships/customXml" Target="../ink/ink2331.xml"/><Relationship Id="rId14" Type="http://schemas.openxmlformats.org/officeDocument/2006/relationships/customXml" Target="../ink/ink2218.xml"/><Relationship Id="rId35" Type="http://schemas.openxmlformats.org/officeDocument/2006/relationships/image" Target="../media/image1551.png"/><Relationship Id="rId56" Type="http://schemas.openxmlformats.org/officeDocument/2006/relationships/customXml" Target="../ink/ink2239.xml"/><Relationship Id="rId77" Type="http://schemas.openxmlformats.org/officeDocument/2006/relationships/image" Target="../media/image1572.png"/><Relationship Id="rId100" Type="http://schemas.openxmlformats.org/officeDocument/2006/relationships/customXml" Target="../ink/ink2261.xml"/><Relationship Id="rId8" Type="http://schemas.openxmlformats.org/officeDocument/2006/relationships/customXml" Target="../ink/ink2215.xml"/><Relationship Id="rId98" Type="http://schemas.openxmlformats.org/officeDocument/2006/relationships/customXml" Target="../ink/ink2260.xml"/><Relationship Id="rId121" Type="http://schemas.openxmlformats.org/officeDocument/2006/relationships/image" Target="../media/image1594.png"/><Relationship Id="rId142" Type="http://schemas.openxmlformats.org/officeDocument/2006/relationships/customXml" Target="../ink/ink2282.xml"/><Relationship Id="rId163" Type="http://schemas.openxmlformats.org/officeDocument/2006/relationships/image" Target="../media/image1615.png"/><Relationship Id="rId184" Type="http://schemas.openxmlformats.org/officeDocument/2006/relationships/customXml" Target="../ink/ink2303.xml"/><Relationship Id="rId219" Type="http://schemas.openxmlformats.org/officeDocument/2006/relationships/image" Target="../media/image1643.png"/><Relationship Id="rId230" Type="http://schemas.openxmlformats.org/officeDocument/2006/relationships/customXml" Target="../ink/ink2326.xml"/><Relationship Id="rId251" Type="http://schemas.openxmlformats.org/officeDocument/2006/relationships/image" Target="../media/image1659.png"/><Relationship Id="rId25" Type="http://schemas.openxmlformats.org/officeDocument/2006/relationships/image" Target="../media/image1546.png"/><Relationship Id="rId46" Type="http://schemas.openxmlformats.org/officeDocument/2006/relationships/customXml" Target="../ink/ink2234.xml"/><Relationship Id="rId67" Type="http://schemas.openxmlformats.org/officeDocument/2006/relationships/image" Target="../media/image1567.png"/><Relationship Id="rId88" Type="http://schemas.openxmlformats.org/officeDocument/2006/relationships/customXml" Target="../ink/ink2255.xml"/><Relationship Id="rId111" Type="http://schemas.openxmlformats.org/officeDocument/2006/relationships/image" Target="../media/image1589.png"/><Relationship Id="rId132" Type="http://schemas.openxmlformats.org/officeDocument/2006/relationships/customXml" Target="../ink/ink2277.xml"/><Relationship Id="rId153" Type="http://schemas.openxmlformats.org/officeDocument/2006/relationships/image" Target="../media/image1610.png"/><Relationship Id="rId174" Type="http://schemas.openxmlformats.org/officeDocument/2006/relationships/customXml" Target="../ink/ink2298.xml"/><Relationship Id="rId195" Type="http://schemas.openxmlformats.org/officeDocument/2006/relationships/image" Target="../media/image1631.png"/><Relationship Id="rId209" Type="http://schemas.openxmlformats.org/officeDocument/2006/relationships/image" Target="../media/image1638.png"/><Relationship Id="rId220" Type="http://schemas.openxmlformats.org/officeDocument/2006/relationships/customXml" Target="../ink/ink2321.xml"/><Relationship Id="rId241" Type="http://schemas.openxmlformats.org/officeDocument/2006/relationships/image" Target="../media/image1654.png"/><Relationship Id="rId15" Type="http://schemas.openxmlformats.org/officeDocument/2006/relationships/image" Target="../media/image1541.png"/><Relationship Id="rId36" Type="http://schemas.openxmlformats.org/officeDocument/2006/relationships/customXml" Target="../ink/ink2229.xml"/><Relationship Id="rId57" Type="http://schemas.openxmlformats.org/officeDocument/2006/relationships/image" Target="../media/image1562.png"/><Relationship Id="rId78" Type="http://schemas.openxmlformats.org/officeDocument/2006/relationships/customXml" Target="../ink/ink2250.xml"/><Relationship Id="rId99" Type="http://schemas.openxmlformats.org/officeDocument/2006/relationships/image" Target="../media/image1583.png"/><Relationship Id="rId101" Type="http://schemas.openxmlformats.org/officeDocument/2006/relationships/image" Target="../media/image1584.png"/><Relationship Id="rId122" Type="http://schemas.openxmlformats.org/officeDocument/2006/relationships/customXml" Target="../ink/ink2272.xml"/><Relationship Id="rId143" Type="http://schemas.openxmlformats.org/officeDocument/2006/relationships/image" Target="../media/image1605.png"/><Relationship Id="rId164" Type="http://schemas.openxmlformats.org/officeDocument/2006/relationships/customXml" Target="../ink/ink2293.xml"/><Relationship Id="rId185" Type="http://schemas.openxmlformats.org/officeDocument/2006/relationships/image" Target="../media/image1626.png"/><Relationship Id="rId9" Type="http://schemas.openxmlformats.org/officeDocument/2006/relationships/image" Target="../media/image1538.png"/><Relationship Id="rId210" Type="http://schemas.openxmlformats.org/officeDocument/2006/relationships/customXml" Target="../ink/ink2316.xml"/><Relationship Id="rId26" Type="http://schemas.openxmlformats.org/officeDocument/2006/relationships/customXml" Target="../ink/ink2224.xml"/><Relationship Id="rId231" Type="http://schemas.openxmlformats.org/officeDocument/2006/relationships/image" Target="../media/image1649.png"/><Relationship Id="rId252" Type="http://schemas.openxmlformats.org/officeDocument/2006/relationships/customXml" Target="../ink/ink2337.xml"/><Relationship Id="rId47" Type="http://schemas.openxmlformats.org/officeDocument/2006/relationships/image" Target="../media/image1557.png"/><Relationship Id="rId68" Type="http://schemas.openxmlformats.org/officeDocument/2006/relationships/customXml" Target="../ink/ink2245.xml"/><Relationship Id="rId89" Type="http://schemas.openxmlformats.org/officeDocument/2006/relationships/image" Target="../media/image1578.png"/><Relationship Id="rId112" Type="http://schemas.openxmlformats.org/officeDocument/2006/relationships/customXml" Target="../ink/ink2267.xml"/><Relationship Id="rId133" Type="http://schemas.openxmlformats.org/officeDocument/2006/relationships/image" Target="../media/image1600.png"/><Relationship Id="rId154" Type="http://schemas.openxmlformats.org/officeDocument/2006/relationships/customXml" Target="../ink/ink2288.xml"/><Relationship Id="rId175" Type="http://schemas.openxmlformats.org/officeDocument/2006/relationships/image" Target="../media/image1621.png"/><Relationship Id="rId196" Type="http://schemas.openxmlformats.org/officeDocument/2006/relationships/customXml" Target="../ink/ink2309.xml"/><Relationship Id="rId200" Type="http://schemas.openxmlformats.org/officeDocument/2006/relationships/customXml" Target="../ink/ink2311.xml"/><Relationship Id="rId16" Type="http://schemas.openxmlformats.org/officeDocument/2006/relationships/customXml" Target="../ink/ink2219.xml"/><Relationship Id="rId221" Type="http://schemas.openxmlformats.org/officeDocument/2006/relationships/image" Target="../media/image1644.png"/><Relationship Id="rId242" Type="http://schemas.openxmlformats.org/officeDocument/2006/relationships/customXml" Target="../ink/ink2332.xml"/><Relationship Id="rId37" Type="http://schemas.openxmlformats.org/officeDocument/2006/relationships/image" Target="../media/image1552.png"/><Relationship Id="rId58" Type="http://schemas.openxmlformats.org/officeDocument/2006/relationships/customXml" Target="../ink/ink2240.xml"/><Relationship Id="rId79" Type="http://schemas.openxmlformats.org/officeDocument/2006/relationships/image" Target="../media/image1573.png"/><Relationship Id="rId102" Type="http://schemas.openxmlformats.org/officeDocument/2006/relationships/customXml" Target="../ink/ink2262.xml"/><Relationship Id="rId123" Type="http://schemas.openxmlformats.org/officeDocument/2006/relationships/image" Target="../media/image1595.png"/><Relationship Id="rId144" Type="http://schemas.openxmlformats.org/officeDocument/2006/relationships/customXml" Target="../ink/ink2283.xml"/><Relationship Id="rId90" Type="http://schemas.openxmlformats.org/officeDocument/2006/relationships/customXml" Target="../ink/ink2256.xml"/><Relationship Id="rId165" Type="http://schemas.openxmlformats.org/officeDocument/2006/relationships/image" Target="../media/image1616.png"/><Relationship Id="rId186" Type="http://schemas.openxmlformats.org/officeDocument/2006/relationships/customXml" Target="../ink/ink2304.xml"/><Relationship Id="rId211" Type="http://schemas.openxmlformats.org/officeDocument/2006/relationships/image" Target="../media/image1639.png"/><Relationship Id="rId232" Type="http://schemas.openxmlformats.org/officeDocument/2006/relationships/customXml" Target="../ink/ink2327.xml"/><Relationship Id="rId253" Type="http://schemas.openxmlformats.org/officeDocument/2006/relationships/image" Target="../media/image1660.png"/><Relationship Id="rId27" Type="http://schemas.openxmlformats.org/officeDocument/2006/relationships/image" Target="../media/image1547.png"/><Relationship Id="rId48" Type="http://schemas.openxmlformats.org/officeDocument/2006/relationships/customXml" Target="../ink/ink2235.xml"/><Relationship Id="rId69" Type="http://schemas.openxmlformats.org/officeDocument/2006/relationships/image" Target="../media/image1568.png"/><Relationship Id="rId113" Type="http://schemas.openxmlformats.org/officeDocument/2006/relationships/image" Target="../media/image1590.png"/><Relationship Id="rId134" Type="http://schemas.openxmlformats.org/officeDocument/2006/relationships/customXml" Target="../ink/ink2278.xml"/><Relationship Id="rId80" Type="http://schemas.openxmlformats.org/officeDocument/2006/relationships/customXml" Target="../ink/ink2251.xml"/><Relationship Id="rId155" Type="http://schemas.openxmlformats.org/officeDocument/2006/relationships/image" Target="../media/image1611.png"/><Relationship Id="rId176" Type="http://schemas.openxmlformats.org/officeDocument/2006/relationships/customXml" Target="../ink/ink2299.xml"/><Relationship Id="rId197" Type="http://schemas.openxmlformats.org/officeDocument/2006/relationships/image" Target="../media/image1632.png"/><Relationship Id="rId201" Type="http://schemas.openxmlformats.org/officeDocument/2006/relationships/image" Target="../media/image1634.png"/><Relationship Id="rId222" Type="http://schemas.openxmlformats.org/officeDocument/2006/relationships/customXml" Target="../ink/ink2322.xml"/><Relationship Id="rId243" Type="http://schemas.openxmlformats.org/officeDocument/2006/relationships/image" Target="../media/image1655.png"/><Relationship Id="rId17" Type="http://schemas.openxmlformats.org/officeDocument/2006/relationships/image" Target="../media/image1542.png"/><Relationship Id="rId38" Type="http://schemas.openxmlformats.org/officeDocument/2006/relationships/customXml" Target="../ink/ink2230.xml"/><Relationship Id="rId59" Type="http://schemas.openxmlformats.org/officeDocument/2006/relationships/image" Target="../media/image1563.png"/><Relationship Id="rId103" Type="http://schemas.openxmlformats.org/officeDocument/2006/relationships/image" Target="../media/image1585.png"/><Relationship Id="rId124" Type="http://schemas.openxmlformats.org/officeDocument/2006/relationships/customXml" Target="../ink/ink2273.xml"/><Relationship Id="rId70" Type="http://schemas.openxmlformats.org/officeDocument/2006/relationships/customXml" Target="../ink/ink2246.xml"/><Relationship Id="rId91" Type="http://schemas.openxmlformats.org/officeDocument/2006/relationships/image" Target="../media/image1579.png"/><Relationship Id="rId145" Type="http://schemas.openxmlformats.org/officeDocument/2006/relationships/image" Target="../media/image1606.png"/><Relationship Id="rId166" Type="http://schemas.openxmlformats.org/officeDocument/2006/relationships/customXml" Target="../ink/ink2294.xml"/><Relationship Id="rId187" Type="http://schemas.openxmlformats.org/officeDocument/2006/relationships/image" Target="../media/image1627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2317.xml"/><Relationship Id="rId233" Type="http://schemas.openxmlformats.org/officeDocument/2006/relationships/image" Target="../media/image1650.png"/><Relationship Id="rId254" Type="http://schemas.openxmlformats.org/officeDocument/2006/relationships/customXml" Target="../ink/ink2338.xml"/><Relationship Id="rId28" Type="http://schemas.openxmlformats.org/officeDocument/2006/relationships/customXml" Target="../ink/ink2225.xml"/><Relationship Id="rId49" Type="http://schemas.openxmlformats.org/officeDocument/2006/relationships/image" Target="../media/image1558.png"/><Relationship Id="rId114" Type="http://schemas.openxmlformats.org/officeDocument/2006/relationships/customXml" Target="../ink/ink2268.xml"/><Relationship Id="rId60" Type="http://schemas.openxmlformats.org/officeDocument/2006/relationships/customXml" Target="../ink/ink2241.xml"/><Relationship Id="rId81" Type="http://schemas.openxmlformats.org/officeDocument/2006/relationships/image" Target="../media/image1574.png"/><Relationship Id="rId135" Type="http://schemas.openxmlformats.org/officeDocument/2006/relationships/image" Target="../media/image1601.png"/><Relationship Id="rId156" Type="http://schemas.openxmlformats.org/officeDocument/2006/relationships/customXml" Target="../ink/ink2289.xml"/><Relationship Id="rId177" Type="http://schemas.openxmlformats.org/officeDocument/2006/relationships/image" Target="../media/image1622.png"/><Relationship Id="rId198" Type="http://schemas.openxmlformats.org/officeDocument/2006/relationships/customXml" Target="../ink/ink2310.xml"/><Relationship Id="rId202" Type="http://schemas.openxmlformats.org/officeDocument/2006/relationships/customXml" Target="../ink/ink2312.xml"/><Relationship Id="rId223" Type="http://schemas.openxmlformats.org/officeDocument/2006/relationships/image" Target="../media/image1645.png"/><Relationship Id="rId244" Type="http://schemas.openxmlformats.org/officeDocument/2006/relationships/customXml" Target="../ink/ink2333.xml"/><Relationship Id="rId18" Type="http://schemas.openxmlformats.org/officeDocument/2006/relationships/customXml" Target="../ink/ink2220.xml"/><Relationship Id="rId39" Type="http://schemas.openxmlformats.org/officeDocument/2006/relationships/image" Target="../media/image1553.png"/><Relationship Id="rId50" Type="http://schemas.openxmlformats.org/officeDocument/2006/relationships/customXml" Target="../ink/ink2236.xml"/><Relationship Id="rId104" Type="http://schemas.openxmlformats.org/officeDocument/2006/relationships/customXml" Target="../ink/ink2263.xml"/><Relationship Id="rId125" Type="http://schemas.openxmlformats.org/officeDocument/2006/relationships/image" Target="../media/image1596.png"/><Relationship Id="rId146" Type="http://schemas.openxmlformats.org/officeDocument/2006/relationships/customXml" Target="../ink/ink2284.xml"/><Relationship Id="rId167" Type="http://schemas.openxmlformats.org/officeDocument/2006/relationships/image" Target="../media/image1617.png"/><Relationship Id="rId188" Type="http://schemas.openxmlformats.org/officeDocument/2006/relationships/customXml" Target="../ink/ink2305.xml"/><Relationship Id="rId71" Type="http://schemas.openxmlformats.org/officeDocument/2006/relationships/image" Target="../media/image1569.png"/><Relationship Id="rId92" Type="http://schemas.openxmlformats.org/officeDocument/2006/relationships/customXml" Target="../ink/ink2257.xml"/><Relationship Id="rId213" Type="http://schemas.openxmlformats.org/officeDocument/2006/relationships/image" Target="../media/image1640.png"/><Relationship Id="rId234" Type="http://schemas.openxmlformats.org/officeDocument/2006/relationships/customXml" Target="../ink/ink2328.xml"/><Relationship Id="rId2" Type="http://schemas.openxmlformats.org/officeDocument/2006/relationships/customXml" Target="../ink/ink2212.xml"/><Relationship Id="rId29" Type="http://schemas.openxmlformats.org/officeDocument/2006/relationships/image" Target="../media/image1548.png"/><Relationship Id="rId255" Type="http://schemas.openxmlformats.org/officeDocument/2006/relationships/image" Target="../media/image1661.png"/><Relationship Id="rId40" Type="http://schemas.openxmlformats.org/officeDocument/2006/relationships/customXml" Target="../ink/ink2231.xml"/><Relationship Id="rId115" Type="http://schemas.openxmlformats.org/officeDocument/2006/relationships/image" Target="../media/image1591.png"/><Relationship Id="rId136" Type="http://schemas.openxmlformats.org/officeDocument/2006/relationships/customXml" Target="../ink/ink2279.xml"/><Relationship Id="rId157" Type="http://schemas.openxmlformats.org/officeDocument/2006/relationships/image" Target="../media/image1612.png"/><Relationship Id="rId178" Type="http://schemas.openxmlformats.org/officeDocument/2006/relationships/customXml" Target="../ink/ink2300.xml"/><Relationship Id="rId61" Type="http://schemas.openxmlformats.org/officeDocument/2006/relationships/image" Target="../media/image1564.png"/><Relationship Id="rId82" Type="http://schemas.openxmlformats.org/officeDocument/2006/relationships/customXml" Target="../ink/ink2252.xml"/><Relationship Id="rId199" Type="http://schemas.openxmlformats.org/officeDocument/2006/relationships/image" Target="../media/image1633.png"/><Relationship Id="rId203" Type="http://schemas.openxmlformats.org/officeDocument/2006/relationships/image" Target="../media/image1635.png"/><Relationship Id="rId19" Type="http://schemas.openxmlformats.org/officeDocument/2006/relationships/image" Target="../media/image1543.png"/><Relationship Id="rId224" Type="http://schemas.openxmlformats.org/officeDocument/2006/relationships/customXml" Target="../ink/ink2323.xml"/><Relationship Id="rId245" Type="http://schemas.openxmlformats.org/officeDocument/2006/relationships/image" Target="../media/image1656.png"/><Relationship Id="rId30" Type="http://schemas.openxmlformats.org/officeDocument/2006/relationships/customXml" Target="../ink/ink2226.xml"/><Relationship Id="rId105" Type="http://schemas.openxmlformats.org/officeDocument/2006/relationships/image" Target="../media/image1586.png"/><Relationship Id="rId126" Type="http://schemas.openxmlformats.org/officeDocument/2006/relationships/customXml" Target="../ink/ink2274.xml"/><Relationship Id="rId147" Type="http://schemas.openxmlformats.org/officeDocument/2006/relationships/image" Target="../media/image1607.png"/><Relationship Id="rId168" Type="http://schemas.openxmlformats.org/officeDocument/2006/relationships/customXml" Target="../ink/ink2295.xml"/><Relationship Id="rId51" Type="http://schemas.openxmlformats.org/officeDocument/2006/relationships/image" Target="../media/image1559.png"/><Relationship Id="rId72" Type="http://schemas.openxmlformats.org/officeDocument/2006/relationships/customXml" Target="../ink/ink2247.xml"/><Relationship Id="rId93" Type="http://schemas.openxmlformats.org/officeDocument/2006/relationships/image" Target="../media/image1580.png"/><Relationship Id="rId189" Type="http://schemas.openxmlformats.org/officeDocument/2006/relationships/image" Target="../media/image1628.png"/><Relationship Id="rId3" Type="http://schemas.openxmlformats.org/officeDocument/2006/relationships/image" Target="../media/image1535.png"/><Relationship Id="rId214" Type="http://schemas.openxmlformats.org/officeDocument/2006/relationships/customXml" Target="../ink/ink2318.xml"/><Relationship Id="rId235" Type="http://schemas.openxmlformats.org/officeDocument/2006/relationships/image" Target="../media/image1651.png"/><Relationship Id="rId256" Type="http://schemas.openxmlformats.org/officeDocument/2006/relationships/customXml" Target="../ink/ink2339.xml"/><Relationship Id="rId116" Type="http://schemas.openxmlformats.org/officeDocument/2006/relationships/customXml" Target="../ink/ink2269.xml"/><Relationship Id="rId137" Type="http://schemas.openxmlformats.org/officeDocument/2006/relationships/image" Target="../media/image1602.png"/><Relationship Id="rId158" Type="http://schemas.openxmlformats.org/officeDocument/2006/relationships/customXml" Target="../ink/ink2290.xml"/><Relationship Id="rId20" Type="http://schemas.openxmlformats.org/officeDocument/2006/relationships/customXml" Target="../ink/ink2221.xml"/><Relationship Id="rId41" Type="http://schemas.openxmlformats.org/officeDocument/2006/relationships/image" Target="../media/image1554.png"/><Relationship Id="rId62" Type="http://schemas.openxmlformats.org/officeDocument/2006/relationships/customXml" Target="../ink/ink2242.xml"/><Relationship Id="rId83" Type="http://schemas.openxmlformats.org/officeDocument/2006/relationships/image" Target="../media/image1575.png"/><Relationship Id="rId179" Type="http://schemas.openxmlformats.org/officeDocument/2006/relationships/image" Target="../media/image1623.png"/><Relationship Id="rId190" Type="http://schemas.openxmlformats.org/officeDocument/2006/relationships/customXml" Target="../ink/ink2306.xml"/><Relationship Id="rId204" Type="http://schemas.openxmlformats.org/officeDocument/2006/relationships/customXml" Target="../ink/ink2313.xml"/><Relationship Id="rId225" Type="http://schemas.openxmlformats.org/officeDocument/2006/relationships/image" Target="../media/image1646.png"/><Relationship Id="rId246" Type="http://schemas.openxmlformats.org/officeDocument/2006/relationships/customXml" Target="../ink/ink2334.xml"/><Relationship Id="rId106" Type="http://schemas.openxmlformats.org/officeDocument/2006/relationships/customXml" Target="../ink/ink2264.xml"/><Relationship Id="rId127" Type="http://schemas.openxmlformats.org/officeDocument/2006/relationships/image" Target="../media/image1597.png"/><Relationship Id="rId10" Type="http://schemas.openxmlformats.org/officeDocument/2006/relationships/customXml" Target="../ink/ink2216.xml"/><Relationship Id="rId31" Type="http://schemas.openxmlformats.org/officeDocument/2006/relationships/image" Target="../media/image1549.png"/><Relationship Id="rId52" Type="http://schemas.openxmlformats.org/officeDocument/2006/relationships/customXml" Target="../ink/ink2237.xml"/><Relationship Id="rId73" Type="http://schemas.openxmlformats.org/officeDocument/2006/relationships/image" Target="../media/image1570.png"/><Relationship Id="rId94" Type="http://schemas.openxmlformats.org/officeDocument/2006/relationships/customXml" Target="../ink/ink2258.xml"/><Relationship Id="rId148" Type="http://schemas.openxmlformats.org/officeDocument/2006/relationships/customXml" Target="../ink/ink2285.xml"/><Relationship Id="rId169" Type="http://schemas.openxmlformats.org/officeDocument/2006/relationships/image" Target="../media/image1618.png"/><Relationship Id="rId4" Type="http://schemas.openxmlformats.org/officeDocument/2006/relationships/customXml" Target="../ink/ink2213.xml"/><Relationship Id="rId180" Type="http://schemas.openxmlformats.org/officeDocument/2006/relationships/customXml" Target="../ink/ink2301.xml"/><Relationship Id="rId215" Type="http://schemas.openxmlformats.org/officeDocument/2006/relationships/image" Target="../media/image1641.png"/><Relationship Id="rId236" Type="http://schemas.openxmlformats.org/officeDocument/2006/relationships/customXml" Target="../ink/ink2329.xml"/><Relationship Id="rId257" Type="http://schemas.openxmlformats.org/officeDocument/2006/relationships/image" Target="../media/image1662.png"/></Relationships>
</file>

<file path=ppt/slides/_rels/slide3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5330.png"/><Relationship Id="rId21" Type="http://schemas.openxmlformats.org/officeDocument/2006/relationships/image" Target="../media/image14850.png"/><Relationship Id="rId42" Type="http://schemas.openxmlformats.org/officeDocument/2006/relationships/customXml" Target="../ink/ink2360.xml"/><Relationship Id="rId63" Type="http://schemas.openxmlformats.org/officeDocument/2006/relationships/image" Target="../media/image15060.png"/><Relationship Id="rId84" Type="http://schemas.openxmlformats.org/officeDocument/2006/relationships/customXml" Target="../ink/ink2381.xml"/><Relationship Id="rId138" Type="http://schemas.openxmlformats.org/officeDocument/2006/relationships/customXml" Target="../ink/ink2408.xml"/><Relationship Id="rId159" Type="http://schemas.openxmlformats.org/officeDocument/2006/relationships/image" Target="../media/image15540.png"/><Relationship Id="rId170" Type="http://schemas.openxmlformats.org/officeDocument/2006/relationships/customXml" Target="../ink/ink2424.xml"/><Relationship Id="rId191" Type="http://schemas.openxmlformats.org/officeDocument/2006/relationships/image" Target="../media/image15700.png"/><Relationship Id="rId107" Type="http://schemas.openxmlformats.org/officeDocument/2006/relationships/image" Target="../media/image15280.png"/><Relationship Id="rId11" Type="http://schemas.openxmlformats.org/officeDocument/2006/relationships/image" Target="../media/image14800.png"/><Relationship Id="rId32" Type="http://schemas.openxmlformats.org/officeDocument/2006/relationships/customXml" Target="../ink/ink2355.xml"/><Relationship Id="rId53" Type="http://schemas.openxmlformats.org/officeDocument/2006/relationships/image" Target="../media/image15010.png"/><Relationship Id="rId74" Type="http://schemas.openxmlformats.org/officeDocument/2006/relationships/customXml" Target="../ink/ink2376.xml"/><Relationship Id="rId128" Type="http://schemas.openxmlformats.org/officeDocument/2006/relationships/customXml" Target="../ink/ink2403.xml"/><Relationship Id="rId149" Type="http://schemas.openxmlformats.org/officeDocument/2006/relationships/image" Target="../media/image15490.png"/><Relationship Id="rId5" Type="http://schemas.openxmlformats.org/officeDocument/2006/relationships/image" Target="../media/image14770.png"/><Relationship Id="rId95" Type="http://schemas.openxmlformats.org/officeDocument/2006/relationships/image" Target="../media/image15220.png"/><Relationship Id="rId160" Type="http://schemas.openxmlformats.org/officeDocument/2006/relationships/customXml" Target="../ink/ink2419.xml"/><Relationship Id="rId181" Type="http://schemas.openxmlformats.org/officeDocument/2006/relationships/image" Target="../media/image15650.png"/><Relationship Id="rId22" Type="http://schemas.openxmlformats.org/officeDocument/2006/relationships/customXml" Target="../ink/ink2350.xml"/><Relationship Id="rId43" Type="http://schemas.openxmlformats.org/officeDocument/2006/relationships/image" Target="../media/image14960.png"/><Relationship Id="rId64" Type="http://schemas.openxmlformats.org/officeDocument/2006/relationships/customXml" Target="../ink/ink2371.xml"/><Relationship Id="rId118" Type="http://schemas.openxmlformats.org/officeDocument/2006/relationships/customXml" Target="../ink/ink2398.xml"/><Relationship Id="rId139" Type="http://schemas.openxmlformats.org/officeDocument/2006/relationships/image" Target="../media/image15440.png"/><Relationship Id="rId85" Type="http://schemas.openxmlformats.org/officeDocument/2006/relationships/image" Target="../media/image15170.png"/><Relationship Id="rId150" Type="http://schemas.openxmlformats.org/officeDocument/2006/relationships/customXml" Target="../ink/ink2414.xml"/><Relationship Id="rId171" Type="http://schemas.openxmlformats.org/officeDocument/2006/relationships/image" Target="../media/image15600.png"/><Relationship Id="rId192" Type="http://schemas.openxmlformats.org/officeDocument/2006/relationships/customXml" Target="../ink/ink2435.xml"/><Relationship Id="rId12" Type="http://schemas.openxmlformats.org/officeDocument/2006/relationships/customXml" Target="../ink/ink2345.xml"/><Relationship Id="rId33" Type="http://schemas.openxmlformats.org/officeDocument/2006/relationships/image" Target="../media/image14910.png"/><Relationship Id="rId108" Type="http://schemas.openxmlformats.org/officeDocument/2006/relationships/customXml" Target="../ink/ink2393.xml"/><Relationship Id="rId129" Type="http://schemas.openxmlformats.org/officeDocument/2006/relationships/image" Target="../media/image15390.png"/><Relationship Id="rId54" Type="http://schemas.openxmlformats.org/officeDocument/2006/relationships/customXml" Target="../ink/ink2366.xml"/><Relationship Id="rId75" Type="http://schemas.openxmlformats.org/officeDocument/2006/relationships/image" Target="../media/image15120.png"/><Relationship Id="rId96" Type="http://schemas.openxmlformats.org/officeDocument/2006/relationships/customXml" Target="../ink/ink2387.xml"/><Relationship Id="rId140" Type="http://schemas.openxmlformats.org/officeDocument/2006/relationships/customXml" Target="../ink/ink2409.xml"/><Relationship Id="rId161" Type="http://schemas.openxmlformats.org/officeDocument/2006/relationships/image" Target="../media/image15550.png"/><Relationship Id="rId182" Type="http://schemas.openxmlformats.org/officeDocument/2006/relationships/customXml" Target="../ink/ink2430.xml"/><Relationship Id="rId6" Type="http://schemas.openxmlformats.org/officeDocument/2006/relationships/customXml" Target="../ink/ink2342.xml"/><Relationship Id="rId23" Type="http://schemas.openxmlformats.org/officeDocument/2006/relationships/image" Target="../media/image14860.png"/><Relationship Id="rId119" Type="http://schemas.openxmlformats.org/officeDocument/2006/relationships/image" Target="../media/image15340.png"/><Relationship Id="rId44" Type="http://schemas.openxmlformats.org/officeDocument/2006/relationships/customXml" Target="../ink/ink2361.xml"/><Relationship Id="rId65" Type="http://schemas.openxmlformats.org/officeDocument/2006/relationships/image" Target="../media/image15070.png"/><Relationship Id="rId86" Type="http://schemas.openxmlformats.org/officeDocument/2006/relationships/customXml" Target="../ink/ink2382.xml"/><Relationship Id="rId130" Type="http://schemas.openxmlformats.org/officeDocument/2006/relationships/customXml" Target="../ink/ink2404.xml"/><Relationship Id="rId151" Type="http://schemas.openxmlformats.org/officeDocument/2006/relationships/image" Target="../media/image15500.png"/><Relationship Id="rId172" Type="http://schemas.openxmlformats.org/officeDocument/2006/relationships/customXml" Target="../ink/ink2425.xml"/><Relationship Id="rId193" Type="http://schemas.openxmlformats.org/officeDocument/2006/relationships/image" Target="../media/image15711.png"/><Relationship Id="rId13" Type="http://schemas.openxmlformats.org/officeDocument/2006/relationships/image" Target="../media/image14810.png"/><Relationship Id="rId109" Type="http://schemas.openxmlformats.org/officeDocument/2006/relationships/image" Target="../media/image15290.png"/><Relationship Id="rId34" Type="http://schemas.openxmlformats.org/officeDocument/2006/relationships/customXml" Target="../ink/ink2356.xml"/><Relationship Id="rId55" Type="http://schemas.openxmlformats.org/officeDocument/2006/relationships/image" Target="../media/image15020.png"/><Relationship Id="rId76" Type="http://schemas.openxmlformats.org/officeDocument/2006/relationships/customXml" Target="../ink/ink2377.xml"/><Relationship Id="rId97" Type="http://schemas.openxmlformats.org/officeDocument/2006/relationships/image" Target="../media/image15230.png"/><Relationship Id="rId120" Type="http://schemas.openxmlformats.org/officeDocument/2006/relationships/customXml" Target="../ink/ink2399.xml"/><Relationship Id="rId141" Type="http://schemas.openxmlformats.org/officeDocument/2006/relationships/image" Target="../media/image15450.png"/><Relationship Id="rId7" Type="http://schemas.openxmlformats.org/officeDocument/2006/relationships/image" Target="../media/image14780.png"/><Relationship Id="rId71" Type="http://schemas.openxmlformats.org/officeDocument/2006/relationships/image" Target="../media/image15101.png"/><Relationship Id="rId92" Type="http://schemas.openxmlformats.org/officeDocument/2006/relationships/customXml" Target="../ink/ink2385.xml"/><Relationship Id="rId162" Type="http://schemas.openxmlformats.org/officeDocument/2006/relationships/customXml" Target="../ink/ink2420.xml"/><Relationship Id="rId183" Type="http://schemas.openxmlformats.org/officeDocument/2006/relationships/image" Target="../media/image15660.png"/><Relationship Id="rId2" Type="http://schemas.openxmlformats.org/officeDocument/2006/relationships/customXml" Target="../ink/ink2340.xml"/><Relationship Id="rId29" Type="http://schemas.openxmlformats.org/officeDocument/2006/relationships/image" Target="../media/image14890.png"/><Relationship Id="rId24" Type="http://schemas.openxmlformats.org/officeDocument/2006/relationships/customXml" Target="../ink/ink2351.xml"/><Relationship Id="rId40" Type="http://schemas.openxmlformats.org/officeDocument/2006/relationships/customXml" Target="../ink/ink2359.xml"/><Relationship Id="rId45" Type="http://schemas.openxmlformats.org/officeDocument/2006/relationships/image" Target="../media/image14970.png"/><Relationship Id="rId66" Type="http://schemas.openxmlformats.org/officeDocument/2006/relationships/customXml" Target="../ink/ink2372.xml"/><Relationship Id="rId87" Type="http://schemas.openxmlformats.org/officeDocument/2006/relationships/image" Target="../media/image15180.png"/><Relationship Id="rId110" Type="http://schemas.openxmlformats.org/officeDocument/2006/relationships/customXml" Target="../ink/ink2394.xml"/><Relationship Id="rId115" Type="http://schemas.openxmlformats.org/officeDocument/2006/relationships/image" Target="../media/image15320.png"/><Relationship Id="rId131" Type="http://schemas.openxmlformats.org/officeDocument/2006/relationships/image" Target="../media/image15400.png"/><Relationship Id="rId136" Type="http://schemas.openxmlformats.org/officeDocument/2006/relationships/customXml" Target="../ink/ink2407.xml"/><Relationship Id="rId157" Type="http://schemas.openxmlformats.org/officeDocument/2006/relationships/image" Target="../media/image15530.png"/><Relationship Id="rId178" Type="http://schemas.openxmlformats.org/officeDocument/2006/relationships/customXml" Target="../ink/ink2428.xml"/><Relationship Id="rId61" Type="http://schemas.openxmlformats.org/officeDocument/2006/relationships/image" Target="../media/image15050.png"/><Relationship Id="rId82" Type="http://schemas.openxmlformats.org/officeDocument/2006/relationships/customXml" Target="../ink/ink2380.xml"/><Relationship Id="rId152" Type="http://schemas.openxmlformats.org/officeDocument/2006/relationships/customXml" Target="../ink/ink2415.xml"/><Relationship Id="rId173" Type="http://schemas.openxmlformats.org/officeDocument/2006/relationships/image" Target="../media/image15611.png"/><Relationship Id="rId194" Type="http://schemas.openxmlformats.org/officeDocument/2006/relationships/customXml" Target="../ink/ink2436.xml"/><Relationship Id="rId19" Type="http://schemas.openxmlformats.org/officeDocument/2006/relationships/image" Target="../media/image14840.png"/><Relationship Id="rId14" Type="http://schemas.openxmlformats.org/officeDocument/2006/relationships/customXml" Target="../ink/ink2346.xml"/><Relationship Id="rId30" Type="http://schemas.openxmlformats.org/officeDocument/2006/relationships/customXml" Target="../ink/ink2354.xml"/><Relationship Id="rId35" Type="http://schemas.openxmlformats.org/officeDocument/2006/relationships/image" Target="../media/image14920.png"/><Relationship Id="rId56" Type="http://schemas.openxmlformats.org/officeDocument/2006/relationships/customXml" Target="../ink/ink2367.xml"/><Relationship Id="rId77" Type="http://schemas.openxmlformats.org/officeDocument/2006/relationships/image" Target="../media/image15130.png"/><Relationship Id="rId100" Type="http://schemas.openxmlformats.org/officeDocument/2006/relationships/customXml" Target="../ink/ink2389.xml"/><Relationship Id="rId105" Type="http://schemas.openxmlformats.org/officeDocument/2006/relationships/image" Target="../media/image15270.png"/><Relationship Id="rId126" Type="http://schemas.openxmlformats.org/officeDocument/2006/relationships/customXml" Target="../ink/ink2402.xml"/><Relationship Id="rId147" Type="http://schemas.openxmlformats.org/officeDocument/2006/relationships/image" Target="../media/image15480.png"/><Relationship Id="rId168" Type="http://schemas.openxmlformats.org/officeDocument/2006/relationships/customXml" Target="../ink/ink2423.xml"/><Relationship Id="rId8" Type="http://schemas.openxmlformats.org/officeDocument/2006/relationships/customXml" Target="../ink/ink2343.xml"/><Relationship Id="rId51" Type="http://schemas.openxmlformats.org/officeDocument/2006/relationships/image" Target="../media/image15000.png"/><Relationship Id="rId72" Type="http://schemas.openxmlformats.org/officeDocument/2006/relationships/customXml" Target="../ink/ink2375.xml"/><Relationship Id="rId93" Type="http://schemas.openxmlformats.org/officeDocument/2006/relationships/image" Target="../media/image15211.png"/><Relationship Id="rId98" Type="http://schemas.openxmlformats.org/officeDocument/2006/relationships/customXml" Target="../ink/ink2388.xml"/><Relationship Id="rId121" Type="http://schemas.openxmlformats.org/officeDocument/2006/relationships/image" Target="../media/image15350.png"/><Relationship Id="rId142" Type="http://schemas.openxmlformats.org/officeDocument/2006/relationships/customXml" Target="../ink/ink2410.xml"/><Relationship Id="rId163" Type="http://schemas.openxmlformats.org/officeDocument/2006/relationships/image" Target="../media/image15560.png"/><Relationship Id="rId184" Type="http://schemas.openxmlformats.org/officeDocument/2006/relationships/customXml" Target="../ink/ink2431.xml"/><Relationship Id="rId189" Type="http://schemas.openxmlformats.org/officeDocument/2006/relationships/image" Target="../media/image15690.png"/><Relationship Id="rId3" Type="http://schemas.openxmlformats.org/officeDocument/2006/relationships/image" Target="../media/image14760.png"/><Relationship Id="rId25" Type="http://schemas.openxmlformats.org/officeDocument/2006/relationships/image" Target="../media/image14870.png"/><Relationship Id="rId46" Type="http://schemas.openxmlformats.org/officeDocument/2006/relationships/customXml" Target="../ink/ink2362.xml"/><Relationship Id="rId67" Type="http://schemas.openxmlformats.org/officeDocument/2006/relationships/image" Target="../media/image15080.png"/><Relationship Id="rId116" Type="http://schemas.openxmlformats.org/officeDocument/2006/relationships/customXml" Target="../ink/ink2397.xml"/><Relationship Id="rId137" Type="http://schemas.openxmlformats.org/officeDocument/2006/relationships/image" Target="../media/image15430.png"/><Relationship Id="rId158" Type="http://schemas.openxmlformats.org/officeDocument/2006/relationships/customXml" Target="../ink/ink2418.xml"/><Relationship Id="rId20" Type="http://schemas.openxmlformats.org/officeDocument/2006/relationships/customXml" Target="../ink/ink2349.xml"/><Relationship Id="rId41" Type="http://schemas.openxmlformats.org/officeDocument/2006/relationships/image" Target="../media/image14950.png"/><Relationship Id="rId62" Type="http://schemas.openxmlformats.org/officeDocument/2006/relationships/customXml" Target="../ink/ink2370.xml"/><Relationship Id="rId83" Type="http://schemas.openxmlformats.org/officeDocument/2006/relationships/image" Target="../media/image15160.png"/><Relationship Id="rId88" Type="http://schemas.openxmlformats.org/officeDocument/2006/relationships/customXml" Target="../ink/ink2383.xml"/><Relationship Id="rId111" Type="http://schemas.openxmlformats.org/officeDocument/2006/relationships/image" Target="../media/image15300.png"/><Relationship Id="rId132" Type="http://schemas.openxmlformats.org/officeDocument/2006/relationships/customXml" Target="../ink/ink2405.xml"/><Relationship Id="rId153" Type="http://schemas.openxmlformats.org/officeDocument/2006/relationships/image" Target="../media/image15511.png"/><Relationship Id="rId174" Type="http://schemas.openxmlformats.org/officeDocument/2006/relationships/customXml" Target="../ink/ink2426.xml"/><Relationship Id="rId179" Type="http://schemas.openxmlformats.org/officeDocument/2006/relationships/image" Target="../media/image15640.png"/><Relationship Id="rId195" Type="http://schemas.openxmlformats.org/officeDocument/2006/relationships/image" Target="../media/image15720.png"/><Relationship Id="rId190" Type="http://schemas.openxmlformats.org/officeDocument/2006/relationships/customXml" Target="../ink/ink2434.xml"/><Relationship Id="rId15" Type="http://schemas.openxmlformats.org/officeDocument/2006/relationships/image" Target="../media/image14820.png"/><Relationship Id="rId36" Type="http://schemas.openxmlformats.org/officeDocument/2006/relationships/customXml" Target="../ink/ink2357.xml"/><Relationship Id="rId57" Type="http://schemas.openxmlformats.org/officeDocument/2006/relationships/image" Target="../media/image15030.png"/><Relationship Id="rId106" Type="http://schemas.openxmlformats.org/officeDocument/2006/relationships/customXml" Target="../ink/ink2392.xml"/><Relationship Id="rId127" Type="http://schemas.openxmlformats.org/officeDocument/2006/relationships/image" Target="../media/image15380.png"/><Relationship Id="rId10" Type="http://schemas.openxmlformats.org/officeDocument/2006/relationships/customXml" Target="../ink/ink2344.xml"/><Relationship Id="rId31" Type="http://schemas.openxmlformats.org/officeDocument/2006/relationships/image" Target="../media/image14900.png"/><Relationship Id="rId52" Type="http://schemas.openxmlformats.org/officeDocument/2006/relationships/customXml" Target="../ink/ink2365.xml"/><Relationship Id="rId73" Type="http://schemas.openxmlformats.org/officeDocument/2006/relationships/image" Target="../media/image15111.png"/><Relationship Id="rId78" Type="http://schemas.openxmlformats.org/officeDocument/2006/relationships/customXml" Target="../ink/ink2378.xml"/><Relationship Id="rId94" Type="http://schemas.openxmlformats.org/officeDocument/2006/relationships/customXml" Target="../ink/ink2386.xml"/><Relationship Id="rId99" Type="http://schemas.openxmlformats.org/officeDocument/2006/relationships/image" Target="../media/image15240.png"/><Relationship Id="rId101" Type="http://schemas.openxmlformats.org/officeDocument/2006/relationships/image" Target="../media/image15250.png"/><Relationship Id="rId122" Type="http://schemas.openxmlformats.org/officeDocument/2006/relationships/customXml" Target="../ink/ink2400.xml"/><Relationship Id="rId143" Type="http://schemas.openxmlformats.org/officeDocument/2006/relationships/image" Target="../media/image15460.png"/><Relationship Id="rId148" Type="http://schemas.openxmlformats.org/officeDocument/2006/relationships/customXml" Target="../ink/ink2413.xml"/><Relationship Id="rId164" Type="http://schemas.openxmlformats.org/officeDocument/2006/relationships/customXml" Target="../ink/ink2421.xml"/><Relationship Id="rId169" Type="http://schemas.openxmlformats.org/officeDocument/2006/relationships/image" Target="../media/image15590.png"/><Relationship Id="rId185" Type="http://schemas.openxmlformats.org/officeDocument/2006/relationships/image" Target="../media/image15670.png"/><Relationship Id="rId4" Type="http://schemas.openxmlformats.org/officeDocument/2006/relationships/customXml" Target="../ink/ink2341.xml"/><Relationship Id="rId9" Type="http://schemas.openxmlformats.org/officeDocument/2006/relationships/image" Target="../media/image14790.png"/><Relationship Id="rId180" Type="http://schemas.openxmlformats.org/officeDocument/2006/relationships/customXml" Target="../ink/ink2429.xml"/><Relationship Id="rId26" Type="http://schemas.openxmlformats.org/officeDocument/2006/relationships/customXml" Target="../ink/ink2352.xml"/><Relationship Id="rId47" Type="http://schemas.openxmlformats.org/officeDocument/2006/relationships/image" Target="../media/image14980.png"/><Relationship Id="rId68" Type="http://schemas.openxmlformats.org/officeDocument/2006/relationships/customXml" Target="../ink/ink2373.xml"/><Relationship Id="rId89" Type="http://schemas.openxmlformats.org/officeDocument/2006/relationships/image" Target="../media/image15190.png"/><Relationship Id="rId112" Type="http://schemas.openxmlformats.org/officeDocument/2006/relationships/customXml" Target="../ink/ink2395.xml"/><Relationship Id="rId133" Type="http://schemas.openxmlformats.org/officeDocument/2006/relationships/image" Target="../media/image15411.png"/><Relationship Id="rId154" Type="http://schemas.openxmlformats.org/officeDocument/2006/relationships/customXml" Target="../ink/ink2416.xml"/><Relationship Id="rId175" Type="http://schemas.openxmlformats.org/officeDocument/2006/relationships/image" Target="../media/image15620.png"/><Relationship Id="rId196" Type="http://schemas.openxmlformats.org/officeDocument/2006/relationships/customXml" Target="../ink/ink2437.xml"/><Relationship Id="rId16" Type="http://schemas.openxmlformats.org/officeDocument/2006/relationships/customXml" Target="../ink/ink2347.xml"/><Relationship Id="rId37" Type="http://schemas.openxmlformats.org/officeDocument/2006/relationships/image" Target="../media/image14930.png"/><Relationship Id="rId58" Type="http://schemas.openxmlformats.org/officeDocument/2006/relationships/customXml" Target="../ink/ink2368.xml"/><Relationship Id="rId79" Type="http://schemas.openxmlformats.org/officeDocument/2006/relationships/image" Target="../media/image15140.png"/><Relationship Id="rId102" Type="http://schemas.openxmlformats.org/officeDocument/2006/relationships/customXml" Target="../ink/ink2390.xml"/><Relationship Id="rId123" Type="http://schemas.openxmlformats.org/officeDocument/2006/relationships/image" Target="../media/image15360.png"/><Relationship Id="rId144" Type="http://schemas.openxmlformats.org/officeDocument/2006/relationships/customXml" Target="../ink/ink2411.xml"/><Relationship Id="rId90" Type="http://schemas.openxmlformats.org/officeDocument/2006/relationships/customXml" Target="../ink/ink2384.xml"/><Relationship Id="rId165" Type="http://schemas.openxmlformats.org/officeDocument/2006/relationships/image" Target="../media/image15570.png"/><Relationship Id="rId186" Type="http://schemas.openxmlformats.org/officeDocument/2006/relationships/customXml" Target="../ink/ink2432.xml"/><Relationship Id="rId27" Type="http://schemas.openxmlformats.org/officeDocument/2006/relationships/image" Target="../media/image14880.png"/><Relationship Id="rId48" Type="http://schemas.openxmlformats.org/officeDocument/2006/relationships/customXml" Target="../ink/ink2363.xml"/><Relationship Id="rId69" Type="http://schemas.openxmlformats.org/officeDocument/2006/relationships/image" Target="../media/image15090.png"/><Relationship Id="rId113" Type="http://schemas.openxmlformats.org/officeDocument/2006/relationships/image" Target="../media/image15311.png"/><Relationship Id="rId134" Type="http://schemas.openxmlformats.org/officeDocument/2006/relationships/customXml" Target="../ink/ink2406.xml"/><Relationship Id="rId80" Type="http://schemas.openxmlformats.org/officeDocument/2006/relationships/customXml" Target="../ink/ink2379.xml"/><Relationship Id="rId155" Type="http://schemas.openxmlformats.org/officeDocument/2006/relationships/image" Target="../media/image15520.png"/><Relationship Id="rId176" Type="http://schemas.openxmlformats.org/officeDocument/2006/relationships/customXml" Target="../ink/ink2427.xml"/><Relationship Id="rId197" Type="http://schemas.openxmlformats.org/officeDocument/2006/relationships/image" Target="../media/image15730.png"/><Relationship Id="rId17" Type="http://schemas.openxmlformats.org/officeDocument/2006/relationships/image" Target="../media/image14830.png"/><Relationship Id="rId38" Type="http://schemas.openxmlformats.org/officeDocument/2006/relationships/customXml" Target="../ink/ink2358.xml"/><Relationship Id="rId59" Type="http://schemas.openxmlformats.org/officeDocument/2006/relationships/image" Target="../media/image15040.png"/><Relationship Id="rId103" Type="http://schemas.openxmlformats.org/officeDocument/2006/relationships/image" Target="../media/image15260.png"/><Relationship Id="rId124" Type="http://schemas.openxmlformats.org/officeDocument/2006/relationships/customXml" Target="../ink/ink2401.xml"/><Relationship Id="rId70" Type="http://schemas.openxmlformats.org/officeDocument/2006/relationships/customXml" Target="../ink/ink2374.xml"/><Relationship Id="rId91" Type="http://schemas.openxmlformats.org/officeDocument/2006/relationships/image" Target="../media/image15200.png"/><Relationship Id="rId145" Type="http://schemas.openxmlformats.org/officeDocument/2006/relationships/image" Target="../media/image15470.png"/><Relationship Id="rId166" Type="http://schemas.openxmlformats.org/officeDocument/2006/relationships/customXml" Target="../ink/ink2422.xml"/><Relationship Id="rId187" Type="http://schemas.openxmlformats.org/officeDocument/2006/relationships/image" Target="../media/image15680.png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2353.xml"/><Relationship Id="rId49" Type="http://schemas.openxmlformats.org/officeDocument/2006/relationships/image" Target="../media/image14990.png"/><Relationship Id="rId114" Type="http://schemas.openxmlformats.org/officeDocument/2006/relationships/customXml" Target="../ink/ink2396.xml"/><Relationship Id="rId60" Type="http://schemas.openxmlformats.org/officeDocument/2006/relationships/customXml" Target="../ink/ink2369.xml"/><Relationship Id="rId81" Type="http://schemas.openxmlformats.org/officeDocument/2006/relationships/image" Target="../media/image15150.png"/><Relationship Id="rId135" Type="http://schemas.openxmlformats.org/officeDocument/2006/relationships/image" Target="../media/image15420.png"/><Relationship Id="rId156" Type="http://schemas.openxmlformats.org/officeDocument/2006/relationships/customXml" Target="../ink/ink2417.xml"/><Relationship Id="rId177" Type="http://schemas.openxmlformats.org/officeDocument/2006/relationships/image" Target="../media/image15630.png"/><Relationship Id="rId18" Type="http://schemas.openxmlformats.org/officeDocument/2006/relationships/customXml" Target="../ink/ink2348.xml"/><Relationship Id="rId39" Type="http://schemas.openxmlformats.org/officeDocument/2006/relationships/image" Target="../media/image14940.png"/><Relationship Id="rId50" Type="http://schemas.openxmlformats.org/officeDocument/2006/relationships/customXml" Target="../ink/ink2364.xml"/><Relationship Id="rId104" Type="http://schemas.openxmlformats.org/officeDocument/2006/relationships/customXml" Target="../ink/ink2391.xml"/><Relationship Id="rId125" Type="http://schemas.openxmlformats.org/officeDocument/2006/relationships/image" Target="../media/image15370.png"/><Relationship Id="rId146" Type="http://schemas.openxmlformats.org/officeDocument/2006/relationships/customXml" Target="../ink/ink2412.xml"/><Relationship Id="rId167" Type="http://schemas.openxmlformats.org/officeDocument/2006/relationships/image" Target="../media/image15580.png"/><Relationship Id="rId188" Type="http://schemas.openxmlformats.org/officeDocument/2006/relationships/customXml" Target="../ink/ink2433.xml"/></Relationships>
</file>

<file path=ppt/slides/_rels/slide32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495.xml"/><Relationship Id="rId21" Type="http://schemas.openxmlformats.org/officeDocument/2006/relationships/customXml" Target="../ink/ink2447.xml"/><Relationship Id="rId42" Type="http://schemas.openxmlformats.org/officeDocument/2006/relationships/image" Target="../media/image15930.png"/><Relationship Id="rId63" Type="http://schemas.openxmlformats.org/officeDocument/2006/relationships/customXml" Target="../ink/ink2468.xml"/><Relationship Id="rId84" Type="http://schemas.openxmlformats.org/officeDocument/2006/relationships/image" Target="../media/image16140.png"/><Relationship Id="rId138" Type="http://schemas.openxmlformats.org/officeDocument/2006/relationships/image" Target="../media/image16410.png"/><Relationship Id="rId16" Type="http://schemas.openxmlformats.org/officeDocument/2006/relationships/image" Target="../media/image15800.png"/><Relationship Id="rId107" Type="http://schemas.openxmlformats.org/officeDocument/2006/relationships/customXml" Target="../ink/ink2490.xml"/><Relationship Id="rId11" Type="http://schemas.openxmlformats.org/officeDocument/2006/relationships/customXml" Target="../ink/ink2442.xml"/><Relationship Id="rId32" Type="http://schemas.openxmlformats.org/officeDocument/2006/relationships/image" Target="../media/image15880.png"/><Relationship Id="rId37" Type="http://schemas.openxmlformats.org/officeDocument/2006/relationships/customXml" Target="../ink/ink2455.xml"/><Relationship Id="rId53" Type="http://schemas.openxmlformats.org/officeDocument/2006/relationships/customXml" Target="../ink/ink2463.xml"/><Relationship Id="rId58" Type="http://schemas.openxmlformats.org/officeDocument/2006/relationships/image" Target="../media/image16010.png"/><Relationship Id="rId74" Type="http://schemas.openxmlformats.org/officeDocument/2006/relationships/image" Target="../media/image16090.png"/><Relationship Id="rId79" Type="http://schemas.openxmlformats.org/officeDocument/2006/relationships/customXml" Target="../ink/ink2476.xml"/><Relationship Id="rId102" Type="http://schemas.openxmlformats.org/officeDocument/2006/relationships/image" Target="../media/image16230.png"/><Relationship Id="rId123" Type="http://schemas.openxmlformats.org/officeDocument/2006/relationships/customXml" Target="../ink/ink2498.xml"/><Relationship Id="rId128" Type="http://schemas.openxmlformats.org/officeDocument/2006/relationships/image" Target="../media/image16360.png"/><Relationship Id="rId5" Type="http://schemas.openxmlformats.org/officeDocument/2006/relationships/customXml" Target="../ink/ink2439.xml"/><Relationship Id="rId90" Type="http://schemas.openxmlformats.org/officeDocument/2006/relationships/image" Target="../media/image16170.png"/><Relationship Id="rId95" Type="http://schemas.openxmlformats.org/officeDocument/2006/relationships/customXml" Target="../ink/ink2484.xml"/><Relationship Id="rId22" Type="http://schemas.openxmlformats.org/officeDocument/2006/relationships/image" Target="../media/image15830.png"/><Relationship Id="rId27" Type="http://schemas.openxmlformats.org/officeDocument/2006/relationships/customXml" Target="../ink/ink2450.xml"/><Relationship Id="rId43" Type="http://schemas.openxmlformats.org/officeDocument/2006/relationships/customXml" Target="../ink/ink2458.xml"/><Relationship Id="rId48" Type="http://schemas.openxmlformats.org/officeDocument/2006/relationships/image" Target="../media/image15960.png"/><Relationship Id="rId64" Type="http://schemas.openxmlformats.org/officeDocument/2006/relationships/image" Target="../media/image16040.png"/><Relationship Id="rId69" Type="http://schemas.openxmlformats.org/officeDocument/2006/relationships/customXml" Target="../ink/ink2471.xml"/><Relationship Id="rId113" Type="http://schemas.openxmlformats.org/officeDocument/2006/relationships/customXml" Target="../ink/ink2493.xml"/><Relationship Id="rId118" Type="http://schemas.openxmlformats.org/officeDocument/2006/relationships/image" Target="../media/image16310.png"/><Relationship Id="rId134" Type="http://schemas.openxmlformats.org/officeDocument/2006/relationships/image" Target="../media/image16390.png"/><Relationship Id="rId139" Type="http://schemas.openxmlformats.org/officeDocument/2006/relationships/customXml" Target="../ink/ink2506.xml"/><Relationship Id="rId80" Type="http://schemas.openxmlformats.org/officeDocument/2006/relationships/image" Target="../media/image16120.png"/><Relationship Id="rId85" Type="http://schemas.openxmlformats.org/officeDocument/2006/relationships/customXml" Target="../ink/ink2479.xml"/><Relationship Id="rId12" Type="http://schemas.openxmlformats.org/officeDocument/2006/relationships/image" Target="../media/image15780.png"/><Relationship Id="rId17" Type="http://schemas.openxmlformats.org/officeDocument/2006/relationships/customXml" Target="../ink/ink2445.xml"/><Relationship Id="rId33" Type="http://schemas.openxmlformats.org/officeDocument/2006/relationships/customXml" Target="../ink/ink2453.xml"/><Relationship Id="rId38" Type="http://schemas.openxmlformats.org/officeDocument/2006/relationships/image" Target="../media/image15911.png"/><Relationship Id="rId59" Type="http://schemas.openxmlformats.org/officeDocument/2006/relationships/customXml" Target="../ink/ink2466.xml"/><Relationship Id="rId103" Type="http://schemas.openxmlformats.org/officeDocument/2006/relationships/customXml" Target="../ink/ink2488.xml"/><Relationship Id="rId108" Type="http://schemas.openxmlformats.org/officeDocument/2006/relationships/image" Target="../media/image16260.png"/><Relationship Id="rId124" Type="http://schemas.openxmlformats.org/officeDocument/2006/relationships/image" Target="../media/image16340.png"/><Relationship Id="rId129" Type="http://schemas.openxmlformats.org/officeDocument/2006/relationships/customXml" Target="../ink/ink2501.xml"/><Relationship Id="rId54" Type="http://schemas.openxmlformats.org/officeDocument/2006/relationships/image" Target="../media/image15990.png"/><Relationship Id="rId70" Type="http://schemas.openxmlformats.org/officeDocument/2006/relationships/image" Target="../media/image16070.png"/><Relationship Id="rId75" Type="http://schemas.openxmlformats.org/officeDocument/2006/relationships/customXml" Target="../ink/ink2474.xml"/><Relationship Id="rId91" Type="http://schemas.openxmlformats.org/officeDocument/2006/relationships/customXml" Target="../ink/ink2482.xml"/><Relationship Id="rId96" Type="http://schemas.openxmlformats.org/officeDocument/2006/relationships/image" Target="../media/image16200.png"/><Relationship Id="rId140" Type="http://schemas.openxmlformats.org/officeDocument/2006/relationships/image" Target="../media/image164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750.png"/><Relationship Id="rId23" Type="http://schemas.openxmlformats.org/officeDocument/2006/relationships/customXml" Target="../ink/ink2448.xml"/><Relationship Id="rId28" Type="http://schemas.openxmlformats.org/officeDocument/2006/relationships/image" Target="../media/image15860.png"/><Relationship Id="rId49" Type="http://schemas.openxmlformats.org/officeDocument/2006/relationships/customXml" Target="../ink/ink2461.xml"/><Relationship Id="rId114" Type="http://schemas.openxmlformats.org/officeDocument/2006/relationships/image" Target="../media/image16290.png"/><Relationship Id="rId119" Type="http://schemas.openxmlformats.org/officeDocument/2006/relationships/customXml" Target="../ink/ink2496.xml"/><Relationship Id="rId44" Type="http://schemas.openxmlformats.org/officeDocument/2006/relationships/image" Target="../media/image15940.png"/><Relationship Id="rId60" Type="http://schemas.openxmlformats.org/officeDocument/2006/relationships/image" Target="../media/image16020.png"/><Relationship Id="rId65" Type="http://schemas.openxmlformats.org/officeDocument/2006/relationships/customXml" Target="../ink/ink2469.xml"/><Relationship Id="rId81" Type="http://schemas.openxmlformats.org/officeDocument/2006/relationships/customXml" Target="../ink/ink2477.xml"/><Relationship Id="rId86" Type="http://schemas.openxmlformats.org/officeDocument/2006/relationships/image" Target="../media/image16150.png"/><Relationship Id="rId130" Type="http://schemas.openxmlformats.org/officeDocument/2006/relationships/image" Target="../media/image16370.png"/><Relationship Id="rId135" Type="http://schemas.openxmlformats.org/officeDocument/2006/relationships/customXml" Target="../ink/ink2504.xml"/><Relationship Id="rId13" Type="http://schemas.openxmlformats.org/officeDocument/2006/relationships/customXml" Target="../ink/ink2443.xml"/><Relationship Id="rId18" Type="http://schemas.openxmlformats.org/officeDocument/2006/relationships/image" Target="../media/image15811.png"/><Relationship Id="rId39" Type="http://schemas.openxmlformats.org/officeDocument/2006/relationships/customXml" Target="../ink/ink2456.xml"/><Relationship Id="rId109" Type="http://schemas.openxmlformats.org/officeDocument/2006/relationships/customXml" Target="../ink/ink2491.xml"/><Relationship Id="rId34" Type="http://schemas.openxmlformats.org/officeDocument/2006/relationships/image" Target="../media/image15890.png"/><Relationship Id="rId50" Type="http://schemas.openxmlformats.org/officeDocument/2006/relationships/image" Target="../media/image15970.png"/><Relationship Id="rId55" Type="http://schemas.openxmlformats.org/officeDocument/2006/relationships/customXml" Target="../ink/ink2464.xml"/><Relationship Id="rId76" Type="http://schemas.openxmlformats.org/officeDocument/2006/relationships/image" Target="../media/image16101.png"/><Relationship Id="rId97" Type="http://schemas.openxmlformats.org/officeDocument/2006/relationships/customXml" Target="../ink/ink2485.xml"/><Relationship Id="rId104" Type="http://schemas.openxmlformats.org/officeDocument/2006/relationships/image" Target="../media/image16240.png"/><Relationship Id="rId120" Type="http://schemas.openxmlformats.org/officeDocument/2006/relationships/image" Target="../media/image16320.png"/><Relationship Id="rId125" Type="http://schemas.openxmlformats.org/officeDocument/2006/relationships/customXml" Target="../ink/ink2499.xml"/><Relationship Id="rId7" Type="http://schemas.openxmlformats.org/officeDocument/2006/relationships/customXml" Target="../ink/ink2440.xml"/><Relationship Id="rId71" Type="http://schemas.openxmlformats.org/officeDocument/2006/relationships/customXml" Target="../ink/ink2472.xml"/><Relationship Id="rId92" Type="http://schemas.openxmlformats.org/officeDocument/2006/relationships/image" Target="../media/image16180.png"/><Relationship Id="rId2" Type="http://schemas.openxmlformats.org/officeDocument/2006/relationships/image" Target="../media/image1325.png"/><Relationship Id="rId29" Type="http://schemas.openxmlformats.org/officeDocument/2006/relationships/customXml" Target="../ink/ink2451.xml"/><Relationship Id="rId24" Type="http://schemas.openxmlformats.org/officeDocument/2006/relationships/image" Target="../media/image15840.png"/><Relationship Id="rId40" Type="http://schemas.openxmlformats.org/officeDocument/2006/relationships/image" Target="../media/image15920.png"/><Relationship Id="rId45" Type="http://schemas.openxmlformats.org/officeDocument/2006/relationships/customXml" Target="../ink/ink2459.xml"/><Relationship Id="rId66" Type="http://schemas.openxmlformats.org/officeDocument/2006/relationships/image" Target="../media/image16050.png"/><Relationship Id="rId87" Type="http://schemas.openxmlformats.org/officeDocument/2006/relationships/customXml" Target="../ink/ink2480.xml"/><Relationship Id="rId110" Type="http://schemas.openxmlformats.org/officeDocument/2006/relationships/image" Target="../media/image16270.png"/><Relationship Id="rId115" Type="http://schemas.openxmlformats.org/officeDocument/2006/relationships/customXml" Target="../ink/ink2494.xml"/><Relationship Id="rId131" Type="http://schemas.openxmlformats.org/officeDocument/2006/relationships/customXml" Target="../ink/ink2502.xml"/><Relationship Id="rId136" Type="http://schemas.openxmlformats.org/officeDocument/2006/relationships/image" Target="../media/image16400.png"/><Relationship Id="rId61" Type="http://schemas.openxmlformats.org/officeDocument/2006/relationships/customXml" Target="../ink/ink2467.xml"/><Relationship Id="rId82" Type="http://schemas.openxmlformats.org/officeDocument/2006/relationships/image" Target="../media/image16130.png"/><Relationship Id="rId19" Type="http://schemas.openxmlformats.org/officeDocument/2006/relationships/customXml" Target="../ink/ink2446.xml"/><Relationship Id="rId14" Type="http://schemas.openxmlformats.org/officeDocument/2006/relationships/image" Target="../media/image15790.png"/><Relationship Id="rId30" Type="http://schemas.openxmlformats.org/officeDocument/2006/relationships/image" Target="../media/image15870.png"/><Relationship Id="rId35" Type="http://schemas.openxmlformats.org/officeDocument/2006/relationships/customXml" Target="../ink/ink2454.xml"/><Relationship Id="rId56" Type="http://schemas.openxmlformats.org/officeDocument/2006/relationships/image" Target="../media/image16000.png"/><Relationship Id="rId77" Type="http://schemas.openxmlformats.org/officeDocument/2006/relationships/customXml" Target="../ink/ink2475.xml"/><Relationship Id="rId100" Type="http://schemas.openxmlformats.org/officeDocument/2006/relationships/image" Target="../media/image16220.png"/><Relationship Id="rId105" Type="http://schemas.openxmlformats.org/officeDocument/2006/relationships/customXml" Target="../ink/ink2489.xml"/><Relationship Id="rId126" Type="http://schemas.openxmlformats.org/officeDocument/2006/relationships/image" Target="../media/image16350.png"/><Relationship Id="rId8" Type="http://schemas.openxmlformats.org/officeDocument/2006/relationships/image" Target="../media/image15760.png"/><Relationship Id="rId51" Type="http://schemas.openxmlformats.org/officeDocument/2006/relationships/customXml" Target="../ink/ink2462.xml"/><Relationship Id="rId72" Type="http://schemas.openxmlformats.org/officeDocument/2006/relationships/image" Target="../media/image16080.png"/><Relationship Id="rId93" Type="http://schemas.openxmlformats.org/officeDocument/2006/relationships/customXml" Target="../ink/ink2483.xml"/><Relationship Id="rId98" Type="http://schemas.openxmlformats.org/officeDocument/2006/relationships/image" Target="../media/image16210.png"/><Relationship Id="rId121" Type="http://schemas.openxmlformats.org/officeDocument/2006/relationships/customXml" Target="../ink/ink2497.xml"/><Relationship Id="rId3" Type="http://schemas.openxmlformats.org/officeDocument/2006/relationships/customXml" Target="../ink/ink2438.xml"/><Relationship Id="rId25" Type="http://schemas.openxmlformats.org/officeDocument/2006/relationships/customXml" Target="../ink/ink2449.xml"/><Relationship Id="rId46" Type="http://schemas.openxmlformats.org/officeDocument/2006/relationships/image" Target="../media/image15950.png"/><Relationship Id="rId67" Type="http://schemas.openxmlformats.org/officeDocument/2006/relationships/customXml" Target="../ink/ink2470.xml"/><Relationship Id="rId116" Type="http://schemas.openxmlformats.org/officeDocument/2006/relationships/image" Target="../media/image16300.png"/><Relationship Id="rId137" Type="http://schemas.openxmlformats.org/officeDocument/2006/relationships/customXml" Target="../ink/ink2505.xml"/><Relationship Id="rId20" Type="http://schemas.openxmlformats.org/officeDocument/2006/relationships/image" Target="../media/image15820.png"/><Relationship Id="rId41" Type="http://schemas.openxmlformats.org/officeDocument/2006/relationships/customXml" Target="../ink/ink2457.xml"/><Relationship Id="rId62" Type="http://schemas.openxmlformats.org/officeDocument/2006/relationships/image" Target="../media/image16030.png"/><Relationship Id="rId83" Type="http://schemas.openxmlformats.org/officeDocument/2006/relationships/customXml" Target="../ink/ink2478.xml"/><Relationship Id="rId88" Type="http://schemas.openxmlformats.org/officeDocument/2006/relationships/image" Target="../media/image16160.png"/><Relationship Id="rId111" Type="http://schemas.openxmlformats.org/officeDocument/2006/relationships/customXml" Target="../ink/ink2492.xml"/><Relationship Id="rId132" Type="http://schemas.openxmlformats.org/officeDocument/2006/relationships/image" Target="../media/image16380.png"/><Relationship Id="rId15" Type="http://schemas.openxmlformats.org/officeDocument/2006/relationships/customXml" Target="../ink/ink2444.xml"/><Relationship Id="rId36" Type="http://schemas.openxmlformats.org/officeDocument/2006/relationships/image" Target="../media/image15900.png"/><Relationship Id="rId57" Type="http://schemas.openxmlformats.org/officeDocument/2006/relationships/customXml" Target="../ink/ink2465.xml"/><Relationship Id="rId106" Type="http://schemas.openxmlformats.org/officeDocument/2006/relationships/image" Target="../media/image16250.png"/><Relationship Id="rId127" Type="http://schemas.openxmlformats.org/officeDocument/2006/relationships/customXml" Target="../ink/ink2500.xml"/><Relationship Id="rId10" Type="http://schemas.openxmlformats.org/officeDocument/2006/relationships/image" Target="../media/image15770.png"/><Relationship Id="rId31" Type="http://schemas.openxmlformats.org/officeDocument/2006/relationships/customXml" Target="../ink/ink2452.xml"/><Relationship Id="rId52" Type="http://schemas.openxmlformats.org/officeDocument/2006/relationships/image" Target="../media/image15980.png"/><Relationship Id="rId73" Type="http://schemas.openxmlformats.org/officeDocument/2006/relationships/customXml" Target="../ink/ink2473.xml"/><Relationship Id="rId78" Type="http://schemas.openxmlformats.org/officeDocument/2006/relationships/image" Target="../media/image16110.png"/><Relationship Id="rId94" Type="http://schemas.openxmlformats.org/officeDocument/2006/relationships/image" Target="../media/image16190.png"/><Relationship Id="rId99" Type="http://schemas.openxmlformats.org/officeDocument/2006/relationships/customXml" Target="../ink/ink2486.xml"/><Relationship Id="rId101" Type="http://schemas.openxmlformats.org/officeDocument/2006/relationships/customXml" Target="../ink/ink2487.xml"/><Relationship Id="rId122" Type="http://schemas.openxmlformats.org/officeDocument/2006/relationships/image" Target="../media/image16330.png"/><Relationship Id="rId4" Type="http://schemas.openxmlformats.org/officeDocument/2006/relationships/image" Target="../media/image15740.png"/><Relationship Id="rId9" Type="http://schemas.openxmlformats.org/officeDocument/2006/relationships/customXml" Target="../ink/ink2441.xml"/><Relationship Id="rId26" Type="http://schemas.openxmlformats.org/officeDocument/2006/relationships/image" Target="../media/image15850.png"/><Relationship Id="rId47" Type="http://schemas.openxmlformats.org/officeDocument/2006/relationships/customXml" Target="../ink/ink2460.xml"/><Relationship Id="rId68" Type="http://schemas.openxmlformats.org/officeDocument/2006/relationships/image" Target="../media/image16060.png"/><Relationship Id="rId89" Type="http://schemas.openxmlformats.org/officeDocument/2006/relationships/customXml" Target="../ink/ink2481.xml"/><Relationship Id="rId112" Type="http://schemas.openxmlformats.org/officeDocument/2006/relationships/image" Target="../media/image16280.png"/><Relationship Id="rId133" Type="http://schemas.openxmlformats.org/officeDocument/2006/relationships/customXml" Target="../ink/ink2503.xml"/></Relationships>
</file>

<file path=ppt/slides/_rels/slide3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6480.png"/><Relationship Id="rId18" Type="http://schemas.openxmlformats.org/officeDocument/2006/relationships/customXml" Target="../ink/ink2515.xml"/><Relationship Id="rId26" Type="http://schemas.openxmlformats.org/officeDocument/2006/relationships/customXml" Target="../ink/ink2519.xml"/><Relationship Id="rId39" Type="http://schemas.openxmlformats.org/officeDocument/2006/relationships/image" Target="../media/image16610.png"/><Relationship Id="rId21" Type="http://schemas.openxmlformats.org/officeDocument/2006/relationships/image" Target="../media/image16520.png"/><Relationship Id="rId34" Type="http://schemas.openxmlformats.org/officeDocument/2006/relationships/customXml" Target="../ink/ink2523.xml"/><Relationship Id="rId7" Type="http://schemas.openxmlformats.org/officeDocument/2006/relationships/image" Target="../media/image16450.png"/><Relationship Id="rId2" Type="http://schemas.openxmlformats.org/officeDocument/2006/relationships/customXml" Target="../ink/ink2507.xml"/><Relationship Id="rId16" Type="http://schemas.openxmlformats.org/officeDocument/2006/relationships/customXml" Target="../ink/ink2514.xml"/><Relationship Id="rId20" Type="http://schemas.openxmlformats.org/officeDocument/2006/relationships/customXml" Target="../ink/ink2516.xml"/><Relationship Id="rId29" Type="http://schemas.openxmlformats.org/officeDocument/2006/relationships/image" Target="../media/image16560.png"/><Relationship Id="rId41" Type="http://schemas.openxmlformats.org/officeDocument/2006/relationships/image" Target="../media/image16620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509.xml"/><Relationship Id="rId11" Type="http://schemas.openxmlformats.org/officeDocument/2006/relationships/image" Target="../media/image16470.png"/><Relationship Id="rId24" Type="http://schemas.openxmlformats.org/officeDocument/2006/relationships/customXml" Target="../ink/ink2518.xml"/><Relationship Id="rId32" Type="http://schemas.openxmlformats.org/officeDocument/2006/relationships/customXml" Target="../ink/ink2522.xml"/><Relationship Id="rId37" Type="http://schemas.openxmlformats.org/officeDocument/2006/relationships/image" Target="../media/image16600.png"/><Relationship Id="rId40" Type="http://schemas.openxmlformats.org/officeDocument/2006/relationships/customXml" Target="../ink/ink2526.xml"/><Relationship Id="rId5" Type="http://schemas.openxmlformats.org/officeDocument/2006/relationships/image" Target="../media/image16440.png"/><Relationship Id="rId15" Type="http://schemas.openxmlformats.org/officeDocument/2006/relationships/image" Target="../media/image16490.png"/><Relationship Id="rId23" Type="http://schemas.openxmlformats.org/officeDocument/2006/relationships/image" Target="../media/image16530.png"/><Relationship Id="rId28" Type="http://schemas.openxmlformats.org/officeDocument/2006/relationships/customXml" Target="../ink/ink2520.xml"/><Relationship Id="rId36" Type="http://schemas.openxmlformats.org/officeDocument/2006/relationships/customXml" Target="../ink/ink2524.xml"/><Relationship Id="rId10" Type="http://schemas.openxmlformats.org/officeDocument/2006/relationships/customXml" Target="../ink/ink2511.xml"/><Relationship Id="rId19" Type="http://schemas.openxmlformats.org/officeDocument/2006/relationships/image" Target="../media/image16510.png"/><Relationship Id="rId31" Type="http://schemas.openxmlformats.org/officeDocument/2006/relationships/image" Target="../media/image16570.png"/><Relationship Id="rId4" Type="http://schemas.openxmlformats.org/officeDocument/2006/relationships/customXml" Target="../ink/ink2508.xml"/><Relationship Id="rId9" Type="http://schemas.openxmlformats.org/officeDocument/2006/relationships/image" Target="../media/image16460.png"/><Relationship Id="rId14" Type="http://schemas.openxmlformats.org/officeDocument/2006/relationships/customXml" Target="../ink/ink2513.xml"/><Relationship Id="rId22" Type="http://schemas.openxmlformats.org/officeDocument/2006/relationships/customXml" Target="../ink/ink2517.xml"/><Relationship Id="rId27" Type="http://schemas.openxmlformats.org/officeDocument/2006/relationships/image" Target="../media/image16550.png"/><Relationship Id="rId30" Type="http://schemas.openxmlformats.org/officeDocument/2006/relationships/customXml" Target="../ink/ink2521.xml"/><Relationship Id="rId35" Type="http://schemas.openxmlformats.org/officeDocument/2006/relationships/image" Target="../media/image16590.png"/><Relationship Id="rId8" Type="http://schemas.openxmlformats.org/officeDocument/2006/relationships/customXml" Target="../ink/ink2510.xml"/><Relationship Id="rId3" Type="http://schemas.openxmlformats.org/officeDocument/2006/relationships/image" Target="../media/image16430.png"/><Relationship Id="rId12" Type="http://schemas.openxmlformats.org/officeDocument/2006/relationships/customXml" Target="../ink/ink2512.xml"/><Relationship Id="rId17" Type="http://schemas.openxmlformats.org/officeDocument/2006/relationships/image" Target="../media/image16500.png"/><Relationship Id="rId25" Type="http://schemas.openxmlformats.org/officeDocument/2006/relationships/image" Target="../media/image16540.png"/><Relationship Id="rId33" Type="http://schemas.openxmlformats.org/officeDocument/2006/relationships/image" Target="../media/image16580.png"/><Relationship Id="rId38" Type="http://schemas.openxmlformats.org/officeDocument/2006/relationships/customXml" Target="../ink/ink252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64.png"/><Relationship Id="rId2" Type="http://schemas.openxmlformats.org/officeDocument/2006/relationships/image" Target="../media/image166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721.png"/><Relationship Id="rId299" Type="http://schemas.openxmlformats.org/officeDocument/2006/relationships/image" Target="../media/image1812.png"/><Relationship Id="rId21" Type="http://schemas.openxmlformats.org/officeDocument/2006/relationships/image" Target="../media/image1673.png"/><Relationship Id="rId63" Type="http://schemas.openxmlformats.org/officeDocument/2006/relationships/image" Target="../media/image1694.png"/><Relationship Id="rId159" Type="http://schemas.openxmlformats.org/officeDocument/2006/relationships/image" Target="../media/image1742.png"/><Relationship Id="rId170" Type="http://schemas.openxmlformats.org/officeDocument/2006/relationships/customXml" Target="../ink/ink2610.xml"/><Relationship Id="rId226" Type="http://schemas.openxmlformats.org/officeDocument/2006/relationships/customXml" Target="../ink/ink2638.xml"/><Relationship Id="rId268" Type="http://schemas.openxmlformats.org/officeDocument/2006/relationships/customXml" Target="../ink/ink2659.xml"/><Relationship Id="rId32" Type="http://schemas.openxmlformats.org/officeDocument/2006/relationships/customXml" Target="../ink/ink2541.xml"/><Relationship Id="rId74" Type="http://schemas.openxmlformats.org/officeDocument/2006/relationships/customXml" Target="../ink/ink2562.xml"/><Relationship Id="rId128" Type="http://schemas.openxmlformats.org/officeDocument/2006/relationships/customXml" Target="../ink/ink2589.xml"/><Relationship Id="rId5" Type="http://schemas.openxmlformats.org/officeDocument/2006/relationships/image" Target="../media/image1665.png"/><Relationship Id="rId181" Type="http://schemas.openxmlformats.org/officeDocument/2006/relationships/image" Target="../media/image1753.png"/><Relationship Id="rId237" Type="http://schemas.openxmlformats.org/officeDocument/2006/relationships/image" Target="../media/image1781.png"/><Relationship Id="rId279" Type="http://schemas.openxmlformats.org/officeDocument/2006/relationships/image" Target="../media/image1802.png"/><Relationship Id="rId43" Type="http://schemas.openxmlformats.org/officeDocument/2006/relationships/image" Target="../media/image1684.png"/><Relationship Id="rId139" Type="http://schemas.openxmlformats.org/officeDocument/2006/relationships/image" Target="../media/image1732.png"/><Relationship Id="rId290" Type="http://schemas.openxmlformats.org/officeDocument/2006/relationships/customXml" Target="../ink/ink2670.xml"/><Relationship Id="rId304" Type="http://schemas.openxmlformats.org/officeDocument/2006/relationships/customXml" Target="../ink/ink2677.xml"/><Relationship Id="rId85" Type="http://schemas.openxmlformats.org/officeDocument/2006/relationships/image" Target="../media/image1705.png"/><Relationship Id="rId150" Type="http://schemas.openxmlformats.org/officeDocument/2006/relationships/customXml" Target="../ink/ink2600.xml"/><Relationship Id="rId192" Type="http://schemas.openxmlformats.org/officeDocument/2006/relationships/customXml" Target="../ink/ink2621.xml"/><Relationship Id="rId206" Type="http://schemas.openxmlformats.org/officeDocument/2006/relationships/customXml" Target="../ink/ink2628.xml"/><Relationship Id="rId248" Type="http://schemas.openxmlformats.org/officeDocument/2006/relationships/customXml" Target="../ink/ink2649.xml"/><Relationship Id="rId12" Type="http://schemas.openxmlformats.org/officeDocument/2006/relationships/customXml" Target="../ink/ink2531.xml"/><Relationship Id="rId108" Type="http://schemas.openxmlformats.org/officeDocument/2006/relationships/customXml" Target="../ink/ink2579.xml"/><Relationship Id="rId315" Type="http://schemas.openxmlformats.org/officeDocument/2006/relationships/image" Target="../media/image1820.png"/><Relationship Id="rId54" Type="http://schemas.openxmlformats.org/officeDocument/2006/relationships/customXml" Target="../ink/ink2552.xml"/><Relationship Id="rId96" Type="http://schemas.openxmlformats.org/officeDocument/2006/relationships/customXml" Target="../ink/ink2573.xml"/><Relationship Id="rId161" Type="http://schemas.openxmlformats.org/officeDocument/2006/relationships/image" Target="../media/image1743.png"/><Relationship Id="rId217" Type="http://schemas.openxmlformats.org/officeDocument/2006/relationships/image" Target="../media/image1771.png"/><Relationship Id="rId259" Type="http://schemas.openxmlformats.org/officeDocument/2006/relationships/image" Target="../media/image1792.png"/><Relationship Id="rId23" Type="http://schemas.openxmlformats.org/officeDocument/2006/relationships/image" Target="../media/image1674.png"/><Relationship Id="rId119" Type="http://schemas.openxmlformats.org/officeDocument/2006/relationships/image" Target="../media/image1722.png"/><Relationship Id="rId270" Type="http://schemas.openxmlformats.org/officeDocument/2006/relationships/customXml" Target="../ink/ink2660.xml"/><Relationship Id="rId65" Type="http://schemas.openxmlformats.org/officeDocument/2006/relationships/image" Target="../media/image1695.png"/><Relationship Id="rId130" Type="http://schemas.openxmlformats.org/officeDocument/2006/relationships/customXml" Target="../ink/ink2590.xml"/><Relationship Id="rId172" Type="http://schemas.openxmlformats.org/officeDocument/2006/relationships/customXml" Target="../ink/ink2611.xml"/><Relationship Id="rId228" Type="http://schemas.openxmlformats.org/officeDocument/2006/relationships/customXml" Target="../ink/ink2639.xml"/><Relationship Id="rId13" Type="http://schemas.openxmlformats.org/officeDocument/2006/relationships/image" Target="../media/image1669.png"/><Relationship Id="rId109" Type="http://schemas.openxmlformats.org/officeDocument/2006/relationships/image" Target="../media/image1717.png"/><Relationship Id="rId260" Type="http://schemas.openxmlformats.org/officeDocument/2006/relationships/customXml" Target="../ink/ink2655.xml"/><Relationship Id="rId281" Type="http://schemas.openxmlformats.org/officeDocument/2006/relationships/image" Target="../media/image1803.png"/><Relationship Id="rId316" Type="http://schemas.openxmlformats.org/officeDocument/2006/relationships/customXml" Target="../ink/ink2683.xml"/><Relationship Id="rId34" Type="http://schemas.openxmlformats.org/officeDocument/2006/relationships/customXml" Target="../ink/ink2542.xml"/><Relationship Id="rId55" Type="http://schemas.openxmlformats.org/officeDocument/2006/relationships/image" Target="../media/image1690.png"/><Relationship Id="rId76" Type="http://schemas.openxmlformats.org/officeDocument/2006/relationships/customXml" Target="../ink/ink2563.xml"/><Relationship Id="rId97" Type="http://schemas.openxmlformats.org/officeDocument/2006/relationships/image" Target="../media/image1711.png"/><Relationship Id="rId120" Type="http://schemas.openxmlformats.org/officeDocument/2006/relationships/customXml" Target="../ink/ink2585.xml"/><Relationship Id="rId141" Type="http://schemas.openxmlformats.org/officeDocument/2006/relationships/image" Target="../media/image1733.png"/><Relationship Id="rId7" Type="http://schemas.openxmlformats.org/officeDocument/2006/relationships/image" Target="../media/image1666.png"/><Relationship Id="rId162" Type="http://schemas.openxmlformats.org/officeDocument/2006/relationships/customXml" Target="../ink/ink2606.xml"/><Relationship Id="rId183" Type="http://schemas.openxmlformats.org/officeDocument/2006/relationships/image" Target="../media/image1754.png"/><Relationship Id="rId218" Type="http://schemas.openxmlformats.org/officeDocument/2006/relationships/customXml" Target="../ink/ink2634.xml"/><Relationship Id="rId239" Type="http://schemas.openxmlformats.org/officeDocument/2006/relationships/image" Target="../media/image1782.png"/><Relationship Id="rId250" Type="http://schemas.openxmlformats.org/officeDocument/2006/relationships/customXml" Target="../ink/ink2650.xml"/><Relationship Id="rId271" Type="http://schemas.openxmlformats.org/officeDocument/2006/relationships/image" Target="../media/image1798.png"/><Relationship Id="rId292" Type="http://schemas.openxmlformats.org/officeDocument/2006/relationships/customXml" Target="../ink/ink2671.xml"/><Relationship Id="rId306" Type="http://schemas.openxmlformats.org/officeDocument/2006/relationships/customXml" Target="../ink/ink2678.xml"/><Relationship Id="rId24" Type="http://schemas.openxmlformats.org/officeDocument/2006/relationships/customXml" Target="../ink/ink2537.xml"/><Relationship Id="rId45" Type="http://schemas.openxmlformats.org/officeDocument/2006/relationships/image" Target="../media/image1685.png"/><Relationship Id="rId66" Type="http://schemas.openxmlformats.org/officeDocument/2006/relationships/customXml" Target="../ink/ink2558.xml"/><Relationship Id="rId87" Type="http://schemas.openxmlformats.org/officeDocument/2006/relationships/image" Target="../media/image1706.png"/><Relationship Id="rId110" Type="http://schemas.openxmlformats.org/officeDocument/2006/relationships/customXml" Target="../ink/ink2580.xml"/><Relationship Id="rId131" Type="http://schemas.openxmlformats.org/officeDocument/2006/relationships/image" Target="../media/image1728.png"/><Relationship Id="rId152" Type="http://schemas.openxmlformats.org/officeDocument/2006/relationships/customXml" Target="../ink/ink2601.xml"/><Relationship Id="rId173" Type="http://schemas.openxmlformats.org/officeDocument/2006/relationships/image" Target="../media/image1749.png"/><Relationship Id="rId194" Type="http://schemas.openxmlformats.org/officeDocument/2006/relationships/customXml" Target="../ink/ink2622.xml"/><Relationship Id="rId208" Type="http://schemas.openxmlformats.org/officeDocument/2006/relationships/customXml" Target="../ink/ink2629.xml"/><Relationship Id="rId229" Type="http://schemas.openxmlformats.org/officeDocument/2006/relationships/image" Target="../media/image1777.png"/><Relationship Id="rId240" Type="http://schemas.openxmlformats.org/officeDocument/2006/relationships/customXml" Target="../ink/ink2645.xml"/><Relationship Id="rId261" Type="http://schemas.openxmlformats.org/officeDocument/2006/relationships/image" Target="../media/image1793.png"/><Relationship Id="rId14" Type="http://schemas.openxmlformats.org/officeDocument/2006/relationships/customXml" Target="../ink/ink2532.xml"/><Relationship Id="rId35" Type="http://schemas.openxmlformats.org/officeDocument/2006/relationships/image" Target="../media/image1680.png"/><Relationship Id="rId56" Type="http://schemas.openxmlformats.org/officeDocument/2006/relationships/customXml" Target="../ink/ink2553.xml"/><Relationship Id="rId77" Type="http://schemas.openxmlformats.org/officeDocument/2006/relationships/image" Target="../media/image1701.png"/><Relationship Id="rId100" Type="http://schemas.openxmlformats.org/officeDocument/2006/relationships/customXml" Target="../ink/ink2575.xml"/><Relationship Id="rId282" Type="http://schemas.openxmlformats.org/officeDocument/2006/relationships/customXml" Target="../ink/ink2666.xml"/><Relationship Id="rId317" Type="http://schemas.openxmlformats.org/officeDocument/2006/relationships/image" Target="../media/image1821.png"/><Relationship Id="rId8" Type="http://schemas.openxmlformats.org/officeDocument/2006/relationships/customXml" Target="../ink/ink2529.xml"/><Relationship Id="rId98" Type="http://schemas.openxmlformats.org/officeDocument/2006/relationships/customXml" Target="../ink/ink2574.xml"/><Relationship Id="rId121" Type="http://schemas.openxmlformats.org/officeDocument/2006/relationships/image" Target="../media/image1723.png"/><Relationship Id="rId142" Type="http://schemas.openxmlformats.org/officeDocument/2006/relationships/customXml" Target="../ink/ink2596.xml"/><Relationship Id="rId163" Type="http://schemas.openxmlformats.org/officeDocument/2006/relationships/image" Target="../media/image1744.png"/><Relationship Id="rId184" Type="http://schemas.openxmlformats.org/officeDocument/2006/relationships/customXml" Target="../ink/ink2617.xml"/><Relationship Id="rId219" Type="http://schemas.openxmlformats.org/officeDocument/2006/relationships/image" Target="../media/image1772.png"/><Relationship Id="rId230" Type="http://schemas.openxmlformats.org/officeDocument/2006/relationships/customXml" Target="../ink/ink2640.xml"/><Relationship Id="rId251" Type="http://schemas.openxmlformats.org/officeDocument/2006/relationships/image" Target="../media/image1788.png"/><Relationship Id="rId25" Type="http://schemas.openxmlformats.org/officeDocument/2006/relationships/image" Target="../media/image1675.png"/><Relationship Id="rId46" Type="http://schemas.openxmlformats.org/officeDocument/2006/relationships/customXml" Target="../ink/ink2548.xml"/><Relationship Id="rId67" Type="http://schemas.openxmlformats.org/officeDocument/2006/relationships/image" Target="../media/image1696.png"/><Relationship Id="rId272" Type="http://schemas.openxmlformats.org/officeDocument/2006/relationships/customXml" Target="../ink/ink2661.xml"/><Relationship Id="rId293" Type="http://schemas.openxmlformats.org/officeDocument/2006/relationships/image" Target="../media/image1809.png"/><Relationship Id="rId307" Type="http://schemas.openxmlformats.org/officeDocument/2006/relationships/image" Target="../media/image1816.png"/><Relationship Id="rId88" Type="http://schemas.openxmlformats.org/officeDocument/2006/relationships/customXml" Target="../ink/ink2569.xml"/><Relationship Id="rId111" Type="http://schemas.openxmlformats.org/officeDocument/2006/relationships/image" Target="../media/image1718.png"/><Relationship Id="rId132" Type="http://schemas.openxmlformats.org/officeDocument/2006/relationships/customXml" Target="../ink/ink2591.xml"/><Relationship Id="rId153" Type="http://schemas.openxmlformats.org/officeDocument/2006/relationships/image" Target="../media/image1739.png"/><Relationship Id="rId174" Type="http://schemas.openxmlformats.org/officeDocument/2006/relationships/customXml" Target="../ink/ink2612.xml"/><Relationship Id="rId195" Type="http://schemas.openxmlformats.org/officeDocument/2006/relationships/image" Target="../media/image1760.png"/><Relationship Id="rId209" Type="http://schemas.openxmlformats.org/officeDocument/2006/relationships/image" Target="../media/image1767.png"/><Relationship Id="rId220" Type="http://schemas.openxmlformats.org/officeDocument/2006/relationships/customXml" Target="../ink/ink2635.xml"/><Relationship Id="rId241" Type="http://schemas.openxmlformats.org/officeDocument/2006/relationships/image" Target="../media/image1783.png"/><Relationship Id="rId15" Type="http://schemas.openxmlformats.org/officeDocument/2006/relationships/image" Target="../media/image1670.png"/><Relationship Id="rId36" Type="http://schemas.openxmlformats.org/officeDocument/2006/relationships/customXml" Target="../ink/ink2543.xml"/><Relationship Id="rId57" Type="http://schemas.openxmlformats.org/officeDocument/2006/relationships/image" Target="../media/image1691.png"/><Relationship Id="rId262" Type="http://schemas.openxmlformats.org/officeDocument/2006/relationships/customXml" Target="../ink/ink2656.xml"/><Relationship Id="rId283" Type="http://schemas.openxmlformats.org/officeDocument/2006/relationships/image" Target="../media/image1804.png"/><Relationship Id="rId318" Type="http://schemas.openxmlformats.org/officeDocument/2006/relationships/customXml" Target="../ink/ink2684.xml"/><Relationship Id="rId78" Type="http://schemas.openxmlformats.org/officeDocument/2006/relationships/customXml" Target="../ink/ink2564.xml"/><Relationship Id="rId99" Type="http://schemas.openxmlformats.org/officeDocument/2006/relationships/image" Target="../media/image1712.png"/><Relationship Id="rId101" Type="http://schemas.openxmlformats.org/officeDocument/2006/relationships/image" Target="../media/image1713.png"/><Relationship Id="rId122" Type="http://schemas.openxmlformats.org/officeDocument/2006/relationships/customXml" Target="../ink/ink2586.xml"/><Relationship Id="rId143" Type="http://schemas.openxmlformats.org/officeDocument/2006/relationships/image" Target="../media/image1734.png"/><Relationship Id="rId164" Type="http://schemas.openxmlformats.org/officeDocument/2006/relationships/customXml" Target="../ink/ink2607.xml"/><Relationship Id="rId185" Type="http://schemas.openxmlformats.org/officeDocument/2006/relationships/image" Target="../media/image1755.png"/><Relationship Id="rId9" Type="http://schemas.openxmlformats.org/officeDocument/2006/relationships/image" Target="../media/image1667.png"/><Relationship Id="rId210" Type="http://schemas.openxmlformats.org/officeDocument/2006/relationships/customXml" Target="../ink/ink2630.xml"/><Relationship Id="rId26" Type="http://schemas.openxmlformats.org/officeDocument/2006/relationships/customXml" Target="../ink/ink2538.xml"/><Relationship Id="rId231" Type="http://schemas.openxmlformats.org/officeDocument/2006/relationships/image" Target="../media/image1778.png"/><Relationship Id="rId252" Type="http://schemas.openxmlformats.org/officeDocument/2006/relationships/customXml" Target="../ink/ink2651.xml"/><Relationship Id="rId273" Type="http://schemas.openxmlformats.org/officeDocument/2006/relationships/image" Target="../media/image1799.png"/><Relationship Id="rId294" Type="http://schemas.openxmlformats.org/officeDocument/2006/relationships/customXml" Target="../ink/ink2672.xml"/><Relationship Id="rId308" Type="http://schemas.openxmlformats.org/officeDocument/2006/relationships/customXml" Target="../ink/ink2679.xml"/><Relationship Id="rId47" Type="http://schemas.openxmlformats.org/officeDocument/2006/relationships/image" Target="../media/image1686.png"/><Relationship Id="rId68" Type="http://schemas.openxmlformats.org/officeDocument/2006/relationships/customXml" Target="../ink/ink2559.xml"/><Relationship Id="rId89" Type="http://schemas.openxmlformats.org/officeDocument/2006/relationships/image" Target="../media/image1707.png"/><Relationship Id="rId112" Type="http://schemas.openxmlformats.org/officeDocument/2006/relationships/customXml" Target="../ink/ink2581.xml"/><Relationship Id="rId133" Type="http://schemas.openxmlformats.org/officeDocument/2006/relationships/image" Target="../media/image1729.png"/><Relationship Id="rId154" Type="http://schemas.openxmlformats.org/officeDocument/2006/relationships/customXml" Target="../ink/ink2602.xml"/><Relationship Id="rId175" Type="http://schemas.openxmlformats.org/officeDocument/2006/relationships/image" Target="../media/image1750.png"/><Relationship Id="rId196" Type="http://schemas.openxmlformats.org/officeDocument/2006/relationships/customXml" Target="../ink/ink2623.xml"/><Relationship Id="rId200" Type="http://schemas.openxmlformats.org/officeDocument/2006/relationships/customXml" Target="../ink/ink2625.xml"/><Relationship Id="rId16" Type="http://schemas.openxmlformats.org/officeDocument/2006/relationships/customXml" Target="../ink/ink2533.xml"/><Relationship Id="rId221" Type="http://schemas.openxmlformats.org/officeDocument/2006/relationships/image" Target="../media/image1773.png"/><Relationship Id="rId242" Type="http://schemas.openxmlformats.org/officeDocument/2006/relationships/customXml" Target="../ink/ink2646.xml"/><Relationship Id="rId263" Type="http://schemas.openxmlformats.org/officeDocument/2006/relationships/image" Target="../media/image1794.png"/><Relationship Id="rId284" Type="http://schemas.openxmlformats.org/officeDocument/2006/relationships/customXml" Target="../ink/ink2667.xml"/><Relationship Id="rId319" Type="http://schemas.openxmlformats.org/officeDocument/2006/relationships/image" Target="../media/image1822.png"/><Relationship Id="rId37" Type="http://schemas.openxmlformats.org/officeDocument/2006/relationships/image" Target="../media/image1681.png"/><Relationship Id="rId58" Type="http://schemas.openxmlformats.org/officeDocument/2006/relationships/customXml" Target="../ink/ink2554.xml"/><Relationship Id="rId79" Type="http://schemas.openxmlformats.org/officeDocument/2006/relationships/image" Target="../media/image1702.png"/><Relationship Id="rId102" Type="http://schemas.openxmlformats.org/officeDocument/2006/relationships/customXml" Target="../ink/ink2576.xml"/><Relationship Id="rId123" Type="http://schemas.openxmlformats.org/officeDocument/2006/relationships/image" Target="../media/image1724.png"/><Relationship Id="rId144" Type="http://schemas.openxmlformats.org/officeDocument/2006/relationships/customXml" Target="../ink/ink2597.xml"/><Relationship Id="rId90" Type="http://schemas.openxmlformats.org/officeDocument/2006/relationships/customXml" Target="../ink/ink2570.xml"/><Relationship Id="rId165" Type="http://schemas.openxmlformats.org/officeDocument/2006/relationships/image" Target="../media/image1745.png"/><Relationship Id="rId186" Type="http://schemas.openxmlformats.org/officeDocument/2006/relationships/customXml" Target="../ink/ink2618.xml"/><Relationship Id="rId211" Type="http://schemas.openxmlformats.org/officeDocument/2006/relationships/image" Target="../media/image1768.png"/><Relationship Id="rId232" Type="http://schemas.openxmlformats.org/officeDocument/2006/relationships/customXml" Target="../ink/ink2641.xml"/><Relationship Id="rId253" Type="http://schemas.openxmlformats.org/officeDocument/2006/relationships/image" Target="../media/image1789.png"/><Relationship Id="rId274" Type="http://schemas.openxmlformats.org/officeDocument/2006/relationships/customXml" Target="../ink/ink2662.xml"/><Relationship Id="rId295" Type="http://schemas.openxmlformats.org/officeDocument/2006/relationships/image" Target="../media/image1810.png"/><Relationship Id="rId309" Type="http://schemas.openxmlformats.org/officeDocument/2006/relationships/image" Target="../media/image1817.png"/><Relationship Id="rId27" Type="http://schemas.openxmlformats.org/officeDocument/2006/relationships/image" Target="../media/image1676.png"/><Relationship Id="rId48" Type="http://schemas.openxmlformats.org/officeDocument/2006/relationships/customXml" Target="../ink/ink2549.xml"/><Relationship Id="rId69" Type="http://schemas.openxmlformats.org/officeDocument/2006/relationships/image" Target="../media/image1697.png"/><Relationship Id="rId113" Type="http://schemas.openxmlformats.org/officeDocument/2006/relationships/image" Target="../media/image1719.png"/><Relationship Id="rId134" Type="http://schemas.openxmlformats.org/officeDocument/2006/relationships/customXml" Target="../ink/ink2592.xml"/><Relationship Id="rId80" Type="http://schemas.openxmlformats.org/officeDocument/2006/relationships/customXml" Target="../ink/ink2565.xml"/><Relationship Id="rId155" Type="http://schemas.openxmlformats.org/officeDocument/2006/relationships/image" Target="../media/image1740.png"/><Relationship Id="rId176" Type="http://schemas.openxmlformats.org/officeDocument/2006/relationships/customXml" Target="../ink/ink2613.xml"/><Relationship Id="rId197" Type="http://schemas.openxmlformats.org/officeDocument/2006/relationships/image" Target="../media/image1761.png"/><Relationship Id="rId201" Type="http://schemas.openxmlformats.org/officeDocument/2006/relationships/image" Target="../media/image1763.png"/><Relationship Id="rId222" Type="http://schemas.openxmlformats.org/officeDocument/2006/relationships/customXml" Target="../ink/ink2636.xml"/><Relationship Id="rId243" Type="http://schemas.openxmlformats.org/officeDocument/2006/relationships/image" Target="../media/image1784.png"/><Relationship Id="rId264" Type="http://schemas.openxmlformats.org/officeDocument/2006/relationships/customXml" Target="../ink/ink2657.xml"/><Relationship Id="rId285" Type="http://schemas.openxmlformats.org/officeDocument/2006/relationships/image" Target="../media/image1805.png"/><Relationship Id="rId17" Type="http://schemas.openxmlformats.org/officeDocument/2006/relationships/image" Target="../media/image1671.png"/><Relationship Id="rId38" Type="http://schemas.openxmlformats.org/officeDocument/2006/relationships/customXml" Target="../ink/ink2544.xml"/><Relationship Id="rId59" Type="http://schemas.openxmlformats.org/officeDocument/2006/relationships/image" Target="../media/image1692.png"/><Relationship Id="rId103" Type="http://schemas.openxmlformats.org/officeDocument/2006/relationships/image" Target="../media/image1714.png"/><Relationship Id="rId124" Type="http://schemas.openxmlformats.org/officeDocument/2006/relationships/customXml" Target="../ink/ink2587.xml"/><Relationship Id="rId310" Type="http://schemas.openxmlformats.org/officeDocument/2006/relationships/customXml" Target="../ink/ink2680.xml"/><Relationship Id="rId70" Type="http://schemas.openxmlformats.org/officeDocument/2006/relationships/customXml" Target="../ink/ink2560.xml"/><Relationship Id="rId91" Type="http://schemas.openxmlformats.org/officeDocument/2006/relationships/image" Target="../media/image1708.png"/><Relationship Id="rId145" Type="http://schemas.openxmlformats.org/officeDocument/2006/relationships/image" Target="../media/image1735.png"/><Relationship Id="rId166" Type="http://schemas.openxmlformats.org/officeDocument/2006/relationships/customXml" Target="../ink/ink2608.xml"/><Relationship Id="rId187" Type="http://schemas.openxmlformats.org/officeDocument/2006/relationships/image" Target="../media/image1756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2631.xml"/><Relationship Id="rId233" Type="http://schemas.openxmlformats.org/officeDocument/2006/relationships/image" Target="../media/image1779.png"/><Relationship Id="rId254" Type="http://schemas.openxmlformats.org/officeDocument/2006/relationships/customXml" Target="../ink/ink2652.xml"/><Relationship Id="rId28" Type="http://schemas.openxmlformats.org/officeDocument/2006/relationships/customXml" Target="../ink/ink2539.xml"/><Relationship Id="rId49" Type="http://schemas.openxmlformats.org/officeDocument/2006/relationships/image" Target="../media/image1687.png"/><Relationship Id="rId114" Type="http://schemas.openxmlformats.org/officeDocument/2006/relationships/customXml" Target="../ink/ink2582.xml"/><Relationship Id="rId275" Type="http://schemas.openxmlformats.org/officeDocument/2006/relationships/image" Target="../media/image1800.png"/><Relationship Id="rId296" Type="http://schemas.openxmlformats.org/officeDocument/2006/relationships/customXml" Target="../ink/ink2673.xml"/><Relationship Id="rId300" Type="http://schemas.openxmlformats.org/officeDocument/2006/relationships/customXml" Target="../ink/ink2675.xml"/><Relationship Id="rId60" Type="http://schemas.openxmlformats.org/officeDocument/2006/relationships/customXml" Target="../ink/ink2555.xml"/><Relationship Id="rId81" Type="http://schemas.openxmlformats.org/officeDocument/2006/relationships/image" Target="../media/image1703.png"/><Relationship Id="rId135" Type="http://schemas.openxmlformats.org/officeDocument/2006/relationships/image" Target="../media/image1730.png"/><Relationship Id="rId156" Type="http://schemas.openxmlformats.org/officeDocument/2006/relationships/customXml" Target="../ink/ink2603.xml"/><Relationship Id="rId177" Type="http://schemas.openxmlformats.org/officeDocument/2006/relationships/image" Target="../media/image1751.png"/><Relationship Id="rId198" Type="http://schemas.openxmlformats.org/officeDocument/2006/relationships/customXml" Target="../ink/ink2624.xml"/><Relationship Id="rId202" Type="http://schemas.openxmlformats.org/officeDocument/2006/relationships/customXml" Target="../ink/ink2626.xml"/><Relationship Id="rId223" Type="http://schemas.openxmlformats.org/officeDocument/2006/relationships/image" Target="../media/image1774.png"/><Relationship Id="rId244" Type="http://schemas.openxmlformats.org/officeDocument/2006/relationships/customXml" Target="../ink/ink2647.xml"/><Relationship Id="rId18" Type="http://schemas.openxmlformats.org/officeDocument/2006/relationships/customXml" Target="../ink/ink2534.xml"/><Relationship Id="rId39" Type="http://schemas.openxmlformats.org/officeDocument/2006/relationships/image" Target="../media/image1682.png"/><Relationship Id="rId265" Type="http://schemas.openxmlformats.org/officeDocument/2006/relationships/image" Target="../media/image1795.png"/><Relationship Id="rId286" Type="http://schemas.openxmlformats.org/officeDocument/2006/relationships/customXml" Target="../ink/ink2668.xml"/><Relationship Id="rId50" Type="http://schemas.openxmlformats.org/officeDocument/2006/relationships/customXml" Target="../ink/ink2550.xml"/><Relationship Id="rId104" Type="http://schemas.openxmlformats.org/officeDocument/2006/relationships/customXml" Target="../ink/ink2577.xml"/><Relationship Id="rId125" Type="http://schemas.openxmlformats.org/officeDocument/2006/relationships/image" Target="../media/image1725.png"/><Relationship Id="rId146" Type="http://schemas.openxmlformats.org/officeDocument/2006/relationships/customXml" Target="../ink/ink2598.xml"/><Relationship Id="rId167" Type="http://schemas.openxmlformats.org/officeDocument/2006/relationships/image" Target="../media/image1746.png"/><Relationship Id="rId188" Type="http://schemas.openxmlformats.org/officeDocument/2006/relationships/customXml" Target="../ink/ink2619.xml"/><Relationship Id="rId311" Type="http://schemas.openxmlformats.org/officeDocument/2006/relationships/image" Target="../media/image1818.png"/><Relationship Id="rId71" Type="http://schemas.openxmlformats.org/officeDocument/2006/relationships/image" Target="../media/image1698.png"/><Relationship Id="rId92" Type="http://schemas.openxmlformats.org/officeDocument/2006/relationships/customXml" Target="../ink/ink2571.xml"/><Relationship Id="rId213" Type="http://schemas.openxmlformats.org/officeDocument/2006/relationships/image" Target="../media/image1769.png"/><Relationship Id="rId234" Type="http://schemas.openxmlformats.org/officeDocument/2006/relationships/customXml" Target="../ink/ink2642.xml"/><Relationship Id="rId2" Type="http://schemas.openxmlformats.org/officeDocument/2006/relationships/image" Target="../media/image1663.png"/><Relationship Id="rId29" Type="http://schemas.openxmlformats.org/officeDocument/2006/relationships/image" Target="../media/image1677.png"/><Relationship Id="rId255" Type="http://schemas.openxmlformats.org/officeDocument/2006/relationships/image" Target="../media/image1790.png"/><Relationship Id="rId276" Type="http://schemas.openxmlformats.org/officeDocument/2006/relationships/customXml" Target="../ink/ink2663.xml"/><Relationship Id="rId297" Type="http://schemas.openxmlformats.org/officeDocument/2006/relationships/image" Target="../media/image1811.png"/><Relationship Id="rId40" Type="http://schemas.openxmlformats.org/officeDocument/2006/relationships/customXml" Target="../ink/ink2545.xml"/><Relationship Id="rId115" Type="http://schemas.openxmlformats.org/officeDocument/2006/relationships/image" Target="../media/image1720.png"/><Relationship Id="rId136" Type="http://schemas.openxmlformats.org/officeDocument/2006/relationships/customXml" Target="../ink/ink2593.xml"/><Relationship Id="rId157" Type="http://schemas.openxmlformats.org/officeDocument/2006/relationships/image" Target="../media/image1741.png"/><Relationship Id="rId178" Type="http://schemas.openxmlformats.org/officeDocument/2006/relationships/customXml" Target="../ink/ink2614.xml"/><Relationship Id="rId301" Type="http://schemas.openxmlformats.org/officeDocument/2006/relationships/image" Target="../media/image1813.png"/><Relationship Id="rId61" Type="http://schemas.openxmlformats.org/officeDocument/2006/relationships/image" Target="../media/image1693.png"/><Relationship Id="rId82" Type="http://schemas.openxmlformats.org/officeDocument/2006/relationships/customXml" Target="../ink/ink2566.xml"/><Relationship Id="rId199" Type="http://schemas.openxmlformats.org/officeDocument/2006/relationships/image" Target="../media/image1762.png"/><Relationship Id="rId203" Type="http://schemas.openxmlformats.org/officeDocument/2006/relationships/image" Target="../media/image1764.png"/><Relationship Id="rId19" Type="http://schemas.openxmlformats.org/officeDocument/2006/relationships/image" Target="../media/image1672.png"/><Relationship Id="rId224" Type="http://schemas.openxmlformats.org/officeDocument/2006/relationships/customXml" Target="../ink/ink2637.xml"/><Relationship Id="rId245" Type="http://schemas.openxmlformats.org/officeDocument/2006/relationships/image" Target="../media/image1785.png"/><Relationship Id="rId266" Type="http://schemas.openxmlformats.org/officeDocument/2006/relationships/customXml" Target="../ink/ink2658.xml"/><Relationship Id="rId287" Type="http://schemas.openxmlformats.org/officeDocument/2006/relationships/image" Target="../media/image1806.png"/><Relationship Id="rId30" Type="http://schemas.openxmlformats.org/officeDocument/2006/relationships/customXml" Target="../ink/ink2540.xml"/><Relationship Id="rId105" Type="http://schemas.openxmlformats.org/officeDocument/2006/relationships/image" Target="../media/image1715.png"/><Relationship Id="rId126" Type="http://schemas.openxmlformats.org/officeDocument/2006/relationships/customXml" Target="../ink/ink2588.xml"/><Relationship Id="rId147" Type="http://schemas.openxmlformats.org/officeDocument/2006/relationships/image" Target="../media/image1736.png"/><Relationship Id="rId168" Type="http://schemas.openxmlformats.org/officeDocument/2006/relationships/customXml" Target="../ink/ink2609.xml"/><Relationship Id="rId312" Type="http://schemas.openxmlformats.org/officeDocument/2006/relationships/customXml" Target="../ink/ink2681.xml"/><Relationship Id="rId51" Type="http://schemas.openxmlformats.org/officeDocument/2006/relationships/image" Target="../media/image1688.png"/><Relationship Id="rId72" Type="http://schemas.openxmlformats.org/officeDocument/2006/relationships/customXml" Target="../ink/ink2561.xml"/><Relationship Id="rId93" Type="http://schemas.openxmlformats.org/officeDocument/2006/relationships/image" Target="../media/image1709.png"/><Relationship Id="rId189" Type="http://schemas.openxmlformats.org/officeDocument/2006/relationships/image" Target="../media/image1757.png"/><Relationship Id="rId3" Type="http://schemas.openxmlformats.org/officeDocument/2006/relationships/image" Target="../media/image1664.png"/><Relationship Id="rId214" Type="http://schemas.openxmlformats.org/officeDocument/2006/relationships/customXml" Target="../ink/ink2632.xml"/><Relationship Id="rId235" Type="http://schemas.openxmlformats.org/officeDocument/2006/relationships/image" Target="../media/image1780.png"/><Relationship Id="rId256" Type="http://schemas.openxmlformats.org/officeDocument/2006/relationships/customXml" Target="../ink/ink2653.xml"/><Relationship Id="rId277" Type="http://schemas.openxmlformats.org/officeDocument/2006/relationships/image" Target="../media/image1801.png"/><Relationship Id="rId298" Type="http://schemas.openxmlformats.org/officeDocument/2006/relationships/customXml" Target="../ink/ink2674.xml"/><Relationship Id="rId116" Type="http://schemas.openxmlformats.org/officeDocument/2006/relationships/customXml" Target="../ink/ink2583.xml"/><Relationship Id="rId137" Type="http://schemas.openxmlformats.org/officeDocument/2006/relationships/image" Target="../media/image1731.png"/><Relationship Id="rId158" Type="http://schemas.openxmlformats.org/officeDocument/2006/relationships/customXml" Target="../ink/ink2604.xml"/><Relationship Id="rId302" Type="http://schemas.openxmlformats.org/officeDocument/2006/relationships/customXml" Target="../ink/ink2676.xml"/><Relationship Id="rId20" Type="http://schemas.openxmlformats.org/officeDocument/2006/relationships/customXml" Target="../ink/ink2535.xml"/><Relationship Id="rId41" Type="http://schemas.openxmlformats.org/officeDocument/2006/relationships/image" Target="../media/image1683.png"/><Relationship Id="rId62" Type="http://schemas.openxmlformats.org/officeDocument/2006/relationships/customXml" Target="../ink/ink2556.xml"/><Relationship Id="rId83" Type="http://schemas.openxmlformats.org/officeDocument/2006/relationships/image" Target="../media/image1704.png"/><Relationship Id="rId179" Type="http://schemas.openxmlformats.org/officeDocument/2006/relationships/image" Target="../media/image1752.png"/><Relationship Id="rId190" Type="http://schemas.openxmlformats.org/officeDocument/2006/relationships/customXml" Target="../ink/ink2620.xml"/><Relationship Id="rId204" Type="http://schemas.openxmlformats.org/officeDocument/2006/relationships/customXml" Target="../ink/ink2627.xml"/><Relationship Id="rId225" Type="http://schemas.openxmlformats.org/officeDocument/2006/relationships/image" Target="../media/image1775.png"/><Relationship Id="rId246" Type="http://schemas.openxmlformats.org/officeDocument/2006/relationships/customXml" Target="../ink/ink2648.xml"/><Relationship Id="rId267" Type="http://schemas.openxmlformats.org/officeDocument/2006/relationships/image" Target="../media/image1796.png"/><Relationship Id="rId288" Type="http://schemas.openxmlformats.org/officeDocument/2006/relationships/customXml" Target="../ink/ink2669.xml"/><Relationship Id="rId106" Type="http://schemas.openxmlformats.org/officeDocument/2006/relationships/customXml" Target="../ink/ink2578.xml"/><Relationship Id="rId127" Type="http://schemas.openxmlformats.org/officeDocument/2006/relationships/image" Target="../media/image1726.png"/><Relationship Id="rId313" Type="http://schemas.openxmlformats.org/officeDocument/2006/relationships/image" Target="../media/image1819.png"/><Relationship Id="rId10" Type="http://schemas.openxmlformats.org/officeDocument/2006/relationships/customXml" Target="../ink/ink2530.xml"/><Relationship Id="rId31" Type="http://schemas.openxmlformats.org/officeDocument/2006/relationships/image" Target="../media/image1678.png"/><Relationship Id="rId52" Type="http://schemas.openxmlformats.org/officeDocument/2006/relationships/customXml" Target="../ink/ink2551.xml"/><Relationship Id="rId73" Type="http://schemas.openxmlformats.org/officeDocument/2006/relationships/image" Target="../media/image1699.png"/><Relationship Id="rId94" Type="http://schemas.openxmlformats.org/officeDocument/2006/relationships/customXml" Target="../ink/ink2572.xml"/><Relationship Id="rId148" Type="http://schemas.openxmlformats.org/officeDocument/2006/relationships/customXml" Target="../ink/ink2599.xml"/><Relationship Id="rId169" Type="http://schemas.openxmlformats.org/officeDocument/2006/relationships/image" Target="../media/image1747.png"/><Relationship Id="rId4" Type="http://schemas.openxmlformats.org/officeDocument/2006/relationships/customXml" Target="../ink/ink2527.xml"/><Relationship Id="rId180" Type="http://schemas.openxmlformats.org/officeDocument/2006/relationships/customXml" Target="../ink/ink2615.xml"/><Relationship Id="rId215" Type="http://schemas.openxmlformats.org/officeDocument/2006/relationships/image" Target="../media/image1770.png"/><Relationship Id="rId236" Type="http://schemas.openxmlformats.org/officeDocument/2006/relationships/customXml" Target="../ink/ink2643.xml"/><Relationship Id="rId257" Type="http://schemas.openxmlformats.org/officeDocument/2006/relationships/image" Target="../media/image1791.png"/><Relationship Id="rId278" Type="http://schemas.openxmlformats.org/officeDocument/2006/relationships/customXml" Target="../ink/ink2664.xml"/><Relationship Id="rId303" Type="http://schemas.openxmlformats.org/officeDocument/2006/relationships/image" Target="../media/image1814.png"/><Relationship Id="rId42" Type="http://schemas.openxmlformats.org/officeDocument/2006/relationships/customXml" Target="../ink/ink2546.xml"/><Relationship Id="rId84" Type="http://schemas.openxmlformats.org/officeDocument/2006/relationships/customXml" Target="../ink/ink2567.xml"/><Relationship Id="rId138" Type="http://schemas.openxmlformats.org/officeDocument/2006/relationships/customXml" Target="../ink/ink2594.xml"/><Relationship Id="rId191" Type="http://schemas.openxmlformats.org/officeDocument/2006/relationships/image" Target="../media/image1758.png"/><Relationship Id="rId205" Type="http://schemas.openxmlformats.org/officeDocument/2006/relationships/image" Target="../media/image1765.png"/><Relationship Id="rId247" Type="http://schemas.openxmlformats.org/officeDocument/2006/relationships/image" Target="../media/image1786.png"/><Relationship Id="rId107" Type="http://schemas.openxmlformats.org/officeDocument/2006/relationships/image" Target="../media/image1716.png"/><Relationship Id="rId289" Type="http://schemas.openxmlformats.org/officeDocument/2006/relationships/image" Target="../media/image1807.png"/><Relationship Id="rId11" Type="http://schemas.openxmlformats.org/officeDocument/2006/relationships/image" Target="../media/image1668.png"/><Relationship Id="rId53" Type="http://schemas.openxmlformats.org/officeDocument/2006/relationships/image" Target="../media/image1689.png"/><Relationship Id="rId149" Type="http://schemas.openxmlformats.org/officeDocument/2006/relationships/image" Target="../media/image1737.png"/><Relationship Id="rId314" Type="http://schemas.openxmlformats.org/officeDocument/2006/relationships/customXml" Target="../ink/ink2682.xml"/><Relationship Id="rId95" Type="http://schemas.openxmlformats.org/officeDocument/2006/relationships/image" Target="../media/image1710.png"/><Relationship Id="rId160" Type="http://schemas.openxmlformats.org/officeDocument/2006/relationships/customXml" Target="../ink/ink2605.xml"/><Relationship Id="rId216" Type="http://schemas.openxmlformats.org/officeDocument/2006/relationships/customXml" Target="../ink/ink2633.xml"/><Relationship Id="rId258" Type="http://schemas.openxmlformats.org/officeDocument/2006/relationships/customXml" Target="../ink/ink2654.xml"/><Relationship Id="rId22" Type="http://schemas.openxmlformats.org/officeDocument/2006/relationships/customXml" Target="../ink/ink2536.xml"/><Relationship Id="rId64" Type="http://schemas.openxmlformats.org/officeDocument/2006/relationships/customXml" Target="../ink/ink2557.xml"/><Relationship Id="rId118" Type="http://schemas.openxmlformats.org/officeDocument/2006/relationships/customXml" Target="../ink/ink2584.xml"/><Relationship Id="rId171" Type="http://schemas.openxmlformats.org/officeDocument/2006/relationships/image" Target="../media/image1748.png"/><Relationship Id="rId227" Type="http://schemas.openxmlformats.org/officeDocument/2006/relationships/image" Target="../media/image1776.png"/><Relationship Id="rId269" Type="http://schemas.openxmlformats.org/officeDocument/2006/relationships/image" Target="../media/image1797.png"/><Relationship Id="rId33" Type="http://schemas.openxmlformats.org/officeDocument/2006/relationships/image" Target="../media/image1679.png"/><Relationship Id="rId129" Type="http://schemas.openxmlformats.org/officeDocument/2006/relationships/image" Target="../media/image1727.png"/><Relationship Id="rId280" Type="http://schemas.openxmlformats.org/officeDocument/2006/relationships/customXml" Target="../ink/ink2665.xml"/><Relationship Id="rId75" Type="http://schemas.openxmlformats.org/officeDocument/2006/relationships/image" Target="../media/image1700.png"/><Relationship Id="rId140" Type="http://schemas.openxmlformats.org/officeDocument/2006/relationships/customXml" Target="../ink/ink2595.xml"/><Relationship Id="rId182" Type="http://schemas.openxmlformats.org/officeDocument/2006/relationships/customXml" Target="../ink/ink2616.xml"/><Relationship Id="rId6" Type="http://schemas.openxmlformats.org/officeDocument/2006/relationships/customXml" Target="../ink/ink2528.xml"/><Relationship Id="rId238" Type="http://schemas.openxmlformats.org/officeDocument/2006/relationships/customXml" Target="../ink/ink2644.xml"/><Relationship Id="rId291" Type="http://schemas.openxmlformats.org/officeDocument/2006/relationships/image" Target="../media/image1808.png"/><Relationship Id="rId305" Type="http://schemas.openxmlformats.org/officeDocument/2006/relationships/image" Target="../media/image1815.png"/><Relationship Id="rId44" Type="http://schemas.openxmlformats.org/officeDocument/2006/relationships/customXml" Target="../ink/ink2547.xml"/><Relationship Id="rId86" Type="http://schemas.openxmlformats.org/officeDocument/2006/relationships/customXml" Target="../ink/ink2568.xml"/><Relationship Id="rId151" Type="http://schemas.openxmlformats.org/officeDocument/2006/relationships/image" Target="../media/image1738.png"/><Relationship Id="rId193" Type="http://schemas.openxmlformats.org/officeDocument/2006/relationships/image" Target="../media/image1759.png"/><Relationship Id="rId207" Type="http://schemas.openxmlformats.org/officeDocument/2006/relationships/image" Target="../media/image1766.png"/><Relationship Id="rId249" Type="http://schemas.openxmlformats.org/officeDocument/2006/relationships/image" Target="../media/image1787.png"/></Relationships>
</file>

<file path=ppt/slides/_rels/slide3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879.png"/><Relationship Id="rId299" Type="http://schemas.openxmlformats.org/officeDocument/2006/relationships/image" Target="../media/image1970.png"/><Relationship Id="rId21" Type="http://schemas.openxmlformats.org/officeDocument/2006/relationships/image" Target="../media/image1831.png"/><Relationship Id="rId63" Type="http://schemas.openxmlformats.org/officeDocument/2006/relationships/image" Target="../media/image1852.png"/><Relationship Id="rId159" Type="http://schemas.openxmlformats.org/officeDocument/2006/relationships/image" Target="../media/image1900.png"/><Relationship Id="rId324" Type="http://schemas.openxmlformats.org/officeDocument/2006/relationships/customXml" Target="../ink/ink2845.xml"/><Relationship Id="rId366" Type="http://schemas.openxmlformats.org/officeDocument/2006/relationships/customXml" Target="../ink/ink2866.xml"/><Relationship Id="rId170" Type="http://schemas.openxmlformats.org/officeDocument/2006/relationships/customXml" Target="../ink/ink2768.xml"/><Relationship Id="rId226" Type="http://schemas.openxmlformats.org/officeDocument/2006/relationships/customXml" Target="../ink/ink2796.xml"/><Relationship Id="rId268" Type="http://schemas.openxmlformats.org/officeDocument/2006/relationships/customXml" Target="../ink/ink2817.xml"/><Relationship Id="rId32" Type="http://schemas.openxmlformats.org/officeDocument/2006/relationships/customXml" Target="../ink/ink2699.xml"/><Relationship Id="rId74" Type="http://schemas.openxmlformats.org/officeDocument/2006/relationships/customXml" Target="../ink/ink2720.xml"/><Relationship Id="rId128" Type="http://schemas.openxmlformats.org/officeDocument/2006/relationships/customXml" Target="../ink/ink2747.xml"/><Relationship Id="rId335" Type="http://schemas.openxmlformats.org/officeDocument/2006/relationships/image" Target="../media/image1988.png"/><Relationship Id="rId377" Type="http://schemas.openxmlformats.org/officeDocument/2006/relationships/image" Target="../media/image2009.png"/><Relationship Id="rId5" Type="http://schemas.openxmlformats.org/officeDocument/2006/relationships/image" Target="../media/image1823.png"/><Relationship Id="rId181" Type="http://schemas.openxmlformats.org/officeDocument/2006/relationships/image" Target="../media/image1911.png"/><Relationship Id="rId237" Type="http://schemas.openxmlformats.org/officeDocument/2006/relationships/image" Target="../media/image1939.png"/><Relationship Id="rId279" Type="http://schemas.openxmlformats.org/officeDocument/2006/relationships/image" Target="../media/image1960.png"/><Relationship Id="rId43" Type="http://schemas.openxmlformats.org/officeDocument/2006/relationships/image" Target="../media/image1842.png"/><Relationship Id="rId139" Type="http://schemas.openxmlformats.org/officeDocument/2006/relationships/image" Target="../media/image1890.png"/><Relationship Id="rId290" Type="http://schemas.openxmlformats.org/officeDocument/2006/relationships/customXml" Target="../ink/ink2828.xml"/><Relationship Id="rId304" Type="http://schemas.openxmlformats.org/officeDocument/2006/relationships/customXml" Target="../ink/ink2835.xml"/><Relationship Id="rId346" Type="http://schemas.openxmlformats.org/officeDocument/2006/relationships/customXml" Target="../ink/ink2856.xml"/><Relationship Id="rId85" Type="http://schemas.openxmlformats.org/officeDocument/2006/relationships/image" Target="../media/image1863.png"/><Relationship Id="rId150" Type="http://schemas.openxmlformats.org/officeDocument/2006/relationships/customXml" Target="../ink/ink2758.xml"/><Relationship Id="rId192" Type="http://schemas.openxmlformats.org/officeDocument/2006/relationships/customXml" Target="../ink/ink2779.xml"/><Relationship Id="rId206" Type="http://schemas.openxmlformats.org/officeDocument/2006/relationships/customXml" Target="../ink/ink2786.xml"/><Relationship Id="rId248" Type="http://schemas.openxmlformats.org/officeDocument/2006/relationships/customXml" Target="../ink/ink2807.xml"/><Relationship Id="rId12" Type="http://schemas.openxmlformats.org/officeDocument/2006/relationships/customXml" Target="../ink/ink2689.xml"/><Relationship Id="rId108" Type="http://schemas.openxmlformats.org/officeDocument/2006/relationships/customXml" Target="../ink/ink2737.xml"/><Relationship Id="rId315" Type="http://schemas.openxmlformats.org/officeDocument/2006/relationships/image" Target="../media/image1978.png"/><Relationship Id="rId357" Type="http://schemas.openxmlformats.org/officeDocument/2006/relationships/image" Target="../media/image1999.png"/><Relationship Id="rId54" Type="http://schemas.openxmlformats.org/officeDocument/2006/relationships/customXml" Target="../ink/ink2710.xml"/><Relationship Id="rId96" Type="http://schemas.openxmlformats.org/officeDocument/2006/relationships/customXml" Target="../ink/ink2731.xml"/><Relationship Id="rId161" Type="http://schemas.openxmlformats.org/officeDocument/2006/relationships/image" Target="../media/image1901.png"/><Relationship Id="rId217" Type="http://schemas.openxmlformats.org/officeDocument/2006/relationships/image" Target="../media/image1929.png"/><Relationship Id="rId259" Type="http://schemas.openxmlformats.org/officeDocument/2006/relationships/image" Target="../media/image1950.png"/><Relationship Id="rId23" Type="http://schemas.openxmlformats.org/officeDocument/2006/relationships/image" Target="../media/image1832.png"/><Relationship Id="rId119" Type="http://schemas.openxmlformats.org/officeDocument/2006/relationships/image" Target="../media/image1880.png"/><Relationship Id="rId270" Type="http://schemas.openxmlformats.org/officeDocument/2006/relationships/customXml" Target="../ink/ink2818.xml"/><Relationship Id="rId326" Type="http://schemas.openxmlformats.org/officeDocument/2006/relationships/customXml" Target="../ink/ink2846.xml"/><Relationship Id="rId65" Type="http://schemas.openxmlformats.org/officeDocument/2006/relationships/image" Target="../media/image1853.png"/><Relationship Id="rId130" Type="http://schemas.openxmlformats.org/officeDocument/2006/relationships/customXml" Target="../ink/ink2748.xml"/><Relationship Id="rId368" Type="http://schemas.openxmlformats.org/officeDocument/2006/relationships/customXml" Target="../ink/ink2867.xml"/><Relationship Id="rId172" Type="http://schemas.openxmlformats.org/officeDocument/2006/relationships/customXml" Target="../ink/ink2769.xml"/><Relationship Id="rId228" Type="http://schemas.openxmlformats.org/officeDocument/2006/relationships/customXml" Target="../ink/ink2797.xml"/><Relationship Id="rId281" Type="http://schemas.openxmlformats.org/officeDocument/2006/relationships/image" Target="../media/image1961.png"/><Relationship Id="rId337" Type="http://schemas.openxmlformats.org/officeDocument/2006/relationships/image" Target="../media/image1989.png"/><Relationship Id="rId34" Type="http://schemas.openxmlformats.org/officeDocument/2006/relationships/customXml" Target="../ink/ink2700.xml"/><Relationship Id="rId76" Type="http://schemas.openxmlformats.org/officeDocument/2006/relationships/customXml" Target="../ink/ink2721.xml"/><Relationship Id="rId141" Type="http://schemas.openxmlformats.org/officeDocument/2006/relationships/image" Target="../media/image1891.png"/><Relationship Id="rId379" Type="http://schemas.openxmlformats.org/officeDocument/2006/relationships/image" Target="../media/image2010.png"/><Relationship Id="rId7" Type="http://schemas.openxmlformats.org/officeDocument/2006/relationships/image" Target="../media/image1824.png"/><Relationship Id="rId183" Type="http://schemas.openxmlformats.org/officeDocument/2006/relationships/image" Target="../media/image1912.png"/><Relationship Id="rId239" Type="http://schemas.openxmlformats.org/officeDocument/2006/relationships/image" Target="../media/image1940.png"/><Relationship Id="rId250" Type="http://schemas.openxmlformats.org/officeDocument/2006/relationships/customXml" Target="../ink/ink2808.xml"/><Relationship Id="rId292" Type="http://schemas.openxmlformats.org/officeDocument/2006/relationships/customXml" Target="../ink/ink2829.xml"/><Relationship Id="rId306" Type="http://schemas.openxmlformats.org/officeDocument/2006/relationships/customXml" Target="../ink/ink2836.xml"/><Relationship Id="rId45" Type="http://schemas.openxmlformats.org/officeDocument/2006/relationships/image" Target="../media/image1843.png"/><Relationship Id="rId87" Type="http://schemas.openxmlformats.org/officeDocument/2006/relationships/image" Target="../media/image1864.png"/><Relationship Id="rId110" Type="http://schemas.openxmlformats.org/officeDocument/2006/relationships/customXml" Target="../ink/ink2738.xml"/><Relationship Id="rId348" Type="http://schemas.openxmlformats.org/officeDocument/2006/relationships/customXml" Target="../ink/ink2857.xml"/><Relationship Id="rId152" Type="http://schemas.openxmlformats.org/officeDocument/2006/relationships/customXml" Target="../ink/ink2759.xml"/><Relationship Id="rId194" Type="http://schemas.openxmlformats.org/officeDocument/2006/relationships/customXml" Target="../ink/ink2780.xml"/><Relationship Id="rId208" Type="http://schemas.openxmlformats.org/officeDocument/2006/relationships/customXml" Target="../ink/ink2787.xml"/><Relationship Id="rId261" Type="http://schemas.openxmlformats.org/officeDocument/2006/relationships/image" Target="../media/image1951.png"/><Relationship Id="rId14" Type="http://schemas.openxmlformats.org/officeDocument/2006/relationships/customXml" Target="../ink/ink2690.xml"/><Relationship Id="rId56" Type="http://schemas.openxmlformats.org/officeDocument/2006/relationships/customXml" Target="../ink/ink2711.xml"/><Relationship Id="rId317" Type="http://schemas.openxmlformats.org/officeDocument/2006/relationships/image" Target="../media/image1979.png"/><Relationship Id="rId359" Type="http://schemas.openxmlformats.org/officeDocument/2006/relationships/image" Target="../media/image2000.png"/><Relationship Id="rId98" Type="http://schemas.openxmlformats.org/officeDocument/2006/relationships/customXml" Target="../ink/ink2732.xml"/><Relationship Id="rId121" Type="http://schemas.openxmlformats.org/officeDocument/2006/relationships/image" Target="../media/image1881.png"/><Relationship Id="rId163" Type="http://schemas.openxmlformats.org/officeDocument/2006/relationships/image" Target="../media/image1902.png"/><Relationship Id="rId219" Type="http://schemas.openxmlformats.org/officeDocument/2006/relationships/image" Target="../media/image1930.png"/><Relationship Id="rId370" Type="http://schemas.openxmlformats.org/officeDocument/2006/relationships/customXml" Target="../ink/ink2868.xml"/><Relationship Id="rId230" Type="http://schemas.openxmlformats.org/officeDocument/2006/relationships/customXml" Target="../ink/ink2798.xml"/><Relationship Id="rId25" Type="http://schemas.openxmlformats.org/officeDocument/2006/relationships/image" Target="../media/image1833.png"/><Relationship Id="rId67" Type="http://schemas.openxmlformats.org/officeDocument/2006/relationships/image" Target="../media/image1854.png"/><Relationship Id="rId272" Type="http://schemas.openxmlformats.org/officeDocument/2006/relationships/customXml" Target="../ink/ink2819.xml"/><Relationship Id="rId328" Type="http://schemas.openxmlformats.org/officeDocument/2006/relationships/customXml" Target="../ink/ink2847.xml"/><Relationship Id="rId132" Type="http://schemas.openxmlformats.org/officeDocument/2006/relationships/customXml" Target="../ink/ink2749.xml"/><Relationship Id="rId174" Type="http://schemas.openxmlformats.org/officeDocument/2006/relationships/customXml" Target="../ink/ink2770.xml"/><Relationship Id="rId381" Type="http://schemas.openxmlformats.org/officeDocument/2006/relationships/image" Target="../media/image2011.png"/><Relationship Id="rId241" Type="http://schemas.openxmlformats.org/officeDocument/2006/relationships/image" Target="../media/image1941.png"/><Relationship Id="rId36" Type="http://schemas.openxmlformats.org/officeDocument/2006/relationships/customXml" Target="../ink/ink2701.xml"/><Relationship Id="rId283" Type="http://schemas.openxmlformats.org/officeDocument/2006/relationships/image" Target="../media/image1962.png"/><Relationship Id="rId339" Type="http://schemas.openxmlformats.org/officeDocument/2006/relationships/image" Target="../media/image1990.png"/><Relationship Id="rId78" Type="http://schemas.openxmlformats.org/officeDocument/2006/relationships/customXml" Target="../ink/ink2722.xml"/><Relationship Id="rId101" Type="http://schemas.openxmlformats.org/officeDocument/2006/relationships/image" Target="../media/image1871.png"/><Relationship Id="rId143" Type="http://schemas.openxmlformats.org/officeDocument/2006/relationships/image" Target="../media/image1892.png"/><Relationship Id="rId185" Type="http://schemas.openxmlformats.org/officeDocument/2006/relationships/image" Target="../media/image1913.png"/><Relationship Id="rId350" Type="http://schemas.openxmlformats.org/officeDocument/2006/relationships/customXml" Target="../ink/ink2858.xml"/><Relationship Id="rId9" Type="http://schemas.openxmlformats.org/officeDocument/2006/relationships/image" Target="../media/image1825.png"/><Relationship Id="rId210" Type="http://schemas.openxmlformats.org/officeDocument/2006/relationships/customXml" Target="../ink/ink2788.xml"/><Relationship Id="rId26" Type="http://schemas.openxmlformats.org/officeDocument/2006/relationships/customXml" Target="../ink/ink2696.xml"/><Relationship Id="rId231" Type="http://schemas.openxmlformats.org/officeDocument/2006/relationships/image" Target="../media/image1936.png"/><Relationship Id="rId252" Type="http://schemas.openxmlformats.org/officeDocument/2006/relationships/customXml" Target="../ink/ink2809.xml"/><Relationship Id="rId273" Type="http://schemas.openxmlformats.org/officeDocument/2006/relationships/image" Target="../media/image1957.png"/><Relationship Id="rId294" Type="http://schemas.openxmlformats.org/officeDocument/2006/relationships/customXml" Target="../ink/ink2830.xml"/><Relationship Id="rId308" Type="http://schemas.openxmlformats.org/officeDocument/2006/relationships/customXml" Target="../ink/ink2837.xml"/><Relationship Id="rId329" Type="http://schemas.openxmlformats.org/officeDocument/2006/relationships/image" Target="../media/image1985.png"/><Relationship Id="rId47" Type="http://schemas.openxmlformats.org/officeDocument/2006/relationships/image" Target="../media/image1844.png"/><Relationship Id="rId68" Type="http://schemas.openxmlformats.org/officeDocument/2006/relationships/customXml" Target="../ink/ink2717.xml"/><Relationship Id="rId89" Type="http://schemas.openxmlformats.org/officeDocument/2006/relationships/image" Target="../media/image1865.png"/><Relationship Id="rId112" Type="http://schemas.openxmlformats.org/officeDocument/2006/relationships/customXml" Target="../ink/ink2739.xml"/><Relationship Id="rId133" Type="http://schemas.openxmlformats.org/officeDocument/2006/relationships/image" Target="../media/image1887.png"/><Relationship Id="rId154" Type="http://schemas.openxmlformats.org/officeDocument/2006/relationships/customXml" Target="../ink/ink2760.xml"/><Relationship Id="rId175" Type="http://schemas.openxmlformats.org/officeDocument/2006/relationships/image" Target="../media/image1908.png"/><Relationship Id="rId340" Type="http://schemas.openxmlformats.org/officeDocument/2006/relationships/customXml" Target="../ink/ink2853.xml"/><Relationship Id="rId361" Type="http://schemas.openxmlformats.org/officeDocument/2006/relationships/image" Target="../media/image2001.png"/><Relationship Id="rId196" Type="http://schemas.openxmlformats.org/officeDocument/2006/relationships/customXml" Target="../ink/ink2781.xml"/><Relationship Id="rId200" Type="http://schemas.openxmlformats.org/officeDocument/2006/relationships/customXml" Target="../ink/ink2783.xml"/><Relationship Id="rId16" Type="http://schemas.openxmlformats.org/officeDocument/2006/relationships/customXml" Target="../ink/ink2691.xml"/><Relationship Id="rId221" Type="http://schemas.openxmlformats.org/officeDocument/2006/relationships/image" Target="../media/image1931.png"/><Relationship Id="rId242" Type="http://schemas.openxmlformats.org/officeDocument/2006/relationships/customXml" Target="../ink/ink2804.xml"/><Relationship Id="rId263" Type="http://schemas.openxmlformats.org/officeDocument/2006/relationships/image" Target="../media/image1952.png"/><Relationship Id="rId284" Type="http://schemas.openxmlformats.org/officeDocument/2006/relationships/customXml" Target="../ink/ink2825.xml"/><Relationship Id="rId319" Type="http://schemas.openxmlformats.org/officeDocument/2006/relationships/image" Target="../media/image1980.png"/><Relationship Id="rId37" Type="http://schemas.openxmlformats.org/officeDocument/2006/relationships/image" Target="../media/image1839.png"/><Relationship Id="rId58" Type="http://schemas.openxmlformats.org/officeDocument/2006/relationships/customXml" Target="../ink/ink2712.xml"/><Relationship Id="rId79" Type="http://schemas.openxmlformats.org/officeDocument/2006/relationships/image" Target="../media/image1860.png"/><Relationship Id="rId102" Type="http://schemas.openxmlformats.org/officeDocument/2006/relationships/customXml" Target="../ink/ink2734.xml"/><Relationship Id="rId123" Type="http://schemas.openxmlformats.org/officeDocument/2006/relationships/image" Target="../media/image1882.png"/><Relationship Id="rId144" Type="http://schemas.openxmlformats.org/officeDocument/2006/relationships/customXml" Target="../ink/ink2755.xml"/><Relationship Id="rId330" Type="http://schemas.openxmlformats.org/officeDocument/2006/relationships/customXml" Target="../ink/ink2848.xml"/><Relationship Id="rId90" Type="http://schemas.openxmlformats.org/officeDocument/2006/relationships/customXml" Target="../ink/ink2728.xml"/><Relationship Id="rId165" Type="http://schemas.openxmlformats.org/officeDocument/2006/relationships/image" Target="../media/image1903.png"/><Relationship Id="rId186" Type="http://schemas.openxmlformats.org/officeDocument/2006/relationships/customXml" Target="../ink/ink2776.xml"/><Relationship Id="rId351" Type="http://schemas.openxmlformats.org/officeDocument/2006/relationships/image" Target="../media/image1996.png"/><Relationship Id="rId372" Type="http://schemas.openxmlformats.org/officeDocument/2006/relationships/customXml" Target="../ink/ink2869.xml"/><Relationship Id="rId211" Type="http://schemas.openxmlformats.org/officeDocument/2006/relationships/image" Target="../media/image1926.png"/><Relationship Id="rId232" Type="http://schemas.openxmlformats.org/officeDocument/2006/relationships/customXml" Target="../ink/ink2799.xml"/><Relationship Id="rId253" Type="http://schemas.openxmlformats.org/officeDocument/2006/relationships/image" Target="../media/image1947.png"/><Relationship Id="rId274" Type="http://schemas.openxmlformats.org/officeDocument/2006/relationships/customXml" Target="../ink/ink2820.xml"/><Relationship Id="rId295" Type="http://schemas.openxmlformats.org/officeDocument/2006/relationships/image" Target="../media/image1968.png"/><Relationship Id="rId309" Type="http://schemas.openxmlformats.org/officeDocument/2006/relationships/image" Target="../media/image1975.png"/><Relationship Id="rId27" Type="http://schemas.openxmlformats.org/officeDocument/2006/relationships/image" Target="../media/image1834.png"/><Relationship Id="rId48" Type="http://schemas.openxmlformats.org/officeDocument/2006/relationships/customXml" Target="../ink/ink2707.xml"/><Relationship Id="rId69" Type="http://schemas.openxmlformats.org/officeDocument/2006/relationships/image" Target="../media/image1855.png"/><Relationship Id="rId113" Type="http://schemas.openxmlformats.org/officeDocument/2006/relationships/image" Target="../media/image1877.png"/><Relationship Id="rId134" Type="http://schemas.openxmlformats.org/officeDocument/2006/relationships/customXml" Target="../ink/ink2750.xml"/><Relationship Id="rId320" Type="http://schemas.openxmlformats.org/officeDocument/2006/relationships/customXml" Target="../ink/ink2843.xml"/><Relationship Id="rId80" Type="http://schemas.openxmlformats.org/officeDocument/2006/relationships/customXml" Target="../ink/ink2723.xml"/><Relationship Id="rId155" Type="http://schemas.openxmlformats.org/officeDocument/2006/relationships/image" Target="../media/image1898.png"/><Relationship Id="rId176" Type="http://schemas.openxmlformats.org/officeDocument/2006/relationships/customXml" Target="../ink/ink2771.xml"/><Relationship Id="rId197" Type="http://schemas.openxmlformats.org/officeDocument/2006/relationships/image" Target="../media/image1919.png"/><Relationship Id="rId341" Type="http://schemas.openxmlformats.org/officeDocument/2006/relationships/image" Target="../media/image1991.png"/><Relationship Id="rId362" Type="http://schemas.openxmlformats.org/officeDocument/2006/relationships/customXml" Target="../ink/ink2864.xml"/><Relationship Id="rId201" Type="http://schemas.openxmlformats.org/officeDocument/2006/relationships/image" Target="../media/image1921.png"/><Relationship Id="rId222" Type="http://schemas.openxmlformats.org/officeDocument/2006/relationships/customXml" Target="../ink/ink2794.xml"/><Relationship Id="rId243" Type="http://schemas.openxmlformats.org/officeDocument/2006/relationships/image" Target="../media/image1942.png"/><Relationship Id="rId264" Type="http://schemas.openxmlformats.org/officeDocument/2006/relationships/customXml" Target="../ink/ink2815.xml"/><Relationship Id="rId285" Type="http://schemas.openxmlformats.org/officeDocument/2006/relationships/image" Target="../media/image1963.png"/><Relationship Id="rId17" Type="http://schemas.openxmlformats.org/officeDocument/2006/relationships/image" Target="../media/image1829.png"/><Relationship Id="rId38" Type="http://schemas.openxmlformats.org/officeDocument/2006/relationships/customXml" Target="../ink/ink2702.xml"/><Relationship Id="rId59" Type="http://schemas.openxmlformats.org/officeDocument/2006/relationships/image" Target="../media/image1850.png"/><Relationship Id="rId103" Type="http://schemas.openxmlformats.org/officeDocument/2006/relationships/image" Target="../media/image1872.png"/><Relationship Id="rId124" Type="http://schemas.openxmlformats.org/officeDocument/2006/relationships/customXml" Target="../ink/ink2745.xml"/><Relationship Id="rId310" Type="http://schemas.openxmlformats.org/officeDocument/2006/relationships/customXml" Target="../ink/ink2838.xml"/><Relationship Id="rId70" Type="http://schemas.openxmlformats.org/officeDocument/2006/relationships/customXml" Target="../ink/ink2718.xml"/><Relationship Id="rId91" Type="http://schemas.openxmlformats.org/officeDocument/2006/relationships/image" Target="../media/image1866.png"/><Relationship Id="rId145" Type="http://schemas.openxmlformats.org/officeDocument/2006/relationships/image" Target="../media/image1893.png"/><Relationship Id="rId166" Type="http://schemas.openxmlformats.org/officeDocument/2006/relationships/customXml" Target="../ink/ink2766.xml"/><Relationship Id="rId187" Type="http://schemas.openxmlformats.org/officeDocument/2006/relationships/image" Target="../media/image1914.png"/><Relationship Id="rId331" Type="http://schemas.openxmlformats.org/officeDocument/2006/relationships/image" Target="../media/image1986.png"/><Relationship Id="rId352" Type="http://schemas.openxmlformats.org/officeDocument/2006/relationships/customXml" Target="../ink/ink2859.xml"/><Relationship Id="rId373" Type="http://schemas.openxmlformats.org/officeDocument/2006/relationships/image" Target="../media/image2007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2789.xml"/><Relationship Id="rId233" Type="http://schemas.openxmlformats.org/officeDocument/2006/relationships/image" Target="../media/image1937.png"/><Relationship Id="rId254" Type="http://schemas.openxmlformats.org/officeDocument/2006/relationships/customXml" Target="../ink/ink2810.xml"/><Relationship Id="rId28" Type="http://schemas.openxmlformats.org/officeDocument/2006/relationships/customXml" Target="../ink/ink2697.xml"/><Relationship Id="rId49" Type="http://schemas.openxmlformats.org/officeDocument/2006/relationships/image" Target="../media/image1845.png"/><Relationship Id="rId114" Type="http://schemas.openxmlformats.org/officeDocument/2006/relationships/customXml" Target="../ink/ink2740.xml"/><Relationship Id="rId275" Type="http://schemas.openxmlformats.org/officeDocument/2006/relationships/image" Target="../media/image1958.png"/><Relationship Id="rId296" Type="http://schemas.openxmlformats.org/officeDocument/2006/relationships/customXml" Target="../ink/ink2831.xml"/><Relationship Id="rId300" Type="http://schemas.openxmlformats.org/officeDocument/2006/relationships/customXml" Target="../ink/ink2833.xml"/><Relationship Id="rId60" Type="http://schemas.openxmlformats.org/officeDocument/2006/relationships/customXml" Target="../ink/ink2713.xml"/><Relationship Id="rId81" Type="http://schemas.openxmlformats.org/officeDocument/2006/relationships/image" Target="../media/image1861.png"/><Relationship Id="rId135" Type="http://schemas.openxmlformats.org/officeDocument/2006/relationships/image" Target="../media/image1888.png"/><Relationship Id="rId156" Type="http://schemas.openxmlformats.org/officeDocument/2006/relationships/customXml" Target="../ink/ink2761.xml"/><Relationship Id="rId177" Type="http://schemas.openxmlformats.org/officeDocument/2006/relationships/image" Target="../media/image1909.png"/><Relationship Id="rId198" Type="http://schemas.openxmlformats.org/officeDocument/2006/relationships/customXml" Target="../ink/ink2782.xml"/><Relationship Id="rId321" Type="http://schemas.openxmlformats.org/officeDocument/2006/relationships/image" Target="../media/image1981.png"/><Relationship Id="rId342" Type="http://schemas.openxmlformats.org/officeDocument/2006/relationships/customXml" Target="../ink/ink2854.xml"/><Relationship Id="rId363" Type="http://schemas.openxmlformats.org/officeDocument/2006/relationships/image" Target="../media/image2002.png"/><Relationship Id="rId202" Type="http://schemas.openxmlformats.org/officeDocument/2006/relationships/customXml" Target="../ink/ink2784.xml"/><Relationship Id="rId223" Type="http://schemas.openxmlformats.org/officeDocument/2006/relationships/image" Target="../media/image1932.png"/><Relationship Id="rId244" Type="http://schemas.openxmlformats.org/officeDocument/2006/relationships/customXml" Target="../ink/ink2805.xml"/><Relationship Id="rId18" Type="http://schemas.openxmlformats.org/officeDocument/2006/relationships/customXml" Target="../ink/ink2692.xml"/><Relationship Id="rId39" Type="http://schemas.openxmlformats.org/officeDocument/2006/relationships/image" Target="../media/image1840.png"/><Relationship Id="rId265" Type="http://schemas.openxmlformats.org/officeDocument/2006/relationships/image" Target="../media/image1953.png"/><Relationship Id="rId286" Type="http://schemas.openxmlformats.org/officeDocument/2006/relationships/customXml" Target="../ink/ink2826.xml"/><Relationship Id="rId50" Type="http://schemas.openxmlformats.org/officeDocument/2006/relationships/customXml" Target="../ink/ink2708.xml"/><Relationship Id="rId104" Type="http://schemas.openxmlformats.org/officeDocument/2006/relationships/customXml" Target="../ink/ink2735.xml"/><Relationship Id="rId125" Type="http://schemas.openxmlformats.org/officeDocument/2006/relationships/image" Target="../media/image1883.png"/><Relationship Id="rId146" Type="http://schemas.openxmlformats.org/officeDocument/2006/relationships/customXml" Target="../ink/ink2756.xml"/><Relationship Id="rId167" Type="http://schemas.openxmlformats.org/officeDocument/2006/relationships/image" Target="../media/image1904.png"/><Relationship Id="rId188" Type="http://schemas.openxmlformats.org/officeDocument/2006/relationships/customXml" Target="../ink/ink2777.xml"/><Relationship Id="rId311" Type="http://schemas.openxmlformats.org/officeDocument/2006/relationships/image" Target="../media/image1976.png"/><Relationship Id="rId332" Type="http://schemas.openxmlformats.org/officeDocument/2006/relationships/customXml" Target="../ink/ink2849.xml"/><Relationship Id="rId353" Type="http://schemas.openxmlformats.org/officeDocument/2006/relationships/image" Target="../media/image1997.png"/><Relationship Id="rId374" Type="http://schemas.openxmlformats.org/officeDocument/2006/relationships/customXml" Target="../ink/ink2870.xml"/><Relationship Id="rId71" Type="http://schemas.openxmlformats.org/officeDocument/2006/relationships/image" Target="../media/image1856.png"/><Relationship Id="rId92" Type="http://schemas.openxmlformats.org/officeDocument/2006/relationships/customXml" Target="../ink/ink2729.xml"/><Relationship Id="rId213" Type="http://schemas.openxmlformats.org/officeDocument/2006/relationships/image" Target="../media/image1927.png"/><Relationship Id="rId234" Type="http://schemas.openxmlformats.org/officeDocument/2006/relationships/customXml" Target="../ink/ink2800.xml"/><Relationship Id="rId2" Type="http://schemas.openxmlformats.org/officeDocument/2006/relationships/image" Target="../media/image1663.png"/><Relationship Id="rId29" Type="http://schemas.openxmlformats.org/officeDocument/2006/relationships/image" Target="../media/image1835.png"/><Relationship Id="rId255" Type="http://schemas.openxmlformats.org/officeDocument/2006/relationships/image" Target="../media/image1948.png"/><Relationship Id="rId276" Type="http://schemas.openxmlformats.org/officeDocument/2006/relationships/customXml" Target="../ink/ink2821.xml"/><Relationship Id="rId297" Type="http://schemas.openxmlformats.org/officeDocument/2006/relationships/image" Target="../media/image1969.png"/><Relationship Id="rId40" Type="http://schemas.openxmlformats.org/officeDocument/2006/relationships/customXml" Target="../ink/ink2703.xml"/><Relationship Id="rId115" Type="http://schemas.openxmlformats.org/officeDocument/2006/relationships/image" Target="../media/image1878.png"/><Relationship Id="rId136" Type="http://schemas.openxmlformats.org/officeDocument/2006/relationships/customXml" Target="../ink/ink2751.xml"/><Relationship Id="rId157" Type="http://schemas.openxmlformats.org/officeDocument/2006/relationships/image" Target="../media/image1899.png"/><Relationship Id="rId178" Type="http://schemas.openxmlformats.org/officeDocument/2006/relationships/customXml" Target="../ink/ink2772.xml"/><Relationship Id="rId301" Type="http://schemas.openxmlformats.org/officeDocument/2006/relationships/image" Target="../media/image1971.png"/><Relationship Id="rId322" Type="http://schemas.openxmlformats.org/officeDocument/2006/relationships/customXml" Target="../ink/ink2844.xml"/><Relationship Id="rId343" Type="http://schemas.openxmlformats.org/officeDocument/2006/relationships/image" Target="../media/image1992.png"/><Relationship Id="rId364" Type="http://schemas.openxmlformats.org/officeDocument/2006/relationships/customXml" Target="../ink/ink2865.xml"/><Relationship Id="rId61" Type="http://schemas.openxmlformats.org/officeDocument/2006/relationships/image" Target="../media/image1851.png"/><Relationship Id="rId82" Type="http://schemas.openxmlformats.org/officeDocument/2006/relationships/customXml" Target="../ink/ink2724.xml"/><Relationship Id="rId199" Type="http://schemas.openxmlformats.org/officeDocument/2006/relationships/image" Target="../media/image1920.png"/><Relationship Id="rId203" Type="http://schemas.openxmlformats.org/officeDocument/2006/relationships/image" Target="../media/image1922.png"/><Relationship Id="rId19" Type="http://schemas.openxmlformats.org/officeDocument/2006/relationships/image" Target="../media/image1830.png"/><Relationship Id="rId224" Type="http://schemas.openxmlformats.org/officeDocument/2006/relationships/customXml" Target="../ink/ink2795.xml"/><Relationship Id="rId245" Type="http://schemas.openxmlformats.org/officeDocument/2006/relationships/image" Target="../media/image1943.png"/><Relationship Id="rId266" Type="http://schemas.openxmlformats.org/officeDocument/2006/relationships/customXml" Target="../ink/ink2816.xml"/><Relationship Id="rId287" Type="http://schemas.openxmlformats.org/officeDocument/2006/relationships/image" Target="../media/image1964.png"/><Relationship Id="rId30" Type="http://schemas.openxmlformats.org/officeDocument/2006/relationships/customXml" Target="../ink/ink2698.xml"/><Relationship Id="rId105" Type="http://schemas.openxmlformats.org/officeDocument/2006/relationships/image" Target="../media/image1873.png"/><Relationship Id="rId126" Type="http://schemas.openxmlformats.org/officeDocument/2006/relationships/customXml" Target="../ink/ink2746.xml"/><Relationship Id="rId147" Type="http://schemas.openxmlformats.org/officeDocument/2006/relationships/image" Target="../media/image1894.png"/><Relationship Id="rId168" Type="http://schemas.openxmlformats.org/officeDocument/2006/relationships/customXml" Target="../ink/ink2767.xml"/><Relationship Id="rId312" Type="http://schemas.openxmlformats.org/officeDocument/2006/relationships/customXml" Target="../ink/ink2839.xml"/><Relationship Id="rId333" Type="http://schemas.openxmlformats.org/officeDocument/2006/relationships/image" Target="../media/image1987.png"/><Relationship Id="rId354" Type="http://schemas.openxmlformats.org/officeDocument/2006/relationships/customXml" Target="../ink/ink2860.xml"/><Relationship Id="rId51" Type="http://schemas.openxmlformats.org/officeDocument/2006/relationships/image" Target="../media/image1846.png"/><Relationship Id="rId72" Type="http://schemas.openxmlformats.org/officeDocument/2006/relationships/customXml" Target="../ink/ink2719.xml"/><Relationship Id="rId93" Type="http://schemas.openxmlformats.org/officeDocument/2006/relationships/image" Target="../media/image1867.png"/><Relationship Id="rId189" Type="http://schemas.openxmlformats.org/officeDocument/2006/relationships/image" Target="../media/image1915.png"/><Relationship Id="rId375" Type="http://schemas.openxmlformats.org/officeDocument/2006/relationships/image" Target="../media/image2008.png"/><Relationship Id="rId3" Type="http://schemas.openxmlformats.org/officeDocument/2006/relationships/image" Target="../media/image1664.png"/><Relationship Id="rId214" Type="http://schemas.openxmlformats.org/officeDocument/2006/relationships/customXml" Target="../ink/ink2790.xml"/><Relationship Id="rId235" Type="http://schemas.openxmlformats.org/officeDocument/2006/relationships/image" Target="../media/image1938.png"/><Relationship Id="rId256" Type="http://schemas.openxmlformats.org/officeDocument/2006/relationships/customXml" Target="../ink/ink2811.xml"/><Relationship Id="rId277" Type="http://schemas.openxmlformats.org/officeDocument/2006/relationships/image" Target="../media/image1959.png"/><Relationship Id="rId298" Type="http://schemas.openxmlformats.org/officeDocument/2006/relationships/customXml" Target="../ink/ink2832.xml"/><Relationship Id="rId116" Type="http://schemas.openxmlformats.org/officeDocument/2006/relationships/customXml" Target="../ink/ink2741.xml"/><Relationship Id="rId137" Type="http://schemas.openxmlformats.org/officeDocument/2006/relationships/image" Target="../media/image1889.png"/><Relationship Id="rId158" Type="http://schemas.openxmlformats.org/officeDocument/2006/relationships/customXml" Target="../ink/ink2762.xml"/><Relationship Id="rId302" Type="http://schemas.openxmlformats.org/officeDocument/2006/relationships/customXml" Target="../ink/ink2834.xml"/><Relationship Id="rId323" Type="http://schemas.openxmlformats.org/officeDocument/2006/relationships/image" Target="../media/image1982.png"/><Relationship Id="rId344" Type="http://schemas.openxmlformats.org/officeDocument/2006/relationships/customXml" Target="../ink/ink2855.xml"/><Relationship Id="rId20" Type="http://schemas.openxmlformats.org/officeDocument/2006/relationships/customXml" Target="../ink/ink2693.xml"/><Relationship Id="rId41" Type="http://schemas.openxmlformats.org/officeDocument/2006/relationships/image" Target="../media/image1841.png"/><Relationship Id="rId62" Type="http://schemas.openxmlformats.org/officeDocument/2006/relationships/customXml" Target="../ink/ink2714.xml"/><Relationship Id="rId83" Type="http://schemas.openxmlformats.org/officeDocument/2006/relationships/image" Target="../media/image1862.png"/><Relationship Id="rId179" Type="http://schemas.openxmlformats.org/officeDocument/2006/relationships/image" Target="../media/image1910.png"/><Relationship Id="rId365" Type="http://schemas.openxmlformats.org/officeDocument/2006/relationships/image" Target="../media/image2003.png"/><Relationship Id="rId190" Type="http://schemas.openxmlformats.org/officeDocument/2006/relationships/customXml" Target="../ink/ink2778.xml"/><Relationship Id="rId204" Type="http://schemas.openxmlformats.org/officeDocument/2006/relationships/customXml" Target="../ink/ink2785.xml"/><Relationship Id="rId225" Type="http://schemas.openxmlformats.org/officeDocument/2006/relationships/image" Target="../media/image1933.png"/><Relationship Id="rId246" Type="http://schemas.openxmlformats.org/officeDocument/2006/relationships/customXml" Target="../ink/ink2806.xml"/><Relationship Id="rId267" Type="http://schemas.openxmlformats.org/officeDocument/2006/relationships/image" Target="../media/image1954.png"/><Relationship Id="rId288" Type="http://schemas.openxmlformats.org/officeDocument/2006/relationships/customXml" Target="../ink/ink2827.xml"/><Relationship Id="rId106" Type="http://schemas.openxmlformats.org/officeDocument/2006/relationships/customXml" Target="../ink/ink2736.xml"/><Relationship Id="rId127" Type="http://schemas.openxmlformats.org/officeDocument/2006/relationships/image" Target="../media/image1884.png"/><Relationship Id="rId313" Type="http://schemas.openxmlformats.org/officeDocument/2006/relationships/image" Target="../media/image1977.png"/><Relationship Id="rId10" Type="http://schemas.openxmlformats.org/officeDocument/2006/relationships/customXml" Target="../ink/ink2688.xml"/><Relationship Id="rId31" Type="http://schemas.openxmlformats.org/officeDocument/2006/relationships/image" Target="../media/image1836.png"/><Relationship Id="rId52" Type="http://schemas.openxmlformats.org/officeDocument/2006/relationships/customXml" Target="../ink/ink2709.xml"/><Relationship Id="rId73" Type="http://schemas.openxmlformats.org/officeDocument/2006/relationships/image" Target="../media/image1857.png"/><Relationship Id="rId94" Type="http://schemas.openxmlformats.org/officeDocument/2006/relationships/customXml" Target="../ink/ink2730.xml"/><Relationship Id="rId148" Type="http://schemas.openxmlformats.org/officeDocument/2006/relationships/customXml" Target="../ink/ink2757.xml"/><Relationship Id="rId169" Type="http://schemas.openxmlformats.org/officeDocument/2006/relationships/image" Target="../media/image1905.png"/><Relationship Id="rId334" Type="http://schemas.openxmlformats.org/officeDocument/2006/relationships/customXml" Target="../ink/ink2850.xml"/><Relationship Id="rId355" Type="http://schemas.openxmlformats.org/officeDocument/2006/relationships/image" Target="../media/image1998.png"/><Relationship Id="rId376" Type="http://schemas.openxmlformats.org/officeDocument/2006/relationships/customXml" Target="../ink/ink2871.xml"/><Relationship Id="rId4" Type="http://schemas.openxmlformats.org/officeDocument/2006/relationships/customXml" Target="../ink/ink2685.xml"/><Relationship Id="rId180" Type="http://schemas.openxmlformats.org/officeDocument/2006/relationships/customXml" Target="../ink/ink2773.xml"/><Relationship Id="rId215" Type="http://schemas.openxmlformats.org/officeDocument/2006/relationships/image" Target="../media/image1928.png"/><Relationship Id="rId236" Type="http://schemas.openxmlformats.org/officeDocument/2006/relationships/customXml" Target="../ink/ink2801.xml"/><Relationship Id="rId257" Type="http://schemas.openxmlformats.org/officeDocument/2006/relationships/image" Target="../media/image1949.png"/><Relationship Id="rId278" Type="http://schemas.openxmlformats.org/officeDocument/2006/relationships/customXml" Target="../ink/ink2822.xml"/><Relationship Id="rId303" Type="http://schemas.openxmlformats.org/officeDocument/2006/relationships/image" Target="../media/image1972.png"/><Relationship Id="rId42" Type="http://schemas.openxmlformats.org/officeDocument/2006/relationships/customXml" Target="../ink/ink2704.xml"/><Relationship Id="rId84" Type="http://schemas.openxmlformats.org/officeDocument/2006/relationships/customXml" Target="../ink/ink2725.xml"/><Relationship Id="rId138" Type="http://schemas.openxmlformats.org/officeDocument/2006/relationships/customXml" Target="../ink/ink2752.xml"/><Relationship Id="rId345" Type="http://schemas.openxmlformats.org/officeDocument/2006/relationships/image" Target="../media/image1993.png"/><Relationship Id="rId191" Type="http://schemas.openxmlformats.org/officeDocument/2006/relationships/image" Target="../media/image1916.png"/><Relationship Id="rId205" Type="http://schemas.openxmlformats.org/officeDocument/2006/relationships/image" Target="../media/image1923.png"/><Relationship Id="rId247" Type="http://schemas.openxmlformats.org/officeDocument/2006/relationships/image" Target="../media/image1944.png"/><Relationship Id="rId107" Type="http://schemas.openxmlformats.org/officeDocument/2006/relationships/image" Target="../media/image1874.png"/><Relationship Id="rId289" Type="http://schemas.openxmlformats.org/officeDocument/2006/relationships/image" Target="../media/image1965.png"/><Relationship Id="rId11" Type="http://schemas.openxmlformats.org/officeDocument/2006/relationships/image" Target="../media/image1826.png"/><Relationship Id="rId53" Type="http://schemas.openxmlformats.org/officeDocument/2006/relationships/image" Target="../media/image1847.png"/><Relationship Id="rId149" Type="http://schemas.openxmlformats.org/officeDocument/2006/relationships/image" Target="../media/image1895.png"/><Relationship Id="rId314" Type="http://schemas.openxmlformats.org/officeDocument/2006/relationships/customXml" Target="../ink/ink2840.xml"/><Relationship Id="rId356" Type="http://schemas.openxmlformats.org/officeDocument/2006/relationships/customXml" Target="../ink/ink2861.xml"/><Relationship Id="rId95" Type="http://schemas.openxmlformats.org/officeDocument/2006/relationships/image" Target="../media/image1868.png"/><Relationship Id="rId160" Type="http://schemas.openxmlformats.org/officeDocument/2006/relationships/customXml" Target="../ink/ink2763.xml"/><Relationship Id="rId216" Type="http://schemas.openxmlformats.org/officeDocument/2006/relationships/customXml" Target="../ink/ink2791.xml"/><Relationship Id="rId258" Type="http://schemas.openxmlformats.org/officeDocument/2006/relationships/customXml" Target="../ink/ink2812.xml"/><Relationship Id="rId22" Type="http://schemas.openxmlformats.org/officeDocument/2006/relationships/customXml" Target="../ink/ink2694.xml"/><Relationship Id="rId64" Type="http://schemas.openxmlformats.org/officeDocument/2006/relationships/customXml" Target="../ink/ink2715.xml"/><Relationship Id="rId118" Type="http://schemas.openxmlformats.org/officeDocument/2006/relationships/customXml" Target="../ink/ink2742.xml"/><Relationship Id="rId325" Type="http://schemas.openxmlformats.org/officeDocument/2006/relationships/image" Target="../media/image1983.png"/><Relationship Id="rId367" Type="http://schemas.openxmlformats.org/officeDocument/2006/relationships/image" Target="../media/image2004.png"/><Relationship Id="rId171" Type="http://schemas.openxmlformats.org/officeDocument/2006/relationships/image" Target="../media/image1906.png"/><Relationship Id="rId227" Type="http://schemas.openxmlformats.org/officeDocument/2006/relationships/image" Target="../media/image1934.png"/><Relationship Id="rId269" Type="http://schemas.openxmlformats.org/officeDocument/2006/relationships/image" Target="../media/image1955.png"/><Relationship Id="rId33" Type="http://schemas.openxmlformats.org/officeDocument/2006/relationships/image" Target="../media/image1837.png"/><Relationship Id="rId129" Type="http://schemas.openxmlformats.org/officeDocument/2006/relationships/image" Target="../media/image1885.png"/><Relationship Id="rId280" Type="http://schemas.openxmlformats.org/officeDocument/2006/relationships/customXml" Target="../ink/ink2823.xml"/><Relationship Id="rId336" Type="http://schemas.openxmlformats.org/officeDocument/2006/relationships/customXml" Target="../ink/ink2851.xml"/><Relationship Id="rId75" Type="http://schemas.openxmlformats.org/officeDocument/2006/relationships/image" Target="../media/image1858.png"/><Relationship Id="rId140" Type="http://schemas.openxmlformats.org/officeDocument/2006/relationships/customXml" Target="../ink/ink2753.xml"/><Relationship Id="rId182" Type="http://schemas.openxmlformats.org/officeDocument/2006/relationships/customXml" Target="../ink/ink2774.xml"/><Relationship Id="rId378" Type="http://schemas.openxmlformats.org/officeDocument/2006/relationships/customXml" Target="../ink/ink2872.xml"/><Relationship Id="rId6" Type="http://schemas.openxmlformats.org/officeDocument/2006/relationships/customXml" Target="../ink/ink2686.xml"/><Relationship Id="rId238" Type="http://schemas.openxmlformats.org/officeDocument/2006/relationships/customXml" Target="../ink/ink2802.xml"/><Relationship Id="rId291" Type="http://schemas.openxmlformats.org/officeDocument/2006/relationships/image" Target="../media/image1966.png"/><Relationship Id="rId305" Type="http://schemas.openxmlformats.org/officeDocument/2006/relationships/image" Target="../media/image1973.png"/><Relationship Id="rId347" Type="http://schemas.openxmlformats.org/officeDocument/2006/relationships/image" Target="../media/image1994.png"/><Relationship Id="rId44" Type="http://schemas.openxmlformats.org/officeDocument/2006/relationships/customXml" Target="../ink/ink2705.xml"/><Relationship Id="rId86" Type="http://schemas.openxmlformats.org/officeDocument/2006/relationships/customXml" Target="../ink/ink2726.xml"/><Relationship Id="rId151" Type="http://schemas.openxmlformats.org/officeDocument/2006/relationships/image" Target="../media/image1896.png"/><Relationship Id="rId193" Type="http://schemas.openxmlformats.org/officeDocument/2006/relationships/image" Target="../media/image1917.png"/><Relationship Id="rId207" Type="http://schemas.openxmlformats.org/officeDocument/2006/relationships/image" Target="../media/image1924.png"/><Relationship Id="rId249" Type="http://schemas.openxmlformats.org/officeDocument/2006/relationships/image" Target="../media/image1945.png"/><Relationship Id="rId13" Type="http://schemas.openxmlformats.org/officeDocument/2006/relationships/image" Target="../media/image1827.png"/><Relationship Id="rId109" Type="http://schemas.openxmlformats.org/officeDocument/2006/relationships/image" Target="../media/image1875.png"/><Relationship Id="rId260" Type="http://schemas.openxmlformats.org/officeDocument/2006/relationships/customXml" Target="../ink/ink2813.xml"/><Relationship Id="rId316" Type="http://schemas.openxmlformats.org/officeDocument/2006/relationships/customXml" Target="../ink/ink2841.xml"/><Relationship Id="rId55" Type="http://schemas.openxmlformats.org/officeDocument/2006/relationships/image" Target="../media/image1848.png"/><Relationship Id="rId97" Type="http://schemas.openxmlformats.org/officeDocument/2006/relationships/image" Target="../media/image1869.png"/><Relationship Id="rId120" Type="http://schemas.openxmlformats.org/officeDocument/2006/relationships/customXml" Target="../ink/ink2743.xml"/><Relationship Id="rId358" Type="http://schemas.openxmlformats.org/officeDocument/2006/relationships/customXml" Target="../ink/ink2862.xml"/><Relationship Id="rId162" Type="http://schemas.openxmlformats.org/officeDocument/2006/relationships/customXml" Target="../ink/ink2764.xml"/><Relationship Id="rId218" Type="http://schemas.openxmlformats.org/officeDocument/2006/relationships/customXml" Target="../ink/ink2792.xml"/><Relationship Id="rId271" Type="http://schemas.openxmlformats.org/officeDocument/2006/relationships/image" Target="../media/image1956.png"/><Relationship Id="rId24" Type="http://schemas.openxmlformats.org/officeDocument/2006/relationships/customXml" Target="../ink/ink2695.xml"/><Relationship Id="rId66" Type="http://schemas.openxmlformats.org/officeDocument/2006/relationships/customXml" Target="../ink/ink2716.xml"/><Relationship Id="rId131" Type="http://schemas.openxmlformats.org/officeDocument/2006/relationships/image" Target="../media/image1886.png"/><Relationship Id="rId327" Type="http://schemas.openxmlformats.org/officeDocument/2006/relationships/image" Target="../media/image1984.png"/><Relationship Id="rId369" Type="http://schemas.openxmlformats.org/officeDocument/2006/relationships/image" Target="../media/image2005.png"/><Relationship Id="rId173" Type="http://schemas.openxmlformats.org/officeDocument/2006/relationships/image" Target="../media/image1907.png"/><Relationship Id="rId229" Type="http://schemas.openxmlformats.org/officeDocument/2006/relationships/image" Target="../media/image1935.png"/><Relationship Id="rId380" Type="http://schemas.openxmlformats.org/officeDocument/2006/relationships/customXml" Target="../ink/ink2873.xml"/><Relationship Id="rId240" Type="http://schemas.openxmlformats.org/officeDocument/2006/relationships/customXml" Target="../ink/ink2803.xml"/><Relationship Id="rId35" Type="http://schemas.openxmlformats.org/officeDocument/2006/relationships/image" Target="../media/image1838.png"/><Relationship Id="rId77" Type="http://schemas.openxmlformats.org/officeDocument/2006/relationships/image" Target="../media/image1859.png"/><Relationship Id="rId100" Type="http://schemas.openxmlformats.org/officeDocument/2006/relationships/customXml" Target="../ink/ink2733.xml"/><Relationship Id="rId282" Type="http://schemas.openxmlformats.org/officeDocument/2006/relationships/customXml" Target="../ink/ink2824.xml"/><Relationship Id="rId338" Type="http://schemas.openxmlformats.org/officeDocument/2006/relationships/customXml" Target="../ink/ink2852.xml"/><Relationship Id="rId8" Type="http://schemas.openxmlformats.org/officeDocument/2006/relationships/customXml" Target="../ink/ink2687.xml"/><Relationship Id="rId142" Type="http://schemas.openxmlformats.org/officeDocument/2006/relationships/customXml" Target="../ink/ink2754.xml"/><Relationship Id="rId184" Type="http://schemas.openxmlformats.org/officeDocument/2006/relationships/customXml" Target="../ink/ink2775.xml"/><Relationship Id="rId251" Type="http://schemas.openxmlformats.org/officeDocument/2006/relationships/image" Target="../media/image1946.png"/><Relationship Id="rId46" Type="http://schemas.openxmlformats.org/officeDocument/2006/relationships/customXml" Target="../ink/ink2706.xml"/><Relationship Id="rId293" Type="http://schemas.openxmlformats.org/officeDocument/2006/relationships/image" Target="../media/image1967.png"/><Relationship Id="rId307" Type="http://schemas.openxmlformats.org/officeDocument/2006/relationships/image" Target="../media/image1974.png"/><Relationship Id="rId349" Type="http://schemas.openxmlformats.org/officeDocument/2006/relationships/image" Target="../media/image1995.png"/><Relationship Id="rId88" Type="http://schemas.openxmlformats.org/officeDocument/2006/relationships/customXml" Target="../ink/ink2727.xml"/><Relationship Id="rId111" Type="http://schemas.openxmlformats.org/officeDocument/2006/relationships/image" Target="../media/image1876.png"/><Relationship Id="rId153" Type="http://schemas.openxmlformats.org/officeDocument/2006/relationships/image" Target="../media/image1897.png"/><Relationship Id="rId195" Type="http://schemas.openxmlformats.org/officeDocument/2006/relationships/image" Target="../media/image1918.png"/><Relationship Id="rId209" Type="http://schemas.openxmlformats.org/officeDocument/2006/relationships/image" Target="../media/image1925.png"/><Relationship Id="rId360" Type="http://schemas.openxmlformats.org/officeDocument/2006/relationships/customXml" Target="../ink/ink2863.xml"/><Relationship Id="rId220" Type="http://schemas.openxmlformats.org/officeDocument/2006/relationships/customXml" Target="../ink/ink2793.xml"/><Relationship Id="rId15" Type="http://schemas.openxmlformats.org/officeDocument/2006/relationships/image" Target="../media/image1828.png"/><Relationship Id="rId57" Type="http://schemas.openxmlformats.org/officeDocument/2006/relationships/image" Target="../media/image1849.png"/><Relationship Id="rId262" Type="http://schemas.openxmlformats.org/officeDocument/2006/relationships/customXml" Target="../ink/ink2814.xml"/><Relationship Id="rId318" Type="http://schemas.openxmlformats.org/officeDocument/2006/relationships/customXml" Target="../ink/ink2842.xml"/><Relationship Id="rId99" Type="http://schemas.openxmlformats.org/officeDocument/2006/relationships/image" Target="../media/image1870.png"/><Relationship Id="rId122" Type="http://schemas.openxmlformats.org/officeDocument/2006/relationships/customXml" Target="../ink/ink2744.xml"/><Relationship Id="rId164" Type="http://schemas.openxmlformats.org/officeDocument/2006/relationships/customXml" Target="../ink/ink2765.xml"/><Relationship Id="rId371" Type="http://schemas.openxmlformats.org/officeDocument/2006/relationships/image" Target="../media/image2006.png"/></Relationships>
</file>

<file path=ppt/slides/_rels/slide3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879.png"/><Relationship Id="rId299" Type="http://schemas.openxmlformats.org/officeDocument/2006/relationships/image" Target="../media/image2068.png"/><Relationship Id="rId21" Type="http://schemas.openxmlformats.org/officeDocument/2006/relationships/image" Target="../media/image1831.png"/><Relationship Id="rId63" Type="http://schemas.openxmlformats.org/officeDocument/2006/relationships/image" Target="../media/image1852.png"/><Relationship Id="rId159" Type="http://schemas.openxmlformats.org/officeDocument/2006/relationships/image" Target="../media/image1900.png"/><Relationship Id="rId170" Type="http://schemas.openxmlformats.org/officeDocument/2006/relationships/customXml" Target="../ink/ink2957.xml"/><Relationship Id="rId226" Type="http://schemas.openxmlformats.org/officeDocument/2006/relationships/customXml" Target="../ink/ink2985.xml"/><Relationship Id="rId268" Type="http://schemas.openxmlformats.org/officeDocument/2006/relationships/customXml" Target="../ink/ink3006.xml"/><Relationship Id="rId32" Type="http://schemas.openxmlformats.org/officeDocument/2006/relationships/customXml" Target="../ink/ink2888.xml"/><Relationship Id="rId74" Type="http://schemas.openxmlformats.org/officeDocument/2006/relationships/customXml" Target="../ink/ink2909.xml"/><Relationship Id="rId128" Type="http://schemas.openxmlformats.org/officeDocument/2006/relationships/customXml" Target="../ink/ink2936.xml"/><Relationship Id="rId5" Type="http://schemas.openxmlformats.org/officeDocument/2006/relationships/image" Target="../media/image1823.png"/><Relationship Id="rId181" Type="http://schemas.openxmlformats.org/officeDocument/2006/relationships/image" Target="../media/image1911.png"/><Relationship Id="rId237" Type="http://schemas.openxmlformats.org/officeDocument/2006/relationships/image" Target="../media/image2037.png"/><Relationship Id="rId279" Type="http://schemas.openxmlformats.org/officeDocument/2006/relationships/image" Target="../media/image2058.png"/><Relationship Id="rId43" Type="http://schemas.openxmlformats.org/officeDocument/2006/relationships/image" Target="../media/image1842.png"/><Relationship Id="rId139" Type="http://schemas.openxmlformats.org/officeDocument/2006/relationships/image" Target="../media/image1890.png"/><Relationship Id="rId290" Type="http://schemas.openxmlformats.org/officeDocument/2006/relationships/customXml" Target="../ink/ink3017.xml"/><Relationship Id="rId304" Type="http://schemas.openxmlformats.org/officeDocument/2006/relationships/customXml" Target="../ink/ink3024.xml"/><Relationship Id="rId85" Type="http://schemas.openxmlformats.org/officeDocument/2006/relationships/image" Target="../media/image1863.png"/><Relationship Id="rId150" Type="http://schemas.openxmlformats.org/officeDocument/2006/relationships/customXml" Target="../ink/ink2947.xml"/><Relationship Id="rId192" Type="http://schemas.openxmlformats.org/officeDocument/2006/relationships/customXml" Target="../ink/ink2968.xml"/><Relationship Id="rId206" Type="http://schemas.openxmlformats.org/officeDocument/2006/relationships/customXml" Target="../ink/ink2975.xml"/><Relationship Id="rId248" Type="http://schemas.openxmlformats.org/officeDocument/2006/relationships/customXml" Target="../ink/ink2996.xml"/><Relationship Id="rId12" Type="http://schemas.openxmlformats.org/officeDocument/2006/relationships/customXml" Target="../ink/ink2878.xml"/><Relationship Id="rId108" Type="http://schemas.openxmlformats.org/officeDocument/2006/relationships/customXml" Target="../ink/ink2926.xml"/><Relationship Id="rId315" Type="http://schemas.openxmlformats.org/officeDocument/2006/relationships/image" Target="../media/image2076.png"/><Relationship Id="rId54" Type="http://schemas.openxmlformats.org/officeDocument/2006/relationships/customXml" Target="../ink/ink2899.xml"/><Relationship Id="rId96" Type="http://schemas.openxmlformats.org/officeDocument/2006/relationships/customXml" Target="../ink/ink2920.xml"/><Relationship Id="rId161" Type="http://schemas.openxmlformats.org/officeDocument/2006/relationships/image" Target="../media/image1901.png"/><Relationship Id="rId217" Type="http://schemas.openxmlformats.org/officeDocument/2006/relationships/image" Target="../media/image2027.png"/><Relationship Id="rId259" Type="http://schemas.openxmlformats.org/officeDocument/2006/relationships/image" Target="../media/image2048.png"/><Relationship Id="rId23" Type="http://schemas.openxmlformats.org/officeDocument/2006/relationships/image" Target="../media/image1832.png"/><Relationship Id="rId119" Type="http://schemas.openxmlformats.org/officeDocument/2006/relationships/image" Target="../media/image1880.png"/><Relationship Id="rId270" Type="http://schemas.openxmlformats.org/officeDocument/2006/relationships/customXml" Target="../ink/ink3007.xml"/><Relationship Id="rId65" Type="http://schemas.openxmlformats.org/officeDocument/2006/relationships/image" Target="../media/image1853.png"/><Relationship Id="rId130" Type="http://schemas.openxmlformats.org/officeDocument/2006/relationships/customXml" Target="../ink/ink2937.xml"/><Relationship Id="rId172" Type="http://schemas.openxmlformats.org/officeDocument/2006/relationships/customXml" Target="../ink/ink2958.xml"/><Relationship Id="rId228" Type="http://schemas.openxmlformats.org/officeDocument/2006/relationships/customXml" Target="../ink/ink2986.xml"/><Relationship Id="rId281" Type="http://schemas.openxmlformats.org/officeDocument/2006/relationships/image" Target="../media/image2059.png"/><Relationship Id="rId34" Type="http://schemas.openxmlformats.org/officeDocument/2006/relationships/customXml" Target="../ink/ink2889.xml"/><Relationship Id="rId55" Type="http://schemas.openxmlformats.org/officeDocument/2006/relationships/image" Target="../media/image1848.png"/><Relationship Id="rId76" Type="http://schemas.openxmlformats.org/officeDocument/2006/relationships/customXml" Target="../ink/ink2910.xml"/><Relationship Id="rId97" Type="http://schemas.openxmlformats.org/officeDocument/2006/relationships/image" Target="../media/image1869.png"/><Relationship Id="rId120" Type="http://schemas.openxmlformats.org/officeDocument/2006/relationships/customXml" Target="../ink/ink2932.xml"/><Relationship Id="rId141" Type="http://schemas.openxmlformats.org/officeDocument/2006/relationships/image" Target="../media/image1891.png"/><Relationship Id="rId7" Type="http://schemas.openxmlformats.org/officeDocument/2006/relationships/image" Target="../media/image1824.png"/><Relationship Id="rId162" Type="http://schemas.openxmlformats.org/officeDocument/2006/relationships/customXml" Target="../ink/ink2953.xml"/><Relationship Id="rId183" Type="http://schemas.openxmlformats.org/officeDocument/2006/relationships/image" Target="../media/image1912.png"/><Relationship Id="rId218" Type="http://schemas.openxmlformats.org/officeDocument/2006/relationships/customXml" Target="../ink/ink2981.xml"/><Relationship Id="rId239" Type="http://schemas.openxmlformats.org/officeDocument/2006/relationships/image" Target="../media/image2038.png"/><Relationship Id="rId250" Type="http://schemas.openxmlformats.org/officeDocument/2006/relationships/customXml" Target="../ink/ink2997.xml"/><Relationship Id="rId271" Type="http://schemas.openxmlformats.org/officeDocument/2006/relationships/image" Target="../media/image2054.png"/><Relationship Id="rId292" Type="http://schemas.openxmlformats.org/officeDocument/2006/relationships/customXml" Target="../ink/ink3018.xml"/><Relationship Id="rId306" Type="http://schemas.openxmlformats.org/officeDocument/2006/relationships/customXml" Target="../ink/ink3025.xml"/><Relationship Id="rId24" Type="http://schemas.openxmlformats.org/officeDocument/2006/relationships/customXml" Target="../ink/ink2884.xml"/><Relationship Id="rId45" Type="http://schemas.openxmlformats.org/officeDocument/2006/relationships/image" Target="../media/image1843.png"/><Relationship Id="rId66" Type="http://schemas.openxmlformats.org/officeDocument/2006/relationships/customXml" Target="../ink/ink2905.xml"/><Relationship Id="rId87" Type="http://schemas.openxmlformats.org/officeDocument/2006/relationships/image" Target="../media/image1864.png"/><Relationship Id="rId110" Type="http://schemas.openxmlformats.org/officeDocument/2006/relationships/customXml" Target="../ink/ink2927.xml"/><Relationship Id="rId131" Type="http://schemas.openxmlformats.org/officeDocument/2006/relationships/image" Target="../media/image1886.png"/><Relationship Id="rId152" Type="http://schemas.openxmlformats.org/officeDocument/2006/relationships/customXml" Target="../ink/ink2948.xml"/><Relationship Id="rId173" Type="http://schemas.openxmlformats.org/officeDocument/2006/relationships/image" Target="../media/image1907.png"/><Relationship Id="rId194" Type="http://schemas.openxmlformats.org/officeDocument/2006/relationships/customXml" Target="../ink/ink2969.xml"/><Relationship Id="rId208" Type="http://schemas.openxmlformats.org/officeDocument/2006/relationships/customXml" Target="../ink/ink2976.xml"/><Relationship Id="rId229" Type="http://schemas.openxmlformats.org/officeDocument/2006/relationships/image" Target="../media/image2033.png"/><Relationship Id="rId240" Type="http://schemas.openxmlformats.org/officeDocument/2006/relationships/customXml" Target="../ink/ink2992.xml"/><Relationship Id="rId261" Type="http://schemas.openxmlformats.org/officeDocument/2006/relationships/image" Target="../media/image2049.png"/><Relationship Id="rId14" Type="http://schemas.openxmlformats.org/officeDocument/2006/relationships/customXml" Target="../ink/ink2879.xml"/><Relationship Id="rId35" Type="http://schemas.openxmlformats.org/officeDocument/2006/relationships/image" Target="../media/image1838.png"/><Relationship Id="rId56" Type="http://schemas.openxmlformats.org/officeDocument/2006/relationships/customXml" Target="../ink/ink2900.xml"/><Relationship Id="rId77" Type="http://schemas.openxmlformats.org/officeDocument/2006/relationships/image" Target="../media/image1859.png"/><Relationship Id="rId100" Type="http://schemas.openxmlformats.org/officeDocument/2006/relationships/customXml" Target="../ink/ink2922.xml"/><Relationship Id="rId282" Type="http://schemas.openxmlformats.org/officeDocument/2006/relationships/customXml" Target="../ink/ink3013.xml"/><Relationship Id="rId317" Type="http://schemas.openxmlformats.org/officeDocument/2006/relationships/image" Target="../media/image2077.png"/><Relationship Id="rId8" Type="http://schemas.openxmlformats.org/officeDocument/2006/relationships/customXml" Target="../ink/ink2876.xml"/><Relationship Id="rId98" Type="http://schemas.openxmlformats.org/officeDocument/2006/relationships/customXml" Target="../ink/ink2921.xml"/><Relationship Id="rId121" Type="http://schemas.openxmlformats.org/officeDocument/2006/relationships/image" Target="../media/image1881.png"/><Relationship Id="rId142" Type="http://schemas.openxmlformats.org/officeDocument/2006/relationships/customXml" Target="../ink/ink2943.xml"/><Relationship Id="rId163" Type="http://schemas.openxmlformats.org/officeDocument/2006/relationships/image" Target="../media/image1902.png"/><Relationship Id="rId184" Type="http://schemas.openxmlformats.org/officeDocument/2006/relationships/customXml" Target="../ink/ink2964.xml"/><Relationship Id="rId219" Type="http://schemas.openxmlformats.org/officeDocument/2006/relationships/image" Target="../media/image2028.png"/><Relationship Id="rId230" Type="http://schemas.openxmlformats.org/officeDocument/2006/relationships/customXml" Target="../ink/ink2987.xml"/><Relationship Id="rId251" Type="http://schemas.openxmlformats.org/officeDocument/2006/relationships/image" Target="../media/image2044.png"/><Relationship Id="rId25" Type="http://schemas.openxmlformats.org/officeDocument/2006/relationships/image" Target="../media/image1833.png"/><Relationship Id="rId46" Type="http://schemas.openxmlformats.org/officeDocument/2006/relationships/customXml" Target="../ink/ink2895.xml"/><Relationship Id="rId67" Type="http://schemas.openxmlformats.org/officeDocument/2006/relationships/image" Target="../media/image1854.png"/><Relationship Id="rId272" Type="http://schemas.openxmlformats.org/officeDocument/2006/relationships/customXml" Target="../ink/ink3008.xml"/><Relationship Id="rId293" Type="http://schemas.openxmlformats.org/officeDocument/2006/relationships/image" Target="../media/image2065.png"/><Relationship Id="rId307" Type="http://schemas.openxmlformats.org/officeDocument/2006/relationships/image" Target="../media/image2072.png"/><Relationship Id="rId88" Type="http://schemas.openxmlformats.org/officeDocument/2006/relationships/customXml" Target="../ink/ink2916.xml"/><Relationship Id="rId111" Type="http://schemas.openxmlformats.org/officeDocument/2006/relationships/image" Target="../media/image1876.png"/><Relationship Id="rId132" Type="http://schemas.openxmlformats.org/officeDocument/2006/relationships/customXml" Target="../ink/ink2938.xml"/><Relationship Id="rId153" Type="http://schemas.openxmlformats.org/officeDocument/2006/relationships/image" Target="../media/image1897.png"/><Relationship Id="rId174" Type="http://schemas.openxmlformats.org/officeDocument/2006/relationships/customXml" Target="../ink/ink2959.xml"/><Relationship Id="rId195" Type="http://schemas.openxmlformats.org/officeDocument/2006/relationships/image" Target="../media/image2016.png"/><Relationship Id="rId209" Type="http://schemas.openxmlformats.org/officeDocument/2006/relationships/image" Target="../media/image2023.png"/><Relationship Id="rId220" Type="http://schemas.openxmlformats.org/officeDocument/2006/relationships/customXml" Target="../ink/ink2982.xml"/><Relationship Id="rId241" Type="http://schemas.openxmlformats.org/officeDocument/2006/relationships/image" Target="../media/image2039.png"/><Relationship Id="rId15" Type="http://schemas.openxmlformats.org/officeDocument/2006/relationships/image" Target="../media/image1828.png"/><Relationship Id="rId36" Type="http://schemas.openxmlformats.org/officeDocument/2006/relationships/customXml" Target="../ink/ink2890.xml"/><Relationship Id="rId57" Type="http://schemas.openxmlformats.org/officeDocument/2006/relationships/image" Target="../media/image1849.png"/><Relationship Id="rId262" Type="http://schemas.openxmlformats.org/officeDocument/2006/relationships/customXml" Target="../ink/ink3003.xml"/><Relationship Id="rId283" Type="http://schemas.openxmlformats.org/officeDocument/2006/relationships/image" Target="../media/image2060.png"/><Relationship Id="rId318" Type="http://schemas.openxmlformats.org/officeDocument/2006/relationships/customXml" Target="../ink/ink3031.xml"/><Relationship Id="rId78" Type="http://schemas.openxmlformats.org/officeDocument/2006/relationships/customXml" Target="../ink/ink2911.xml"/><Relationship Id="rId99" Type="http://schemas.openxmlformats.org/officeDocument/2006/relationships/image" Target="../media/image1870.png"/><Relationship Id="rId101" Type="http://schemas.openxmlformats.org/officeDocument/2006/relationships/image" Target="../media/image1871.png"/><Relationship Id="rId122" Type="http://schemas.openxmlformats.org/officeDocument/2006/relationships/customXml" Target="../ink/ink2933.xml"/><Relationship Id="rId143" Type="http://schemas.openxmlformats.org/officeDocument/2006/relationships/image" Target="../media/image1892.png"/><Relationship Id="rId164" Type="http://schemas.openxmlformats.org/officeDocument/2006/relationships/customXml" Target="../ink/ink2954.xml"/><Relationship Id="rId185" Type="http://schemas.openxmlformats.org/officeDocument/2006/relationships/image" Target="../media/image1913.png"/><Relationship Id="rId9" Type="http://schemas.openxmlformats.org/officeDocument/2006/relationships/image" Target="../media/image1825.png"/><Relationship Id="rId210" Type="http://schemas.openxmlformats.org/officeDocument/2006/relationships/customXml" Target="../ink/ink2977.xml"/><Relationship Id="rId26" Type="http://schemas.openxmlformats.org/officeDocument/2006/relationships/customXml" Target="../ink/ink2885.xml"/><Relationship Id="rId231" Type="http://schemas.openxmlformats.org/officeDocument/2006/relationships/image" Target="../media/image2034.png"/><Relationship Id="rId252" Type="http://schemas.openxmlformats.org/officeDocument/2006/relationships/customXml" Target="../ink/ink2998.xml"/><Relationship Id="rId273" Type="http://schemas.openxmlformats.org/officeDocument/2006/relationships/image" Target="../media/image2055.png"/><Relationship Id="rId294" Type="http://schemas.openxmlformats.org/officeDocument/2006/relationships/customXml" Target="../ink/ink3019.xml"/><Relationship Id="rId308" Type="http://schemas.openxmlformats.org/officeDocument/2006/relationships/customXml" Target="../ink/ink3026.xml"/><Relationship Id="rId47" Type="http://schemas.openxmlformats.org/officeDocument/2006/relationships/image" Target="../media/image1844.png"/><Relationship Id="rId68" Type="http://schemas.openxmlformats.org/officeDocument/2006/relationships/customXml" Target="../ink/ink2906.xml"/><Relationship Id="rId89" Type="http://schemas.openxmlformats.org/officeDocument/2006/relationships/image" Target="../media/image1865.png"/><Relationship Id="rId112" Type="http://schemas.openxmlformats.org/officeDocument/2006/relationships/customXml" Target="../ink/ink2928.xml"/><Relationship Id="rId133" Type="http://schemas.openxmlformats.org/officeDocument/2006/relationships/image" Target="../media/image1887.png"/><Relationship Id="rId154" Type="http://schemas.openxmlformats.org/officeDocument/2006/relationships/customXml" Target="../ink/ink2949.xml"/><Relationship Id="rId175" Type="http://schemas.openxmlformats.org/officeDocument/2006/relationships/image" Target="../media/image1908.png"/><Relationship Id="rId196" Type="http://schemas.openxmlformats.org/officeDocument/2006/relationships/customXml" Target="../ink/ink2970.xml"/><Relationship Id="rId200" Type="http://schemas.openxmlformats.org/officeDocument/2006/relationships/customXml" Target="../ink/ink2972.xml"/><Relationship Id="rId16" Type="http://schemas.openxmlformats.org/officeDocument/2006/relationships/customXml" Target="../ink/ink2880.xml"/><Relationship Id="rId221" Type="http://schemas.openxmlformats.org/officeDocument/2006/relationships/image" Target="../media/image2029.png"/><Relationship Id="rId242" Type="http://schemas.openxmlformats.org/officeDocument/2006/relationships/customXml" Target="../ink/ink2993.xml"/><Relationship Id="rId263" Type="http://schemas.openxmlformats.org/officeDocument/2006/relationships/image" Target="../media/image2050.png"/><Relationship Id="rId284" Type="http://schemas.openxmlformats.org/officeDocument/2006/relationships/customXml" Target="../ink/ink3014.xml"/><Relationship Id="rId319" Type="http://schemas.openxmlformats.org/officeDocument/2006/relationships/image" Target="../media/image2078.png"/><Relationship Id="rId37" Type="http://schemas.openxmlformats.org/officeDocument/2006/relationships/image" Target="../media/image1839.png"/><Relationship Id="rId58" Type="http://schemas.openxmlformats.org/officeDocument/2006/relationships/customXml" Target="../ink/ink2901.xml"/><Relationship Id="rId79" Type="http://schemas.openxmlformats.org/officeDocument/2006/relationships/image" Target="../media/image1860.png"/><Relationship Id="rId102" Type="http://schemas.openxmlformats.org/officeDocument/2006/relationships/customXml" Target="../ink/ink2923.xml"/><Relationship Id="rId123" Type="http://schemas.openxmlformats.org/officeDocument/2006/relationships/image" Target="../media/image1882.png"/><Relationship Id="rId144" Type="http://schemas.openxmlformats.org/officeDocument/2006/relationships/customXml" Target="../ink/ink2944.xml"/><Relationship Id="rId90" Type="http://schemas.openxmlformats.org/officeDocument/2006/relationships/customXml" Target="../ink/ink2917.xml"/><Relationship Id="rId165" Type="http://schemas.openxmlformats.org/officeDocument/2006/relationships/image" Target="../media/image1903.png"/><Relationship Id="rId186" Type="http://schemas.openxmlformats.org/officeDocument/2006/relationships/customXml" Target="../ink/ink2965.xml"/><Relationship Id="rId211" Type="http://schemas.openxmlformats.org/officeDocument/2006/relationships/image" Target="../media/image2024.png"/><Relationship Id="rId232" Type="http://schemas.openxmlformats.org/officeDocument/2006/relationships/customXml" Target="../ink/ink2988.xml"/><Relationship Id="rId253" Type="http://schemas.openxmlformats.org/officeDocument/2006/relationships/image" Target="../media/image2045.png"/><Relationship Id="rId274" Type="http://schemas.openxmlformats.org/officeDocument/2006/relationships/customXml" Target="../ink/ink3009.xml"/><Relationship Id="rId295" Type="http://schemas.openxmlformats.org/officeDocument/2006/relationships/image" Target="../media/image2066.png"/><Relationship Id="rId309" Type="http://schemas.openxmlformats.org/officeDocument/2006/relationships/image" Target="../media/image2073.png"/><Relationship Id="rId27" Type="http://schemas.openxmlformats.org/officeDocument/2006/relationships/image" Target="../media/image1834.png"/><Relationship Id="rId48" Type="http://schemas.openxmlformats.org/officeDocument/2006/relationships/customXml" Target="../ink/ink2896.xml"/><Relationship Id="rId69" Type="http://schemas.openxmlformats.org/officeDocument/2006/relationships/image" Target="../media/image1855.png"/><Relationship Id="rId113" Type="http://schemas.openxmlformats.org/officeDocument/2006/relationships/image" Target="../media/image1877.png"/><Relationship Id="rId134" Type="http://schemas.openxmlformats.org/officeDocument/2006/relationships/customXml" Target="../ink/ink2939.xml"/><Relationship Id="rId320" Type="http://schemas.openxmlformats.org/officeDocument/2006/relationships/customXml" Target="../ink/ink3032.xml"/><Relationship Id="rId80" Type="http://schemas.openxmlformats.org/officeDocument/2006/relationships/customXml" Target="../ink/ink2912.xml"/><Relationship Id="rId155" Type="http://schemas.openxmlformats.org/officeDocument/2006/relationships/image" Target="../media/image1898.png"/><Relationship Id="rId176" Type="http://schemas.openxmlformats.org/officeDocument/2006/relationships/customXml" Target="../ink/ink2960.xml"/><Relationship Id="rId197" Type="http://schemas.openxmlformats.org/officeDocument/2006/relationships/image" Target="../media/image2017.png"/><Relationship Id="rId201" Type="http://schemas.openxmlformats.org/officeDocument/2006/relationships/image" Target="../media/image2019.png"/><Relationship Id="rId222" Type="http://schemas.openxmlformats.org/officeDocument/2006/relationships/customXml" Target="../ink/ink2983.xml"/><Relationship Id="rId243" Type="http://schemas.openxmlformats.org/officeDocument/2006/relationships/image" Target="../media/image2040.png"/><Relationship Id="rId264" Type="http://schemas.openxmlformats.org/officeDocument/2006/relationships/customXml" Target="../ink/ink3004.xml"/><Relationship Id="rId285" Type="http://schemas.openxmlformats.org/officeDocument/2006/relationships/image" Target="../media/image2061.png"/><Relationship Id="rId17" Type="http://schemas.openxmlformats.org/officeDocument/2006/relationships/image" Target="../media/image1829.png"/><Relationship Id="rId38" Type="http://schemas.openxmlformats.org/officeDocument/2006/relationships/customXml" Target="../ink/ink2891.xml"/><Relationship Id="rId59" Type="http://schemas.openxmlformats.org/officeDocument/2006/relationships/image" Target="../media/image1850.png"/><Relationship Id="rId103" Type="http://schemas.openxmlformats.org/officeDocument/2006/relationships/image" Target="../media/image1872.png"/><Relationship Id="rId124" Type="http://schemas.openxmlformats.org/officeDocument/2006/relationships/customXml" Target="../ink/ink2934.xml"/><Relationship Id="rId310" Type="http://schemas.openxmlformats.org/officeDocument/2006/relationships/customXml" Target="../ink/ink3027.xml"/><Relationship Id="rId70" Type="http://schemas.openxmlformats.org/officeDocument/2006/relationships/customXml" Target="../ink/ink2907.xml"/><Relationship Id="rId91" Type="http://schemas.openxmlformats.org/officeDocument/2006/relationships/image" Target="../media/image1866.png"/><Relationship Id="rId145" Type="http://schemas.openxmlformats.org/officeDocument/2006/relationships/image" Target="../media/image1893.png"/><Relationship Id="rId166" Type="http://schemas.openxmlformats.org/officeDocument/2006/relationships/customXml" Target="../ink/ink2955.xml"/><Relationship Id="rId187" Type="http://schemas.openxmlformats.org/officeDocument/2006/relationships/image" Target="../media/image2012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2978.xml"/><Relationship Id="rId233" Type="http://schemas.openxmlformats.org/officeDocument/2006/relationships/image" Target="../media/image2035.png"/><Relationship Id="rId254" Type="http://schemas.openxmlformats.org/officeDocument/2006/relationships/customXml" Target="../ink/ink2999.xml"/><Relationship Id="rId28" Type="http://schemas.openxmlformats.org/officeDocument/2006/relationships/customXml" Target="../ink/ink2886.xml"/><Relationship Id="rId49" Type="http://schemas.openxmlformats.org/officeDocument/2006/relationships/image" Target="../media/image1845.png"/><Relationship Id="rId114" Type="http://schemas.openxmlformats.org/officeDocument/2006/relationships/customXml" Target="../ink/ink2929.xml"/><Relationship Id="rId275" Type="http://schemas.openxmlformats.org/officeDocument/2006/relationships/image" Target="../media/image2056.png"/><Relationship Id="rId296" Type="http://schemas.openxmlformats.org/officeDocument/2006/relationships/customXml" Target="../ink/ink3020.xml"/><Relationship Id="rId300" Type="http://schemas.openxmlformats.org/officeDocument/2006/relationships/customXml" Target="../ink/ink3022.xml"/><Relationship Id="rId60" Type="http://schemas.openxmlformats.org/officeDocument/2006/relationships/customXml" Target="../ink/ink2902.xml"/><Relationship Id="rId81" Type="http://schemas.openxmlformats.org/officeDocument/2006/relationships/image" Target="../media/image1861.png"/><Relationship Id="rId135" Type="http://schemas.openxmlformats.org/officeDocument/2006/relationships/image" Target="../media/image1888.png"/><Relationship Id="rId156" Type="http://schemas.openxmlformats.org/officeDocument/2006/relationships/customXml" Target="../ink/ink2950.xml"/><Relationship Id="rId177" Type="http://schemas.openxmlformats.org/officeDocument/2006/relationships/image" Target="../media/image1909.png"/><Relationship Id="rId198" Type="http://schemas.openxmlformats.org/officeDocument/2006/relationships/customXml" Target="../ink/ink2971.xml"/><Relationship Id="rId321" Type="http://schemas.openxmlformats.org/officeDocument/2006/relationships/image" Target="../media/image2079.png"/><Relationship Id="rId202" Type="http://schemas.openxmlformats.org/officeDocument/2006/relationships/customXml" Target="../ink/ink2973.xml"/><Relationship Id="rId223" Type="http://schemas.openxmlformats.org/officeDocument/2006/relationships/image" Target="../media/image2030.png"/><Relationship Id="rId244" Type="http://schemas.openxmlformats.org/officeDocument/2006/relationships/customXml" Target="../ink/ink2994.xml"/><Relationship Id="rId18" Type="http://schemas.openxmlformats.org/officeDocument/2006/relationships/customXml" Target="../ink/ink2881.xml"/><Relationship Id="rId39" Type="http://schemas.openxmlformats.org/officeDocument/2006/relationships/image" Target="../media/image1840.png"/><Relationship Id="rId265" Type="http://schemas.openxmlformats.org/officeDocument/2006/relationships/image" Target="../media/image2051.png"/><Relationship Id="rId286" Type="http://schemas.openxmlformats.org/officeDocument/2006/relationships/customXml" Target="../ink/ink3015.xml"/><Relationship Id="rId50" Type="http://schemas.openxmlformats.org/officeDocument/2006/relationships/customXml" Target="../ink/ink2897.xml"/><Relationship Id="rId104" Type="http://schemas.openxmlformats.org/officeDocument/2006/relationships/customXml" Target="../ink/ink2924.xml"/><Relationship Id="rId125" Type="http://schemas.openxmlformats.org/officeDocument/2006/relationships/image" Target="../media/image1883.png"/><Relationship Id="rId146" Type="http://schemas.openxmlformats.org/officeDocument/2006/relationships/customXml" Target="../ink/ink2945.xml"/><Relationship Id="rId167" Type="http://schemas.openxmlformats.org/officeDocument/2006/relationships/image" Target="../media/image1904.png"/><Relationship Id="rId188" Type="http://schemas.openxmlformats.org/officeDocument/2006/relationships/customXml" Target="../ink/ink2966.xml"/><Relationship Id="rId311" Type="http://schemas.openxmlformats.org/officeDocument/2006/relationships/image" Target="../media/image2074.png"/><Relationship Id="rId71" Type="http://schemas.openxmlformats.org/officeDocument/2006/relationships/image" Target="../media/image1856.png"/><Relationship Id="rId92" Type="http://schemas.openxmlformats.org/officeDocument/2006/relationships/customXml" Target="../ink/ink2918.xml"/><Relationship Id="rId213" Type="http://schemas.openxmlformats.org/officeDocument/2006/relationships/image" Target="../media/image2025.png"/><Relationship Id="rId234" Type="http://schemas.openxmlformats.org/officeDocument/2006/relationships/customXml" Target="../ink/ink2989.xml"/><Relationship Id="rId2" Type="http://schemas.openxmlformats.org/officeDocument/2006/relationships/image" Target="../media/image1663.png"/><Relationship Id="rId29" Type="http://schemas.openxmlformats.org/officeDocument/2006/relationships/image" Target="../media/image1835.png"/><Relationship Id="rId255" Type="http://schemas.openxmlformats.org/officeDocument/2006/relationships/image" Target="../media/image2046.png"/><Relationship Id="rId276" Type="http://schemas.openxmlformats.org/officeDocument/2006/relationships/customXml" Target="../ink/ink3010.xml"/><Relationship Id="rId297" Type="http://schemas.openxmlformats.org/officeDocument/2006/relationships/image" Target="../media/image2067.png"/><Relationship Id="rId40" Type="http://schemas.openxmlformats.org/officeDocument/2006/relationships/customXml" Target="../ink/ink2892.xml"/><Relationship Id="rId115" Type="http://schemas.openxmlformats.org/officeDocument/2006/relationships/image" Target="../media/image1878.png"/><Relationship Id="rId136" Type="http://schemas.openxmlformats.org/officeDocument/2006/relationships/customXml" Target="../ink/ink2940.xml"/><Relationship Id="rId157" Type="http://schemas.openxmlformats.org/officeDocument/2006/relationships/image" Target="../media/image1899.png"/><Relationship Id="rId178" Type="http://schemas.openxmlformats.org/officeDocument/2006/relationships/customXml" Target="../ink/ink2961.xml"/><Relationship Id="rId301" Type="http://schemas.openxmlformats.org/officeDocument/2006/relationships/image" Target="../media/image2069.png"/><Relationship Id="rId61" Type="http://schemas.openxmlformats.org/officeDocument/2006/relationships/image" Target="../media/image1851.png"/><Relationship Id="rId82" Type="http://schemas.openxmlformats.org/officeDocument/2006/relationships/customXml" Target="../ink/ink2913.xml"/><Relationship Id="rId199" Type="http://schemas.openxmlformats.org/officeDocument/2006/relationships/image" Target="../media/image2018.png"/><Relationship Id="rId203" Type="http://schemas.openxmlformats.org/officeDocument/2006/relationships/image" Target="../media/image2020.png"/><Relationship Id="rId19" Type="http://schemas.openxmlformats.org/officeDocument/2006/relationships/image" Target="../media/image1830.png"/><Relationship Id="rId224" Type="http://schemas.openxmlformats.org/officeDocument/2006/relationships/customXml" Target="../ink/ink2984.xml"/><Relationship Id="rId245" Type="http://schemas.openxmlformats.org/officeDocument/2006/relationships/image" Target="../media/image2041.png"/><Relationship Id="rId266" Type="http://schemas.openxmlformats.org/officeDocument/2006/relationships/customXml" Target="../ink/ink3005.xml"/><Relationship Id="rId287" Type="http://schemas.openxmlformats.org/officeDocument/2006/relationships/image" Target="../media/image2062.png"/><Relationship Id="rId30" Type="http://schemas.openxmlformats.org/officeDocument/2006/relationships/customXml" Target="../ink/ink2887.xml"/><Relationship Id="rId105" Type="http://schemas.openxmlformats.org/officeDocument/2006/relationships/image" Target="../media/image1873.png"/><Relationship Id="rId126" Type="http://schemas.openxmlformats.org/officeDocument/2006/relationships/customXml" Target="../ink/ink2935.xml"/><Relationship Id="rId147" Type="http://schemas.openxmlformats.org/officeDocument/2006/relationships/image" Target="../media/image1894.png"/><Relationship Id="rId168" Type="http://schemas.openxmlformats.org/officeDocument/2006/relationships/customXml" Target="../ink/ink2956.xml"/><Relationship Id="rId312" Type="http://schemas.openxmlformats.org/officeDocument/2006/relationships/customXml" Target="../ink/ink3028.xml"/><Relationship Id="rId51" Type="http://schemas.openxmlformats.org/officeDocument/2006/relationships/image" Target="../media/image1846.png"/><Relationship Id="rId72" Type="http://schemas.openxmlformats.org/officeDocument/2006/relationships/customXml" Target="../ink/ink2908.xml"/><Relationship Id="rId93" Type="http://schemas.openxmlformats.org/officeDocument/2006/relationships/image" Target="../media/image1867.png"/><Relationship Id="rId189" Type="http://schemas.openxmlformats.org/officeDocument/2006/relationships/image" Target="../media/image2013.png"/><Relationship Id="rId3" Type="http://schemas.openxmlformats.org/officeDocument/2006/relationships/image" Target="../media/image1664.png"/><Relationship Id="rId214" Type="http://schemas.openxmlformats.org/officeDocument/2006/relationships/customXml" Target="../ink/ink2979.xml"/><Relationship Id="rId235" Type="http://schemas.openxmlformats.org/officeDocument/2006/relationships/image" Target="../media/image2036.png"/><Relationship Id="rId256" Type="http://schemas.openxmlformats.org/officeDocument/2006/relationships/customXml" Target="../ink/ink3000.xml"/><Relationship Id="rId277" Type="http://schemas.openxmlformats.org/officeDocument/2006/relationships/image" Target="../media/image2057.png"/><Relationship Id="rId298" Type="http://schemas.openxmlformats.org/officeDocument/2006/relationships/customXml" Target="../ink/ink3021.xml"/><Relationship Id="rId116" Type="http://schemas.openxmlformats.org/officeDocument/2006/relationships/customXml" Target="../ink/ink2930.xml"/><Relationship Id="rId137" Type="http://schemas.openxmlformats.org/officeDocument/2006/relationships/image" Target="../media/image1889.png"/><Relationship Id="rId158" Type="http://schemas.openxmlformats.org/officeDocument/2006/relationships/customXml" Target="../ink/ink2951.xml"/><Relationship Id="rId302" Type="http://schemas.openxmlformats.org/officeDocument/2006/relationships/customXml" Target="../ink/ink3023.xml"/><Relationship Id="rId20" Type="http://schemas.openxmlformats.org/officeDocument/2006/relationships/customXml" Target="../ink/ink2882.xml"/><Relationship Id="rId41" Type="http://schemas.openxmlformats.org/officeDocument/2006/relationships/image" Target="../media/image1841.png"/><Relationship Id="rId62" Type="http://schemas.openxmlformats.org/officeDocument/2006/relationships/customXml" Target="../ink/ink2903.xml"/><Relationship Id="rId83" Type="http://schemas.openxmlformats.org/officeDocument/2006/relationships/image" Target="../media/image1862.png"/><Relationship Id="rId179" Type="http://schemas.openxmlformats.org/officeDocument/2006/relationships/image" Target="../media/image1910.png"/><Relationship Id="rId190" Type="http://schemas.openxmlformats.org/officeDocument/2006/relationships/customXml" Target="../ink/ink2967.xml"/><Relationship Id="rId204" Type="http://schemas.openxmlformats.org/officeDocument/2006/relationships/customXml" Target="../ink/ink2974.xml"/><Relationship Id="rId225" Type="http://schemas.openxmlformats.org/officeDocument/2006/relationships/image" Target="../media/image2031.png"/><Relationship Id="rId246" Type="http://schemas.openxmlformats.org/officeDocument/2006/relationships/customXml" Target="../ink/ink2995.xml"/><Relationship Id="rId267" Type="http://schemas.openxmlformats.org/officeDocument/2006/relationships/image" Target="../media/image2052.png"/><Relationship Id="rId288" Type="http://schemas.openxmlformats.org/officeDocument/2006/relationships/customXml" Target="../ink/ink3016.xml"/><Relationship Id="rId106" Type="http://schemas.openxmlformats.org/officeDocument/2006/relationships/customXml" Target="../ink/ink2925.xml"/><Relationship Id="rId127" Type="http://schemas.openxmlformats.org/officeDocument/2006/relationships/image" Target="../media/image1884.png"/><Relationship Id="rId313" Type="http://schemas.openxmlformats.org/officeDocument/2006/relationships/image" Target="../media/image2075.png"/><Relationship Id="rId10" Type="http://schemas.openxmlformats.org/officeDocument/2006/relationships/customXml" Target="../ink/ink2877.xml"/><Relationship Id="rId31" Type="http://schemas.openxmlformats.org/officeDocument/2006/relationships/image" Target="../media/image1836.png"/><Relationship Id="rId52" Type="http://schemas.openxmlformats.org/officeDocument/2006/relationships/customXml" Target="../ink/ink2898.xml"/><Relationship Id="rId73" Type="http://schemas.openxmlformats.org/officeDocument/2006/relationships/image" Target="../media/image1857.png"/><Relationship Id="rId94" Type="http://schemas.openxmlformats.org/officeDocument/2006/relationships/customXml" Target="../ink/ink2919.xml"/><Relationship Id="rId148" Type="http://schemas.openxmlformats.org/officeDocument/2006/relationships/customXml" Target="../ink/ink2946.xml"/><Relationship Id="rId169" Type="http://schemas.openxmlformats.org/officeDocument/2006/relationships/image" Target="../media/image1905.png"/><Relationship Id="rId4" Type="http://schemas.openxmlformats.org/officeDocument/2006/relationships/customXml" Target="../ink/ink2874.xml"/><Relationship Id="rId180" Type="http://schemas.openxmlformats.org/officeDocument/2006/relationships/customXml" Target="../ink/ink2962.xml"/><Relationship Id="rId215" Type="http://schemas.openxmlformats.org/officeDocument/2006/relationships/image" Target="../media/image2026.png"/><Relationship Id="rId236" Type="http://schemas.openxmlformats.org/officeDocument/2006/relationships/customXml" Target="../ink/ink2990.xml"/><Relationship Id="rId257" Type="http://schemas.openxmlformats.org/officeDocument/2006/relationships/image" Target="../media/image2047.png"/><Relationship Id="rId278" Type="http://schemas.openxmlformats.org/officeDocument/2006/relationships/customXml" Target="../ink/ink3011.xml"/><Relationship Id="rId303" Type="http://schemas.openxmlformats.org/officeDocument/2006/relationships/image" Target="../media/image2070.png"/><Relationship Id="rId42" Type="http://schemas.openxmlformats.org/officeDocument/2006/relationships/customXml" Target="../ink/ink2893.xml"/><Relationship Id="rId84" Type="http://schemas.openxmlformats.org/officeDocument/2006/relationships/customXml" Target="../ink/ink2914.xml"/><Relationship Id="rId138" Type="http://schemas.openxmlformats.org/officeDocument/2006/relationships/customXml" Target="../ink/ink2941.xml"/><Relationship Id="rId191" Type="http://schemas.openxmlformats.org/officeDocument/2006/relationships/image" Target="../media/image2014.png"/><Relationship Id="rId205" Type="http://schemas.openxmlformats.org/officeDocument/2006/relationships/image" Target="../media/image2021.png"/><Relationship Id="rId247" Type="http://schemas.openxmlformats.org/officeDocument/2006/relationships/image" Target="../media/image2042.png"/><Relationship Id="rId107" Type="http://schemas.openxmlformats.org/officeDocument/2006/relationships/image" Target="../media/image1874.png"/><Relationship Id="rId289" Type="http://schemas.openxmlformats.org/officeDocument/2006/relationships/image" Target="../media/image2063.png"/><Relationship Id="rId11" Type="http://schemas.openxmlformats.org/officeDocument/2006/relationships/image" Target="../media/image1826.png"/><Relationship Id="rId53" Type="http://schemas.openxmlformats.org/officeDocument/2006/relationships/image" Target="../media/image1847.png"/><Relationship Id="rId149" Type="http://schemas.openxmlformats.org/officeDocument/2006/relationships/image" Target="../media/image1895.png"/><Relationship Id="rId314" Type="http://schemas.openxmlformats.org/officeDocument/2006/relationships/customXml" Target="../ink/ink3029.xml"/><Relationship Id="rId95" Type="http://schemas.openxmlformats.org/officeDocument/2006/relationships/image" Target="../media/image1868.png"/><Relationship Id="rId160" Type="http://schemas.openxmlformats.org/officeDocument/2006/relationships/customXml" Target="../ink/ink2952.xml"/><Relationship Id="rId216" Type="http://schemas.openxmlformats.org/officeDocument/2006/relationships/customXml" Target="../ink/ink2980.xml"/><Relationship Id="rId258" Type="http://schemas.openxmlformats.org/officeDocument/2006/relationships/customXml" Target="../ink/ink3001.xml"/><Relationship Id="rId22" Type="http://schemas.openxmlformats.org/officeDocument/2006/relationships/customXml" Target="../ink/ink2883.xml"/><Relationship Id="rId64" Type="http://schemas.openxmlformats.org/officeDocument/2006/relationships/customXml" Target="../ink/ink2904.xml"/><Relationship Id="rId118" Type="http://schemas.openxmlformats.org/officeDocument/2006/relationships/customXml" Target="../ink/ink2931.xml"/><Relationship Id="rId171" Type="http://schemas.openxmlformats.org/officeDocument/2006/relationships/image" Target="../media/image1906.png"/><Relationship Id="rId227" Type="http://schemas.openxmlformats.org/officeDocument/2006/relationships/image" Target="../media/image2032.png"/><Relationship Id="rId269" Type="http://schemas.openxmlformats.org/officeDocument/2006/relationships/image" Target="../media/image2053.png"/><Relationship Id="rId33" Type="http://schemas.openxmlformats.org/officeDocument/2006/relationships/image" Target="../media/image1837.png"/><Relationship Id="rId129" Type="http://schemas.openxmlformats.org/officeDocument/2006/relationships/image" Target="../media/image1885.png"/><Relationship Id="rId280" Type="http://schemas.openxmlformats.org/officeDocument/2006/relationships/customXml" Target="../ink/ink3012.xml"/><Relationship Id="rId75" Type="http://schemas.openxmlformats.org/officeDocument/2006/relationships/image" Target="../media/image1858.png"/><Relationship Id="rId140" Type="http://schemas.openxmlformats.org/officeDocument/2006/relationships/customXml" Target="../ink/ink2942.xml"/><Relationship Id="rId182" Type="http://schemas.openxmlformats.org/officeDocument/2006/relationships/customXml" Target="../ink/ink2963.xml"/><Relationship Id="rId6" Type="http://schemas.openxmlformats.org/officeDocument/2006/relationships/customXml" Target="../ink/ink2875.xml"/><Relationship Id="rId238" Type="http://schemas.openxmlformats.org/officeDocument/2006/relationships/customXml" Target="../ink/ink2991.xml"/><Relationship Id="rId291" Type="http://schemas.openxmlformats.org/officeDocument/2006/relationships/image" Target="../media/image2064.png"/><Relationship Id="rId305" Type="http://schemas.openxmlformats.org/officeDocument/2006/relationships/image" Target="../media/image2071.png"/><Relationship Id="rId44" Type="http://schemas.openxmlformats.org/officeDocument/2006/relationships/customXml" Target="../ink/ink2894.xml"/><Relationship Id="rId86" Type="http://schemas.openxmlformats.org/officeDocument/2006/relationships/customXml" Target="../ink/ink2915.xml"/><Relationship Id="rId151" Type="http://schemas.openxmlformats.org/officeDocument/2006/relationships/image" Target="../media/image1896.png"/><Relationship Id="rId193" Type="http://schemas.openxmlformats.org/officeDocument/2006/relationships/image" Target="../media/image2015.png"/><Relationship Id="rId207" Type="http://schemas.openxmlformats.org/officeDocument/2006/relationships/image" Target="../media/image2022.png"/><Relationship Id="rId249" Type="http://schemas.openxmlformats.org/officeDocument/2006/relationships/image" Target="../media/image2043.png"/><Relationship Id="rId13" Type="http://schemas.openxmlformats.org/officeDocument/2006/relationships/image" Target="../media/image1827.png"/><Relationship Id="rId109" Type="http://schemas.openxmlformats.org/officeDocument/2006/relationships/image" Target="../media/image1875.png"/><Relationship Id="rId260" Type="http://schemas.openxmlformats.org/officeDocument/2006/relationships/customXml" Target="../ink/ink3002.xml"/><Relationship Id="rId316" Type="http://schemas.openxmlformats.org/officeDocument/2006/relationships/customXml" Target="../ink/ink3030.xml"/></Relationships>
</file>

<file path=ppt/slides/_rels/slide3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138.png"/><Relationship Id="rId21" Type="http://schemas.openxmlformats.org/officeDocument/2006/relationships/image" Target="../media/image2090.png"/><Relationship Id="rId63" Type="http://schemas.openxmlformats.org/officeDocument/2006/relationships/image" Target="../media/image2111.png"/><Relationship Id="rId159" Type="http://schemas.openxmlformats.org/officeDocument/2006/relationships/image" Target="../media/image2159.png"/><Relationship Id="rId170" Type="http://schemas.openxmlformats.org/officeDocument/2006/relationships/customXml" Target="../ink/ink3116.xml"/><Relationship Id="rId226" Type="http://schemas.openxmlformats.org/officeDocument/2006/relationships/customXml" Target="../ink/ink3144.xml"/><Relationship Id="rId268" Type="http://schemas.openxmlformats.org/officeDocument/2006/relationships/customXml" Target="../ink/ink3165.xml"/><Relationship Id="rId32" Type="http://schemas.openxmlformats.org/officeDocument/2006/relationships/customXml" Target="../ink/ink3047.xml"/><Relationship Id="rId74" Type="http://schemas.openxmlformats.org/officeDocument/2006/relationships/customXml" Target="../ink/ink3068.xml"/><Relationship Id="rId128" Type="http://schemas.openxmlformats.org/officeDocument/2006/relationships/customXml" Target="../ink/ink3095.xml"/><Relationship Id="rId5" Type="http://schemas.openxmlformats.org/officeDocument/2006/relationships/image" Target="../media/image2082.png"/><Relationship Id="rId181" Type="http://schemas.openxmlformats.org/officeDocument/2006/relationships/image" Target="../media/image2170.png"/><Relationship Id="rId237" Type="http://schemas.openxmlformats.org/officeDocument/2006/relationships/image" Target="../media/image2198.png"/><Relationship Id="rId279" Type="http://schemas.openxmlformats.org/officeDocument/2006/relationships/image" Target="../media/image2219.png"/><Relationship Id="rId43" Type="http://schemas.openxmlformats.org/officeDocument/2006/relationships/image" Target="../media/image2101.png"/><Relationship Id="rId139" Type="http://schemas.openxmlformats.org/officeDocument/2006/relationships/image" Target="../media/image2149.png"/><Relationship Id="rId290" Type="http://schemas.openxmlformats.org/officeDocument/2006/relationships/customXml" Target="../ink/ink3176.xml"/><Relationship Id="rId85" Type="http://schemas.openxmlformats.org/officeDocument/2006/relationships/image" Target="../media/image2122.png"/><Relationship Id="rId150" Type="http://schemas.openxmlformats.org/officeDocument/2006/relationships/customXml" Target="../ink/ink3106.xml"/><Relationship Id="rId192" Type="http://schemas.openxmlformats.org/officeDocument/2006/relationships/customXml" Target="../ink/ink3127.xml"/><Relationship Id="rId206" Type="http://schemas.openxmlformats.org/officeDocument/2006/relationships/customXml" Target="../ink/ink3134.xml"/><Relationship Id="rId248" Type="http://schemas.openxmlformats.org/officeDocument/2006/relationships/customXml" Target="../ink/ink3155.xml"/><Relationship Id="rId269" Type="http://schemas.openxmlformats.org/officeDocument/2006/relationships/image" Target="../media/image2214.png"/><Relationship Id="rId12" Type="http://schemas.openxmlformats.org/officeDocument/2006/relationships/customXml" Target="../ink/ink3037.xml"/><Relationship Id="rId33" Type="http://schemas.openxmlformats.org/officeDocument/2006/relationships/image" Target="../media/image2096.png"/><Relationship Id="rId108" Type="http://schemas.openxmlformats.org/officeDocument/2006/relationships/customXml" Target="../ink/ink3085.xml"/><Relationship Id="rId129" Type="http://schemas.openxmlformats.org/officeDocument/2006/relationships/image" Target="../media/image2144.png"/><Relationship Id="rId280" Type="http://schemas.openxmlformats.org/officeDocument/2006/relationships/customXml" Target="../ink/ink3171.xml"/><Relationship Id="rId54" Type="http://schemas.openxmlformats.org/officeDocument/2006/relationships/customXml" Target="../ink/ink3058.xml"/><Relationship Id="rId75" Type="http://schemas.openxmlformats.org/officeDocument/2006/relationships/image" Target="../media/image2117.png"/><Relationship Id="rId96" Type="http://schemas.openxmlformats.org/officeDocument/2006/relationships/customXml" Target="../ink/ink3079.xml"/><Relationship Id="rId140" Type="http://schemas.openxmlformats.org/officeDocument/2006/relationships/customXml" Target="../ink/ink3101.xml"/><Relationship Id="rId161" Type="http://schemas.openxmlformats.org/officeDocument/2006/relationships/image" Target="../media/image2160.png"/><Relationship Id="rId182" Type="http://schemas.openxmlformats.org/officeDocument/2006/relationships/customXml" Target="../ink/ink3122.xml"/><Relationship Id="rId217" Type="http://schemas.openxmlformats.org/officeDocument/2006/relationships/image" Target="../media/image2188.png"/><Relationship Id="rId6" Type="http://schemas.openxmlformats.org/officeDocument/2006/relationships/customXml" Target="../ink/ink3034.xml"/><Relationship Id="rId238" Type="http://schemas.openxmlformats.org/officeDocument/2006/relationships/customXml" Target="../ink/ink3150.xml"/><Relationship Id="rId259" Type="http://schemas.openxmlformats.org/officeDocument/2006/relationships/image" Target="../media/image2209.png"/><Relationship Id="rId23" Type="http://schemas.openxmlformats.org/officeDocument/2006/relationships/image" Target="../media/image2091.png"/><Relationship Id="rId119" Type="http://schemas.openxmlformats.org/officeDocument/2006/relationships/image" Target="../media/image2139.png"/><Relationship Id="rId270" Type="http://schemas.openxmlformats.org/officeDocument/2006/relationships/customXml" Target="../ink/ink3166.xml"/><Relationship Id="rId291" Type="http://schemas.openxmlformats.org/officeDocument/2006/relationships/image" Target="../media/image2225.png"/><Relationship Id="rId44" Type="http://schemas.openxmlformats.org/officeDocument/2006/relationships/customXml" Target="../ink/ink3053.xml"/><Relationship Id="rId65" Type="http://schemas.openxmlformats.org/officeDocument/2006/relationships/image" Target="../media/image2112.png"/><Relationship Id="rId86" Type="http://schemas.openxmlformats.org/officeDocument/2006/relationships/customXml" Target="../ink/ink3074.xml"/><Relationship Id="rId130" Type="http://schemas.openxmlformats.org/officeDocument/2006/relationships/customXml" Target="../ink/ink3096.xml"/><Relationship Id="rId151" Type="http://schemas.openxmlformats.org/officeDocument/2006/relationships/image" Target="../media/image2155.png"/><Relationship Id="rId172" Type="http://schemas.openxmlformats.org/officeDocument/2006/relationships/customXml" Target="../ink/ink3117.xml"/><Relationship Id="rId193" Type="http://schemas.openxmlformats.org/officeDocument/2006/relationships/image" Target="../media/image2176.png"/><Relationship Id="rId207" Type="http://schemas.openxmlformats.org/officeDocument/2006/relationships/image" Target="../media/image2183.png"/><Relationship Id="rId228" Type="http://schemas.openxmlformats.org/officeDocument/2006/relationships/customXml" Target="../ink/ink3145.xml"/><Relationship Id="rId249" Type="http://schemas.openxmlformats.org/officeDocument/2006/relationships/image" Target="../media/image2204.png"/><Relationship Id="rId13" Type="http://schemas.openxmlformats.org/officeDocument/2006/relationships/image" Target="../media/image2086.png"/><Relationship Id="rId109" Type="http://schemas.openxmlformats.org/officeDocument/2006/relationships/image" Target="../media/image2134.png"/><Relationship Id="rId260" Type="http://schemas.openxmlformats.org/officeDocument/2006/relationships/customXml" Target="../ink/ink3161.xml"/><Relationship Id="rId281" Type="http://schemas.openxmlformats.org/officeDocument/2006/relationships/image" Target="../media/image2220.png"/><Relationship Id="rId34" Type="http://schemas.openxmlformats.org/officeDocument/2006/relationships/customXml" Target="../ink/ink3048.xml"/><Relationship Id="rId55" Type="http://schemas.openxmlformats.org/officeDocument/2006/relationships/image" Target="../media/image2107.png"/><Relationship Id="rId76" Type="http://schemas.openxmlformats.org/officeDocument/2006/relationships/customXml" Target="../ink/ink3069.xml"/><Relationship Id="rId97" Type="http://schemas.openxmlformats.org/officeDocument/2006/relationships/image" Target="../media/image2128.png"/><Relationship Id="rId120" Type="http://schemas.openxmlformats.org/officeDocument/2006/relationships/customXml" Target="../ink/ink3091.xml"/><Relationship Id="rId141" Type="http://schemas.openxmlformats.org/officeDocument/2006/relationships/image" Target="../media/image2150.png"/><Relationship Id="rId7" Type="http://schemas.openxmlformats.org/officeDocument/2006/relationships/image" Target="../media/image2083.png"/><Relationship Id="rId162" Type="http://schemas.openxmlformats.org/officeDocument/2006/relationships/customXml" Target="../ink/ink3112.xml"/><Relationship Id="rId183" Type="http://schemas.openxmlformats.org/officeDocument/2006/relationships/image" Target="../media/image2171.png"/><Relationship Id="rId218" Type="http://schemas.openxmlformats.org/officeDocument/2006/relationships/customXml" Target="../ink/ink3140.xml"/><Relationship Id="rId239" Type="http://schemas.openxmlformats.org/officeDocument/2006/relationships/image" Target="../media/image2199.png"/><Relationship Id="rId250" Type="http://schemas.openxmlformats.org/officeDocument/2006/relationships/customXml" Target="../ink/ink3156.xml"/><Relationship Id="rId271" Type="http://schemas.openxmlformats.org/officeDocument/2006/relationships/image" Target="../media/image2215.png"/><Relationship Id="rId24" Type="http://schemas.openxmlformats.org/officeDocument/2006/relationships/customXml" Target="../ink/ink3043.xml"/><Relationship Id="rId45" Type="http://schemas.openxmlformats.org/officeDocument/2006/relationships/image" Target="../media/image2102.png"/><Relationship Id="rId66" Type="http://schemas.openxmlformats.org/officeDocument/2006/relationships/customXml" Target="../ink/ink3064.xml"/><Relationship Id="rId87" Type="http://schemas.openxmlformats.org/officeDocument/2006/relationships/image" Target="../media/image2123.png"/><Relationship Id="rId110" Type="http://schemas.openxmlformats.org/officeDocument/2006/relationships/customXml" Target="../ink/ink3086.xml"/><Relationship Id="rId131" Type="http://schemas.openxmlformats.org/officeDocument/2006/relationships/image" Target="../media/image2145.png"/><Relationship Id="rId152" Type="http://schemas.openxmlformats.org/officeDocument/2006/relationships/customXml" Target="../ink/ink3107.xml"/><Relationship Id="rId173" Type="http://schemas.openxmlformats.org/officeDocument/2006/relationships/image" Target="../media/image2166.png"/><Relationship Id="rId194" Type="http://schemas.openxmlformats.org/officeDocument/2006/relationships/customXml" Target="../ink/ink3128.xml"/><Relationship Id="rId208" Type="http://schemas.openxmlformats.org/officeDocument/2006/relationships/customXml" Target="../ink/ink3135.xml"/><Relationship Id="rId229" Type="http://schemas.openxmlformats.org/officeDocument/2006/relationships/image" Target="../media/image2194.png"/><Relationship Id="rId240" Type="http://schemas.openxmlformats.org/officeDocument/2006/relationships/customXml" Target="../ink/ink3151.xml"/><Relationship Id="rId261" Type="http://schemas.openxmlformats.org/officeDocument/2006/relationships/image" Target="../media/image2210.png"/><Relationship Id="rId14" Type="http://schemas.openxmlformats.org/officeDocument/2006/relationships/customXml" Target="../ink/ink3038.xml"/><Relationship Id="rId35" Type="http://schemas.openxmlformats.org/officeDocument/2006/relationships/image" Target="../media/image2097.png"/><Relationship Id="rId56" Type="http://schemas.openxmlformats.org/officeDocument/2006/relationships/customXml" Target="../ink/ink3059.xml"/><Relationship Id="rId77" Type="http://schemas.openxmlformats.org/officeDocument/2006/relationships/image" Target="../media/image2118.png"/><Relationship Id="rId100" Type="http://schemas.openxmlformats.org/officeDocument/2006/relationships/customXml" Target="../ink/ink3081.xml"/><Relationship Id="rId282" Type="http://schemas.openxmlformats.org/officeDocument/2006/relationships/customXml" Target="../ink/ink3172.xml"/><Relationship Id="rId8" Type="http://schemas.openxmlformats.org/officeDocument/2006/relationships/customXml" Target="../ink/ink3035.xml"/><Relationship Id="rId98" Type="http://schemas.openxmlformats.org/officeDocument/2006/relationships/customXml" Target="../ink/ink3080.xml"/><Relationship Id="rId121" Type="http://schemas.openxmlformats.org/officeDocument/2006/relationships/image" Target="../media/image2140.png"/><Relationship Id="rId142" Type="http://schemas.openxmlformats.org/officeDocument/2006/relationships/customXml" Target="../ink/ink3102.xml"/><Relationship Id="rId163" Type="http://schemas.openxmlformats.org/officeDocument/2006/relationships/image" Target="../media/image2161.png"/><Relationship Id="rId184" Type="http://schemas.openxmlformats.org/officeDocument/2006/relationships/customXml" Target="../ink/ink3123.xml"/><Relationship Id="rId219" Type="http://schemas.openxmlformats.org/officeDocument/2006/relationships/image" Target="../media/image2189.png"/><Relationship Id="rId230" Type="http://schemas.openxmlformats.org/officeDocument/2006/relationships/customXml" Target="../ink/ink3146.xml"/><Relationship Id="rId251" Type="http://schemas.openxmlformats.org/officeDocument/2006/relationships/image" Target="../media/image2205.png"/><Relationship Id="rId25" Type="http://schemas.openxmlformats.org/officeDocument/2006/relationships/image" Target="../media/image2092.png"/><Relationship Id="rId46" Type="http://schemas.openxmlformats.org/officeDocument/2006/relationships/customXml" Target="../ink/ink3054.xml"/><Relationship Id="rId67" Type="http://schemas.openxmlformats.org/officeDocument/2006/relationships/image" Target="../media/image2113.png"/><Relationship Id="rId272" Type="http://schemas.openxmlformats.org/officeDocument/2006/relationships/customXml" Target="../ink/ink3167.xml"/><Relationship Id="rId88" Type="http://schemas.openxmlformats.org/officeDocument/2006/relationships/customXml" Target="../ink/ink3075.xml"/><Relationship Id="rId111" Type="http://schemas.openxmlformats.org/officeDocument/2006/relationships/image" Target="../media/image2135.png"/><Relationship Id="rId132" Type="http://schemas.openxmlformats.org/officeDocument/2006/relationships/customXml" Target="../ink/ink3097.xml"/><Relationship Id="rId153" Type="http://schemas.openxmlformats.org/officeDocument/2006/relationships/image" Target="../media/image2156.png"/><Relationship Id="rId174" Type="http://schemas.openxmlformats.org/officeDocument/2006/relationships/customXml" Target="../ink/ink3118.xml"/><Relationship Id="rId195" Type="http://schemas.openxmlformats.org/officeDocument/2006/relationships/image" Target="../media/image2177.png"/><Relationship Id="rId209" Type="http://schemas.openxmlformats.org/officeDocument/2006/relationships/image" Target="../media/image2184.png"/><Relationship Id="rId220" Type="http://schemas.openxmlformats.org/officeDocument/2006/relationships/customXml" Target="../ink/ink3141.xml"/><Relationship Id="rId241" Type="http://schemas.openxmlformats.org/officeDocument/2006/relationships/image" Target="../media/image2200.png"/><Relationship Id="rId15" Type="http://schemas.openxmlformats.org/officeDocument/2006/relationships/image" Target="../media/image2087.png"/><Relationship Id="rId36" Type="http://schemas.openxmlformats.org/officeDocument/2006/relationships/customXml" Target="../ink/ink3049.xml"/><Relationship Id="rId57" Type="http://schemas.openxmlformats.org/officeDocument/2006/relationships/image" Target="../media/image2108.png"/><Relationship Id="rId262" Type="http://schemas.openxmlformats.org/officeDocument/2006/relationships/customXml" Target="../ink/ink3162.xml"/><Relationship Id="rId283" Type="http://schemas.openxmlformats.org/officeDocument/2006/relationships/image" Target="../media/image2221.png"/><Relationship Id="rId78" Type="http://schemas.openxmlformats.org/officeDocument/2006/relationships/customXml" Target="../ink/ink3070.xml"/><Relationship Id="rId99" Type="http://schemas.openxmlformats.org/officeDocument/2006/relationships/image" Target="../media/image2129.png"/><Relationship Id="rId101" Type="http://schemas.openxmlformats.org/officeDocument/2006/relationships/image" Target="../media/image2130.png"/><Relationship Id="rId122" Type="http://schemas.openxmlformats.org/officeDocument/2006/relationships/customXml" Target="../ink/ink3092.xml"/><Relationship Id="rId143" Type="http://schemas.openxmlformats.org/officeDocument/2006/relationships/image" Target="../media/image2151.png"/><Relationship Id="rId164" Type="http://schemas.openxmlformats.org/officeDocument/2006/relationships/customXml" Target="../ink/ink3113.xml"/><Relationship Id="rId185" Type="http://schemas.openxmlformats.org/officeDocument/2006/relationships/image" Target="../media/image2172.png"/><Relationship Id="rId9" Type="http://schemas.openxmlformats.org/officeDocument/2006/relationships/image" Target="../media/image2084.png"/><Relationship Id="rId210" Type="http://schemas.openxmlformats.org/officeDocument/2006/relationships/customXml" Target="../ink/ink3136.xml"/><Relationship Id="rId26" Type="http://schemas.openxmlformats.org/officeDocument/2006/relationships/customXml" Target="../ink/ink3044.xml"/><Relationship Id="rId231" Type="http://schemas.openxmlformats.org/officeDocument/2006/relationships/image" Target="../media/image2195.png"/><Relationship Id="rId252" Type="http://schemas.openxmlformats.org/officeDocument/2006/relationships/customXml" Target="../ink/ink3157.xml"/><Relationship Id="rId273" Type="http://schemas.openxmlformats.org/officeDocument/2006/relationships/image" Target="../media/image2216.png"/><Relationship Id="rId47" Type="http://schemas.openxmlformats.org/officeDocument/2006/relationships/image" Target="../media/image2103.png"/><Relationship Id="rId68" Type="http://schemas.openxmlformats.org/officeDocument/2006/relationships/customXml" Target="../ink/ink3065.xml"/><Relationship Id="rId89" Type="http://schemas.openxmlformats.org/officeDocument/2006/relationships/image" Target="../media/image2124.png"/><Relationship Id="rId112" Type="http://schemas.openxmlformats.org/officeDocument/2006/relationships/customXml" Target="../ink/ink3087.xml"/><Relationship Id="rId133" Type="http://schemas.openxmlformats.org/officeDocument/2006/relationships/image" Target="../media/image2146.png"/><Relationship Id="rId154" Type="http://schemas.openxmlformats.org/officeDocument/2006/relationships/customXml" Target="../ink/ink3108.xml"/><Relationship Id="rId175" Type="http://schemas.openxmlformats.org/officeDocument/2006/relationships/image" Target="../media/image2167.png"/><Relationship Id="rId196" Type="http://schemas.openxmlformats.org/officeDocument/2006/relationships/customXml" Target="../ink/ink3129.xml"/><Relationship Id="rId200" Type="http://schemas.openxmlformats.org/officeDocument/2006/relationships/customXml" Target="../ink/ink3131.xml"/><Relationship Id="rId16" Type="http://schemas.openxmlformats.org/officeDocument/2006/relationships/customXml" Target="../ink/ink3039.xml"/><Relationship Id="rId221" Type="http://schemas.openxmlformats.org/officeDocument/2006/relationships/image" Target="../media/image2190.png"/><Relationship Id="rId242" Type="http://schemas.openxmlformats.org/officeDocument/2006/relationships/customXml" Target="../ink/ink3152.xml"/><Relationship Id="rId263" Type="http://schemas.openxmlformats.org/officeDocument/2006/relationships/image" Target="../media/image2211.png"/><Relationship Id="rId284" Type="http://schemas.openxmlformats.org/officeDocument/2006/relationships/customXml" Target="../ink/ink3173.xml"/><Relationship Id="rId37" Type="http://schemas.openxmlformats.org/officeDocument/2006/relationships/image" Target="../media/image2098.png"/><Relationship Id="rId58" Type="http://schemas.openxmlformats.org/officeDocument/2006/relationships/customXml" Target="../ink/ink3060.xml"/><Relationship Id="rId79" Type="http://schemas.openxmlformats.org/officeDocument/2006/relationships/image" Target="../media/image2119.png"/><Relationship Id="rId102" Type="http://schemas.openxmlformats.org/officeDocument/2006/relationships/customXml" Target="../ink/ink3082.xml"/><Relationship Id="rId123" Type="http://schemas.openxmlformats.org/officeDocument/2006/relationships/image" Target="../media/image2141.png"/><Relationship Id="rId144" Type="http://schemas.openxmlformats.org/officeDocument/2006/relationships/customXml" Target="../ink/ink3103.xml"/><Relationship Id="rId90" Type="http://schemas.openxmlformats.org/officeDocument/2006/relationships/customXml" Target="../ink/ink3076.xml"/><Relationship Id="rId165" Type="http://schemas.openxmlformats.org/officeDocument/2006/relationships/image" Target="../media/image2162.png"/><Relationship Id="rId186" Type="http://schemas.openxmlformats.org/officeDocument/2006/relationships/customXml" Target="../ink/ink3124.xml"/><Relationship Id="rId211" Type="http://schemas.openxmlformats.org/officeDocument/2006/relationships/image" Target="../media/image2185.png"/><Relationship Id="rId232" Type="http://schemas.openxmlformats.org/officeDocument/2006/relationships/customXml" Target="../ink/ink3147.xml"/><Relationship Id="rId253" Type="http://schemas.openxmlformats.org/officeDocument/2006/relationships/image" Target="../media/image2206.png"/><Relationship Id="rId274" Type="http://schemas.openxmlformats.org/officeDocument/2006/relationships/customXml" Target="../ink/ink3168.xml"/><Relationship Id="rId27" Type="http://schemas.openxmlformats.org/officeDocument/2006/relationships/image" Target="../media/image2093.png"/><Relationship Id="rId48" Type="http://schemas.openxmlformats.org/officeDocument/2006/relationships/customXml" Target="../ink/ink3055.xml"/><Relationship Id="rId69" Type="http://schemas.openxmlformats.org/officeDocument/2006/relationships/image" Target="../media/image2114.png"/><Relationship Id="rId113" Type="http://schemas.openxmlformats.org/officeDocument/2006/relationships/image" Target="../media/image2136.png"/><Relationship Id="rId134" Type="http://schemas.openxmlformats.org/officeDocument/2006/relationships/customXml" Target="../ink/ink3098.xml"/><Relationship Id="rId80" Type="http://schemas.openxmlformats.org/officeDocument/2006/relationships/customXml" Target="../ink/ink3071.xml"/><Relationship Id="rId155" Type="http://schemas.openxmlformats.org/officeDocument/2006/relationships/image" Target="../media/image2157.png"/><Relationship Id="rId176" Type="http://schemas.openxmlformats.org/officeDocument/2006/relationships/customXml" Target="../ink/ink3119.xml"/><Relationship Id="rId197" Type="http://schemas.openxmlformats.org/officeDocument/2006/relationships/image" Target="../media/image2178.png"/><Relationship Id="rId201" Type="http://schemas.openxmlformats.org/officeDocument/2006/relationships/image" Target="../media/image2180.png"/><Relationship Id="rId222" Type="http://schemas.openxmlformats.org/officeDocument/2006/relationships/customXml" Target="../ink/ink3142.xml"/><Relationship Id="rId243" Type="http://schemas.openxmlformats.org/officeDocument/2006/relationships/image" Target="../media/image2201.png"/><Relationship Id="rId264" Type="http://schemas.openxmlformats.org/officeDocument/2006/relationships/customXml" Target="../ink/ink3163.xml"/><Relationship Id="rId285" Type="http://schemas.openxmlformats.org/officeDocument/2006/relationships/image" Target="../media/image2222.png"/><Relationship Id="rId17" Type="http://schemas.openxmlformats.org/officeDocument/2006/relationships/image" Target="../media/image2088.png"/><Relationship Id="rId38" Type="http://schemas.openxmlformats.org/officeDocument/2006/relationships/customXml" Target="../ink/ink3050.xml"/><Relationship Id="rId59" Type="http://schemas.openxmlformats.org/officeDocument/2006/relationships/image" Target="../media/image2109.png"/><Relationship Id="rId103" Type="http://schemas.openxmlformats.org/officeDocument/2006/relationships/image" Target="../media/image2131.png"/><Relationship Id="rId124" Type="http://schemas.openxmlformats.org/officeDocument/2006/relationships/customXml" Target="../ink/ink3093.xml"/><Relationship Id="rId70" Type="http://schemas.openxmlformats.org/officeDocument/2006/relationships/customXml" Target="../ink/ink3066.xml"/><Relationship Id="rId91" Type="http://schemas.openxmlformats.org/officeDocument/2006/relationships/image" Target="../media/image2125.png"/><Relationship Id="rId145" Type="http://schemas.openxmlformats.org/officeDocument/2006/relationships/image" Target="../media/image2152.png"/><Relationship Id="rId166" Type="http://schemas.openxmlformats.org/officeDocument/2006/relationships/customXml" Target="../ink/ink3114.xml"/><Relationship Id="rId187" Type="http://schemas.openxmlformats.org/officeDocument/2006/relationships/image" Target="../media/image2173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3137.xml"/><Relationship Id="rId233" Type="http://schemas.openxmlformats.org/officeDocument/2006/relationships/image" Target="../media/image2196.png"/><Relationship Id="rId254" Type="http://schemas.openxmlformats.org/officeDocument/2006/relationships/customXml" Target="../ink/ink3158.xml"/><Relationship Id="rId28" Type="http://schemas.openxmlformats.org/officeDocument/2006/relationships/customXml" Target="../ink/ink3045.xml"/><Relationship Id="rId49" Type="http://schemas.openxmlformats.org/officeDocument/2006/relationships/image" Target="../media/image2104.png"/><Relationship Id="rId114" Type="http://schemas.openxmlformats.org/officeDocument/2006/relationships/customXml" Target="../ink/ink3088.xml"/><Relationship Id="rId275" Type="http://schemas.openxmlformats.org/officeDocument/2006/relationships/image" Target="../media/image2217.png"/><Relationship Id="rId60" Type="http://schemas.openxmlformats.org/officeDocument/2006/relationships/customXml" Target="../ink/ink3061.xml"/><Relationship Id="rId81" Type="http://schemas.openxmlformats.org/officeDocument/2006/relationships/image" Target="../media/image2120.png"/><Relationship Id="rId135" Type="http://schemas.openxmlformats.org/officeDocument/2006/relationships/image" Target="../media/image2147.png"/><Relationship Id="rId156" Type="http://schemas.openxmlformats.org/officeDocument/2006/relationships/customXml" Target="../ink/ink3109.xml"/><Relationship Id="rId177" Type="http://schemas.openxmlformats.org/officeDocument/2006/relationships/image" Target="../media/image2168.png"/><Relationship Id="rId198" Type="http://schemas.openxmlformats.org/officeDocument/2006/relationships/customXml" Target="../ink/ink3130.xml"/><Relationship Id="rId202" Type="http://schemas.openxmlformats.org/officeDocument/2006/relationships/customXml" Target="../ink/ink3132.xml"/><Relationship Id="rId223" Type="http://schemas.openxmlformats.org/officeDocument/2006/relationships/image" Target="../media/image2191.png"/><Relationship Id="rId244" Type="http://schemas.openxmlformats.org/officeDocument/2006/relationships/customXml" Target="../ink/ink3153.xml"/><Relationship Id="rId18" Type="http://schemas.openxmlformats.org/officeDocument/2006/relationships/customXml" Target="../ink/ink3040.xml"/><Relationship Id="rId39" Type="http://schemas.openxmlformats.org/officeDocument/2006/relationships/image" Target="../media/image2099.png"/><Relationship Id="rId265" Type="http://schemas.openxmlformats.org/officeDocument/2006/relationships/image" Target="../media/image2212.png"/><Relationship Id="rId286" Type="http://schemas.openxmlformats.org/officeDocument/2006/relationships/customXml" Target="../ink/ink3174.xml"/><Relationship Id="rId50" Type="http://schemas.openxmlformats.org/officeDocument/2006/relationships/customXml" Target="../ink/ink3056.xml"/><Relationship Id="rId104" Type="http://schemas.openxmlformats.org/officeDocument/2006/relationships/customXml" Target="../ink/ink3083.xml"/><Relationship Id="rId125" Type="http://schemas.openxmlformats.org/officeDocument/2006/relationships/image" Target="../media/image2142.png"/><Relationship Id="rId146" Type="http://schemas.openxmlformats.org/officeDocument/2006/relationships/customXml" Target="../ink/ink3104.xml"/><Relationship Id="rId167" Type="http://schemas.openxmlformats.org/officeDocument/2006/relationships/image" Target="../media/image2163.png"/><Relationship Id="rId188" Type="http://schemas.openxmlformats.org/officeDocument/2006/relationships/customXml" Target="../ink/ink3125.xml"/><Relationship Id="rId71" Type="http://schemas.openxmlformats.org/officeDocument/2006/relationships/image" Target="../media/image2115.png"/><Relationship Id="rId92" Type="http://schemas.openxmlformats.org/officeDocument/2006/relationships/customXml" Target="../ink/ink3077.xml"/><Relationship Id="rId213" Type="http://schemas.openxmlformats.org/officeDocument/2006/relationships/image" Target="../media/image2186.png"/><Relationship Id="rId234" Type="http://schemas.openxmlformats.org/officeDocument/2006/relationships/customXml" Target="../ink/ink3148.xml"/><Relationship Id="rId2" Type="http://schemas.openxmlformats.org/officeDocument/2006/relationships/image" Target="../media/image2080.png"/><Relationship Id="rId29" Type="http://schemas.openxmlformats.org/officeDocument/2006/relationships/image" Target="../media/image2094.png"/><Relationship Id="rId255" Type="http://schemas.openxmlformats.org/officeDocument/2006/relationships/image" Target="../media/image2207.png"/><Relationship Id="rId276" Type="http://schemas.openxmlformats.org/officeDocument/2006/relationships/customXml" Target="../ink/ink3169.xml"/><Relationship Id="rId40" Type="http://schemas.openxmlformats.org/officeDocument/2006/relationships/customXml" Target="../ink/ink3051.xml"/><Relationship Id="rId115" Type="http://schemas.openxmlformats.org/officeDocument/2006/relationships/image" Target="../media/image2137.png"/><Relationship Id="rId136" Type="http://schemas.openxmlformats.org/officeDocument/2006/relationships/customXml" Target="../ink/ink3099.xml"/><Relationship Id="rId157" Type="http://schemas.openxmlformats.org/officeDocument/2006/relationships/image" Target="../media/image2158.png"/><Relationship Id="rId178" Type="http://schemas.openxmlformats.org/officeDocument/2006/relationships/customXml" Target="../ink/ink3120.xml"/><Relationship Id="rId61" Type="http://schemas.openxmlformats.org/officeDocument/2006/relationships/image" Target="../media/image2110.png"/><Relationship Id="rId82" Type="http://schemas.openxmlformats.org/officeDocument/2006/relationships/customXml" Target="../ink/ink3072.xml"/><Relationship Id="rId199" Type="http://schemas.openxmlformats.org/officeDocument/2006/relationships/image" Target="../media/image2179.png"/><Relationship Id="rId203" Type="http://schemas.openxmlformats.org/officeDocument/2006/relationships/image" Target="../media/image2181.png"/><Relationship Id="rId19" Type="http://schemas.openxmlformats.org/officeDocument/2006/relationships/image" Target="../media/image2089.png"/><Relationship Id="rId224" Type="http://schemas.openxmlformats.org/officeDocument/2006/relationships/customXml" Target="../ink/ink3143.xml"/><Relationship Id="rId245" Type="http://schemas.openxmlformats.org/officeDocument/2006/relationships/image" Target="../media/image2202.png"/><Relationship Id="rId266" Type="http://schemas.openxmlformats.org/officeDocument/2006/relationships/customXml" Target="../ink/ink3164.xml"/><Relationship Id="rId287" Type="http://schemas.openxmlformats.org/officeDocument/2006/relationships/image" Target="../media/image2223.png"/><Relationship Id="rId30" Type="http://schemas.openxmlformats.org/officeDocument/2006/relationships/customXml" Target="../ink/ink3046.xml"/><Relationship Id="rId105" Type="http://schemas.openxmlformats.org/officeDocument/2006/relationships/image" Target="../media/image2132.png"/><Relationship Id="rId126" Type="http://schemas.openxmlformats.org/officeDocument/2006/relationships/customXml" Target="../ink/ink3094.xml"/><Relationship Id="rId147" Type="http://schemas.openxmlformats.org/officeDocument/2006/relationships/image" Target="../media/image2153.png"/><Relationship Id="rId168" Type="http://schemas.openxmlformats.org/officeDocument/2006/relationships/customXml" Target="../ink/ink3115.xml"/><Relationship Id="rId51" Type="http://schemas.openxmlformats.org/officeDocument/2006/relationships/image" Target="../media/image2105.png"/><Relationship Id="rId72" Type="http://schemas.openxmlformats.org/officeDocument/2006/relationships/customXml" Target="../ink/ink3067.xml"/><Relationship Id="rId93" Type="http://schemas.openxmlformats.org/officeDocument/2006/relationships/image" Target="../media/image2126.png"/><Relationship Id="rId189" Type="http://schemas.openxmlformats.org/officeDocument/2006/relationships/image" Target="../media/image2174.png"/><Relationship Id="rId3" Type="http://schemas.openxmlformats.org/officeDocument/2006/relationships/image" Target="../media/image2081.png"/><Relationship Id="rId214" Type="http://schemas.openxmlformats.org/officeDocument/2006/relationships/customXml" Target="../ink/ink3138.xml"/><Relationship Id="rId235" Type="http://schemas.openxmlformats.org/officeDocument/2006/relationships/image" Target="../media/image2197.png"/><Relationship Id="rId256" Type="http://schemas.openxmlformats.org/officeDocument/2006/relationships/customXml" Target="../ink/ink3159.xml"/><Relationship Id="rId277" Type="http://schemas.openxmlformats.org/officeDocument/2006/relationships/image" Target="../media/image2218.png"/><Relationship Id="rId116" Type="http://schemas.openxmlformats.org/officeDocument/2006/relationships/customXml" Target="../ink/ink3089.xml"/><Relationship Id="rId137" Type="http://schemas.openxmlformats.org/officeDocument/2006/relationships/image" Target="../media/image2148.png"/><Relationship Id="rId158" Type="http://schemas.openxmlformats.org/officeDocument/2006/relationships/customXml" Target="../ink/ink3110.xml"/><Relationship Id="rId20" Type="http://schemas.openxmlformats.org/officeDocument/2006/relationships/customXml" Target="../ink/ink3041.xml"/><Relationship Id="rId41" Type="http://schemas.openxmlformats.org/officeDocument/2006/relationships/image" Target="../media/image2100.png"/><Relationship Id="rId62" Type="http://schemas.openxmlformats.org/officeDocument/2006/relationships/customXml" Target="../ink/ink3062.xml"/><Relationship Id="rId83" Type="http://schemas.openxmlformats.org/officeDocument/2006/relationships/image" Target="../media/image2121.png"/><Relationship Id="rId179" Type="http://schemas.openxmlformats.org/officeDocument/2006/relationships/image" Target="../media/image2169.png"/><Relationship Id="rId190" Type="http://schemas.openxmlformats.org/officeDocument/2006/relationships/customXml" Target="../ink/ink3126.xml"/><Relationship Id="rId204" Type="http://schemas.openxmlformats.org/officeDocument/2006/relationships/customXml" Target="../ink/ink3133.xml"/><Relationship Id="rId225" Type="http://schemas.openxmlformats.org/officeDocument/2006/relationships/image" Target="../media/image2192.png"/><Relationship Id="rId246" Type="http://schemas.openxmlformats.org/officeDocument/2006/relationships/customXml" Target="../ink/ink3154.xml"/><Relationship Id="rId267" Type="http://schemas.openxmlformats.org/officeDocument/2006/relationships/image" Target="../media/image2213.png"/><Relationship Id="rId288" Type="http://schemas.openxmlformats.org/officeDocument/2006/relationships/customXml" Target="../ink/ink3175.xml"/><Relationship Id="rId106" Type="http://schemas.openxmlformats.org/officeDocument/2006/relationships/customXml" Target="../ink/ink3084.xml"/><Relationship Id="rId127" Type="http://schemas.openxmlformats.org/officeDocument/2006/relationships/image" Target="../media/image2143.png"/><Relationship Id="rId10" Type="http://schemas.openxmlformats.org/officeDocument/2006/relationships/customXml" Target="../ink/ink3036.xml"/><Relationship Id="rId31" Type="http://schemas.openxmlformats.org/officeDocument/2006/relationships/image" Target="../media/image2095.png"/><Relationship Id="rId52" Type="http://schemas.openxmlformats.org/officeDocument/2006/relationships/customXml" Target="../ink/ink3057.xml"/><Relationship Id="rId73" Type="http://schemas.openxmlformats.org/officeDocument/2006/relationships/image" Target="../media/image2116.png"/><Relationship Id="rId94" Type="http://schemas.openxmlformats.org/officeDocument/2006/relationships/customXml" Target="../ink/ink3078.xml"/><Relationship Id="rId148" Type="http://schemas.openxmlformats.org/officeDocument/2006/relationships/customXml" Target="../ink/ink3105.xml"/><Relationship Id="rId169" Type="http://schemas.openxmlformats.org/officeDocument/2006/relationships/image" Target="../media/image2164.png"/><Relationship Id="rId4" Type="http://schemas.openxmlformats.org/officeDocument/2006/relationships/customXml" Target="../ink/ink3033.xml"/><Relationship Id="rId180" Type="http://schemas.openxmlformats.org/officeDocument/2006/relationships/customXml" Target="../ink/ink3121.xml"/><Relationship Id="rId215" Type="http://schemas.openxmlformats.org/officeDocument/2006/relationships/image" Target="../media/image2187.png"/><Relationship Id="rId236" Type="http://schemas.openxmlformats.org/officeDocument/2006/relationships/customXml" Target="../ink/ink3149.xml"/><Relationship Id="rId257" Type="http://schemas.openxmlformats.org/officeDocument/2006/relationships/image" Target="../media/image2208.png"/><Relationship Id="rId278" Type="http://schemas.openxmlformats.org/officeDocument/2006/relationships/customXml" Target="../ink/ink3170.xml"/><Relationship Id="rId42" Type="http://schemas.openxmlformats.org/officeDocument/2006/relationships/customXml" Target="../ink/ink3052.xml"/><Relationship Id="rId84" Type="http://schemas.openxmlformats.org/officeDocument/2006/relationships/customXml" Target="../ink/ink3073.xml"/><Relationship Id="rId138" Type="http://schemas.openxmlformats.org/officeDocument/2006/relationships/customXml" Target="../ink/ink3100.xml"/><Relationship Id="rId191" Type="http://schemas.openxmlformats.org/officeDocument/2006/relationships/image" Target="../media/image2175.png"/><Relationship Id="rId205" Type="http://schemas.openxmlformats.org/officeDocument/2006/relationships/image" Target="../media/image2182.png"/><Relationship Id="rId247" Type="http://schemas.openxmlformats.org/officeDocument/2006/relationships/image" Target="../media/image2203.png"/><Relationship Id="rId107" Type="http://schemas.openxmlformats.org/officeDocument/2006/relationships/image" Target="../media/image2133.png"/><Relationship Id="rId289" Type="http://schemas.openxmlformats.org/officeDocument/2006/relationships/image" Target="../media/image2224.png"/><Relationship Id="rId11" Type="http://schemas.openxmlformats.org/officeDocument/2006/relationships/image" Target="../media/image2085.png"/><Relationship Id="rId53" Type="http://schemas.openxmlformats.org/officeDocument/2006/relationships/image" Target="../media/image2106.png"/><Relationship Id="rId149" Type="http://schemas.openxmlformats.org/officeDocument/2006/relationships/image" Target="../media/image2154.png"/><Relationship Id="rId95" Type="http://schemas.openxmlformats.org/officeDocument/2006/relationships/image" Target="../media/image2127.png"/><Relationship Id="rId160" Type="http://schemas.openxmlformats.org/officeDocument/2006/relationships/customXml" Target="../ink/ink3111.xml"/><Relationship Id="rId216" Type="http://schemas.openxmlformats.org/officeDocument/2006/relationships/customXml" Target="../ink/ink3139.xml"/><Relationship Id="rId258" Type="http://schemas.openxmlformats.org/officeDocument/2006/relationships/customXml" Target="../ink/ink3160.xml"/><Relationship Id="rId22" Type="http://schemas.openxmlformats.org/officeDocument/2006/relationships/customXml" Target="../ink/ink3042.xml"/><Relationship Id="rId64" Type="http://schemas.openxmlformats.org/officeDocument/2006/relationships/customXml" Target="../ink/ink3063.xml"/><Relationship Id="rId118" Type="http://schemas.openxmlformats.org/officeDocument/2006/relationships/customXml" Target="../ink/ink3090.xml"/><Relationship Id="rId171" Type="http://schemas.openxmlformats.org/officeDocument/2006/relationships/image" Target="../media/image2165.png"/><Relationship Id="rId227" Type="http://schemas.openxmlformats.org/officeDocument/2006/relationships/image" Target="../media/image2193.png"/></Relationships>
</file>

<file path=ppt/slides/_rels/slide3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284.png"/><Relationship Id="rId21" Type="http://schemas.openxmlformats.org/officeDocument/2006/relationships/image" Target="../media/image2236.png"/><Relationship Id="rId42" Type="http://schemas.openxmlformats.org/officeDocument/2006/relationships/customXml" Target="../ink/ink3196.xml"/><Relationship Id="rId63" Type="http://schemas.openxmlformats.org/officeDocument/2006/relationships/image" Target="../media/image2257.png"/><Relationship Id="rId84" Type="http://schemas.openxmlformats.org/officeDocument/2006/relationships/customXml" Target="../ink/ink3217.xml"/><Relationship Id="rId138" Type="http://schemas.openxmlformats.org/officeDocument/2006/relationships/customXml" Target="../ink/ink3244.xml"/><Relationship Id="rId159" Type="http://schemas.openxmlformats.org/officeDocument/2006/relationships/image" Target="../media/image2305.png"/><Relationship Id="rId107" Type="http://schemas.openxmlformats.org/officeDocument/2006/relationships/image" Target="../media/image2279.png"/><Relationship Id="rId11" Type="http://schemas.openxmlformats.org/officeDocument/2006/relationships/image" Target="../media/image2231.png"/><Relationship Id="rId32" Type="http://schemas.openxmlformats.org/officeDocument/2006/relationships/customXml" Target="../ink/ink3191.xml"/><Relationship Id="rId53" Type="http://schemas.openxmlformats.org/officeDocument/2006/relationships/image" Target="../media/image2252.png"/><Relationship Id="rId74" Type="http://schemas.openxmlformats.org/officeDocument/2006/relationships/customXml" Target="../ink/ink3212.xml"/><Relationship Id="rId128" Type="http://schemas.openxmlformats.org/officeDocument/2006/relationships/customXml" Target="../ink/ink3239.xml"/><Relationship Id="rId149" Type="http://schemas.openxmlformats.org/officeDocument/2006/relationships/image" Target="../media/image2300.png"/><Relationship Id="rId5" Type="http://schemas.openxmlformats.org/officeDocument/2006/relationships/image" Target="../media/image2228.png"/><Relationship Id="rId95" Type="http://schemas.openxmlformats.org/officeDocument/2006/relationships/image" Target="../media/image2273.png"/><Relationship Id="rId160" Type="http://schemas.openxmlformats.org/officeDocument/2006/relationships/customXml" Target="../ink/ink3255.xml"/><Relationship Id="rId22" Type="http://schemas.openxmlformats.org/officeDocument/2006/relationships/customXml" Target="../ink/ink3186.xml"/><Relationship Id="rId43" Type="http://schemas.openxmlformats.org/officeDocument/2006/relationships/image" Target="../media/image2247.png"/><Relationship Id="rId64" Type="http://schemas.openxmlformats.org/officeDocument/2006/relationships/customXml" Target="../ink/ink3207.xml"/><Relationship Id="rId118" Type="http://schemas.openxmlformats.org/officeDocument/2006/relationships/customXml" Target="../ink/ink3234.xml"/><Relationship Id="rId139" Type="http://schemas.openxmlformats.org/officeDocument/2006/relationships/image" Target="../media/image2295.png"/><Relationship Id="rId85" Type="http://schemas.openxmlformats.org/officeDocument/2006/relationships/image" Target="../media/image2268.png"/><Relationship Id="rId150" Type="http://schemas.openxmlformats.org/officeDocument/2006/relationships/customXml" Target="../ink/ink3250.xml"/><Relationship Id="rId12" Type="http://schemas.openxmlformats.org/officeDocument/2006/relationships/customXml" Target="../ink/ink3181.xml"/><Relationship Id="rId33" Type="http://schemas.openxmlformats.org/officeDocument/2006/relationships/image" Target="../media/image2242.png"/><Relationship Id="rId108" Type="http://schemas.openxmlformats.org/officeDocument/2006/relationships/customXml" Target="../ink/ink3229.xml"/><Relationship Id="rId129" Type="http://schemas.openxmlformats.org/officeDocument/2006/relationships/image" Target="../media/image2290.png"/><Relationship Id="rId54" Type="http://schemas.openxmlformats.org/officeDocument/2006/relationships/customXml" Target="../ink/ink3202.xml"/><Relationship Id="rId70" Type="http://schemas.openxmlformats.org/officeDocument/2006/relationships/customXml" Target="../ink/ink3210.xml"/><Relationship Id="rId75" Type="http://schemas.openxmlformats.org/officeDocument/2006/relationships/image" Target="../media/image2263.png"/><Relationship Id="rId91" Type="http://schemas.openxmlformats.org/officeDocument/2006/relationships/image" Target="../media/image2271.png"/><Relationship Id="rId96" Type="http://schemas.openxmlformats.org/officeDocument/2006/relationships/customXml" Target="../ink/ink3223.xml"/><Relationship Id="rId140" Type="http://schemas.openxmlformats.org/officeDocument/2006/relationships/customXml" Target="../ink/ink3245.xml"/><Relationship Id="rId145" Type="http://schemas.openxmlformats.org/officeDocument/2006/relationships/image" Target="../media/image2298.png"/><Relationship Id="rId161" Type="http://schemas.openxmlformats.org/officeDocument/2006/relationships/image" Target="../media/image2306.png"/><Relationship Id="rId166" Type="http://schemas.openxmlformats.org/officeDocument/2006/relationships/customXml" Target="../ink/ink3258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178.xml"/><Relationship Id="rId23" Type="http://schemas.openxmlformats.org/officeDocument/2006/relationships/image" Target="../media/image2237.png"/><Relationship Id="rId28" Type="http://schemas.openxmlformats.org/officeDocument/2006/relationships/customXml" Target="../ink/ink3189.xml"/><Relationship Id="rId49" Type="http://schemas.openxmlformats.org/officeDocument/2006/relationships/image" Target="../media/image2250.png"/><Relationship Id="rId114" Type="http://schemas.openxmlformats.org/officeDocument/2006/relationships/customXml" Target="../ink/ink3232.xml"/><Relationship Id="rId119" Type="http://schemas.openxmlformats.org/officeDocument/2006/relationships/image" Target="../media/image2285.png"/><Relationship Id="rId44" Type="http://schemas.openxmlformats.org/officeDocument/2006/relationships/customXml" Target="../ink/ink3197.xml"/><Relationship Id="rId60" Type="http://schemas.openxmlformats.org/officeDocument/2006/relationships/customXml" Target="../ink/ink3205.xml"/><Relationship Id="rId65" Type="http://schemas.openxmlformats.org/officeDocument/2006/relationships/image" Target="../media/image2258.png"/><Relationship Id="rId81" Type="http://schemas.openxmlformats.org/officeDocument/2006/relationships/image" Target="../media/image2266.png"/><Relationship Id="rId86" Type="http://schemas.openxmlformats.org/officeDocument/2006/relationships/customXml" Target="../ink/ink3218.xml"/><Relationship Id="rId130" Type="http://schemas.openxmlformats.org/officeDocument/2006/relationships/customXml" Target="../ink/ink3240.xml"/><Relationship Id="rId135" Type="http://schemas.openxmlformats.org/officeDocument/2006/relationships/image" Target="../media/image2293.png"/><Relationship Id="rId151" Type="http://schemas.openxmlformats.org/officeDocument/2006/relationships/image" Target="../media/image2301.png"/><Relationship Id="rId156" Type="http://schemas.openxmlformats.org/officeDocument/2006/relationships/customXml" Target="../ink/ink3253.xml"/><Relationship Id="rId13" Type="http://schemas.openxmlformats.org/officeDocument/2006/relationships/image" Target="../media/image2232.png"/><Relationship Id="rId18" Type="http://schemas.openxmlformats.org/officeDocument/2006/relationships/customXml" Target="../ink/ink3184.xml"/><Relationship Id="rId39" Type="http://schemas.openxmlformats.org/officeDocument/2006/relationships/image" Target="../media/image2245.png"/><Relationship Id="rId109" Type="http://schemas.openxmlformats.org/officeDocument/2006/relationships/image" Target="../media/image2280.png"/><Relationship Id="rId34" Type="http://schemas.openxmlformats.org/officeDocument/2006/relationships/customXml" Target="../ink/ink3192.xml"/><Relationship Id="rId50" Type="http://schemas.openxmlformats.org/officeDocument/2006/relationships/customXml" Target="../ink/ink3200.xml"/><Relationship Id="rId55" Type="http://schemas.openxmlformats.org/officeDocument/2006/relationships/image" Target="../media/image2253.png"/><Relationship Id="rId76" Type="http://schemas.openxmlformats.org/officeDocument/2006/relationships/customXml" Target="../ink/ink3213.xml"/><Relationship Id="rId97" Type="http://schemas.openxmlformats.org/officeDocument/2006/relationships/image" Target="../media/image2274.png"/><Relationship Id="rId104" Type="http://schemas.openxmlformats.org/officeDocument/2006/relationships/customXml" Target="../ink/ink3227.xml"/><Relationship Id="rId120" Type="http://schemas.openxmlformats.org/officeDocument/2006/relationships/customXml" Target="../ink/ink3235.xml"/><Relationship Id="rId125" Type="http://schemas.openxmlformats.org/officeDocument/2006/relationships/image" Target="../media/image2288.png"/><Relationship Id="rId141" Type="http://schemas.openxmlformats.org/officeDocument/2006/relationships/image" Target="../media/image2296.png"/><Relationship Id="rId146" Type="http://schemas.openxmlformats.org/officeDocument/2006/relationships/customXml" Target="../ink/ink3248.xml"/><Relationship Id="rId167" Type="http://schemas.openxmlformats.org/officeDocument/2006/relationships/image" Target="../media/image2309.png"/><Relationship Id="rId7" Type="http://schemas.openxmlformats.org/officeDocument/2006/relationships/image" Target="../media/image2229.png"/><Relationship Id="rId71" Type="http://schemas.openxmlformats.org/officeDocument/2006/relationships/image" Target="../media/image2261.png"/><Relationship Id="rId92" Type="http://schemas.openxmlformats.org/officeDocument/2006/relationships/customXml" Target="../ink/ink3221.xml"/><Relationship Id="rId162" Type="http://schemas.openxmlformats.org/officeDocument/2006/relationships/customXml" Target="../ink/ink3256.xml"/><Relationship Id="rId2" Type="http://schemas.openxmlformats.org/officeDocument/2006/relationships/image" Target="../media/image2226.png"/><Relationship Id="rId29" Type="http://schemas.openxmlformats.org/officeDocument/2006/relationships/image" Target="../media/image2240.png"/><Relationship Id="rId24" Type="http://schemas.openxmlformats.org/officeDocument/2006/relationships/customXml" Target="../ink/ink3187.xml"/><Relationship Id="rId40" Type="http://schemas.openxmlformats.org/officeDocument/2006/relationships/customXml" Target="../ink/ink3195.xml"/><Relationship Id="rId45" Type="http://schemas.openxmlformats.org/officeDocument/2006/relationships/image" Target="../media/image2248.png"/><Relationship Id="rId66" Type="http://schemas.openxmlformats.org/officeDocument/2006/relationships/customXml" Target="../ink/ink3208.xml"/><Relationship Id="rId87" Type="http://schemas.openxmlformats.org/officeDocument/2006/relationships/image" Target="../media/image2269.png"/><Relationship Id="rId110" Type="http://schemas.openxmlformats.org/officeDocument/2006/relationships/customXml" Target="../ink/ink3230.xml"/><Relationship Id="rId115" Type="http://schemas.openxmlformats.org/officeDocument/2006/relationships/image" Target="../media/image2283.png"/><Relationship Id="rId131" Type="http://schemas.openxmlformats.org/officeDocument/2006/relationships/image" Target="../media/image2291.png"/><Relationship Id="rId136" Type="http://schemas.openxmlformats.org/officeDocument/2006/relationships/customXml" Target="../ink/ink3243.xml"/><Relationship Id="rId157" Type="http://schemas.openxmlformats.org/officeDocument/2006/relationships/image" Target="../media/image2304.png"/><Relationship Id="rId61" Type="http://schemas.openxmlformats.org/officeDocument/2006/relationships/image" Target="../media/image2256.png"/><Relationship Id="rId82" Type="http://schemas.openxmlformats.org/officeDocument/2006/relationships/customXml" Target="../ink/ink3216.xml"/><Relationship Id="rId152" Type="http://schemas.openxmlformats.org/officeDocument/2006/relationships/customXml" Target="../ink/ink3251.xml"/><Relationship Id="rId19" Type="http://schemas.openxmlformats.org/officeDocument/2006/relationships/image" Target="../media/image2235.png"/><Relationship Id="rId14" Type="http://schemas.openxmlformats.org/officeDocument/2006/relationships/customXml" Target="../ink/ink3182.xml"/><Relationship Id="rId30" Type="http://schemas.openxmlformats.org/officeDocument/2006/relationships/customXml" Target="../ink/ink3190.xml"/><Relationship Id="rId35" Type="http://schemas.openxmlformats.org/officeDocument/2006/relationships/image" Target="../media/image2243.png"/><Relationship Id="rId56" Type="http://schemas.openxmlformats.org/officeDocument/2006/relationships/customXml" Target="../ink/ink3203.xml"/><Relationship Id="rId77" Type="http://schemas.openxmlformats.org/officeDocument/2006/relationships/image" Target="../media/image2264.png"/><Relationship Id="rId100" Type="http://schemas.openxmlformats.org/officeDocument/2006/relationships/customXml" Target="../ink/ink3225.xml"/><Relationship Id="rId105" Type="http://schemas.openxmlformats.org/officeDocument/2006/relationships/image" Target="../media/image2278.png"/><Relationship Id="rId126" Type="http://schemas.openxmlformats.org/officeDocument/2006/relationships/customXml" Target="../ink/ink3238.xml"/><Relationship Id="rId147" Type="http://schemas.openxmlformats.org/officeDocument/2006/relationships/image" Target="../media/image2299.png"/><Relationship Id="rId168" Type="http://schemas.openxmlformats.org/officeDocument/2006/relationships/customXml" Target="../ink/ink3259.xml"/><Relationship Id="rId8" Type="http://schemas.openxmlformats.org/officeDocument/2006/relationships/customXml" Target="../ink/ink3179.xml"/><Relationship Id="rId51" Type="http://schemas.openxmlformats.org/officeDocument/2006/relationships/image" Target="../media/image2251.png"/><Relationship Id="rId72" Type="http://schemas.openxmlformats.org/officeDocument/2006/relationships/customXml" Target="../ink/ink3211.xml"/><Relationship Id="rId93" Type="http://schemas.openxmlformats.org/officeDocument/2006/relationships/image" Target="../media/image2272.png"/><Relationship Id="rId98" Type="http://schemas.openxmlformats.org/officeDocument/2006/relationships/customXml" Target="../ink/ink3224.xml"/><Relationship Id="rId121" Type="http://schemas.openxmlformats.org/officeDocument/2006/relationships/image" Target="../media/image2286.png"/><Relationship Id="rId142" Type="http://schemas.openxmlformats.org/officeDocument/2006/relationships/customXml" Target="../ink/ink3246.xml"/><Relationship Id="rId163" Type="http://schemas.openxmlformats.org/officeDocument/2006/relationships/image" Target="../media/image2307.png"/><Relationship Id="rId3" Type="http://schemas.openxmlformats.org/officeDocument/2006/relationships/image" Target="../media/image2227.png"/><Relationship Id="rId25" Type="http://schemas.openxmlformats.org/officeDocument/2006/relationships/image" Target="../media/image2238.png"/><Relationship Id="rId46" Type="http://schemas.openxmlformats.org/officeDocument/2006/relationships/customXml" Target="../ink/ink3198.xml"/><Relationship Id="rId67" Type="http://schemas.openxmlformats.org/officeDocument/2006/relationships/image" Target="../media/image2259.png"/><Relationship Id="rId116" Type="http://schemas.openxmlformats.org/officeDocument/2006/relationships/customXml" Target="../ink/ink3233.xml"/><Relationship Id="rId137" Type="http://schemas.openxmlformats.org/officeDocument/2006/relationships/image" Target="../media/image2294.png"/><Relationship Id="rId158" Type="http://schemas.openxmlformats.org/officeDocument/2006/relationships/customXml" Target="../ink/ink3254.xml"/><Relationship Id="rId20" Type="http://schemas.openxmlformats.org/officeDocument/2006/relationships/customXml" Target="../ink/ink3185.xml"/><Relationship Id="rId41" Type="http://schemas.openxmlformats.org/officeDocument/2006/relationships/image" Target="../media/image2246.png"/><Relationship Id="rId62" Type="http://schemas.openxmlformats.org/officeDocument/2006/relationships/customXml" Target="../ink/ink3206.xml"/><Relationship Id="rId83" Type="http://schemas.openxmlformats.org/officeDocument/2006/relationships/image" Target="../media/image2267.png"/><Relationship Id="rId88" Type="http://schemas.openxmlformats.org/officeDocument/2006/relationships/customXml" Target="../ink/ink3219.xml"/><Relationship Id="rId111" Type="http://schemas.openxmlformats.org/officeDocument/2006/relationships/image" Target="../media/image2281.png"/><Relationship Id="rId132" Type="http://schemas.openxmlformats.org/officeDocument/2006/relationships/customXml" Target="../ink/ink3241.xml"/><Relationship Id="rId153" Type="http://schemas.openxmlformats.org/officeDocument/2006/relationships/image" Target="../media/image2302.png"/><Relationship Id="rId15" Type="http://schemas.openxmlformats.org/officeDocument/2006/relationships/image" Target="../media/image2233.png"/><Relationship Id="rId36" Type="http://schemas.openxmlformats.org/officeDocument/2006/relationships/customXml" Target="../ink/ink3193.xml"/><Relationship Id="rId57" Type="http://schemas.openxmlformats.org/officeDocument/2006/relationships/image" Target="../media/image2254.png"/><Relationship Id="rId106" Type="http://schemas.openxmlformats.org/officeDocument/2006/relationships/customXml" Target="../ink/ink3228.xml"/><Relationship Id="rId127" Type="http://schemas.openxmlformats.org/officeDocument/2006/relationships/image" Target="../media/image2289.png"/><Relationship Id="rId10" Type="http://schemas.openxmlformats.org/officeDocument/2006/relationships/customXml" Target="../ink/ink3180.xml"/><Relationship Id="rId31" Type="http://schemas.openxmlformats.org/officeDocument/2006/relationships/image" Target="../media/image2241.png"/><Relationship Id="rId52" Type="http://schemas.openxmlformats.org/officeDocument/2006/relationships/customXml" Target="../ink/ink3201.xml"/><Relationship Id="rId73" Type="http://schemas.openxmlformats.org/officeDocument/2006/relationships/image" Target="../media/image2262.png"/><Relationship Id="rId78" Type="http://schemas.openxmlformats.org/officeDocument/2006/relationships/customXml" Target="../ink/ink3214.xml"/><Relationship Id="rId94" Type="http://schemas.openxmlformats.org/officeDocument/2006/relationships/customXml" Target="../ink/ink3222.xml"/><Relationship Id="rId99" Type="http://schemas.openxmlformats.org/officeDocument/2006/relationships/image" Target="../media/image2275.png"/><Relationship Id="rId101" Type="http://schemas.openxmlformats.org/officeDocument/2006/relationships/image" Target="../media/image2276.png"/><Relationship Id="rId122" Type="http://schemas.openxmlformats.org/officeDocument/2006/relationships/customXml" Target="../ink/ink3236.xml"/><Relationship Id="rId143" Type="http://schemas.openxmlformats.org/officeDocument/2006/relationships/image" Target="../media/image2297.png"/><Relationship Id="rId148" Type="http://schemas.openxmlformats.org/officeDocument/2006/relationships/customXml" Target="../ink/ink3249.xml"/><Relationship Id="rId164" Type="http://schemas.openxmlformats.org/officeDocument/2006/relationships/customXml" Target="../ink/ink3257.xml"/><Relationship Id="rId169" Type="http://schemas.openxmlformats.org/officeDocument/2006/relationships/image" Target="../media/image2310.png"/><Relationship Id="rId4" Type="http://schemas.openxmlformats.org/officeDocument/2006/relationships/customXml" Target="../ink/ink3177.xml"/><Relationship Id="rId9" Type="http://schemas.openxmlformats.org/officeDocument/2006/relationships/image" Target="../media/image2230.png"/><Relationship Id="rId26" Type="http://schemas.openxmlformats.org/officeDocument/2006/relationships/customXml" Target="../ink/ink3188.xml"/><Relationship Id="rId47" Type="http://schemas.openxmlformats.org/officeDocument/2006/relationships/image" Target="../media/image2249.png"/><Relationship Id="rId68" Type="http://schemas.openxmlformats.org/officeDocument/2006/relationships/customXml" Target="../ink/ink3209.xml"/><Relationship Id="rId89" Type="http://schemas.openxmlformats.org/officeDocument/2006/relationships/image" Target="../media/image2270.png"/><Relationship Id="rId112" Type="http://schemas.openxmlformats.org/officeDocument/2006/relationships/customXml" Target="../ink/ink3231.xml"/><Relationship Id="rId133" Type="http://schemas.openxmlformats.org/officeDocument/2006/relationships/image" Target="../media/image2292.png"/><Relationship Id="rId154" Type="http://schemas.openxmlformats.org/officeDocument/2006/relationships/customXml" Target="../ink/ink3252.xml"/><Relationship Id="rId16" Type="http://schemas.openxmlformats.org/officeDocument/2006/relationships/customXml" Target="../ink/ink3183.xml"/><Relationship Id="rId37" Type="http://schemas.openxmlformats.org/officeDocument/2006/relationships/image" Target="../media/image2244.png"/><Relationship Id="rId58" Type="http://schemas.openxmlformats.org/officeDocument/2006/relationships/customXml" Target="../ink/ink3204.xml"/><Relationship Id="rId79" Type="http://schemas.openxmlformats.org/officeDocument/2006/relationships/image" Target="../media/image2265.png"/><Relationship Id="rId102" Type="http://schemas.openxmlformats.org/officeDocument/2006/relationships/customXml" Target="../ink/ink3226.xml"/><Relationship Id="rId123" Type="http://schemas.openxmlformats.org/officeDocument/2006/relationships/image" Target="../media/image2287.png"/><Relationship Id="rId144" Type="http://schemas.openxmlformats.org/officeDocument/2006/relationships/customXml" Target="../ink/ink3247.xml"/><Relationship Id="rId90" Type="http://schemas.openxmlformats.org/officeDocument/2006/relationships/customXml" Target="../ink/ink3220.xml"/><Relationship Id="rId165" Type="http://schemas.openxmlformats.org/officeDocument/2006/relationships/image" Target="../media/image2308.png"/><Relationship Id="rId27" Type="http://schemas.openxmlformats.org/officeDocument/2006/relationships/image" Target="../media/image2239.png"/><Relationship Id="rId48" Type="http://schemas.openxmlformats.org/officeDocument/2006/relationships/customXml" Target="../ink/ink3199.xml"/><Relationship Id="rId69" Type="http://schemas.openxmlformats.org/officeDocument/2006/relationships/image" Target="../media/image2260.png"/><Relationship Id="rId113" Type="http://schemas.openxmlformats.org/officeDocument/2006/relationships/image" Target="../media/image2282.png"/><Relationship Id="rId134" Type="http://schemas.openxmlformats.org/officeDocument/2006/relationships/customXml" Target="../ink/ink3242.xml"/><Relationship Id="rId80" Type="http://schemas.openxmlformats.org/officeDocument/2006/relationships/customXml" Target="../ink/ink3215.xml"/><Relationship Id="rId155" Type="http://schemas.openxmlformats.org/officeDocument/2006/relationships/image" Target="../media/image2303.png"/><Relationship Id="rId17" Type="http://schemas.openxmlformats.org/officeDocument/2006/relationships/image" Target="../media/image2234.png"/><Relationship Id="rId38" Type="http://schemas.openxmlformats.org/officeDocument/2006/relationships/customXml" Target="../ink/ink3194.xml"/><Relationship Id="rId59" Type="http://schemas.openxmlformats.org/officeDocument/2006/relationships/image" Target="../media/image2255.png"/><Relationship Id="rId103" Type="http://schemas.openxmlformats.org/officeDocument/2006/relationships/image" Target="../media/image2277.png"/><Relationship Id="rId124" Type="http://schemas.openxmlformats.org/officeDocument/2006/relationships/customXml" Target="../ink/ink323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323.png"/><Relationship Id="rId231" Type="http://schemas.openxmlformats.org/officeDocument/2006/relationships/image" Target="../media/image674.png"/><Relationship Id="rId21" Type="http://schemas.openxmlformats.org/officeDocument/2006/relationships/customXml" Target="../ink/ink3269.xml"/><Relationship Id="rId42" Type="http://schemas.openxmlformats.org/officeDocument/2006/relationships/image" Target="../media/image2331.png"/><Relationship Id="rId47" Type="http://schemas.openxmlformats.org/officeDocument/2006/relationships/customXml" Target="../ink/ink3282.xml"/><Relationship Id="rId205" Type="http://schemas.openxmlformats.org/officeDocument/2006/relationships/image" Target="../media/image661.png"/><Relationship Id="rId226" Type="http://schemas.openxmlformats.org/officeDocument/2006/relationships/customXml" Target="../ink/ink3300.xml"/><Relationship Id="rId16" Type="http://schemas.openxmlformats.org/officeDocument/2006/relationships/image" Target="../media/image2318.png"/><Relationship Id="rId221" Type="http://schemas.openxmlformats.org/officeDocument/2006/relationships/image" Target="../media/image669.png"/><Relationship Id="rId242" Type="http://schemas.openxmlformats.org/officeDocument/2006/relationships/customXml" Target="../ink/ink3308.xml"/><Relationship Id="rId11" Type="http://schemas.openxmlformats.org/officeDocument/2006/relationships/customXml" Target="../ink/ink3264.xml"/><Relationship Id="rId32" Type="http://schemas.openxmlformats.org/officeDocument/2006/relationships/image" Target="../media/image2326.png"/><Relationship Id="rId37" Type="http://schemas.openxmlformats.org/officeDocument/2006/relationships/customXml" Target="../ink/ink3277.xml"/><Relationship Id="rId53" Type="http://schemas.openxmlformats.org/officeDocument/2006/relationships/customXml" Target="../ink/ink3285.xml"/><Relationship Id="rId58" Type="http://schemas.openxmlformats.org/officeDocument/2006/relationships/image" Target="../media/image2339.png"/><Relationship Id="rId5" Type="http://schemas.openxmlformats.org/officeDocument/2006/relationships/customXml" Target="../ink/ink3261.xml"/><Relationship Id="rId216" Type="http://schemas.openxmlformats.org/officeDocument/2006/relationships/customXml" Target="../ink/ink3295.xml"/><Relationship Id="rId237" Type="http://schemas.openxmlformats.org/officeDocument/2006/relationships/image" Target="../media/image677.png"/><Relationship Id="rId211" Type="http://schemas.openxmlformats.org/officeDocument/2006/relationships/image" Target="../media/image664.png"/><Relationship Id="rId232" Type="http://schemas.openxmlformats.org/officeDocument/2006/relationships/customXml" Target="../ink/ink3303.xml"/><Relationship Id="rId22" Type="http://schemas.openxmlformats.org/officeDocument/2006/relationships/image" Target="../media/image2321.png"/><Relationship Id="rId27" Type="http://schemas.openxmlformats.org/officeDocument/2006/relationships/customXml" Target="../ink/ink3272.xml"/><Relationship Id="rId43" Type="http://schemas.openxmlformats.org/officeDocument/2006/relationships/customXml" Target="../ink/ink3280.xml"/><Relationship Id="rId48" Type="http://schemas.openxmlformats.org/officeDocument/2006/relationships/image" Target="../media/image2334.png"/><Relationship Id="rId206" Type="http://schemas.openxmlformats.org/officeDocument/2006/relationships/customXml" Target="../ink/ink3290.xml"/><Relationship Id="rId227" Type="http://schemas.openxmlformats.org/officeDocument/2006/relationships/image" Target="../media/image672.png"/><Relationship Id="rId3" Type="http://schemas.openxmlformats.org/officeDocument/2006/relationships/customXml" Target="../ink/ink3260.xml"/><Relationship Id="rId214" Type="http://schemas.openxmlformats.org/officeDocument/2006/relationships/customXml" Target="../ink/ink3294.xml"/><Relationship Id="rId222" Type="http://schemas.openxmlformats.org/officeDocument/2006/relationships/customXml" Target="../ink/ink3298.xml"/><Relationship Id="rId230" Type="http://schemas.openxmlformats.org/officeDocument/2006/relationships/customXml" Target="../ink/ink3302.xml"/><Relationship Id="rId235" Type="http://schemas.openxmlformats.org/officeDocument/2006/relationships/image" Target="../media/image676.png"/><Relationship Id="rId243" Type="http://schemas.openxmlformats.org/officeDocument/2006/relationships/image" Target="../media/image680.png"/><Relationship Id="rId12" Type="http://schemas.openxmlformats.org/officeDocument/2006/relationships/image" Target="../media/image2316.png"/><Relationship Id="rId17" Type="http://schemas.openxmlformats.org/officeDocument/2006/relationships/customXml" Target="../ink/ink3267.xml"/><Relationship Id="rId25" Type="http://schemas.openxmlformats.org/officeDocument/2006/relationships/customXml" Target="../ink/ink3271.xml"/><Relationship Id="rId33" Type="http://schemas.openxmlformats.org/officeDocument/2006/relationships/customXml" Target="../ink/ink3275.xml"/><Relationship Id="rId38" Type="http://schemas.openxmlformats.org/officeDocument/2006/relationships/image" Target="../media/image2329.png"/><Relationship Id="rId46" Type="http://schemas.openxmlformats.org/officeDocument/2006/relationships/image" Target="../media/image2333.png"/><Relationship Id="rId59" Type="http://schemas.openxmlformats.org/officeDocument/2006/relationships/customXml" Target="../ink/ink3288.xml"/><Relationship Id="rId20" Type="http://schemas.openxmlformats.org/officeDocument/2006/relationships/image" Target="../media/image2320.png"/><Relationship Id="rId41" Type="http://schemas.openxmlformats.org/officeDocument/2006/relationships/customXml" Target="../ink/ink3279.xml"/><Relationship Id="rId54" Type="http://schemas.openxmlformats.org/officeDocument/2006/relationships/image" Target="../media/image2337.png"/><Relationship Id="rId209" Type="http://schemas.openxmlformats.org/officeDocument/2006/relationships/image" Target="../media/image663.png"/><Relationship Id="rId217" Type="http://schemas.openxmlformats.org/officeDocument/2006/relationships/image" Target="../media/image66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13.png"/><Relationship Id="rId204" Type="http://schemas.openxmlformats.org/officeDocument/2006/relationships/customXml" Target="../ink/ink3289.xml"/><Relationship Id="rId212" Type="http://schemas.openxmlformats.org/officeDocument/2006/relationships/customXml" Target="../ink/ink3293.xml"/><Relationship Id="rId220" Type="http://schemas.openxmlformats.org/officeDocument/2006/relationships/customXml" Target="../ink/ink3297.xml"/><Relationship Id="rId225" Type="http://schemas.openxmlformats.org/officeDocument/2006/relationships/image" Target="../media/image671.png"/><Relationship Id="rId233" Type="http://schemas.openxmlformats.org/officeDocument/2006/relationships/image" Target="../media/image675.png"/><Relationship Id="rId238" Type="http://schemas.openxmlformats.org/officeDocument/2006/relationships/customXml" Target="../ink/ink3306.xml"/><Relationship Id="rId241" Type="http://schemas.openxmlformats.org/officeDocument/2006/relationships/image" Target="../media/image679.png"/><Relationship Id="rId15" Type="http://schemas.openxmlformats.org/officeDocument/2006/relationships/customXml" Target="../ink/ink3266.xml"/><Relationship Id="rId23" Type="http://schemas.openxmlformats.org/officeDocument/2006/relationships/customXml" Target="../ink/ink3270.xml"/><Relationship Id="rId28" Type="http://schemas.openxmlformats.org/officeDocument/2006/relationships/image" Target="../media/image2324.png"/><Relationship Id="rId36" Type="http://schemas.openxmlformats.org/officeDocument/2006/relationships/image" Target="../media/image2328.png"/><Relationship Id="rId49" Type="http://schemas.openxmlformats.org/officeDocument/2006/relationships/customXml" Target="../ink/ink3283.xml"/><Relationship Id="rId57" Type="http://schemas.openxmlformats.org/officeDocument/2006/relationships/customXml" Target="../ink/ink3287.xml"/><Relationship Id="rId10" Type="http://schemas.openxmlformats.org/officeDocument/2006/relationships/image" Target="../media/image2315.png"/><Relationship Id="rId31" Type="http://schemas.openxmlformats.org/officeDocument/2006/relationships/customXml" Target="../ink/ink3274.xml"/><Relationship Id="rId44" Type="http://schemas.openxmlformats.org/officeDocument/2006/relationships/image" Target="../media/image2332.png"/><Relationship Id="rId52" Type="http://schemas.openxmlformats.org/officeDocument/2006/relationships/image" Target="../media/image2336.png"/><Relationship Id="rId4" Type="http://schemas.openxmlformats.org/officeDocument/2006/relationships/image" Target="../media/image2312.png"/><Relationship Id="rId9" Type="http://schemas.openxmlformats.org/officeDocument/2006/relationships/customXml" Target="../ink/ink3263.xml"/><Relationship Id="rId207" Type="http://schemas.openxmlformats.org/officeDocument/2006/relationships/image" Target="../media/image662.png"/><Relationship Id="rId210" Type="http://schemas.openxmlformats.org/officeDocument/2006/relationships/customXml" Target="../ink/ink3292.xml"/><Relationship Id="rId215" Type="http://schemas.openxmlformats.org/officeDocument/2006/relationships/image" Target="../media/image666.png"/><Relationship Id="rId223" Type="http://schemas.openxmlformats.org/officeDocument/2006/relationships/image" Target="../media/image670.png"/><Relationship Id="rId228" Type="http://schemas.openxmlformats.org/officeDocument/2006/relationships/customXml" Target="../ink/ink3301.xml"/><Relationship Id="rId236" Type="http://schemas.openxmlformats.org/officeDocument/2006/relationships/customXml" Target="../ink/ink3305.xml"/><Relationship Id="rId13" Type="http://schemas.openxmlformats.org/officeDocument/2006/relationships/customXml" Target="../ink/ink3265.xml"/><Relationship Id="rId18" Type="http://schemas.openxmlformats.org/officeDocument/2006/relationships/image" Target="../media/image2319.png"/><Relationship Id="rId39" Type="http://schemas.openxmlformats.org/officeDocument/2006/relationships/customXml" Target="../ink/ink3278.xml"/><Relationship Id="rId34" Type="http://schemas.openxmlformats.org/officeDocument/2006/relationships/image" Target="../media/image2327.png"/><Relationship Id="rId50" Type="http://schemas.openxmlformats.org/officeDocument/2006/relationships/image" Target="../media/image2335.png"/><Relationship Id="rId55" Type="http://schemas.openxmlformats.org/officeDocument/2006/relationships/customXml" Target="../ink/ink3286.xml"/><Relationship Id="rId7" Type="http://schemas.openxmlformats.org/officeDocument/2006/relationships/customXml" Target="../ink/ink3262.xml"/><Relationship Id="rId213" Type="http://schemas.openxmlformats.org/officeDocument/2006/relationships/image" Target="../media/image665.png"/><Relationship Id="rId218" Type="http://schemas.openxmlformats.org/officeDocument/2006/relationships/customXml" Target="../ink/ink3296.xml"/><Relationship Id="rId234" Type="http://schemas.openxmlformats.org/officeDocument/2006/relationships/customXml" Target="../ink/ink3304.xml"/><Relationship Id="rId239" Type="http://schemas.openxmlformats.org/officeDocument/2006/relationships/image" Target="../media/image678.png"/><Relationship Id="rId2" Type="http://schemas.openxmlformats.org/officeDocument/2006/relationships/image" Target="../media/image2311.png"/><Relationship Id="rId29" Type="http://schemas.openxmlformats.org/officeDocument/2006/relationships/customXml" Target="../ink/ink3273.xml"/><Relationship Id="rId24" Type="http://schemas.openxmlformats.org/officeDocument/2006/relationships/image" Target="../media/image2322.png"/><Relationship Id="rId40" Type="http://schemas.openxmlformats.org/officeDocument/2006/relationships/image" Target="../media/image2330.png"/><Relationship Id="rId45" Type="http://schemas.openxmlformats.org/officeDocument/2006/relationships/customXml" Target="../ink/ink3281.xml"/><Relationship Id="rId203" Type="http://schemas.openxmlformats.org/officeDocument/2006/relationships/image" Target="../media/image660.png"/><Relationship Id="rId208" Type="http://schemas.openxmlformats.org/officeDocument/2006/relationships/customXml" Target="../ink/ink3291.xml"/><Relationship Id="rId229" Type="http://schemas.openxmlformats.org/officeDocument/2006/relationships/image" Target="../media/image673.png"/><Relationship Id="rId19" Type="http://schemas.openxmlformats.org/officeDocument/2006/relationships/customXml" Target="../ink/ink3268.xml"/><Relationship Id="rId224" Type="http://schemas.openxmlformats.org/officeDocument/2006/relationships/customXml" Target="../ink/ink3299.xml"/><Relationship Id="rId240" Type="http://schemas.openxmlformats.org/officeDocument/2006/relationships/customXml" Target="../ink/ink3307.xml"/><Relationship Id="rId14" Type="http://schemas.openxmlformats.org/officeDocument/2006/relationships/image" Target="../media/image2317.png"/><Relationship Id="rId30" Type="http://schemas.openxmlformats.org/officeDocument/2006/relationships/image" Target="../media/image2325.png"/><Relationship Id="rId35" Type="http://schemas.openxmlformats.org/officeDocument/2006/relationships/customXml" Target="../ink/ink3276.xml"/><Relationship Id="rId56" Type="http://schemas.openxmlformats.org/officeDocument/2006/relationships/image" Target="../media/image2338.png"/><Relationship Id="rId8" Type="http://schemas.openxmlformats.org/officeDocument/2006/relationships/image" Target="../media/image2314.png"/><Relationship Id="rId51" Type="http://schemas.openxmlformats.org/officeDocument/2006/relationships/customXml" Target="../ink/ink3284.xml"/><Relationship Id="rId219" Type="http://schemas.openxmlformats.org/officeDocument/2006/relationships/image" Target="../media/image668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1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1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1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5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12.jp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4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41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42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4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42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42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42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42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43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44.png"/><Relationship Id="rId2" Type="http://schemas.openxmlformats.org/officeDocument/2006/relationships/image" Target="../media/image1292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45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45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46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48.png"/><Relationship Id="rId2" Type="http://schemas.openxmlformats.org/officeDocument/2006/relationships/image" Target="../media/image2347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12.jp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47.png"/><Relationship Id="rId2" Type="http://schemas.openxmlformats.org/officeDocument/2006/relationships/image" Target="../media/image2312.jp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50.png"/><Relationship Id="rId2" Type="http://schemas.openxmlformats.org/officeDocument/2006/relationships/image" Target="../media/image23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52.png"/><Relationship Id="rId4" Type="http://schemas.openxmlformats.org/officeDocument/2006/relationships/image" Target="../media/image2351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51.png"/><Relationship Id="rId2" Type="http://schemas.openxmlformats.org/officeDocument/2006/relationships/image" Target="../media/image23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52.png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hyperlink" Target="http://yann.lecun.com/exdb/mnist/" TargetMode="Externa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366.png"/><Relationship Id="rId21" Type="http://schemas.openxmlformats.org/officeDocument/2006/relationships/customXml" Target="../ink/ink3318.xml"/><Relationship Id="rId42" Type="http://schemas.openxmlformats.org/officeDocument/2006/relationships/image" Target="../media/image2374.png"/><Relationship Id="rId47" Type="http://schemas.openxmlformats.org/officeDocument/2006/relationships/customXml" Target="../ink/ink3331.xml"/><Relationship Id="rId63" Type="http://schemas.openxmlformats.org/officeDocument/2006/relationships/customXml" Target="../ink/ink3339.xml"/><Relationship Id="rId68" Type="http://schemas.openxmlformats.org/officeDocument/2006/relationships/image" Target="../media/image2387.png"/><Relationship Id="rId2" Type="http://schemas.openxmlformats.org/officeDocument/2006/relationships/image" Target="../media/image2353.png"/><Relationship Id="rId16" Type="http://schemas.openxmlformats.org/officeDocument/2006/relationships/image" Target="../media/image2361.png"/><Relationship Id="rId29" Type="http://schemas.openxmlformats.org/officeDocument/2006/relationships/customXml" Target="../ink/ink3322.xml"/><Relationship Id="rId11" Type="http://schemas.openxmlformats.org/officeDocument/2006/relationships/customXml" Target="../ink/ink3313.xml"/><Relationship Id="rId24" Type="http://schemas.openxmlformats.org/officeDocument/2006/relationships/image" Target="../media/image2365.png"/><Relationship Id="rId32" Type="http://schemas.openxmlformats.org/officeDocument/2006/relationships/image" Target="../media/image2369.png"/><Relationship Id="rId37" Type="http://schemas.openxmlformats.org/officeDocument/2006/relationships/customXml" Target="../ink/ink3326.xml"/><Relationship Id="rId40" Type="http://schemas.openxmlformats.org/officeDocument/2006/relationships/image" Target="../media/image2373.png"/><Relationship Id="rId45" Type="http://schemas.openxmlformats.org/officeDocument/2006/relationships/customXml" Target="../ink/ink3330.xml"/><Relationship Id="rId53" Type="http://schemas.openxmlformats.org/officeDocument/2006/relationships/customXml" Target="../ink/ink3334.xml"/><Relationship Id="rId58" Type="http://schemas.openxmlformats.org/officeDocument/2006/relationships/image" Target="../media/image2382.png"/><Relationship Id="rId66" Type="http://schemas.openxmlformats.org/officeDocument/2006/relationships/image" Target="../media/image2386.png"/><Relationship Id="rId74" Type="http://schemas.openxmlformats.org/officeDocument/2006/relationships/image" Target="../media/image2390.png"/><Relationship Id="rId5" Type="http://schemas.openxmlformats.org/officeDocument/2006/relationships/customXml" Target="../ink/ink3310.xml"/><Relationship Id="rId61" Type="http://schemas.openxmlformats.org/officeDocument/2006/relationships/customXml" Target="../ink/ink3338.xml"/><Relationship Id="rId19" Type="http://schemas.openxmlformats.org/officeDocument/2006/relationships/customXml" Target="../ink/ink3317.xml"/><Relationship Id="rId14" Type="http://schemas.openxmlformats.org/officeDocument/2006/relationships/image" Target="../media/image2360.png"/><Relationship Id="rId22" Type="http://schemas.openxmlformats.org/officeDocument/2006/relationships/image" Target="../media/image2364.png"/><Relationship Id="rId27" Type="http://schemas.openxmlformats.org/officeDocument/2006/relationships/customXml" Target="../ink/ink3321.xml"/><Relationship Id="rId30" Type="http://schemas.openxmlformats.org/officeDocument/2006/relationships/image" Target="../media/image2368.png"/><Relationship Id="rId35" Type="http://schemas.openxmlformats.org/officeDocument/2006/relationships/customXml" Target="../ink/ink3325.xml"/><Relationship Id="rId43" Type="http://schemas.openxmlformats.org/officeDocument/2006/relationships/customXml" Target="../ink/ink3329.xml"/><Relationship Id="rId48" Type="http://schemas.openxmlformats.org/officeDocument/2006/relationships/image" Target="../media/image2377.png"/><Relationship Id="rId56" Type="http://schemas.openxmlformats.org/officeDocument/2006/relationships/image" Target="../media/image2381.png"/><Relationship Id="rId64" Type="http://schemas.openxmlformats.org/officeDocument/2006/relationships/image" Target="../media/image2385.png"/><Relationship Id="rId69" Type="http://schemas.openxmlformats.org/officeDocument/2006/relationships/customXml" Target="../ink/ink3342.xml"/><Relationship Id="rId8" Type="http://schemas.openxmlformats.org/officeDocument/2006/relationships/image" Target="../media/image2357.png"/><Relationship Id="rId51" Type="http://schemas.openxmlformats.org/officeDocument/2006/relationships/customXml" Target="../ink/ink3333.xml"/><Relationship Id="rId72" Type="http://schemas.openxmlformats.org/officeDocument/2006/relationships/image" Target="../media/image2389.png"/><Relationship Id="rId3" Type="http://schemas.openxmlformats.org/officeDocument/2006/relationships/customXml" Target="../ink/ink3309.xml"/><Relationship Id="rId12" Type="http://schemas.openxmlformats.org/officeDocument/2006/relationships/image" Target="../media/image2359.png"/><Relationship Id="rId17" Type="http://schemas.openxmlformats.org/officeDocument/2006/relationships/customXml" Target="../ink/ink3316.xml"/><Relationship Id="rId25" Type="http://schemas.openxmlformats.org/officeDocument/2006/relationships/customXml" Target="../ink/ink3320.xml"/><Relationship Id="rId33" Type="http://schemas.openxmlformats.org/officeDocument/2006/relationships/customXml" Target="../ink/ink3324.xml"/><Relationship Id="rId38" Type="http://schemas.openxmlformats.org/officeDocument/2006/relationships/image" Target="../media/image2372.png"/><Relationship Id="rId46" Type="http://schemas.openxmlformats.org/officeDocument/2006/relationships/image" Target="../media/image2376.png"/><Relationship Id="rId59" Type="http://schemas.openxmlformats.org/officeDocument/2006/relationships/customXml" Target="../ink/ink3337.xml"/><Relationship Id="rId67" Type="http://schemas.openxmlformats.org/officeDocument/2006/relationships/customXml" Target="../ink/ink3341.xml"/><Relationship Id="rId20" Type="http://schemas.openxmlformats.org/officeDocument/2006/relationships/image" Target="../media/image2363.png"/><Relationship Id="rId41" Type="http://schemas.openxmlformats.org/officeDocument/2006/relationships/customXml" Target="../ink/ink3328.xml"/><Relationship Id="rId54" Type="http://schemas.openxmlformats.org/officeDocument/2006/relationships/image" Target="../media/image2380.png"/><Relationship Id="rId62" Type="http://schemas.openxmlformats.org/officeDocument/2006/relationships/image" Target="../media/image2384.png"/><Relationship Id="rId70" Type="http://schemas.openxmlformats.org/officeDocument/2006/relationships/image" Target="../media/image2388.png"/><Relationship Id="rId75" Type="http://schemas.openxmlformats.org/officeDocument/2006/relationships/customXml" Target="../ink/ink33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56.png"/><Relationship Id="rId15" Type="http://schemas.openxmlformats.org/officeDocument/2006/relationships/customXml" Target="../ink/ink3315.xml"/><Relationship Id="rId23" Type="http://schemas.openxmlformats.org/officeDocument/2006/relationships/customXml" Target="../ink/ink3319.xml"/><Relationship Id="rId28" Type="http://schemas.openxmlformats.org/officeDocument/2006/relationships/image" Target="../media/image2367.png"/><Relationship Id="rId36" Type="http://schemas.openxmlformats.org/officeDocument/2006/relationships/image" Target="../media/image2371.png"/><Relationship Id="rId49" Type="http://schemas.openxmlformats.org/officeDocument/2006/relationships/customXml" Target="../ink/ink3332.xml"/><Relationship Id="rId57" Type="http://schemas.openxmlformats.org/officeDocument/2006/relationships/customXml" Target="../ink/ink3336.xml"/><Relationship Id="rId10" Type="http://schemas.openxmlformats.org/officeDocument/2006/relationships/image" Target="../media/image2358.png"/><Relationship Id="rId31" Type="http://schemas.openxmlformats.org/officeDocument/2006/relationships/customXml" Target="../ink/ink3323.xml"/><Relationship Id="rId44" Type="http://schemas.openxmlformats.org/officeDocument/2006/relationships/image" Target="../media/image2375.png"/><Relationship Id="rId52" Type="http://schemas.openxmlformats.org/officeDocument/2006/relationships/image" Target="../media/image2379.png"/><Relationship Id="rId60" Type="http://schemas.openxmlformats.org/officeDocument/2006/relationships/image" Target="../media/image2383.png"/><Relationship Id="rId65" Type="http://schemas.openxmlformats.org/officeDocument/2006/relationships/customXml" Target="../ink/ink3340.xml"/><Relationship Id="rId73" Type="http://schemas.openxmlformats.org/officeDocument/2006/relationships/customXml" Target="../ink/ink3344.xml"/><Relationship Id="rId4" Type="http://schemas.openxmlformats.org/officeDocument/2006/relationships/image" Target="../media/image2355.png"/><Relationship Id="rId9" Type="http://schemas.openxmlformats.org/officeDocument/2006/relationships/customXml" Target="../ink/ink3312.xml"/><Relationship Id="rId13" Type="http://schemas.openxmlformats.org/officeDocument/2006/relationships/customXml" Target="../ink/ink3314.xml"/><Relationship Id="rId18" Type="http://schemas.openxmlformats.org/officeDocument/2006/relationships/image" Target="../media/image2362.png"/><Relationship Id="rId39" Type="http://schemas.openxmlformats.org/officeDocument/2006/relationships/customXml" Target="../ink/ink3327.xml"/><Relationship Id="rId34" Type="http://schemas.openxmlformats.org/officeDocument/2006/relationships/image" Target="../media/image2370.png"/><Relationship Id="rId50" Type="http://schemas.openxmlformats.org/officeDocument/2006/relationships/image" Target="../media/image2378.png"/><Relationship Id="rId55" Type="http://schemas.openxmlformats.org/officeDocument/2006/relationships/customXml" Target="../ink/ink3335.xml"/><Relationship Id="rId76" Type="http://schemas.openxmlformats.org/officeDocument/2006/relationships/image" Target="../media/image2391.png"/><Relationship Id="rId7" Type="http://schemas.openxmlformats.org/officeDocument/2006/relationships/customXml" Target="../ink/ink3311.xml"/><Relationship Id="rId71" Type="http://schemas.openxmlformats.org/officeDocument/2006/relationships/customXml" Target="../ink/ink3343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53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54.jp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55.jp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92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401.png"/><Relationship Id="rId18" Type="http://schemas.openxmlformats.org/officeDocument/2006/relationships/customXml" Target="../ink/ink3353.xml"/><Relationship Id="rId26" Type="http://schemas.openxmlformats.org/officeDocument/2006/relationships/customXml" Target="../ink/ink3357.xml"/><Relationship Id="rId39" Type="http://schemas.openxmlformats.org/officeDocument/2006/relationships/image" Target="../media/image2414.png"/><Relationship Id="rId21" Type="http://schemas.openxmlformats.org/officeDocument/2006/relationships/image" Target="../media/image2405.png"/><Relationship Id="rId34" Type="http://schemas.openxmlformats.org/officeDocument/2006/relationships/customXml" Target="../ink/ink3361.xml"/><Relationship Id="rId42" Type="http://schemas.openxmlformats.org/officeDocument/2006/relationships/customXml" Target="../ink/ink3365.xml"/><Relationship Id="rId47" Type="http://schemas.openxmlformats.org/officeDocument/2006/relationships/image" Target="../media/image2418.png"/><Relationship Id="rId50" Type="http://schemas.openxmlformats.org/officeDocument/2006/relationships/customXml" Target="../ink/ink3369.xml"/><Relationship Id="rId7" Type="http://schemas.openxmlformats.org/officeDocument/2006/relationships/image" Target="../media/image2398.png"/><Relationship Id="rId2" Type="http://schemas.openxmlformats.org/officeDocument/2006/relationships/image" Target="../media/image2393.png"/><Relationship Id="rId16" Type="http://schemas.openxmlformats.org/officeDocument/2006/relationships/customXml" Target="../ink/ink3352.xml"/><Relationship Id="rId29" Type="http://schemas.openxmlformats.org/officeDocument/2006/relationships/image" Target="../media/image2409.png"/><Relationship Id="rId11" Type="http://schemas.openxmlformats.org/officeDocument/2006/relationships/image" Target="../media/image2400.png"/><Relationship Id="rId24" Type="http://schemas.openxmlformats.org/officeDocument/2006/relationships/customXml" Target="../ink/ink3356.xml"/><Relationship Id="rId32" Type="http://schemas.openxmlformats.org/officeDocument/2006/relationships/customXml" Target="../ink/ink3360.xml"/><Relationship Id="rId37" Type="http://schemas.openxmlformats.org/officeDocument/2006/relationships/image" Target="../media/image2413.png"/><Relationship Id="rId40" Type="http://schemas.openxmlformats.org/officeDocument/2006/relationships/customXml" Target="../ink/ink3364.xml"/><Relationship Id="rId45" Type="http://schemas.openxmlformats.org/officeDocument/2006/relationships/image" Target="../media/image2417.png"/><Relationship Id="rId5" Type="http://schemas.openxmlformats.org/officeDocument/2006/relationships/image" Target="../media/image2397.png"/><Relationship Id="rId15" Type="http://schemas.openxmlformats.org/officeDocument/2006/relationships/image" Target="../media/image2402.png"/><Relationship Id="rId23" Type="http://schemas.openxmlformats.org/officeDocument/2006/relationships/image" Target="../media/image2406.png"/><Relationship Id="rId28" Type="http://schemas.openxmlformats.org/officeDocument/2006/relationships/customXml" Target="../ink/ink3358.xml"/><Relationship Id="rId36" Type="http://schemas.openxmlformats.org/officeDocument/2006/relationships/customXml" Target="../ink/ink3362.xml"/><Relationship Id="rId49" Type="http://schemas.openxmlformats.org/officeDocument/2006/relationships/image" Target="../media/image2419.png"/><Relationship Id="rId10" Type="http://schemas.openxmlformats.org/officeDocument/2006/relationships/customXml" Target="../ink/ink3349.xml"/><Relationship Id="rId19" Type="http://schemas.openxmlformats.org/officeDocument/2006/relationships/image" Target="../media/image2404.png"/><Relationship Id="rId31" Type="http://schemas.openxmlformats.org/officeDocument/2006/relationships/image" Target="../media/image2410.png"/><Relationship Id="rId44" Type="http://schemas.openxmlformats.org/officeDocument/2006/relationships/customXml" Target="../ink/ink3366.xml"/><Relationship Id="rId4" Type="http://schemas.openxmlformats.org/officeDocument/2006/relationships/customXml" Target="../ink/ink3346.xml"/><Relationship Id="rId9" Type="http://schemas.openxmlformats.org/officeDocument/2006/relationships/image" Target="../media/image2399.png"/><Relationship Id="rId14" Type="http://schemas.openxmlformats.org/officeDocument/2006/relationships/customXml" Target="../ink/ink3351.xml"/><Relationship Id="rId22" Type="http://schemas.openxmlformats.org/officeDocument/2006/relationships/customXml" Target="../ink/ink3355.xml"/><Relationship Id="rId27" Type="http://schemas.openxmlformats.org/officeDocument/2006/relationships/image" Target="../media/image2408.png"/><Relationship Id="rId30" Type="http://schemas.openxmlformats.org/officeDocument/2006/relationships/customXml" Target="../ink/ink3359.xml"/><Relationship Id="rId35" Type="http://schemas.openxmlformats.org/officeDocument/2006/relationships/image" Target="../media/image2412.png"/><Relationship Id="rId43" Type="http://schemas.openxmlformats.org/officeDocument/2006/relationships/image" Target="../media/image2416.png"/><Relationship Id="rId48" Type="http://schemas.openxmlformats.org/officeDocument/2006/relationships/customXml" Target="../ink/ink3368.xml"/><Relationship Id="rId8" Type="http://schemas.openxmlformats.org/officeDocument/2006/relationships/customXml" Target="../ink/ink3348.xml"/><Relationship Id="rId51" Type="http://schemas.openxmlformats.org/officeDocument/2006/relationships/image" Target="../media/image2420.png"/><Relationship Id="rId3" Type="http://schemas.openxmlformats.org/officeDocument/2006/relationships/image" Target="../media/image2394.png"/><Relationship Id="rId12" Type="http://schemas.openxmlformats.org/officeDocument/2006/relationships/customXml" Target="../ink/ink3350.xml"/><Relationship Id="rId17" Type="http://schemas.openxmlformats.org/officeDocument/2006/relationships/image" Target="../media/image2403.png"/><Relationship Id="rId25" Type="http://schemas.openxmlformats.org/officeDocument/2006/relationships/image" Target="../media/image2407.png"/><Relationship Id="rId33" Type="http://schemas.openxmlformats.org/officeDocument/2006/relationships/image" Target="../media/image2411.png"/><Relationship Id="rId38" Type="http://schemas.openxmlformats.org/officeDocument/2006/relationships/customXml" Target="../ink/ink3363.xml"/><Relationship Id="rId46" Type="http://schemas.openxmlformats.org/officeDocument/2006/relationships/customXml" Target="../ink/ink3367.xml"/><Relationship Id="rId20" Type="http://schemas.openxmlformats.org/officeDocument/2006/relationships/customXml" Target="../ink/ink3354.xml"/><Relationship Id="rId41" Type="http://schemas.openxmlformats.org/officeDocument/2006/relationships/image" Target="../media/image2415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3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166998" y="747217"/>
            <a:ext cx="5857875" cy="1321516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311150" marR="5080" indent="-299085">
              <a:lnSpc>
                <a:spcPts val="4750"/>
              </a:lnSpc>
              <a:spcBef>
                <a:spcPts val="705"/>
              </a:spcBef>
            </a:pPr>
            <a:r>
              <a:rPr sz="4000" spc="175" dirty="0">
                <a:latin typeface="PT Sans" panose="020B0503020203020204" pitchFamily="34" charset="0"/>
              </a:rPr>
              <a:t>ECE</a:t>
            </a:r>
            <a:r>
              <a:rPr sz="4000" spc="190" dirty="0">
                <a:latin typeface="PT Sans" panose="020B0503020203020204" pitchFamily="34" charset="0"/>
              </a:rPr>
              <a:t> </a:t>
            </a:r>
            <a:r>
              <a:rPr sz="4000" spc="75" dirty="0">
                <a:latin typeface="PT Sans" panose="020B0503020203020204" pitchFamily="34" charset="0"/>
              </a:rPr>
              <a:t>105:</a:t>
            </a:r>
            <a:r>
              <a:rPr sz="4000" spc="175" dirty="0">
                <a:latin typeface="PT Sans" panose="020B0503020203020204" pitchFamily="34" charset="0"/>
              </a:rPr>
              <a:t> </a:t>
            </a:r>
            <a:r>
              <a:rPr sz="4000" spc="55" dirty="0">
                <a:latin typeface="PT Sans" panose="020B0503020203020204" pitchFamily="34" charset="0"/>
              </a:rPr>
              <a:t>Introduction</a:t>
            </a:r>
            <a:r>
              <a:rPr sz="4000" spc="160" dirty="0">
                <a:latin typeface="PT Sans" panose="020B0503020203020204" pitchFamily="34" charset="0"/>
              </a:rPr>
              <a:t> </a:t>
            </a:r>
            <a:r>
              <a:rPr sz="4000" spc="-25" dirty="0">
                <a:latin typeface="PT Sans" panose="020B0503020203020204" pitchFamily="34" charset="0"/>
              </a:rPr>
              <a:t>to </a:t>
            </a:r>
            <a:r>
              <a:rPr sz="4000" spc="105" dirty="0">
                <a:latin typeface="PT Sans" panose="020B0503020203020204" pitchFamily="34" charset="0"/>
              </a:rPr>
              <a:t>Electrical</a:t>
            </a:r>
            <a:r>
              <a:rPr sz="4000" spc="204" dirty="0">
                <a:latin typeface="PT Sans" panose="020B0503020203020204" pitchFamily="34" charset="0"/>
              </a:rPr>
              <a:t> </a:t>
            </a:r>
            <a:r>
              <a:rPr sz="4000" spc="105" dirty="0">
                <a:latin typeface="PT Sans" panose="020B0503020203020204" pitchFamily="34" charset="0"/>
              </a:rPr>
              <a:t>Engineering</a:t>
            </a:r>
            <a:endParaRPr sz="4000">
              <a:latin typeface="PT Sans" panose="020B0503020203020204" pitchFamily="34" charset="0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815966" y="3361905"/>
            <a:ext cx="2560320" cy="1754904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065" marR="5080" indent="1905" algn="ctr">
              <a:lnSpc>
                <a:spcPct val="119800"/>
              </a:lnSpc>
              <a:spcBef>
                <a:spcPts val="110"/>
              </a:spcBef>
            </a:pPr>
            <a:r>
              <a:rPr sz="2400" dirty="0">
                <a:latin typeface="PT Sans" panose="020B0503020203020204" pitchFamily="34" charset="0"/>
                <a:cs typeface="Calibri"/>
              </a:rPr>
              <a:t>Lecture</a:t>
            </a:r>
            <a:r>
              <a:rPr sz="2400" spc="345" dirty="0">
                <a:latin typeface="PT Sans" panose="020B0503020203020204" pitchFamily="34" charset="0"/>
                <a:cs typeface="Calibri"/>
              </a:rPr>
              <a:t> </a:t>
            </a:r>
            <a:r>
              <a:rPr sz="2400" spc="70" dirty="0">
                <a:latin typeface="PT Sans" panose="020B0503020203020204" pitchFamily="34" charset="0"/>
                <a:cs typeface="Calibri"/>
              </a:rPr>
              <a:t>1</a:t>
            </a:r>
            <a:r>
              <a:rPr lang="en-US" sz="2400" spc="70" dirty="0">
                <a:latin typeface="PT Sans" panose="020B0503020203020204" pitchFamily="34" charset="0"/>
                <a:cs typeface="Calibri"/>
              </a:rPr>
              <a:t>9-20</a:t>
            </a:r>
            <a:r>
              <a:rPr sz="2400" spc="70" dirty="0">
                <a:latin typeface="PT Sans" panose="020B0503020203020204" pitchFamily="34" charset="0"/>
                <a:cs typeface="Calibri"/>
              </a:rPr>
              <a:t> </a:t>
            </a:r>
            <a:r>
              <a:rPr sz="2400" spc="50" dirty="0">
                <a:latin typeface="PT Sans" panose="020B0503020203020204" pitchFamily="34" charset="0"/>
                <a:cs typeface="Calibri"/>
              </a:rPr>
              <a:t>Neural</a:t>
            </a:r>
            <a:r>
              <a:rPr sz="2400" spc="130" dirty="0">
                <a:latin typeface="PT Sans" panose="020B0503020203020204" pitchFamily="34" charset="0"/>
                <a:cs typeface="Calibri"/>
              </a:rPr>
              <a:t> </a:t>
            </a:r>
            <a:r>
              <a:rPr sz="2400" spc="-10" dirty="0">
                <a:latin typeface="PT Sans" panose="020B0503020203020204" pitchFamily="34" charset="0"/>
                <a:cs typeface="Calibri"/>
              </a:rPr>
              <a:t>Networks </a:t>
            </a:r>
            <a:r>
              <a:rPr sz="2400" dirty="0">
                <a:latin typeface="PT Sans" panose="020B0503020203020204" pitchFamily="34" charset="0"/>
                <a:cs typeface="Calibri"/>
              </a:rPr>
              <a:t>Yasser</a:t>
            </a:r>
            <a:r>
              <a:rPr sz="2400" spc="270" dirty="0">
                <a:latin typeface="PT Sans" panose="020B0503020203020204" pitchFamily="34" charset="0"/>
                <a:cs typeface="Calibri"/>
              </a:rPr>
              <a:t> </a:t>
            </a:r>
            <a:r>
              <a:rPr sz="2400" spc="80" dirty="0">
                <a:latin typeface="PT Sans" panose="020B0503020203020204" pitchFamily="34" charset="0"/>
                <a:cs typeface="Calibri"/>
              </a:rPr>
              <a:t>Khan </a:t>
            </a:r>
            <a:r>
              <a:rPr sz="2400" dirty="0">
                <a:latin typeface="PT Sans" panose="020B0503020203020204" pitchFamily="34" charset="0"/>
                <a:cs typeface="Calibri"/>
              </a:rPr>
              <a:t>Rehan</a:t>
            </a:r>
            <a:r>
              <a:rPr sz="2400" spc="275" dirty="0">
                <a:latin typeface="PT Sans" panose="020B0503020203020204" pitchFamily="34" charset="0"/>
                <a:cs typeface="Calibri"/>
              </a:rPr>
              <a:t> </a:t>
            </a:r>
            <a:r>
              <a:rPr sz="2400" spc="55" dirty="0">
                <a:latin typeface="PT Sans" panose="020B0503020203020204" pitchFamily="34" charset="0"/>
                <a:cs typeface="Calibri"/>
              </a:rPr>
              <a:t>Kapadia</a:t>
            </a:r>
            <a:endParaRPr sz="2400" dirty="0">
              <a:latin typeface="PT Sans" panose="020B0503020203020204" pitchFamily="34" charset="0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29C7C-A5C3-A8C4-55F2-36C8B35D6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F7B3157B-7D1E-B8BF-4CFD-8A3D2511DD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8739" y="14986"/>
            <a:ext cx="1032827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40" dirty="0">
                <a:latin typeface="PT Sans" panose="020B0503020203020204" pitchFamily="34" charset="0"/>
              </a:rPr>
              <a:t>Timeframe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1BC165FE-2E6C-46DC-251A-5E38630C974F}"/>
              </a:ext>
            </a:extLst>
          </p:cNvPr>
          <p:cNvSpPr txBox="1"/>
          <p:nvPr/>
        </p:nvSpPr>
        <p:spPr>
          <a:xfrm>
            <a:off x="1176324" y="913046"/>
            <a:ext cx="7631430" cy="4287071"/>
          </a:xfrm>
          <a:prstGeom prst="rect">
            <a:avLst/>
          </a:prstGeom>
        </p:spPr>
        <p:txBody>
          <a:bodyPr vert="horz" wrap="square" lIns="0" tIns="5461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430"/>
              </a:spcBef>
              <a:buFont typeface="Arial"/>
              <a:buChar char="•"/>
              <a:tabLst>
                <a:tab pos="240665" algn="l"/>
              </a:tabLst>
            </a:pPr>
            <a:r>
              <a:rPr sz="2000" dirty="0">
                <a:latin typeface="PT Sans" panose="020B0503020203020204" pitchFamily="34" charset="0"/>
                <a:cs typeface="Calibri"/>
              </a:rPr>
              <a:t>1943:</a:t>
            </a:r>
            <a:r>
              <a:rPr sz="2000" spc="18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55" dirty="0">
                <a:latin typeface="PT Sans" panose="020B0503020203020204" pitchFamily="34" charset="0"/>
                <a:cs typeface="Calibri"/>
              </a:rPr>
              <a:t>McCulloch–Pitts</a:t>
            </a:r>
            <a:r>
              <a:rPr sz="200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-10" dirty="0">
                <a:latin typeface="PT Sans" panose="020B0503020203020204" pitchFamily="34" charset="0"/>
                <a:cs typeface="Calibri"/>
              </a:rPr>
              <a:t>“neuron”</a:t>
            </a:r>
            <a:endParaRPr sz="2000">
              <a:latin typeface="PT Sans" panose="020B0503020203020204" pitchFamily="34" charset="0"/>
              <a:cs typeface="Calibri"/>
            </a:endParaRPr>
          </a:p>
          <a:p>
            <a:pPr marL="697865" lvl="1" indent="-228600">
              <a:lnSpc>
                <a:spcPct val="100000"/>
              </a:lnSpc>
              <a:spcBef>
                <a:spcPts val="295"/>
              </a:spcBef>
              <a:buFont typeface="Arial"/>
              <a:buChar char="•"/>
              <a:tabLst>
                <a:tab pos="6978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Started</a:t>
            </a:r>
            <a:r>
              <a:rPr sz="1800" spc="17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the</a:t>
            </a:r>
            <a:r>
              <a:rPr sz="1800" spc="19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field</a:t>
            </a:r>
            <a:endParaRPr sz="1800">
              <a:latin typeface="PT Sans" panose="020B0503020203020204" pitchFamily="34" charset="0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50"/>
              </a:spcBef>
              <a:buFont typeface="Arial"/>
              <a:buChar char="•"/>
              <a:tabLst>
                <a:tab pos="240665" algn="l"/>
              </a:tabLst>
            </a:pPr>
            <a:r>
              <a:rPr sz="2000" dirty="0">
                <a:latin typeface="PT Sans" panose="020B0503020203020204" pitchFamily="34" charset="0"/>
                <a:cs typeface="Calibri"/>
              </a:rPr>
              <a:t>1962:</a:t>
            </a:r>
            <a:r>
              <a:rPr sz="2000" spc="19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Rosenblatt’s</a:t>
            </a:r>
            <a:r>
              <a:rPr sz="2000" spc="19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-10" dirty="0">
                <a:latin typeface="PT Sans" panose="020B0503020203020204" pitchFamily="34" charset="0"/>
                <a:cs typeface="Calibri"/>
              </a:rPr>
              <a:t>perceptron</a:t>
            </a:r>
            <a:endParaRPr sz="2000">
              <a:latin typeface="PT Sans" panose="020B0503020203020204" pitchFamily="34" charset="0"/>
              <a:cs typeface="Calibri"/>
            </a:endParaRPr>
          </a:p>
          <a:p>
            <a:pPr marL="697865" lvl="1" indent="-228600">
              <a:lnSpc>
                <a:spcPct val="100000"/>
              </a:lnSpc>
              <a:spcBef>
                <a:spcPts val="300"/>
              </a:spcBef>
              <a:buFont typeface="Arial"/>
              <a:buChar char="•"/>
              <a:tabLst>
                <a:tab pos="6978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Learned</a:t>
            </a:r>
            <a:r>
              <a:rPr sz="1800" spc="21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its</a:t>
            </a:r>
            <a:r>
              <a:rPr sz="1800" spc="25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own</a:t>
            </a:r>
            <a:r>
              <a:rPr sz="1800" spc="24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weight</a:t>
            </a:r>
            <a:r>
              <a:rPr sz="1800" spc="229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values;</a:t>
            </a:r>
            <a:r>
              <a:rPr sz="1800" spc="229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convergence</a:t>
            </a:r>
            <a:r>
              <a:rPr sz="1800" spc="22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proof</a:t>
            </a:r>
            <a:endParaRPr sz="1800">
              <a:latin typeface="PT Sans" panose="020B0503020203020204" pitchFamily="34" charset="0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45"/>
              </a:spcBef>
              <a:buFont typeface="Arial"/>
              <a:buChar char="•"/>
              <a:tabLst>
                <a:tab pos="240665" algn="l"/>
              </a:tabLst>
            </a:pPr>
            <a:r>
              <a:rPr sz="2000" dirty="0">
                <a:latin typeface="PT Sans" panose="020B0503020203020204" pitchFamily="34" charset="0"/>
                <a:cs typeface="Calibri"/>
              </a:rPr>
              <a:t>1969:</a:t>
            </a:r>
            <a:r>
              <a:rPr sz="2000" spc="15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Minsky</a:t>
            </a:r>
            <a:r>
              <a:rPr sz="2000" spc="9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254" dirty="0">
                <a:latin typeface="PT Sans" panose="020B0503020203020204" pitchFamily="34" charset="0"/>
                <a:cs typeface="Calibri"/>
              </a:rPr>
              <a:t>&amp;</a:t>
            </a:r>
            <a:r>
              <a:rPr sz="2000" spc="17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Papert</a:t>
            </a:r>
            <a:r>
              <a:rPr sz="2000" spc="16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book</a:t>
            </a:r>
            <a:r>
              <a:rPr sz="2000" spc="9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on</a:t>
            </a:r>
            <a:r>
              <a:rPr sz="2000" spc="19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-10" dirty="0">
                <a:latin typeface="PT Sans" panose="020B0503020203020204" pitchFamily="34" charset="0"/>
                <a:cs typeface="Calibri"/>
              </a:rPr>
              <a:t>perceptrons</a:t>
            </a:r>
            <a:endParaRPr sz="2000">
              <a:latin typeface="PT Sans" panose="020B0503020203020204" pitchFamily="34" charset="0"/>
              <a:cs typeface="Calibri"/>
            </a:endParaRPr>
          </a:p>
          <a:p>
            <a:pPr marL="697865" lvl="1" indent="-228600">
              <a:lnSpc>
                <a:spcPct val="100000"/>
              </a:lnSpc>
              <a:spcBef>
                <a:spcPts val="295"/>
              </a:spcBef>
              <a:buFont typeface="Arial"/>
              <a:buChar char="•"/>
              <a:tabLst>
                <a:tab pos="6978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Proved</a:t>
            </a:r>
            <a:r>
              <a:rPr sz="1800" spc="19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limitations</a:t>
            </a:r>
            <a:r>
              <a:rPr sz="1800" spc="229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of</a:t>
            </a:r>
            <a:r>
              <a:rPr sz="1800" spc="21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65" dirty="0">
                <a:latin typeface="PT Sans" panose="020B0503020203020204" pitchFamily="34" charset="0"/>
                <a:cs typeface="Calibri"/>
              </a:rPr>
              <a:t>single-</a:t>
            </a:r>
            <a:r>
              <a:rPr sz="1800" dirty="0">
                <a:latin typeface="PT Sans" panose="020B0503020203020204" pitchFamily="34" charset="0"/>
                <a:cs typeface="Calibri"/>
              </a:rPr>
              <a:t>layer</a:t>
            </a:r>
            <a:r>
              <a:rPr sz="1800" spc="21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perceptron</a:t>
            </a:r>
            <a:r>
              <a:rPr sz="1800" spc="21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networks</a:t>
            </a:r>
            <a:endParaRPr sz="1800">
              <a:latin typeface="PT Sans" panose="020B0503020203020204" pitchFamily="34" charset="0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50"/>
              </a:spcBef>
              <a:buFont typeface="Arial"/>
              <a:buChar char="•"/>
              <a:tabLst>
                <a:tab pos="240665" algn="l"/>
              </a:tabLst>
            </a:pPr>
            <a:r>
              <a:rPr sz="2000" dirty="0">
                <a:latin typeface="PT Sans" panose="020B0503020203020204" pitchFamily="34" charset="0"/>
                <a:cs typeface="Calibri"/>
              </a:rPr>
              <a:t>1982:</a:t>
            </a:r>
            <a:r>
              <a:rPr sz="2000" spc="254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Hopfield</a:t>
            </a:r>
            <a:r>
              <a:rPr sz="2000" spc="27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and</a:t>
            </a:r>
            <a:r>
              <a:rPr sz="2000" spc="27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convergence</a:t>
            </a:r>
            <a:r>
              <a:rPr sz="2000" spc="28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50" dirty="0">
                <a:latin typeface="PT Sans" panose="020B0503020203020204" pitchFamily="34" charset="0"/>
                <a:cs typeface="Calibri"/>
              </a:rPr>
              <a:t>in</a:t>
            </a:r>
            <a:r>
              <a:rPr sz="2000" spc="27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symmetric</a:t>
            </a:r>
            <a:r>
              <a:rPr sz="2000" spc="16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-10" dirty="0">
                <a:latin typeface="PT Sans" panose="020B0503020203020204" pitchFamily="34" charset="0"/>
                <a:cs typeface="Calibri"/>
              </a:rPr>
              <a:t>networks</a:t>
            </a:r>
            <a:endParaRPr sz="2000">
              <a:latin typeface="PT Sans" panose="020B0503020203020204" pitchFamily="34" charset="0"/>
              <a:cs typeface="Calibri"/>
            </a:endParaRPr>
          </a:p>
          <a:p>
            <a:pPr marL="697865" lvl="1" indent="-228600">
              <a:lnSpc>
                <a:spcPct val="100000"/>
              </a:lnSpc>
              <a:spcBef>
                <a:spcPts val="295"/>
              </a:spcBef>
              <a:buFont typeface="Arial"/>
              <a:buChar char="•"/>
              <a:tabLst>
                <a:tab pos="6978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Introduced</a:t>
            </a:r>
            <a:r>
              <a:rPr sz="1800" spc="36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energy-function</a:t>
            </a:r>
            <a:r>
              <a:rPr sz="1800" spc="40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concept</a:t>
            </a:r>
            <a:endParaRPr sz="1800">
              <a:latin typeface="PT Sans" panose="020B0503020203020204" pitchFamily="34" charset="0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50"/>
              </a:spcBef>
              <a:buFont typeface="Arial"/>
              <a:buChar char="•"/>
              <a:tabLst>
                <a:tab pos="240665" algn="l"/>
              </a:tabLst>
            </a:pPr>
            <a:r>
              <a:rPr sz="2000" spc="10" dirty="0">
                <a:latin typeface="PT Sans" panose="020B0503020203020204" pitchFamily="34" charset="0"/>
                <a:cs typeface="Calibri"/>
              </a:rPr>
              <a:t>1986:</a:t>
            </a:r>
            <a:r>
              <a:rPr sz="2000" spc="25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10" dirty="0">
                <a:latin typeface="PT Sans" panose="020B0503020203020204" pitchFamily="34" charset="0"/>
                <a:cs typeface="Calibri"/>
              </a:rPr>
              <a:t>Backpropagation</a:t>
            </a:r>
            <a:r>
              <a:rPr sz="2000" spc="22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10" dirty="0">
                <a:latin typeface="PT Sans" panose="020B0503020203020204" pitchFamily="34" charset="0"/>
                <a:cs typeface="Calibri"/>
              </a:rPr>
              <a:t>of</a:t>
            </a:r>
            <a:r>
              <a:rPr sz="2000" spc="27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-10" dirty="0">
                <a:latin typeface="PT Sans" panose="020B0503020203020204" pitchFamily="34" charset="0"/>
                <a:cs typeface="Calibri"/>
              </a:rPr>
              <a:t>errors</a:t>
            </a:r>
            <a:endParaRPr sz="2000">
              <a:latin typeface="PT Sans" panose="020B0503020203020204" pitchFamily="34" charset="0"/>
              <a:cs typeface="Calibri"/>
            </a:endParaRPr>
          </a:p>
          <a:p>
            <a:pPr marL="697865" lvl="1" indent="-228600">
              <a:lnSpc>
                <a:spcPct val="100000"/>
              </a:lnSpc>
              <a:spcBef>
                <a:spcPts val="295"/>
              </a:spcBef>
              <a:buFont typeface="Arial"/>
              <a:buChar char="•"/>
              <a:tabLst>
                <a:tab pos="6978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Method</a:t>
            </a:r>
            <a:r>
              <a:rPr sz="1800" spc="204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for</a:t>
            </a:r>
            <a:r>
              <a:rPr sz="1800" spc="21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training</a:t>
            </a:r>
            <a:r>
              <a:rPr sz="1800" spc="24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multilayer</a:t>
            </a:r>
            <a:r>
              <a:rPr sz="1800" spc="21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networks</a:t>
            </a:r>
            <a:endParaRPr sz="1800">
              <a:latin typeface="PT Sans" panose="020B0503020203020204" pitchFamily="34" charset="0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50"/>
              </a:spcBef>
              <a:buFont typeface="Arial"/>
              <a:buChar char="•"/>
              <a:tabLst>
                <a:tab pos="240665" algn="l"/>
              </a:tabLst>
            </a:pPr>
            <a:r>
              <a:rPr sz="2000" spc="10" dirty="0">
                <a:latin typeface="PT Sans" panose="020B0503020203020204" pitchFamily="34" charset="0"/>
                <a:cs typeface="Calibri"/>
              </a:rPr>
              <a:t>Present:</a:t>
            </a:r>
            <a:r>
              <a:rPr sz="2000" spc="17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10" dirty="0">
                <a:latin typeface="PT Sans" panose="020B0503020203020204" pitchFamily="34" charset="0"/>
                <a:cs typeface="Calibri"/>
              </a:rPr>
              <a:t>Probabilistic</a:t>
            </a:r>
            <a:r>
              <a:rPr sz="2000" spc="9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10" dirty="0">
                <a:latin typeface="PT Sans" panose="020B0503020203020204" pitchFamily="34" charset="0"/>
                <a:cs typeface="Calibri"/>
              </a:rPr>
              <a:t>interpretations,</a:t>
            </a:r>
            <a:r>
              <a:rPr sz="2000" spc="-1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10" dirty="0">
                <a:latin typeface="PT Sans" panose="020B0503020203020204" pitchFamily="34" charset="0"/>
                <a:cs typeface="Calibri"/>
              </a:rPr>
              <a:t>Bayesian</a:t>
            </a:r>
            <a:r>
              <a:rPr sz="2000" spc="17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10" dirty="0">
                <a:latin typeface="PT Sans" panose="020B0503020203020204" pitchFamily="34" charset="0"/>
                <a:cs typeface="Calibri"/>
              </a:rPr>
              <a:t>and</a:t>
            </a:r>
            <a:r>
              <a:rPr sz="2000" spc="19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55" dirty="0">
                <a:latin typeface="PT Sans" panose="020B0503020203020204" pitchFamily="34" charset="0"/>
                <a:cs typeface="Calibri"/>
              </a:rPr>
              <a:t>spiking</a:t>
            </a:r>
            <a:r>
              <a:rPr sz="2000" spc="229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-10" dirty="0">
                <a:latin typeface="PT Sans" panose="020B0503020203020204" pitchFamily="34" charset="0"/>
                <a:cs typeface="Calibri"/>
              </a:rPr>
              <a:t>networks</a:t>
            </a:r>
            <a:endParaRPr sz="2000">
              <a:latin typeface="PT Sans" panose="020B0503020203020204" pitchFamily="34" charset="0"/>
              <a:cs typeface="Calibri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73F6DE-8AA4-18B6-9F93-C1FD8DE425C2}"/>
              </a:ext>
            </a:extLst>
          </p:cNvPr>
          <p:cNvGrpSpPr/>
          <p:nvPr/>
        </p:nvGrpSpPr>
        <p:grpSpPr>
          <a:xfrm>
            <a:off x="9288964" y="1216811"/>
            <a:ext cx="1267200" cy="3137760"/>
            <a:chOff x="9288964" y="1216811"/>
            <a:chExt cx="1267200" cy="3137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92052A8B-1F51-4BD2-00F5-67B42E64168E}"/>
                    </a:ext>
                  </a:extLst>
                </p14:cNvPr>
                <p14:cNvContentPartPr/>
                <p14:nvPr/>
              </p14:nvContentPartPr>
              <p14:xfrm>
                <a:off x="9288964" y="1216811"/>
                <a:ext cx="1267200" cy="104832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92052A8B-1F51-4BD2-00F5-67B42E64168E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271324" y="1198811"/>
                  <a:ext cx="1302840" cy="10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CFFD5EEA-FE69-F01A-3492-BA2FC9463691}"/>
                    </a:ext>
                  </a:extLst>
                </p14:cNvPr>
                <p14:cNvContentPartPr/>
                <p14:nvPr/>
              </p14:nvContentPartPr>
              <p14:xfrm>
                <a:off x="9888724" y="1609211"/>
                <a:ext cx="90720" cy="1126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CFFD5EEA-FE69-F01A-3492-BA2FC946369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871084" y="1591211"/>
                  <a:ext cx="12636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527213D-A6DD-B956-C74D-E4E2A3FC4F74}"/>
                    </a:ext>
                  </a:extLst>
                </p14:cNvPr>
                <p14:cNvContentPartPr/>
                <p14:nvPr/>
              </p14:nvContentPartPr>
              <p14:xfrm>
                <a:off x="9953524" y="2113571"/>
                <a:ext cx="128520" cy="22410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527213D-A6DD-B956-C74D-E4E2A3FC4F7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935524" y="2095931"/>
                  <a:ext cx="164160" cy="227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A375129-E900-E2E0-CF7E-1A838982F1A1}"/>
                    </a:ext>
                  </a:extLst>
                </p14:cNvPr>
                <p14:cNvContentPartPr/>
                <p14:nvPr/>
              </p14:nvContentPartPr>
              <p14:xfrm>
                <a:off x="9386524" y="2539451"/>
                <a:ext cx="578160" cy="2858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A375129-E900-E2E0-CF7E-1A838982F1A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9368884" y="2521451"/>
                  <a:ext cx="61380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C105526-EC62-4182-7768-7EF2162D8D77}"/>
                    </a:ext>
                  </a:extLst>
                </p14:cNvPr>
                <p14:cNvContentPartPr/>
                <p14:nvPr/>
              </p14:nvContentPartPr>
              <p14:xfrm>
                <a:off x="9976204" y="2651411"/>
                <a:ext cx="435240" cy="1623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C105526-EC62-4182-7768-7EF2162D8D7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958564" y="2633411"/>
                  <a:ext cx="47088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4D3C8D4-C43A-712D-B0B9-67486A9CE35F}"/>
                    </a:ext>
                  </a:extLst>
                </p14:cNvPr>
                <p14:cNvContentPartPr/>
                <p14:nvPr/>
              </p14:nvContentPartPr>
              <p14:xfrm>
                <a:off x="9582364" y="3351611"/>
                <a:ext cx="442800" cy="4633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4D3C8D4-C43A-712D-B0B9-67486A9CE35F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564364" y="3333971"/>
                  <a:ext cx="478440" cy="49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12F4BB9-4BFC-F03E-3804-38BDE2D009CF}"/>
                    </a:ext>
                  </a:extLst>
                </p14:cNvPr>
                <p14:cNvContentPartPr/>
                <p14:nvPr/>
              </p14:nvContentPartPr>
              <p14:xfrm>
                <a:off x="10155124" y="3636371"/>
                <a:ext cx="241200" cy="1483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12F4BB9-4BFC-F03E-3804-38BDE2D009C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0137124" y="3618731"/>
                  <a:ext cx="27684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66B3C26-97EF-76B2-23C2-2B284476FF7E}"/>
                    </a:ext>
                  </a:extLst>
                </p14:cNvPr>
                <p14:cNvContentPartPr/>
                <p14:nvPr/>
              </p14:nvContentPartPr>
              <p14:xfrm>
                <a:off x="9664084" y="1278011"/>
                <a:ext cx="138600" cy="954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66B3C26-97EF-76B2-23C2-2B284476FF7E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646444" y="1260011"/>
                  <a:ext cx="17424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C6A97641-123E-BD3F-0629-447D93A5AFC3}"/>
                    </a:ext>
                  </a:extLst>
                </p14:cNvPr>
                <p14:cNvContentPartPr/>
                <p14:nvPr/>
              </p14:nvContentPartPr>
              <p14:xfrm>
                <a:off x="9769564" y="1494371"/>
                <a:ext cx="308520" cy="3409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C6A97641-123E-BD3F-0629-447D93A5AFC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751564" y="1476371"/>
                  <a:ext cx="344160" cy="37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39BBC9C-2855-5861-6480-7E1EECF591DE}"/>
              </a:ext>
            </a:extLst>
          </p:cNvPr>
          <p:cNvGrpSpPr/>
          <p:nvPr/>
        </p:nvGrpSpPr>
        <p:grpSpPr>
          <a:xfrm>
            <a:off x="8624764" y="749171"/>
            <a:ext cx="1175400" cy="659160"/>
            <a:chOff x="8624764" y="749171"/>
            <a:chExt cx="1175400" cy="659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CC464063-952E-F6FC-219F-C2C74027C2F8}"/>
                    </a:ext>
                  </a:extLst>
                </p14:cNvPr>
                <p14:cNvContentPartPr/>
                <p14:nvPr/>
              </p14:nvContentPartPr>
              <p14:xfrm>
                <a:off x="8624764" y="749171"/>
                <a:ext cx="1165320" cy="6141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CC464063-952E-F6FC-219F-C2C74027C2F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606764" y="731531"/>
                  <a:ext cx="1200960" cy="64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3DF558E-3D93-E712-5948-FEF533C94C91}"/>
                    </a:ext>
                  </a:extLst>
                </p14:cNvPr>
                <p14:cNvContentPartPr/>
                <p14:nvPr/>
              </p14:nvContentPartPr>
              <p14:xfrm>
                <a:off x="9539884" y="930611"/>
                <a:ext cx="260280" cy="4777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3DF558E-3D93-E712-5948-FEF533C94C9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521884" y="912971"/>
                  <a:ext cx="295920" cy="51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5F7E500-991E-6F2B-AA9F-5596129402D6}"/>
              </a:ext>
            </a:extLst>
          </p:cNvPr>
          <p:cNvGrpSpPr/>
          <p:nvPr/>
        </p:nvGrpSpPr>
        <p:grpSpPr>
          <a:xfrm>
            <a:off x="10410364" y="891371"/>
            <a:ext cx="774360" cy="615960"/>
            <a:chOff x="10410364" y="891371"/>
            <a:chExt cx="774360" cy="615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EA5B500-1A26-7F24-44F3-9DA36D44C91F}"/>
                    </a:ext>
                  </a:extLst>
                </p14:cNvPr>
                <p14:cNvContentPartPr/>
                <p14:nvPr/>
              </p14:nvContentPartPr>
              <p14:xfrm>
                <a:off x="10505404" y="891371"/>
                <a:ext cx="679320" cy="4820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EA5B500-1A26-7F24-44F3-9DA36D44C91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487764" y="873371"/>
                  <a:ext cx="714960" cy="51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75E5812-9322-2402-527C-23FA3AA4817F}"/>
                    </a:ext>
                  </a:extLst>
                </p14:cNvPr>
                <p14:cNvContentPartPr/>
                <p14:nvPr/>
              </p14:nvContentPartPr>
              <p14:xfrm>
                <a:off x="10410364" y="1144811"/>
                <a:ext cx="152640" cy="3625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75E5812-9322-2402-527C-23FA3AA4817F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0392724" y="1126811"/>
                  <a:ext cx="188280" cy="39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C02BF9DF-44D9-6CE4-DA38-98C859AF10BF}"/>
              </a:ext>
            </a:extLst>
          </p:cNvPr>
          <p:cNvGrpSpPr/>
          <p:nvPr/>
        </p:nvGrpSpPr>
        <p:grpSpPr>
          <a:xfrm>
            <a:off x="10448164" y="1802531"/>
            <a:ext cx="785520" cy="339120"/>
            <a:chOff x="10448164" y="1802531"/>
            <a:chExt cx="785520" cy="339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967F89D-905B-694F-A1C5-59D04CC7AAFB}"/>
                    </a:ext>
                  </a:extLst>
                </p14:cNvPr>
                <p14:cNvContentPartPr/>
                <p14:nvPr/>
              </p14:nvContentPartPr>
              <p14:xfrm>
                <a:off x="10494604" y="1879931"/>
                <a:ext cx="739080" cy="2091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967F89D-905B-694F-A1C5-59D04CC7AAF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476964" y="1861931"/>
                  <a:ext cx="77472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FCF4559-9504-17D6-5E5F-EF8F36B0503E}"/>
                    </a:ext>
                  </a:extLst>
                </p14:cNvPr>
                <p14:cNvContentPartPr/>
                <p14:nvPr/>
              </p14:nvContentPartPr>
              <p14:xfrm>
                <a:off x="10448164" y="1850051"/>
                <a:ext cx="140040" cy="2916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FCF4559-9504-17D6-5E5F-EF8F36B0503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0430164" y="1832051"/>
                  <a:ext cx="17568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C79825A-2050-9696-64EA-9B4A9BEED8A4}"/>
                    </a:ext>
                  </a:extLst>
                </p14:cNvPr>
                <p14:cNvContentPartPr/>
                <p14:nvPr/>
              </p14:nvContentPartPr>
              <p14:xfrm>
                <a:off x="10486684" y="1802531"/>
                <a:ext cx="342360" cy="572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C79825A-2050-9696-64EA-9B4A9BEED8A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469044" y="1784891"/>
                  <a:ext cx="378000" cy="92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949692C-0C11-F42C-C63D-7DF176DF83EA}"/>
              </a:ext>
            </a:extLst>
          </p:cNvPr>
          <p:cNvGrpSpPr/>
          <p:nvPr/>
        </p:nvGrpSpPr>
        <p:grpSpPr>
          <a:xfrm>
            <a:off x="8394004" y="1737011"/>
            <a:ext cx="1026720" cy="389160"/>
            <a:chOff x="8394004" y="1737011"/>
            <a:chExt cx="1026720" cy="389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AE5093A-2A71-793A-7DC2-726351D3DD5D}"/>
                    </a:ext>
                  </a:extLst>
                </p14:cNvPr>
                <p14:cNvContentPartPr/>
                <p14:nvPr/>
              </p14:nvContentPartPr>
              <p14:xfrm>
                <a:off x="8394004" y="1835291"/>
                <a:ext cx="932400" cy="1548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AE5093A-2A71-793A-7DC2-726351D3DD5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376004" y="1817651"/>
                  <a:ext cx="96804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BA5CA02-0CE6-6AEA-6A3B-6CF78A14C6AA}"/>
                    </a:ext>
                  </a:extLst>
                </p14:cNvPr>
                <p14:cNvContentPartPr/>
                <p14:nvPr/>
              </p14:nvContentPartPr>
              <p14:xfrm>
                <a:off x="9263044" y="1737011"/>
                <a:ext cx="157680" cy="3891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BA5CA02-0CE6-6AEA-6A3B-6CF78A14C6AA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245404" y="1719371"/>
                  <a:ext cx="193320" cy="424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F4E5CFB-21BE-5D5F-3B78-D53F332F87FF}"/>
              </a:ext>
            </a:extLst>
          </p:cNvPr>
          <p:cNvGrpSpPr/>
          <p:nvPr/>
        </p:nvGrpSpPr>
        <p:grpSpPr>
          <a:xfrm>
            <a:off x="9895924" y="4303451"/>
            <a:ext cx="650160" cy="1493280"/>
            <a:chOff x="9895924" y="4303451"/>
            <a:chExt cx="650160" cy="1493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B5A75BC9-FBAE-FD1D-0079-A3C18FCD303D}"/>
                    </a:ext>
                  </a:extLst>
                </p14:cNvPr>
                <p14:cNvContentPartPr/>
                <p14:nvPr/>
              </p14:nvContentPartPr>
              <p14:xfrm>
                <a:off x="9943804" y="4303451"/>
                <a:ext cx="339120" cy="14234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B5A75BC9-FBAE-FD1D-0079-A3C18FCD303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881164" y="4240451"/>
                  <a:ext cx="464760" cy="154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FA961B4-85B8-4C74-DBC5-4C9A963167FC}"/>
                    </a:ext>
                  </a:extLst>
                </p14:cNvPr>
                <p14:cNvContentPartPr/>
                <p14:nvPr/>
              </p14:nvContentPartPr>
              <p14:xfrm>
                <a:off x="9895924" y="5422691"/>
                <a:ext cx="650160" cy="3740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FA961B4-85B8-4C74-DBC5-4C9A963167F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833284" y="5359691"/>
                  <a:ext cx="775800" cy="499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C30E23F2-C266-06C1-4EAA-46AE25AA3C07}"/>
              </a:ext>
            </a:extLst>
          </p:cNvPr>
          <p:cNvGrpSpPr/>
          <p:nvPr/>
        </p:nvGrpSpPr>
        <p:grpSpPr>
          <a:xfrm>
            <a:off x="7667884" y="621731"/>
            <a:ext cx="1111320" cy="431640"/>
            <a:chOff x="7667884" y="621731"/>
            <a:chExt cx="1111320" cy="431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2971CC8-06C3-C307-B281-2B23E2B9BB6B}"/>
                    </a:ext>
                  </a:extLst>
                </p14:cNvPr>
                <p14:cNvContentPartPr/>
                <p14:nvPr/>
              </p14:nvContentPartPr>
              <p14:xfrm>
                <a:off x="7703884" y="621731"/>
                <a:ext cx="44280" cy="3139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2971CC8-06C3-C307-B281-2B23E2B9BB6B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685884" y="604091"/>
                  <a:ext cx="7992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72283C46-224E-E424-B731-FE2188AAAD0E}"/>
                    </a:ext>
                  </a:extLst>
                </p14:cNvPr>
                <p14:cNvContentPartPr/>
                <p14:nvPr/>
              </p14:nvContentPartPr>
              <p14:xfrm>
                <a:off x="7667884" y="920171"/>
                <a:ext cx="87840" cy="424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72283C46-224E-E424-B731-FE2188AAAD0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649884" y="902171"/>
                  <a:ext cx="12348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200A6A8-C7EE-0AEF-3BCA-F0DA090933E4}"/>
                    </a:ext>
                  </a:extLst>
                </p14:cNvPr>
                <p14:cNvContentPartPr/>
                <p14:nvPr/>
              </p14:nvContentPartPr>
              <p14:xfrm>
                <a:off x="7885684" y="797411"/>
                <a:ext cx="161640" cy="1796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200A6A8-C7EE-0AEF-3BCA-F0DA090933E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867684" y="779771"/>
                  <a:ext cx="19728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0DCF7EB7-B4E5-E3CE-B0C2-1D31D059B6B9}"/>
                    </a:ext>
                  </a:extLst>
                </p14:cNvPr>
                <p14:cNvContentPartPr/>
                <p14:nvPr/>
              </p14:nvContentPartPr>
              <p14:xfrm>
                <a:off x="8132284" y="858251"/>
                <a:ext cx="59400" cy="1443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0DCF7EB7-B4E5-E3CE-B0C2-1D31D059B6B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114644" y="840611"/>
                  <a:ext cx="9504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A1AF030-5976-5EAE-A34A-2D5C5ACAAEC4}"/>
                    </a:ext>
                  </a:extLst>
                </p14:cNvPr>
                <p14:cNvContentPartPr/>
                <p14:nvPr/>
              </p14:nvContentPartPr>
              <p14:xfrm>
                <a:off x="8139124" y="817931"/>
                <a:ext cx="88200" cy="846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A1AF030-5976-5EAE-A34A-2D5C5ACAAEC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121484" y="800291"/>
                  <a:ext cx="12384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37142389-FD3C-816D-775B-5EA94A438504}"/>
                    </a:ext>
                  </a:extLst>
                </p14:cNvPr>
                <p14:cNvContentPartPr/>
                <p14:nvPr/>
              </p14:nvContentPartPr>
              <p14:xfrm>
                <a:off x="8282764" y="834851"/>
                <a:ext cx="171000" cy="1152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37142389-FD3C-816D-775B-5EA94A438504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265124" y="817211"/>
                  <a:ext cx="20664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9B34CFC-A016-4229-B51F-BD8B599D7213}"/>
                    </a:ext>
                  </a:extLst>
                </p14:cNvPr>
                <p14:cNvContentPartPr/>
                <p14:nvPr/>
              </p14:nvContentPartPr>
              <p14:xfrm>
                <a:off x="8490484" y="657371"/>
                <a:ext cx="72720" cy="2559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9B34CFC-A016-4229-B51F-BD8B599D7213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472844" y="639731"/>
                  <a:ext cx="10836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ECAF8FC-7676-6400-4CC2-DEF684F3BAD6}"/>
                    </a:ext>
                  </a:extLst>
                </p14:cNvPr>
                <p14:cNvContentPartPr/>
                <p14:nvPr/>
              </p14:nvContentPartPr>
              <p14:xfrm>
                <a:off x="8478964" y="736211"/>
                <a:ext cx="79200" cy="637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ECAF8FC-7676-6400-4CC2-DEF684F3BAD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461324" y="718211"/>
                  <a:ext cx="1148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AEC0093-C0CD-B330-A770-BD9D66490891}"/>
                    </a:ext>
                  </a:extLst>
                </p14:cNvPr>
                <p14:cNvContentPartPr/>
                <p14:nvPr/>
              </p14:nvContentPartPr>
              <p14:xfrm>
                <a:off x="8762644" y="915851"/>
                <a:ext cx="16560" cy="1375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AEC0093-C0CD-B330-A770-BD9D6649089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745004" y="897851"/>
                  <a:ext cx="52200" cy="17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8D3D64F1-7679-7DE1-67C0-70CE05264462}"/>
              </a:ext>
            </a:extLst>
          </p:cNvPr>
          <p:cNvGrpSpPr/>
          <p:nvPr/>
        </p:nvGrpSpPr>
        <p:grpSpPr>
          <a:xfrm>
            <a:off x="7149484" y="1729091"/>
            <a:ext cx="1110240" cy="409320"/>
            <a:chOff x="7149484" y="1729091"/>
            <a:chExt cx="1110240" cy="409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4B02D6C-8DF1-E99F-A94C-B7041CEBE2EA}"/>
                    </a:ext>
                  </a:extLst>
                </p14:cNvPr>
                <p14:cNvContentPartPr/>
                <p14:nvPr/>
              </p14:nvContentPartPr>
              <p14:xfrm>
                <a:off x="8075764" y="1854011"/>
                <a:ext cx="183960" cy="2383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4B02D6C-8DF1-E99F-A94C-B7041CEBE2EA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058124" y="1836011"/>
                  <a:ext cx="21960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83C3AB6E-97B8-607B-49BB-18EF52313FE1}"/>
                    </a:ext>
                  </a:extLst>
                </p14:cNvPr>
                <p14:cNvContentPartPr/>
                <p14:nvPr/>
              </p14:nvContentPartPr>
              <p14:xfrm>
                <a:off x="7149484" y="1850411"/>
                <a:ext cx="79560" cy="2880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83C3AB6E-97B8-607B-49BB-18EF52313FE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131484" y="1832771"/>
                  <a:ext cx="11520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A4DBFCE8-42F1-D377-BE7B-AB59E8896460}"/>
                    </a:ext>
                  </a:extLst>
                </p14:cNvPr>
                <p14:cNvContentPartPr/>
                <p14:nvPr/>
              </p14:nvContentPartPr>
              <p14:xfrm>
                <a:off x="7336324" y="1963451"/>
                <a:ext cx="252720" cy="1054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A4DBFCE8-42F1-D377-BE7B-AB59E889646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318324" y="1945451"/>
                  <a:ext cx="28836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084B986-F783-5D26-F288-A55E1E423DFF}"/>
                    </a:ext>
                  </a:extLst>
                </p14:cNvPr>
                <p14:cNvContentPartPr/>
                <p14:nvPr/>
              </p14:nvContentPartPr>
              <p14:xfrm>
                <a:off x="7573204" y="1919891"/>
                <a:ext cx="41400" cy="565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084B986-F783-5D26-F288-A55E1E423DFF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555204" y="1902251"/>
                  <a:ext cx="7704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BE66AB8-9BD3-B028-BF6A-401C9998C7CA}"/>
                    </a:ext>
                  </a:extLst>
                </p14:cNvPr>
                <p14:cNvContentPartPr/>
                <p14:nvPr/>
              </p14:nvContentPartPr>
              <p14:xfrm>
                <a:off x="7664284" y="1916651"/>
                <a:ext cx="119520" cy="889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BE66AB8-9BD3-B028-BF6A-401C9998C7CA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646644" y="1899011"/>
                  <a:ext cx="15516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E8AF78C-8936-A0EE-5C5F-38BDD04CBABF}"/>
                    </a:ext>
                  </a:extLst>
                </p14:cNvPr>
                <p14:cNvContentPartPr/>
                <p14:nvPr/>
              </p14:nvContentPartPr>
              <p14:xfrm>
                <a:off x="7827364" y="1729091"/>
                <a:ext cx="63720" cy="2124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E8AF78C-8936-A0EE-5C5F-38BDD04CBAB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809364" y="1711091"/>
                  <a:ext cx="9936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6CCE53A-C650-5378-C60E-94D5C84CA8DE}"/>
                    </a:ext>
                  </a:extLst>
                </p14:cNvPr>
                <p14:cNvContentPartPr/>
                <p14:nvPr/>
              </p14:nvContentPartPr>
              <p14:xfrm>
                <a:off x="7781284" y="1786331"/>
                <a:ext cx="88920" cy="720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6CCE53A-C650-5378-C60E-94D5C84CA8DE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763284" y="1768331"/>
                  <a:ext cx="124560" cy="107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4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9491345F-D996-B9AC-BB16-C0E81A0D8C4F}"/>
                  </a:ext>
                </a:extLst>
              </p14:cNvPr>
              <p14:cNvContentPartPr/>
              <p14:nvPr/>
            </p14:nvContentPartPr>
            <p14:xfrm>
              <a:off x="11369044" y="847451"/>
              <a:ext cx="138960" cy="26208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9491345F-D996-B9AC-BB16-C0E81A0D8C4F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11351044" y="829811"/>
                <a:ext cx="174600" cy="297720"/>
              </a:xfrm>
              <a:prstGeom prst="rect">
                <a:avLst/>
              </a:prstGeom>
            </p:spPr>
          </p:pic>
        </mc:Fallback>
      </mc:AlternateContent>
      <p:grpSp>
        <p:nvGrpSpPr>
          <p:cNvPr id="53" name="Group 52">
            <a:extLst>
              <a:ext uri="{FF2B5EF4-FFF2-40B4-BE49-F238E27FC236}">
                <a16:creationId xmlns:a16="http://schemas.microsoft.com/office/drawing/2014/main" id="{EB2AD769-17CC-A22C-D709-BCFDD3961EDF}"/>
              </a:ext>
            </a:extLst>
          </p:cNvPr>
          <p:cNvGrpSpPr/>
          <p:nvPr/>
        </p:nvGrpSpPr>
        <p:grpSpPr>
          <a:xfrm>
            <a:off x="11412604" y="2030411"/>
            <a:ext cx="132120" cy="357840"/>
            <a:chOff x="11412604" y="2030411"/>
            <a:chExt cx="132120" cy="357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E97061D-FC23-C426-37F1-8B685DD22FFD}"/>
                    </a:ext>
                  </a:extLst>
                </p14:cNvPr>
                <p14:cNvContentPartPr/>
                <p14:nvPr/>
              </p14:nvContentPartPr>
              <p14:xfrm>
                <a:off x="11412604" y="2030411"/>
                <a:ext cx="132120" cy="1969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E97061D-FC23-C426-37F1-8B685DD22FFD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1394604" y="2012411"/>
                  <a:ext cx="16776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29FA22B-8931-17B5-8B91-9BFFAA18341D}"/>
                    </a:ext>
                  </a:extLst>
                </p14:cNvPr>
                <p14:cNvContentPartPr/>
                <p14:nvPr/>
              </p14:nvContentPartPr>
              <p14:xfrm>
                <a:off x="11511604" y="2138051"/>
                <a:ext cx="32760" cy="2502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29FA22B-8931-17B5-8B91-9BFFAA18341D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1493604" y="2120051"/>
                  <a:ext cx="68400" cy="285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A09542C1-6197-321B-79E3-ECC28929B459}"/>
              </a:ext>
            </a:extLst>
          </p:cNvPr>
          <p:cNvGrpSpPr/>
          <p:nvPr/>
        </p:nvGrpSpPr>
        <p:grpSpPr>
          <a:xfrm>
            <a:off x="9381124" y="171011"/>
            <a:ext cx="1303560" cy="959760"/>
            <a:chOff x="9381124" y="171011"/>
            <a:chExt cx="1303560" cy="959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98C44422-E8CE-8E86-F0D8-2D3DB1C9758A}"/>
                    </a:ext>
                  </a:extLst>
                </p14:cNvPr>
                <p14:cNvContentPartPr/>
                <p14:nvPr/>
              </p14:nvContentPartPr>
              <p14:xfrm>
                <a:off x="10167724" y="560531"/>
                <a:ext cx="108360" cy="5702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98C44422-E8CE-8E86-F0D8-2D3DB1C9758A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150084" y="542531"/>
                  <a:ext cx="144000" cy="60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A471DB8-0756-CF8D-8153-7479DBE7BE15}"/>
                    </a:ext>
                  </a:extLst>
                </p14:cNvPr>
                <p14:cNvContentPartPr/>
                <p14:nvPr/>
              </p14:nvContentPartPr>
              <p14:xfrm>
                <a:off x="10097524" y="1027091"/>
                <a:ext cx="179640" cy="932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A471DB8-0756-CF8D-8153-7479DBE7BE15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079884" y="1009091"/>
                  <a:ext cx="21528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687FCE4-871F-3D84-F4DC-10EDB7541DD6}"/>
                    </a:ext>
                  </a:extLst>
                </p14:cNvPr>
                <p14:cNvContentPartPr/>
                <p14:nvPr/>
              </p14:nvContentPartPr>
              <p14:xfrm>
                <a:off x="9381124" y="171011"/>
                <a:ext cx="166680" cy="2570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687FCE4-871F-3D84-F4DC-10EDB7541DD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363124" y="153011"/>
                  <a:ext cx="20232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8CD4659-D16A-A8C3-33C7-08718A1C1A20}"/>
                    </a:ext>
                  </a:extLst>
                </p14:cNvPr>
                <p14:cNvContentPartPr/>
                <p14:nvPr/>
              </p14:nvContentPartPr>
              <p14:xfrm>
                <a:off x="9568684" y="285851"/>
                <a:ext cx="114840" cy="1321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8CD4659-D16A-A8C3-33C7-08718A1C1A20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551044" y="268211"/>
                  <a:ext cx="15048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FBE8C80F-024B-17A8-CDC2-A4B1E8CB0DF2}"/>
                    </a:ext>
                  </a:extLst>
                </p14:cNvPr>
                <p14:cNvContentPartPr/>
                <p14:nvPr/>
              </p14:nvContentPartPr>
              <p14:xfrm>
                <a:off x="9736084" y="283691"/>
                <a:ext cx="223560" cy="1036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FBE8C80F-024B-17A8-CDC2-A4B1E8CB0DF2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718084" y="266051"/>
                  <a:ext cx="25920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E117B35A-9291-47BF-23C3-5E4312C01E6A}"/>
                    </a:ext>
                  </a:extLst>
                </p14:cNvPr>
                <p14:cNvContentPartPr/>
                <p14:nvPr/>
              </p14:nvContentPartPr>
              <p14:xfrm>
                <a:off x="10032724" y="327611"/>
                <a:ext cx="62640" cy="1656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E117B35A-9291-47BF-23C3-5E4312C01E6A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014724" y="309971"/>
                  <a:ext cx="9828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D1D9140-D6F2-F8D2-740E-F128B32B4F9B}"/>
                    </a:ext>
                  </a:extLst>
                </p14:cNvPr>
                <p14:cNvContentPartPr/>
                <p14:nvPr/>
              </p14:nvContentPartPr>
              <p14:xfrm>
                <a:off x="10047844" y="289451"/>
                <a:ext cx="105120" cy="1123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D1D9140-D6F2-F8D2-740E-F128B32B4F9B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029844" y="271811"/>
                  <a:ext cx="14076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F5F3B83-BCCC-4234-593D-5EDFA5F54B3D}"/>
                    </a:ext>
                  </a:extLst>
                </p14:cNvPr>
                <p14:cNvContentPartPr/>
                <p14:nvPr/>
              </p14:nvContentPartPr>
              <p14:xfrm>
                <a:off x="10218124" y="298451"/>
                <a:ext cx="134640" cy="928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F5F3B83-BCCC-4234-593D-5EDFA5F54B3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200124" y="280451"/>
                  <a:ext cx="17028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7E40D045-3899-6B8C-2203-41B9785C50A1}"/>
                    </a:ext>
                  </a:extLst>
                </p14:cNvPr>
                <p14:cNvContentPartPr/>
                <p14:nvPr/>
              </p14:nvContentPartPr>
              <p14:xfrm>
                <a:off x="10406044" y="191171"/>
                <a:ext cx="46800" cy="26136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7E40D045-3899-6B8C-2203-41B9785C50A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0388044" y="173171"/>
                  <a:ext cx="8244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9D4D46E-3D72-4DF1-B321-B7FD7F76B021}"/>
                    </a:ext>
                  </a:extLst>
                </p14:cNvPr>
                <p14:cNvContentPartPr/>
                <p14:nvPr/>
              </p14:nvContentPartPr>
              <p14:xfrm>
                <a:off x="10366084" y="270371"/>
                <a:ext cx="88200" cy="507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9D4D46E-3D72-4DF1-B321-B7FD7F76B02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0348444" y="252371"/>
                  <a:ext cx="12384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EB47ECDF-7F58-36BB-EE36-68F298B1B668}"/>
                    </a:ext>
                  </a:extLst>
                </p14:cNvPr>
                <p14:cNvContentPartPr/>
                <p14:nvPr/>
              </p14:nvContentPartPr>
              <p14:xfrm>
                <a:off x="10510084" y="268571"/>
                <a:ext cx="174600" cy="1069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EB47ECDF-7F58-36BB-EE36-68F298B1B66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492444" y="250571"/>
                  <a:ext cx="210240" cy="14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7A2E44BE-00BE-9C63-F266-AD93901A99C4}"/>
              </a:ext>
            </a:extLst>
          </p:cNvPr>
          <p:cNvGrpSpPr/>
          <p:nvPr/>
        </p:nvGrpSpPr>
        <p:grpSpPr>
          <a:xfrm>
            <a:off x="9842284" y="6204971"/>
            <a:ext cx="1383480" cy="365040"/>
            <a:chOff x="9842284" y="6204971"/>
            <a:chExt cx="1383480" cy="365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21A7992-0797-08D5-CD34-17B1998D5E44}"/>
                    </a:ext>
                  </a:extLst>
                </p14:cNvPr>
                <p14:cNvContentPartPr/>
                <p14:nvPr/>
              </p14:nvContentPartPr>
              <p14:xfrm>
                <a:off x="9842284" y="6204971"/>
                <a:ext cx="172800" cy="3034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21A7992-0797-08D5-CD34-17B1998D5E44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824644" y="6187331"/>
                  <a:ext cx="20844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12CC74EB-04D1-9A77-CB1A-FD666E32D3C9}"/>
                    </a:ext>
                  </a:extLst>
                </p14:cNvPr>
                <p14:cNvContentPartPr/>
                <p14:nvPr/>
              </p14:nvContentPartPr>
              <p14:xfrm>
                <a:off x="10122364" y="6411971"/>
                <a:ext cx="238680" cy="11880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12CC74EB-04D1-9A77-CB1A-FD666E32D3C9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0104724" y="6394331"/>
                  <a:ext cx="27432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C2706E3-A9EF-BADB-FE9C-C35788B23982}"/>
                    </a:ext>
                  </a:extLst>
                </p14:cNvPr>
                <p14:cNvContentPartPr/>
                <p14:nvPr/>
              </p14:nvContentPartPr>
              <p14:xfrm>
                <a:off x="10372564" y="6266531"/>
                <a:ext cx="117360" cy="2732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C2706E3-A9EF-BADB-FE9C-C35788B23982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354564" y="6248891"/>
                  <a:ext cx="153000" cy="30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F7051C2-BB07-BAA4-F8FA-452131F9989C}"/>
                    </a:ext>
                  </a:extLst>
                </p14:cNvPr>
                <p14:cNvContentPartPr/>
                <p14:nvPr/>
              </p14:nvContentPartPr>
              <p14:xfrm>
                <a:off x="10371124" y="6413771"/>
                <a:ext cx="112320" cy="3492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F7051C2-BB07-BAA4-F8FA-452131F9989C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353484" y="6395771"/>
                  <a:ext cx="14796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E461D83A-E34C-11C9-BC0B-0A1D184A28F5}"/>
                    </a:ext>
                  </a:extLst>
                </p14:cNvPr>
                <p14:cNvContentPartPr/>
                <p14:nvPr/>
              </p14:nvContentPartPr>
              <p14:xfrm>
                <a:off x="10656964" y="6386051"/>
                <a:ext cx="36720" cy="18396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E461D83A-E34C-11C9-BC0B-0A1D184A28F5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638964" y="6368051"/>
                  <a:ext cx="7236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52D38052-0887-873E-B96F-610BDA81AE38}"/>
                    </a:ext>
                  </a:extLst>
                </p14:cNvPr>
                <p14:cNvContentPartPr/>
                <p14:nvPr/>
              </p14:nvContentPartPr>
              <p14:xfrm>
                <a:off x="10651564" y="6370211"/>
                <a:ext cx="93240" cy="702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52D38052-0887-873E-B96F-610BDA81AE38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633924" y="6352571"/>
                  <a:ext cx="12888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825A67ED-0E9E-65B4-B3D2-E6511977A784}"/>
                    </a:ext>
                  </a:extLst>
                </p14:cNvPr>
                <p14:cNvContentPartPr/>
                <p14:nvPr/>
              </p14:nvContentPartPr>
              <p14:xfrm>
                <a:off x="10845604" y="6369491"/>
                <a:ext cx="169560" cy="14328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825A67ED-0E9E-65B4-B3D2-E6511977A78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827964" y="6351851"/>
                  <a:ext cx="20520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4F71A3DC-3B15-16F3-A393-7A76E47ACFDD}"/>
                    </a:ext>
                  </a:extLst>
                </p14:cNvPr>
                <p14:cNvContentPartPr/>
                <p14:nvPr/>
              </p14:nvContentPartPr>
              <p14:xfrm>
                <a:off x="11093644" y="6246011"/>
                <a:ext cx="93960" cy="24480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4F71A3DC-3B15-16F3-A393-7A76E47ACFDD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1075644" y="6228371"/>
                  <a:ext cx="12960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B94B48F2-E34C-8130-CDAC-F39F906CA490}"/>
                    </a:ext>
                  </a:extLst>
                </p14:cNvPr>
                <p14:cNvContentPartPr/>
                <p14:nvPr/>
              </p14:nvContentPartPr>
              <p14:xfrm>
                <a:off x="11039284" y="6345731"/>
                <a:ext cx="186480" cy="507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B94B48F2-E34C-8130-CDAC-F39F906CA490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1021284" y="6327731"/>
                  <a:ext cx="222120" cy="864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7066566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739" y="14986"/>
            <a:ext cx="1032827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40" dirty="0">
                <a:latin typeface="PT Sans" panose="020B0503020203020204" pitchFamily="34" charset="0"/>
              </a:rPr>
              <a:t>Timeframe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913046"/>
            <a:ext cx="7631430" cy="4287071"/>
          </a:xfrm>
          <a:prstGeom prst="rect">
            <a:avLst/>
          </a:prstGeom>
        </p:spPr>
        <p:txBody>
          <a:bodyPr vert="horz" wrap="square" lIns="0" tIns="5461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430"/>
              </a:spcBef>
              <a:buFont typeface="Arial"/>
              <a:buChar char="•"/>
              <a:tabLst>
                <a:tab pos="240665" algn="l"/>
              </a:tabLst>
            </a:pPr>
            <a:r>
              <a:rPr sz="2000" dirty="0">
                <a:latin typeface="PT Sans" panose="020B0503020203020204" pitchFamily="34" charset="0"/>
                <a:cs typeface="Calibri"/>
              </a:rPr>
              <a:t>1943:</a:t>
            </a:r>
            <a:r>
              <a:rPr sz="2000" spc="18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55" dirty="0">
                <a:latin typeface="PT Sans" panose="020B0503020203020204" pitchFamily="34" charset="0"/>
                <a:cs typeface="Calibri"/>
              </a:rPr>
              <a:t>McCulloch–Pitts</a:t>
            </a:r>
            <a:r>
              <a:rPr sz="200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-10" dirty="0">
                <a:latin typeface="PT Sans" panose="020B0503020203020204" pitchFamily="34" charset="0"/>
                <a:cs typeface="Calibri"/>
              </a:rPr>
              <a:t>“neuron”</a:t>
            </a:r>
            <a:endParaRPr sz="2000">
              <a:latin typeface="PT Sans" panose="020B0503020203020204" pitchFamily="34" charset="0"/>
              <a:cs typeface="Calibri"/>
            </a:endParaRPr>
          </a:p>
          <a:p>
            <a:pPr marL="697865" lvl="1" indent="-228600">
              <a:lnSpc>
                <a:spcPct val="100000"/>
              </a:lnSpc>
              <a:spcBef>
                <a:spcPts val="295"/>
              </a:spcBef>
              <a:buFont typeface="Arial"/>
              <a:buChar char="•"/>
              <a:tabLst>
                <a:tab pos="6978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Started</a:t>
            </a:r>
            <a:r>
              <a:rPr sz="1800" spc="17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the</a:t>
            </a:r>
            <a:r>
              <a:rPr sz="1800" spc="19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field</a:t>
            </a:r>
            <a:endParaRPr sz="1800">
              <a:latin typeface="PT Sans" panose="020B0503020203020204" pitchFamily="34" charset="0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50"/>
              </a:spcBef>
              <a:buFont typeface="Arial"/>
              <a:buChar char="•"/>
              <a:tabLst>
                <a:tab pos="240665" algn="l"/>
              </a:tabLst>
            </a:pPr>
            <a:r>
              <a:rPr sz="2000" dirty="0">
                <a:latin typeface="PT Sans" panose="020B0503020203020204" pitchFamily="34" charset="0"/>
                <a:cs typeface="Calibri"/>
              </a:rPr>
              <a:t>1962:</a:t>
            </a:r>
            <a:r>
              <a:rPr sz="2000" spc="19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Rosenblatt’s</a:t>
            </a:r>
            <a:r>
              <a:rPr sz="2000" spc="19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-10" dirty="0">
                <a:latin typeface="PT Sans" panose="020B0503020203020204" pitchFamily="34" charset="0"/>
                <a:cs typeface="Calibri"/>
              </a:rPr>
              <a:t>perceptron</a:t>
            </a:r>
            <a:endParaRPr sz="2000">
              <a:latin typeface="PT Sans" panose="020B0503020203020204" pitchFamily="34" charset="0"/>
              <a:cs typeface="Calibri"/>
            </a:endParaRPr>
          </a:p>
          <a:p>
            <a:pPr marL="697865" lvl="1" indent="-228600">
              <a:lnSpc>
                <a:spcPct val="100000"/>
              </a:lnSpc>
              <a:spcBef>
                <a:spcPts val="300"/>
              </a:spcBef>
              <a:buFont typeface="Arial"/>
              <a:buChar char="•"/>
              <a:tabLst>
                <a:tab pos="6978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Learned</a:t>
            </a:r>
            <a:r>
              <a:rPr sz="1800" spc="21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its</a:t>
            </a:r>
            <a:r>
              <a:rPr sz="1800" spc="25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own</a:t>
            </a:r>
            <a:r>
              <a:rPr sz="1800" spc="24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weight</a:t>
            </a:r>
            <a:r>
              <a:rPr sz="1800" spc="229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values;</a:t>
            </a:r>
            <a:r>
              <a:rPr sz="1800" spc="229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convergence</a:t>
            </a:r>
            <a:r>
              <a:rPr sz="1800" spc="22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proof</a:t>
            </a:r>
            <a:endParaRPr sz="1800">
              <a:latin typeface="PT Sans" panose="020B0503020203020204" pitchFamily="34" charset="0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45"/>
              </a:spcBef>
              <a:buFont typeface="Arial"/>
              <a:buChar char="•"/>
              <a:tabLst>
                <a:tab pos="240665" algn="l"/>
              </a:tabLst>
            </a:pPr>
            <a:r>
              <a:rPr sz="2000" dirty="0">
                <a:latin typeface="PT Sans" panose="020B0503020203020204" pitchFamily="34" charset="0"/>
                <a:cs typeface="Calibri"/>
              </a:rPr>
              <a:t>1969:</a:t>
            </a:r>
            <a:r>
              <a:rPr sz="2000" spc="15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Minsky</a:t>
            </a:r>
            <a:r>
              <a:rPr sz="2000" spc="9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254" dirty="0">
                <a:latin typeface="PT Sans" panose="020B0503020203020204" pitchFamily="34" charset="0"/>
                <a:cs typeface="Calibri"/>
              </a:rPr>
              <a:t>&amp;</a:t>
            </a:r>
            <a:r>
              <a:rPr sz="2000" spc="17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Papert</a:t>
            </a:r>
            <a:r>
              <a:rPr sz="2000" spc="16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book</a:t>
            </a:r>
            <a:r>
              <a:rPr sz="2000" spc="9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on</a:t>
            </a:r>
            <a:r>
              <a:rPr sz="2000" spc="19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-10" dirty="0">
                <a:latin typeface="PT Sans" panose="020B0503020203020204" pitchFamily="34" charset="0"/>
                <a:cs typeface="Calibri"/>
              </a:rPr>
              <a:t>perceptrons</a:t>
            </a:r>
            <a:endParaRPr sz="2000">
              <a:latin typeface="PT Sans" panose="020B0503020203020204" pitchFamily="34" charset="0"/>
              <a:cs typeface="Calibri"/>
            </a:endParaRPr>
          </a:p>
          <a:p>
            <a:pPr marL="697865" lvl="1" indent="-228600">
              <a:lnSpc>
                <a:spcPct val="100000"/>
              </a:lnSpc>
              <a:spcBef>
                <a:spcPts val="295"/>
              </a:spcBef>
              <a:buFont typeface="Arial"/>
              <a:buChar char="•"/>
              <a:tabLst>
                <a:tab pos="6978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Proved</a:t>
            </a:r>
            <a:r>
              <a:rPr sz="1800" spc="19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limitations</a:t>
            </a:r>
            <a:r>
              <a:rPr sz="1800" spc="229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of</a:t>
            </a:r>
            <a:r>
              <a:rPr sz="1800" spc="21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65" dirty="0">
                <a:latin typeface="PT Sans" panose="020B0503020203020204" pitchFamily="34" charset="0"/>
                <a:cs typeface="Calibri"/>
              </a:rPr>
              <a:t>single-</a:t>
            </a:r>
            <a:r>
              <a:rPr sz="1800" dirty="0">
                <a:latin typeface="PT Sans" panose="020B0503020203020204" pitchFamily="34" charset="0"/>
                <a:cs typeface="Calibri"/>
              </a:rPr>
              <a:t>layer</a:t>
            </a:r>
            <a:r>
              <a:rPr sz="1800" spc="21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perceptron</a:t>
            </a:r>
            <a:r>
              <a:rPr sz="1800" spc="21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networks</a:t>
            </a:r>
            <a:endParaRPr sz="1800">
              <a:latin typeface="PT Sans" panose="020B0503020203020204" pitchFamily="34" charset="0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50"/>
              </a:spcBef>
              <a:buFont typeface="Arial"/>
              <a:buChar char="•"/>
              <a:tabLst>
                <a:tab pos="240665" algn="l"/>
              </a:tabLst>
            </a:pPr>
            <a:r>
              <a:rPr sz="2000" dirty="0">
                <a:latin typeface="PT Sans" panose="020B0503020203020204" pitchFamily="34" charset="0"/>
                <a:cs typeface="Calibri"/>
              </a:rPr>
              <a:t>1982:</a:t>
            </a:r>
            <a:r>
              <a:rPr sz="2000" spc="254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Hopfield</a:t>
            </a:r>
            <a:r>
              <a:rPr sz="2000" spc="27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and</a:t>
            </a:r>
            <a:r>
              <a:rPr sz="2000" spc="27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convergence</a:t>
            </a:r>
            <a:r>
              <a:rPr sz="2000" spc="28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50" dirty="0">
                <a:latin typeface="PT Sans" panose="020B0503020203020204" pitchFamily="34" charset="0"/>
                <a:cs typeface="Calibri"/>
              </a:rPr>
              <a:t>in</a:t>
            </a:r>
            <a:r>
              <a:rPr sz="2000" spc="27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dirty="0">
                <a:latin typeface="PT Sans" panose="020B0503020203020204" pitchFamily="34" charset="0"/>
                <a:cs typeface="Calibri"/>
              </a:rPr>
              <a:t>symmetric</a:t>
            </a:r>
            <a:r>
              <a:rPr sz="2000" spc="16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-10" dirty="0">
                <a:latin typeface="PT Sans" panose="020B0503020203020204" pitchFamily="34" charset="0"/>
                <a:cs typeface="Calibri"/>
              </a:rPr>
              <a:t>networks</a:t>
            </a:r>
            <a:endParaRPr sz="2000">
              <a:latin typeface="PT Sans" panose="020B0503020203020204" pitchFamily="34" charset="0"/>
              <a:cs typeface="Calibri"/>
            </a:endParaRPr>
          </a:p>
          <a:p>
            <a:pPr marL="697865" lvl="1" indent="-228600">
              <a:lnSpc>
                <a:spcPct val="100000"/>
              </a:lnSpc>
              <a:spcBef>
                <a:spcPts val="295"/>
              </a:spcBef>
              <a:buFont typeface="Arial"/>
              <a:buChar char="•"/>
              <a:tabLst>
                <a:tab pos="6978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Introduced</a:t>
            </a:r>
            <a:r>
              <a:rPr sz="1800" spc="36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energy-function</a:t>
            </a:r>
            <a:r>
              <a:rPr sz="1800" spc="40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concept</a:t>
            </a:r>
            <a:endParaRPr sz="1800">
              <a:latin typeface="PT Sans" panose="020B0503020203020204" pitchFamily="34" charset="0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50"/>
              </a:spcBef>
              <a:buFont typeface="Arial"/>
              <a:buChar char="•"/>
              <a:tabLst>
                <a:tab pos="240665" algn="l"/>
              </a:tabLst>
            </a:pPr>
            <a:r>
              <a:rPr sz="2000" spc="10" dirty="0">
                <a:latin typeface="PT Sans" panose="020B0503020203020204" pitchFamily="34" charset="0"/>
                <a:cs typeface="Calibri"/>
              </a:rPr>
              <a:t>1986:</a:t>
            </a:r>
            <a:r>
              <a:rPr sz="2000" spc="25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10" dirty="0">
                <a:latin typeface="PT Sans" panose="020B0503020203020204" pitchFamily="34" charset="0"/>
                <a:cs typeface="Calibri"/>
              </a:rPr>
              <a:t>Backpropagation</a:t>
            </a:r>
            <a:r>
              <a:rPr sz="2000" spc="22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10" dirty="0">
                <a:latin typeface="PT Sans" panose="020B0503020203020204" pitchFamily="34" charset="0"/>
                <a:cs typeface="Calibri"/>
              </a:rPr>
              <a:t>of</a:t>
            </a:r>
            <a:r>
              <a:rPr sz="2000" spc="27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-10" dirty="0">
                <a:latin typeface="PT Sans" panose="020B0503020203020204" pitchFamily="34" charset="0"/>
                <a:cs typeface="Calibri"/>
              </a:rPr>
              <a:t>errors</a:t>
            </a:r>
            <a:endParaRPr sz="2000">
              <a:latin typeface="PT Sans" panose="020B0503020203020204" pitchFamily="34" charset="0"/>
              <a:cs typeface="Calibri"/>
            </a:endParaRPr>
          </a:p>
          <a:p>
            <a:pPr marL="697865" lvl="1" indent="-228600">
              <a:lnSpc>
                <a:spcPct val="100000"/>
              </a:lnSpc>
              <a:spcBef>
                <a:spcPts val="295"/>
              </a:spcBef>
              <a:buFont typeface="Arial"/>
              <a:buChar char="•"/>
              <a:tabLst>
                <a:tab pos="6978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Method</a:t>
            </a:r>
            <a:r>
              <a:rPr sz="1800" spc="204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for</a:t>
            </a:r>
            <a:r>
              <a:rPr sz="1800" spc="21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training</a:t>
            </a:r>
            <a:r>
              <a:rPr sz="1800" spc="24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multilayer</a:t>
            </a:r>
            <a:r>
              <a:rPr sz="1800" spc="21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networks</a:t>
            </a:r>
            <a:endParaRPr sz="1800">
              <a:latin typeface="PT Sans" panose="020B0503020203020204" pitchFamily="34" charset="0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50"/>
              </a:spcBef>
              <a:buFont typeface="Arial"/>
              <a:buChar char="•"/>
              <a:tabLst>
                <a:tab pos="240665" algn="l"/>
              </a:tabLst>
            </a:pPr>
            <a:r>
              <a:rPr sz="2000" spc="10" dirty="0">
                <a:latin typeface="PT Sans" panose="020B0503020203020204" pitchFamily="34" charset="0"/>
                <a:cs typeface="Calibri"/>
              </a:rPr>
              <a:t>Present:</a:t>
            </a:r>
            <a:r>
              <a:rPr sz="2000" spc="17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10" dirty="0">
                <a:latin typeface="PT Sans" panose="020B0503020203020204" pitchFamily="34" charset="0"/>
                <a:cs typeface="Calibri"/>
              </a:rPr>
              <a:t>Probabilistic</a:t>
            </a:r>
            <a:r>
              <a:rPr sz="2000" spc="9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10" dirty="0">
                <a:latin typeface="PT Sans" panose="020B0503020203020204" pitchFamily="34" charset="0"/>
                <a:cs typeface="Calibri"/>
              </a:rPr>
              <a:t>interpretations,</a:t>
            </a:r>
            <a:r>
              <a:rPr sz="2000" spc="-1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10" dirty="0">
                <a:latin typeface="PT Sans" panose="020B0503020203020204" pitchFamily="34" charset="0"/>
                <a:cs typeface="Calibri"/>
              </a:rPr>
              <a:t>Bayesian</a:t>
            </a:r>
            <a:r>
              <a:rPr sz="2000" spc="170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10" dirty="0">
                <a:latin typeface="PT Sans" panose="020B0503020203020204" pitchFamily="34" charset="0"/>
                <a:cs typeface="Calibri"/>
              </a:rPr>
              <a:t>and</a:t>
            </a:r>
            <a:r>
              <a:rPr sz="2000" spc="195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55" dirty="0">
                <a:latin typeface="PT Sans" panose="020B0503020203020204" pitchFamily="34" charset="0"/>
                <a:cs typeface="Calibri"/>
              </a:rPr>
              <a:t>spiking</a:t>
            </a:r>
            <a:r>
              <a:rPr sz="2000" spc="229" dirty="0">
                <a:latin typeface="PT Sans" panose="020B0503020203020204" pitchFamily="34" charset="0"/>
                <a:cs typeface="Calibri"/>
              </a:rPr>
              <a:t> </a:t>
            </a:r>
            <a:r>
              <a:rPr sz="2000" spc="-10" dirty="0">
                <a:latin typeface="PT Sans" panose="020B0503020203020204" pitchFamily="34" charset="0"/>
                <a:cs typeface="Calibri"/>
              </a:rPr>
              <a:t>networks</a:t>
            </a:r>
            <a:endParaRPr sz="2000">
              <a:latin typeface="PT Sans" panose="020B0503020203020204" pitchFamily="34" charset="0"/>
              <a:cs typeface="Calibri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3622EBF-06BD-80D7-682D-DCC567A14CF5}"/>
              </a:ext>
            </a:extLst>
          </p:cNvPr>
          <p:cNvGrpSpPr/>
          <p:nvPr/>
        </p:nvGrpSpPr>
        <p:grpSpPr>
          <a:xfrm>
            <a:off x="8805740" y="1366760"/>
            <a:ext cx="1543680" cy="3645360"/>
            <a:chOff x="8805740" y="1366760"/>
            <a:chExt cx="1543680" cy="3645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6BABC76D-9461-FFC4-3DE9-D1BB74C80223}"/>
                    </a:ext>
                  </a:extLst>
                </p14:cNvPr>
                <p14:cNvContentPartPr/>
                <p14:nvPr/>
              </p14:nvContentPartPr>
              <p14:xfrm>
                <a:off x="8805740" y="1852760"/>
                <a:ext cx="1250280" cy="9331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6BABC76D-9461-FFC4-3DE9-D1BB74C80223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787740" y="1835120"/>
                  <a:ext cx="1285920" cy="9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831A2B6-1FEB-522B-0650-ABDE2F4D36EB}"/>
                    </a:ext>
                  </a:extLst>
                </p14:cNvPr>
                <p14:cNvContentPartPr/>
                <p14:nvPr/>
              </p14:nvContentPartPr>
              <p14:xfrm>
                <a:off x="9318380" y="2171360"/>
                <a:ext cx="327960" cy="3229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831A2B6-1FEB-522B-0650-ABDE2F4D36E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300740" y="2153360"/>
                  <a:ext cx="363600" cy="35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8520B3D0-DAA3-619C-B06B-3EFA262A7C6D}"/>
                    </a:ext>
                  </a:extLst>
                </p14:cNvPr>
                <p14:cNvContentPartPr/>
                <p14:nvPr/>
              </p14:nvContentPartPr>
              <p14:xfrm>
                <a:off x="9368420" y="2807480"/>
                <a:ext cx="290880" cy="20448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8520B3D0-DAA3-619C-B06B-3EFA262A7C6D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350420" y="2789480"/>
                  <a:ext cx="326520" cy="20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1F2735E-B729-3075-383A-0D640BEF280B}"/>
                    </a:ext>
                  </a:extLst>
                </p14:cNvPr>
                <p14:cNvContentPartPr/>
                <p14:nvPr/>
              </p14:nvContentPartPr>
              <p14:xfrm>
                <a:off x="8899700" y="3195200"/>
                <a:ext cx="418680" cy="6382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1F2735E-B729-3075-383A-0D640BEF280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882060" y="3177200"/>
                  <a:ext cx="454320" cy="67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60C9C13-1B0D-77AB-D05C-F68CF836AA19}"/>
                    </a:ext>
                  </a:extLst>
                </p14:cNvPr>
                <p14:cNvContentPartPr/>
                <p14:nvPr/>
              </p14:nvContentPartPr>
              <p14:xfrm>
                <a:off x="9120380" y="3924200"/>
                <a:ext cx="433800" cy="6512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60C9C13-1B0D-77AB-D05C-F68CF836AA1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102380" y="3906560"/>
                  <a:ext cx="469440" cy="68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51A2AEB8-4FD5-57FA-97BC-B12E90B78044}"/>
                    </a:ext>
                  </a:extLst>
                </p14:cNvPr>
                <p14:cNvContentPartPr/>
                <p14:nvPr/>
              </p14:nvContentPartPr>
              <p14:xfrm>
                <a:off x="9334580" y="4636280"/>
                <a:ext cx="281160" cy="3758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51A2AEB8-4FD5-57FA-97BC-B12E90B7804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316940" y="4618640"/>
                  <a:ext cx="316800" cy="41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2D7D6EE-822E-F54C-E27E-4C68492B66B5}"/>
                    </a:ext>
                  </a:extLst>
                </p14:cNvPr>
                <p14:cNvContentPartPr/>
                <p14:nvPr/>
              </p14:nvContentPartPr>
              <p14:xfrm>
                <a:off x="9425300" y="3127880"/>
                <a:ext cx="793800" cy="2354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2D7D6EE-822E-F54C-E27E-4C68492B66B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407300" y="3109880"/>
                  <a:ext cx="82944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E1EAB69-5790-853E-A369-6B56B78F89F5}"/>
                    </a:ext>
                  </a:extLst>
                </p14:cNvPr>
                <p14:cNvContentPartPr/>
                <p14:nvPr/>
              </p14:nvContentPartPr>
              <p14:xfrm>
                <a:off x="9580460" y="3728360"/>
                <a:ext cx="768960" cy="2833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E1EAB69-5790-853E-A369-6B56B78F89F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562820" y="3710720"/>
                  <a:ext cx="80460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C630AAC-2461-58BF-ACFC-7753D36E3B6A}"/>
                    </a:ext>
                  </a:extLst>
                </p14:cNvPr>
                <p14:cNvContentPartPr/>
                <p14:nvPr/>
              </p14:nvContentPartPr>
              <p14:xfrm>
                <a:off x="9724820" y="4327400"/>
                <a:ext cx="509040" cy="3668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C630AAC-2461-58BF-ACFC-7753D36E3B6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707180" y="4309400"/>
                  <a:ext cx="544680" cy="40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46ACD0F-CD72-A23A-1A70-23AFE3699EB3}"/>
                    </a:ext>
                  </a:extLst>
                </p14:cNvPr>
                <p14:cNvContentPartPr/>
                <p14:nvPr/>
              </p14:nvContentPartPr>
              <p14:xfrm>
                <a:off x="9812300" y="4862720"/>
                <a:ext cx="49680" cy="64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46ACD0F-CD72-A23A-1A70-23AFE3699EB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794660" y="4845080"/>
                  <a:ext cx="8532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C7E8FCC-D6CF-A702-CE02-A0C1FAAC7DD5}"/>
                    </a:ext>
                  </a:extLst>
                </p14:cNvPr>
                <p14:cNvContentPartPr/>
                <p14:nvPr/>
              </p14:nvContentPartPr>
              <p14:xfrm>
                <a:off x="8815460" y="1558640"/>
                <a:ext cx="342720" cy="375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C7E8FCC-D6CF-A702-CE02-A0C1FAAC7DD5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797820" y="1540640"/>
                  <a:ext cx="378360" cy="41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ED5F8A1-2A4E-D358-5FAB-EE2E81BF33FB}"/>
                    </a:ext>
                  </a:extLst>
                </p14:cNvPr>
                <p14:cNvContentPartPr/>
                <p14:nvPr/>
              </p14:nvContentPartPr>
              <p14:xfrm>
                <a:off x="9076100" y="1456040"/>
                <a:ext cx="90720" cy="2736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ED5F8A1-2A4E-D358-5FAB-EE2E81BF33F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058460" y="1438400"/>
                  <a:ext cx="12636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2FCEFE0-25C7-6F06-E10F-58D7B20EC95A}"/>
                    </a:ext>
                  </a:extLst>
                </p14:cNvPr>
                <p14:cNvContentPartPr/>
                <p14:nvPr/>
              </p14:nvContentPartPr>
              <p14:xfrm>
                <a:off x="9666140" y="1366760"/>
                <a:ext cx="180720" cy="366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2FCEFE0-25C7-6F06-E10F-58D7B20EC95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648500" y="1348760"/>
                  <a:ext cx="216360" cy="40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D4F008D7-6D70-DC7B-8AB8-FBBC64C4F4FC}"/>
                    </a:ext>
                  </a:extLst>
                </p14:cNvPr>
                <p14:cNvContentPartPr/>
                <p14:nvPr/>
              </p14:nvContentPartPr>
              <p14:xfrm>
                <a:off x="9854420" y="1870040"/>
                <a:ext cx="201600" cy="320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D4F008D7-6D70-DC7B-8AB8-FBBC64C4F4F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836780" y="1852040"/>
                  <a:ext cx="237240" cy="6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E3EF6B4-04B1-99FB-59D5-0FFA66B5E2AB}"/>
              </a:ext>
            </a:extLst>
          </p:cNvPr>
          <p:cNvGrpSpPr/>
          <p:nvPr/>
        </p:nvGrpSpPr>
        <p:grpSpPr>
          <a:xfrm>
            <a:off x="8191940" y="1280360"/>
            <a:ext cx="1018080" cy="1140480"/>
            <a:chOff x="8191940" y="1280360"/>
            <a:chExt cx="1018080" cy="1140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179D89A-8063-A13F-8BA3-26FD73457909}"/>
                    </a:ext>
                  </a:extLst>
                </p14:cNvPr>
                <p14:cNvContentPartPr/>
                <p14:nvPr/>
              </p14:nvContentPartPr>
              <p14:xfrm>
                <a:off x="8794220" y="1552520"/>
                <a:ext cx="317160" cy="3456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179D89A-8063-A13F-8BA3-26FD7345790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776580" y="1534520"/>
                  <a:ext cx="352800" cy="38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83B7F7B-5D4A-B50A-216D-2FB157985999}"/>
                    </a:ext>
                  </a:extLst>
                </p14:cNvPr>
                <p14:cNvContentPartPr/>
                <p14:nvPr/>
              </p14:nvContentPartPr>
              <p14:xfrm>
                <a:off x="9084020" y="1376120"/>
                <a:ext cx="126000" cy="3355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83B7F7B-5D4A-B50A-216D-2FB15798599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066020" y="1358480"/>
                  <a:ext cx="161640" cy="37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D480429-9642-904B-DEA7-69877FEF9670}"/>
                    </a:ext>
                  </a:extLst>
                </p14:cNvPr>
                <p14:cNvContentPartPr/>
                <p14:nvPr/>
              </p14:nvContentPartPr>
              <p14:xfrm>
                <a:off x="8191940" y="2140400"/>
                <a:ext cx="670680" cy="1101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D480429-9642-904B-DEA7-69877FEF967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173940" y="2122400"/>
                  <a:ext cx="70632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895A538-4B6D-489F-4A13-3227D087D5B1}"/>
                    </a:ext>
                  </a:extLst>
                </p14:cNvPr>
                <p14:cNvContentPartPr/>
                <p14:nvPr/>
              </p14:nvContentPartPr>
              <p14:xfrm>
                <a:off x="8240540" y="2034200"/>
                <a:ext cx="138600" cy="1465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895A538-4B6D-489F-4A13-3227D087D5B1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222540" y="2016200"/>
                  <a:ext cx="17424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C3F0A95-A157-B22D-3B19-570A4D075268}"/>
                    </a:ext>
                  </a:extLst>
                </p14:cNvPr>
                <p14:cNvContentPartPr/>
                <p14:nvPr/>
              </p14:nvContentPartPr>
              <p14:xfrm>
                <a:off x="8291300" y="2210960"/>
                <a:ext cx="154080" cy="2098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C3F0A95-A157-B22D-3B19-570A4D07526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273300" y="2192960"/>
                  <a:ext cx="18972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989FC92-AEF1-59E1-89C3-8B48A6204AD2}"/>
                    </a:ext>
                  </a:extLst>
                </p14:cNvPr>
                <p14:cNvContentPartPr/>
                <p14:nvPr/>
              </p14:nvContentPartPr>
              <p14:xfrm>
                <a:off x="8815460" y="1530560"/>
                <a:ext cx="122040" cy="1450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989FC92-AEF1-59E1-89C3-8B48A6204AD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797820" y="1512560"/>
                  <a:ext cx="15768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3B615F0-2CFB-89CF-F859-7C8E30C09581}"/>
                    </a:ext>
                  </a:extLst>
                </p14:cNvPr>
                <p14:cNvContentPartPr/>
                <p14:nvPr/>
              </p14:nvContentPartPr>
              <p14:xfrm>
                <a:off x="8438900" y="1665560"/>
                <a:ext cx="309600" cy="705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3B615F0-2CFB-89CF-F859-7C8E30C0958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420900" y="1647560"/>
                  <a:ext cx="34524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641FC86-4E46-8C20-01CB-16AD13E161C7}"/>
                    </a:ext>
                  </a:extLst>
                </p14:cNvPr>
                <p14:cNvContentPartPr/>
                <p14:nvPr/>
              </p14:nvContentPartPr>
              <p14:xfrm>
                <a:off x="9041900" y="1280360"/>
                <a:ext cx="45360" cy="2145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641FC86-4E46-8C20-01CB-16AD13E161C7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023900" y="1262360"/>
                  <a:ext cx="81000" cy="250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63C939A3-1031-A6F5-0073-535265E7C95B}"/>
                  </a:ext>
                </a:extLst>
              </p14:cNvPr>
              <p14:cNvContentPartPr/>
              <p14:nvPr/>
            </p14:nvContentPartPr>
            <p14:xfrm>
              <a:off x="8411900" y="2629280"/>
              <a:ext cx="559440" cy="23220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63C939A3-1031-A6F5-0073-535265E7C95B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8393900" y="2611640"/>
                <a:ext cx="595080" cy="267840"/>
              </a:xfrm>
              <a:prstGeom prst="rect">
                <a:avLst/>
              </a:prstGeom>
            </p:spPr>
          </p:pic>
        </mc:Fallback>
      </mc:AlternateContent>
      <p:grpSp>
        <p:nvGrpSpPr>
          <p:cNvPr id="43" name="Group 42">
            <a:extLst>
              <a:ext uri="{FF2B5EF4-FFF2-40B4-BE49-F238E27FC236}">
                <a16:creationId xmlns:a16="http://schemas.microsoft.com/office/drawing/2014/main" id="{E065C178-7651-ADB3-B71D-FE144B105CE2}"/>
              </a:ext>
            </a:extLst>
          </p:cNvPr>
          <p:cNvGrpSpPr/>
          <p:nvPr/>
        </p:nvGrpSpPr>
        <p:grpSpPr>
          <a:xfrm>
            <a:off x="9640940" y="1242200"/>
            <a:ext cx="842400" cy="1059480"/>
            <a:chOff x="9640940" y="1242200"/>
            <a:chExt cx="842400" cy="105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E43AD88-5599-03CA-FBFC-77DD4A68AAC0}"/>
                    </a:ext>
                  </a:extLst>
                </p14:cNvPr>
                <p14:cNvContentPartPr/>
                <p14:nvPr/>
              </p14:nvContentPartPr>
              <p14:xfrm>
                <a:off x="9692420" y="1375400"/>
                <a:ext cx="142560" cy="3560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E43AD88-5599-03CA-FBFC-77DD4A68AAC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674420" y="1357400"/>
                  <a:ext cx="178200" cy="39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19339BC-730B-B9FC-F847-DE6514E38BCD}"/>
                    </a:ext>
                  </a:extLst>
                </p14:cNvPr>
                <p14:cNvContentPartPr/>
                <p14:nvPr/>
              </p14:nvContentPartPr>
              <p14:xfrm>
                <a:off x="9825980" y="1764560"/>
                <a:ext cx="375120" cy="144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19339BC-730B-B9FC-F847-DE6514E38BC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807980" y="1746560"/>
                  <a:ext cx="4107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09FEAAD-194B-26FD-4F13-BCD51FEC95B1}"/>
                    </a:ext>
                  </a:extLst>
                </p14:cNvPr>
                <p14:cNvContentPartPr/>
                <p14:nvPr/>
              </p14:nvContentPartPr>
              <p14:xfrm>
                <a:off x="9640940" y="1242200"/>
                <a:ext cx="245880" cy="2052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09FEAAD-194B-26FD-4F13-BCD51FEC95B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623300" y="1224200"/>
                  <a:ext cx="28152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DD028F3-6FE6-E147-842A-80EBC69F71FF}"/>
                    </a:ext>
                  </a:extLst>
                </p14:cNvPr>
                <p14:cNvContentPartPr/>
                <p14:nvPr/>
              </p14:nvContentPartPr>
              <p14:xfrm>
                <a:off x="9824900" y="1493840"/>
                <a:ext cx="156960" cy="396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DD028F3-6FE6-E147-842A-80EBC69F71F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806900" y="1475840"/>
                  <a:ext cx="19260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E49BFBA-CCC4-380F-EF69-B311CFBCF0B4}"/>
                    </a:ext>
                  </a:extLst>
                </p14:cNvPr>
                <p14:cNvContentPartPr/>
                <p14:nvPr/>
              </p14:nvContentPartPr>
              <p14:xfrm>
                <a:off x="9932900" y="2148680"/>
                <a:ext cx="535680" cy="1162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E49BFBA-CCC4-380F-EF69-B311CFBCF0B4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914900" y="2131040"/>
                  <a:ext cx="57132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B7F9FDC-2228-E154-B70F-B42B1C66EA0C}"/>
                    </a:ext>
                  </a:extLst>
                </p14:cNvPr>
                <p14:cNvContentPartPr/>
                <p14:nvPr/>
              </p14:nvContentPartPr>
              <p14:xfrm>
                <a:off x="10310180" y="2037800"/>
                <a:ext cx="92160" cy="831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B7F9FDC-2228-E154-B70F-B42B1C66EA0C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292180" y="2019800"/>
                  <a:ext cx="12780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941E4A6-DCB3-5A14-A570-B6FF4ED602B7}"/>
                    </a:ext>
                  </a:extLst>
                </p14:cNvPr>
                <p14:cNvContentPartPr/>
                <p14:nvPr/>
              </p14:nvContentPartPr>
              <p14:xfrm>
                <a:off x="10317020" y="2231840"/>
                <a:ext cx="109440" cy="698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941E4A6-DCB3-5A14-A570-B6FF4ED602B7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299020" y="2214200"/>
                  <a:ext cx="14508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BCDC284-7357-A8FF-2AF7-69D1AA382D26}"/>
                    </a:ext>
                  </a:extLst>
                </p14:cNvPr>
                <p14:cNvContentPartPr/>
                <p14:nvPr/>
              </p14:nvContentPartPr>
              <p14:xfrm>
                <a:off x="10428620" y="2129960"/>
                <a:ext cx="54720" cy="360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BCDC284-7357-A8FF-2AF7-69D1AA382D26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410620" y="2112320"/>
                  <a:ext cx="90360" cy="71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B0191084-013F-DB3C-AC01-5B1758D2A218}"/>
              </a:ext>
            </a:extLst>
          </p:cNvPr>
          <p:cNvGrpSpPr/>
          <p:nvPr/>
        </p:nvGrpSpPr>
        <p:grpSpPr>
          <a:xfrm>
            <a:off x="7766060" y="176960"/>
            <a:ext cx="3707280" cy="5746680"/>
            <a:chOff x="7766060" y="176960"/>
            <a:chExt cx="3707280" cy="5746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113EF32-C0A6-FD6C-659F-2517D4E008F3}"/>
                    </a:ext>
                  </a:extLst>
                </p14:cNvPr>
                <p14:cNvContentPartPr/>
                <p14:nvPr/>
              </p14:nvContentPartPr>
              <p14:xfrm>
                <a:off x="8967020" y="1899920"/>
                <a:ext cx="293040" cy="4064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113EF32-C0A6-FD6C-659F-2517D4E008F3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949380" y="1882280"/>
                  <a:ext cx="328680" cy="44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0AD2FB22-69DC-8C30-86F4-86DD12D2C65E}"/>
                    </a:ext>
                  </a:extLst>
                </p14:cNvPr>
                <p14:cNvContentPartPr/>
                <p14:nvPr/>
              </p14:nvContentPartPr>
              <p14:xfrm>
                <a:off x="9030740" y="1902080"/>
                <a:ext cx="308520" cy="4989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0AD2FB22-69DC-8C30-86F4-86DD12D2C65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013100" y="1884080"/>
                  <a:ext cx="344160" cy="53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D72FC5C8-E9EA-48C8-7A85-D866C4EC28C2}"/>
                    </a:ext>
                  </a:extLst>
                </p14:cNvPr>
                <p14:cNvContentPartPr/>
                <p14:nvPr/>
              </p14:nvContentPartPr>
              <p14:xfrm>
                <a:off x="9040460" y="1976600"/>
                <a:ext cx="371160" cy="5684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D72FC5C8-E9EA-48C8-7A85-D866C4EC28C2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022460" y="1958600"/>
                  <a:ext cx="406800" cy="60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0883F85B-256E-F524-62E7-F68EC7386075}"/>
                    </a:ext>
                  </a:extLst>
                </p14:cNvPr>
                <p14:cNvContentPartPr/>
                <p14:nvPr/>
              </p14:nvContentPartPr>
              <p14:xfrm>
                <a:off x="9174020" y="2074880"/>
                <a:ext cx="327240" cy="4935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0883F85B-256E-F524-62E7-F68EC738607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156380" y="2056880"/>
                  <a:ext cx="362880" cy="52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1ADAEE4-DBD1-6258-B940-323398D506E0}"/>
                    </a:ext>
                  </a:extLst>
                </p14:cNvPr>
                <p14:cNvContentPartPr/>
                <p14:nvPr/>
              </p14:nvContentPartPr>
              <p14:xfrm>
                <a:off x="9427460" y="2137520"/>
                <a:ext cx="290160" cy="4208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1ADAEE4-DBD1-6258-B940-323398D506E0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409820" y="2119520"/>
                  <a:ext cx="325800" cy="45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FB083ED2-0065-35BB-40F3-C9A0BB084FE3}"/>
                    </a:ext>
                  </a:extLst>
                </p14:cNvPr>
                <p14:cNvContentPartPr/>
                <p14:nvPr/>
              </p14:nvContentPartPr>
              <p14:xfrm>
                <a:off x="9674060" y="2237600"/>
                <a:ext cx="208080" cy="4284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FB083ED2-0065-35BB-40F3-C9A0BB084FE3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656420" y="2219960"/>
                  <a:ext cx="243720" cy="46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9DA80CA4-4D7F-2C10-402B-C5CA0AB313CC}"/>
                    </a:ext>
                  </a:extLst>
                </p14:cNvPr>
                <p14:cNvContentPartPr/>
                <p14:nvPr/>
              </p14:nvContentPartPr>
              <p14:xfrm>
                <a:off x="9279140" y="789320"/>
                <a:ext cx="220680" cy="13536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9DA80CA4-4D7F-2C10-402B-C5CA0AB313CC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261500" y="771320"/>
                  <a:ext cx="256320" cy="138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8AC8A5DF-20D0-5698-789B-C51336CBFC37}"/>
                    </a:ext>
                  </a:extLst>
                </p14:cNvPr>
                <p14:cNvContentPartPr/>
                <p14:nvPr/>
              </p14:nvContentPartPr>
              <p14:xfrm>
                <a:off x="9374900" y="687440"/>
                <a:ext cx="216000" cy="2178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8AC8A5DF-20D0-5698-789B-C51336CBFC3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357260" y="669440"/>
                  <a:ext cx="25164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80B5CDD1-E254-8430-4AE8-711139066A28}"/>
                    </a:ext>
                  </a:extLst>
                </p14:cNvPr>
                <p14:cNvContentPartPr/>
                <p14:nvPr/>
              </p14:nvContentPartPr>
              <p14:xfrm>
                <a:off x="9763340" y="353360"/>
                <a:ext cx="261000" cy="1778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80B5CDD1-E254-8430-4AE8-711139066A2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745340" y="335360"/>
                  <a:ext cx="29664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E69EFD4-105A-2D6F-49CA-88E324A1E030}"/>
                    </a:ext>
                  </a:extLst>
                </p14:cNvPr>
                <p14:cNvContentPartPr/>
                <p14:nvPr/>
              </p14:nvContentPartPr>
              <p14:xfrm>
                <a:off x="10094180" y="317720"/>
                <a:ext cx="36720" cy="1810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E69EFD4-105A-2D6F-49CA-88E324A1E030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076540" y="299720"/>
                  <a:ext cx="7236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860619F-CB73-82F1-7EE3-2812E3E0DC1C}"/>
                    </a:ext>
                  </a:extLst>
                </p14:cNvPr>
                <p14:cNvContentPartPr/>
                <p14:nvPr/>
              </p14:nvContentPartPr>
              <p14:xfrm>
                <a:off x="10107500" y="207920"/>
                <a:ext cx="106920" cy="1339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860619F-CB73-82F1-7EE3-2812E3E0DC1C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089860" y="190280"/>
                  <a:ext cx="14256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8434454-A810-39FD-1334-3941BAFDAF9D}"/>
                    </a:ext>
                  </a:extLst>
                </p14:cNvPr>
                <p14:cNvContentPartPr/>
                <p14:nvPr/>
              </p14:nvContentPartPr>
              <p14:xfrm>
                <a:off x="10323140" y="176960"/>
                <a:ext cx="185040" cy="1994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8434454-A810-39FD-1334-3941BAFDAF9D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305500" y="159320"/>
                  <a:ext cx="22068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80D52019-DFDD-9D04-7060-DCA98214B9E3}"/>
                    </a:ext>
                  </a:extLst>
                </p14:cNvPr>
                <p14:cNvContentPartPr/>
                <p14:nvPr/>
              </p14:nvContentPartPr>
              <p14:xfrm>
                <a:off x="7803500" y="821000"/>
                <a:ext cx="3669840" cy="51026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80D52019-DFDD-9D04-7060-DCA98214B9E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785860" y="803000"/>
                  <a:ext cx="3705480" cy="513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52584F8-D82A-E043-5B8B-8AEAE8B87D15}"/>
                    </a:ext>
                  </a:extLst>
                </p14:cNvPr>
                <p14:cNvContentPartPr/>
                <p14:nvPr/>
              </p14:nvContentPartPr>
              <p14:xfrm>
                <a:off x="7766060" y="1143920"/>
                <a:ext cx="543240" cy="46756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52584F8-D82A-E043-5B8B-8AEAE8B87D1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748060" y="1125920"/>
                  <a:ext cx="578880" cy="471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0B0679A5-5355-F6E1-82C4-94B09A9367C4}"/>
              </a:ext>
            </a:extLst>
          </p:cNvPr>
          <p:cNvGrpSpPr/>
          <p:nvPr/>
        </p:nvGrpSpPr>
        <p:grpSpPr>
          <a:xfrm>
            <a:off x="9190580" y="6152600"/>
            <a:ext cx="2981160" cy="381240"/>
            <a:chOff x="9190580" y="6152600"/>
            <a:chExt cx="2981160" cy="381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980FA609-DF7A-2D6C-D8D8-44E8D79E174A}"/>
                    </a:ext>
                  </a:extLst>
                </p14:cNvPr>
                <p14:cNvContentPartPr/>
                <p14:nvPr/>
              </p14:nvContentPartPr>
              <p14:xfrm>
                <a:off x="9220100" y="6262400"/>
                <a:ext cx="13320" cy="2714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980FA609-DF7A-2D6C-D8D8-44E8D79E174A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202460" y="6244760"/>
                  <a:ext cx="4896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2698883-7AC7-228B-400E-E4EA6C0D376D}"/>
                    </a:ext>
                  </a:extLst>
                </p14:cNvPr>
                <p14:cNvContentPartPr/>
                <p14:nvPr/>
              </p14:nvContentPartPr>
              <p14:xfrm>
                <a:off x="9190580" y="6165560"/>
                <a:ext cx="167040" cy="1890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2698883-7AC7-228B-400E-E4EA6C0D376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172940" y="6147560"/>
                  <a:ext cx="20268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C22DE86-21AB-C045-5CDD-E81099918EB4}"/>
                    </a:ext>
                  </a:extLst>
                </p14:cNvPr>
                <p14:cNvContentPartPr/>
                <p14:nvPr/>
              </p14:nvContentPartPr>
              <p14:xfrm>
                <a:off x="9479300" y="6266720"/>
                <a:ext cx="201600" cy="1576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C22DE86-21AB-C045-5CDD-E81099918EB4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461660" y="6248720"/>
                  <a:ext cx="23724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B7C4CB94-DE55-C0E4-4943-C1B10E0331DD}"/>
                    </a:ext>
                  </a:extLst>
                </p14:cNvPr>
                <p14:cNvContentPartPr/>
                <p14:nvPr/>
              </p14:nvContentPartPr>
              <p14:xfrm>
                <a:off x="9410540" y="6344120"/>
                <a:ext cx="84240" cy="1569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B7C4CB94-DE55-C0E4-4943-C1B10E0331DD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392900" y="6326480"/>
                  <a:ext cx="1198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94DA6568-591C-325E-2AC2-DCB91953E759}"/>
                    </a:ext>
                  </a:extLst>
                </p14:cNvPr>
                <p14:cNvContentPartPr/>
                <p14:nvPr/>
              </p14:nvContentPartPr>
              <p14:xfrm>
                <a:off x="9815900" y="6261320"/>
                <a:ext cx="54000" cy="1537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94DA6568-591C-325E-2AC2-DCB91953E759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797900" y="6243680"/>
                  <a:ext cx="8964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5ED03740-23D3-BDF6-DE0A-9215C7376026}"/>
                    </a:ext>
                  </a:extLst>
                </p14:cNvPr>
                <p14:cNvContentPartPr/>
                <p14:nvPr/>
              </p14:nvContentPartPr>
              <p14:xfrm>
                <a:off x="10008140" y="6231800"/>
                <a:ext cx="69480" cy="1562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5ED03740-23D3-BDF6-DE0A-9215C737602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990500" y="6213800"/>
                  <a:ext cx="10512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22D044C5-4506-AB63-BD4D-0975FD360FE1}"/>
                    </a:ext>
                  </a:extLst>
                </p14:cNvPr>
                <p14:cNvContentPartPr/>
                <p14:nvPr/>
              </p14:nvContentPartPr>
              <p14:xfrm>
                <a:off x="10151420" y="6221000"/>
                <a:ext cx="208440" cy="1782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22D044C5-4506-AB63-BD4D-0975FD360FE1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0133420" y="6203000"/>
                  <a:ext cx="24408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4CB371A-4D70-21BE-A1D2-A32C3A9BA18D}"/>
                    </a:ext>
                  </a:extLst>
                </p14:cNvPr>
                <p14:cNvContentPartPr/>
                <p14:nvPr/>
              </p14:nvContentPartPr>
              <p14:xfrm>
                <a:off x="10580900" y="6305240"/>
                <a:ext cx="334800" cy="360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D4CB371A-4D70-21BE-A1D2-A32C3A9BA18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563260" y="6287240"/>
                  <a:ext cx="37044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9A55D63D-9F8D-43A9-17F0-693FBE31C077}"/>
                    </a:ext>
                  </a:extLst>
                </p14:cNvPr>
                <p14:cNvContentPartPr/>
                <p14:nvPr/>
              </p14:nvContentPartPr>
              <p14:xfrm>
                <a:off x="10782860" y="6219200"/>
                <a:ext cx="110880" cy="1900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9A55D63D-9F8D-43A9-17F0-693FBE31C077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765220" y="6201560"/>
                  <a:ext cx="14652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3065AA37-3B4B-A6C8-53CF-735E29A7351C}"/>
                    </a:ext>
                  </a:extLst>
                </p14:cNvPr>
                <p14:cNvContentPartPr/>
                <p14:nvPr/>
              </p14:nvContentPartPr>
              <p14:xfrm>
                <a:off x="11011460" y="6152600"/>
                <a:ext cx="237240" cy="496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3065AA37-3B4B-A6C8-53CF-735E29A7351C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993820" y="6134600"/>
                  <a:ext cx="27288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5A804383-C9CD-B408-3BB8-A64487D17692}"/>
                    </a:ext>
                  </a:extLst>
                </p14:cNvPr>
                <p14:cNvContentPartPr/>
                <p14:nvPr/>
              </p14:nvContentPartPr>
              <p14:xfrm>
                <a:off x="11109020" y="6164480"/>
                <a:ext cx="28440" cy="2595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5A804383-C9CD-B408-3BB8-A64487D17692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1091020" y="6146840"/>
                  <a:ext cx="6408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7A3B4EFF-3943-DA95-18B3-58636914B229}"/>
                    </a:ext>
                  </a:extLst>
                </p14:cNvPr>
                <p14:cNvContentPartPr/>
                <p14:nvPr/>
              </p14:nvContentPartPr>
              <p14:xfrm>
                <a:off x="11253020" y="6260240"/>
                <a:ext cx="55440" cy="1116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7A3B4EFF-3943-DA95-18B3-58636914B22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1235380" y="6242600"/>
                  <a:ext cx="9108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A07A43C0-9FEC-7DB5-1A00-431EF0DE50F7}"/>
                    </a:ext>
                  </a:extLst>
                </p14:cNvPr>
                <p14:cNvContentPartPr/>
                <p14:nvPr/>
              </p14:nvContentPartPr>
              <p14:xfrm>
                <a:off x="11396660" y="6264560"/>
                <a:ext cx="250200" cy="1386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A07A43C0-9FEC-7DB5-1A00-431EF0DE50F7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1378660" y="6246920"/>
                  <a:ext cx="28584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584A88AA-27D3-CF47-9DB4-35929F57C80E}"/>
                    </a:ext>
                  </a:extLst>
                </p14:cNvPr>
                <p14:cNvContentPartPr/>
                <p14:nvPr/>
              </p14:nvContentPartPr>
              <p14:xfrm>
                <a:off x="11629220" y="6329720"/>
                <a:ext cx="70200" cy="579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584A88AA-27D3-CF47-9DB4-35929F57C80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1611220" y="6311720"/>
                  <a:ext cx="10584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C4BE651A-2CB7-4C7C-2B1C-D99DD1FFE537}"/>
                    </a:ext>
                  </a:extLst>
                </p14:cNvPr>
                <p14:cNvContentPartPr/>
                <p14:nvPr/>
              </p14:nvContentPartPr>
              <p14:xfrm>
                <a:off x="11760620" y="6306320"/>
                <a:ext cx="67320" cy="943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C4BE651A-2CB7-4C7C-2B1C-D99DD1FFE53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1742620" y="6288680"/>
                  <a:ext cx="10296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B25D5824-0A4B-3F2D-FFB9-2468E2DC100C}"/>
                    </a:ext>
                  </a:extLst>
                </p14:cNvPr>
                <p14:cNvContentPartPr/>
                <p14:nvPr/>
              </p14:nvContentPartPr>
              <p14:xfrm>
                <a:off x="11851700" y="6369320"/>
                <a:ext cx="19440" cy="889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B25D5824-0A4B-3F2D-FFB9-2468E2DC100C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1833700" y="6351680"/>
                  <a:ext cx="5508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E7A7B022-B639-9558-993A-9B9694D00716}"/>
                    </a:ext>
                  </a:extLst>
                </p14:cNvPr>
                <p14:cNvContentPartPr/>
                <p14:nvPr/>
              </p14:nvContentPartPr>
              <p14:xfrm>
                <a:off x="11859260" y="6218120"/>
                <a:ext cx="3240" cy="115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E7A7B022-B639-9558-993A-9B9694D00716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1841260" y="6200480"/>
                  <a:ext cx="3888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5508989C-9FC1-6700-8985-772ACD76B538}"/>
                    </a:ext>
                  </a:extLst>
                </p14:cNvPr>
                <p14:cNvContentPartPr/>
                <p14:nvPr/>
              </p14:nvContentPartPr>
              <p14:xfrm>
                <a:off x="11888780" y="6321080"/>
                <a:ext cx="46080" cy="1234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5508989C-9FC1-6700-8985-772ACD76B538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1870780" y="6303440"/>
                  <a:ext cx="817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837EF64-1020-51BC-1375-C7FD2126FDB9}"/>
                    </a:ext>
                  </a:extLst>
                </p14:cNvPr>
                <p14:cNvContentPartPr/>
                <p14:nvPr/>
              </p14:nvContentPartPr>
              <p14:xfrm>
                <a:off x="11989220" y="6305600"/>
                <a:ext cx="44640" cy="1454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837EF64-1020-51BC-1375-C7FD2126FDB9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1971580" y="6287960"/>
                  <a:ext cx="8028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BD40F12E-4835-B543-8A98-A1DD8C169C65}"/>
                    </a:ext>
                  </a:extLst>
                </p14:cNvPr>
                <p14:cNvContentPartPr/>
                <p14:nvPr/>
              </p14:nvContentPartPr>
              <p14:xfrm>
                <a:off x="11965460" y="6328640"/>
                <a:ext cx="206280" cy="835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BD40F12E-4835-B543-8A98-A1DD8C169C6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1947460" y="6311000"/>
                  <a:ext cx="241920" cy="119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F30C5E57-73F7-30D0-E587-72EB56ADFCEE}"/>
              </a:ext>
            </a:extLst>
          </p:cNvPr>
          <p:cNvGrpSpPr/>
          <p:nvPr/>
        </p:nvGrpSpPr>
        <p:grpSpPr>
          <a:xfrm>
            <a:off x="8881340" y="3079780"/>
            <a:ext cx="1531080" cy="1687680"/>
            <a:chOff x="8881340" y="3079780"/>
            <a:chExt cx="1531080" cy="1687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9354C853-D834-5C81-3409-C92E37E319DB}"/>
                    </a:ext>
                  </a:extLst>
                </p14:cNvPr>
                <p14:cNvContentPartPr/>
                <p14:nvPr/>
              </p14:nvContentPartPr>
              <p14:xfrm>
                <a:off x="8881340" y="3165100"/>
                <a:ext cx="490320" cy="6512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9354C853-D834-5C81-3409-C92E37E319DB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863700" y="3147460"/>
                  <a:ext cx="525960" cy="68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F43E0DDE-6DC7-A8C9-70AF-0189A8305FEF}"/>
                    </a:ext>
                  </a:extLst>
                </p14:cNvPr>
                <p14:cNvContentPartPr/>
                <p14:nvPr/>
              </p14:nvContentPartPr>
              <p14:xfrm>
                <a:off x="8948660" y="3752260"/>
                <a:ext cx="606600" cy="10152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F43E0DDE-6DC7-A8C9-70AF-0189A8305FEF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930660" y="3734260"/>
                  <a:ext cx="642240" cy="10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14B9235C-C9E5-22FA-EFC5-0F0449F7D881}"/>
                    </a:ext>
                  </a:extLst>
                </p14:cNvPr>
                <p14:cNvContentPartPr/>
                <p14:nvPr/>
              </p14:nvContentPartPr>
              <p14:xfrm>
                <a:off x="9627620" y="3754420"/>
                <a:ext cx="717120" cy="1828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14B9235C-C9E5-22FA-EFC5-0F0449F7D881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9609620" y="3736420"/>
                  <a:ext cx="75276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F63EBE62-046B-2CF9-B17E-FF7D1998FF5F}"/>
                    </a:ext>
                  </a:extLst>
                </p14:cNvPr>
                <p14:cNvContentPartPr/>
                <p14:nvPr/>
              </p14:nvContentPartPr>
              <p14:xfrm>
                <a:off x="10034420" y="3079780"/>
                <a:ext cx="378000" cy="2887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F63EBE62-046B-2CF9-B17E-FF7D1998FF5F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0016420" y="3062140"/>
                  <a:ext cx="41364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DC5D21A7-9063-EB3D-3D8E-E12642C1E185}"/>
                    </a:ext>
                  </a:extLst>
                </p14:cNvPr>
                <p14:cNvContentPartPr/>
                <p14:nvPr/>
              </p14:nvContentPartPr>
              <p14:xfrm>
                <a:off x="10053860" y="3368140"/>
                <a:ext cx="182520" cy="133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DC5D21A7-9063-EB3D-3D8E-E12642C1E185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0035860" y="3350140"/>
                  <a:ext cx="21816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98336A0A-8C82-49EE-7C66-ADE24C482237}"/>
                    </a:ext>
                  </a:extLst>
                </p14:cNvPr>
                <p14:cNvContentPartPr/>
                <p14:nvPr/>
              </p14:nvContentPartPr>
              <p14:xfrm>
                <a:off x="9486500" y="3191020"/>
                <a:ext cx="729360" cy="2019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98336A0A-8C82-49EE-7C66-ADE24C482237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468500" y="3173020"/>
                  <a:ext cx="765000" cy="23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FECF2652-B33B-D08A-AD03-A1FA061DA1D1}"/>
              </a:ext>
            </a:extLst>
          </p:cNvPr>
          <p:cNvGrpSpPr/>
          <p:nvPr/>
        </p:nvGrpSpPr>
        <p:grpSpPr>
          <a:xfrm>
            <a:off x="9276260" y="4353460"/>
            <a:ext cx="2057040" cy="621000"/>
            <a:chOff x="9276260" y="4353460"/>
            <a:chExt cx="2057040" cy="62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FBE26178-5C9A-D465-BBC5-76202A38FF8D}"/>
                    </a:ext>
                  </a:extLst>
                </p14:cNvPr>
                <p14:cNvContentPartPr/>
                <p14:nvPr/>
              </p14:nvContentPartPr>
              <p14:xfrm>
                <a:off x="10038020" y="4353460"/>
                <a:ext cx="456480" cy="1047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FBE26178-5C9A-D465-BBC5-76202A38FF8D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0020380" y="4335460"/>
                  <a:ext cx="49212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1F0B7605-80C5-6A70-61B2-2C910AE1C948}"/>
                    </a:ext>
                  </a:extLst>
                </p14:cNvPr>
                <p14:cNvContentPartPr/>
                <p14:nvPr/>
              </p14:nvContentPartPr>
              <p14:xfrm>
                <a:off x="9276260" y="4674220"/>
                <a:ext cx="282600" cy="3002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1F0B7605-80C5-6A70-61B2-2C910AE1C948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9258260" y="4656580"/>
                  <a:ext cx="31824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506DF634-F0D5-A01A-5CBB-C55800178869}"/>
                    </a:ext>
                  </a:extLst>
                </p14:cNvPr>
                <p14:cNvContentPartPr/>
                <p14:nvPr/>
              </p14:nvContentPartPr>
              <p14:xfrm>
                <a:off x="9736340" y="4361380"/>
                <a:ext cx="618480" cy="3513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506DF634-F0D5-A01A-5CBB-C5580017886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718700" y="4343380"/>
                  <a:ext cx="654120" cy="38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93C06DE2-7C4E-FD16-F09F-F6BD30EA7C6C}"/>
                    </a:ext>
                  </a:extLst>
                </p14:cNvPr>
                <p14:cNvContentPartPr/>
                <p14:nvPr/>
              </p14:nvContentPartPr>
              <p14:xfrm>
                <a:off x="10541300" y="4718860"/>
                <a:ext cx="62280" cy="1713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93C06DE2-7C4E-FD16-F09F-F6BD30EA7C6C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0523660" y="4701220"/>
                  <a:ext cx="9792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7AFD82C9-C9FA-AA44-8ACB-D9A401B93258}"/>
                    </a:ext>
                  </a:extLst>
                </p14:cNvPr>
                <p14:cNvContentPartPr/>
                <p14:nvPr/>
              </p14:nvContentPartPr>
              <p14:xfrm>
                <a:off x="10497740" y="4604740"/>
                <a:ext cx="16920" cy="25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7AFD82C9-C9FA-AA44-8ACB-D9A401B93258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0480100" y="4586740"/>
                  <a:ext cx="525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82E2DFD1-4CC9-709A-29DB-502F8CECEB28}"/>
                    </a:ext>
                  </a:extLst>
                </p14:cNvPr>
                <p14:cNvContentPartPr/>
                <p14:nvPr/>
              </p14:nvContentPartPr>
              <p14:xfrm>
                <a:off x="10689980" y="4733260"/>
                <a:ext cx="149400" cy="1105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82E2DFD1-4CC9-709A-29DB-502F8CECEB28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0672340" y="4715260"/>
                  <a:ext cx="18504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F199495E-B3EA-7A6A-E5BE-3F3CEC2FAB94}"/>
                    </a:ext>
                  </a:extLst>
                </p14:cNvPr>
                <p14:cNvContentPartPr/>
                <p14:nvPr/>
              </p14:nvContentPartPr>
              <p14:xfrm>
                <a:off x="10908500" y="4770700"/>
                <a:ext cx="87120" cy="1548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F199495E-B3EA-7A6A-E5BE-3F3CEC2FAB94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0890860" y="4752700"/>
                  <a:ext cx="1227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47D736E8-6FC9-2CBA-5221-4E9B0FFD67FC}"/>
                    </a:ext>
                  </a:extLst>
                </p14:cNvPr>
                <p14:cNvContentPartPr/>
                <p14:nvPr/>
              </p14:nvContentPartPr>
              <p14:xfrm>
                <a:off x="10939820" y="4703020"/>
                <a:ext cx="84600" cy="943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47D736E8-6FC9-2CBA-5221-4E9B0FFD67FC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0921820" y="4685380"/>
                  <a:ext cx="12024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A85884F-F908-49A5-1E18-4D4D59B284DB}"/>
                    </a:ext>
                  </a:extLst>
                </p14:cNvPr>
                <p14:cNvContentPartPr/>
                <p14:nvPr/>
              </p14:nvContentPartPr>
              <p14:xfrm>
                <a:off x="11093180" y="4760620"/>
                <a:ext cx="156240" cy="864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A85884F-F908-49A5-1E18-4D4D59B284DB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1075540" y="4742980"/>
                  <a:ext cx="19188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557B825E-9602-B284-14E7-B00787CE6DEC}"/>
                    </a:ext>
                  </a:extLst>
                </p14:cNvPr>
                <p14:cNvContentPartPr/>
                <p14:nvPr/>
              </p14:nvContentPartPr>
              <p14:xfrm>
                <a:off x="11267060" y="4610860"/>
                <a:ext cx="66240" cy="2041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557B825E-9602-B284-14E7-B00787CE6DEC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1249420" y="4593220"/>
                  <a:ext cx="10188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056C8542-09E5-A686-9A8E-A2E910D867B0}"/>
                    </a:ext>
                  </a:extLst>
                </p14:cNvPr>
                <p14:cNvContentPartPr/>
                <p14:nvPr/>
              </p14:nvContentPartPr>
              <p14:xfrm>
                <a:off x="11247260" y="4685380"/>
                <a:ext cx="71280" cy="5544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056C8542-09E5-A686-9A8E-A2E910D867B0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1229620" y="4667380"/>
                  <a:ext cx="106920" cy="91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5E62F9D9-3E36-CDD2-AF37-7B44E51B3613}"/>
              </a:ext>
            </a:extLst>
          </p:cNvPr>
          <p:cNvGrpSpPr/>
          <p:nvPr/>
        </p:nvGrpSpPr>
        <p:grpSpPr>
          <a:xfrm>
            <a:off x="10330340" y="1395700"/>
            <a:ext cx="1268640" cy="405000"/>
            <a:chOff x="10330340" y="1395700"/>
            <a:chExt cx="1268640" cy="405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BC32E560-8204-D5C5-B8A4-2C94AE638E15}"/>
                    </a:ext>
                  </a:extLst>
                </p14:cNvPr>
                <p14:cNvContentPartPr/>
                <p14:nvPr/>
              </p14:nvContentPartPr>
              <p14:xfrm>
                <a:off x="10330340" y="1530700"/>
                <a:ext cx="180720" cy="2264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BC32E560-8204-D5C5-B8A4-2C94AE638E15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0312340" y="1512700"/>
                  <a:ext cx="21636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515AC617-CA9C-24EB-A870-FCC2B695ED23}"/>
                    </a:ext>
                  </a:extLst>
                </p14:cNvPr>
                <p14:cNvContentPartPr/>
                <p14:nvPr/>
              </p14:nvContentPartPr>
              <p14:xfrm>
                <a:off x="10616900" y="1600180"/>
                <a:ext cx="194400" cy="1080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515AC617-CA9C-24EB-A870-FCC2B695ED23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0599260" y="1582540"/>
                  <a:ext cx="23004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25C4403F-67CC-89AD-42BF-F33E112685AF}"/>
                    </a:ext>
                  </a:extLst>
                </p14:cNvPr>
                <p14:cNvContentPartPr/>
                <p14:nvPr/>
              </p14:nvContentPartPr>
              <p14:xfrm>
                <a:off x="10852340" y="1459780"/>
                <a:ext cx="63360" cy="2325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25C4403F-67CC-89AD-42BF-F33E112685A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0834340" y="1441780"/>
                  <a:ext cx="9900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05053CAE-DD32-9A8C-0909-ECB53B160C53}"/>
                    </a:ext>
                  </a:extLst>
                </p14:cNvPr>
                <p14:cNvContentPartPr/>
                <p14:nvPr/>
              </p14:nvContentPartPr>
              <p14:xfrm>
                <a:off x="10825700" y="1553380"/>
                <a:ext cx="127440" cy="756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05053CAE-DD32-9A8C-0909-ECB53B160C53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0807700" y="1535380"/>
                  <a:ext cx="16308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898BF628-235B-0757-0FCE-F4669CB4420A}"/>
                    </a:ext>
                  </a:extLst>
                </p14:cNvPr>
                <p14:cNvContentPartPr/>
                <p14:nvPr/>
              </p14:nvContentPartPr>
              <p14:xfrm>
                <a:off x="11010380" y="1568860"/>
                <a:ext cx="60480" cy="23184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898BF628-235B-0757-0FCE-F4669CB4420A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0992740" y="1550860"/>
                  <a:ext cx="9612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420474DF-5A70-390F-9510-3BD780A32ACD}"/>
                    </a:ext>
                  </a:extLst>
                </p14:cNvPr>
                <p14:cNvContentPartPr/>
                <p14:nvPr/>
              </p14:nvContentPartPr>
              <p14:xfrm>
                <a:off x="11041700" y="1533940"/>
                <a:ext cx="81720" cy="7812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420474DF-5A70-390F-9510-3BD780A32ACD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1023700" y="1516300"/>
                  <a:ext cx="11736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FBDA8189-F001-7375-A725-EBB5490A55EC}"/>
                    </a:ext>
                  </a:extLst>
                </p14:cNvPr>
                <p14:cNvContentPartPr/>
                <p14:nvPr/>
              </p14:nvContentPartPr>
              <p14:xfrm>
                <a:off x="11208740" y="1547260"/>
                <a:ext cx="168120" cy="1396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FBDA8189-F001-7375-A725-EBB5490A55E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1191100" y="1529260"/>
                  <a:ext cx="20376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6CC69830-0AC0-0C69-F953-6BC76D6431F0}"/>
                    </a:ext>
                  </a:extLst>
                </p14:cNvPr>
                <p14:cNvContentPartPr/>
                <p14:nvPr/>
              </p14:nvContentPartPr>
              <p14:xfrm>
                <a:off x="11431940" y="1395700"/>
                <a:ext cx="90720" cy="2800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6CC69830-0AC0-0C69-F953-6BC76D6431F0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1413940" y="1377700"/>
                  <a:ext cx="12636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5FEA38A9-ABDC-BBF2-13B2-328A60BB6B79}"/>
                    </a:ext>
                  </a:extLst>
                </p14:cNvPr>
                <p14:cNvContentPartPr/>
                <p14:nvPr/>
              </p14:nvContentPartPr>
              <p14:xfrm>
                <a:off x="11450300" y="1505500"/>
                <a:ext cx="148680" cy="514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5FEA38A9-ABDC-BBF2-13B2-328A60BB6B79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1432660" y="1487860"/>
                  <a:ext cx="184320" cy="8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8C5D7A07-7544-E64A-0BF2-8D1927035D3C}"/>
              </a:ext>
            </a:extLst>
          </p:cNvPr>
          <p:cNvGrpSpPr/>
          <p:nvPr/>
        </p:nvGrpSpPr>
        <p:grpSpPr>
          <a:xfrm>
            <a:off x="4804700" y="1025620"/>
            <a:ext cx="3655080" cy="1211760"/>
            <a:chOff x="4804700" y="1025620"/>
            <a:chExt cx="3655080" cy="1211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E4C8B230-962B-A37E-94C3-C5E067913E45}"/>
                    </a:ext>
                  </a:extLst>
                </p14:cNvPr>
                <p14:cNvContentPartPr/>
                <p14:nvPr/>
              </p14:nvContentPartPr>
              <p14:xfrm>
                <a:off x="5571500" y="1472380"/>
                <a:ext cx="2888280" cy="7650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E4C8B230-962B-A37E-94C3-C5E067913E45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5553500" y="1454740"/>
                  <a:ext cx="2923920" cy="80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D42C3BEC-D46E-F17A-D06B-ABE376B4823D}"/>
                    </a:ext>
                  </a:extLst>
                </p14:cNvPr>
                <p14:cNvContentPartPr/>
                <p14:nvPr/>
              </p14:nvContentPartPr>
              <p14:xfrm>
                <a:off x="4804700" y="1025620"/>
                <a:ext cx="1049760" cy="112248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D42C3BEC-D46E-F17A-D06B-ABE376B4823D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4786700" y="1007980"/>
                  <a:ext cx="1085400" cy="11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C22A8209-7DD0-3E5A-9A32-CE8A5F4B7510}"/>
                    </a:ext>
                  </a:extLst>
                </p14:cNvPr>
                <p14:cNvContentPartPr/>
                <p14:nvPr/>
              </p14:nvContentPartPr>
              <p14:xfrm>
                <a:off x="5235260" y="1317580"/>
                <a:ext cx="261000" cy="26316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C22A8209-7DD0-3E5A-9A32-CE8A5F4B751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5217260" y="1299940"/>
                  <a:ext cx="29664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973DEC9A-EBCD-5151-08BB-37EC800CF3A5}"/>
                    </a:ext>
                  </a:extLst>
                </p14:cNvPr>
                <p14:cNvContentPartPr/>
                <p14:nvPr/>
              </p14:nvContentPartPr>
              <p14:xfrm>
                <a:off x="7741940" y="1790620"/>
                <a:ext cx="181440" cy="1602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973DEC9A-EBCD-5151-08BB-37EC800CF3A5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7723940" y="1772980"/>
                  <a:ext cx="21708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2DA56CCC-FE07-6177-292E-8522900A12E4}"/>
                    </a:ext>
                  </a:extLst>
                </p14:cNvPr>
                <p14:cNvContentPartPr/>
                <p14:nvPr/>
              </p14:nvContentPartPr>
              <p14:xfrm>
                <a:off x="6813140" y="1314340"/>
                <a:ext cx="305280" cy="6490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2DA56CCC-FE07-6177-292E-8522900A12E4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6795500" y="1296340"/>
                  <a:ext cx="340920" cy="68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DDC39B7A-100D-196F-BDD6-221D28F3E13C}"/>
                    </a:ext>
                  </a:extLst>
                </p14:cNvPr>
                <p14:cNvContentPartPr/>
                <p14:nvPr/>
              </p14:nvContentPartPr>
              <p14:xfrm>
                <a:off x="6165140" y="1456900"/>
                <a:ext cx="199800" cy="42120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DDC39B7A-100D-196F-BDD6-221D28F3E13C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6147140" y="1439260"/>
                  <a:ext cx="235440" cy="456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AC3FEAAE-6E8B-5DF9-8544-C84756988DB0}"/>
              </a:ext>
            </a:extLst>
          </p:cNvPr>
          <p:cNvGrpSpPr/>
          <p:nvPr/>
        </p:nvGrpSpPr>
        <p:grpSpPr>
          <a:xfrm>
            <a:off x="5944100" y="2610340"/>
            <a:ext cx="2696400" cy="1541520"/>
            <a:chOff x="5944100" y="2610340"/>
            <a:chExt cx="2696400" cy="154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7CF18DA2-791E-9899-56C0-A9D702BD66E0}"/>
                    </a:ext>
                  </a:extLst>
                </p14:cNvPr>
                <p14:cNvContentPartPr/>
                <p14:nvPr/>
              </p14:nvContentPartPr>
              <p14:xfrm>
                <a:off x="6641060" y="2610340"/>
                <a:ext cx="1999440" cy="53352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7CF18DA2-791E-9899-56C0-A9D702BD66E0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6623420" y="2592340"/>
                  <a:ext cx="2035080" cy="56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9F890FC6-43B3-F07C-3647-9E798457D2A8}"/>
                    </a:ext>
                  </a:extLst>
                </p14:cNvPr>
                <p14:cNvContentPartPr/>
                <p14:nvPr/>
              </p14:nvContentPartPr>
              <p14:xfrm>
                <a:off x="5944100" y="2801140"/>
                <a:ext cx="995400" cy="91476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9F890FC6-43B3-F07C-3647-9E798457D2A8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5926100" y="2783500"/>
                  <a:ext cx="1031040" cy="9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FE13199E-5D2F-2C7F-6385-D35DAC43D543}"/>
                    </a:ext>
                  </a:extLst>
                </p14:cNvPr>
                <p14:cNvContentPartPr/>
                <p14:nvPr/>
              </p14:nvContentPartPr>
              <p14:xfrm>
                <a:off x="6269900" y="3105700"/>
                <a:ext cx="236520" cy="3520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FE13199E-5D2F-2C7F-6385-D35DAC43D543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6251900" y="3087700"/>
                  <a:ext cx="272160" cy="38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AD3E7084-4FE8-3CE7-91CF-0744DDFBE82C}"/>
                    </a:ext>
                  </a:extLst>
                </p14:cNvPr>
                <p14:cNvContentPartPr/>
                <p14:nvPr/>
              </p14:nvContentPartPr>
              <p14:xfrm>
                <a:off x="6215180" y="3866740"/>
                <a:ext cx="208800" cy="2851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AD3E7084-4FE8-3CE7-91CF-0744DDFBE82C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6197540" y="3849100"/>
                  <a:ext cx="244440" cy="320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4">
            <p14:nvContentPartPr>
              <p14:cNvPr id="126" name="Ink 125">
                <a:extLst>
                  <a:ext uri="{FF2B5EF4-FFF2-40B4-BE49-F238E27FC236}">
                    <a16:creationId xmlns:a16="http://schemas.microsoft.com/office/drawing/2014/main" id="{B56322DA-A2A7-2638-6659-4967BBE5EC82}"/>
                  </a:ext>
                </a:extLst>
              </p14:cNvPr>
              <p14:cNvContentPartPr/>
              <p14:nvPr/>
            </p14:nvContentPartPr>
            <p14:xfrm>
              <a:off x="121100" y="2958820"/>
              <a:ext cx="7607520" cy="225360"/>
            </p14:xfrm>
          </p:contentPart>
        </mc:Choice>
        <mc:Fallback xmlns="">
          <p:pic>
            <p:nvPicPr>
              <p:cNvPr id="126" name="Ink 125">
                <a:extLst>
                  <a:ext uri="{FF2B5EF4-FFF2-40B4-BE49-F238E27FC236}">
                    <a16:creationId xmlns:a16="http://schemas.microsoft.com/office/drawing/2014/main" id="{B56322DA-A2A7-2638-6659-4967BBE5EC82}"/>
                  </a:ext>
                </a:extLst>
              </p:cNvPr>
              <p:cNvPicPr/>
              <p:nvPr/>
            </p:nvPicPr>
            <p:blipFill>
              <a:blip r:embed="rId205"/>
              <a:stretch>
                <a:fillRect/>
              </a:stretch>
            </p:blipFill>
            <p:spPr>
              <a:xfrm>
                <a:off x="58460" y="2896180"/>
                <a:ext cx="7733160" cy="351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57" name="Group 156">
            <a:extLst>
              <a:ext uri="{FF2B5EF4-FFF2-40B4-BE49-F238E27FC236}">
                <a16:creationId xmlns:a16="http://schemas.microsoft.com/office/drawing/2014/main" id="{DE9C4E04-BB2B-716C-D143-CEF31D7B1F28}"/>
              </a:ext>
            </a:extLst>
          </p:cNvPr>
          <p:cNvGrpSpPr/>
          <p:nvPr/>
        </p:nvGrpSpPr>
        <p:grpSpPr>
          <a:xfrm>
            <a:off x="5222660" y="5017300"/>
            <a:ext cx="3751920" cy="1920960"/>
            <a:chOff x="5222660" y="5017300"/>
            <a:chExt cx="3751920" cy="192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FDA3745D-DEBB-950C-FAD9-A329054A12B6}"/>
                    </a:ext>
                  </a:extLst>
                </p14:cNvPr>
                <p14:cNvContentPartPr/>
                <p14:nvPr/>
              </p14:nvContentPartPr>
              <p14:xfrm>
                <a:off x="5612180" y="5480620"/>
                <a:ext cx="18360" cy="40644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FDA3745D-DEBB-950C-FAD9-A329054A12B6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594180" y="5462980"/>
                  <a:ext cx="54000" cy="44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6FC15B71-0729-1304-C435-ABCB29CD3DCE}"/>
                    </a:ext>
                  </a:extLst>
                </p14:cNvPr>
                <p14:cNvContentPartPr/>
                <p14:nvPr/>
              </p14:nvContentPartPr>
              <p14:xfrm>
                <a:off x="5354060" y="5250580"/>
                <a:ext cx="622440" cy="8589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6FC15B71-0729-1304-C435-ABCB29CD3DCE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336060" y="5232940"/>
                  <a:ext cx="658080" cy="89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1637FAA2-D89B-3A9A-3998-3BDA3D7DD694}"/>
                    </a:ext>
                  </a:extLst>
                </p14:cNvPr>
                <p14:cNvContentPartPr/>
                <p14:nvPr/>
              </p14:nvContentPartPr>
              <p14:xfrm>
                <a:off x="6288980" y="5348140"/>
                <a:ext cx="60840" cy="47844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1637FAA2-D89B-3A9A-3998-3BDA3D7DD694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6271340" y="5330500"/>
                  <a:ext cx="96480" cy="51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8773B8DB-506A-BDEC-6B8F-1513702EF510}"/>
                    </a:ext>
                  </a:extLst>
                </p14:cNvPr>
                <p14:cNvContentPartPr/>
                <p14:nvPr/>
              </p14:nvContentPartPr>
              <p14:xfrm>
                <a:off x="6167300" y="5360740"/>
                <a:ext cx="494640" cy="4849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8773B8DB-506A-BDEC-6B8F-1513702EF510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6149660" y="5342740"/>
                  <a:ext cx="530280" cy="52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3A41BF57-0564-A482-E224-97B5FD4D28D2}"/>
                    </a:ext>
                  </a:extLst>
                </p14:cNvPr>
                <p14:cNvContentPartPr/>
                <p14:nvPr/>
              </p14:nvContentPartPr>
              <p14:xfrm>
                <a:off x="6706580" y="5581060"/>
                <a:ext cx="37080" cy="2844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3A41BF57-0564-A482-E224-97B5FD4D28D2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6688580" y="5563060"/>
                  <a:ext cx="72720" cy="32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742461C3-80A2-0F55-14A6-001D68331770}"/>
                    </a:ext>
                  </a:extLst>
                </p14:cNvPr>
                <p14:cNvContentPartPr/>
                <p14:nvPr/>
              </p14:nvContentPartPr>
              <p14:xfrm>
                <a:off x="6742940" y="5535340"/>
                <a:ext cx="131040" cy="22392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742461C3-80A2-0F55-14A6-001D68331770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6725300" y="5517700"/>
                  <a:ext cx="16668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0EB9725B-78D0-B587-8451-1F841EDBFFAD}"/>
                    </a:ext>
                  </a:extLst>
                </p14:cNvPr>
                <p14:cNvContentPartPr/>
                <p14:nvPr/>
              </p14:nvContentPartPr>
              <p14:xfrm>
                <a:off x="6694340" y="5712100"/>
                <a:ext cx="178560" cy="4860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0EB9725B-78D0-B587-8451-1F841EDBFFA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6676340" y="5694460"/>
                  <a:ext cx="2142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BE9E991B-5F67-47F9-76A5-D7636027245A}"/>
                    </a:ext>
                  </a:extLst>
                </p14:cNvPr>
                <p14:cNvContentPartPr/>
                <p14:nvPr/>
              </p14:nvContentPartPr>
              <p14:xfrm>
                <a:off x="6882260" y="5576380"/>
                <a:ext cx="320760" cy="367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BE9E991B-5F67-47F9-76A5-D7636027245A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6864260" y="5558380"/>
                  <a:ext cx="35640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3C2E9090-EF47-03A8-E335-CA73590D69C8}"/>
                    </a:ext>
                  </a:extLst>
                </p14:cNvPr>
                <p14:cNvContentPartPr/>
                <p14:nvPr/>
              </p14:nvContentPartPr>
              <p14:xfrm>
                <a:off x="7088540" y="5598340"/>
                <a:ext cx="31680" cy="22932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3C2E9090-EF47-03A8-E335-CA73590D69C8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7070900" y="5580340"/>
                  <a:ext cx="6732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CC7B172E-88F8-F42A-9827-8E6B20BA5F01}"/>
                    </a:ext>
                  </a:extLst>
                </p14:cNvPr>
                <p14:cNvContentPartPr/>
                <p14:nvPr/>
              </p14:nvContentPartPr>
              <p14:xfrm>
                <a:off x="7283300" y="5544340"/>
                <a:ext cx="23040" cy="4482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CC7B172E-88F8-F42A-9827-8E6B20BA5F01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7265660" y="5526340"/>
                  <a:ext cx="58680" cy="48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4FE21CE9-7391-546F-76B0-363272E28972}"/>
                    </a:ext>
                  </a:extLst>
                </p14:cNvPr>
                <p14:cNvContentPartPr/>
                <p14:nvPr/>
              </p14:nvContentPartPr>
              <p14:xfrm>
                <a:off x="7261700" y="5630740"/>
                <a:ext cx="228960" cy="2091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4FE21CE9-7391-546F-76B0-363272E28972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7244060" y="5612740"/>
                  <a:ext cx="26460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A38BE6CE-38D9-1433-83E4-9EB189158003}"/>
                    </a:ext>
                  </a:extLst>
                </p14:cNvPr>
                <p14:cNvContentPartPr/>
                <p14:nvPr/>
              </p14:nvContentPartPr>
              <p14:xfrm>
                <a:off x="7303820" y="5795260"/>
                <a:ext cx="153000" cy="5148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A38BE6CE-38D9-1433-83E4-9EB189158003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7286180" y="5777620"/>
                  <a:ext cx="18864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02397B37-20FA-114A-9E68-CE1C481D96AE}"/>
                    </a:ext>
                  </a:extLst>
                </p14:cNvPr>
                <p14:cNvContentPartPr/>
                <p14:nvPr/>
              </p14:nvContentPartPr>
              <p14:xfrm>
                <a:off x="5660780" y="6372340"/>
                <a:ext cx="391320" cy="2588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02397B37-20FA-114A-9E68-CE1C481D96AE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5643140" y="6354340"/>
                  <a:ext cx="42696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1E7ED4C2-DBE1-CD35-3812-205A2EF29E39}"/>
                    </a:ext>
                  </a:extLst>
                </p14:cNvPr>
                <p14:cNvContentPartPr/>
                <p14:nvPr/>
              </p14:nvContentPartPr>
              <p14:xfrm>
                <a:off x="5553500" y="6044020"/>
                <a:ext cx="661680" cy="81000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1E7ED4C2-DBE1-CD35-3812-205A2EF29E39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5535500" y="6026020"/>
                  <a:ext cx="697320" cy="84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64933663-06AE-58EE-5BE3-AAE740F077A0}"/>
                    </a:ext>
                  </a:extLst>
                </p14:cNvPr>
                <p14:cNvContentPartPr/>
                <p14:nvPr/>
              </p14:nvContentPartPr>
              <p14:xfrm>
                <a:off x="6685340" y="6144460"/>
                <a:ext cx="150840" cy="48096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64933663-06AE-58EE-5BE3-AAE740F077A0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6667340" y="6126460"/>
                  <a:ext cx="186480" cy="51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D9150DAC-04CD-FC80-3C6B-EDF2DBCE3C71}"/>
                    </a:ext>
                  </a:extLst>
                </p14:cNvPr>
                <p14:cNvContentPartPr/>
                <p14:nvPr/>
              </p14:nvContentPartPr>
              <p14:xfrm>
                <a:off x="7077020" y="6321940"/>
                <a:ext cx="92520" cy="24372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D9150DAC-04CD-FC80-3C6B-EDF2DBCE3C71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7059020" y="6303940"/>
                  <a:ext cx="12816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0FB634B-956F-BC25-E62B-10EB402DBD91}"/>
                    </a:ext>
                  </a:extLst>
                </p14:cNvPr>
                <p14:cNvContentPartPr/>
                <p14:nvPr/>
              </p14:nvContentPartPr>
              <p14:xfrm>
                <a:off x="7273940" y="6310780"/>
                <a:ext cx="48240" cy="17784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0FB634B-956F-BC25-E62B-10EB402DBD91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7256300" y="6292780"/>
                  <a:ext cx="8388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C343139C-36FC-B3A4-0089-4D977673CACB}"/>
                    </a:ext>
                  </a:extLst>
                </p14:cNvPr>
                <p14:cNvContentPartPr/>
                <p14:nvPr/>
              </p14:nvContentPartPr>
              <p14:xfrm>
                <a:off x="7317500" y="6238060"/>
                <a:ext cx="292680" cy="21852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C343139C-36FC-B3A4-0089-4D977673CACB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7299500" y="6220420"/>
                  <a:ext cx="32832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DB6381E6-03C8-3F9E-551F-052EB441B2CC}"/>
                    </a:ext>
                  </a:extLst>
                </p14:cNvPr>
                <p14:cNvContentPartPr/>
                <p14:nvPr/>
              </p14:nvContentPartPr>
              <p14:xfrm>
                <a:off x="7731860" y="6268300"/>
                <a:ext cx="78480" cy="2167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DB6381E6-03C8-3F9E-551F-052EB441B2CC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7714220" y="6250300"/>
                  <a:ext cx="11412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57E67707-CC78-AB1C-14B4-D7CEEF615EE7}"/>
                    </a:ext>
                  </a:extLst>
                </p14:cNvPr>
                <p14:cNvContentPartPr/>
                <p14:nvPr/>
              </p14:nvContentPartPr>
              <p14:xfrm>
                <a:off x="7762820" y="6201700"/>
                <a:ext cx="96480" cy="13500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57E67707-CC78-AB1C-14B4-D7CEEF615EE7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7745180" y="6184060"/>
                  <a:ext cx="13212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78D6C63A-8119-13DE-6F0F-A637D45CEBA5}"/>
                    </a:ext>
                  </a:extLst>
                </p14:cNvPr>
                <p14:cNvContentPartPr/>
                <p14:nvPr/>
              </p14:nvContentPartPr>
              <p14:xfrm>
                <a:off x="7941380" y="6250660"/>
                <a:ext cx="138960" cy="1756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78D6C63A-8119-13DE-6F0F-A637D45CEBA5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7923380" y="6232660"/>
                  <a:ext cx="17460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BE122D99-A918-1E8A-50B6-63AD4489C071}"/>
                    </a:ext>
                  </a:extLst>
                </p14:cNvPr>
                <p14:cNvContentPartPr/>
                <p14:nvPr/>
              </p14:nvContentPartPr>
              <p14:xfrm>
                <a:off x="8152700" y="6210340"/>
                <a:ext cx="179640" cy="3960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BE122D99-A918-1E8A-50B6-63AD4489C071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8134700" y="6192700"/>
                  <a:ext cx="21528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F75CB631-5688-35A5-E5DD-75D287587885}"/>
                    </a:ext>
                  </a:extLst>
                </p14:cNvPr>
                <p14:cNvContentPartPr/>
                <p14:nvPr/>
              </p14:nvContentPartPr>
              <p14:xfrm>
                <a:off x="8262500" y="6229060"/>
                <a:ext cx="40680" cy="2167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F75CB631-5688-35A5-E5DD-75D287587885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8244860" y="6211060"/>
                  <a:ext cx="7632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94F84851-E517-22DF-9277-5BECBFCDB9F6}"/>
                    </a:ext>
                  </a:extLst>
                </p14:cNvPr>
                <p14:cNvContentPartPr/>
                <p14:nvPr/>
              </p14:nvContentPartPr>
              <p14:xfrm>
                <a:off x="8427740" y="6160660"/>
                <a:ext cx="48240" cy="28332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94F84851-E517-22DF-9277-5BECBFCDB9F6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8410100" y="6142660"/>
                  <a:ext cx="8388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13FD4B94-2224-9727-313F-1FD9A16EAA7F}"/>
                    </a:ext>
                  </a:extLst>
                </p14:cNvPr>
                <p14:cNvContentPartPr/>
                <p14:nvPr/>
              </p14:nvContentPartPr>
              <p14:xfrm>
                <a:off x="8430260" y="6088660"/>
                <a:ext cx="148320" cy="1141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13FD4B94-2224-9727-313F-1FD9A16EAA7F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8412620" y="6071020"/>
                  <a:ext cx="18396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2744D9D8-1777-0E12-40FF-3B4F7B4C1F57}"/>
                    </a:ext>
                  </a:extLst>
                </p14:cNvPr>
                <p14:cNvContentPartPr/>
                <p14:nvPr/>
              </p14:nvContentPartPr>
              <p14:xfrm>
                <a:off x="8474900" y="6238420"/>
                <a:ext cx="67680" cy="3708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2744D9D8-1777-0E12-40FF-3B4F7B4C1F57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8457260" y="6220780"/>
                  <a:ext cx="10332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8A83B01C-E210-22DF-D8D1-D92954C119EE}"/>
                    </a:ext>
                  </a:extLst>
                </p14:cNvPr>
                <p14:cNvContentPartPr/>
                <p14:nvPr/>
              </p14:nvContentPartPr>
              <p14:xfrm>
                <a:off x="8510900" y="6379180"/>
                <a:ext cx="124200" cy="4932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8A83B01C-E210-22DF-D8D1-D92954C119EE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8492900" y="6361180"/>
                  <a:ext cx="15984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499B343B-5A71-29CD-2152-31DA692F8508}"/>
                    </a:ext>
                  </a:extLst>
                </p14:cNvPr>
                <p14:cNvContentPartPr/>
                <p14:nvPr/>
              </p14:nvContentPartPr>
              <p14:xfrm>
                <a:off x="5318780" y="5017300"/>
                <a:ext cx="3655800" cy="19209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499B343B-5A71-29CD-2152-31DA692F8508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5300780" y="4999300"/>
                  <a:ext cx="3691440" cy="19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9D37EB7B-92F7-7268-2D91-08C527D96AA2}"/>
                    </a:ext>
                  </a:extLst>
                </p14:cNvPr>
                <p14:cNvContentPartPr/>
                <p14:nvPr/>
              </p14:nvContentPartPr>
              <p14:xfrm>
                <a:off x="5222660" y="5030620"/>
                <a:ext cx="3251160" cy="4255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9D37EB7B-92F7-7268-2D91-08C527D96AA2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5205020" y="5012620"/>
                  <a:ext cx="3286800" cy="46116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739" y="14986"/>
            <a:ext cx="1032827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PT Sans" panose="020B0503020203020204" pitchFamily="34" charset="0"/>
              </a:rPr>
              <a:t>Why</a:t>
            </a:r>
            <a:r>
              <a:rPr spc="15" dirty="0">
                <a:latin typeface="PT Sans" panose="020B0503020203020204" pitchFamily="34" charset="0"/>
              </a:rPr>
              <a:t> </a:t>
            </a:r>
            <a:r>
              <a:rPr dirty="0">
                <a:latin typeface="PT Sans" panose="020B0503020203020204" pitchFamily="34" charset="0"/>
              </a:rPr>
              <a:t>Deep</a:t>
            </a:r>
            <a:r>
              <a:rPr spc="110" dirty="0">
                <a:latin typeface="PT Sans" panose="020B0503020203020204" pitchFamily="34" charset="0"/>
              </a:rPr>
              <a:t> </a:t>
            </a:r>
            <a:r>
              <a:rPr spc="60" dirty="0">
                <a:latin typeface="PT Sans" panose="020B0503020203020204" pitchFamily="34" charset="0"/>
              </a:rPr>
              <a:t>Neural</a:t>
            </a:r>
            <a:r>
              <a:rPr spc="125" dirty="0">
                <a:latin typeface="PT Sans" panose="020B0503020203020204" pitchFamily="34" charset="0"/>
              </a:rPr>
              <a:t> </a:t>
            </a:r>
            <a:r>
              <a:rPr spc="-10" dirty="0">
                <a:latin typeface="PT Sans" panose="020B0503020203020204" pitchFamily="34" charset="0"/>
              </a:rPr>
              <a:t>Networks?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69009" y="5189587"/>
            <a:ext cx="9438005" cy="8566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 indent="-227965">
              <a:spcBef>
                <a:spcPts val="100"/>
              </a:spcBef>
              <a:buFont typeface="Arial"/>
              <a:buChar char="•"/>
              <a:tabLst>
                <a:tab pos="2406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Deep</a:t>
            </a:r>
            <a:r>
              <a:rPr sz="1800" spc="19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neural</a:t>
            </a:r>
            <a:r>
              <a:rPr sz="1800" spc="19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networks</a:t>
            </a:r>
            <a:r>
              <a:rPr sz="1800" spc="20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are</a:t>
            </a:r>
            <a:r>
              <a:rPr sz="1800" spc="18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excellent</a:t>
            </a:r>
            <a:r>
              <a:rPr sz="1800" spc="18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for</a:t>
            </a:r>
            <a:r>
              <a:rPr sz="1800" spc="18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certain</a:t>
            </a:r>
            <a:r>
              <a:rPr sz="1800" spc="19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45" dirty="0">
                <a:latin typeface="PT Sans" panose="020B0503020203020204" pitchFamily="34" charset="0"/>
                <a:cs typeface="Calibri"/>
              </a:rPr>
              <a:t>classes</a:t>
            </a:r>
            <a:r>
              <a:rPr sz="1800" spc="19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of</a:t>
            </a:r>
            <a:r>
              <a:rPr sz="1800" spc="19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problems,</a:t>
            </a:r>
            <a:r>
              <a:rPr sz="1800" spc="1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such</a:t>
            </a:r>
            <a:r>
              <a:rPr sz="1800" spc="19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as</a:t>
            </a:r>
            <a:r>
              <a:rPr sz="1800" spc="20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image</a:t>
            </a:r>
            <a:r>
              <a:rPr sz="1800" spc="17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recognition,</a:t>
            </a:r>
            <a:r>
              <a:rPr lang="en-US" sz="1800" spc="-10" dirty="0">
                <a:latin typeface="PT Sans" panose="020B0503020203020204" pitchFamily="34" charset="0"/>
                <a:cs typeface="Calibri"/>
              </a:rPr>
              <a:t> </a:t>
            </a:r>
            <a:r>
              <a:rPr lang="en-US" sz="1800" dirty="0">
                <a:latin typeface="PT Sans" panose="020B0503020203020204" pitchFamily="34" charset="0"/>
                <a:cs typeface="Calibri"/>
              </a:rPr>
              <a:t>speech</a:t>
            </a:r>
            <a:r>
              <a:rPr lang="en-US" sz="1800" spc="280" dirty="0">
                <a:latin typeface="PT Sans" panose="020B0503020203020204" pitchFamily="34" charset="0"/>
                <a:cs typeface="Calibri"/>
              </a:rPr>
              <a:t> </a:t>
            </a:r>
            <a:r>
              <a:rPr lang="en-US" sz="1800" dirty="0">
                <a:latin typeface="PT Sans" panose="020B0503020203020204" pitchFamily="34" charset="0"/>
                <a:cs typeface="Calibri"/>
              </a:rPr>
              <a:t>recognition</a:t>
            </a:r>
            <a:r>
              <a:rPr lang="en-US" sz="1800" spc="280" dirty="0">
                <a:latin typeface="PT Sans" panose="020B0503020203020204" pitchFamily="34" charset="0"/>
                <a:cs typeface="Calibri"/>
              </a:rPr>
              <a:t> </a:t>
            </a:r>
            <a:r>
              <a:rPr lang="en-US" sz="1800" spc="-20" dirty="0">
                <a:latin typeface="PT Sans" panose="020B0503020203020204" pitchFamily="34" charset="0"/>
                <a:cs typeface="Calibri"/>
              </a:rPr>
              <a:t>etc.</a:t>
            </a:r>
            <a:endParaRPr lang="en-US" sz="1800" dirty="0">
              <a:latin typeface="PT Sans" panose="020B0503020203020204" pitchFamily="34" charset="0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240665" algn="l"/>
              </a:tabLst>
            </a:pPr>
            <a:endParaRPr sz="1800" dirty="0">
              <a:latin typeface="PT Sans" panose="020B0503020203020204" pitchFamily="34" charset="0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48274" y="5849933"/>
            <a:ext cx="11049000" cy="334066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345"/>
              </a:spcBef>
              <a:buFont typeface="Arial"/>
              <a:buChar char="•"/>
              <a:tabLst>
                <a:tab pos="240665" algn="l"/>
              </a:tabLst>
            </a:pPr>
            <a:r>
              <a:rPr sz="1800" dirty="0">
                <a:latin typeface="PT Sans" panose="020B0503020203020204" pitchFamily="34" charset="0"/>
                <a:cs typeface="Calibri"/>
              </a:rPr>
              <a:t>Importantly, as</a:t>
            </a:r>
            <a:r>
              <a:rPr sz="1800" spc="18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the</a:t>
            </a:r>
            <a:r>
              <a:rPr sz="1800" spc="16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amount</a:t>
            </a:r>
            <a:r>
              <a:rPr sz="1800" spc="18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of</a:t>
            </a:r>
            <a:r>
              <a:rPr sz="1800" spc="17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data</a:t>
            </a:r>
            <a:r>
              <a:rPr sz="1800" spc="15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scales, the</a:t>
            </a:r>
            <a:r>
              <a:rPr sz="1800" spc="17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performance</a:t>
            </a:r>
            <a:r>
              <a:rPr sz="1800" spc="15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of</a:t>
            </a:r>
            <a:r>
              <a:rPr sz="1800" spc="17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deep</a:t>
            </a:r>
            <a:r>
              <a:rPr sz="1800" spc="17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learning</a:t>
            </a:r>
            <a:r>
              <a:rPr sz="1800" spc="17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continues</a:t>
            </a:r>
            <a:r>
              <a:rPr sz="1800" spc="18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to</a:t>
            </a:r>
            <a:r>
              <a:rPr sz="1800" spc="17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improve</a:t>
            </a:r>
            <a:endParaRPr sz="1800" dirty="0">
              <a:latin typeface="PT Sans" panose="020B0503020203020204" pitchFamily="34" charset="0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26503" y="927201"/>
            <a:ext cx="10018166" cy="4129963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4114800" y="6301232"/>
            <a:ext cx="7893685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PT Sans" panose="020B0503020203020204" pitchFamily="34" charset="0"/>
                <a:cs typeface="Calibri"/>
              </a:rPr>
              <a:t>Image</a:t>
            </a:r>
            <a:r>
              <a:rPr sz="1800" spc="-6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from</a:t>
            </a:r>
            <a:r>
              <a:rPr sz="1800" spc="-5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Medium:</a:t>
            </a:r>
            <a:r>
              <a:rPr sz="1800" spc="-3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“Review</a:t>
            </a:r>
            <a:r>
              <a:rPr sz="1800" spc="-4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of</a:t>
            </a:r>
            <a:r>
              <a:rPr sz="1800" spc="-5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Deep</a:t>
            </a:r>
            <a:r>
              <a:rPr sz="1800" spc="-2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Learning</a:t>
            </a:r>
            <a:r>
              <a:rPr sz="1800" spc="-3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Algorithms</a:t>
            </a:r>
            <a:r>
              <a:rPr sz="1800" spc="-5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for</a:t>
            </a:r>
            <a:r>
              <a:rPr sz="1800" spc="-50" dirty="0">
                <a:latin typeface="PT Sans" panose="020B0503020203020204" pitchFamily="34" charset="0"/>
                <a:cs typeface="Calibri"/>
              </a:rPr>
              <a:t> </a:t>
            </a:r>
            <a:r>
              <a:rPr sz="1800" dirty="0">
                <a:latin typeface="PT Sans" panose="020B0503020203020204" pitchFamily="34" charset="0"/>
                <a:cs typeface="Calibri"/>
              </a:rPr>
              <a:t>Object</a:t>
            </a:r>
            <a:r>
              <a:rPr sz="1800" spc="-45" dirty="0">
                <a:latin typeface="PT Sans" panose="020B0503020203020204" pitchFamily="34" charset="0"/>
                <a:cs typeface="Calibri"/>
              </a:rPr>
              <a:t> </a:t>
            </a:r>
            <a:r>
              <a:rPr sz="1800" spc="-10" dirty="0">
                <a:latin typeface="PT Sans" panose="020B0503020203020204" pitchFamily="34" charset="0"/>
                <a:cs typeface="Calibri"/>
              </a:rPr>
              <a:t>Detection”</a:t>
            </a:r>
            <a:endParaRPr sz="1800" dirty="0">
              <a:latin typeface="PT Sans" panose="020B0503020203020204" pitchFamily="34" charset="0"/>
              <a:cs typeface="Calibri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AF9AE20-C65D-CAF3-8C47-2D8C8CB7F643}"/>
              </a:ext>
            </a:extLst>
          </p:cNvPr>
          <p:cNvGrpSpPr/>
          <p:nvPr/>
        </p:nvGrpSpPr>
        <p:grpSpPr>
          <a:xfrm>
            <a:off x="1605380" y="605360"/>
            <a:ext cx="1447200" cy="566640"/>
            <a:chOff x="1605380" y="605360"/>
            <a:chExt cx="1447200" cy="56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378FB74-55B6-BABD-CED7-59C02D379755}"/>
                    </a:ext>
                  </a:extLst>
                </p14:cNvPr>
                <p14:cNvContentPartPr/>
                <p14:nvPr/>
              </p14:nvContentPartPr>
              <p14:xfrm>
                <a:off x="1637780" y="673040"/>
                <a:ext cx="24120" cy="3099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378FB74-55B6-BABD-CED7-59C02D379755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620140" y="655040"/>
                  <a:ext cx="59760" cy="34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BDD6D60-E797-1E52-B7CB-2D7CE7498C26}"/>
                    </a:ext>
                  </a:extLst>
                </p14:cNvPr>
                <p14:cNvContentPartPr/>
                <p14:nvPr/>
              </p14:nvContentPartPr>
              <p14:xfrm>
                <a:off x="1605380" y="961040"/>
                <a:ext cx="53280" cy="190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BDD6D60-E797-1E52-B7CB-2D7CE7498C26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587740" y="943400"/>
                  <a:ext cx="8892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19528F4-5B28-0894-79A8-785579F10ADD}"/>
                    </a:ext>
                  </a:extLst>
                </p14:cNvPr>
                <p14:cNvContentPartPr/>
                <p14:nvPr/>
              </p14:nvContentPartPr>
              <p14:xfrm>
                <a:off x="1799060" y="650000"/>
                <a:ext cx="109800" cy="2980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19528F4-5B28-0894-79A8-785579F10AD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781420" y="632000"/>
                  <a:ext cx="145440" cy="3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9CF1C89-D7BC-EC8C-D29B-3C88F70E3B2C}"/>
                    </a:ext>
                  </a:extLst>
                </p14:cNvPr>
                <p14:cNvContentPartPr/>
                <p14:nvPr/>
              </p14:nvContentPartPr>
              <p14:xfrm>
                <a:off x="1980500" y="800120"/>
                <a:ext cx="298080" cy="1360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9CF1C89-D7BC-EC8C-D29B-3C88F70E3B2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962500" y="782120"/>
                  <a:ext cx="33372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0B2680E-76EC-002E-277E-CC06281A700F}"/>
                    </a:ext>
                  </a:extLst>
                </p14:cNvPr>
                <p14:cNvContentPartPr/>
                <p14:nvPr/>
              </p14:nvContentPartPr>
              <p14:xfrm>
                <a:off x="2423660" y="605360"/>
                <a:ext cx="31680" cy="2905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0B2680E-76EC-002E-277E-CC06281A700F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405660" y="587720"/>
                  <a:ext cx="67320" cy="32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949E854-66B9-B549-0DB4-928B6BBD73ED}"/>
                    </a:ext>
                  </a:extLst>
                </p14:cNvPr>
                <p14:cNvContentPartPr/>
                <p14:nvPr/>
              </p14:nvContentPartPr>
              <p14:xfrm>
                <a:off x="2367500" y="761600"/>
                <a:ext cx="102960" cy="727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949E854-66B9-B549-0DB4-928B6BBD73ED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49860" y="743600"/>
                  <a:ext cx="13860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C1A39249-7719-A4F5-DC05-0F685D8D7022}"/>
                    </a:ext>
                  </a:extLst>
                </p14:cNvPr>
                <p14:cNvContentPartPr/>
                <p14:nvPr/>
              </p14:nvContentPartPr>
              <p14:xfrm>
                <a:off x="2616620" y="791840"/>
                <a:ext cx="15480" cy="1609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C1A39249-7719-A4F5-DC05-0F685D8D7022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598980" y="773840"/>
                  <a:ext cx="511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AFF424C-EC59-333A-F177-3C1D106F4A51}"/>
                    </a:ext>
                  </a:extLst>
                </p14:cNvPr>
                <p14:cNvContentPartPr/>
                <p14:nvPr/>
              </p14:nvContentPartPr>
              <p14:xfrm>
                <a:off x="2640380" y="640280"/>
                <a:ext cx="14760" cy="500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AFF424C-EC59-333A-F177-3C1D106F4A51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622380" y="622280"/>
                  <a:ext cx="5040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FCB511F-FB91-AF70-DFDD-B507E068D646}"/>
                    </a:ext>
                  </a:extLst>
                </p14:cNvPr>
                <p14:cNvContentPartPr/>
                <p14:nvPr/>
              </p14:nvContentPartPr>
              <p14:xfrm>
                <a:off x="2750540" y="633800"/>
                <a:ext cx="63360" cy="2556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FCB511F-FB91-AF70-DFDD-B507E068D646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2732540" y="616160"/>
                  <a:ext cx="9900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D3D7D2C-8A06-AE7B-5DE3-11FE3E6683A0}"/>
                    </a:ext>
                  </a:extLst>
                </p14:cNvPr>
                <p14:cNvContentPartPr/>
                <p14:nvPr/>
              </p14:nvContentPartPr>
              <p14:xfrm>
                <a:off x="2741540" y="758000"/>
                <a:ext cx="110520" cy="856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D3D7D2C-8A06-AE7B-5DE3-11FE3E6683A0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2723900" y="740360"/>
                  <a:ext cx="14616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E54B442-47D3-1655-095A-2877EF7D19D2}"/>
                    </a:ext>
                  </a:extLst>
                </p14:cNvPr>
                <p14:cNvContentPartPr/>
                <p14:nvPr/>
              </p14:nvContentPartPr>
              <p14:xfrm>
                <a:off x="2896340" y="748640"/>
                <a:ext cx="156240" cy="4233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E54B442-47D3-1655-095A-2877EF7D19D2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878700" y="731000"/>
                  <a:ext cx="191880" cy="45900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0" dirty="0"/>
              <a:t>What’s</a:t>
            </a:r>
            <a:r>
              <a:rPr spc="175" dirty="0"/>
              <a:t> </a:t>
            </a:r>
            <a:r>
              <a:rPr dirty="0"/>
              <a:t>so</a:t>
            </a:r>
            <a:r>
              <a:rPr spc="175" dirty="0"/>
              <a:t> </a:t>
            </a:r>
            <a:r>
              <a:rPr dirty="0"/>
              <a:t>deep</a:t>
            </a:r>
            <a:r>
              <a:rPr spc="145" dirty="0"/>
              <a:t> </a:t>
            </a:r>
            <a:r>
              <a:rPr dirty="0"/>
              <a:t>about</a:t>
            </a:r>
            <a:r>
              <a:rPr spc="160" dirty="0"/>
              <a:t> </a:t>
            </a:r>
            <a:r>
              <a:rPr dirty="0"/>
              <a:t>Deep</a:t>
            </a:r>
            <a:r>
              <a:rPr spc="135" dirty="0"/>
              <a:t> </a:t>
            </a:r>
            <a:r>
              <a:rPr spc="60" dirty="0"/>
              <a:t>Neural</a:t>
            </a:r>
            <a:r>
              <a:rPr spc="145" dirty="0"/>
              <a:t> </a:t>
            </a:r>
            <a:r>
              <a:rPr spc="-10" dirty="0"/>
              <a:t>Networks?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45844" y="4871084"/>
            <a:ext cx="9891395" cy="422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41300" algn="l"/>
              </a:tabLst>
            </a:pPr>
            <a:r>
              <a:rPr sz="2600" spc="90" dirty="0">
                <a:latin typeface="Calibri"/>
                <a:cs typeface="Calibri"/>
              </a:rPr>
              <a:t>The</a:t>
            </a:r>
            <a:r>
              <a:rPr sz="2600" spc="-5" dirty="0">
                <a:latin typeface="Calibri"/>
                <a:cs typeface="Calibri"/>
              </a:rPr>
              <a:t> </a:t>
            </a:r>
            <a:r>
              <a:rPr sz="2600" spc="-80" dirty="0">
                <a:latin typeface="Calibri"/>
                <a:cs typeface="Calibri"/>
              </a:rPr>
              <a:t>“deep”</a:t>
            </a:r>
            <a:r>
              <a:rPr sz="2600" spc="-5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refers</a:t>
            </a:r>
            <a:r>
              <a:rPr sz="2600" spc="21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to</a:t>
            </a:r>
            <a:r>
              <a:rPr sz="2600" spc="17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the</a:t>
            </a:r>
            <a:r>
              <a:rPr sz="2600" spc="19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number</a:t>
            </a:r>
            <a:r>
              <a:rPr sz="2600" spc="17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of</a:t>
            </a:r>
            <a:r>
              <a:rPr sz="2600" spc="18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layers</a:t>
            </a:r>
            <a:r>
              <a:rPr sz="2600" spc="19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of</a:t>
            </a:r>
            <a:r>
              <a:rPr sz="2600" spc="-5" dirty="0">
                <a:latin typeface="Calibri"/>
                <a:cs typeface="Calibri"/>
              </a:rPr>
              <a:t> </a:t>
            </a:r>
            <a:r>
              <a:rPr sz="2600" spc="-30" dirty="0">
                <a:latin typeface="Calibri"/>
                <a:cs typeface="Calibri"/>
              </a:rPr>
              <a:t>‘units’</a:t>
            </a:r>
            <a:r>
              <a:rPr sz="2600" spc="-5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between</a:t>
            </a:r>
            <a:r>
              <a:rPr sz="2600" spc="18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the</a:t>
            </a:r>
            <a:r>
              <a:rPr sz="2600" spc="200" dirty="0">
                <a:latin typeface="Calibri"/>
                <a:cs typeface="Calibri"/>
              </a:rPr>
              <a:t> </a:t>
            </a:r>
            <a:r>
              <a:rPr sz="2600" spc="-10" dirty="0">
                <a:latin typeface="Calibri"/>
                <a:cs typeface="Calibri"/>
              </a:rPr>
              <a:t>input</a:t>
            </a:r>
            <a:endParaRPr sz="2600" dirty="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145844" y="5148453"/>
            <a:ext cx="8502650" cy="8261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>
              <a:lnSpc>
                <a:spcPct val="100000"/>
              </a:lnSpc>
              <a:spcBef>
                <a:spcPts val="100"/>
              </a:spcBef>
            </a:pPr>
            <a:r>
              <a:rPr sz="2600" dirty="0">
                <a:latin typeface="Calibri"/>
                <a:cs typeface="Calibri"/>
              </a:rPr>
              <a:t>layer</a:t>
            </a:r>
            <a:r>
              <a:rPr sz="2600" spc="25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and</a:t>
            </a:r>
            <a:r>
              <a:rPr sz="2600" spc="24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output</a:t>
            </a:r>
            <a:r>
              <a:rPr sz="2600" spc="250" dirty="0">
                <a:latin typeface="Calibri"/>
                <a:cs typeface="Calibri"/>
              </a:rPr>
              <a:t> </a:t>
            </a:r>
            <a:r>
              <a:rPr sz="2600" spc="-10" dirty="0">
                <a:latin typeface="Calibri"/>
                <a:cs typeface="Calibri"/>
              </a:rPr>
              <a:t>layer.</a:t>
            </a:r>
            <a:endParaRPr sz="260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65"/>
              </a:spcBef>
              <a:buFont typeface="Arial"/>
              <a:buChar char="•"/>
              <a:tabLst>
                <a:tab pos="241300" algn="l"/>
              </a:tabLst>
            </a:pPr>
            <a:r>
              <a:rPr sz="2600" spc="65" dirty="0">
                <a:latin typeface="Calibri"/>
                <a:cs typeface="Calibri"/>
              </a:rPr>
              <a:t>Since</a:t>
            </a:r>
            <a:r>
              <a:rPr sz="2600" spc="155" dirty="0">
                <a:latin typeface="Calibri"/>
                <a:cs typeface="Calibri"/>
              </a:rPr>
              <a:t> </a:t>
            </a:r>
            <a:r>
              <a:rPr sz="2600" spc="55" dirty="0">
                <a:latin typeface="Calibri"/>
                <a:cs typeface="Calibri"/>
              </a:rPr>
              <a:t>this</a:t>
            </a:r>
            <a:r>
              <a:rPr sz="2600" spc="175" dirty="0">
                <a:latin typeface="Calibri"/>
                <a:cs typeface="Calibri"/>
              </a:rPr>
              <a:t> </a:t>
            </a:r>
            <a:r>
              <a:rPr sz="2600" spc="85" dirty="0">
                <a:latin typeface="Calibri"/>
                <a:cs typeface="Calibri"/>
              </a:rPr>
              <a:t>is</a:t>
            </a:r>
            <a:r>
              <a:rPr sz="2600" spc="17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</a:t>
            </a:r>
            <a:r>
              <a:rPr sz="2600" spc="16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neural</a:t>
            </a:r>
            <a:r>
              <a:rPr sz="2600" spc="16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network,</a:t>
            </a:r>
            <a:r>
              <a:rPr sz="2600" spc="-5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the</a:t>
            </a:r>
            <a:r>
              <a:rPr sz="2600" spc="155" dirty="0">
                <a:latin typeface="Calibri"/>
                <a:cs typeface="Calibri"/>
              </a:rPr>
              <a:t> </a:t>
            </a:r>
            <a:r>
              <a:rPr sz="2600" spc="50" dirty="0">
                <a:latin typeface="Calibri"/>
                <a:cs typeface="Calibri"/>
              </a:rPr>
              <a:t>units</a:t>
            </a:r>
            <a:r>
              <a:rPr sz="2600" spc="17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are</a:t>
            </a:r>
            <a:r>
              <a:rPr sz="2600" spc="160" dirty="0">
                <a:latin typeface="Calibri"/>
                <a:cs typeface="Calibri"/>
              </a:rPr>
              <a:t> </a:t>
            </a:r>
            <a:r>
              <a:rPr sz="2600" spc="75" dirty="0">
                <a:latin typeface="Calibri"/>
                <a:cs typeface="Calibri"/>
              </a:rPr>
              <a:t>called</a:t>
            </a:r>
            <a:r>
              <a:rPr sz="2600" spc="155" dirty="0">
                <a:latin typeface="Calibri"/>
                <a:cs typeface="Calibri"/>
              </a:rPr>
              <a:t> </a:t>
            </a:r>
            <a:r>
              <a:rPr sz="2600" spc="-10" dirty="0">
                <a:latin typeface="Calibri"/>
                <a:cs typeface="Calibri"/>
              </a:rPr>
              <a:t>neurons</a:t>
            </a:r>
            <a:endParaRPr sz="2600">
              <a:latin typeface="Calibri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43587" y="1228839"/>
            <a:ext cx="8193197" cy="3032311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6599046" y="6431991"/>
            <a:ext cx="557530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latin typeface="Calibri"/>
                <a:cs typeface="Calibri"/>
              </a:rPr>
              <a:t>https://becominghuman.ai/deep-learning-made-easy-with-deep-cognition-403fbe445351</a:t>
            </a:r>
            <a:endParaRPr sz="12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6573E-3848-99B4-2361-6201A277B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782E6D7E-5C6D-9C88-1045-9C8DE255E7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60" dirty="0"/>
              <a:t>Fundamental</a:t>
            </a:r>
            <a:r>
              <a:rPr spc="114" dirty="0"/>
              <a:t> </a:t>
            </a:r>
            <a:r>
              <a:rPr spc="55" dirty="0"/>
              <a:t>Unit</a:t>
            </a:r>
            <a:r>
              <a:rPr spc="155" dirty="0"/>
              <a:t> </a:t>
            </a:r>
            <a:r>
              <a:rPr dirty="0"/>
              <a:t>of</a:t>
            </a:r>
            <a:r>
              <a:rPr spc="150" dirty="0"/>
              <a:t> </a:t>
            </a:r>
            <a:r>
              <a:rPr dirty="0"/>
              <a:t>a</a:t>
            </a:r>
            <a:r>
              <a:rPr spc="140" dirty="0"/>
              <a:t> </a:t>
            </a:r>
            <a:r>
              <a:rPr spc="55" dirty="0"/>
              <a:t>Neural</a:t>
            </a:r>
            <a:r>
              <a:rPr spc="125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06BB8920-FA0B-6C11-EB25-15AB8F06F87C}"/>
              </a:ext>
            </a:extLst>
          </p:cNvPr>
          <p:cNvSpPr txBox="1"/>
          <p:nvPr/>
        </p:nvSpPr>
        <p:spPr>
          <a:xfrm>
            <a:off x="717905" y="4057378"/>
            <a:ext cx="8677275" cy="2130425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2154555">
              <a:lnSpc>
                <a:spcPct val="100000"/>
              </a:lnSpc>
              <a:spcBef>
                <a:spcPts val="1300"/>
              </a:spcBef>
            </a:pPr>
            <a:r>
              <a:rPr sz="1800" b="1" i="1" dirty="0">
                <a:latin typeface="Calibri"/>
                <a:cs typeface="Calibri"/>
              </a:rPr>
              <a:t>Mathematical</a:t>
            </a:r>
            <a:r>
              <a:rPr sz="1800" b="1" i="1" spc="-3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Definition</a:t>
            </a:r>
            <a:r>
              <a:rPr sz="1800" b="1" i="1" spc="-2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Y</a:t>
            </a:r>
            <a:r>
              <a:rPr sz="1800" b="1" i="1" spc="-1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=</a:t>
            </a:r>
            <a:r>
              <a:rPr sz="1800" b="1" i="1" spc="-1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f(w1*x1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w2*x2</a:t>
            </a:r>
            <a:r>
              <a:rPr sz="1800" b="1" i="1" spc="-2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w3*x3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spc="-25" dirty="0">
                <a:latin typeface="Calibri"/>
                <a:cs typeface="Calibri"/>
              </a:rPr>
              <a:t>b)</a:t>
            </a:r>
            <a:endParaRPr sz="1800">
              <a:latin typeface="Calibri"/>
              <a:cs typeface="Calibri"/>
            </a:endParaRPr>
          </a:p>
          <a:p>
            <a:pPr marL="278130" indent="-227329">
              <a:lnSpc>
                <a:spcPts val="2775"/>
              </a:lnSpc>
              <a:spcBef>
                <a:spcPts val="1600"/>
              </a:spcBef>
              <a:buFont typeface="Arial"/>
              <a:buChar char="•"/>
              <a:tabLst>
                <a:tab pos="278130" algn="l"/>
              </a:tabLst>
            </a:pPr>
            <a:r>
              <a:rPr sz="2400" spc="70" dirty="0">
                <a:latin typeface="Calibri"/>
                <a:cs typeface="Calibri"/>
              </a:rPr>
              <a:t>The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above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fundamental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unit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neural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network</a:t>
            </a:r>
            <a:endParaRPr sz="2400">
              <a:latin typeface="Calibri"/>
              <a:cs typeface="Calibri"/>
            </a:endParaRPr>
          </a:p>
          <a:p>
            <a:pPr marL="735965" lvl="1" indent="-227965">
              <a:lnSpc>
                <a:spcPts val="2180"/>
              </a:lnSpc>
              <a:buFont typeface="Arial"/>
              <a:buChar char="•"/>
              <a:tabLst>
                <a:tab pos="735965" algn="l"/>
              </a:tabLst>
            </a:pPr>
            <a:r>
              <a:rPr sz="2000" dirty="0">
                <a:latin typeface="Calibri"/>
                <a:cs typeface="Calibri"/>
              </a:rPr>
              <a:t>W</a:t>
            </a:r>
            <a:r>
              <a:rPr sz="1950" baseline="-21367" dirty="0">
                <a:latin typeface="Calibri"/>
                <a:cs typeface="Calibri"/>
              </a:rPr>
              <a:t>i</a:t>
            </a:r>
            <a:r>
              <a:rPr sz="1950" spc="540" baseline="-21367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refers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weights,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sometimes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spc="55" dirty="0">
                <a:latin typeface="Calibri"/>
                <a:cs typeface="Calibri"/>
              </a:rPr>
              <a:t>called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synaptic</a:t>
            </a:r>
            <a:r>
              <a:rPr sz="2000" spc="125" dirty="0">
                <a:latin typeface="Calibri"/>
                <a:cs typeface="Calibri"/>
              </a:rPr>
              <a:t> </a:t>
            </a:r>
            <a:r>
              <a:rPr sz="2000" spc="35" dirty="0">
                <a:latin typeface="Calibri"/>
                <a:cs typeface="Calibri"/>
              </a:rPr>
              <a:t>weights</a:t>
            </a:r>
            <a:endParaRPr sz="2000">
              <a:latin typeface="Calibri"/>
              <a:cs typeface="Calibri"/>
            </a:endParaRPr>
          </a:p>
          <a:p>
            <a:pPr marL="735965" lvl="1" indent="-227965">
              <a:lnSpc>
                <a:spcPts val="2180"/>
              </a:lnSpc>
              <a:buFont typeface="Arial"/>
              <a:buChar char="•"/>
              <a:tabLst>
                <a:tab pos="735965" algn="l"/>
              </a:tabLst>
            </a:pPr>
            <a:r>
              <a:rPr sz="2000" spc="60" dirty="0">
                <a:latin typeface="Calibri"/>
                <a:cs typeface="Calibri"/>
              </a:rPr>
              <a:t>The</a:t>
            </a:r>
            <a:r>
              <a:rPr sz="2000" spc="2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neuron</a:t>
            </a:r>
            <a:r>
              <a:rPr sz="2000" spc="190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is</a:t>
            </a:r>
            <a:r>
              <a:rPr sz="2000" spc="2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mathematical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function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that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connects</a:t>
            </a:r>
            <a:r>
              <a:rPr sz="2000" spc="2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inputs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22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outputs</a:t>
            </a:r>
            <a:endParaRPr sz="2000">
              <a:latin typeface="Calibri"/>
              <a:cs typeface="Calibri"/>
            </a:endParaRPr>
          </a:p>
          <a:p>
            <a:pPr marL="735965" lvl="1" indent="-227965">
              <a:lnSpc>
                <a:spcPts val="2185"/>
              </a:lnSpc>
              <a:buFont typeface="Arial"/>
              <a:buChar char="•"/>
              <a:tabLst>
                <a:tab pos="735965" algn="l"/>
              </a:tabLst>
            </a:pPr>
            <a:r>
              <a:rPr sz="2000" spc="120" dirty="0">
                <a:latin typeface="Calibri"/>
                <a:cs typeface="Calibri"/>
              </a:rPr>
              <a:t>X</a:t>
            </a:r>
            <a:r>
              <a:rPr sz="1950" spc="179" baseline="-21367" dirty="0">
                <a:latin typeface="Calibri"/>
                <a:cs typeface="Calibri"/>
              </a:rPr>
              <a:t>i</a:t>
            </a:r>
            <a:r>
              <a:rPr sz="1950" spc="412" baseline="-21367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refers</a:t>
            </a:r>
            <a:r>
              <a:rPr sz="2000" spc="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0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9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inputs</a:t>
            </a:r>
            <a:endParaRPr sz="2000">
              <a:latin typeface="Calibri"/>
              <a:cs typeface="Calibri"/>
            </a:endParaRPr>
          </a:p>
          <a:p>
            <a:pPr marL="735965" lvl="1" indent="-227965">
              <a:lnSpc>
                <a:spcPts val="2295"/>
              </a:lnSpc>
              <a:buFont typeface="Arial"/>
              <a:buChar char="•"/>
              <a:tabLst>
                <a:tab pos="735965" algn="l"/>
              </a:tabLst>
            </a:pPr>
            <a:r>
              <a:rPr sz="2000" spc="135" dirty="0">
                <a:latin typeface="Calibri"/>
                <a:cs typeface="Calibri"/>
              </a:rPr>
              <a:t>Y</a:t>
            </a:r>
            <a:r>
              <a:rPr sz="2000" spc="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refers</a:t>
            </a:r>
            <a:r>
              <a:rPr sz="2000" spc="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0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0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output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E322C5C7-E253-0B69-B83F-00EC4A2B6E70}"/>
              </a:ext>
            </a:extLst>
          </p:cNvPr>
          <p:cNvSpPr/>
          <p:nvPr/>
        </p:nvSpPr>
        <p:spPr>
          <a:xfrm>
            <a:off x="4765421" y="1461388"/>
            <a:ext cx="1670685" cy="1670685"/>
          </a:xfrm>
          <a:custGeom>
            <a:avLst/>
            <a:gdLst/>
            <a:ahLst/>
            <a:cxnLst/>
            <a:rect l="l" t="t" r="r" b="b"/>
            <a:pathLst>
              <a:path w="1670685" h="1670685">
                <a:moveTo>
                  <a:pt x="0" y="835278"/>
                </a:moveTo>
                <a:lnTo>
                  <a:pt x="1322" y="787885"/>
                </a:lnTo>
                <a:lnTo>
                  <a:pt x="5242" y="741184"/>
                </a:lnTo>
                <a:lnTo>
                  <a:pt x="11690" y="695246"/>
                </a:lnTo>
                <a:lnTo>
                  <a:pt x="20594" y="650143"/>
                </a:lnTo>
                <a:lnTo>
                  <a:pt x="31884" y="605944"/>
                </a:lnTo>
                <a:lnTo>
                  <a:pt x="45490" y="562721"/>
                </a:lnTo>
                <a:lnTo>
                  <a:pt x="61341" y="520543"/>
                </a:lnTo>
                <a:lnTo>
                  <a:pt x="79367" y="479482"/>
                </a:lnTo>
                <a:lnTo>
                  <a:pt x="99496" y="439607"/>
                </a:lnTo>
                <a:lnTo>
                  <a:pt x="121659" y="400990"/>
                </a:lnTo>
                <a:lnTo>
                  <a:pt x="145785" y="363701"/>
                </a:lnTo>
                <a:lnTo>
                  <a:pt x="171804" y="327810"/>
                </a:lnTo>
                <a:lnTo>
                  <a:pt x="199644" y="293389"/>
                </a:lnTo>
                <a:lnTo>
                  <a:pt x="229235" y="260507"/>
                </a:lnTo>
                <a:lnTo>
                  <a:pt x="260507" y="229235"/>
                </a:lnTo>
                <a:lnTo>
                  <a:pt x="293389" y="199644"/>
                </a:lnTo>
                <a:lnTo>
                  <a:pt x="327810" y="171804"/>
                </a:lnTo>
                <a:lnTo>
                  <a:pt x="363701" y="145785"/>
                </a:lnTo>
                <a:lnTo>
                  <a:pt x="400990" y="121659"/>
                </a:lnTo>
                <a:lnTo>
                  <a:pt x="439607" y="99496"/>
                </a:lnTo>
                <a:lnTo>
                  <a:pt x="479482" y="79367"/>
                </a:lnTo>
                <a:lnTo>
                  <a:pt x="520543" y="61341"/>
                </a:lnTo>
                <a:lnTo>
                  <a:pt x="562721" y="45490"/>
                </a:lnTo>
                <a:lnTo>
                  <a:pt x="605944" y="31884"/>
                </a:lnTo>
                <a:lnTo>
                  <a:pt x="650143" y="20594"/>
                </a:lnTo>
                <a:lnTo>
                  <a:pt x="695246" y="11690"/>
                </a:lnTo>
                <a:lnTo>
                  <a:pt x="741184" y="5242"/>
                </a:lnTo>
                <a:lnTo>
                  <a:pt x="787885" y="1322"/>
                </a:lnTo>
                <a:lnTo>
                  <a:pt x="835278" y="0"/>
                </a:lnTo>
                <a:lnTo>
                  <a:pt x="882672" y="1322"/>
                </a:lnTo>
                <a:lnTo>
                  <a:pt x="929373" y="5242"/>
                </a:lnTo>
                <a:lnTo>
                  <a:pt x="975311" y="11690"/>
                </a:lnTo>
                <a:lnTo>
                  <a:pt x="1020414" y="20594"/>
                </a:lnTo>
                <a:lnTo>
                  <a:pt x="1064613" y="31884"/>
                </a:lnTo>
                <a:lnTo>
                  <a:pt x="1107836" y="45490"/>
                </a:lnTo>
                <a:lnTo>
                  <a:pt x="1150014" y="61341"/>
                </a:lnTo>
                <a:lnTo>
                  <a:pt x="1191075" y="79367"/>
                </a:lnTo>
                <a:lnTo>
                  <a:pt x="1230950" y="99496"/>
                </a:lnTo>
                <a:lnTo>
                  <a:pt x="1269567" y="121659"/>
                </a:lnTo>
                <a:lnTo>
                  <a:pt x="1306856" y="145785"/>
                </a:lnTo>
                <a:lnTo>
                  <a:pt x="1342747" y="171804"/>
                </a:lnTo>
                <a:lnTo>
                  <a:pt x="1377168" y="199644"/>
                </a:lnTo>
                <a:lnTo>
                  <a:pt x="1410050" y="229235"/>
                </a:lnTo>
                <a:lnTo>
                  <a:pt x="1441322" y="260507"/>
                </a:lnTo>
                <a:lnTo>
                  <a:pt x="1470913" y="293389"/>
                </a:lnTo>
                <a:lnTo>
                  <a:pt x="1498753" y="327810"/>
                </a:lnTo>
                <a:lnTo>
                  <a:pt x="1524772" y="363701"/>
                </a:lnTo>
                <a:lnTo>
                  <a:pt x="1548898" y="400990"/>
                </a:lnTo>
                <a:lnTo>
                  <a:pt x="1571061" y="439607"/>
                </a:lnTo>
                <a:lnTo>
                  <a:pt x="1591190" y="479482"/>
                </a:lnTo>
                <a:lnTo>
                  <a:pt x="1609216" y="520543"/>
                </a:lnTo>
                <a:lnTo>
                  <a:pt x="1625067" y="562721"/>
                </a:lnTo>
                <a:lnTo>
                  <a:pt x="1638673" y="605944"/>
                </a:lnTo>
                <a:lnTo>
                  <a:pt x="1649963" y="650143"/>
                </a:lnTo>
                <a:lnTo>
                  <a:pt x="1658867" y="695246"/>
                </a:lnTo>
                <a:lnTo>
                  <a:pt x="1665315" y="741184"/>
                </a:lnTo>
                <a:lnTo>
                  <a:pt x="1669235" y="787885"/>
                </a:lnTo>
                <a:lnTo>
                  <a:pt x="1670557" y="835278"/>
                </a:lnTo>
                <a:lnTo>
                  <a:pt x="1669235" y="882672"/>
                </a:lnTo>
                <a:lnTo>
                  <a:pt x="1665315" y="929373"/>
                </a:lnTo>
                <a:lnTo>
                  <a:pt x="1658867" y="975311"/>
                </a:lnTo>
                <a:lnTo>
                  <a:pt x="1649963" y="1020414"/>
                </a:lnTo>
                <a:lnTo>
                  <a:pt x="1638673" y="1064613"/>
                </a:lnTo>
                <a:lnTo>
                  <a:pt x="1625067" y="1107836"/>
                </a:lnTo>
                <a:lnTo>
                  <a:pt x="1609216" y="1150014"/>
                </a:lnTo>
                <a:lnTo>
                  <a:pt x="1591190" y="1191075"/>
                </a:lnTo>
                <a:lnTo>
                  <a:pt x="1571061" y="1230950"/>
                </a:lnTo>
                <a:lnTo>
                  <a:pt x="1548898" y="1269567"/>
                </a:lnTo>
                <a:lnTo>
                  <a:pt x="1524772" y="1306856"/>
                </a:lnTo>
                <a:lnTo>
                  <a:pt x="1498753" y="1342747"/>
                </a:lnTo>
                <a:lnTo>
                  <a:pt x="1470913" y="1377168"/>
                </a:lnTo>
                <a:lnTo>
                  <a:pt x="1441322" y="1410050"/>
                </a:lnTo>
                <a:lnTo>
                  <a:pt x="1410050" y="1441322"/>
                </a:lnTo>
                <a:lnTo>
                  <a:pt x="1377168" y="1470913"/>
                </a:lnTo>
                <a:lnTo>
                  <a:pt x="1342747" y="1498753"/>
                </a:lnTo>
                <a:lnTo>
                  <a:pt x="1306856" y="1524772"/>
                </a:lnTo>
                <a:lnTo>
                  <a:pt x="1269567" y="1548898"/>
                </a:lnTo>
                <a:lnTo>
                  <a:pt x="1230950" y="1571061"/>
                </a:lnTo>
                <a:lnTo>
                  <a:pt x="1191075" y="1591190"/>
                </a:lnTo>
                <a:lnTo>
                  <a:pt x="1150014" y="1609216"/>
                </a:lnTo>
                <a:lnTo>
                  <a:pt x="1107836" y="1625067"/>
                </a:lnTo>
                <a:lnTo>
                  <a:pt x="1064613" y="1638673"/>
                </a:lnTo>
                <a:lnTo>
                  <a:pt x="1020414" y="1649963"/>
                </a:lnTo>
                <a:lnTo>
                  <a:pt x="975311" y="1658867"/>
                </a:lnTo>
                <a:lnTo>
                  <a:pt x="929373" y="1665315"/>
                </a:lnTo>
                <a:lnTo>
                  <a:pt x="882672" y="1669235"/>
                </a:lnTo>
                <a:lnTo>
                  <a:pt x="835278" y="1670558"/>
                </a:lnTo>
                <a:lnTo>
                  <a:pt x="787885" y="1669235"/>
                </a:lnTo>
                <a:lnTo>
                  <a:pt x="741184" y="1665315"/>
                </a:lnTo>
                <a:lnTo>
                  <a:pt x="695246" y="1658867"/>
                </a:lnTo>
                <a:lnTo>
                  <a:pt x="650143" y="1649963"/>
                </a:lnTo>
                <a:lnTo>
                  <a:pt x="605944" y="1638673"/>
                </a:lnTo>
                <a:lnTo>
                  <a:pt x="562721" y="1625067"/>
                </a:lnTo>
                <a:lnTo>
                  <a:pt x="520543" y="1609216"/>
                </a:lnTo>
                <a:lnTo>
                  <a:pt x="479482" y="1591190"/>
                </a:lnTo>
                <a:lnTo>
                  <a:pt x="439607" y="1571061"/>
                </a:lnTo>
                <a:lnTo>
                  <a:pt x="400990" y="1548898"/>
                </a:lnTo>
                <a:lnTo>
                  <a:pt x="363701" y="1524772"/>
                </a:lnTo>
                <a:lnTo>
                  <a:pt x="327810" y="1498753"/>
                </a:lnTo>
                <a:lnTo>
                  <a:pt x="293389" y="1470913"/>
                </a:lnTo>
                <a:lnTo>
                  <a:pt x="260507" y="1441322"/>
                </a:lnTo>
                <a:lnTo>
                  <a:pt x="229235" y="1410050"/>
                </a:lnTo>
                <a:lnTo>
                  <a:pt x="199644" y="1377168"/>
                </a:lnTo>
                <a:lnTo>
                  <a:pt x="171804" y="1342747"/>
                </a:lnTo>
                <a:lnTo>
                  <a:pt x="145785" y="1306856"/>
                </a:lnTo>
                <a:lnTo>
                  <a:pt x="121659" y="1269567"/>
                </a:lnTo>
                <a:lnTo>
                  <a:pt x="99496" y="1230950"/>
                </a:lnTo>
                <a:lnTo>
                  <a:pt x="79367" y="1191075"/>
                </a:lnTo>
                <a:lnTo>
                  <a:pt x="61341" y="1150014"/>
                </a:lnTo>
                <a:lnTo>
                  <a:pt x="45490" y="1107836"/>
                </a:lnTo>
                <a:lnTo>
                  <a:pt x="31884" y="1064613"/>
                </a:lnTo>
                <a:lnTo>
                  <a:pt x="20594" y="1020414"/>
                </a:lnTo>
                <a:lnTo>
                  <a:pt x="11690" y="975311"/>
                </a:lnTo>
                <a:lnTo>
                  <a:pt x="5242" y="929373"/>
                </a:lnTo>
                <a:lnTo>
                  <a:pt x="1322" y="882672"/>
                </a:lnTo>
                <a:lnTo>
                  <a:pt x="0" y="835278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A1AE61D1-8BB6-2D74-D626-80D928D11712}"/>
              </a:ext>
            </a:extLst>
          </p:cNvPr>
          <p:cNvSpPr txBox="1"/>
          <p:nvPr/>
        </p:nvSpPr>
        <p:spPr>
          <a:xfrm>
            <a:off x="5238115" y="2131516"/>
            <a:ext cx="72517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Neuron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1EE7C871-E614-E6FF-F890-56C63EB5BAFC}"/>
              </a:ext>
            </a:extLst>
          </p:cNvPr>
          <p:cNvSpPr/>
          <p:nvPr/>
        </p:nvSpPr>
        <p:spPr>
          <a:xfrm>
            <a:off x="3156458" y="1282572"/>
            <a:ext cx="4897755" cy="2028189"/>
          </a:xfrm>
          <a:custGeom>
            <a:avLst/>
            <a:gdLst/>
            <a:ahLst/>
            <a:cxnLst/>
            <a:rect l="l" t="t" r="r" b="b"/>
            <a:pathLst>
              <a:path w="4897755" h="2028189">
                <a:moveTo>
                  <a:pt x="1608963" y="1014095"/>
                </a:moveTo>
                <a:lnTo>
                  <a:pt x="1602613" y="1010920"/>
                </a:lnTo>
                <a:lnTo>
                  <a:pt x="1532763" y="975995"/>
                </a:lnTo>
                <a:lnTo>
                  <a:pt x="1532763" y="1010920"/>
                </a:lnTo>
                <a:lnTo>
                  <a:pt x="0" y="1010920"/>
                </a:lnTo>
                <a:lnTo>
                  <a:pt x="0" y="1017270"/>
                </a:lnTo>
                <a:lnTo>
                  <a:pt x="1532763" y="1017270"/>
                </a:lnTo>
                <a:lnTo>
                  <a:pt x="1532763" y="1052195"/>
                </a:lnTo>
                <a:lnTo>
                  <a:pt x="1602613" y="1017270"/>
                </a:lnTo>
                <a:lnTo>
                  <a:pt x="1608963" y="1014095"/>
                </a:lnTo>
                <a:close/>
              </a:path>
              <a:path w="4897755" h="2028189">
                <a:moveTo>
                  <a:pt x="1737868" y="524637"/>
                </a:moveTo>
                <a:lnTo>
                  <a:pt x="1720113" y="505841"/>
                </a:lnTo>
                <a:lnTo>
                  <a:pt x="1679448" y="462788"/>
                </a:lnTo>
                <a:lnTo>
                  <a:pt x="1667459" y="495554"/>
                </a:lnTo>
                <a:lnTo>
                  <a:pt x="308737" y="0"/>
                </a:lnTo>
                <a:lnTo>
                  <a:pt x="306578" y="5969"/>
                </a:lnTo>
                <a:lnTo>
                  <a:pt x="1665274" y="501510"/>
                </a:lnTo>
                <a:lnTo>
                  <a:pt x="1653286" y="534289"/>
                </a:lnTo>
                <a:lnTo>
                  <a:pt x="1737868" y="524637"/>
                </a:lnTo>
                <a:close/>
              </a:path>
              <a:path w="4897755" h="2028189">
                <a:moveTo>
                  <a:pt x="1749679" y="1540129"/>
                </a:moveTo>
                <a:lnTo>
                  <a:pt x="1664970" y="1530858"/>
                </a:lnTo>
                <a:lnTo>
                  <a:pt x="1677060" y="1563598"/>
                </a:lnTo>
                <a:lnTo>
                  <a:pt x="438531" y="2022221"/>
                </a:lnTo>
                <a:lnTo>
                  <a:pt x="440690" y="2028190"/>
                </a:lnTo>
                <a:lnTo>
                  <a:pt x="1679270" y="1569593"/>
                </a:lnTo>
                <a:lnTo>
                  <a:pt x="1691386" y="1602359"/>
                </a:lnTo>
                <a:lnTo>
                  <a:pt x="1731822" y="1559179"/>
                </a:lnTo>
                <a:lnTo>
                  <a:pt x="1749679" y="1540129"/>
                </a:lnTo>
                <a:close/>
              </a:path>
              <a:path w="4897755" h="2028189">
                <a:moveTo>
                  <a:pt x="4897628" y="1014095"/>
                </a:moveTo>
                <a:lnTo>
                  <a:pt x="4891278" y="1010920"/>
                </a:lnTo>
                <a:lnTo>
                  <a:pt x="4821428" y="975995"/>
                </a:lnTo>
                <a:lnTo>
                  <a:pt x="4821428" y="1010920"/>
                </a:lnTo>
                <a:lnTo>
                  <a:pt x="3288538" y="1010920"/>
                </a:lnTo>
                <a:lnTo>
                  <a:pt x="3288538" y="1017270"/>
                </a:lnTo>
                <a:lnTo>
                  <a:pt x="4821428" y="1017270"/>
                </a:lnTo>
                <a:lnTo>
                  <a:pt x="4821428" y="1052195"/>
                </a:lnTo>
                <a:lnTo>
                  <a:pt x="4891278" y="1017270"/>
                </a:lnTo>
                <a:lnTo>
                  <a:pt x="4897628" y="1014095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C08E9214-A97A-D516-5FA8-36355C73A62E}"/>
              </a:ext>
            </a:extLst>
          </p:cNvPr>
          <p:cNvSpPr txBox="1"/>
          <p:nvPr/>
        </p:nvSpPr>
        <p:spPr>
          <a:xfrm>
            <a:off x="2816098" y="2077592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x2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445743F6-D716-8C94-45B1-177855148A2F}"/>
              </a:ext>
            </a:extLst>
          </p:cNvPr>
          <p:cNvSpPr txBox="1"/>
          <p:nvPr/>
        </p:nvSpPr>
        <p:spPr>
          <a:xfrm>
            <a:off x="3235579" y="3187065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4A367627-FE25-74A4-B125-0860B6DFAF1E}"/>
              </a:ext>
            </a:extLst>
          </p:cNvPr>
          <p:cNvSpPr txBox="1"/>
          <p:nvPr/>
        </p:nvSpPr>
        <p:spPr>
          <a:xfrm>
            <a:off x="3137154" y="1036446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x1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1" name="object 11">
            <a:extLst>
              <a:ext uri="{FF2B5EF4-FFF2-40B4-BE49-F238E27FC236}">
                <a16:creationId xmlns:a16="http://schemas.microsoft.com/office/drawing/2014/main" id="{4FF9AF18-70DB-BD16-B9F0-3ED66309BD8F}"/>
              </a:ext>
            </a:extLst>
          </p:cNvPr>
          <p:cNvGrpSpPr/>
          <p:nvPr/>
        </p:nvGrpSpPr>
        <p:grpSpPr>
          <a:xfrm>
            <a:off x="3835908" y="1220977"/>
            <a:ext cx="540385" cy="534670"/>
            <a:chOff x="3835908" y="1220977"/>
            <a:chExt cx="540385" cy="534670"/>
          </a:xfrm>
        </p:grpSpPr>
        <p:sp>
          <p:nvSpPr>
            <p:cNvPr id="12" name="object 12">
              <a:extLst>
                <a:ext uri="{FF2B5EF4-FFF2-40B4-BE49-F238E27FC236}">
                  <a16:creationId xmlns:a16="http://schemas.microsoft.com/office/drawing/2014/main" id="{802D9AB7-0475-89E5-FF60-709344DED212}"/>
                </a:ext>
              </a:extLst>
            </p:cNvPr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6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DB3C70DF-08A4-1307-CB26-30D40EA65F6A}"/>
                </a:ext>
              </a:extLst>
            </p:cNvPr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6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>
            <a:extLst>
              <a:ext uri="{FF2B5EF4-FFF2-40B4-BE49-F238E27FC236}">
                <a16:creationId xmlns:a16="http://schemas.microsoft.com/office/drawing/2014/main" id="{FCDD1637-5F99-72DF-AD88-185A1D3719E4}"/>
              </a:ext>
            </a:extLst>
          </p:cNvPr>
          <p:cNvSpPr txBox="1"/>
          <p:nvPr/>
        </p:nvSpPr>
        <p:spPr>
          <a:xfrm>
            <a:off x="4000880" y="1375409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w1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5" name="object 15">
            <a:extLst>
              <a:ext uri="{FF2B5EF4-FFF2-40B4-BE49-F238E27FC236}">
                <a16:creationId xmlns:a16="http://schemas.microsoft.com/office/drawing/2014/main" id="{6DFE03E5-8CCF-612F-109B-7F7CCB3119FF}"/>
              </a:ext>
            </a:extLst>
          </p:cNvPr>
          <p:cNvGrpSpPr/>
          <p:nvPr/>
        </p:nvGrpSpPr>
        <p:grpSpPr>
          <a:xfrm>
            <a:off x="3801998" y="2006219"/>
            <a:ext cx="540385" cy="534670"/>
            <a:chOff x="3801998" y="2006219"/>
            <a:chExt cx="540385" cy="534670"/>
          </a:xfrm>
        </p:grpSpPr>
        <p:sp>
          <p:nvSpPr>
            <p:cNvPr id="16" name="object 16">
              <a:extLst>
                <a:ext uri="{FF2B5EF4-FFF2-40B4-BE49-F238E27FC236}">
                  <a16:creationId xmlns:a16="http://schemas.microsoft.com/office/drawing/2014/main" id="{1FEF6040-5A0F-8E19-D1B6-278CB9E68E6E}"/>
                </a:ext>
              </a:extLst>
            </p:cNvPr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7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7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1C10127F-3A12-F46B-ED6E-1DD0DA71BC19}"/>
                </a:ext>
              </a:extLst>
            </p:cNvPr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7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8" y="260857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>
            <a:extLst>
              <a:ext uri="{FF2B5EF4-FFF2-40B4-BE49-F238E27FC236}">
                <a16:creationId xmlns:a16="http://schemas.microsoft.com/office/drawing/2014/main" id="{6371AED7-8F2E-4FBC-B0A2-AEA69B58A963}"/>
              </a:ext>
            </a:extLst>
          </p:cNvPr>
          <p:cNvSpPr txBox="1"/>
          <p:nvPr/>
        </p:nvSpPr>
        <p:spPr>
          <a:xfrm>
            <a:off x="3967098" y="2160523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w2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9" name="object 19">
            <a:extLst>
              <a:ext uri="{FF2B5EF4-FFF2-40B4-BE49-F238E27FC236}">
                <a16:creationId xmlns:a16="http://schemas.microsoft.com/office/drawing/2014/main" id="{4D90494A-BF36-52B0-44DF-57C15F4720B8}"/>
              </a:ext>
            </a:extLst>
          </p:cNvPr>
          <p:cNvGrpSpPr/>
          <p:nvPr/>
        </p:nvGrpSpPr>
        <p:grpSpPr>
          <a:xfrm>
            <a:off x="3910584" y="2809239"/>
            <a:ext cx="540385" cy="534670"/>
            <a:chOff x="3910584" y="2809239"/>
            <a:chExt cx="540385" cy="534670"/>
          </a:xfrm>
        </p:grpSpPr>
        <p:sp>
          <p:nvSpPr>
            <p:cNvPr id="20" name="object 20">
              <a:extLst>
                <a:ext uri="{FF2B5EF4-FFF2-40B4-BE49-F238E27FC236}">
                  <a16:creationId xmlns:a16="http://schemas.microsoft.com/office/drawing/2014/main" id="{E6FFBB73-C9FE-F208-5D81-5230FA1619CE}"/>
                </a:ext>
              </a:extLst>
            </p:cNvPr>
            <p:cNvSpPr/>
            <p:nvPr/>
          </p:nvSpPr>
          <p:spPr>
            <a:xfrm>
              <a:off x="3916934" y="281558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>
              <a:extLst>
                <a:ext uri="{FF2B5EF4-FFF2-40B4-BE49-F238E27FC236}">
                  <a16:creationId xmlns:a16="http://schemas.microsoft.com/office/drawing/2014/main" id="{761071D5-35E5-F703-6273-807144B359B5}"/>
                </a:ext>
              </a:extLst>
            </p:cNvPr>
            <p:cNvSpPr/>
            <p:nvPr/>
          </p:nvSpPr>
          <p:spPr>
            <a:xfrm>
              <a:off x="3916934" y="281558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>
            <a:extLst>
              <a:ext uri="{FF2B5EF4-FFF2-40B4-BE49-F238E27FC236}">
                <a16:creationId xmlns:a16="http://schemas.microsoft.com/office/drawing/2014/main" id="{2F3CE8FE-0F1B-D0CC-096D-292B6902D9D9}"/>
              </a:ext>
            </a:extLst>
          </p:cNvPr>
          <p:cNvSpPr txBox="1"/>
          <p:nvPr/>
        </p:nvSpPr>
        <p:spPr>
          <a:xfrm>
            <a:off x="4075557" y="2963366"/>
            <a:ext cx="210185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w3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00596B07-B302-C525-9377-5B0589F58B3C}"/>
              </a:ext>
            </a:extLst>
          </p:cNvPr>
          <p:cNvSpPr/>
          <p:nvPr/>
        </p:nvSpPr>
        <p:spPr>
          <a:xfrm>
            <a:off x="592010" y="4584827"/>
            <a:ext cx="11008360" cy="0"/>
          </a:xfrm>
          <a:custGeom>
            <a:avLst/>
            <a:gdLst/>
            <a:ahLst/>
            <a:cxnLst/>
            <a:rect l="l" t="t" r="r" b="b"/>
            <a:pathLst>
              <a:path w="11008360">
                <a:moveTo>
                  <a:pt x="0" y="0"/>
                </a:moveTo>
                <a:lnTo>
                  <a:pt x="11007915" y="0"/>
                </a:lnTo>
              </a:path>
            </a:pathLst>
          </a:custGeom>
          <a:ln w="6350">
            <a:solidFill>
              <a:srgbClr val="5B9BD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8B795C58-987E-658D-33A2-ECB12752A602}"/>
                  </a:ext>
                </a:extLst>
              </p14:cNvPr>
              <p14:cNvContentPartPr/>
              <p14:nvPr/>
            </p14:nvContentPartPr>
            <p14:xfrm>
              <a:off x="2822284" y="931331"/>
              <a:ext cx="829440" cy="383040"/>
            </p14:xfrm>
          </p:contentPart>
        </mc:Choice>
        <mc:Fallback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8B795C58-987E-658D-33A2-ECB12752A60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768284" y="823331"/>
                <a:ext cx="937080" cy="59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19A0E9A8-A913-3F33-F41C-A03882DB3D1F}"/>
                  </a:ext>
                </a:extLst>
              </p14:cNvPr>
              <p14:cNvContentPartPr/>
              <p14:nvPr/>
            </p14:nvContentPartPr>
            <p14:xfrm>
              <a:off x="3468844" y="1032491"/>
              <a:ext cx="270720" cy="442800"/>
            </p14:xfrm>
          </p:contentPart>
        </mc:Choice>
        <mc:Fallback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19A0E9A8-A913-3F33-F41C-A03882DB3D1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14844" y="924491"/>
                <a:ext cx="378360" cy="65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9C38480C-B3EE-026B-1932-506E3267D0BD}"/>
                  </a:ext>
                </a:extLst>
              </p14:cNvPr>
              <p14:cNvContentPartPr/>
              <p14:nvPr/>
            </p14:nvContentPartPr>
            <p14:xfrm>
              <a:off x="2658484" y="2272331"/>
              <a:ext cx="1039680" cy="95400"/>
            </p14:xfrm>
          </p:contentPart>
        </mc:Choice>
        <mc:Fallback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9C38480C-B3EE-026B-1932-506E3267D0B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604844" y="2164331"/>
                <a:ext cx="114732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674C33EF-128A-0785-7737-6A8073469DC9}"/>
                  </a:ext>
                </a:extLst>
              </p14:cNvPr>
              <p14:cNvContentPartPr/>
              <p14:nvPr/>
            </p14:nvContentPartPr>
            <p14:xfrm>
              <a:off x="3365164" y="1981091"/>
              <a:ext cx="460800" cy="63108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674C33EF-128A-0785-7737-6A8073469DC9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311164" y="1873091"/>
                <a:ext cx="568440" cy="84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5CD0FD6C-0DFE-F7D1-1CEB-368B6BF3257B}"/>
                  </a:ext>
                </a:extLst>
              </p14:cNvPr>
              <p14:cNvContentPartPr/>
              <p14:nvPr/>
            </p14:nvContentPartPr>
            <p14:xfrm>
              <a:off x="2848204" y="3170891"/>
              <a:ext cx="1054440" cy="43488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5CD0FD6C-0DFE-F7D1-1CEB-368B6BF3257B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794564" y="3063251"/>
                <a:ext cx="1162080" cy="65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1F765176-8E44-943C-8756-97DA31A1EF35}"/>
                  </a:ext>
                </a:extLst>
              </p14:cNvPr>
              <p14:cNvContentPartPr/>
              <p14:nvPr/>
            </p14:nvContentPartPr>
            <p14:xfrm>
              <a:off x="3580804" y="3039491"/>
              <a:ext cx="375840" cy="556200"/>
            </p14:xfrm>
          </p:contentPart>
        </mc:Choice>
        <mc:Fallback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1F765176-8E44-943C-8756-97DA31A1EF35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3527164" y="2931851"/>
                <a:ext cx="483480" cy="77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B4C74D4B-AB5D-F631-AE3E-FE7092969B6D}"/>
                  </a:ext>
                </a:extLst>
              </p14:cNvPr>
              <p14:cNvContentPartPr/>
              <p14:nvPr/>
            </p14:nvContentPartPr>
            <p14:xfrm>
              <a:off x="9214804" y="1034291"/>
              <a:ext cx="1579680" cy="2519280"/>
            </p14:xfrm>
          </p:contentPart>
        </mc:Choice>
        <mc:Fallback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B4C74D4B-AB5D-F631-AE3E-FE7092969B6D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9160804" y="926651"/>
                <a:ext cx="1687320" cy="273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0DB63D0D-863F-4981-F8B2-CEF51DCD9E3F}"/>
                  </a:ext>
                </a:extLst>
              </p14:cNvPr>
              <p14:cNvContentPartPr/>
              <p14:nvPr/>
            </p14:nvContentPartPr>
            <p14:xfrm>
              <a:off x="8929324" y="807851"/>
              <a:ext cx="2347200" cy="2746080"/>
            </p14:xfrm>
          </p:contentPart>
        </mc:Choice>
        <mc:Fallback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0DB63D0D-863F-4981-F8B2-CEF51DCD9E3F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911684" y="789851"/>
                <a:ext cx="2382840" cy="2781720"/>
              </a:xfrm>
              <a:prstGeom prst="rect">
                <a:avLst/>
              </a:prstGeom>
            </p:spPr>
          </p:pic>
        </mc:Fallback>
      </mc:AlternateContent>
      <p:grpSp>
        <p:nvGrpSpPr>
          <p:cNvPr id="59" name="Group 58">
            <a:extLst>
              <a:ext uri="{FF2B5EF4-FFF2-40B4-BE49-F238E27FC236}">
                <a16:creationId xmlns:a16="http://schemas.microsoft.com/office/drawing/2014/main" id="{270BF857-A4C7-348F-D089-49C574E8098F}"/>
              </a:ext>
            </a:extLst>
          </p:cNvPr>
          <p:cNvGrpSpPr/>
          <p:nvPr/>
        </p:nvGrpSpPr>
        <p:grpSpPr>
          <a:xfrm>
            <a:off x="8962084" y="447851"/>
            <a:ext cx="2037240" cy="3399840"/>
            <a:chOff x="8962084" y="447851"/>
            <a:chExt cx="2037240" cy="3399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99C7AFCD-6D0A-0684-28BA-259FCC40969F}"/>
                    </a:ext>
                  </a:extLst>
                </p14:cNvPr>
                <p14:cNvContentPartPr/>
                <p14:nvPr/>
              </p14:nvContentPartPr>
              <p14:xfrm>
                <a:off x="8962084" y="852491"/>
                <a:ext cx="2037240" cy="299520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99C7AFCD-6D0A-0684-28BA-259FCC40969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944084" y="834851"/>
                  <a:ext cx="2072880" cy="30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1901D50A-9AA2-7054-37CD-F9FA6139C4E2}"/>
                    </a:ext>
                  </a:extLst>
                </p14:cNvPr>
                <p14:cNvContentPartPr/>
                <p14:nvPr/>
              </p14:nvContentPartPr>
              <p14:xfrm>
                <a:off x="9309844" y="447851"/>
                <a:ext cx="46800" cy="3294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1901D50A-9AA2-7054-37CD-F9FA6139C4E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292204" y="430211"/>
                  <a:ext cx="82440" cy="36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C2C5B9E0-610D-B816-0917-E4CF86F04D3B}"/>
                    </a:ext>
                  </a:extLst>
                </p14:cNvPr>
                <p14:cNvContentPartPr/>
                <p14:nvPr/>
              </p14:nvContentPartPr>
              <p14:xfrm>
                <a:off x="10546804" y="473051"/>
                <a:ext cx="302760" cy="2368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C2C5B9E0-610D-B816-0917-E4CF86F04D3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0529164" y="455051"/>
                  <a:ext cx="338400" cy="272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D2317F37-6484-918A-9D44-4B2ECD669B78}"/>
                  </a:ext>
                </a:extLst>
              </p14:cNvPr>
              <p14:cNvContentPartPr/>
              <p14:nvPr/>
            </p14:nvContentPartPr>
            <p14:xfrm>
              <a:off x="9448804" y="3283931"/>
              <a:ext cx="1279080" cy="504720"/>
            </p14:xfrm>
          </p:contentPart>
        </mc:Choice>
        <mc:Fallback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D2317F37-6484-918A-9D44-4B2ECD669B78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9430804" y="3266291"/>
                <a:ext cx="1314720" cy="54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5763CF5E-3714-5BE7-1A18-C6BC8C1E479F}"/>
                  </a:ext>
                </a:extLst>
              </p14:cNvPr>
              <p14:cNvContentPartPr/>
              <p14:nvPr/>
            </p14:nvContentPartPr>
            <p14:xfrm>
              <a:off x="9500644" y="752051"/>
              <a:ext cx="1140480" cy="393840"/>
            </p14:xfrm>
          </p:contentPart>
        </mc:Choice>
        <mc:Fallback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5763CF5E-3714-5BE7-1A18-C6BC8C1E479F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9482644" y="734051"/>
                <a:ext cx="117612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9C15CD98-4B43-DDD1-C61E-010581D8D8B4}"/>
                  </a:ext>
                </a:extLst>
              </p14:cNvPr>
              <p14:cNvContentPartPr/>
              <p14:nvPr/>
            </p14:nvContentPartPr>
            <p14:xfrm>
              <a:off x="9900964" y="313571"/>
              <a:ext cx="222120" cy="275040"/>
            </p14:xfrm>
          </p:contentPart>
        </mc:Choice>
        <mc:Fallback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9C15CD98-4B43-DDD1-C61E-010581D8D8B4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9882964" y="295931"/>
                <a:ext cx="257760" cy="31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E58FBA45-4E92-633F-1060-ABFEC549223E}"/>
                  </a:ext>
                </a:extLst>
              </p14:cNvPr>
              <p14:cNvContentPartPr/>
              <p14:nvPr/>
            </p14:nvContentPartPr>
            <p14:xfrm>
              <a:off x="2493604" y="464411"/>
              <a:ext cx="430920" cy="828720"/>
            </p14:xfrm>
          </p:contentPart>
        </mc:Choice>
        <mc:Fallback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E58FBA45-4E92-633F-1060-ABFEC549223E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2475604" y="446771"/>
                <a:ext cx="466560" cy="86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0E482A94-6790-A51B-FC5D-B9CE7BD74AE8}"/>
                  </a:ext>
                </a:extLst>
              </p14:cNvPr>
              <p14:cNvContentPartPr/>
              <p14:nvPr/>
            </p14:nvContentPartPr>
            <p14:xfrm>
              <a:off x="2747764" y="3215531"/>
              <a:ext cx="370800" cy="850680"/>
            </p14:xfrm>
          </p:contentPart>
        </mc:Choice>
        <mc:Fallback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0E482A94-6790-A51B-FC5D-B9CE7BD74AE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2729764" y="3197531"/>
                <a:ext cx="406440" cy="886320"/>
              </a:xfrm>
              <a:prstGeom prst="rect">
                <a:avLst/>
              </a:prstGeom>
            </p:spPr>
          </p:pic>
        </mc:Fallback>
      </mc:AlternateContent>
      <p:grpSp>
        <p:nvGrpSpPr>
          <p:cNvPr id="67" name="Group 66">
            <a:extLst>
              <a:ext uri="{FF2B5EF4-FFF2-40B4-BE49-F238E27FC236}">
                <a16:creationId xmlns:a16="http://schemas.microsoft.com/office/drawing/2014/main" id="{180C5A00-C5BE-CDB8-99B2-9A0832F47016}"/>
              </a:ext>
            </a:extLst>
          </p:cNvPr>
          <p:cNvGrpSpPr/>
          <p:nvPr/>
        </p:nvGrpSpPr>
        <p:grpSpPr>
          <a:xfrm>
            <a:off x="2571004" y="1763291"/>
            <a:ext cx="271080" cy="322200"/>
            <a:chOff x="2571004" y="1763291"/>
            <a:chExt cx="271080" cy="322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DD5C7FC0-2F84-5460-1072-8E9D058E731A}"/>
                    </a:ext>
                  </a:extLst>
                </p14:cNvPr>
                <p14:cNvContentPartPr/>
                <p14:nvPr/>
              </p14:nvContentPartPr>
              <p14:xfrm>
                <a:off x="2578204" y="1763291"/>
                <a:ext cx="263880" cy="13608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DD5C7FC0-2F84-5460-1072-8E9D058E731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560564" y="1745651"/>
                  <a:ext cx="29952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54122898-A8FD-8CEE-81E0-D962E758BC38}"/>
                    </a:ext>
                  </a:extLst>
                </p14:cNvPr>
                <p14:cNvContentPartPr/>
                <p14:nvPr/>
              </p14:nvContentPartPr>
              <p14:xfrm>
                <a:off x="2571004" y="2008451"/>
                <a:ext cx="250920" cy="7704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54122898-A8FD-8CEE-81E0-D962E758BC3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553364" y="1990451"/>
                  <a:ext cx="286560" cy="112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88F2DFEE-2D92-A279-47B7-EADB2DD7C8E6}"/>
                  </a:ext>
                </a:extLst>
              </p14:cNvPr>
              <p14:cNvContentPartPr/>
              <p14:nvPr/>
            </p14:nvContentPartPr>
            <p14:xfrm>
              <a:off x="1303444" y="1068131"/>
              <a:ext cx="49680" cy="3005640"/>
            </p14:xfrm>
          </p:contentPart>
        </mc:Choice>
        <mc:Fallback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88F2DFEE-2D92-A279-47B7-EADB2DD7C8E6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1285804" y="1050131"/>
                <a:ext cx="85320" cy="3041280"/>
              </a:xfrm>
              <a:prstGeom prst="rect">
                <a:avLst/>
              </a:prstGeom>
            </p:spPr>
          </p:pic>
        </mc:Fallback>
      </mc:AlternateContent>
      <p:grpSp>
        <p:nvGrpSpPr>
          <p:cNvPr id="98" name="Group 97">
            <a:extLst>
              <a:ext uri="{FF2B5EF4-FFF2-40B4-BE49-F238E27FC236}">
                <a16:creationId xmlns:a16="http://schemas.microsoft.com/office/drawing/2014/main" id="{05E4D5C4-7AA6-B1B0-E3B6-01528859AF4D}"/>
              </a:ext>
            </a:extLst>
          </p:cNvPr>
          <p:cNvGrpSpPr/>
          <p:nvPr/>
        </p:nvGrpSpPr>
        <p:grpSpPr>
          <a:xfrm>
            <a:off x="87724" y="725771"/>
            <a:ext cx="2615760" cy="3148200"/>
            <a:chOff x="87724" y="725771"/>
            <a:chExt cx="2615760" cy="3148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1122B63-D743-014F-6819-61D29CE399B1}"/>
                    </a:ext>
                  </a:extLst>
                </p14:cNvPr>
                <p14:cNvContentPartPr/>
                <p14:nvPr/>
              </p14:nvContentPartPr>
              <p14:xfrm>
                <a:off x="365644" y="1454411"/>
                <a:ext cx="216720" cy="2268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1122B63-D743-014F-6819-61D29CE399B1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48004" y="1436771"/>
                  <a:ext cx="25236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875C17D9-F412-0601-F1A1-0A62C91A98ED}"/>
                    </a:ext>
                  </a:extLst>
                </p14:cNvPr>
                <p14:cNvContentPartPr/>
                <p14:nvPr/>
              </p14:nvContentPartPr>
              <p14:xfrm>
                <a:off x="775684" y="1576811"/>
                <a:ext cx="78480" cy="1915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875C17D9-F412-0601-F1A1-0A62C91A98E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57684" y="1558811"/>
                  <a:ext cx="11412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E724DD8-615C-8E44-3B6E-5142EABDFFF9}"/>
                    </a:ext>
                  </a:extLst>
                </p14:cNvPr>
                <p14:cNvContentPartPr/>
                <p14:nvPr/>
              </p14:nvContentPartPr>
              <p14:xfrm>
                <a:off x="779284" y="1378811"/>
                <a:ext cx="4680" cy="39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E724DD8-615C-8E44-3B6E-5142EABDFFF9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61644" y="1361171"/>
                  <a:ext cx="4032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F13B1D8E-7613-230B-0F28-281139ADC1CD}"/>
                    </a:ext>
                  </a:extLst>
                </p14:cNvPr>
                <p14:cNvContentPartPr/>
                <p14:nvPr/>
              </p14:nvContentPartPr>
              <p14:xfrm>
                <a:off x="470764" y="2016731"/>
                <a:ext cx="227520" cy="2563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F13B1D8E-7613-230B-0F28-281139ADC1CD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53124" y="1999091"/>
                  <a:ext cx="26316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0C2BA78-B0A8-1C84-AEE6-509CEEE13A6A}"/>
                    </a:ext>
                  </a:extLst>
                </p14:cNvPr>
                <p14:cNvContentPartPr/>
                <p14:nvPr/>
              </p14:nvContentPartPr>
              <p14:xfrm>
                <a:off x="755524" y="2153531"/>
                <a:ext cx="56160" cy="1717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0C2BA78-B0A8-1C84-AEE6-509CEEE13A6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37524" y="2135891"/>
                  <a:ext cx="9180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3593111-6971-D9CF-82B1-2BD4F6D29BBF}"/>
                    </a:ext>
                  </a:extLst>
                </p14:cNvPr>
                <p14:cNvContentPartPr/>
                <p14:nvPr/>
              </p14:nvContentPartPr>
              <p14:xfrm>
                <a:off x="547084" y="2576531"/>
                <a:ext cx="267480" cy="2070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3593111-6971-D9CF-82B1-2BD4F6D29BB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29444" y="2558531"/>
                  <a:ext cx="30312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8226570-EEC3-F412-4B49-5F3D495E0EAF}"/>
                    </a:ext>
                  </a:extLst>
                </p14:cNvPr>
                <p14:cNvContentPartPr/>
                <p14:nvPr/>
              </p14:nvContentPartPr>
              <p14:xfrm>
                <a:off x="786124" y="2688491"/>
                <a:ext cx="168120" cy="1501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8226570-EEC3-F412-4B49-5F3D495E0EA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68124" y="2670851"/>
                  <a:ext cx="20376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6F3BB0F-F180-DF91-5C67-8935840FB33C}"/>
                    </a:ext>
                  </a:extLst>
                </p14:cNvPr>
                <p14:cNvContentPartPr/>
                <p14:nvPr/>
              </p14:nvContentPartPr>
              <p14:xfrm>
                <a:off x="554644" y="3046331"/>
                <a:ext cx="207000" cy="2052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6F3BB0F-F180-DF91-5C67-8935840FB33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37004" y="3028331"/>
                  <a:ext cx="24264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F054F9E-AD01-26A3-B2A7-D7C0ED22923F}"/>
                    </a:ext>
                  </a:extLst>
                </p14:cNvPr>
                <p14:cNvContentPartPr/>
                <p14:nvPr/>
              </p14:nvContentPartPr>
              <p14:xfrm>
                <a:off x="794044" y="3169451"/>
                <a:ext cx="173160" cy="2595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0F054F9E-AD01-26A3-B2A7-D7C0ED22923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76404" y="3151451"/>
                  <a:ext cx="20880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769ACF11-7DB0-3298-8610-1F986171C703}"/>
                    </a:ext>
                  </a:extLst>
                </p14:cNvPr>
                <p14:cNvContentPartPr/>
                <p14:nvPr/>
              </p14:nvContentPartPr>
              <p14:xfrm>
                <a:off x="180964" y="1235891"/>
                <a:ext cx="2061360" cy="831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769ACF11-7DB0-3298-8610-1F986171C703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62964" y="1217891"/>
                  <a:ext cx="209700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8CDB255-A0C6-4EB1-275E-630BAE311F88}"/>
                    </a:ext>
                  </a:extLst>
                </p14:cNvPr>
                <p14:cNvContentPartPr/>
                <p14:nvPr/>
              </p14:nvContentPartPr>
              <p14:xfrm>
                <a:off x="2331604" y="1257131"/>
                <a:ext cx="282960" cy="24940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8CDB255-A0C6-4EB1-275E-630BAE311F88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313604" y="1239131"/>
                  <a:ext cx="318600" cy="252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099B9AD-3E5A-96E3-0559-739DE0166842}"/>
                    </a:ext>
                  </a:extLst>
                </p14:cNvPr>
                <p14:cNvContentPartPr/>
                <p14:nvPr/>
              </p14:nvContentPartPr>
              <p14:xfrm>
                <a:off x="443764" y="3789731"/>
                <a:ext cx="2259720" cy="576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099B9AD-3E5A-96E3-0559-739DE016684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26124" y="3771731"/>
                  <a:ext cx="229536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78489D9-72C8-D4FF-BA8B-DDB9BFCCC53F}"/>
                    </a:ext>
                  </a:extLst>
                </p14:cNvPr>
                <p14:cNvContentPartPr/>
                <p14:nvPr/>
              </p14:nvContentPartPr>
              <p14:xfrm>
                <a:off x="241084" y="1288451"/>
                <a:ext cx="105480" cy="25855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78489D9-72C8-D4FF-BA8B-DDB9BFCCC53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23444" y="1270811"/>
                  <a:ext cx="141120" cy="262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197FE30-9BDE-1C2A-63F1-770FF768AA8C}"/>
                    </a:ext>
                  </a:extLst>
                </p14:cNvPr>
                <p14:cNvContentPartPr/>
                <p14:nvPr/>
              </p14:nvContentPartPr>
              <p14:xfrm>
                <a:off x="103924" y="949691"/>
                <a:ext cx="14400" cy="17856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197FE30-9BDE-1C2A-63F1-770FF768AA8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5924" y="932051"/>
                  <a:ext cx="5004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BFA2531-66F3-6260-2F4B-34A11C22AC53}"/>
                    </a:ext>
                  </a:extLst>
                </p14:cNvPr>
                <p14:cNvContentPartPr/>
                <p14:nvPr/>
              </p14:nvContentPartPr>
              <p14:xfrm>
                <a:off x="87724" y="835211"/>
                <a:ext cx="11160" cy="1980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BFA2531-66F3-6260-2F4B-34A11C22AC5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0084" y="817211"/>
                  <a:ext cx="4680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3ADCFF9C-3440-9557-F956-8C3B2F4F3944}"/>
                    </a:ext>
                  </a:extLst>
                </p14:cNvPr>
                <p14:cNvContentPartPr/>
                <p14:nvPr/>
              </p14:nvContentPartPr>
              <p14:xfrm>
                <a:off x="176284" y="917651"/>
                <a:ext cx="131040" cy="1234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3ADCFF9C-3440-9557-F956-8C3B2F4F3944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58644" y="899651"/>
                  <a:ext cx="16668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304FD579-C0CF-78EF-979F-31B4522EAF2D}"/>
                    </a:ext>
                  </a:extLst>
                </p14:cNvPr>
                <p14:cNvContentPartPr/>
                <p14:nvPr/>
              </p14:nvContentPartPr>
              <p14:xfrm>
                <a:off x="389044" y="924851"/>
                <a:ext cx="78840" cy="15444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304FD579-C0CF-78EF-979F-31B4522EAF2D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71044" y="906851"/>
                  <a:ext cx="11448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F0124FB4-9BFE-DCBA-06C9-E664519BBAEE}"/>
                    </a:ext>
                  </a:extLst>
                </p14:cNvPr>
                <p14:cNvContentPartPr/>
                <p14:nvPr/>
              </p14:nvContentPartPr>
              <p14:xfrm>
                <a:off x="440164" y="881291"/>
                <a:ext cx="66960" cy="1256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F0124FB4-9BFE-DCBA-06C9-E664519BBAE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22164" y="863291"/>
                  <a:ext cx="10260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ECE0F944-BE35-9A7A-E5A8-BAC49C5A3790}"/>
                    </a:ext>
                  </a:extLst>
                </p14:cNvPr>
                <p14:cNvContentPartPr/>
                <p14:nvPr/>
              </p14:nvContentPartPr>
              <p14:xfrm>
                <a:off x="581284" y="930251"/>
                <a:ext cx="126720" cy="7596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ECE0F944-BE35-9A7A-E5A8-BAC49C5A3790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63284" y="912251"/>
                  <a:ext cx="16236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03F06204-2B8B-852C-C974-052405C698C8}"/>
                    </a:ext>
                  </a:extLst>
                </p14:cNvPr>
                <p14:cNvContentPartPr/>
                <p14:nvPr/>
              </p14:nvContentPartPr>
              <p14:xfrm>
                <a:off x="770644" y="767891"/>
                <a:ext cx="37440" cy="2120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03F06204-2B8B-852C-C974-052405C698C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53004" y="750251"/>
                  <a:ext cx="730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7BC3C3E-A4E6-38A0-7046-6CB4441B5C44}"/>
                    </a:ext>
                  </a:extLst>
                </p14:cNvPr>
                <p14:cNvContentPartPr/>
                <p14:nvPr/>
              </p14:nvContentPartPr>
              <p14:xfrm>
                <a:off x="765244" y="834851"/>
                <a:ext cx="106920" cy="608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7BC3C3E-A4E6-38A0-7046-6CB4441B5C44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47244" y="817211"/>
                  <a:ext cx="14256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63B7DD17-7DE0-9063-6953-AFAF2FED7678}"/>
                    </a:ext>
                  </a:extLst>
                </p14:cNvPr>
                <p14:cNvContentPartPr/>
                <p14:nvPr/>
              </p14:nvContentPartPr>
              <p14:xfrm>
                <a:off x="1562284" y="923411"/>
                <a:ext cx="165240" cy="13212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63B7DD17-7DE0-9063-6953-AFAF2FED767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544644" y="905411"/>
                  <a:ext cx="20088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ADB5F926-C6A3-E6AC-DFA0-26DEDEE7F8A7}"/>
                    </a:ext>
                  </a:extLst>
                </p14:cNvPr>
                <p14:cNvContentPartPr/>
                <p14:nvPr/>
              </p14:nvContentPartPr>
              <p14:xfrm>
                <a:off x="1735804" y="901811"/>
                <a:ext cx="255600" cy="15192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ADB5F926-C6A3-E6AC-DFA0-26DEDEE7F8A7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718164" y="883811"/>
                  <a:ext cx="29124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5B5F2532-7186-4BEF-56D3-7610CF4CADAB}"/>
                    </a:ext>
                  </a:extLst>
                </p14:cNvPr>
                <p14:cNvContentPartPr/>
                <p14:nvPr/>
              </p14:nvContentPartPr>
              <p14:xfrm>
                <a:off x="2003644" y="725771"/>
                <a:ext cx="9360" cy="3780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5B5F2532-7186-4BEF-56D3-7610CF4CADAB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986004" y="707771"/>
                  <a:ext cx="4500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CD340743-89EB-279E-2EDC-1D5B9B4FCAC7}"/>
                    </a:ext>
                  </a:extLst>
                </p14:cNvPr>
                <p14:cNvContentPartPr/>
                <p14:nvPr/>
              </p14:nvContentPartPr>
              <p14:xfrm>
                <a:off x="2126044" y="902891"/>
                <a:ext cx="98280" cy="1454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CD340743-89EB-279E-2EDC-1D5B9B4FCAC7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108044" y="885251"/>
                  <a:ext cx="13392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D44DB21B-0979-831F-C653-F74A99143694}"/>
                    </a:ext>
                  </a:extLst>
                </p14:cNvPr>
                <p14:cNvContentPartPr/>
                <p14:nvPr/>
              </p14:nvContentPartPr>
              <p14:xfrm>
                <a:off x="2218204" y="798851"/>
                <a:ext cx="174600" cy="1472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D44DB21B-0979-831F-C653-F74A9914369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200564" y="781211"/>
                  <a:ext cx="21024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EABCAB36-7F92-B817-B219-B4388448EF41}"/>
                    </a:ext>
                  </a:extLst>
                </p14:cNvPr>
                <p14:cNvContentPartPr/>
                <p14:nvPr/>
              </p14:nvContentPartPr>
              <p14:xfrm>
                <a:off x="2446804" y="725771"/>
                <a:ext cx="59400" cy="26568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EABCAB36-7F92-B817-B219-B4388448EF41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428804" y="708131"/>
                  <a:ext cx="9504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85126A5-3E01-D72D-2557-E26F52EC4935}"/>
                    </a:ext>
                  </a:extLst>
                </p14:cNvPr>
                <p14:cNvContentPartPr/>
                <p14:nvPr/>
              </p14:nvContentPartPr>
              <p14:xfrm>
                <a:off x="2376604" y="772211"/>
                <a:ext cx="162360" cy="6912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85126A5-3E01-D72D-2557-E26F52EC4935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358964" y="754211"/>
                  <a:ext cx="19800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BC12CEE4-E17F-7A06-9E05-38680D07A78A}"/>
                    </a:ext>
                  </a:extLst>
                </p14:cNvPr>
                <p14:cNvContentPartPr/>
                <p14:nvPr/>
              </p14:nvContentPartPr>
              <p14:xfrm>
                <a:off x="1723564" y="914051"/>
                <a:ext cx="25920" cy="6840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BC12CEE4-E17F-7A06-9E05-38680D07A78A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705924" y="896411"/>
                  <a:ext cx="6156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434E2192-6291-A016-556E-0ECFDE31A019}"/>
                    </a:ext>
                  </a:extLst>
                </p14:cNvPr>
                <p14:cNvContentPartPr/>
                <p14:nvPr/>
              </p14:nvContentPartPr>
              <p14:xfrm>
                <a:off x="243244" y="1874891"/>
                <a:ext cx="2430360" cy="10044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434E2192-6291-A016-556E-0ECFDE31A019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25604" y="1856891"/>
                  <a:ext cx="246600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7E31C265-DBE9-342C-FF0B-9FC3E028DD5D}"/>
                    </a:ext>
                  </a:extLst>
                </p14:cNvPr>
                <p14:cNvContentPartPr/>
                <p14:nvPr/>
              </p14:nvContentPartPr>
              <p14:xfrm>
                <a:off x="1683244" y="1408691"/>
                <a:ext cx="270360" cy="23508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7E31C265-DBE9-342C-FF0B-9FC3E028DD5D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665244" y="1391051"/>
                  <a:ext cx="30600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7A17B77F-8E60-0EF0-21C2-79AC46B86F99}"/>
                    </a:ext>
                  </a:extLst>
                </p14:cNvPr>
                <p14:cNvContentPartPr/>
                <p14:nvPr/>
              </p14:nvContentPartPr>
              <p14:xfrm>
                <a:off x="2024524" y="1514891"/>
                <a:ext cx="33480" cy="12492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7A17B77F-8E60-0EF0-21C2-79AC46B86F99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006884" y="1497251"/>
                  <a:ext cx="6912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21120B42-8832-BB84-2C06-239464AEDEA7}"/>
                    </a:ext>
                  </a:extLst>
                </p14:cNvPr>
                <p14:cNvContentPartPr/>
                <p14:nvPr/>
              </p14:nvContentPartPr>
              <p14:xfrm>
                <a:off x="1987444" y="1379891"/>
                <a:ext cx="18720" cy="2052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21120B42-8832-BB84-2C06-239464AEDEA7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969804" y="1361891"/>
                  <a:ext cx="5436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8E49D058-6E58-4774-2647-0827886550B6}"/>
                    </a:ext>
                  </a:extLst>
                </p14:cNvPr>
                <p14:cNvContentPartPr/>
                <p14:nvPr/>
              </p14:nvContentPartPr>
              <p14:xfrm>
                <a:off x="199324" y="2453411"/>
                <a:ext cx="2269080" cy="3816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8E49D058-6E58-4774-2647-0827886550B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81324" y="2435771"/>
                  <a:ext cx="230472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047AB71F-198C-3807-D6BD-6BECF8308A47}"/>
                    </a:ext>
                  </a:extLst>
                </p14:cNvPr>
                <p14:cNvContentPartPr/>
                <p14:nvPr/>
              </p14:nvContentPartPr>
              <p14:xfrm>
                <a:off x="269164" y="2990531"/>
                <a:ext cx="2413440" cy="414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047AB71F-198C-3807-D6BD-6BECF8308A47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51524" y="2972531"/>
                  <a:ext cx="2449080" cy="77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0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4A430291-B22A-EB1A-2B43-4EFDC44EAD96}"/>
                  </a:ext>
                </a:extLst>
              </p14:cNvPr>
              <p14:cNvContentPartPr/>
              <p14:nvPr/>
            </p14:nvContentPartPr>
            <p14:xfrm>
              <a:off x="1863964" y="1977491"/>
              <a:ext cx="65880" cy="191160"/>
            </p14:xfrm>
          </p:contentPart>
        </mc:Choice>
        <mc:Fallback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4A430291-B22A-EB1A-2B43-4EFDC44EAD96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1846324" y="1959851"/>
                <a:ext cx="101520" cy="22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2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28C5E625-47E6-EB56-46FE-B80DEC42507A}"/>
                  </a:ext>
                </a:extLst>
              </p14:cNvPr>
              <p14:cNvContentPartPr/>
              <p14:nvPr/>
            </p14:nvContentPartPr>
            <p14:xfrm>
              <a:off x="1934884" y="3204731"/>
              <a:ext cx="56880" cy="230400"/>
            </p14:xfrm>
          </p:contentPart>
        </mc:Choice>
        <mc:Fallback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28C5E625-47E6-EB56-46FE-B80DEC42507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1916884" y="3186731"/>
                <a:ext cx="92520" cy="266040"/>
              </a:xfrm>
              <a:prstGeom prst="rect">
                <a:avLst/>
              </a:prstGeom>
            </p:spPr>
          </p:pic>
        </mc:Fallback>
      </mc:AlternateContent>
      <p:grpSp>
        <p:nvGrpSpPr>
          <p:cNvPr id="105" name="Group 104">
            <a:extLst>
              <a:ext uri="{FF2B5EF4-FFF2-40B4-BE49-F238E27FC236}">
                <a16:creationId xmlns:a16="http://schemas.microsoft.com/office/drawing/2014/main" id="{3C3FD679-08F4-BA27-F29F-2AFB378811EC}"/>
              </a:ext>
            </a:extLst>
          </p:cNvPr>
          <p:cNvGrpSpPr/>
          <p:nvPr/>
        </p:nvGrpSpPr>
        <p:grpSpPr>
          <a:xfrm>
            <a:off x="1680004" y="2579051"/>
            <a:ext cx="406440" cy="217800"/>
            <a:chOff x="1680004" y="2579051"/>
            <a:chExt cx="406440" cy="217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DFFBE9E2-F908-0F78-EEF1-6645342A6D70}"/>
                    </a:ext>
                  </a:extLst>
                </p14:cNvPr>
                <p14:cNvContentPartPr/>
                <p14:nvPr/>
              </p14:nvContentPartPr>
              <p14:xfrm>
                <a:off x="1814644" y="2647811"/>
                <a:ext cx="14760" cy="226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DFFBE9E2-F908-0F78-EEF1-6645342A6D70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796644" y="2630171"/>
                  <a:ext cx="5040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A75EABE4-5FF3-AEBF-4559-3B2204D57E86}"/>
                    </a:ext>
                  </a:extLst>
                </p14:cNvPr>
                <p14:cNvContentPartPr/>
                <p14:nvPr/>
              </p14:nvContentPartPr>
              <p14:xfrm>
                <a:off x="1965484" y="2579051"/>
                <a:ext cx="120960" cy="17244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A75EABE4-5FF3-AEBF-4559-3B2204D57E86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947844" y="2561051"/>
                  <a:ext cx="15660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17E4B72E-45C4-BDE4-C709-59042A460DE1}"/>
                    </a:ext>
                  </a:extLst>
                </p14:cNvPr>
                <p14:cNvContentPartPr/>
                <p14:nvPr/>
              </p14:nvContentPartPr>
              <p14:xfrm>
                <a:off x="1680004" y="2626931"/>
                <a:ext cx="105120" cy="16992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17E4B72E-45C4-BDE4-C709-59042A460DE1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662004" y="2608931"/>
                  <a:ext cx="14076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126E8215-EAFF-A88C-3B3A-A4F8CB3D2539}"/>
                    </a:ext>
                  </a:extLst>
                </p14:cNvPr>
                <p14:cNvContentPartPr/>
                <p14:nvPr/>
              </p14:nvContentPartPr>
              <p14:xfrm>
                <a:off x="1935604" y="2600651"/>
                <a:ext cx="60840" cy="2052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126E8215-EAFF-A88C-3B3A-A4F8CB3D253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917964" y="2583011"/>
                  <a:ext cx="96480" cy="56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2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C4B463A2-A5E9-D0E1-F3B6-C54A34ACEE92}"/>
                  </a:ext>
                </a:extLst>
              </p14:cNvPr>
              <p14:cNvContentPartPr/>
              <p14:nvPr/>
            </p14:nvContentPartPr>
            <p14:xfrm>
              <a:off x="7260364" y="1789931"/>
              <a:ext cx="230040" cy="362160"/>
            </p14:xfrm>
          </p:contentPart>
        </mc:Choice>
        <mc:Fallback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C4B463A2-A5E9-D0E1-F3B6-C54A34ACEE92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7242724" y="1771931"/>
                <a:ext cx="265680" cy="397800"/>
              </a:xfrm>
              <a:prstGeom prst="rect">
                <a:avLst/>
              </a:prstGeom>
            </p:spPr>
          </p:pic>
        </mc:Fallback>
      </mc:AlternateContent>
      <p:grpSp>
        <p:nvGrpSpPr>
          <p:cNvPr id="125" name="Group 124">
            <a:extLst>
              <a:ext uri="{FF2B5EF4-FFF2-40B4-BE49-F238E27FC236}">
                <a16:creationId xmlns:a16="http://schemas.microsoft.com/office/drawing/2014/main" id="{0F6E2DA6-66F5-E905-C1A8-892B1DCC2351}"/>
              </a:ext>
            </a:extLst>
          </p:cNvPr>
          <p:cNvGrpSpPr/>
          <p:nvPr/>
        </p:nvGrpSpPr>
        <p:grpSpPr>
          <a:xfrm>
            <a:off x="5158324" y="518411"/>
            <a:ext cx="3175560" cy="645840"/>
            <a:chOff x="5158324" y="518411"/>
            <a:chExt cx="3175560" cy="645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1AEF57BC-C987-864E-B2C0-96B2D07B0921}"/>
                    </a:ext>
                  </a:extLst>
                </p14:cNvPr>
                <p14:cNvContentPartPr/>
                <p14:nvPr/>
              </p14:nvContentPartPr>
              <p14:xfrm>
                <a:off x="5158324" y="761771"/>
                <a:ext cx="227160" cy="35100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1AEF57BC-C987-864E-B2C0-96B2D07B0921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140684" y="744131"/>
                  <a:ext cx="262800" cy="38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EE8CBC5-BD74-2B32-000A-C68FB266879D}"/>
                    </a:ext>
                  </a:extLst>
                </p14:cNvPr>
                <p14:cNvContentPartPr/>
                <p14:nvPr/>
              </p14:nvContentPartPr>
              <p14:xfrm>
                <a:off x="5560084" y="894611"/>
                <a:ext cx="109440" cy="4248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EE8CBC5-BD74-2B32-000A-C68FB266879D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542084" y="876611"/>
                  <a:ext cx="14508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337CF4DF-2663-AF37-012D-AD5070FA5646}"/>
                    </a:ext>
                  </a:extLst>
                </p14:cNvPr>
                <p14:cNvContentPartPr/>
                <p14:nvPr/>
              </p14:nvContentPartPr>
              <p14:xfrm>
                <a:off x="5598244" y="972731"/>
                <a:ext cx="76320" cy="3060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337CF4DF-2663-AF37-012D-AD5070FA5646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580244" y="954731"/>
                  <a:ext cx="11196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87011688-9784-EE72-44FF-C84D435B5647}"/>
                    </a:ext>
                  </a:extLst>
                </p14:cNvPr>
                <p14:cNvContentPartPr/>
                <p14:nvPr/>
              </p14:nvContentPartPr>
              <p14:xfrm>
                <a:off x="6024844" y="616331"/>
                <a:ext cx="108000" cy="54792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87011688-9784-EE72-44FF-C84D435B5647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007204" y="598691"/>
                  <a:ext cx="143640" cy="58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FA050BA5-40D1-9A6B-E3B8-A3E724C347EE}"/>
                    </a:ext>
                  </a:extLst>
                </p14:cNvPr>
                <p14:cNvContentPartPr/>
                <p14:nvPr/>
              </p14:nvContentPartPr>
              <p14:xfrm>
                <a:off x="5925844" y="906851"/>
                <a:ext cx="156600" cy="6156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FA050BA5-40D1-9A6B-E3B8-A3E724C347EE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5907844" y="888851"/>
                  <a:ext cx="19224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E6167CA3-DEFA-2115-BF6F-CBDFE758BACA}"/>
                    </a:ext>
                  </a:extLst>
                </p14:cNvPr>
                <p14:cNvContentPartPr/>
                <p14:nvPr/>
              </p14:nvContentPartPr>
              <p14:xfrm>
                <a:off x="6316084" y="739451"/>
                <a:ext cx="140040" cy="32760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E6167CA3-DEFA-2115-BF6F-CBDFE758BACA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298444" y="721451"/>
                  <a:ext cx="175680" cy="36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71FF3C02-77C5-181A-D54D-60C1A4CE06EB}"/>
                    </a:ext>
                  </a:extLst>
                </p14:cNvPr>
                <p14:cNvContentPartPr/>
                <p14:nvPr/>
              </p14:nvContentPartPr>
              <p14:xfrm>
                <a:off x="6540364" y="796691"/>
                <a:ext cx="191880" cy="19116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71FF3C02-77C5-181A-D54D-60C1A4CE06EB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522364" y="779051"/>
                  <a:ext cx="22752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9EA6FABF-11A1-3735-9325-E74E95ADE44E}"/>
                    </a:ext>
                  </a:extLst>
                </p14:cNvPr>
                <p14:cNvContentPartPr/>
                <p14:nvPr/>
              </p14:nvContentPartPr>
              <p14:xfrm>
                <a:off x="6841684" y="898571"/>
                <a:ext cx="26280" cy="12888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9EA6FABF-11A1-3735-9325-E74E95ADE44E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823684" y="880931"/>
                  <a:ext cx="6192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D251487B-97E9-7663-D0E2-5A5C1066F2F5}"/>
                    </a:ext>
                  </a:extLst>
                </p14:cNvPr>
                <p14:cNvContentPartPr/>
                <p14:nvPr/>
              </p14:nvContentPartPr>
              <p14:xfrm>
                <a:off x="6882724" y="734051"/>
                <a:ext cx="9000" cy="468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D251487B-97E9-7663-D0E2-5A5C1066F2F5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865084" y="716051"/>
                  <a:ext cx="446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6232425D-5A8E-E589-D7AB-9353F1E2EFE4}"/>
                    </a:ext>
                  </a:extLst>
                </p14:cNvPr>
                <p14:cNvContentPartPr/>
                <p14:nvPr/>
              </p14:nvContentPartPr>
              <p14:xfrm>
                <a:off x="6999004" y="780851"/>
                <a:ext cx="222120" cy="1656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6232425D-5A8E-E589-D7AB-9353F1E2EFE4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6981364" y="762851"/>
                  <a:ext cx="25776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5D79C1CD-2372-3C24-B93C-6F7A1C61B322}"/>
                    </a:ext>
                  </a:extLst>
                </p14:cNvPr>
                <p14:cNvContentPartPr/>
                <p14:nvPr/>
              </p14:nvContentPartPr>
              <p14:xfrm>
                <a:off x="7322644" y="897851"/>
                <a:ext cx="24120" cy="13284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5D79C1CD-2372-3C24-B93C-6F7A1C61B322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304644" y="880211"/>
                  <a:ext cx="5976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73DFC569-47E8-95E9-9AEA-FFC92D3B0C79}"/>
                    </a:ext>
                  </a:extLst>
                </p14:cNvPr>
                <p14:cNvContentPartPr/>
                <p14:nvPr/>
              </p14:nvContentPartPr>
              <p14:xfrm>
                <a:off x="7371604" y="757811"/>
                <a:ext cx="15120" cy="972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73DFC569-47E8-95E9-9AEA-FFC92D3B0C79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353604" y="739811"/>
                  <a:ext cx="5076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58FCD7EF-6989-F1F1-6A1F-ED143F75913D}"/>
                    </a:ext>
                  </a:extLst>
                </p14:cNvPr>
                <p14:cNvContentPartPr/>
                <p14:nvPr/>
              </p14:nvContentPartPr>
              <p14:xfrm>
                <a:off x="7488964" y="856811"/>
                <a:ext cx="228240" cy="2772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58FCD7EF-6989-F1F1-6A1F-ED143F75913D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7471324" y="838811"/>
                  <a:ext cx="26388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321DECAC-A7FC-3F86-1C57-8BACDF26FFAE}"/>
                    </a:ext>
                  </a:extLst>
                </p14:cNvPr>
                <p14:cNvContentPartPr/>
                <p14:nvPr/>
              </p14:nvContentPartPr>
              <p14:xfrm>
                <a:off x="7610644" y="761051"/>
                <a:ext cx="27000" cy="27072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321DECAC-A7FC-3F86-1C57-8BACDF26FFAE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7593004" y="743051"/>
                  <a:ext cx="6264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23F45E07-5EFB-994E-959B-DF63FCE1402F}"/>
                    </a:ext>
                  </a:extLst>
                </p14:cNvPr>
                <p14:cNvContentPartPr/>
                <p14:nvPr/>
              </p14:nvContentPartPr>
              <p14:xfrm>
                <a:off x="7933924" y="682931"/>
                <a:ext cx="65160" cy="27972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23F45E07-5EFB-994E-959B-DF63FCE1402F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7915924" y="665291"/>
                  <a:ext cx="10080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1664498E-1DDE-7518-B2BA-ABA8A70DF449}"/>
                    </a:ext>
                  </a:extLst>
                </p14:cNvPr>
                <p14:cNvContentPartPr/>
                <p14:nvPr/>
              </p14:nvContentPartPr>
              <p14:xfrm>
                <a:off x="7951564" y="821891"/>
                <a:ext cx="167040" cy="12636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1664498E-1DDE-7518-B2BA-ABA8A70DF449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933924" y="803891"/>
                  <a:ext cx="20268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6A71C9AB-133C-9528-F135-F7A0D5AB85A7}"/>
                    </a:ext>
                  </a:extLst>
                </p14:cNvPr>
                <p14:cNvContentPartPr/>
                <p14:nvPr/>
              </p14:nvContentPartPr>
              <p14:xfrm>
                <a:off x="8140204" y="518411"/>
                <a:ext cx="193680" cy="59220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6A71C9AB-133C-9528-F135-F7A0D5AB85A7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122564" y="500771"/>
                  <a:ext cx="229320" cy="6278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5544378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4ACC-3244-CF26-79AE-D8C30940D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87662648-6C99-504B-5C10-A03A201F32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60" dirty="0"/>
              <a:t>Fundamental</a:t>
            </a:r>
            <a:r>
              <a:rPr spc="114" dirty="0"/>
              <a:t> </a:t>
            </a:r>
            <a:r>
              <a:rPr spc="55" dirty="0"/>
              <a:t>Unit</a:t>
            </a:r>
            <a:r>
              <a:rPr spc="155" dirty="0"/>
              <a:t> </a:t>
            </a:r>
            <a:r>
              <a:rPr dirty="0"/>
              <a:t>of</a:t>
            </a:r>
            <a:r>
              <a:rPr spc="150" dirty="0"/>
              <a:t> </a:t>
            </a:r>
            <a:r>
              <a:rPr dirty="0"/>
              <a:t>a</a:t>
            </a:r>
            <a:r>
              <a:rPr spc="140" dirty="0"/>
              <a:t> </a:t>
            </a:r>
            <a:r>
              <a:rPr spc="55" dirty="0"/>
              <a:t>Neural</a:t>
            </a:r>
            <a:r>
              <a:rPr spc="125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C9103713-0B9D-1E92-E86A-468606F7EB04}"/>
              </a:ext>
            </a:extLst>
          </p:cNvPr>
          <p:cNvSpPr txBox="1"/>
          <p:nvPr/>
        </p:nvSpPr>
        <p:spPr>
          <a:xfrm>
            <a:off x="717905" y="4057378"/>
            <a:ext cx="8677275" cy="2130425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2154555">
              <a:lnSpc>
                <a:spcPct val="100000"/>
              </a:lnSpc>
              <a:spcBef>
                <a:spcPts val="1300"/>
              </a:spcBef>
            </a:pPr>
            <a:r>
              <a:rPr sz="1800" b="1" i="1" dirty="0">
                <a:latin typeface="Calibri"/>
                <a:cs typeface="Calibri"/>
              </a:rPr>
              <a:t>Mathematical</a:t>
            </a:r>
            <a:r>
              <a:rPr sz="1800" b="1" i="1" spc="-3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Definition</a:t>
            </a:r>
            <a:r>
              <a:rPr sz="1800" b="1" i="1" spc="-2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Y</a:t>
            </a:r>
            <a:r>
              <a:rPr sz="1800" b="1" i="1" spc="-1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=</a:t>
            </a:r>
            <a:r>
              <a:rPr sz="1800" b="1" i="1" spc="-1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f(w1*x1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w2*x2</a:t>
            </a:r>
            <a:r>
              <a:rPr sz="1800" b="1" i="1" spc="-2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w3*x3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spc="-25" dirty="0">
                <a:latin typeface="Calibri"/>
                <a:cs typeface="Calibri"/>
              </a:rPr>
              <a:t>b)</a:t>
            </a:r>
            <a:endParaRPr sz="1800">
              <a:latin typeface="Calibri"/>
              <a:cs typeface="Calibri"/>
            </a:endParaRPr>
          </a:p>
          <a:p>
            <a:pPr marL="278130" indent="-227329">
              <a:lnSpc>
                <a:spcPts val="2775"/>
              </a:lnSpc>
              <a:spcBef>
                <a:spcPts val="1600"/>
              </a:spcBef>
              <a:buFont typeface="Arial"/>
              <a:buChar char="•"/>
              <a:tabLst>
                <a:tab pos="278130" algn="l"/>
              </a:tabLst>
            </a:pPr>
            <a:r>
              <a:rPr sz="2400" spc="70" dirty="0">
                <a:latin typeface="Calibri"/>
                <a:cs typeface="Calibri"/>
              </a:rPr>
              <a:t>The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above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fundamental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unit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neural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network</a:t>
            </a:r>
            <a:endParaRPr sz="2400">
              <a:latin typeface="Calibri"/>
              <a:cs typeface="Calibri"/>
            </a:endParaRPr>
          </a:p>
          <a:p>
            <a:pPr marL="735965" lvl="1" indent="-227965">
              <a:lnSpc>
                <a:spcPts val="2180"/>
              </a:lnSpc>
              <a:buFont typeface="Arial"/>
              <a:buChar char="•"/>
              <a:tabLst>
                <a:tab pos="735965" algn="l"/>
              </a:tabLst>
            </a:pPr>
            <a:r>
              <a:rPr sz="2000" dirty="0">
                <a:latin typeface="Calibri"/>
                <a:cs typeface="Calibri"/>
              </a:rPr>
              <a:t>W</a:t>
            </a:r>
            <a:r>
              <a:rPr sz="1950" baseline="-21367" dirty="0">
                <a:latin typeface="Calibri"/>
                <a:cs typeface="Calibri"/>
              </a:rPr>
              <a:t>i</a:t>
            </a:r>
            <a:r>
              <a:rPr sz="1950" spc="540" baseline="-21367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refers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weights,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sometimes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spc="55" dirty="0">
                <a:latin typeface="Calibri"/>
                <a:cs typeface="Calibri"/>
              </a:rPr>
              <a:t>called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synaptic</a:t>
            </a:r>
            <a:r>
              <a:rPr sz="2000" spc="125" dirty="0">
                <a:latin typeface="Calibri"/>
                <a:cs typeface="Calibri"/>
              </a:rPr>
              <a:t> </a:t>
            </a:r>
            <a:r>
              <a:rPr sz="2000" spc="35" dirty="0">
                <a:latin typeface="Calibri"/>
                <a:cs typeface="Calibri"/>
              </a:rPr>
              <a:t>weights</a:t>
            </a:r>
            <a:endParaRPr sz="2000">
              <a:latin typeface="Calibri"/>
              <a:cs typeface="Calibri"/>
            </a:endParaRPr>
          </a:p>
          <a:p>
            <a:pPr marL="735965" lvl="1" indent="-227965">
              <a:lnSpc>
                <a:spcPts val="2180"/>
              </a:lnSpc>
              <a:buFont typeface="Arial"/>
              <a:buChar char="•"/>
              <a:tabLst>
                <a:tab pos="735965" algn="l"/>
              </a:tabLst>
            </a:pPr>
            <a:r>
              <a:rPr sz="2000" spc="60" dirty="0">
                <a:latin typeface="Calibri"/>
                <a:cs typeface="Calibri"/>
              </a:rPr>
              <a:t>The</a:t>
            </a:r>
            <a:r>
              <a:rPr sz="2000" spc="2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neuron</a:t>
            </a:r>
            <a:r>
              <a:rPr sz="2000" spc="190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is</a:t>
            </a:r>
            <a:r>
              <a:rPr sz="2000" spc="2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mathematical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function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that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connects</a:t>
            </a:r>
            <a:r>
              <a:rPr sz="2000" spc="2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inputs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22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outputs</a:t>
            </a:r>
            <a:endParaRPr sz="2000">
              <a:latin typeface="Calibri"/>
              <a:cs typeface="Calibri"/>
            </a:endParaRPr>
          </a:p>
          <a:p>
            <a:pPr marL="735965" lvl="1" indent="-227965">
              <a:lnSpc>
                <a:spcPts val="2185"/>
              </a:lnSpc>
              <a:buFont typeface="Arial"/>
              <a:buChar char="•"/>
              <a:tabLst>
                <a:tab pos="735965" algn="l"/>
              </a:tabLst>
            </a:pPr>
            <a:r>
              <a:rPr sz="2000" spc="120" dirty="0">
                <a:latin typeface="Calibri"/>
                <a:cs typeface="Calibri"/>
              </a:rPr>
              <a:t>X</a:t>
            </a:r>
            <a:r>
              <a:rPr sz="1950" spc="179" baseline="-21367" dirty="0">
                <a:latin typeface="Calibri"/>
                <a:cs typeface="Calibri"/>
              </a:rPr>
              <a:t>i</a:t>
            </a:r>
            <a:r>
              <a:rPr sz="1950" spc="412" baseline="-21367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refers</a:t>
            </a:r>
            <a:r>
              <a:rPr sz="2000" spc="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0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9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inputs</a:t>
            </a:r>
            <a:endParaRPr sz="2000">
              <a:latin typeface="Calibri"/>
              <a:cs typeface="Calibri"/>
            </a:endParaRPr>
          </a:p>
          <a:p>
            <a:pPr marL="735965" lvl="1" indent="-227965">
              <a:lnSpc>
                <a:spcPts val="2295"/>
              </a:lnSpc>
              <a:buFont typeface="Arial"/>
              <a:buChar char="•"/>
              <a:tabLst>
                <a:tab pos="735965" algn="l"/>
              </a:tabLst>
            </a:pPr>
            <a:r>
              <a:rPr sz="2000" spc="135" dirty="0">
                <a:latin typeface="Calibri"/>
                <a:cs typeface="Calibri"/>
              </a:rPr>
              <a:t>Y</a:t>
            </a:r>
            <a:r>
              <a:rPr sz="2000" spc="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refers</a:t>
            </a:r>
            <a:r>
              <a:rPr sz="2000" spc="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0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0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output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F1116B6E-5404-81F8-1033-70ADF241BBBA}"/>
              </a:ext>
            </a:extLst>
          </p:cNvPr>
          <p:cNvSpPr/>
          <p:nvPr/>
        </p:nvSpPr>
        <p:spPr>
          <a:xfrm>
            <a:off x="4765421" y="1461388"/>
            <a:ext cx="1670685" cy="1670685"/>
          </a:xfrm>
          <a:custGeom>
            <a:avLst/>
            <a:gdLst/>
            <a:ahLst/>
            <a:cxnLst/>
            <a:rect l="l" t="t" r="r" b="b"/>
            <a:pathLst>
              <a:path w="1670685" h="1670685">
                <a:moveTo>
                  <a:pt x="0" y="835278"/>
                </a:moveTo>
                <a:lnTo>
                  <a:pt x="1322" y="787885"/>
                </a:lnTo>
                <a:lnTo>
                  <a:pt x="5242" y="741184"/>
                </a:lnTo>
                <a:lnTo>
                  <a:pt x="11690" y="695246"/>
                </a:lnTo>
                <a:lnTo>
                  <a:pt x="20594" y="650143"/>
                </a:lnTo>
                <a:lnTo>
                  <a:pt x="31884" y="605944"/>
                </a:lnTo>
                <a:lnTo>
                  <a:pt x="45490" y="562721"/>
                </a:lnTo>
                <a:lnTo>
                  <a:pt x="61341" y="520543"/>
                </a:lnTo>
                <a:lnTo>
                  <a:pt x="79367" y="479482"/>
                </a:lnTo>
                <a:lnTo>
                  <a:pt x="99496" y="439607"/>
                </a:lnTo>
                <a:lnTo>
                  <a:pt x="121659" y="400990"/>
                </a:lnTo>
                <a:lnTo>
                  <a:pt x="145785" y="363701"/>
                </a:lnTo>
                <a:lnTo>
                  <a:pt x="171804" y="327810"/>
                </a:lnTo>
                <a:lnTo>
                  <a:pt x="199644" y="293389"/>
                </a:lnTo>
                <a:lnTo>
                  <a:pt x="229235" y="260507"/>
                </a:lnTo>
                <a:lnTo>
                  <a:pt x="260507" y="229235"/>
                </a:lnTo>
                <a:lnTo>
                  <a:pt x="293389" y="199644"/>
                </a:lnTo>
                <a:lnTo>
                  <a:pt x="327810" y="171804"/>
                </a:lnTo>
                <a:lnTo>
                  <a:pt x="363701" y="145785"/>
                </a:lnTo>
                <a:lnTo>
                  <a:pt x="400990" y="121659"/>
                </a:lnTo>
                <a:lnTo>
                  <a:pt x="439607" y="99496"/>
                </a:lnTo>
                <a:lnTo>
                  <a:pt x="479482" y="79367"/>
                </a:lnTo>
                <a:lnTo>
                  <a:pt x="520543" y="61341"/>
                </a:lnTo>
                <a:lnTo>
                  <a:pt x="562721" y="45490"/>
                </a:lnTo>
                <a:lnTo>
                  <a:pt x="605944" y="31884"/>
                </a:lnTo>
                <a:lnTo>
                  <a:pt x="650143" y="20594"/>
                </a:lnTo>
                <a:lnTo>
                  <a:pt x="695246" y="11690"/>
                </a:lnTo>
                <a:lnTo>
                  <a:pt x="741184" y="5242"/>
                </a:lnTo>
                <a:lnTo>
                  <a:pt x="787885" y="1322"/>
                </a:lnTo>
                <a:lnTo>
                  <a:pt x="835278" y="0"/>
                </a:lnTo>
                <a:lnTo>
                  <a:pt x="882672" y="1322"/>
                </a:lnTo>
                <a:lnTo>
                  <a:pt x="929373" y="5242"/>
                </a:lnTo>
                <a:lnTo>
                  <a:pt x="975311" y="11690"/>
                </a:lnTo>
                <a:lnTo>
                  <a:pt x="1020414" y="20594"/>
                </a:lnTo>
                <a:lnTo>
                  <a:pt x="1064613" y="31884"/>
                </a:lnTo>
                <a:lnTo>
                  <a:pt x="1107836" y="45490"/>
                </a:lnTo>
                <a:lnTo>
                  <a:pt x="1150014" y="61341"/>
                </a:lnTo>
                <a:lnTo>
                  <a:pt x="1191075" y="79367"/>
                </a:lnTo>
                <a:lnTo>
                  <a:pt x="1230950" y="99496"/>
                </a:lnTo>
                <a:lnTo>
                  <a:pt x="1269567" y="121659"/>
                </a:lnTo>
                <a:lnTo>
                  <a:pt x="1306856" y="145785"/>
                </a:lnTo>
                <a:lnTo>
                  <a:pt x="1342747" y="171804"/>
                </a:lnTo>
                <a:lnTo>
                  <a:pt x="1377168" y="199644"/>
                </a:lnTo>
                <a:lnTo>
                  <a:pt x="1410050" y="229235"/>
                </a:lnTo>
                <a:lnTo>
                  <a:pt x="1441322" y="260507"/>
                </a:lnTo>
                <a:lnTo>
                  <a:pt x="1470913" y="293389"/>
                </a:lnTo>
                <a:lnTo>
                  <a:pt x="1498753" y="327810"/>
                </a:lnTo>
                <a:lnTo>
                  <a:pt x="1524772" y="363701"/>
                </a:lnTo>
                <a:lnTo>
                  <a:pt x="1548898" y="400990"/>
                </a:lnTo>
                <a:lnTo>
                  <a:pt x="1571061" y="439607"/>
                </a:lnTo>
                <a:lnTo>
                  <a:pt x="1591190" y="479482"/>
                </a:lnTo>
                <a:lnTo>
                  <a:pt x="1609216" y="520543"/>
                </a:lnTo>
                <a:lnTo>
                  <a:pt x="1625067" y="562721"/>
                </a:lnTo>
                <a:lnTo>
                  <a:pt x="1638673" y="605944"/>
                </a:lnTo>
                <a:lnTo>
                  <a:pt x="1649963" y="650143"/>
                </a:lnTo>
                <a:lnTo>
                  <a:pt x="1658867" y="695246"/>
                </a:lnTo>
                <a:lnTo>
                  <a:pt x="1665315" y="741184"/>
                </a:lnTo>
                <a:lnTo>
                  <a:pt x="1669235" y="787885"/>
                </a:lnTo>
                <a:lnTo>
                  <a:pt x="1670557" y="835278"/>
                </a:lnTo>
                <a:lnTo>
                  <a:pt x="1669235" y="882672"/>
                </a:lnTo>
                <a:lnTo>
                  <a:pt x="1665315" y="929373"/>
                </a:lnTo>
                <a:lnTo>
                  <a:pt x="1658867" y="975311"/>
                </a:lnTo>
                <a:lnTo>
                  <a:pt x="1649963" y="1020414"/>
                </a:lnTo>
                <a:lnTo>
                  <a:pt x="1638673" y="1064613"/>
                </a:lnTo>
                <a:lnTo>
                  <a:pt x="1625067" y="1107836"/>
                </a:lnTo>
                <a:lnTo>
                  <a:pt x="1609216" y="1150014"/>
                </a:lnTo>
                <a:lnTo>
                  <a:pt x="1591190" y="1191075"/>
                </a:lnTo>
                <a:lnTo>
                  <a:pt x="1571061" y="1230950"/>
                </a:lnTo>
                <a:lnTo>
                  <a:pt x="1548898" y="1269567"/>
                </a:lnTo>
                <a:lnTo>
                  <a:pt x="1524772" y="1306856"/>
                </a:lnTo>
                <a:lnTo>
                  <a:pt x="1498753" y="1342747"/>
                </a:lnTo>
                <a:lnTo>
                  <a:pt x="1470913" y="1377168"/>
                </a:lnTo>
                <a:lnTo>
                  <a:pt x="1441322" y="1410050"/>
                </a:lnTo>
                <a:lnTo>
                  <a:pt x="1410050" y="1441322"/>
                </a:lnTo>
                <a:lnTo>
                  <a:pt x="1377168" y="1470913"/>
                </a:lnTo>
                <a:lnTo>
                  <a:pt x="1342747" y="1498753"/>
                </a:lnTo>
                <a:lnTo>
                  <a:pt x="1306856" y="1524772"/>
                </a:lnTo>
                <a:lnTo>
                  <a:pt x="1269567" y="1548898"/>
                </a:lnTo>
                <a:lnTo>
                  <a:pt x="1230950" y="1571061"/>
                </a:lnTo>
                <a:lnTo>
                  <a:pt x="1191075" y="1591190"/>
                </a:lnTo>
                <a:lnTo>
                  <a:pt x="1150014" y="1609216"/>
                </a:lnTo>
                <a:lnTo>
                  <a:pt x="1107836" y="1625067"/>
                </a:lnTo>
                <a:lnTo>
                  <a:pt x="1064613" y="1638673"/>
                </a:lnTo>
                <a:lnTo>
                  <a:pt x="1020414" y="1649963"/>
                </a:lnTo>
                <a:lnTo>
                  <a:pt x="975311" y="1658867"/>
                </a:lnTo>
                <a:lnTo>
                  <a:pt x="929373" y="1665315"/>
                </a:lnTo>
                <a:lnTo>
                  <a:pt x="882672" y="1669235"/>
                </a:lnTo>
                <a:lnTo>
                  <a:pt x="835278" y="1670558"/>
                </a:lnTo>
                <a:lnTo>
                  <a:pt x="787885" y="1669235"/>
                </a:lnTo>
                <a:lnTo>
                  <a:pt x="741184" y="1665315"/>
                </a:lnTo>
                <a:lnTo>
                  <a:pt x="695246" y="1658867"/>
                </a:lnTo>
                <a:lnTo>
                  <a:pt x="650143" y="1649963"/>
                </a:lnTo>
                <a:lnTo>
                  <a:pt x="605944" y="1638673"/>
                </a:lnTo>
                <a:lnTo>
                  <a:pt x="562721" y="1625067"/>
                </a:lnTo>
                <a:lnTo>
                  <a:pt x="520543" y="1609216"/>
                </a:lnTo>
                <a:lnTo>
                  <a:pt x="479482" y="1591190"/>
                </a:lnTo>
                <a:lnTo>
                  <a:pt x="439607" y="1571061"/>
                </a:lnTo>
                <a:lnTo>
                  <a:pt x="400990" y="1548898"/>
                </a:lnTo>
                <a:lnTo>
                  <a:pt x="363701" y="1524772"/>
                </a:lnTo>
                <a:lnTo>
                  <a:pt x="327810" y="1498753"/>
                </a:lnTo>
                <a:lnTo>
                  <a:pt x="293389" y="1470913"/>
                </a:lnTo>
                <a:lnTo>
                  <a:pt x="260507" y="1441322"/>
                </a:lnTo>
                <a:lnTo>
                  <a:pt x="229235" y="1410050"/>
                </a:lnTo>
                <a:lnTo>
                  <a:pt x="199644" y="1377168"/>
                </a:lnTo>
                <a:lnTo>
                  <a:pt x="171804" y="1342747"/>
                </a:lnTo>
                <a:lnTo>
                  <a:pt x="145785" y="1306856"/>
                </a:lnTo>
                <a:lnTo>
                  <a:pt x="121659" y="1269567"/>
                </a:lnTo>
                <a:lnTo>
                  <a:pt x="99496" y="1230950"/>
                </a:lnTo>
                <a:lnTo>
                  <a:pt x="79367" y="1191075"/>
                </a:lnTo>
                <a:lnTo>
                  <a:pt x="61341" y="1150014"/>
                </a:lnTo>
                <a:lnTo>
                  <a:pt x="45490" y="1107836"/>
                </a:lnTo>
                <a:lnTo>
                  <a:pt x="31884" y="1064613"/>
                </a:lnTo>
                <a:lnTo>
                  <a:pt x="20594" y="1020414"/>
                </a:lnTo>
                <a:lnTo>
                  <a:pt x="11690" y="975311"/>
                </a:lnTo>
                <a:lnTo>
                  <a:pt x="5242" y="929373"/>
                </a:lnTo>
                <a:lnTo>
                  <a:pt x="1322" y="882672"/>
                </a:lnTo>
                <a:lnTo>
                  <a:pt x="0" y="835278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90773A76-B4C7-7FDE-B0BB-7EF5E4B541E4}"/>
              </a:ext>
            </a:extLst>
          </p:cNvPr>
          <p:cNvSpPr txBox="1"/>
          <p:nvPr/>
        </p:nvSpPr>
        <p:spPr>
          <a:xfrm>
            <a:off x="5238115" y="2131516"/>
            <a:ext cx="72517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Neuron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8A86118B-B077-A00C-B042-421C768FECBF}"/>
              </a:ext>
            </a:extLst>
          </p:cNvPr>
          <p:cNvSpPr/>
          <p:nvPr/>
        </p:nvSpPr>
        <p:spPr>
          <a:xfrm>
            <a:off x="3156458" y="1282572"/>
            <a:ext cx="4897755" cy="2028189"/>
          </a:xfrm>
          <a:custGeom>
            <a:avLst/>
            <a:gdLst/>
            <a:ahLst/>
            <a:cxnLst/>
            <a:rect l="l" t="t" r="r" b="b"/>
            <a:pathLst>
              <a:path w="4897755" h="2028189">
                <a:moveTo>
                  <a:pt x="1608963" y="1014095"/>
                </a:moveTo>
                <a:lnTo>
                  <a:pt x="1602613" y="1010920"/>
                </a:lnTo>
                <a:lnTo>
                  <a:pt x="1532763" y="975995"/>
                </a:lnTo>
                <a:lnTo>
                  <a:pt x="1532763" y="1010920"/>
                </a:lnTo>
                <a:lnTo>
                  <a:pt x="0" y="1010920"/>
                </a:lnTo>
                <a:lnTo>
                  <a:pt x="0" y="1017270"/>
                </a:lnTo>
                <a:lnTo>
                  <a:pt x="1532763" y="1017270"/>
                </a:lnTo>
                <a:lnTo>
                  <a:pt x="1532763" y="1052195"/>
                </a:lnTo>
                <a:lnTo>
                  <a:pt x="1602613" y="1017270"/>
                </a:lnTo>
                <a:lnTo>
                  <a:pt x="1608963" y="1014095"/>
                </a:lnTo>
                <a:close/>
              </a:path>
              <a:path w="4897755" h="2028189">
                <a:moveTo>
                  <a:pt x="1737868" y="524637"/>
                </a:moveTo>
                <a:lnTo>
                  <a:pt x="1720113" y="505841"/>
                </a:lnTo>
                <a:lnTo>
                  <a:pt x="1679448" y="462788"/>
                </a:lnTo>
                <a:lnTo>
                  <a:pt x="1667459" y="495554"/>
                </a:lnTo>
                <a:lnTo>
                  <a:pt x="308737" y="0"/>
                </a:lnTo>
                <a:lnTo>
                  <a:pt x="306578" y="5969"/>
                </a:lnTo>
                <a:lnTo>
                  <a:pt x="1665274" y="501510"/>
                </a:lnTo>
                <a:lnTo>
                  <a:pt x="1653286" y="534289"/>
                </a:lnTo>
                <a:lnTo>
                  <a:pt x="1737868" y="524637"/>
                </a:lnTo>
                <a:close/>
              </a:path>
              <a:path w="4897755" h="2028189">
                <a:moveTo>
                  <a:pt x="1749679" y="1540129"/>
                </a:moveTo>
                <a:lnTo>
                  <a:pt x="1664970" y="1530858"/>
                </a:lnTo>
                <a:lnTo>
                  <a:pt x="1677060" y="1563598"/>
                </a:lnTo>
                <a:lnTo>
                  <a:pt x="438531" y="2022221"/>
                </a:lnTo>
                <a:lnTo>
                  <a:pt x="440690" y="2028190"/>
                </a:lnTo>
                <a:lnTo>
                  <a:pt x="1679270" y="1569593"/>
                </a:lnTo>
                <a:lnTo>
                  <a:pt x="1691386" y="1602359"/>
                </a:lnTo>
                <a:lnTo>
                  <a:pt x="1731822" y="1559179"/>
                </a:lnTo>
                <a:lnTo>
                  <a:pt x="1749679" y="1540129"/>
                </a:lnTo>
                <a:close/>
              </a:path>
              <a:path w="4897755" h="2028189">
                <a:moveTo>
                  <a:pt x="4897628" y="1014095"/>
                </a:moveTo>
                <a:lnTo>
                  <a:pt x="4891278" y="1010920"/>
                </a:lnTo>
                <a:lnTo>
                  <a:pt x="4821428" y="975995"/>
                </a:lnTo>
                <a:lnTo>
                  <a:pt x="4821428" y="1010920"/>
                </a:lnTo>
                <a:lnTo>
                  <a:pt x="3288538" y="1010920"/>
                </a:lnTo>
                <a:lnTo>
                  <a:pt x="3288538" y="1017270"/>
                </a:lnTo>
                <a:lnTo>
                  <a:pt x="4821428" y="1017270"/>
                </a:lnTo>
                <a:lnTo>
                  <a:pt x="4821428" y="1052195"/>
                </a:lnTo>
                <a:lnTo>
                  <a:pt x="4891278" y="1017270"/>
                </a:lnTo>
                <a:lnTo>
                  <a:pt x="4897628" y="1014095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39BA5381-C022-1815-114C-17B298A0683F}"/>
              </a:ext>
            </a:extLst>
          </p:cNvPr>
          <p:cNvSpPr txBox="1"/>
          <p:nvPr/>
        </p:nvSpPr>
        <p:spPr>
          <a:xfrm>
            <a:off x="2816098" y="2077592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x2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215C5D90-DF65-3556-912D-B6141A4387D7}"/>
              </a:ext>
            </a:extLst>
          </p:cNvPr>
          <p:cNvSpPr txBox="1"/>
          <p:nvPr/>
        </p:nvSpPr>
        <p:spPr>
          <a:xfrm>
            <a:off x="3235579" y="3187065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F8EA382C-6CCB-B41C-4C88-35BAA6C9C2EC}"/>
              </a:ext>
            </a:extLst>
          </p:cNvPr>
          <p:cNvSpPr txBox="1"/>
          <p:nvPr/>
        </p:nvSpPr>
        <p:spPr>
          <a:xfrm>
            <a:off x="3137154" y="1036446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x1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1" name="object 11">
            <a:extLst>
              <a:ext uri="{FF2B5EF4-FFF2-40B4-BE49-F238E27FC236}">
                <a16:creationId xmlns:a16="http://schemas.microsoft.com/office/drawing/2014/main" id="{8C237DBC-838B-4881-AD40-749C8146349E}"/>
              </a:ext>
            </a:extLst>
          </p:cNvPr>
          <p:cNvGrpSpPr/>
          <p:nvPr/>
        </p:nvGrpSpPr>
        <p:grpSpPr>
          <a:xfrm>
            <a:off x="3835908" y="1220977"/>
            <a:ext cx="540385" cy="534670"/>
            <a:chOff x="3835908" y="1220977"/>
            <a:chExt cx="540385" cy="534670"/>
          </a:xfrm>
        </p:grpSpPr>
        <p:sp>
          <p:nvSpPr>
            <p:cNvPr id="12" name="object 12">
              <a:extLst>
                <a:ext uri="{FF2B5EF4-FFF2-40B4-BE49-F238E27FC236}">
                  <a16:creationId xmlns:a16="http://schemas.microsoft.com/office/drawing/2014/main" id="{8BCAC1DF-44C2-8B39-21AB-EF5FCAE3EC18}"/>
                </a:ext>
              </a:extLst>
            </p:cNvPr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6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4143F39C-A03C-99E6-F937-6DD6889C7991}"/>
                </a:ext>
              </a:extLst>
            </p:cNvPr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6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>
            <a:extLst>
              <a:ext uri="{FF2B5EF4-FFF2-40B4-BE49-F238E27FC236}">
                <a16:creationId xmlns:a16="http://schemas.microsoft.com/office/drawing/2014/main" id="{88A70A98-46C5-62C4-0AFB-281C113D9EFA}"/>
              </a:ext>
            </a:extLst>
          </p:cNvPr>
          <p:cNvSpPr txBox="1"/>
          <p:nvPr/>
        </p:nvSpPr>
        <p:spPr>
          <a:xfrm>
            <a:off x="4000880" y="1375409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w1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5" name="object 15">
            <a:extLst>
              <a:ext uri="{FF2B5EF4-FFF2-40B4-BE49-F238E27FC236}">
                <a16:creationId xmlns:a16="http://schemas.microsoft.com/office/drawing/2014/main" id="{4BCFEBF5-57FB-522F-05D2-9C069F670A5C}"/>
              </a:ext>
            </a:extLst>
          </p:cNvPr>
          <p:cNvGrpSpPr/>
          <p:nvPr/>
        </p:nvGrpSpPr>
        <p:grpSpPr>
          <a:xfrm>
            <a:off x="3801998" y="2006219"/>
            <a:ext cx="540385" cy="534670"/>
            <a:chOff x="3801998" y="2006219"/>
            <a:chExt cx="540385" cy="534670"/>
          </a:xfrm>
        </p:grpSpPr>
        <p:sp>
          <p:nvSpPr>
            <p:cNvPr id="16" name="object 16">
              <a:extLst>
                <a:ext uri="{FF2B5EF4-FFF2-40B4-BE49-F238E27FC236}">
                  <a16:creationId xmlns:a16="http://schemas.microsoft.com/office/drawing/2014/main" id="{0F6F6608-F73D-9F94-BD1A-47E192548419}"/>
                </a:ext>
              </a:extLst>
            </p:cNvPr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7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7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220AC760-3C27-829B-0B98-F27EC3BA00FE}"/>
                </a:ext>
              </a:extLst>
            </p:cNvPr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7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8" y="260857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>
            <a:extLst>
              <a:ext uri="{FF2B5EF4-FFF2-40B4-BE49-F238E27FC236}">
                <a16:creationId xmlns:a16="http://schemas.microsoft.com/office/drawing/2014/main" id="{CE842057-CD12-4521-7F09-AC2D76625C95}"/>
              </a:ext>
            </a:extLst>
          </p:cNvPr>
          <p:cNvSpPr txBox="1"/>
          <p:nvPr/>
        </p:nvSpPr>
        <p:spPr>
          <a:xfrm>
            <a:off x="3967098" y="2160523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w2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9" name="object 19">
            <a:extLst>
              <a:ext uri="{FF2B5EF4-FFF2-40B4-BE49-F238E27FC236}">
                <a16:creationId xmlns:a16="http://schemas.microsoft.com/office/drawing/2014/main" id="{1F3E6405-FF32-F59C-7974-8A93E0F5AC2F}"/>
              </a:ext>
            </a:extLst>
          </p:cNvPr>
          <p:cNvGrpSpPr/>
          <p:nvPr/>
        </p:nvGrpSpPr>
        <p:grpSpPr>
          <a:xfrm>
            <a:off x="3910584" y="2809239"/>
            <a:ext cx="540385" cy="534670"/>
            <a:chOff x="3910584" y="2809239"/>
            <a:chExt cx="540385" cy="534670"/>
          </a:xfrm>
        </p:grpSpPr>
        <p:sp>
          <p:nvSpPr>
            <p:cNvPr id="20" name="object 20">
              <a:extLst>
                <a:ext uri="{FF2B5EF4-FFF2-40B4-BE49-F238E27FC236}">
                  <a16:creationId xmlns:a16="http://schemas.microsoft.com/office/drawing/2014/main" id="{08777F8C-ACDA-4B75-6139-39BEA06B3861}"/>
                </a:ext>
              </a:extLst>
            </p:cNvPr>
            <p:cNvSpPr/>
            <p:nvPr/>
          </p:nvSpPr>
          <p:spPr>
            <a:xfrm>
              <a:off x="3916934" y="281558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>
              <a:extLst>
                <a:ext uri="{FF2B5EF4-FFF2-40B4-BE49-F238E27FC236}">
                  <a16:creationId xmlns:a16="http://schemas.microsoft.com/office/drawing/2014/main" id="{564E79D8-754E-0CDB-F0C1-5884C6F08BD5}"/>
                </a:ext>
              </a:extLst>
            </p:cNvPr>
            <p:cNvSpPr/>
            <p:nvPr/>
          </p:nvSpPr>
          <p:spPr>
            <a:xfrm>
              <a:off x="3916934" y="281558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>
            <a:extLst>
              <a:ext uri="{FF2B5EF4-FFF2-40B4-BE49-F238E27FC236}">
                <a16:creationId xmlns:a16="http://schemas.microsoft.com/office/drawing/2014/main" id="{3E1B560D-8296-6790-65B9-AEB8E4FDD800}"/>
              </a:ext>
            </a:extLst>
          </p:cNvPr>
          <p:cNvSpPr txBox="1"/>
          <p:nvPr/>
        </p:nvSpPr>
        <p:spPr>
          <a:xfrm>
            <a:off x="4075557" y="2963366"/>
            <a:ext cx="210185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w3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7FDC586C-FE00-B31A-4650-4DAE99C06CB2}"/>
              </a:ext>
            </a:extLst>
          </p:cNvPr>
          <p:cNvSpPr/>
          <p:nvPr/>
        </p:nvSpPr>
        <p:spPr>
          <a:xfrm>
            <a:off x="592010" y="4584827"/>
            <a:ext cx="11008360" cy="0"/>
          </a:xfrm>
          <a:custGeom>
            <a:avLst/>
            <a:gdLst/>
            <a:ahLst/>
            <a:cxnLst/>
            <a:rect l="l" t="t" r="r" b="b"/>
            <a:pathLst>
              <a:path w="11008360">
                <a:moveTo>
                  <a:pt x="0" y="0"/>
                </a:moveTo>
                <a:lnTo>
                  <a:pt x="11007915" y="0"/>
                </a:lnTo>
              </a:path>
            </a:pathLst>
          </a:custGeom>
          <a:ln w="6350">
            <a:solidFill>
              <a:srgbClr val="5B9BD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DAA1D065-4924-086C-57AE-FEA790102764}"/>
                  </a:ext>
                </a:extLst>
              </p14:cNvPr>
              <p14:cNvContentPartPr/>
              <p14:nvPr/>
            </p14:nvContentPartPr>
            <p14:xfrm>
              <a:off x="2822284" y="931331"/>
              <a:ext cx="829440" cy="383040"/>
            </p14:xfrm>
          </p:contentPart>
        </mc:Choice>
        <mc:Fallback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DAA1D065-4924-086C-57AE-FEA79010276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768284" y="823331"/>
                <a:ext cx="937080" cy="59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71B4AF28-28F2-B985-6176-F424D8F2E630}"/>
                  </a:ext>
                </a:extLst>
              </p14:cNvPr>
              <p14:cNvContentPartPr/>
              <p14:nvPr/>
            </p14:nvContentPartPr>
            <p14:xfrm>
              <a:off x="3468844" y="1032491"/>
              <a:ext cx="270720" cy="442800"/>
            </p14:xfrm>
          </p:contentPart>
        </mc:Choice>
        <mc:Fallback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71B4AF28-28F2-B985-6176-F424D8F2E63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14844" y="924579"/>
                <a:ext cx="378360" cy="6582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FD7AB563-6A8A-F07D-F365-FDCD35847D56}"/>
                  </a:ext>
                </a:extLst>
              </p14:cNvPr>
              <p14:cNvContentPartPr/>
              <p14:nvPr/>
            </p14:nvContentPartPr>
            <p14:xfrm>
              <a:off x="2658484" y="2272331"/>
              <a:ext cx="1039680" cy="95400"/>
            </p14:xfrm>
          </p:contentPart>
        </mc:Choice>
        <mc:Fallback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FD7AB563-6A8A-F07D-F365-FDCD35847D56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604484" y="2164331"/>
                <a:ext cx="114732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535A3981-D4C4-145F-1DB8-921E6FBDDB8D}"/>
                  </a:ext>
                </a:extLst>
              </p14:cNvPr>
              <p14:cNvContentPartPr/>
              <p14:nvPr/>
            </p14:nvContentPartPr>
            <p14:xfrm>
              <a:off x="3365164" y="1981091"/>
              <a:ext cx="460800" cy="63108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535A3981-D4C4-145F-1DB8-921E6FBDDB8D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311164" y="1873153"/>
                <a:ext cx="568440" cy="84659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790BA55C-FEC0-6FFF-024A-5E1A4955588F}"/>
                  </a:ext>
                </a:extLst>
              </p14:cNvPr>
              <p14:cNvContentPartPr/>
              <p14:nvPr/>
            </p14:nvContentPartPr>
            <p14:xfrm>
              <a:off x="2848204" y="3170891"/>
              <a:ext cx="1054440" cy="43488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790BA55C-FEC0-6FFF-024A-5E1A4955588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794204" y="3062891"/>
                <a:ext cx="1162080" cy="65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720B40B7-150D-305F-B2C9-3C0705A1E792}"/>
                  </a:ext>
                </a:extLst>
              </p14:cNvPr>
              <p14:cNvContentPartPr/>
              <p14:nvPr/>
            </p14:nvContentPartPr>
            <p14:xfrm>
              <a:off x="3580804" y="3039491"/>
              <a:ext cx="375840" cy="556200"/>
            </p14:xfrm>
          </p:contentPart>
        </mc:Choice>
        <mc:Fallback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720B40B7-150D-305F-B2C9-3C0705A1E792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3526804" y="2931491"/>
                <a:ext cx="483480" cy="77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F2E62D50-B329-D248-996F-2A38A12BB850}"/>
                  </a:ext>
                </a:extLst>
              </p14:cNvPr>
              <p14:cNvContentPartPr/>
              <p14:nvPr/>
            </p14:nvContentPartPr>
            <p14:xfrm>
              <a:off x="9214804" y="1034291"/>
              <a:ext cx="1579680" cy="2519280"/>
            </p14:xfrm>
          </p:contentPart>
        </mc:Choice>
        <mc:Fallback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F2E62D50-B329-D248-996F-2A38A12BB85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9160804" y="926276"/>
                <a:ext cx="1687320" cy="273495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D9D62B36-D6D9-D170-A2F6-0B2975FFE5B9}"/>
                  </a:ext>
                </a:extLst>
              </p14:cNvPr>
              <p14:cNvContentPartPr/>
              <p14:nvPr/>
            </p14:nvContentPartPr>
            <p14:xfrm>
              <a:off x="8929324" y="807851"/>
              <a:ext cx="2347200" cy="2746080"/>
            </p14:xfrm>
          </p:contentPart>
        </mc:Choice>
        <mc:Fallback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D9D62B36-D6D9-D170-A2F6-0B2975FFE5B9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911321" y="789851"/>
                <a:ext cx="2382845" cy="2781720"/>
              </a:xfrm>
              <a:prstGeom prst="rect">
                <a:avLst/>
              </a:prstGeom>
            </p:spPr>
          </p:pic>
        </mc:Fallback>
      </mc:AlternateContent>
      <p:grpSp>
        <p:nvGrpSpPr>
          <p:cNvPr id="59" name="Group 58">
            <a:extLst>
              <a:ext uri="{FF2B5EF4-FFF2-40B4-BE49-F238E27FC236}">
                <a16:creationId xmlns:a16="http://schemas.microsoft.com/office/drawing/2014/main" id="{06CA9A65-F58B-86F4-C5AF-6EF7F118EFB7}"/>
              </a:ext>
            </a:extLst>
          </p:cNvPr>
          <p:cNvGrpSpPr/>
          <p:nvPr/>
        </p:nvGrpSpPr>
        <p:grpSpPr>
          <a:xfrm>
            <a:off x="8962084" y="447851"/>
            <a:ext cx="2037240" cy="3399840"/>
            <a:chOff x="8962084" y="447851"/>
            <a:chExt cx="2037240" cy="3399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17B7E3D8-7CCA-5EDF-D63A-2720155C9E6A}"/>
                    </a:ext>
                  </a:extLst>
                </p14:cNvPr>
                <p14:cNvContentPartPr/>
                <p14:nvPr/>
              </p14:nvContentPartPr>
              <p14:xfrm>
                <a:off x="8962084" y="852491"/>
                <a:ext cx="2037240" cy="299520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17B7E3D8-7CCA-5EDF-D63A-2720155C9E6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944084" y="834491"/>
                  <a:ext cx="2072880" cy="30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5EDD97D-DC30-A725-AE93-A452818B76F8}"/>
                    </a:ext>
                  </a:extLst>
                </p14:cNvPr>
                <p14:cNvContentPartPr/>
                <p14:nvPr/>
              </p14:nvContentPartPr>
              <p14:xfrm>
                <a:off x="9309844" y="447851"/>
                <a:ext cx="46800" cy="3294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5EDD97D-DC30-A725-AE93-A452818B76F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291844" y="429851"/>
                  <a:ext cx="82440" cy="36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DA8B4A88-8F24-E4C9-5D5B-B501EB053614}"/>
                    </a:ext>
                  </a:extLst>
                </p14:cNvPr>
                <p14:cNvContentPartPr/>
                <p14:nvPr/>
              </p14:nvContentPartPr>
              <p14:xfrm>
                <a:off x="10546804" y="473051"/>
                <a:ext cx="302760" cy="2368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DA8B4A88-8F24-E4C9-5D5B-B501EB05361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0528804" y="455051"/>
                  <a:ext cx="338400" cy="272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3EBA1076-0603-1027-F812-016A29F3AD09}"/>
                  </a:ext>
                </a:extLst>
              </p14:cNvPr>
              <p14:cNvContentPartPr/>
              <p14:nvPr/>
            </p14:nvContentPartPr>
            <p14:xfrm>
              <a:off x="9448804" y="3283931"/>
              <a:ext cx="1279080" cy="504720"/>
            </p14:xfrm>
          </p:contentPart>
        </mc:Choice>
        <mc:Fallback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3EBA1076-0603-1027-F812-016A29F3AD09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9430804" y="3265931"/>
                <a:ext cx="1314720" cy="54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3588AF34-40F8-597B-E31C-974CCF0D5D6A}"/>
                  </a:ext>
                </a:extLst>
              </p14:cNvPr>
              <p14:cNvContentPartPr/>
              <p14:nvPr/>
            </p14:nvContentPartPr>
            <p14:xfrm>
              <a:off x="9500644" y="752051"/>
              <a:ext cx="1140480" cy="393840"/>
            </p14:xfrm>
          </p:contentPart>
        </mc:Choice>
        <mc:Fallback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3588AF34-40F8-597B-E31C-974CCF0D5D6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9482644" y="734051"/>
                <a:ext cx="117612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50ADB87B-1600-28AF-40C1-3561656C5C86}"/>
                  </a:ext>
                </a:extLst>
              </p14:cNvPr>
              <p14:cNvContentPartPr/>
              <p14:nvPr/>
            </p14:nvContentPartPr>
            <p14:xfrm>
              <a:off x="9900964" y="313571"/>
              <a:ext cx="222120" cy="275040"/>
            </p14:xfrm>
          </p:contentPart>
        </mc:Choice>
        <mc:Fallback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50ADB87B-1600-28AF-40C1-3561656C5C86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9882964" y="295547"/>
                <a:ext cx="257760" cy="31072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1228B070-A23C-94CA-1CA7-1FD0506ECA29}"/>
                  </a:ext>
                </a:extLst>
              </p14:cNvPr>
              <p14:cNvContentPartPr/>
              <p14:nvPr/>
            </p14:nvContentPartPr>
            <p14:xfrm>
              <a:off x="2493604" y="464411"/>
              <a:ext cx="430920" cy="828720"/>
            </p14:xfrm>
          </p:contentPart>
        </mc:Choice>
        <mc:Fallback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1228B070-A23C-94CA-1CA7-1FD0506ECA29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2475604" y="446403"/>
                <a:ext cx="466560" cy="86437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5E5CCDCC-40E8-EDFD-393E-3E815B504D70}"/>
                  </a:ext>
                </a:extLst>
              </p14:cNvPr>
              <p14:cNvContentPartPr/>
              <p14:nvPr/>
            </p14:nvContentPartPr>
            <p14:xfrm>
              <a:off x="2747764" y="3215531"/>
              <a:ext cx="370800" cy="850680"/>
            </p14:xfrm>
          </p:contentPart>
        </mc:Choice>
        <mc:Fallback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5E5CCDCC-40E8-EDFD-393E-3E815B504D70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2729781" y="3197531"/>
                <a:ext cx="406405" cy="886320"/>
              </a:xfrm>
              <a:prstGeom prst="rect">
                <a:avLst/>
              </a:prstGeom>
            </p:spPr>
          </p:pic>
        </mc:Fallback>
      </mc:AlternateContent>
      <p:grpSp>
        <p:nvGrpSpPr>
          <p:cNvPr id="67" name="Group 66">
            <a:extLst>
              <a:ext uri="{FF2B5EF4-FFF2-40B4-BE49-F238E27FC236}">
                <a16:creationId xmlns:a16="http://schemas.microsoft.com/office/drawing/2014/main" id="{21D01B92-7279-7A9D-DEA5-02BF1A70C0EC}"/>
              </a:ext>
            </a:extLst>
          </p:cNvPr>
          <p:cNvGrpSpPr/>
          <p:nvPr/>
        </p:nvGrpSpPr>
        <p:grpSpPr>
          <a:xfrm>
            <a:off x="2571004" y="1763291"/>
            <a:ext cx="271080" cy="322200"/>
            <a:chOff x="2571004" y="1763291"/>
            <a:chExt cx="271080" cy="322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C44E4EED-358C-E282-E527-CFC70311D7FB}"/>
                    </a:ext>
                  </a:extLst>
                </p14:cNvPr>
                <p14:cNvContentPartPr/>
                <p14:nvPr/>
              </p14:nvContentPartPr>
              <p14:xfrm>
                <a:off x="2578204" y="1763291"/>
                <a:ext cx="263880" cy="13608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C44E4EED-358C-E282-E527-CFC70311D7FB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560204" y="1745243"/>
                  <a:ext cx="299520" cy="17181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D4F44CF9-91D9-335D-FD74-042A0BFE9943}"/>
                    </a:ext>
                  </a:extLst>
                </p14:cNvPr>
                <p14:cNvContentPartPr/>
                <p14:nvPr/>
              </p14:nvContentPartPr>
              <p14:xfrm>
                <a:off x="2571004" y="2008451"/>
                <a:ext cx="250920" cy="7704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D4F44CF9-91D9-335D-FD74-042A0BFE994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553004" y="1990451"/>
                  <a:ext cx="286560" cy="112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D9082CF8-247B-EDEB-46D8-73E14CD54CEB}"/>
                  </a:ext>
                </a:extLst>
              </p14:cNvPr>
              <p14:cNvContentPartPr/>
              <p14:nvPr/>
            </p14:nvContentPartPr>
            <p14:xfrm>
              <a:off x="1303444" y="1068131"/>
              <a:ext cx="49680" cy="3005640"/>
            </p14:xfrm>
          </p:contentPart>
        </mc:Choice>
        <mc:Fallback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D9082CF8-247B-EDEB-46D8-73E14CD54CEB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1285444" y="1050133"/>
                <a:ext cx="85320" cy="3041276"/>
              </a:xfrm>
              <a:prstGeom prst="rect">
                <a:avLst/>
              </a:prstGeom>
            </p:spPr>
          </p:pic>
        </mc:Fallback>
      </mc:AlternateContent>
      <p:grpSp>
        <p:nvGrpSpPr>
          <p:cNvPr id="98" name="Group 97">
            <a:extLst>
              <a:ext uri="{FF2B5EF4-FFF2-40B4-BE49-F238E27FC236}">
                <a16:creationId xmlns:a16="http://schemas.microsoft.com/office/drawing/2014/main" id="{D313BA94-4DBE-B8ED-D023-A952A222F48A}"/>
              </a:ext>
            </a:extLst>
          </p:cNvPr>
          <p:cNvGrpSpPr/>
          <p:nvPr/>
        </p:nvGrpSpPr>
        <p:grpSpPr>
          <a:xfrm>
            <a:off x="87724" y="725771"/>
            <a:ext cx="2615760" cy="3148200"/>
            <a:chOff x="87724" y="725771"/>
            <a:chExt cx="2615760" cy="3148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6D4319B-C0CB-D258-0111-884337089EC7}"/>
                    </a:ext>
                  </a:extLst>
                </p14:cNvPr>
                <p14:cNvContentPartPr/>
                <p14:nvPr/>
              </p14:nvContentPartPr>
              <p14:xfrm>
                <a:off x="365644" y="1454411"/>
                <a:ext cx="216720" cy="2268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6D4319B-C0CB-D258-0111-884337089EC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47644" y="1436382"/>
                  <a:ext cx="252360" cy="26249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4A976A36-428F-CDAA-BF7A-DDC37ADF7BFD}"/>
                    </a:ext>
                  </a:extLst>
                </p14:cNvPr>
                <p14:cNvContentPartPr/>
                <p14:nvPr/>
              </p14:nvContentPartPr>
              <p14:xfrm>
                <a:off x="775684" y="1576811"/>
                <a:ext cx="78480" cy="1915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4A976A36-428F-CDAA-BF7A-DDC37ADF7BF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57684" y="1558811"/>
                  <a:ext cx="11412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CFFD992-C557-F522-A569-BB89128DDECE}"/>
                    </a:ext>
                  </a:extLst>
                </p14:cNvPr>
                <p14:cNvContentPartPr/>
                <p14:nvPr/>
              </p14:nvContentPartPr>
              <p14:xfrm>
                <a:off x="779284" y="1378811"/>
                <a:ext cx="4680" cy="39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CFFD992-C557-F522-A569-BB89128DDEC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59784" y="1360811"/>
                  <a:ext cx="4329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C89FB2D-3664-AC59-11EE-A8FE4DEF5321}"/>
                    </a:ext>
                  </a:extLst>
                </p14:cNvPr>
                <p14:cNvContentPartPr/>
                <p14:nvPr/>
              </p14:nvContentPartPr>
              <p14:xfrm>
                <a:off x="470764" y="2016731"/>
                <a:ext cx="227520" cy="2563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C89FB2D-3664-AC59-11EE-A8FE4DEF532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52764" y="1998731"/>
                  <a:ext cx="26316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997F1F0-5339-9120-0E3F-D103C9AA94A1}"/>
                    </a:ext>
                  </a:extLst>
                </p14:cNvPr>
                <p14:cNvContentPartPr/>
                <p14:nvPr/>
              </p14:nvContentPartPr>
              <p14:xfrm>
                <a:off x="755524" y="2153531"/>
                <a:ext cx="56160" cy="1717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997F1F0-5339-9120-0E3F-D103C9AA94A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37524" y="2135493"/>
                  <a:ext cx="91800" cy="2074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4A0CF52-2964-ADCA-17C6-D6C4054A5E75}"/>
                    </a:ext>
                  </a:extLst>
                </p14:cNvPr>
                <p14:cNvContentPartPr/>
                <p14:nvPr/>
              </p14:nvContentPartPr>
              <p14:xfrm>
                <a:off x="547084" y="2576531"/>
                <a:ext cx="267480" cy="2070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4A0CF52-2964-ADCA-17C6-D6C4054A5E7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29084" y="2558531"/>
                  <a:ext cx="30312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100A9FC-4CD9-A9B3-E04B-E39CA7C28D31}"/>
                    </a:ext>
                  </a:extLst>
                </p14:cNvPr>
                <p14:cNvContentPartPr/>
                <p14:nvPr/>
              </p14:nvContentPartPr>
              <p14:xfrm>
                <a:off x="786124" y="2688491"/>
                <a:ext cx="168120" cy="1501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100A9FC-4CD9-A9B3-E04B-E39CA7C28D3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68124" y="2670491"/>
                  <a:ext cx="20376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7B6B42E2-5CFB-0BC7-3732-CD8D03559138}"/>
                    </a:ext>
                  </a:extLst>
                </p14:cNvPr>
                <p14:cNvContentPartPr/>
                <p14:nvPr/>
              </p14:nvContentPartPr>
              <p14:xfrm>
                <a:off x="554644" y="3046331"/>
                <a:ext cx="207000" cy="2052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7B6B42E2-5CFB-0BC7-3732-CD8D0355913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36613" y="3028331"/>
                  <a:ext cx="242702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227A371-64CD-6631-6E96-F2B1E75C94FE}"/>
                    </a:ext>
                  </a:extLst>
                </p14:cNvPr>
                <p14:cNvContentPartPr/>
                <p14:nvPr/>
              </p14:nvContentPartPr>
              <p14:xfrm>
                <a:off x="794044" y="3169451"/>
                <a:ext cx="173160" cy="2595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227A371-64CD-6631-6E96-F2B1E75C94F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76006" y="3151451"/>
                  <a:ext cx="208874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D426E2D-0F06-F05A-AA58-1814CA70B0E8}"/>
                    </a:ext>
                  </a:extLst>
                </p14:cNvPr>
                <p14:cNvContentPartPr/>
                <p14:nvPr/>
              </p14:nvContentPartPr>
              <p14:xfrm>
                <a:off x="180964" y="1235891"/>
                <a:ext cx="2061360" cy="831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D426E2D-0F06-F05A-AA58-1814CA70B0E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62967" y="1217969"/>
                  <a:ext cx="2096994" cy="11864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DD8901F-21D9-03F6-26D2-49C14A990C4F}"/>
                    </a:ext>
                  </a:extLst>
                </p14:cNvPr>
                <p14:cNvContentPartPr/>
                <p14:nvPr/>
              </p14:nvContentPartPr>
              <p14:xfrm>
                <a:off x="2331604" y="1257131"/>
                <a:ext cx="282960" cy="24940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DD8901F-21D9-03F6-26D2-49C14A990C4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313627" y="1239134"/>
                  <a:ext cx="318555" cy="252971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2A7D202-6BEC-5478-1196-6E62169D5894}"/>
                    </a:ext>
                  </a:extLst>
                </p14:cNvPr>
                <p14:cNvContentPartPr/>
                <p14:nvPr/>
              </p14:nvContentPartPr>
              <p14:xfrm>
                <a:off x="443764" y="3789731"/>
                <a:ext cx="2259720" cy="576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2A7D202-6BEC-5478-1196-6E62169D589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25761" y="3771731"/>
                  <a:ext cx="2295366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85D21BD-5281-0A1F-B75D-A33D03F22FC5}"/>
                    </a:ext>
                  </a:extLst>
                </p14:cNvPr>
                <p14:cNvContentPartPr/>
                <p14:nvPr/>
              </p14:nvContentPartPr>
              <p14:xfrm>
                <a:off x="241084" y="1288451"/>
                <a:ext cx="105480" cy="25855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85D21BD-5281-0A1F-B75D-A33D03F22FC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23084" y="1270451"/>
                  <a:ext cx="141120" cy="262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413A129C-B4D1-7F97-40FF-1F2D86435761}"/>
                    </a:ext>
                  </a:extLst>
                </p14:cNvPr>
                <p14:cNvContentPartPr/>
                <p14:nvPr/>
              </p14:nvContentPartPr>
              <p14:xfrm>
                <a:off x="103924" y="949691"/>
                <a:ext cx="14400" cy="17856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413A129C-B4D1-7F97-40FF-1F2D86435761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5924" y="931691"/>
                  <a:ext cx="5004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52A1F6B5-2A80-994A-89D4-72EC701BAE1B}"/>
                    </a:ext>
                  </a:extLst>
                </p14:cNvPr>
                <p14:cNvContentPartPr/>
                <p14:nvPr/>
              </p14:nvContentPartPr>
              <p14:xfrm>
                <a:off x="87724" y="835211"/>
                <a:ext cx="11160" cy="1980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52A1F6B5-2A80-994A-89D4-72EC701BAE1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9724" y="817211"/>
                  <a:ext cx="4680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1D97A2D0-8144-AF60-6566-F090A286A16B}"/>
                    </a:ext>
                  </a:extLst>
                </p14:cNvPr>
                <p14:cNvContentPartPr/>
                <p14:nvPr/>
              </p14:nvContentPartPr>
              <p14:xfrm>
                <a:off x="176284" y="917651"/>
                <a:ext cx="131040" cy="1234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1D97A2D0-8144-AF60-6566-F090A286A16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58284" y="899651"/>
                  <a:ext cx="16668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7E2258AB-79BD-88B1-BCC7-3C7CA50DBE4B}"/>
                    </a:ext>
                  </a:extLst>
                </p14:cNvPr>
                <p14:cNvContentPartPr/>
                <p14:nvPr/>
              </p14:nvContentPartPr>
              <p14:xfrm>
                <a:off x="389044" y="924851"/>
                <a:ext cx="78840" cy="15444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7E2258AB-79BD-88B1-BCC7-3C7CA50DBE4B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71044" y="906851"/>
                  <a:ext cx="11448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56739C0E-F9AF-B0C5-92B0-EB5C1787B0F9}"/>
                    </a:ext>
                  </a:extLst>
                </p14:cNvPr>
                <p14:cNvContentPartPr/>
                <p14:nvPr/>
              </p14:nvContentPartPr>
              <p14:xfrm>
                <a:off x="440164" y="881291"/>
                <a:ext cx="66960" cy="1256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56739C0E-F9AF-B0C5-92B0-EB5C1787B0F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22164" y="863291"/>
                  <a:ext cx="10260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99411AD4-CE65-1FA3-D61F-5FDA08CE8057}"/>
                    </a:ext>
                  </a:extLst>
                </p14:cNvPr>
                <p14:cNvContentPartPr/>
                <p14:nvPr/>
              </p14:nvContentPartPr>
              <p14:xfrm>
                <a:off x="581284" y="930251"/>
                <a:ext cx="126720" cy="7596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99411AD4-CE65-1FA3-D61F-5FDA08CE8057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63284" y="912251"/>
                  <a:ext cx="16236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6F36A28D-013B-1A2A-91FB-2D367DC72028}"/>
                    </a:ext>
                  </a:extLst>
                </p14:cNvPr>
                <p14:cNvContentPartPr/>
                <p14:nvPr/>
              </p14:nvContentPartPr>
              <p14:xfrm>
                <a:off x="770644" y="767891"/>
                <a:ext cx="37440" cy="2120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6F36A28D-013B-1A2A-91FB-2D367DC7202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52644" y="749860"/>
                  <a:ext cx="73080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3200FB31-BC5B-96DC-6216-78344F2AFB88}"/>
                    </a:ext>
                  </a:extLst>
                </p14:cNvPr>
                <p14:cNvContentPartPr/>
                <p14:nvPr/>
              </p14:nvContentPartPr>
              <p14:xfrm>
                <a:off x="765244" y="834851"/>
                <a:ext cx="106920" cy="608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3200FB31-BC5B-96DC-6216-78344F2AFB8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47304" y="816851"/>
                  <a:ext cx="14244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4E7087A2-12E7-0C40-5512-72A9FD1DC01A}"/>
                    </a:ext>
                  </a:extLst>
                </p14:cNvPr>
                <p14:cNvContentPartPr/>
                <p14:nvPr/>
              </p14:nvContentPartPr>
              <p14:xfrm>
                <a:off x="1562284" y="923411"/>
                <a:ext cx="165240" cy="13212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4E7087A2-12E7-0C40-5512-72A9FD1DC01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544284" y="905460"/>
                  <a:ext cx="200880" cy="1676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6CBACB4B-5B1C-B4BE-0F8C-68311F551714}"/>
                    </a:ext>
                  </a:extLst>
                </p14:cNvPr>
                <p14:cNvContentPartPr/>
                <p14:nvPr/>
              </p14:nvContentPartPr>
              <p14:xfrm>
                <a:off x="1735804" y="901811"/>
                <a:ext cx="255600" cy="15192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6CBACB4B-5B1C-B4BE-0F8C-68311F551714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717804" y="883811"/>
                  <a:ext cx="29124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3A2E7BF3-2F36-A42F-BEFC-E2D306855B7D}"/>
                    </a:ext>
                  </a:extLst>
                </p14:cNvPr>
                <p14:cNvContentPartPr/>
                <p14:nvPr/>
              </p14:nvContentPartPr>
              <p14:xfrm>
                <a:off x="2003644" y="725771"/>
                <a:ext cx="9360" cy="3780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3A2E7BF3-2F36-A42F-BEFC-E2D306855B7D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985644" y="707771"/>
                  <a:ext cx="4500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944767A9-3BCB-7CFE-F74E-A2AA36457E4C}"/>
                    </a:ext>
                  </a:extLst>
                </p14:cNvPr>
                <p14:cNvContentPartPr/>
                <p14:nvPr/>
              </p14:nvContentPartPr>
              <p14:xfrm>
                <a:off x="2126044" y="902891"/>
                <a:ext cx="98280" cy="1454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944767A9-3BCB-7CFE-F74E-A2AA36457E4C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108044" y="884891"/>
                  <a:ext cx="13392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25072D2E-BB25-5682-CB1E-1289D4FA3C9B}"/>
                    </a:ext>
                  </a:extLst>
                </p14:cNvPr>
                <p14:cNvContentPartPr/>
                <p14:nvPr/>
              </p14:nvContentPartPr>
              <p14:xfrm>
                <a:off x="2218204" y="798851"/>
                <a:ext cx="174600" cy="1472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25072D2E-BB25-5682-CB1E-1289D4FA3C9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200167" y="780851"/>
                  <a:ext cx="210314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5A5E08DD-B4C2-A441-209D-A7E379E9008B}"/>
                    </a:ext>
                  </a:extLst>
                </p14:cNvPr>
                <p14:cNvContentPartPr/>
                <p14:nvPr/>
              </p14:nvContentPartPr>
              <p14:xfrm>
                <a:off x="2446804" y="725771"/>
                <a:ext cx="59400" cy="26568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5A5E08DD-B4C2-A441-209D-A7E379E9008B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428804" y="707771"/>
                  <a:ext cx="9504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D74E7E9E-0599-E34A-B300-CE297127BE3E}"/>
                    </a:ext>
                  </a:extLst>
                </p14:cNvPr>
                <p14:cNvContentPartPr/>
                <p14:nvPr/>
              </p14:nvContentPartPr>
              <p14:xfrm>
                <a:off x="2376604" y="772211"/>
                <a:ext cx="162360" cy="6912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D74E7E9E-0599-E34A-B300-CE297127BE3E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358604" y="754304"/>
                  <a:ext cx="198000" cy="10457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69072495-504B-A0E4-0EBE-B7970278E32A}"/>
                    </a:ext>
                  </a:extLst>
                </p14:cNvPr>
                <p14:cNvContentPartPr/>
                <p14:nvPr/>
              </p14:nvContentPartPr>
              <p14:xfrm>
                <a:off x="1723564" y="914051"/>
                <a:ext cx="25920" cy="6840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69072495-504B-A0E4-0EBE-B7970278E32A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705564" y="896051"/>
                  <a:ext cx="6156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79C27194-450A-33ED-112A-D03F5DB49D82}"/>
                    </a:ext>
                  </a:extLst>
                </p14:cNvPr>
                <p14:cNvContentPartPr/>
                <p14:nvPr/>
              </p14:nvContentPartPr>
              <p14:xfrm>
                <a:off x="243244" y="1874891"/>
                <a:ext cx="2430360" cy="10044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79C27194-450A-33ED-112A-D03F5DB49D82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25244" y="1856891"/>
                  <a:ext cx="246600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E1E7F97C-B326-869C-179B-E3F4A978822F}"/>
                    </a:ext>
                  </a:extLst>
                </p14:cNvPr>
                <p14:cNvContentPartPr/>
                <p14:nvPr/>
              </p14:nvContentPartPr>
              <p14:xfrm>
                <a:off x="1683244" y="1408691"/>
                <a:ext cx="270360" cy="23508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E1E7F97C-B326-869C-179B-E3F4A978822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665244" y="1390691"/>
                  <a:ext cx="30600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D745089-B633-9766-E83C-BE0623299649}"/>
                    </a:ext>
                  </a:extLst>
                </p14:cNvPr>
                <p14:cNvContentPartPr/>
                <p14:nvPr/>
              </p14:nvContentPartPr>
              <p14:xfrm>
                <a:off x="2024524" y="1514891"/>
                <a:ext cx="33480" cy="12492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D745089-B633-9766-E83C-BE0623299649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006328" y="1496839"/>
                  <a:ext cx="69507" cy="1606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9D69418-5AC6-D6D8-6C26-C1CA67EC4594}"/>
                    </a:ext>
                  </a:extLst>
                </p14:cNvPr>
                <p14:cNvContentPartPr/>
                <p14:nvPr/>
              </p14:nvContentPartPr>
              <p14:xfrm>
                <a:off x="1987444" y="1379891"/>
                <a:ext cx="18720" cy="2052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9D69418-5AC6-D6D8-6C26-C1CA67EC4594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969444" y="1362201"/>
                  <a:ext cx="54360" cy="5554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9840DD3F-1BF0-DFC2-9FF5-AF21609BE8D3}"/>
                    </a:ext>
                  </a:extLst>
                </p14:cNvPr>
                <p14:cNvContentPartPr/>
                <p14:nvPr/>
              </p14:nvContentPartPr>
              <p14:xfrm>
                <a:off x="199324" y="2453411"/>
                <a:ext cx="2269080" cy="3816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9840DD3F-1BF0-DFC2-9FF5-AF21609BE8D3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81324" y="2435240"/>
                  <a:ext cx="2304720" cy="7413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FB2EE695-E456-E462-C1FF-AFA6D3EC7B06}"/>
                    </a:ext>
                  </a:extLst>
                </p14:cNvPr>
                <p14:cNvContentPartPr/>
                <p14:nvPr/>
              </p14:nvContentPartPr>
              <p14:xfrm>
                <a:off x="269164" y="2990531"/>
                <a:ext cx="2413440" cy="414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FB2EE695-E456-E462-C1FF-AFA6D3EC7B06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51164" y="2972531"/>
                  <a:ext cx="2449080" cy="77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0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DA7CCCD3-930E-C892-CA23-62CD4778CFF3}"/>
                  </a:ext>
                </a:extLst>
              </p14:cNvPr>
              <p14:cNvContentPartPr/>
              <p14:nvPr/>
            </p14:nvContentPartPr>
            <p14:xfrm>
              <a:off x="1863964" y="1977491"/>
              <a:ext cx="65880" cy="191160"/>
            </p14:xfrm>
          </p:contentPart>
        </mc:Choice>
        <mc:Fallback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DA7CCCD3-930E-C892-CA23-62CD4778CFF3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1845865" y="1959491"/>
                <a:ext cx="101716" cy="22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2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C23992A2-CF31-6C90-28D1-149C9CA82357}"/>
                  </a:ext>
                </a:extLst>
              </p14:cNvPr>
              <p14:cNvContentPartPr/>
              <p14:nvPr/>
            </p14:nvContentPartPr>
            <p14:xfrm>
              <a:off x="1934884" y="3204731"/>
              <a:ext cx="56880" cy="230400"/>
            </p14:xfrm>
          </p:contentPart>
        </mc:Choice>
        <mc:Fallback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C23992A2-CF31-6C90-28D1-149C9CA82357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1916884" y="3186731"/>
                <a:ext cx="92520" cy="266040"/>
              </a:xfrm>
              <a:prstGeom prst="rect">
                <a:avLst/>
              </a:prstGeom>
            </p:spPr>
          </p:pic>
        </mc:Fallback>
      </mc:AlternateContent>
      <p:grpSp>
        <p:nvGrpSpPr>
          <p:cNvPr id="105" name="Group 104">
            <a:extLst>
              <a:ext uri="{FF2B5EF4-FFF2-40B4-BE49-F238E27FC236}">
                <a16:creationId xmlns:a16="http://schemas.microsoft.com/office/drawing/2014/main" id="{B8C1EEAB-0AF9-853F-0D57-16593A0D9063}"/>
              </a:ext>
            </a:extLst>
          </p:cNvPr>
          <p:cNvGrpSpPr/>
          <p:nvPr/>
        </p:nvGrpSpPr>
        <p:grpSpPr>
          <a:xfrm>
            <a:off x="1680004" y="2579051"/>
            <a:ext cx="406440" cy="217800"/>
            <a:chOff x="1680004" y="2579051"/>
            <a:chExt cx="406440" cy="217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1CD1D28A-E8BE-CF9E-28BA-C5B0895ABAE1}"/>
                    </a:ext>
                  </a:extLst>
                </p14:cNvPr>
                <p14:cNvContentPartPr/>
                <p14:nvPr/>
              </p14:nvContentPartPr>
              <p14:xfrm>
                <a:off x="1814644" y="2647811"/>
                <a:ext cx="14760" cy="226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1CD1D28A-E8BE-CF9E-28BA-C5B0895ABAE1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796644" y="2629521"/>
                  <a:ext cx="50400" cy="588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AD9D6ED5-25B6-3AE9-C65B-EB89A9F7CA23}"/>
                    </a:ext>
                  </a:extLst>
                </p14:cNvPr>
                <p14:cNvContentPartPr/>
                <p14:nvPr/>
              </p14:nvContentPartPr>
              <p14:xfrm>
                <a:off x="1965484" y="2579051"/>
                <a:ext cx="120960" cy="17244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AD9D6ED5-25B6-3AE9-C65B-EB89A9F7CA23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947484" y="2561051"/>
                  <a:ext cx="15660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9C3923FF-945C-EA95-70D1-EDA1A6AF2EBF}"/>
                    </a:ext>
                  </a:extLst>
                </p14:cNvPr>
                <p14:cNvContentPartPr/>
                <p14:nvPr/>
              </p14:nvContentPartPr>
              <p14:xfrm>
                <a:off x="1680004" y="2626931"/>
                <a:ext cx="105120" cy="16992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9C3923FF-945C-EA95-70D1-EDA1A6AF2EB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662004" y="2608931"/>
                  <a:ext cx="14076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F031DF15-85E1-2DF1-1770-8B2F73875987}"/>
                    </a:ext>
                  </a:extLst>
                </p14:cNvPr>
                <p14:cNvContentPartPr/>
                <p14:nvPr/>
              </p14:nvContentPartPr>
              <p14:xfrm>
                <a:off x="1935604" y="2600651"/>
                <a:ext cx="60840" cy="2052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F031DF15-85E1-2DF1-1770-8B2F7387598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917604" y="2582651"/>
                  <a:ext cx="96480" cy="56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2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D326F2E1-955E-1783-BCDE-21E9BF13650E}"/>
                  </a:ext>
                </a:extLst>
              </p14:cNvPr>
              <p14:cNvContentPartPr/>
              <p14:nvPr/>
            </p14:nvContentPartPr>
            <p14:xfrm>
              <a:off x="7260364" y="1789931"/>
              <a:ext cx="230040" cy="362160"/>
            </p14:xfrm>
          </p:contentPart>
        </mc:Choice>
        <mc:Fallback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D326F2E1-955E-1783-BCDE-21E9BF13650E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7242364" y="1771931"/>
                <a:ext cx="265680" cy="397800"/>
              </a:xfrm>
              <a:prstGeom prst="rect">
                <a:avLst/>
              </a:prstGeom>
            </p:spPr>
          </p:pic>
        </mc:Fallback>
      </mc:AlternateContent>
      <p:grpSp>
        <p:nvGrpSpPr>
          <p:cNvPr id="125" name="Group 124">
            <a:extLst>
              <a:ext uri="{FF2B5EF4-FFF2-40B4-BE49-F238E27FC236}">
                <a16:creationId xmlns:a16="http://schemas.microsoft.com/office/drawing/2014/main" id="{782D157F-4751-B42F-716F-B9635190252B}"/>
              </a:ext>
            </a:extLst>
          </p:cNvPr>
          <p:cNvGrpSpPr/>
          <p:nvPr/>
        </p:nvGrpSpPr>
        <p:grpSpPr>
          <a:xfrm>
            <a:off x="5158324" y="518411"/>
            <a:ext cx="3175560" cy="645840"/>
            <a:chOff x="5158324" y="518411"/>
            <a:chExt cx="3175560" cy="645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C724D53-AC98-498F-0A8A-99B04BD4EFD4}"/>
                    </a:ext>
                  </a:extLst>
                </p14:cNvPr>
                <p14:cNvContentPartPr/>
                <p14:nvPr/>
              </p14:nvContentPartPr>
              <p14:xfrm>
                <a:off x="5158324" y="761771"/>
                <a:ext cx="227160" cy="35100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C724D53-AC98-498F-0A8A-99B04BD4EFD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140324" y="743771"/>
                  <a:ext cx="262800" cy="38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500D99A1-44F3-D95C-E37C-7471C273323B}"/>
                    </a:ext>
                  </a:extLst>
                </p14:cNvPr>
                <p14:cNvContentPartPr/>
                <p14:nvPr/>
              </p14:nvContentPartPr>
              <p14:xfrm>
                <a:off x="5560084" y="894611"/>
                <a:ext cx="109440" cy="4248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500D99A1-44F3-D95C-E37C-7471C273323B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542084" y="876611"/>
                  <a:ext cx="14508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A7B68667-EAF8-48A6-866C-30A4D9D08B6D}"/>
                    </a:ext>
                  </a:extLst>
                </p14:cNvPr>
                <p14:cNvContentPartPr/>
                <p14:nvPr/>
              </p14:nvContentPartPr>
              <p14:xfrm>
                <a:off x="5598244" y="972731"/>
                <a:ext cx="76320" cy="3060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A7B68667-EAF8-48A6-866C-30A4D9D08B6D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580329" y="954731"/>
                  <a:ext cx="111793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5A5B3624-C4AB-1C1F-7CC2-4F6AF791FFF1}"/>
                    </a:ext>
                  </a:extLst>
                </p14:cNvPr>
                <p14:cNvContentPartPr/>
                <p14:nvPr/>
              </p14:nvContentPartPr>
              <p14:xfrm>
                <a:off x="6024844" y="616331"/>
                <a:ext cx="108000" cy="54792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5A5B3624-C4AB-1C1F-7CC2-4F6AF791FFF1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006844" y="598331"/>
                  <a:ext cx="143640" cy="58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3F34E50F-5718-8D9D-2EEA-46498B980BD5}"/>
                    </a:ext>
                  </a:extLst>
                </p14:cNvPr>
                <p14:cNvContentPartPr/>
                <p14:nvPr/>
              </p14:nvContentPartPr>
              <p14:xfrm>
                <a:off x="5925844" y="906851"/>
                <a:ext cx="156600" cy="6156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3F34E50F-5718-8D9D-2EEA-46498B980BD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5907844" y="888851"/>
                  <a:ext cx="19224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5385295-DC45-E0AE-B9DD-D3EAE570B9B6}"/>
                    </a:ext>
                  </a:extLst>
                </p14:cNvPr>
                <p14:cNvContentPartPr/>
                <p14:nvPr/>
              </p14:nvContentPartPr>
              <p14:xfrm>
                <a:off x="6316084" y="739451"/>
                <a:ext cx="140040" cy="32760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5385295-DC45-E0AE-B9DD-D3EAE570B9B6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298084" y="721451"/>
                  <a:ext cx="175680" cy="36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06BA12B5-7DB4-A36C-EDAA-D145869B2C3C}"/>
                    </a:ext>
                  </a:extLst>
                </p14:cNvPr>
                <p14:cNvContentPartPr/>
                <p14:nvPr/>
              </p14:nvContentPartPr>
              <p14:xfrm>
                <a:off x="6540364" y="796691"/>
                <a:ext cx="191880" cy="19116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06BA12B5-7DB4-A36C-EDAA-D145869B2C3C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522364" y="778691"/>
                  <a:ext cx="22752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E552C41E-056E-E006-61F2-94AAC3058EE0}"/>
                    </a:ext>
                  </a:extLst>
                </p14:cNvPr>
                <p14:cNvContentPartPr/>
                <p14:nvPr/>
              </p14:nvContentPartPr>
              <p14:xfrm>
                <a:off x="6841684" y="898571"/>
                <a:ext cx="26280" cy="12888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E552C41E-056E-E006-61F2-94AAC3058EE0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823684" y="880571"/>
                  <a:ext cx="6192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1E8E9A42-0241-7E8C-52C6-D46B2519DA05}"/>
                    </a:ext>
                  </a:extLst>
                </p14:cNvPr>
                <p14:cNvContentPartPr/>
                <p14:nvPr/>
              </p14:nvContentPartPr>
              <p14:xfrm>
                <a:off x="6882724" y="734051"/>
                <a:ext cx="9000" cy="468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1E8E9A42-0241-7E8C-52C6-D46B2519DA05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863974" y="716051"/>
                  <a:ext cx="46125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B5EA732C-8B3A-A346-D446-6259D25565BE}"/>
                    </a:ext>
                  </a:extLst>
                </p14:cNvPr>
                <p14:cNvContentPartPr/>
                <p14:nvPr/>
              </p14:nvContentPartPr>
              <p14:xfrm>
                <a:off x="6999004" y="780851"/>
                <a:ext cx="222120" cy="1656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B5EA732C-8B3A-A346-D446-6259D25565BE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6980975" y="762851"/>
                  <a:ext cx="257818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820F77EC-437E-016B-77FD-732EA06B7A5D}"/>
                    </a:ext>
                  </a:extLst>
                </p14:cNvPr>
                <p14:cNvContentPartPr/>
                <p14:nvPr/>
              </p14:nvContentPartPr>
              <p14:xfrm>
                <a:off x="7322644" y="897851"/>
                <a:ext cx="24120" cy="13284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820F77EC-437E-016B-77FD-732EA06B7A5D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304909" y="879851"/>
                  <a:ext cx="59236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1550B6B2-2F9A-9C8F-6C48-A652297028C0}"/>
                    </a:ext>
                  </a:extLst>
                </p14:cNvPr>
                <p14:cNvContentPartPr/>
                <p14:nvPr/>
              </p14:nvContentPartPr>
              <p14:xfrm>
                <a:off x="7371604" y="757811"/>
                <a:ext cx="15120" cy="972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1550B6B2-2F9A-9C8F-6C48-A652297028C0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354023" y="739811"/>
                  <a:ext cx="49931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916D6D1E-FAB5-91AC-5E1B-90753A709390}"/>
                    </a:ext>
                  </a:extLst>
                </p14:cNvPr>
                <p14:cNvContentPartPr/>
                <p14:nvPr/>
              </p14:nvContentPartPr>
              <p14:xfrm>
                <a:off x="7488964" y="856811"/>
                <a:ext cx="228240" cy="2772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916D6D1E-FAB5-91AC-5E1B-90753A709390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7470936" y="838811"/>
                  <a:ext cx="263936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4455774A-33C8-A90C-FEDB-520AE69E6005}"/>
                    </a:ext>
                  </a:extLst>
                </p14:cNvPr>
                <p14:cNvContentPartPr/>
                <p14:nvPr/>
              </p14:nvContentPartPr>
              <p14:xfrm>
                <a:off x="7610644" y="761051"/>
                <a:ext cx="27000" cy="27072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4455774A-33C8-A90C-FEDB-520AE69E6005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7592644" y="743075"/>
                  <a:ext cx="62640" cy="30631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752458AB-1CE1-B9C4-7E45-9A4C96F54B82}"/>
                    </a:ext>
                  </a:extLst>
                </p14:cNvPr>
                <p14:cNvContentPartPr/>
                <p14:nvPr/>
              </p14:nvContentPartPr>
              <p14:xfrm>
                <a:off x="7933924" y="682931"/>
                <a:ext cx="65160" cy="27972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752458AB-1CE1-B9C4-7E45-9A4C96F54B8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7915924" y="664931"/>
                  <a:ext cx="10080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477D8427-EDA8-E68D-4453-D205E8361F5F}"/>
                    </a:ext>
                  </a:extLst>
                </p14:cNvPr>
                <p14:cNvContentPartPr/>
                <p14:nvPr/>
              </p14:nvContentPartPr>
              <p14:xfrm>
                <a:off x="7951564" y="821891"/>
                <a:ext cx="167040" cy="12636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477D8427-EDA8-E68D-4453-D205E8361F5F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933564" y="803891"/>
                  <a:ext cx="20268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5DBADC1-32E4-8472-DA97-144649F0A2F8}"/>
                    </a:ext>
                  </a:extLst>
                </p14:cNvPr>
                <p14:cNvContentPartPr/>
                <p14:nvPr/>
              </p14:nvContentPartPr>
              <p14:xfrm>
                <a:off x="8140204" y="518411"/>
                <a:ext cx="193680" cy="59220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5DBADC1-32E4-8472-DA97-144649F0A2F8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122204" y="500411"/>
                  <a:ext cx="229320" cy="627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58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D5C34CCF-CBBD-5E66-121F-1FD827B29535}"/>
                  </a:ext>
                </a:extLst>
              </p14:cNvPr>
              <p14:cNvContentPartPr/>
              <p14:nvPr/>
            </p14:nvContentPartPr>
            <p14:xfrm>
              <a:off x="4994524" y="565931"/>
              <a:ext cx="513360" cy="55908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D5C34CCF-CBBD-5E66-121F-1FD827B29535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4940524" y="457931"/>
                <a:ext cx="621000" cy="774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0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9921D2D4-13F7-D93D-DAAD-4FA94238F483}"/>
                  </a:ext>
                </a:extLst>
              </p14:cNvPr>
              <p14:cNvContentPartPr/>
              <p14:nvPr/>
            </p14:nvContentPartPr>
            <p14:xfrm>
              <a:off x="7056964" y="1709651"/>
              <a:ext cx="1090800" cy="803160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9921D2D4-13F7-D93D-DAAD-4FA94238F483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7002964" y="1602011"/>
                <a:ext cx="1198440" cy="10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2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A3408E94-1772-7E0E-03F4-6D0710EF5FA4}"/>
                  </a:ext>
                </a:extLst>
              </p14:cNvPr>
              <p14:cNvContentPartPr/>
              <p14:nvPr/>
            </p14:nvContentPartPr>
            <p14:xfrm>
              <a:off x="7676164" y="2157491"/>
              <a:ext cx="180000" cy="129240"/>
            </p14:xfrm>
          </p:contentPart>
        </mc:Choice>
        <mc:Fallback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A3408E94-1772-7E0E-03F4-6D0710EF5FA4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7622164" y="2049491"/>
                <a:ext cx="287640" cy="344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4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CC4B507D-B023-ABC0-1436-5BE5C664996E}"/>
                  </a:ext>
                </a:extLst>
              </p14:cNvPr>
              <p14:cNvContentPartPr/>
              <p14:nvPr/>
            </p14:nvContentPartPr>
            <p14:xfrm>
              <a:off x="6460444" y="645131"/>
              <a:ext cx="509400" cy="44820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CC4B507D-B023-ABC0-1436-5BE5C664996E}"/>
                  </a:ext>
                </a:extLst>
              </p:cNvPr>
              <p:cNvPicPr/>
              <p:nvPr/>
            </p:nvPicPr>
            <p:blipFill>
              <a:blip r:embed="rId165"/>
              <a:stretch>
                <a:fillRect/>
              </a:stretch>
            </p:blipFill>
            <p:spPr>
              <a:xfrm>
                <a:off x="6406444" y="537131"/>
                <a:ext cx="617040" cy="66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6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9A50E6D7-B3B3-9A55-AE11-65862EB6A3F9}"/>
                  </a:ext>
                </a:extLst>
              </p14:cNvPr>
              <p14:cNvContentPartPr/>
              <p14:nvPr/>
            </p14:nvContentPartPr>
            <p14:xfrm>
              <a:off x="382204" y="1918091"/>
              <a:ext cx="645840" cy="160776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9A50E6D7-B3B3-9A55-AE11-65862EB6A3F9}"/>
                  </a:ext>
                </a:extLst>
              </p:cNvPr>
              <p:cNvPicPr/>
              <p:nvPr/>
            </p:nvPicPr>
            <p:blipFill>
              <a:blip r:embed="rId167"/>
              <a:stretch>
                <a:fillRect/>
              </a:stretch>
            </p:blipFill>
            <p:spPr>
              <a:xfrm>
                <a:off x="328564" y="1810091"/>
                <a:ext cx="753480" cy="182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B064BF92-E821-4325-70A0-838E3C812D86}"/>
                  </a:ext>
                </a:extLst>
              </p14:cNvPr>
              <p14:cNvContentPartPr/>
              <p14:nvPr/>
            </p14:nvContentPartPr>
            <p14:xfrm>
              <a:off x="851644" y="3351971"/>
              <a:ext cx="59400" cy="7920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B064BF92-E821-4325-70A0-838E3C812D86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797644" y="3244331"/>
                <a:ext cx="167040" cy="294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A1451936-3A7C-2192-BBCF-3D2946558C29}"/>
                  </a:ext>
                </a:extLst>
              </p14:cNvPr>
              <p14:cNvContentPartPr/>
              <p14:nvPr/>
            </p14:nvContentPartPr>
            <p14:xfrm>
              <a:off x="1664524" y="1850771"/>
              <a:ext cx="338400" cy="52416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A1451936-3A7C-2192-BBCF-3D2946558C29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1610524" y="1743131"/>
                <a:ext cx="446040" cy="73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671FD70-EAA5-7312-1DD0-AE71BD90A973}"/>
                  </a:ext>
                </a:extLst>
              </p14:cNvPr>
              <p14:cNvContentPartPr/>
              <p14:nvPr/>
            </p14:nvContentPartPr>
            <p14:xfrm>
              <a:off x="1561564" y="2346131"/>
              <a:ext cx="555120" cy="55080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671FD70-EAA5-7312-1DD0-AE71BD90A973}"/>
                  </a:ext>
                </a:extLst>
              </p:cNvPr>
              <p:cNvPicPr/>
              <p:nvPr/>
            </p:nvPicPr>
            <p:blipFill>
              <a:blip r:embed="rId173"/>
              <a:stretch>
                <a:fillRect/>
              </a:stretch>
            </p:blipFill>
            <p:spPr>
              <a:xfrm>
                <a:off x="1507924" y="2238131"/>
                <a:ext cx="662760" cy="76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33C343AB-81D7-0D37-C219-80AAA1FB1DBB}"/>
                  </a:ext>
                </a:extLst>
              </p14:cNvPr>
              <p14:cNvContentPartPr/>
              <p14:nvPr/>
            </p14:nvContentPartPr>
            <p14:xfrm>
              <a:off x="1797004" y="3148571"/>
              <a:ext cx="371160" cy="39240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33C343AB-81D7-0D37-C219-80AAA1FB1DBB}"/>
                  </a:ext>
                </a:extLst>
              </p:cNvPr>
              <p:cNvPicPr/>
              <p:nvPr/>
            </p:nvPicPr>
            <p:blipFill>
              <a:blip r:embed="rId175"/>
              <a:stretch>
                <a:fillRect/>
              </a:stretch>
            </p:blipFill>
            <p:spPr>
              <a:xfrm>
                <a:off x="1743364" y="3040571"/>
                <a:ext cx="478800" cy="60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6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FD8D4785-DA65-F8F3-E30F-B13C03D27381}"/>
                  </a:ext>
                </a:extLst>
              </p14:cNvPr>
              <p14:cNvContentPartPr/>
              <p14:nvPr/>
            </p14:nvContentPartPr>
            <p14:xfrm>
              <a:off x="6983164" y="640091"/>
              <a:ext cx="446040" cy="42048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FD8D4785-DA65-F8F3-E30F-B13C03D27381}"/>
                  </a:ext>
                </a:extLst>
              </p:cNvPr>
              <p:cNvPicPr/>
              <p:nvPr/>
            </p:nvPicPr>
            <p:blipFill>
              <a:blip r:embed="rId177"/>
              <a:stretch>
                <a:fillRect/>
              </a:stretch>
            </p:blipFill>
            <p:spPr>
              <a:xfrm>
                <a:off x="6929164" y="532091"/>
                <a:ext cx="553680" cy="636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580849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D65920-4245-2DE8-4C6F-52CEBD052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47DD83E-AB33-C7DF-FCEC-E2D037625559}"/>
              </a:ext>
            </a:extLst>
          </p:cNvPr>
          <p:cNvGrpSpPr/>
          <p:nvPr/>
        </p:nvGrpSpPr>
        <p:grpSpPr>
          <a:xfrm>
            <a:off x="400204" y="1097651"/>
            <a:ext cx="11397600" cy="5256360"/>
            <a:chOff x="400204" y="1097651"/>
            <a:chExt cx="11397600" cy="5256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50D56151-B399-9E86-A5CE-B08E131BD0A2}"/>
                    </a:ext>
                  </a:extLst>
                </p14:cNvPr>
                <p14:cNvContentPartPr/>
                <p14:nvPr/>
              </p14:nvContentPartPr>
              <p14:xfrm>
                <a:off x="3131164" y="2498051"/>
                <a:ext cx="1137600" cy="129780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50D56151-B399-9E86-A5CE-B08E131BD0A2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113164" y="2480411"/>
                  <a:ext cx="1173240" cy="133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CE77FD8-1FBF-7E62-3623-75CD5C30042C}"/>
                    </a:ext>
                  </a:extLst>
                </p14:cNvPr>
                <p14:cNvContentPartPr/>
                <p14:nvPr/>
              </p14:nvContentPartPr>
              <p14:xfrm>
                <a:off x="2133604" y="1890011"/>
                <a:ext cx="1215720" cy="6782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CE77FD8-1FBF-7E62-3623-75CD5C30042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115604" y="1872011"/>
                  <a:ext cx="1251360" cy="71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2218A8A4-3440-6D28-3763-F20C6EB2BCC8}"/>
                    </a:ext>
                  </a:extLst>
                </p14:cNvPr>
                <p14:cNvContentPartPr/>
                <p14:nvPr/>
              </p14:nvContentPartPr>
              <p14:xfrm>
                <a:off x="3238444" y="2394731"/>
                <a:ext cx="187560" cy="3589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2218A8A4-3440-6D28-3763-F20C6EB2BCC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220804" y="2377091"/>
                  <a:ext cx="223200" cy="39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6F612C5-9698-52A6-2030-CFB5316BB80F}"/>
                    </a:ext>
                  </a:extLst>
                </p14:cNvPr>
                <p14:cNvContentPartPr/>
                <p14:nvPr/>
              </p14:nvContentPartPr>
              <p14:xfrm>
                <a:off x="1740844" y="1657811"/>
                <a:ext cx="624960" cy="7506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6F612C5-9698-52A6-2030-CFB5316BB80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722844" y="1640171"/>
                  <a:ext cx="660600" cy="78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834288B-F7BE-7E4D-549F-981E5776558B}"/>
                    </a:ext>
                  </a:extLst>
                </p14:cNvPr>
                <p14:cNvContentPartPr/>
                <p14:nvPr/>
              </p14:nvContentPartPr>
              <p14:xfrm>
                <a:off x="936964" y="1343171"/>
                <a:ext cx="772200" cy="5115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834288B-F7BE-7E4D-549F-981E5776558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18964" y="1325531"/>
                  <a:ext cx="807840" cy="54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0AAD21F-64A6-14A0-ABAE-246E775F09ED}"/>
                    </a:ext>
                  </a:extLst>
                </p14:cNvPr>
                <p14:cNvContentPartPr/>
                <p14:nvPr/>
              </p14:nvContentPartPr>
              <p14:xfrm>
                <a:off x="1574164" y="1644131"/>
                <a:ext cx="204120" cy="3384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0AAD21F-64A6-14A0-ABAE-246E775F09E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556524" y="1626491"/>
                  <a:ext cx="239760" cy="37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B9118E4-CC4F-EE5C-47D4-A2C3A101F7E7}"/>
                    </a:ext>
                  </a:extLst>
                </p14:cNvPr>
                <p14:cNvContentPartPr/>
                <p14:nvPr/>
              </p14:nvContentPartPr>
              <p14:xfrm>
                <a:off x="449524" y="1097651"/>
                <a:ext cx="134280" cy="2502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B9118E4-CC4F-EE5C-47D4-A2C3A101F7E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31884" y="1080011"/>
                  <a:ext cx="16992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ED29409-B1BB-2FA0-31EF-B0CDDEC96467}"/>
                    </a:ext>
                  </a:extLst>
                </p14:cNvPr>
                <p14:cNvContentPartPr/>
                <p14:nvPr/>
              </p14:nvContentPartPr>
              <p14:xfrm>
                <a:off x="711244" y="1193771"/>
                <a:ext cx="27360" cy="1486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ED29409-B1BB-2FA0-31EF-B0CDDEC9646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93244" y="1176131"/>
                  <a:ext cx="6300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CC8E1DAC-7B90-2FD1-76A0-70CF8557E59E}"/>
                    </a:ext>
                  </a:extLst>
                </p14:cNvPr>
                <p14:cNvContentPartPr/>
                <p14:nvPr/>
              </p14:nvContentPartPr>
              <p14:xfrm>
                <a:off x="1902484" y="1978571"/>
                <a:ext cx="198720" cy="1468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CC8E1DAC-7B90-2FD1-76A0-70CF8557E59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884844" y="1960571"/>
                  <a:ext cx="23436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69CE45D-D9FD-20B5-4743-217884E2FD95}"/>
                    </a:ext>
                  </a:extLst>
                </p14:cNvPr>
                <p14:cNvContentPartPr/>
                <p14:nvPr/>
              </p14:nvContentPartPr>
              <p14:xfrm>
                <a:off x="2178604" y="1973891"/>
                <a:ext cx="28800" cy="1285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69CE45D-D9FD-20B5-4743-217884E2FD9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160964" y="1955891"/>
                  <a:ext cx="6444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CE48249-6F14-FBB6-8520-02D0393A9E14}"/>
                    </a:ext>
                  </a:extLst>
                </p14:cNvPr>
                <p14:cNvContentPartPr/>
                <p14:nvPr/>
              </p14:nvContentPartPr>
              <p14:xfrm>
                <a:off x="2181844" y="1829171"/>
                <a:ext cx="19440" cy="550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CE48249-6F14-FBB6-8520-02D0393A9E1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164204" y="1811531"/>
                  <a:ext cx="5508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F847097-3BD7-207F-7F55-7A56A332ED2A}"/>
                    </a:ext>
                  </a:extLst>
                </p14:cNvPr>
                <p14:cNvContentPartPr/>
                <p14:nvPr/>
              </p14:nvContentPartPr>
              <p14:xfrm>
                <a:off x="1675684" y="3096011"/>
                <a:ext cx="486000" cy="4518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F847097-3BD7-207F-7F55-7A56A332ED2A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658044" y="3078371"/>
                  <a:ext cx="521640" cy="48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2FD7565-1232-06EA-4FFC-92D64FED29B1}"/>
                    </a:ext>
                  </a:extLst>
                </p14:cNvPr>
                <p14:cNvContentPartPr/>
                <p14:nvPr/>
              </p14:nvContentPartPr>
              <p14:xfrm>
                <a:off x="2231884" y="3280331"/>
                <a:ext cx="751680" cy="442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2FD7565-1232-06EA-4FFC-92D64FED29B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213884" y="3262691"/>
                  <a:ext cx="78732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B59E3F2-81B5-FCE4-3BCF-C1323857D88D}"/>
                    </a:ext>
                  </a:extLst>
                </p14:cNvPr>
                <p14:cNvContentPartPr/>
                <p14:nvPr/>
              </p14:nvContentPartPr>
              <p14:xfrm>
                <a:off x="2880244" y="3197891"/>
                <a:ext cx="170640" cy="1623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B59E3F2-81B5-FCE4-3BCF-C1323857D88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862244" y="3179891"/>
                  <a:ext cx="20628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39055B94-EB22-D830-E9C2-63F97844266F}"/>
                    </a:ext>
                  </a:extLst>
                </p14:cNvPr>
                <p14:cNvContentPartPr/>
                <p14:nvPr/>
              </p14:nvContentPartPr>
              <p14:xfrm>
                <a:off x="537004" y="3349811"/>
                <a:ext cx="1087560" cy="1238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39055B94-EB22-D830-E9C2-63F97844266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19004" y="3332171"/>
                  <a:ext cx="112320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CB99AAE-EE5E-0237-1533-2EAB5EDAA8C7}"/>
                    </a:ext>
                  </a:extLst>
                </p14:cNvPr>
                <p14:cNvContentPartPr/>
                <p14:nvPr/>
              </p14:nvContentPartPr>
              <p14:xfrm>
                <a:off x="1446364" y="3211211"/>
                <a:ext cx="247680" cy="2019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CB99AAE-EE5E-0237-1533-2EAB5EDAA8C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428724" y="3193211"/>
                  <a:ext cx="28332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D0C1F7B-C7D5-EF5D-246B-CEBC120F8B2A}"/>
                    </a:ext>
                  </a:extLst>
                </p14:cNvPr>
                <p14:cNvContentPartPr/>
                <p14:nvPr/>
              </p14:nvContentPartPr>
              <p14:xfrm>
                <a:off x="400204" y="3041651"/>
                <a:ext cx="224640" cy="2235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D0C1F7B-C7D5-EF5D-246B-CEBC120F8B2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82204" y="3023651"/>
                  <a:ext cx="26028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ECA3F3C0-4262-19FE-DC8B-10C2702166A5}"/>
                    </a:ext>
                  </a:extLst>
                </p14:cNvPr>
                <p14:cNvContentPartPr/>
                <p14:nvPr/>
              </p14:nvContentPartPr>
              <p14:xfrm>
                <a:off x="720244" y="3027611"/>
                <a:ext cx="169920" cy="1321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ECA3F3C0-4262-19FE-DC8B-10C2702166A5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02604" y="3009971"/>
                  <a:ext cx="20556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260834E-194F-F612-6950-C77A6158BC15}"/>
                    </a:ext>
                  </a:extLst>
                </p14:cNvPr>
                <p14:cNvContentPartPr/>
                <p14:nvPr/>
              </p14:nvContentPartPr>
              <p14:xfrm>
                <a:off x="1858204" y="3237851"/>
                <a:ext cx="5760" cy="118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260834E-194F-F612-6950-C77A6158BC15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840204" y="3219851"/>
                  <a:ext cx="4140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88B3FBE-936A-FF55-84F5-2A4D05F699B7}"/>
                    </a:ext>
                  </a:extLst>
                </p14:cNvPr>
                <p14:cNvContentPartPr/>
                <p14:nvPr/>
              </p14:nvContentPartPr>
              <p14:xfrm>
                <a:off x="1774324" y="3206531"/>
                <a:ext cx="136800" cy="1195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88B3FBE-936A-FF55-84F5-2A4D05F699B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756684" y="3188531"/>
                  <a:ext cx="17244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753BA05-3754-1153-765A-08C73F43BF05}"/>
                    </a:ext>
                  </a:extLst>
                </p14:cNvPr>
                <p14:cNvContentPartPr/>
                <p14:nvPr/>
              </p14:nvContentPartPr>
              <p14:xfrm>
                <a:off x="1984564" y="3244691"/>
                <a:ext cx="135000" cy="1018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753BA05-3754-1153-765A-08C73F43BF0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966924" y="3226691"/>
                  <a:ext cx="17064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D98648E-C919-0CA7-7594-0E421C640267}"/>
                    </a:ext>
                  </a:extLst>
                </p14:cNvPr>
                <p14:cNvContentPartPr/>
                <p14:nvPr/>
              </p14:nvContentPartPr>
              <p14:xfrm>
                <a:off x="1960804" y="4146491"/>
                <a:ext cx="568440" cy="6858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D98648E-C919-0CA7-7594-0E421C640267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943164" y="4128491"/>
                  <a:ext cx="604080" cy="72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7E00A64-733D-69AB-8256-D6CBE6BFABFD}"/>
                    </a:ext>
                  </a:extLst>
                </p14:cNvPr>
                <p14:cNvContentPartPr/>
                <p14:nvPr/>
              </p14:nvContentPartPr>
              <p14:xfrm>
                <a:off x="2493244" y="3851291"/>
                <a:ext cx="840240" cy="5547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7E00A64-733D-69AB-8256-D6CBE6BFABFD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475244" y="3833651"/>
                  <a:ext cx="875880" cy="59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5FBA71B-D1FA-4EAB-0C70-85FFCA892DDD}"/>
                    </a:ext>
                  </a:extLst>
                </p14:cNvPr>
                <p14:cNvContentPartPr/>
                <p14:nvPr/>
              </p14:nvContentPartPr>
              <p14:xfrm>
                <a:off x="3197044" y="3823571"/>
                <a:ext cx="167040" cy="1814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5FBA71B-D1FA-4EAB-0C70-85FFCA892DDD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179404" y="3805571"/>
                  <a:ext cx="20268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663DE99C-EBFF-1220-016F-40BF56FE34B0}"/>
                    </a:ext>
                  </a:extLst>
                </p14:cNvPr>
                <p14:cNvContentPartPr/>
                <p14:nvPr/>
              </p14:nvContentPartPr>
              <p14:xfrm>
                <a:off x="1147204" y="4612691"/>
                <a:ext cx="955440" cy="5893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663DE99C-EBFF-1220-016F-40BF56FE34B0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129204" y="4595051"/>
                  <a:ext cx="991080" cy="62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9AC9119-F0FC-B5B6-A68C-2AADAB8A42B2}"/>
                    </a:ext>
                  </a:extLst>
                </p14:cNvPr>
                <p14:cNvContentPartPr/>
                <p14:nvPr/>
              </p14:nvContentPartPr>
              <p14:xfrm>
                <a:off x="1811404" y="4614491"/>
                <a:ext cx="194400" cy="2620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9AC9119-F0FC-B5B6-A68C-2AADAB8A42B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793404" y="4596851"/>
                  <a:ext cx="23004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0D7CB46-310E-5D1A-AFFE-D86C1AA496A6}"/>
                    </a:ext>
                  </a:extLst>
                </p14:cNvPr>
                <p14:cNvContentPartPr/>
                <p14:nvPr/>
              </p14:nvContentPartPr>
              <p14:xfrm>
                <a:off x="904204" y="4686491"/>
                <a:ext cx="218880" cy="2577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0D7CB46-310E-5D1A-AFFE-D86C1AA496A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86564" y="4668851"/>
                  <a:ext cx="25452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2655B7CC-7FB0-251F-D8F7-8E19A3AB27A0}"/>
                    </a:ext>
                  </a:extLst>
                </p14:cNvPr>
                <p14:cNvContentPartPr/>
                <p14:nvPr/>
              </p14:nvContentPartPr>
              <p14:xfrm>
                <a:off x="1225324" y="4767491"/>
                <a:ext cx="138240" cy="1789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2655B7CC-7FB0-251F-D8F7-8E19A3AB27A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207684" y="4749851"/>
                  <a:ext cx="17388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BAAD998-5957-7D99-B1E3-98ACE90B08E8}"/>
                    </a:ext>
                  </a:extLst>
                </p14:cNvPr>
                <p14:cNvContentPartPr/>
                <p14:nvPr/>
              </p14:nvContentPartPr>
              <p14:xfrm>
                <a:off x="2120644" y="4440611"/>
                <a:ext cx="200160" cy="1976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BAAD998-5957-7D99-B1E3-98ACE90B08E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103004" y="4422611"/>
                  <a:ext cx="23580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0898BC5-657D-5C72-AA0A-413E15667EE3}"/>
                    </a:ext>
                  </a:extLst>
                </p14:cNvPr>
                <p14:cNvContentPartPr/>
                <p14:nvPr/>
              </p14:nvContentPartPr>
              <p14:xfrm>
                <a:off x="2391724" y="4510811"/>
                <a:ext cx="93240" cy="2113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0898BC5-657D-5C72-AA0A-413E15667EE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373724" y="4492811"/>
                  <a:ext cx="12888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746CC6F-9E5C-B400-801D-5F0A54AFC8DC}"/>
                    </a:ext>
                  </a:extLst>
                </p14:cNvPr>
                <p14:cNvContentPartPr/>
                <p14:nvPr/>
              </p14:nvContentPartPr>
              <p14:xfrm>
                <a:off x="3584764" y="2952371"/>
                <a:ext cx="100440" cy="4950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746CC6F-9E5C-B400-801D-5F0A54AFC8D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566764" y="2934371"/>
                  <a:ext cx="136080" cy="53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15BB323-55BA-B27E-1DCF-E2F188C9746F}"/>
                    </a:ext>
                  </a:extLst>
                </p14:cNvPr>
                <p14:cNvContentPartPr/>
                <p14:nvPr/>
              </p14:nvContentPartPr>
              <p14:xfrm>
                <a:off x="3534004" y="3153611"/>
                <a:ext cx="134280" cy="550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15BB323-55BA-B27E-1DCF-E2F188C9746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516364" y="3135971"/>
                  <a:ext cx="16992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0CAC672D-89FC-FB10-5119-A1ACD0FC09F9}"/>
                    </a:ext>
                  </a:extLst>
                </p14:cNvPr>
                <p14:cNvContentPartPr/>
                <p14:nvPr/>
              </p14:nvContentPartPr>
              <p14:xfrm>
                <a:off x="3815524" y="3059651"/>
                <a:ext cx="75240" cy="2656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0CAC672D-89FC-FB10-5119-A1ACD0FC09F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797524" y="3041651"/>
                  <a:ext cx="11088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AEEBA90F-D8E0-80BF-3775-60A0CE921432}"/>
                    </a:ext>
                  </a:extLst>
                </p14:cNvPr>
                <p14:cNvContentPartPr/>
                <p14:nvPr/>
              </p14:nvContentPartPr>
              <p14:xfrm>
                <a:off x="3957364" y="3086291"/>
                <a:ext cx="76680" cy="2534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AEEBA90F-D8E0-80BF-3775-60A0CE921432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939364" y="3068291"/>
                  <a:ext cx="11232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0D8D08F1-A48F-B429-F7CD-4838761C0A64}"/>
                    </a:ext>
                  </a:extLst>
                </p14:cNvPr>
                <p14:cNvContentPartPr/>
                <p14:nvPr/>
              </p14:nvContentPartPr>
              <p14:xfrm>
                <a:off x="4297924" y="3017171"/>
                <a:ext cx="1616400" cy="1465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0D8D08F1-A48F-B429-F7CD-4838761C0A64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279924" y="2999531"/>
                  <a:ext cx="165204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2366DC3-5524-8DA8-9B3B-5C534772A1CB}"/>
                    </a:ext>
                  </a:extLst>
                </p14:cNvPr>
                <p14:cNvContentPartPr/>
                <p14:nvPr/>
              </p14:nvContentPartPr>
              <p14:xfrm>
                <a:off x="5754124" y="2931851"/>
                <a:ext cx="142560" cy="2041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62366DC3-5524-8DA8-9B3B-5C534772A1CB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736124" y="2914211"/>
                  <a:ext cx="17820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5C884B8-FAAF-C1C6-AFCF-FFC0DE726828}"/>
                    </a:ext>
                  </a:extLst>
                </p14:cNvPr>
                <p14:cNvContentPartPr/>
                <p14:nvPr/>
              </p14:nvContentPartPr>
              <p14:xfrm>
                <a:off x="4740724" y="2450531"/>
                <a:ext cx="139680" cy="2127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5C884B8-FAAF-C1C6-AFCF-FFC0DE72682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723084" y="2432531"/>
                  <a:ext cx="17532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ED2A944-2A36-71DF-25AF-34899A466EB3}"/>
                    </a:ext>
                  </a:extLst>
                </p14:cNvPr>
                <p14:cNvContentPartPr/>
                <p14:nvPr/>
              </p14:nvContentPartPr>
              <p14:xfrm>
                <a:off x="4966804" y="2540171"/>
                <a:ext cx="147600" cy="1112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ED2A944-2A36-71DF-25AF-34899A466EB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949164" y="2522171"/>
                  <a:ext cx="18324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BD67B7E-D7A6-6BC0-47EB-4ABC3D1419D8}"/>
                    </a:ext>
                  </a:extLst>
                </p14:cNvPr>
                <p14:cNvContentPartPr/>
                <p14:nvPr/>
              </p14:nvContentPartPr>
              <p14:xfrm>
                <a:off x="5195044" y="2442971"/>
                <a:ext cx="51840" cy="2296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BD67B7E-D7A6-6BC0-47EB-4ABC3D1419D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177404" y="2424971"/>
                  <a:ext cx="8748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DE2A20C7-61E5-2EC2-CBCA-16DEBE0DFA70}"/>
                    </a:ext>
                  </a:extLst>
                </p14:cNvPr>
                <p14:cNvContentPartPr/>
                <p14:nvPr/>
              </p14:nvContentPartPr>
              <p14:xfrm>
                <a:off x="5187484" y="2551691"/>
                <a:ext cx="131400" cy="536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DE2A20C7-61E5-2EC2-CBCA-16DEBE0DFA7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169844" y="2534051"/>
                  <a:ext cx="16704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CC31BAB-0AF4-AF72-BE1C-21437C5D2745}"/>
                    </a:ext>
                  </a:extLst>
                </p14:cNvPr>
                <p14:cNvContentPartPr/>
                <p14:nvPr/>
              </p14:nvContentPartPr>
              <p14:xfrm>
                <a:off x="5392324" y="2544491"/>
                <a:ext cx="34200" cy="12600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CC31BAB-0AF4-AF72-BE1C-21437C5D2745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374684" y="2526491"/>
                  <a:ext cx="6984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ED5D1761-2B56-ABF6-C076-4E33526D2E43}"/>
                    </a:ext>
                  </a:extLst>
                </p14:cNvPr>
                <p14:cNvContentPartPr/>
                <p14:nvPr/>
              </p14:nvContentPartPr>
              <p14:xfrm>
                <a:off x="5368204" y="2539451"/>
                <a:ext cx="116280" cy="694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ED5D1761-2B56-ABF6-C076-4E33526D2E4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350204" y="2521451"/>
                  <a:ext cx="15192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7C654C0-E9ED-0DD2-3B82-E9244C44B52E}"/>
                    </a:ext>
                  </a:extLst>
                </p14:cNvPr>
                <p14:cNvContentPartPr/>
                <p14:nvPr/>
              </p14:nvContentPartPr>
              <p14:xfrm>
                <a:off x="5534524" y="2517491"/>
                <a:ext cx="191880" cy="903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7C654C0-E9ED-0DD2-3B82-E9244C44B52E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516524" y="2499491"/>
                  <a:ext cx="2275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E853EFBE-9DD2-98DD-DA16-16673506C53A}"/>
                    </a:ext>
                  </a:extLst>
                </p14:cNvPr>
                <p14:cNvContentPartPr/>
                <p14:nvPr/>
              </p14:nvContentPartPr>
              <p14:xfrm>
                <a:off x="5777164" y="2378531"/>
                <a:ext cx="52560" cy="1904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E853EFBE-9DD2-98DD-DA16-16673506C53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759524" y="2360891"/>
                  <a:ext cx="8820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A7596B9-CDE1-5B14-CC26-F2068AF987AE}"/>
                    </a:ext>
                  </a:extLst>
                </p14:cNvPr>
                <p14:cNvContentPartPr/>
                <p14:nvPr/>
              </p14:nvContentPartPr>
              <p14:xfrm>
                <a:off x="5766724" y="2459891"/>
                <a:ext cx="93240" cy="6840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A7596B9-CDE1-5B14-CC26-F2068AF987A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749084" y="2441891"/>
                  <a:ext cx="12888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5E54AAF3-7D8A-9A2E-5D0B-B73040D87D3F}"/>
                    </a:ext>
                  </a:extLst>
                </p14:cNvPr>
                <p14:cNvContentPartPr/>
                <p14:nvPr/>
              </p14:nvContentPartPr>
              <p14:xfrm>
                <a:off x="5137084" y="3319571"/>
                <a:ext cx="204840" cy="3114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5E54AAF3-7D8A-9A2E-5D0B-B73040D87D3F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119444" y="3301931"/>
                  <a:ext cx="24048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E49CCCD-70F0-A2A4-AE67-0C8D5D4157B5}"/>
                    </a:ext>
                  </a:extLst>
                </p14:cNvPr>
                <p14:cNvContentPartPr/>
                <p14:nvPr/>
              </p14:nvContentPartPr>
              <p14:xfrm>
                <a:off x="7061284" y="1311491"/>
                <a:ext cx="227520" cy="53100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E49CCCD-70F0-A2A4-AE67-0C8D5D4157B5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043644" y="1293851"/>
                  <a:ext cx="263160" cy="56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D26C168E-A248-1F8E-A630-5A1ADAB1C53B}"/>
                    </a:ext>
                  </a:extLst>
                </p14:cNvPr>
                <p14:cNvContentPartPr/>
                <p14:nvPr/>
              </p14:nvContentPartPr>
              <p14:xfrm>
                <a:off x="7474924" y="1561331"/>
                <a:ext cx="96120" cy="3132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D26C168E-A248-1F8E-A630-5A1ADAB1C53B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457284" y="1543331"/>
                  <a:ext cx="13176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ED22FB3-9434-F7B1-E99A-506C6E004EBC}"/>
                    </a:ext>
                  </a:extLst>
                </p14:cNvPr>
                <p14:cNvContentPartPr/>
                <p14:nvPr/>
              </p14:nvContentPartPr>
              <p14:xfrm>
                <a:off x="7512004" y="1623611"/>
                <a:ext cx="106560" cy="3960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ED22FB3-9434-F7B1-E99A-506C6E004EBC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494364" y="1605611"/>
                  <a:ext cx="14220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234E22F8-5DD4-9856-E694-8E744C093D1C}"/>
                    </a:ext>
                  </a:extLst>
                </p14:cNvPr>
                <p14:cNvContentPartPr/>
                <p14:nvPr/>
              </p14:nvContentPartPr>
              <p14:xfrm>
                <a:off x="8106724" y="1202771"/>
                <a:ext cx="93240" cy="6310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234E22F8-5DD4-9856-E694-8E744C093D1C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088724" y="1184771"/>
                  <a:ext cx="128880" cy="66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596BC396-2A2A-F8D9-BF1F-0CFEB79577A1}"/>
                    </a:ext>
                  </a:extLst>
                </p14:cNvPr>
                <p14:cNvContentPartPr/>
                <p14:nvPr/>
              </p14:nvContentPartPr>
              <p14:xfrm>
                <a:off x="8090884" y="1508411"/>
                <a:ext cx="217800" cy="525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596BC396-2A2A-F8D9-BF1F-0CFEB79577A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073244" y="1490771"/>
                  <a:ext cx="25344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0CC290F5-9721-EA84-04C0-EA950CAD8B60}"/>
                    </a:ext>
                  </a:extLst>
                </p14:cNvPr>
                <p14:cNvContentPartPr/>
                <p14:nvPr/>
              </p14:nvContentPartPr>
              <p14:xfrm>
                <a:off x="8497684" y="1347491"/>
                <a:ext cx="106920" cy="38052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0CC290F5-9721-EA84-04C0-EA950CAD8B60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480044" y="1329851"/>
                  <a:ext cx="142560" cy="41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DEB0DEEB-8F09-605A-1ECF-208AB0ACCBF3}"/>
                    </a:ext>
                  </a:extLst>
                </p14:cNvPr>
                <p14:cNvContentPartPr/>
                <p14:nvPr/>
              </p14:nvContentPartPr>
              <p14:xfrm>
                <a:off x="8633404" y="1440731"/>
                <a:ext cx="174240" cy="16200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DEB0DEEB-8F09-605A-1ECF-208AB0ACCBF3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615404" y="1422731"/>
                  <a:ext cx="20988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5453009-B6CF-8447-EB6B-EFF32A771A52}"/>
                    </a:ext>
                  </a:extLst>
                </p14:cNvPr>
                <p14:cNvContentPartPr/>
                <p14:nvPr/>
              </p14:nvContentPartPr>
              <p14:xfrm>
                <a:off x="8910964" y="1548371"/>
                <a:ext cx="23760" cy="882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5453009-B6CF-8447-EB6B-EFF32A771A52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8892964" y="1530371"/>
                  <a:ext cx="5940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60BC8A05-6FBB-AA7D-A8F8-A82CFBDE01CE}"/>
                    </a:ext>
                  </a:extLst>
                </p14:cNvPr>
                <p14:cNvContentPartPr/>
                <p14:nvPr/>
              </p14:nvContentPartPr>
              <p14:xfrm>
                <a:off x="8962804" y="1412291"/>
                <a:ext cx="15480" cy="212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60BC8A05-6FBB-AA7D-A8F8-A82CFBDE01C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944804" y="1394651"/>
                  <a:ext cx="5112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F225C345-A5FE-2BAC-F92D-CD8A5DEDD0B8}"/>
                    </a:ext>
                  </a:extLst>
                </p14:cNvPr>
                <p14:cNvContentPartPr/>
                <p14:nvPr/>
              </p14:nvContentPartPr>
              <p14:xfrm>
                <a:off x="9112564" y="1437491"/>
                <a:ext cx="239040" cy="1976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F225C345-A5FE-2BAC-F92D-CD8A5DEDD0B8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094564" y="1419491"/>
                  <a:ext cx="27468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DEABAEDC-D8B1-42B7-5BE5-166DC5869C81}"/>
                    </a:ext>
                  </a:extLst>
                </p14:cNvPr>
                <p14:cNvContentPartPr/>
                <p14:nvPr/>
              </p14:nvContentPartPr>
              <p14:xfrm>
                <a:off x="9466444" y="1510211"/>
                <a:ext cx="50400" cy="1155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DEABAEDC-D8B1-42B7-5BE5-166DC5869C81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448444" y="1492211"/>
                  <a:ext cx="8604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18DB6B60-1D83-41E0-D05B-21CA370D3C77}"/>
                    </a:ext>
                  </a:extLst>
                </p14:cNvPr>
                <p14:cNvContentPartPr/>
                <p14:nvPr/>
              </p14:nvContentPartPr>
              <p14:xfrm>
                <a:off x="9507124" y="1342091"/>
                <a:ext cx="9720" cy="2232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18DB6B60-1D83-41E0-D05B-21CA370D3C77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489124" y="1324091"/>
                  <a:ext cx="4536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1CBB1300-7CD1-B424-16A3-9AE8D4AEDC30}"/>
                    </a:ext>
                  </a:extLst>
                </p14:cNvPr>
                <p14:cNvContentPartPr/>
                <p14:nvPr/>
              </p14:nvContentPartPr>
              <p14:xfrm>
                <a:off x="9653644" y="1496891"/>
                <a:ext cx="199080" cy="216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1CBB1300-7CD1-B424-16A3-9AE8D4AEDC30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9636004" y="1479251"/>
                  <a:ext cx="23472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D3350765-D286-485E-CD33-1DD2A54F5AF9}"/>
                    </a:ext>
                  </a:extLst>
                </p14:cNvPr>
                <p14:cNvContentPartPr/>
                <p14:nvPr/>
              </p14:nvContentPartPr>
              <p14:xfrm>
                <a:off x="9798364" y="1399691"/>
                <a:ext cx="38160" cy="17352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D3350765-D286-485E-CD33-1DD2A54F5AF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780364" y="1382051"/>
                  <a:ext cx="7380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9E75009-B830-69D3-DF10-E6AC4025CE7C}"/>
                    </a:ext>
                  </a:extLst>
                </p14:cNvPr>
                <p14:cNvContentPartPr/>
                <p14:nvPr/>
              </p14:nvContentPartPr>
              <p14:xfrm>
                <a:off x="10053244" y="1367651"/>
                <a:ext cx="52560" cy="23112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9E75009-B830-69D3-DF10-E6AC4025CE7C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0035604" y="1350011"/>
                  <a:ext cx="8820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088BF03D-2750-0BB9-FDF5-48500911BE5B}"/>
                    </a:ext>
                  </a:extLst>
                </p14:cNvPr>
                <p14:cNvContentPartPr/>
                <p14:nvPr/>
              </p14:nvContentPartPr>
              <p14:xfrm>
                <a:off x="10061524" y="1482851"/>
                <a:ext cx="173160" cy="12096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088BF03D-2750-0BB9-FDF5-48500911BE5B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0043524" y="1464851"/>
                  <a:ext cx="20880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79FDAC22-584D-D0CD-889F-0B7CB6E74792}"/>
                    </a:ext>
                  </a:extLst>
                </p14:cNvPr>
                <p14:cNvContentPartPr/>
                <p14:nvPr/>
              </p14:nvContentPartPr>
              <p14:xfrm>
                <a:off x="10285804" y="1291691"/>
                <a:ext cx="119880" cy="45576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79FDAC22-584D-D0CD-889F-0B7CB6E74792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0268164" y="1273691"/>
                  <a:ext cx="155520" cy="49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05BDEA64-2989-B6A8-37F5-1484231DAE54}"/>
                    </a:ext>
                  </a:extLst>
                </p14:cNvPr>
                <p14:cNvContentPartPr/>
                <p14:nvPr/>
              </p14:nvContentPartPr>
              <p14:xfrm>
                <a:off x="6250924" y="2322731"/>
                <a:ext cx="111240" cy="403128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05BDEA64-2989-B6A8-37F5-1484231DAE54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232924" y="2304731"/>
                  <a:ext cx="146880" cy="406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1CCFF71F-718E-66BF-A9E7-85176001CDEE}"/>
                    </a:ext>
                  </a:extLst>
                </p14:cNvPr>
                <p14:cNvContentPartPr/>
                <p14:nvPr/>
              </p14:nvContentPartPr>
              <p14:xfrm>
                <a:off x="6321124" y="2241731"/>
                <a:ext cx="5476680" cy="741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1CCFF71F-718E-66BF-A9E7-85176001CDEE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303124" y="2224091"/>
                  <a:ext cx="5512320" cy="10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02B42186-1D24-8F72-358A-E2CD12FA4B7F}"/>
              </a:ext>
            </a:extLst>
          </p:cNvPr>
          <p:cNvGrpSpPr/>
          <p:nvPr/>
        </p:nvGrpSpPr>
        <p:grpSpPr>
          <a:xfrm>
            <a:off x="6685084" y="2590211"/>
            <a:ext cx="1189080" cy="365400"/>
            <a:chOff x="6685084" y="2590211"/>
            <a:chExt cx="1189080" cy="365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8C8DCCEA-DA38-76E8-009A-F6029A25A425}"/>
                    </a:ext>
                  </a:extLst>
                </p14:cNvPr>
                <p14:cNvContentPartPr/>
                <p14:nvPr/>
              </p14:nvContentPartPr>
              <p14:xfrm>
                <a:off x="6710284" y="2602811"/>
                <a:ext cx="60120" cy="32724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8C8DCCEA-DA38-76E8-009A-F6029A25A42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692644" y="2585171"/>
                  <a:ext cx="95760" cy="36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3334D27-7235-1225-2683-BB00C550AFFA}"/>
                    </a:ext>
                  </a:extLst>
                </p14:cNvPr>
                <p14:cNvContentPartPr/>
                <p14:nvPr/>
              </p14:nvContentPartPr>
              <p14:xfrm>
                <a:off x="6685084" y="2619011"/>
                <a:ext cx="186120" cy="2516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3334D27-7235-1225-2683-BB00C550AFFA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667084" y="2601371"/>
                  <a:ext cx="22176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1B2875F0-E6BB-15A6-B157-EAE58A40492D}"/>
                    </a:ext>
                  </a:extLst>
                </p14:cNvPr>
                <p14:cNvContentPartPr/>
                <p14:nvPr/>
              </p14:nvContentPartPr>
              <p14:xfrm>
                <a:off x="6966964" y="2769851"/>
                <a:ext cx="158760" cy="8460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1B2875F0-E6BB-15A6-B157-EAE58A40492D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948964" y="2751851"/>
                  <a:ext cx="19440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1715713E-96AE-FB84-A335-1B69CAA460EC}"/>
                    </a:ext>
                  </a:extLst>
                </p14:cNvPr>
                <p14:cNvContentPartPr/>
                <p14:nvPr/>
              </p14:nvContentPartPr>
              <p14:xfrm>
                <a:off x="7199884" y="2713331"/>
                <a:ext cx="89640" cy="12420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1715713E-96AE-FB84-A335-1B69CAA460EC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181884" y="2695691"/>
                  <a:ext cx="1252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5BCEB9DE-E1C9-2B74-DCB2-A1EC6F6F453C}"/>
                    </a:ext>
                  </a:extLst>
                </p14:cNvPr>
                <p14:cNvContentPartPr/>
                <p14:nvPr/>
              </p14:nvContentPartPr>
              <p14:xfrm>
                <a:off x="7420924" y="2716571"/>
                <a:ext cx="43920" cy="11592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5BCEB9DE-E1C9-2B74-DCB2-A1EC6F6F453C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403284" y="2698931"/>
                  <a:ext cx="7956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6F7933C8-790E-2982-C602-599833028E1F}"/>
                    </a:ext>
                  </a:extLst>
                </p14:cNvPr>
                <p14:cNvContentPartPr/>
                <p14:nvPr/>
              </p14:nvContentPartPr>
              <p14:xfrm>
                <a:off x="7421284" y="2590211"/>
                <a:ext cx="30240" cy="1620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6F7933C8-790E-2982-C602-599833028E1F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403644" y="2572571"/>
                  <a:ext cx="6588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699A2B5D-AB3B-DB4F-5357-BF108ED66520}"/>
                    </a:ext>
                  </a:extLst>
                </p14:cNvPr>
                <p14:cNvContentPartPr/>
                <p14:nvPr/>
              </p14:nvContentPartPr>
              <p14:xfrm>
                <a:off x="7564204" y="2711171"/>
                <a:ext cx="114480" cy="7416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699A2B5D-AB3B-DB4F-5357-BF108ED66520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546204" y="2693171"/>
                  <a:ext cx="15012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7F2B953-A0AD-C6D4-4FAC-68D43FC5412F}"/>
                    </a:ext>
                  </a:extLst>
                </p14:cNvPr>
                <p14:cNvContentPartPr/>
                <p14:nvPr/>
              </p14:nvContentPartPr>
              <p14:xfrm>
                <a:off x="7749604" y="2711891"/>
                <a:ext cx="124560" cy="24372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7F2B953-A0AD-C6D4-4FAC-68D43FC5412F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731604" y="2693891"/>
                  <a:ext cx="160200" cy="279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A7E8B19-7E9B-70BF-7057-529D2045A409}"/>
              </a:ext>
            </a:extLst>
          </p:cNvPr>
          <p:cNvGrpSpPr/>
          <p:nvPr/>
        </p:nvGrpSpPr>
        <p:grpSpPr>
          <a:xfrm>
            <a:off x="8302204" y="2583371"/>
            <a:ext cx="1412640" cy="389160"/>
            <a:chOff x="8302204" y="2583371"/>
            <a:chExt cx="1412640" cy="389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002FA8B0-B0DB-008F-7CF2-5F51DA3E2CA4}"/>
                    </a:ext>
                  </a:extLst>
                </p14:cNvPr>
                <p14:cNvContentPartPr/>
                <p14:nvPr/>
              </p14:nvContentPartPr>
              <p14:xfrm>
                <a:off x="8346484" y="2583371"/>
                <a:ext cx="58320" cy="2901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002FA8B0-B0DB-008F-7CF2-5F51DA3E2CA4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8328844" y="2565731"/>
                  <a:ext cx="9396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4EC52B65-F524-333E-DBCE-5DB0E0831E82}"/>
                    </a:ext>
                  </a:extLst>
                </p14:cNvPr>
                <p14:cNvContentPartPr/>
                <p14:nvPr/>
              </p14:nvContentPartPr>
              <p14:xfrm>
                <a:off x="8302204" y="2717291"/>
                <a:ext cx="129960" cy="439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4EC52B65-F524-333E-DBCE-5DB0E0831E8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8284204" y="2699291"/>
                  <a:ext cx="16560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B0F5D10A-1082-F74E-144C-92BEC08F4D2A}"/>
                    </a:ext>
                  </a:extLst>
                </p14:cNvPr>
                <p14:cNvContentPartPr/>
                <p14:nvPr/>
              </p14:nvContentPartPr>
              <p14:xfrm>
                <a:off x="8518924" y="2726651"/>
                <a:ext cx="73080" cy="8028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B0F5D10A-1082-F74E-144C-92BEC08F4D2A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501284" y="2709011"/>
                  <a:ext cx="10872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B17A37BD-F030-9052-0994-2B7B79D3C9E8}"/>
                    </a:ext>
                  </a:extLst>
                </p14:cNvPr>
                <p14:cNvContentPartPr/>
                <p14:nvPr/>
              </p14:nvContentPartPr>
              <p14:xfrm>
                <a:off x="8684164" y="2750771"/>
                <a:ext cx="210600" cy="10188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B17A37BD-F030-9052-0994-2B7B79D3C9E8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8666164" y="2732771"/>
                  <a:ext cx="24624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D3660464-D341-EF7E-D244-B6DA429819D4}"/>
                    </a:ext>
                  </a:extLst>
                </p14:cNvPr>
                <p14:cNvContentPartPr/>
                <p14:nvPr/>
              </p14:nvContentPartPr>
              <p14:xfrm>
                <a:off x="8881804" y="2642051"/>
                <a:ext cx="30600" cy="5292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D3660464-D341-EF7E-D244-B6DA429819D4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863804" y="2624051"/>
                  <a:ext cx="6624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708A07C7-7FF0-FC1A-8AA5-B05947DCFD58}"/>
                    </a:ext>
                  </a:extLst>
                </p14:cNvPr>
                <p14:cNvContentPartPr/>
                <p14:nvPr/>
              </p14:nvContentPartPr>
              <p14:xfrm>
                <a:off x="8975764" y="2779571"/>
                <a:ext cx="120600" cy="8136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708A07C7-7FF0-FC1A-8AA5-B05947DCFD58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8957764" y="2761571"/>
                  <a:ext cx="15624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FB26E13C-5C30-7086-38DB-B6D853831FE7}"/>
                    </a:ext>
                  </a:extLst>
                </p14:cNvPr>
                <p14:cNvContentPartPr/>
                <p14:nvPr/>
              </p14:nvContentPartPr>
              <p14:xfrm>
                <a:off x="9229204" y="2739611"/>
                <a:ext cx="54360" cy="8964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FB26E13C-5C30-7086-38DB-B6D853831FE7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9211564" y="2721611"/>
                  <a:ext cx="9000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15ABD10B-70B9-E9B0-1414-9A5A7D835727}"/>
                    </a:ext>
                  </a:extLst>
                </p14:cNvPr>
                <p14:cNvContentPartPr/>
                <p14:nvPr/>
              </p14:nvContentPartPr>
              <p14:xfrm>
                <a:off x="9196804" y="2606051"/>
                <a:ext cx="15840" cy="2052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15ABD10B-70B9-E9B0-1414-9A5A7D835727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9178804" y="2588051"/>
                  <a:ext cx="5148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FADB659A-5C06-EECD-5ACC-DED7740EEA77}"/>
                    </a:ext>
                  </a:extLst>
                </p14:cNvPr>
                <p14:cNvContentPartPr/>
                <p14:nvPr/>
              </p14:nvContentPartPr>
              <p14:xfrm>
                <a:off x="9334684" y="2720531"/>
                <a:ext cx="140400" cy="7272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FADB659A-5C06-EECD-5ACC-DED7740EEA77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9317044" y="2702531"/>
                  <a:ext cx="17604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C5B80DDA-D085-69ED-E104-56134D5CBD64}"/>
                    </a:ext>
                  </a:extLst>
                </p14:cNvPr>
                <p14:cNvContentPartPr/>
                <p14:nvPr/>
              </p14:nvContentPartPr>
              <p14:xfrm>
                <a:off x="9589924" y="2715491"/>
                <a:ext cx="124920" cy="25704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C5B80DDA-D085-69ED-E104-56134D5CBD6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571924" y="2697851"/>
                  <a:ext cx="160560" cy="292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8">
            <p14:nvContentPartPr>
              <p14:cNvPr id="109" name="Ink 108">
                <a:extLst>
                  <a:ext uri="{FF2B5EF4-FFF2-40B4-BE49-F238E27FC236}">
                    <a16:creationId xmlns:a16="http://schemas.microsoft.com/office/drawing/2014/main" id="{3693863A-3459-7C8C-7B90-B3363B12F86A}"/>
                  </a:ext>
                </a:extLst>
              </p14:cNvPr>
              <p14:cNvContentPartPr/>
              <p14:nvPr/>
            </p14:nvContentPartPr>
            <p14:xfrm>
              <a:off x="6806404" y="3393011"/>
              <a:ext cx="191880" cy="287640"/>
            </p14:xfrm>
          </p:contentPart>
        </mc:Choice>
        <mc:Fallback>
          <p:pic>
            <p:nvPicPr>
              <p:cNvPr id="109" name="Ink 108">
                <a:extLst>
                  <a:ext uri="{FF2B5EF4-FFF2-40B4-BE49-F238E27FC236}">
                    <a16:creationId xmlns:a16="http://schemas.microsoft.com/office/drawing/2014/main" id="{3693863A-3459-7C8C-7B90-B3363B12F86A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6788404" y="3375011"/>
                <a:ext cx="227520" cy="323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19" name="Group 118">
            <a:extLst>
              <a:ext uri="{FF2B5EF4-FFF2-40B4-BE49-F238E27FC236}">
                <a16:creationId xmlns:a16="http://schemas.microsoft.com/office/drawing/2014/main" id="{F9D88D4E-F6E2-D57E-2CF8-29A5C9A63EDB}"/>
              </a:ext>
            </a:extLst>
          </p:cNvPr>
          <p:cNvGrpSpPr/>
          <p:nvPr/>
        </p:nvGrpSpPr>
        <p:grpSpPr>
          <a:xfrm>
            <a:off x="7221124" y="3411731"/>
            <a:ext cx="252720" cy="237600"/>
            <a:chOff x="7221124" y="3411731"/>
            <a:chExt cx="252720" cy="237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29C1E744-22CD-3A43-03B0-62317AD090F8}"/>
                    </a:ext>
                  </a:extLst>
                </p14:cNvPr>
                <p14:cNvContentPartPr/>
                <p14:nvPr/>
              </p14:nvContentPartPr>
              <p14:xfrm>
                <a:off x="7222564" y="3558971"/>
                <a:ext cx="27000" cy="9036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29C1E744-22CD-3A43-03B0-62317AD090F8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204924" y="3540971"/>
                  <a:ext cx="626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F7F02D80-8F86-394C-FD2B-6A367DB36B1B}"/>
                    </a:ext>
                  </a:extLst>
                </p14:cNvPr>
                <p14:cNvContentPartPr/>
                <p14:nvPr/>
              </p14:nvContentPartPr>
              <p14:xfrm>
                <a:off x="7221124" y="3411731"/>
                <a:ext cx="33840" cy="1980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F7F02D80-8F86-394C-FD2B-6A367DB36B1B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203124" y="3393731"/>
                  <a:ext cx="6948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9BA9BF5B-6441-5BFE-07D1-998E12D5BDEC}"/>
                    </a:ext>
                  </a:extLst>
                </p14:cNvPr>
                <p14:cNvContentPartPr/>
                <p14:nvPr/>
              </p14:nvContentPartPr>
              <p14:xfrm>
                <a:off x="7421644" y="3516491"/>
                <a:ext cx="52200" cy="12636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9BA9BF5B-6441-5BFE-07D1-998E12D5BDEC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404004" y="3498851"/>
                  <a:ext cx="87840" cy="16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98AC24C7-AFB8-A889-E8E3-7B7B0124C68B}"/>
              </a:ext>
            </a:extLst>
          </p:cNvPr>
          <p:cNvGrpSpPr/>
          <p:nvPr/>
        </p:nvGrpSpPr>
        <p:grpSpPr>
          <a:xfrm>
            <a:off x="7994404" y="3314171"/>
            <a:ext cx="1150200" cy="326880"/>
            <a:chOff x="7994404" y="3314171"/>
            <a:chExt cx="1150200" cy="326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275FB547-5779-A495-43FF-4AB9D228C128}"/>
                    </a:ext>
                  </a:extLst>
                </p14:cNvPr>
                <p14:cNvContentPartPr/>
                <p14:nvPr/>
              </p14:nvContentPartPr>
              <p14:xfrm>
                <a:off x="7994404" y="3314171"/>
                <a:ext cx="23040" cy="30204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275FB547-5779-A495-43FF-4AB9D228C128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976404" y="3296531"/>
                  <a:ext cx="5868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1707A82B-7B36-4233-5AF0-0A3DEA53B368}"/>
                    </a:ext>
                  </a:extLst>
                </p14:cNvPr>
                <p14:cNvContentPartPr/>
                <p14:nvPr/>
              </p14:nvContentPartPr>
              <p14:xfrm>
                <a:off x="8021764" y="3445931"/>
                <a:ext cx="92880" cy="10440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1707A82B-7B36-4233-5AF0-0A3DEA53B368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003764" y="3427931"/>
                  <a:ext cx="12852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19FFD562-7289-2878-E4FB-8959F952A263}"/>
                    </a:ext>
                  </a:extLst>
                </p14:cNvPr>
                <p14:cNvContentPartPr/>
                <p14:nvPr/>
              </p14:nvContentPartPr>
              <p14:xfrm>
                <a:off x="8206804" y="3484091"/>
                <a:ext cx="117720" cy="10548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19FFD562-7289-2878-E4FB-8959F952A263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189164" y="3466451"/>
                  <a:ext cx="15336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6F2BC9D2-BE5B-2C8A-785B-991CFBB8A160}"/>
                    </a:ext>
                  </a:extLst>
                </p14:cNvPr>
                <p14:cNvContentPartPr/>
                <p14:nvPr/>
              </p14:nvContentPartPr>
              <p14:xfrm>
                <a:off x="8435404" y="3485171"/>
                <a:ext cx="91080" cy="11448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6F2BC9D2-BE5B-2C8A-785B-991CFBB8A160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8417764" y="3467171"/>
                  <a:ext cx="12672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C280D31B-F26D-29A4-E1D0-C7F10CB15091}"/>
                    </a:ext>
                  </a:extLst>
                </p14:cNvPr>
                <p14:cNvContentPartPr/>
                <p14:nvPr/>
              </p14:nvContentPartPr>
              <p14:xfrm>
                <a:off x="8662564" y="3491291"/>
                <a:ext cx="222480" cy="1296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C280D31B-F26D-29A4-E1D0-C7F10CB15091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8644564" y="3473651"/>
                  <a:ext cx="25812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62AEA542-88A9-FA12-80FE-85CA532AEED7}"/>
                    </a:ext>
                  </a:extLst>
                </p14:cNvPr>
                <p14:cNvContentPartPr/>
                <p14:nvPr/>
              </p14:nvContentPartPr>
              <p14:xfrm>
                <a:off x="8999164" y="3501731"/>
                <a:ext cx="145440" cy="13932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62AEA542-88A9-FA12-80FE-85CA532AEED7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8981164" y="3484091"/>
                  <a:ext cx="181080" cy="174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ED5A1E76-C658-24BC-261B-A774D07F3DB0}"/>
              </a:ext>
            </a:extLst>
          </p:cNvPr>
          <p:cNvGrpSpPr/>
          <p:nvPr/>
        </p:nvGrpSpPr>
        <p:grpSpPr>
          <a:xfrm>
            <a:off x="6579244" y="4414691"/>
            <a:ext cx="488880" cy="188280"/>
            <a:chOff x="6579244" y="4414691"/>
            <a:chExt cx="488880" cy="188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69B1ACDB-CC5F-3865-99F4-B4BAD73599C6}"/>
                    </a:ext>
                  </a:extLst>
                </p14:cNvPr>
                <p14:cNvContentPartPr/>
                <p14:nvPr/>
              </p14:nvContentPartPr>
              <p14:xfrm>
                <a:off x="6579244" y="4480211"/>
                <a:ext cx="486000" cy="2772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69B1ACDB-CC5F-3865-99F4-B4BAD73599C6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6561604" y="4462211"/>
                  <a:ext cx="52164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1947F0C1-D359-B6E1-682A-879E97A95E5D}"/>
                    </a:ext>
                  </a:extLst>
                </p14:cNvPr>
                <p14:cNvContentPartPr/>
                <p14:nvPr/>
              </p14:nvContentPartPr>
              <p14:xfrm>
                <a:off x="6956164" y="4414691"/>
                <a:ext cx="111960" cy="18828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1947F0C1-D359-B6E1-682A-879E97A95E5D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6938524" y="4396691"/>
                  <a:ext cx="147600" cy="22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CD3F54A6-9EEA-206E-66A7-5001BF89BB68}"/>
              </a:ext>
            </a:extLst>
          </p:cNvPr>
          <p:cNvGrpSpPr/>
          <p:nvPr/>
        </p:nvGrpSpPr>
        <p:grpSpPr>
          <a:xfrm>
            <a:off x="7269724" y="4325771"/>
            <a:ext cx="633960" cy="295920"/>
            <a:chOff x="7269724" y="4325771"/>
            <a:chExt cx="633960" cy="295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F3538B1F-BB6B-164F-A663-32CAE796D09B}"/>
                    </a:ext>
                  </a:extLst>
                </p14:cNvPr>
                <p14:cNvContentPartPr/>
                <p14:nvPr/>
              </p14:nvContentPartPr>
              <p14:xfrm>
                <a:off x="7378444" y="4341971"/>
                <a:ext cx="37080" cy="27972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F3538B1F-BB6B-164F-A663-32CAE796D09B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7360444" y="4323971"/>
                  <a:ext cx="7272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C39214F5-D386-3DEB-1787-C2470E22E905}"/>
                    </a:ext>
                  </a:extLst>
                </p14:cNvPr>
                <p14:cNvContentPartPr/>
                <p14:nvPr/>
              </p14:nvContentPartPr>
              <p14:xfrm>
                <a:off x="7406524" y="4332251"/>
                <a:ext cx="12240" cy="2484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C39214F5-D386-3DEB-1787-C2470E22E905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7388524" y="4314251"/>
                  <a:ext cx="4788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583686AA-3F97-698F-5D29-C8E04BC230F4}"/>
                    </a:ext>
                  </a:extLst>
                </p14:cNvPr>
                <p14:cNvContentPartPr/>
                <p14:nvPr/>
              </p14:nvContentPartPr>
              <p14:xfrm>
                <a:off x="7269724" y="4325771"/>
                <a:ext cx="243720" cy="3996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583686AA-3F97-698F-5D29-C8E04BC230F4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7251724" y="4307771"/>
                  <a:ext cx="27936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C00CED15-B651-11F1-500F-6CE081F527BE}"/>
                    </a:ext>
                  </a:extLst>
                </p14:cNvPr>
                <p14:cNvContentPartPr/>
                <p14:nvPr/>
              </p14:nvContentPartPr>
              <p14:xfrm>
                <a:off x="7619644" y="4349171"/>
                <a:ext cx="129600" cy="17460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C00CED15-B651-11F1-500F-6CE081F527BE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7602004" y="4331171"/>
                  <a:ext cx="16524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6177D46A-98A5-92BA-5EC6-319BB6B38D5B}"/>
                    </a:ext>
                  </a:extLst>
                </p14:cNvPr>
                <p14:cNvContentPartPr/>
                <p14:nvPr/>
              </p14:nvContentPartPr>
              <p14:xfrm>
                <a:off x="7801804" y="4436651"/>
                <a:ext cx="101880" cy="11844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6177D46A-98A5-92BA-5EC6-319BB6B38D5B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7783804" y="4418651"/>
                  <a:ext cx="137520" cy="154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C4831D9B-ECBA-115A-B7C5-F6361523F4BA}"/>
              </a:ext>
            </a:extLst>
          </p:cNvPr>
          <p:cNvGrpSpPr/>
          <p:nvPr/>
        </p:nvGrpSpPr>
        <p:grpSpPr>
          <a:xfrm>
            <a:off x="8276644" y="4264571"/>
            <a:ext cx="970560" cy="285840"/>
            <a:chOff x="8276644" y="4264571"/>
            <a:chExt cx="970560" cy="285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1FFC3DC1-7A12-3536-FD09-407FEDB3FD49}"/>
                    </a:ext>
                  </a:extLst>
                </p14:cNvPr>
                <p14:cNvContentPartPr/>
                <p14:nvPr/>
              </p14:nvContentPartPr>
              <p14:xfrm>
                <a:off x="8276644" y="4417211"/>
                <a:ext cx="308160" cy="13068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1FFC3DC1-7A12-3536-FD09-407FEDB3FD49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8259004" y="4399211"/>
                  <a:ext cx="34380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BA8C8876-FC67-9BFC-E2E5-F66CEA73C634}"/>
                    </a:ext>
                  </a:extLst>
                </p14:cNvPr>
                <p14:cNvContentPartPr/>
                <p14:nvPr/>
              </p14:nvContentPartPr>
              <p14:xfrm>
                <a:off x="8684164" y="4397771"/>
                <a:ext cx="85320" cy="10764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BA8C8876-FC67-9BFC-E2E5-F66CEA73C634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8666524" y="4379771"/>
                  <a:ext cx="12096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9C2FED68-5E64-C27A-0A4E-1C18003B11F2}"/>
                    </a:ext>
                  </a:extLst>
                </p14:cNvPr>
                <p14:cNvContentPartPr/>
                <p14:nvPr/>
              </p14:nvContentPartPr>
              <p14:xfrm>
                <a:off x="8860924" y="4302371"/>
                <a:ext cx="94320" cy="20556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9C2FED68-5E64-C27A-0A4E-1C18003B11F2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8843284" y="4284371"/>
                  <a:ext cx="12996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5634C7B6-55DD-CDCF-5DB2-392458636874}"/>
                    </a:ext>
                  </a:extLst>
                </p14:cNvPr>
                <p14:cNvContentPartPr/>
                <p14:nvPr/>
              </p14:nvContentPartPr>
              <p14:xfrm>
                <a:off x="9039484" y="4410371"/>
                <a:ext cx="86400" cy="10440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5634C7B6-55DD-CDCF-5DB2-392458636874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9021484" y="4392371"/>
                  <a:ext cx="12204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1BA9DCA1-2A68-EA7C-12B3-8E94AFD185AC}"/>
                    </a:ext>
                  </a:extLst>
                </p14:cNvPr>
                <p14:cNvContentPartPr/>
                <p14:nvPr/>
              </p14:nvContentPartPr>
              <p14:xfrm>
                <a:off x="9197524" y="4264571"/>
                <a:ext cx="49680" cy="28584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1BA9DCA1-2A68-EA7C-12B3-8E94AFD185AC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9179884" y="4246571"/>
                  <a:ext cx="85320" cy="32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20198923-8A41-36DA-0F48-46368B819B24}"/>
              </a:ext>
            </a:extLst>
          </p:cNvPr>
          <p:cNvGrpSpPr/>
          <p:nvPr/>
        </p:nvGrpSpPr>
        <p:grpSpPr>
          <a:xfrm>
            <a:off x="9719524" y="4220651"/>
            <a:ext cx="740520" cy="347040"/>
            <a:chOff x="9719524" y="4220651"/>
            <a:chExt cx="740520" cy="347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A777FC4D-01D0-5DF0-6B62-EE7C42EB1C19}"/>
                    </a:ext>
                  </a:extLst>
                </p14:cNvPr>
                <p14:cNvContentPartPr/>
                <p14:nvPr/>
              </p14:nvContentPartPr>
              <p14:xfrm>
                <a:off x="9719524" y="4384811"/>
                <a:ext cx="207720" cy="14724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A777FC4D-01D0-5DF0-6B62-EE7C42EB1C19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9701884" y="4367171"/>
                  <a:ext cx="24336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57223D36-12F1-D740-091C-AA96CA4F2508}"/>
                    </a:ext>
                  </a:extLst>
                </p14:cNvPr>
                <p14:cNvContentPartPr/>
                <p14:nvPr/>
              </p14:nvContentPartPr>
              <p14:xfrm>
                <a:off x="10063324" y="4357091"/>
                <a:ext cx="10800" cy="12276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57223D36-12F1-D740-091C-AA96CA4F2508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0045684" y="4339091"/>
                  <a:ext cx="4644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288ACD28-947C-3A7B-CA3C-EF823974E889}"/>
                    </a:ext>
                  </a:extLst>
                </p14:cNvPr>
                <p14:cNvContentPartPr/>
                <p14:nvPr/>
              </p14:nvContentPartPr>
              <p14:xfrm>
                <a:off x="10031284" y="4220651"/>
                <a:ext cx="17280" cy="4500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288ACD28-947C-3A7B-CA3C-EF823974E889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0013284" y="4203011"/>
                  <a:ext cx="5292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F30DBA46-8003-46B3-FC49-3560CE850B0B}"/>
                    </a:ext>
                  </a:extLst>
                </p14:cNvPr>
                <p14:cNvContentPartPr/>
                <p14:nvPr/>
              </p14:nvContentPartPr>
              <p14:xfrm>
                <a:off x="10223884" y="4264931"/>
                <a:ext cx="43560" cy="19152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F30DBA46-8003-46B3-FC49-3560CE850B0B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0205884" y="4246931"/>
                  <a:ext cx="7920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B9CEAA35-C853-4518-98F3-74FC09CFADD9}"/>
                    </a:ext>
                  </a:extLst>
                </p14:cNvPr>
                <p14:cNvContentPartPr/>
                <p14:nvPr/>
              </p14:nvContentPartPr>
              <p14:xfrm>
                <a:off x="10382644" y="4254491"/>
                <a:ext cx="77400" cy="31320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B9CEAA35-C853-4518-98F3-74FC09CFADD9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0364644" y="4236851"/>
                  <a:ext cx="113040" cy="348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52877CBB-AEC1-6459-5511-B210D2A32E8B}"/>
              </a:ext>
            </a:extLst>
          </p:cNvPr>
          <p:cNvGrpSpPr/>
          <p:nvPr/>
        </p:nvGrpSpPr>
        <p:grpSpPr>
          <a:xfrm>
            <a:off x="10781884" y="4330451"/>
            <a:ext cx="603360" cy="325800"/>
            <a:chOff x="10781884" y="4330451"/>
            <a:chExt cx="603360" cy="325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245435E8-2B92-7EFC-B4A3-904C31A4A7C1}"/>
                    </a:ext>
                  </a:extLst>
                </p14:cNvPr>
                <p14:cNvContentPartPr/>
                <p14:nvPr/>
              </p14:nvContentPartPr>
              <p14:xfrm>
                <a:off x="10826164" y="4330451"/>
                <a:ext cx="71640" cy="32580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245435E8-2B92-7EFC-B4A3-904C31A4A7C1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0808164" y="4312811"/>
                  <a:ext cx="107280" cy="36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757AC0AC-17B6-E365-C046-ED45E9EF680C}"/>
                    </a:ext>
                  </a:extLst>
                </p14:cNvPr>
                <p14:cNvContentPartPr/>
                <p14:nvPr/>
              </p14:nvContentPartPr>
              <p14:xfrm>
                <a:off x="10781884" y="4485251"/>
                <a:ext cx="226800" cy="7092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757AC0AC-17B6-E365-C046-ED45E9EF680C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0764244" y="4467251"/>
                  <a:ext cx="26244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88AC326B-2891-48A0-04D6-F3D13B68A61C}"/>
                    </a:ext>
                  </a:extLst>
                </p14:cNvPr>
                <p14:cNvContentPartPr/>
                <p14:nvPr/>
              </p14:nvContentPartPr>
              <p14:xfrm>
                <a:off x="10988524" y="4408571"/>
                <a:ext cx="19080" cy="2880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88AC326B-2891-48A0-04D6-F3D13B68A61C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0970884" y="4390571"/>
                  <a:ext cx="5472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E63BC16A-87F7-15D4-9479-406B055B3067}"/>
                    </a:ext>
                  </a:extLst>
                </p14:cNvPr>
                <p14:cNvContentPartPr/>
                <p14:nvPr/>
              </p14:nvContentPartPr>
              <p14:xfrm>
                <a:off x="11067364" y="4469051"/>
                <a:ext cx="142200" cy="9684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E63BC16A-87F7-15D4-9479-406B055B3067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1049724" y="4451411"/>
                  <a:ext cx="17784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9B3AA18E-28D0-BEA4-E9F2-634A3813A886}"/>
                    </a:ext>
                  </a:extLst>
                </p14:cNvPr>
                <p14:cNvContentPartPr/>
                <p14:nvPr/>
              </p14:nvContentPartPr>
              <p14:xfrm>
                <a:off x="11274004" y="4361771"/>
                <a:ext cx="111240" cy="20628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9B3AA18E-28D0-BEA4-E9F2-634A3813A886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1256364" y="4343771"/>
                  <a:ext cx="146880" cy="24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9F3862C5-E1E9-5C8B-82B9-CC62B230311D}"/>
              </a:ext>
            </a:extLst>
          </p:cNvPr>
          <p:cNvGrpSpPr/>
          <p:nvPr/>
        </p:nvGrpSpPr>
        <p:grpSpPr>
          <a:xfrm>
            <a:off x="7962724" y="5031731"/>
            <a:ext cx="483120" cy="261000"/>
            <a:chOff x="7962724" y="5031731"/>
            <a:chExt cx="483120" cy="261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38470729-F3B3-93C5-DFD2-608671C09124}"/>
                    </a:ext>
                  </a:extLst>
                </p14:cNvPr>
                <p14:cNvContentPartPr/>
                <p14:nvPr/>
              </p14:nvContentPartPr>
              <p14:xfrm>
                <a:off x="7962724" y="5031731"/>
                <a:ext cx="111600" cy="26100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38470729-F3B3-93C5-DFD2-608671C09124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7945084" y="5013731"/>
                  <a:ext cx="147240" cy="29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29B8E6CE-EA3E-F443-434D-8CEEF673BDD5}"/>
                    </a:ext>
                  </a:extLst>
                </p14:cNvPr>
                <p14:cNvContentPartPr/>
                <p14:nvPr/>
              </p14:nvContentPartPr>
              <p14:xfrm>
                <a:off x="8014204" y="5100851"/>
                <a:ext cx="287640" cy="12672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29B8E6CE-EA3E-F443-434D-8CEEF673BDD5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7996564" y="5083211"/>
                  <a:ext cx="32328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E10E183E-AEF8-395A-3509-1AF44989C0C5}"/>
                    </a:ext>
                  </a:extLst>
                </p14:cNvPr>
                <p14:cNvContentPartPr/>
                <p14:nvPr/>
              </p14:nvContentPartPr>
              <p14:xfrm>
                <a:off x="8336044" y="5126411"/>
                <a:ext cx="109800" cy="11520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E10E183E-AEF8-395A-3509-1AF44989C0C5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8318044" y="5108771"/>
                  <a:ext cx="145440" cy="15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B874D2C1-5DD7-7D75-861D-C00152EA29B5}"/>
              </a:ext>
            </a:extLst>
          </p:cNvPr>
          <p:cNvGrpSpPr/>
          <p:nvPr/>
        </p:nvGrpSpPr>
        <p:grpSpPr>
          <a:xfrm>
            <a:off x="10525204" y="4899251"/>
            <a:ext cx="228960" cy="392400"/>
            <a:chOff x="10525204" y="4899251"/>
            <a:chExt cx="228960" cy="392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65B56604-BBFE-7AC2-EC6A-8AC9A5494A0F}"/>
                    </a:ext>
                  </a:extLst>
                </p14:cNvPr>
                <p14:cNvContentPartPr/>
                <p14:nvPr/>
              </p14:nvContentPartPr>
              <p14:xfrm>
                <a:off x="10525204" y="5048291"/>
                <a:ext cx="85320" cy="24336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65B56604-BBFE-7AC2-EC6A-8AC9A5494A0F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0507204" y="5030291"/>
                  <a:ext cx="12096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D0C737E1-1E27-E558-68E9-EDB7D672E2D2}"/>
                    </a:ext>
                  </a:extLst>
                </p14:cNvPr>
                <p14:cNvContentPartPr/>
                <p14:nvPr/>
              </p14:nvContentPartPr>
              <p14:xfrm>
                <a:off x="10689364" y="4899251"/>
                <a:ext cx="64800" cy="15084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D0C737E1-1E27-E558-68E9-EDB7D672E2D2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0671724" y="4881611"/>
                  <a:ext cx="100440" cy="186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8D1EE1C9-EE0D-8C73-D81D-C5342F82C307}"/>
              </a:ext>
            </a:extLst>
          </p:cNvPr>
          <p:cNvGrpSpPr/>
          <p:nvPr/>
        </p:nvGrpSpPr>
        <p:grpSpPr>
          <a:xfrm>
            <a:off x="7641244" y="5713931"/>
            <a:ext cx="452160" cy="306000"/>
            <a:chOff x="7641244" y="5713931"/>
            <a:chExt cx="452160" cy="306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7DD585D3-2262-BCBC-3E1B-01A420D92761}"/>
                    </a:ext>
                  </a:extLst>
                </p14:cNvPr>
                <p14:cNvContentPartPr/>
                <p14:nvPr/>
              </p14:nvContentPartPr>
              <p14:xfrm>
                <a:off x="7722964" y="5713931"/>
                <a:ext cx="39600" cy="30600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7DD585D3-2262-BCBC-3E1B-01A420D92761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7705324" y="5696291"/>
                  <a:ext cx="75240" cy="34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8C0ECCFF-5BE5-5908-66B9-F51CA9D15C94}"/>
                    </a:ext>
                  </a:extLst>
                </p14:cNvPr>
                <p14:cNvContentPartPr/>
                <p14:nvPr/>
              </p14:nvContentPartPr>
              <p14:xfrm>
                <a:off x="7641244" y="5884211"/>
                <a:ext cx="115200" cy="3852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8C0ECCFF-5BE5-5908-66B9-F51CA9D15C94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7623244" y="5866211"/>
                  <a:ext cx="15084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118C2CCF-4126-07CB-9FA6-B3AE585B928A}"/>
                    </a:ext>
                  </a:extLst>
                </p14:cNvPr>
                <p14:cNvContentPartPr/>
                <p14:nvPr/>
              </p14:nvContentPartPr>
              <p14:xfrm>
                <a:off x="7909084" y="5857571"/>
                <a:ext cx="57240" cy="10548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118C2CCF-4126-07CB-9FA6-B3AE585B928A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7891444" y="5839571"/>
                  <a:ext cx="9288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CAF24331-95D7-06C6-D12D-D0DF2826E999}"/>
                    </a:ext>
                  </a:extLst>
                </p14:cNvPr>
                <p14:cNvContentPartPr/>
                <p14:nvPr/>
              </p14:nvContentPartPr>
              <p14:xfrm>
                <a:off x="8053084" y="5866931"/>
                <a:ext cx="40320" cy="7848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CAF24331-95D7-06C6-D12D-D0DF2826E999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8035444" y="5849291"/>
                  <a:ext cx="75960" cy="11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2BBCE0BE-81D1-B135-1F41-A643F1BF76D7}"/>
              </a:ext>
            </a:extLst>
          </p:cNvPr>
          <p:cNvGrpSpPr/>
          <p:nvPr/>
        </p:nvGrpSpPr>
        <p:grpSpPr>
          <a:xfrm>
            <a:off x="8565364" y="5720051"/>
            <a:ext cx="789120" cy="300600"/>
            <a:chOff x="8565364" y="5720051"/>
            <a:chExt cx="789120" cy="300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F3D71F1E-3A63-5233-EF28-B646149B6185}"/>
                    </a:ext>
                  </a:extLst>
                </p14:cNvPr>
                <p14:cNvContentPartPr/>
                <p14:nvPr/>
              </p14:nvContentPartPr>
              <p14:xfrm>
                <a:off x="8565364" y="5720051"/>
                <a:ext cx="113400" cy="24660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F3D71F1E-3A63-5233-EF28-B646149B6185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8547364" y="5702411"/>
                  <a:ext cx="14904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D170F84A-6229-97A9-4D56-3F51117CC20B}"/>
                    </a:ext>
                  </a:extLst>
                </p14:cNvPr>
                <p14:cNvContentPartPr/>
                <p14:nvPr/>
              </p14:nvContentPartPr>
              <p14:xfrm>
                <a:off x="8584084" y="5855411"/>
                <a:ext cx="163800" cy="9504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D170F84A-6229-97A9-4D56-3F51117CC20B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8566444" y="5837771"/>
                  <a:ext cx="19944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87FCD4CC-A808-245C-287E-688FEA41F703}"/>
                    </a:ext>
                  </a:extLst>
                </p14:cNvPr>
                <p14:cNvContentPartPr/>
                <p14:nvPr/>
              </p14:nvContentPartPr>
              <p14:xfrm>
                <a:off x="8829964" y="5840651"/>
                <a:ext cx="92520" cy="11232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87FCD4CC-A808-245C-287E-688FEA41F703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8812324" y="5823011"/>
                  <a:ext cx="12816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4E0AB5D7-95A5-F4A4-D59A-526E5BE6330C}"/>
                    </a:ext>
                  </a:extLst>
                </p14:cNvPr>
                <p14:cNvContentPartPr/>
                <p14:nvPr/>
              </p14:nvContentPartPr>
              <p14:xfrm>
                <a:off x="9022564" y="5824091"/>
                <a:ext cx="95400" cy="15336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4E0AB5D7-95A5-F4A4-D59A-526E5BE6330C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9004564" y="5806091"/>
                  <a:ext cx="13104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9DF98FB5-CFB8-5FA1-7AA1-9E1BE3461A68}"/>
                    </a:ext>
                  </a:extLst>
                </p14:cNvPr>
                <p14:cNvContentPartPr/>
                <p14:nvPr/>
              </p14:nvContentPartPr>
              <p14:xfrm>
                <a:off x="9240364" y="5778371"/>
                <a:ext cx="83160" cy="24228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9DF98FB5-CFB8-5FA1-7AA1-9E1BE3461A68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9222724" y="5760371"/>
                  <a:ext cx="11880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C2DB1901-B0E4-46BD-2DB6-8050E62681E3}"/>
                    </a:ext>
                  </a:extLst>
                </p14:cNvPr>
                <p14:cNvContentPartPr/>
                <p14:nvPr/>
              </p14:nvContentPartPr>
              <p14:xfrm>
                <a:off x="9221284" y="5851091"/>
                <a:ext cx="133200" cy="7380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C2DB1901-B0E4-46BD-2DB6-8050E62681E3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9203644" y="5833451"/>
                  <a:ext cx="168840" cy="10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9" name="Group 188">
            <a:extLst>
              <a:ext uri="{FF2B5EF4-FFF2-40B4-BE49-F238E27FC236}">
                <a16:creationId xmlns:a16="http://schemas.microsoft.com/office/drawing/2014/main" id="{95D9BD36-9434-AAFE-292C-F04C68D47F18}"/>
              </a:ext>
            </a:extLst>
          </p:cNvPr>
          <p:cNvGrpSpPr/>
          <p:nvPr/>
        </p:nvGrpSpPr>
        <p:grpSpPr>
          <a:xfrm>
            <a:off x="9789724" y="5806451"/>
            <a:ext cx="1311480" cy="298080"/>
            <a:chOff x="9789724" y="5806451"/>
            <a:chExt cx="1311480" cy="298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8870EF36-5BD6-4D41-7A45-05C4140E7072}"/>
                    </a:ext>
                  </a:extLst>
                </p14:cNvPr>
                <p14:cNvContentPartPr/>
                <p14:nvPr/>
              </p14:nvContentPartPr>
              <p14:xfrm>
                <a:off x="9789724" y="5857571"/>
                <a:ext cx="152280" cy="9648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8870EF36-5BD6-4D41-7A45-05C4140E7072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9772084" y="5839931"/>
                  <a:ext cx="18792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C01818AD-17A0-61B9-CD35-9FC542EB293D}"/>
                    </a:ext>
                  </a:extLst>
                </p14:cNvPr>
                <p14:cNvContentPartPr/>
                <p14:nvPr/>
              </p14:nvContentPartPr>
              <p14:xfrm>
                <a:off x="10029124" y="5815451"/>
                <a:ext cx="105480" cy="9756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C01818AD-17A0-61B9-CD35-9FC542EB293D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0011124" y="5797451"/>
                  <a:ext cx="14112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26CCC364-B30E-009B-D4AF-46FE5C3A75E9}"/>
                    </a:ext>
                  </a:extLst>
                </p14:cNvPr>
                <p14:cNvContentPartPr/>
                <p14:nvPr/>
              </p14:nvContentPartPr>
              <p14:xfrm>
                <a:off x="10177084" y="5808971"/>
                <a:ext cx="66960" cy="10476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26CCC364-B30E-009B-D4AF-46FE5C3A75E9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0159084" y="5790971"/>
                  <a:ext cx="10260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88BDF077-E2B3-7EFC-BCE3-3B0938AA14BD}"/>
                    </a:ext>
                  </a:extLst>
                </p14:cNvPr>
                <p14:cNvContentPartPr/>
                <p14:nvPr/>
              </p14:nvContentPartPr>
              <p14:xfrm>
                <a:off x="10299484" y="5833451"/>
                <a:ext cx="95040" cy="7812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88BDF077-E2B3-7EFC-BCE3-3B0938AA14BD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0281844" y="5815811"/>
                  <a:ext cx="13068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8A662EC3-EC43-08AF-9A83-D683BAEBE1CC}"/>
                    </a:ext>
                  </a:extLst>
                </p14:cNvPr>
                <p14:cNvContentPartPr/>
                <p14:nvPr/>
              </p14:nvContentPartPr>
              <p14:xfrm>
                <a:off x="10396324" y="5806451"/>
                <a:ext cx="39960" cy="12420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8A662EC3-EC43-08AF-9A83-D683BAEBE1CC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378324" y="5788811"/>
                  <a:ext cx="7560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66A46D43-02CF-6A1E-56BE-A6358B182F6C}"/>
                    </a:ext>
                  </a:extLst>
                </p14:cNvPr>
                <p14:cNvContentPartPr/>
                <p14:nvPr/>
              </p14:nvContentPartPr>
              <p14:xfrm>
                <a:off x="10493164" y="5828771"/>
                <a:ext cx="91080" cy="9252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66A46D43-02CF-6A1E-56BE-A6358B182F6C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0475524" y="5811131"/>
                  <a:ext cx="12672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5A42B2BD-32A1-3D37-63B4-5AB56FF8E098}"/>
                    </a:ext>
                  </a:extLst>
                </p14:cNvPr>
                <p14:cNvContentPartPr/>
                <p14:nvPr/>
              </p14:nvContentPartPr>
              <p14:xfrm>
                <a:off x="10641484" y="5808611"/>
                <a:ext cx="130320" cy="8280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5A42B2BD-32A1-3D37-63B4-5AB56FF8E098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0623484" y="5790611"/>
                  <a:ext cx="16596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FDF0C188-0E94-4C74-D110-1D54282169C8}"/>
                    </a:ext>
                  </a:extLst>
                </p14:cNvPr>
                <p14:cNvContentPartPr/>
                <p14:nvPr/>
              </p14:nvContentPartPr>
              <p14:xfrm>
                <a:off x="10845964" y="5816531"/>
                <a:ext cx="206640" cy="28800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FDF0C188-0E94-4C74-D110-1D54282169C8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0828324" y="5798891"/>
                  <a:ext cx="24228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2B7419C5-DD23-46A3-D4BC-D5772412D07A}"/>
                    </a:ext>
                  </a:extLst>
                </p14:cNvPr>
                <p14:cNvContentPartPr/>
                <p14:nvPr/>
              </p14:nvContentPartPr>
              <p14:xfrm>
                <a:off x="11088244" y="5949371"/>
                <a:ext cx="12960" cy="504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2B7419C5-DD23-46A3-D4BC-D5772412D07A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1070244" y="5931731"/>
                  <a:ext cx="48600" cy="40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EECDCE43-2A88-F05B-3683-9CE31E7CF6C1}"/>
              </a:ext>
            </a:extLst>
          </p:cNvPr>
          <p:cNvGrpSpPr/>
          <p:nvPr/>
        </p:nvGrpSpPr>
        <p:grpSpPr>
          <a:xfrm>
            <a:off x="8807284" y="4715651"/>
            <a:ext cx="1428480" cy="829080"/>
            <a:chOff x="8807284" y="4715651"/>
            <a:chExt cx="1428480" cy="829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12F10D02-1884-D091-412B-387380553F94}"/>
                    </a:ext>
                  </a:extLst>
                </p14:cNvPr>
                <p14:cNvContentPartPr/>
                <p14:nvPr/>
              </p14:nvContentPartPr>
              <p14:xfrm>
                <a:off x="8807284" y="5007251"/>
                <a:ext cx="106200" cy="24156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12F10D02-1884-D091-412B-387380553F94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8789644" y="4989611"/>
                  <a:ext cx="14184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63950A3E-3765-EF11-C58D-A6DFF8F59D5E}"/>
                    </a:ext>
                  </a:extLst>
                </p14:cNvPr>
                <p14:cNvContentPartPr/>
                <p14:nvPr/>
              </p14:nvContentPartPr>
              <p14:xfrm>
                <a:off x="8828524" y="5135051"/>
                <a:ext cx="136800" cy="10764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63950A3E-3765-EF11-C58D-A6DFF8F59D5E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8810884" y="5117051"/>
                  <a:ext cx="17244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6867239A-21B9-25DD-4330-FC07549240F7}"/>
                    </a:ext>
                  </a:extLst>
                </p14:cNvPr>
                <p14:cNvContentPartPr/>
                <p14:nvPr/>
              </p14:nvContentPartPr>
              <p14:xfrm>
                <a:off x="9028324" y="5104091"/>
                <a:ext cx="83520" cy="13644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6867239A-21B9-25DD-4330-FC07549240F7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9010324" y="5086091"/>
                  <a:ext cx="11916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908E155E-C37C-B8CA-CADF-CCD791639143}"/>
                    </a:ext>
                  </a:extLst>
                </p14:cNvPr>
                <p14:cNvContentPartPr/>
                <p14:nvPr/>
              </p14:nvContentPartPr>
              <p14:xfrm>
                <a:off x="9207244" y="5114891"/>
                <a:ext cx="90720" cy="15804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908E155E-C37C-B8CA-CADF-CCD791639143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9189244" y="5097251"/>
                  <a:ext cx="12636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387064C2-BF8D-BB7D-0787-C8BCF3FE0393}"/>
                    </a:ext>
                  </a:extLst>
                </p14:cNvPr>
                <p14:cNvContentPartPr/>
                <p14:nvPr/>
              </p14:nvContentPartPr>
              <p14:xfrm>
                <a:off x="9360604" y="5053691"/>
                <a:ext cx="97560" cy="22860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387064C2-BF8D-BB7D-0787-C8BCF3FE0393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9342964" y="5035691"/>
                  <a:ext cx="133200" cy="26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FD0B103E-2CE0-F463-0ADC-26C96A7835ED}"/>
                    </a:ext>
                  </a:extLst>
                </p14:cNvPr>
                <p14:cNvContentPartPr/>
                <p14:nvPr/>
              </p14:nvContentPartPr>
              <p14:xfrm>
                <a:off x="9370684" y="5092211"/>
                <a:ext cx="149760" cy="9504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FD0B103E-2CE0-F463-0ADC-26C96A7835ED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9353044" y="5074571"/>
                  <a:ext cx="18540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98D475A7-58CD-8432-51A1-B18E2DE6B428}"/>
                    </a:ext>
                  </a:extLst>
                </p14:cNvPr>
                <p14:cNvContentPartPr/>
                <p14:nvPr/>
              </p14:nvContentPartPr>
              <p14:xfrm>
                <a:off x="9817084" y="5126771"/>
                <a:ext cx="271440" cy="15408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98D475A7-58CD-8432-51A1-B18E2DE6B428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9799084" y="5108771"/>
                  <a:ext cx="30708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1655AE65-EED1-29B2-047A-7EFE6C59FF16}"/>
                    </a:ext>
                  </a:extLst>
                </p14:cNvPr>
                <p14:cNvContentPartPr/>
                <p14:nvPr/>
              </p14:nvContentPartPr>
              <p14:xfrm>
                <a:off x="10189684" y="5184371"/>
                <a:ext cx="46080" cy="13140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1655AE65-EED1-29B2-047A-7EFE6C59FF16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0171684" y="5166371"/>
                  <a:ext cx="8172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953E677-5D71-9FF3-BC89-159AEE5A83DA}"/>
                    </a:ext>
                  </a:extLst>
                </p14:cNvPr>
                <p14:cNvContentPartPr/>
                <p14:nvPr/>
              </p14:nvContentPartPr>
              <p14:xfrm>
                <a:off x="10136044" y="4964051"/>
                <a:ext cx="30600" cy="4140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953E677-5D71-9FF3-BC89-159AEE5A83DA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0118044" y="4946411"/>
                  <a:ext cx="6624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DD7CAFF3-5CC3-1B52-3B80-B5D8A91FDEF7}"/>
                    </a:ext>
                  </a:extLst>
                </p14:cNvPr>
                <p14:cNvContentPartPr/>
                <p14:nvPr/>
              </p14:nvContentPartPr>
              <p14:xfrm>
                <a:off x="9531964" y="5103011"/>
                <a:ext cx="112320" cy="20880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DD7CAFF3-5CC3-1B52-3B80-B5D8A91FDEF7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9514324" y="5085011"/>
                  <a:ext cx="14796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7DA8200A-201C-F512-9AD4-48C380B285B3}"/>
                    </a:ext>
                  </a:extLst>
                </p14:cNvPr>
                <p14:cNvContentPartPr/>
                <p14:nvPr/>
              </p14:nvContentPartPr>
              <p14:xfrm>
                <a:off x="9739684" y="5287331"/>
                <a:ext cx="40680" cy="8784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7DA8200A-201C-F512-9AD4-48C380B285B3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9722044" y="5269691"/>
                  <a:ext cx="7632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87004225-8356-3C30-9C96-F6D9EA392798}"/>
                    </a:ext>
                  </a:extLst>
                </p14:cNvPr>
                <p14:cNvContentPartPr/>
                <p14:nvPr/>
              </p14:nvContentPartPr>
              <p14:xfrm>
                <a:off x="9753724" y="5070611"/>
                <a:ext cx="12960" cy="2124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87004225-8356-3C30-9C96-F6D9EA392798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9736084" y="5052611"/>
                  <a:ext cx="4860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C0C964CF-DCC6-3E90-ACD4-1DC357EEF4DC}"/>
                    </a:ext>
                  </a:extLst>
                </p14:cNvPr>
                <p14:cNvContentPartPr/>
                <p14:nvPr/>
              </p14:nvContentPartPr>
              <p14:xfrm>
                <a:off x="9441964" y="4715651"/>
                <a:ext cx="311400" cy="82908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C0C964CF-DCC6-3E90-ACD4-1DC357EEF4DC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9424324" y="4697651"/>
                  <a:ext cx="347040" cy="86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6E80FAE2-475E-991C-64DA-3BF357C39FDA}"/>
              </a:ext>
            </a:extLst>
          </p:cNvPr>
          <p:cNvGrpSpPr/>
          <p:nvPr/>
        </p:nvGrpSpPr>
        <p:grpSpPr>
          <a:xfrm>
            <a:off x="11027404" y="4857491"/>
            <a:ext cx="348120" cy="629280"/>
            <a:chOff x="11027404" y="4857491"/>
            <a:chExt cx="348120" cy="629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3AB75709-A3FE-4BD6-5BF6-B53926ADE0B0}"/>
                    </a:ext>
                  </a:extLst>
                </p14:cNvPr>
                <p14:cNvContentPartPr/>
                <p14:nvPr/>
              </p14:nvContentPartPr>
              <p14:xfrm>
                <a:off x="11027404" y="5057291"/>
                <a:ext cx="56880" cy="23040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3AB75709-A3FE-4BD6-5BF6-B53926ADE0B0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1009764" y="5039291"/>
                  <a:ext cx="9252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E096F45D-E0DE-A2E5-5F3F-31A1B5442C4F}"/>
                    </a:ext>
                  </a:extLst>
                </p14:cNvPr>
                <p14:cNvContentPartPr/>
                <p14:nvPr/>
              </p14:nvContentPartPr>
              <p14:xfrm>
                <a:off x="11037124" y="5148011"/>
                <a:ext cx="153720" cy="14832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E096F45D-E0DE-A2E5-5F3F-31A1B5442C4F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1019124" y="5130011"/>
                  <a:ext cx="18936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335BC990-0D18-7806-804A-4C01C24387E9}"/>
                    </a:ext>
                  </a:extLst>
                </p14:cNvPr>
                <p14:cNvContentPartPr/>
                <p14:nvPr/>
              </p14:nvContentPartPr>
              <p14:xfrm>
                <a:off x="11214244" y="4857491"/>
                <a:ext cx="161280" cy="62928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335BC990-0D18-7806-804A-4C01C24387E9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1196244" y="4839851"/>
                  <a:ext cx="196920" cy="664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140986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6279F-FBE6-346D-1A97-A0939ED27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65644D54-AC9F-76C0-6CBB-F60FBF3945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60" dirty="0"/>
              <a:t>Fundamental</a:t>
            </a:r>
            <a:r>
              <a:rPr spc="114" dirty="0"/>
              <a:t> </a:t>
            </a:r>
            <a:r>
              <a:rPr spc="55" dirty="0"/>
              <a:t>Unit</a:t>
            </a:r>
            <a:r>
              <a:rPr spc="155" dirty="0"/>
              <a:t> </a:t>
            </a:r>
            <a:r>
              <a:rPr dirty="0"/>
              <a:t>of</a:t>
            </a:r>
            <a:r>
              <a:rPr spc="150" dirty="0"/>
              <a:t> </a:t>
            </a:r>
            <a:r>
              <a:rPr dirty="0"/>
              <a:t>a</a:t>
            </a:r>
            <a:r>
              <a:rPr spc="140" dirty="0"/>
              <a:t> </a:t>
            </a:r>
            <a:r>
              <a:rPr spc="55" dirty="0"/>
              <a:t>Neural</a:t>
            </a:r>
            <a:r>
              <a:rPr spc="125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75CAF3CE-7765-69DF-04D0-45B93E83E86E}"/>
              </a:ext>
            </a:extLst>
          </p:cNvPr>
          <p:cNvSpPr txBox="1"/>
          <p:nvPr/>
        </p:nvSpPr>
        <p:spPr>
          <a:xfrm>
            <a:off x="717905" y="4057378"/>
            <a:ext cx="8677275" cy="2130425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2154555">
              <a:lnSpc>
                <a:spcPct val="100000"/>
              </a:lnSpc>
              <a:spcBef>
                <a:spcPts val="1300"/>
              </a:spcBef>
            </a:pPr>
            <a:r>
              <a:rPr sz="1800" b="1" i="1" dirty="0">
                <a:latin typeface="Calibri"/>
                <a:cs typeface="Calibri"/>
              </a:rPr>
              <a:t>Mathematical</a:t>
            </a:r>
            <a:r>
              <a:rPr sz="1800" b="1" i="1" spc="-3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Definition</a:t>
            </a:r>
            <a:r>
              <a:rPr sz="1800" b="1" i="1" spc="-2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Y</a:t>
            </a:r>
            <a:r>
              <a:rPr sz="1800" b="1" i="1" spc="-1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=</a:t>
            </a:r>
            <a:r>
              <a:rPr sz="1800" b="1" i="1" spc="-1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f(w1*x1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w2*x2</a:t>
            </a:r>
            <a:r>
              <a:rPr sz="1800" b="1" i="1" spc="-2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w3*x3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spc="-25" dirty="0">
                <a:latin typeface="Calibri"/>
                <a:cs typeface="Calibri"/>
              </a:rPr>
              <a:t>b)</a:t>
            </a:r>
            <a:endParaRPr sz="1800">
              <a:latin typeface="Calibri"/>
              <a:cs typeface="Calibri"/>
            </a:endParaRPr>
          </a:p>
          <a:p>
            <a:pPr marL="278130" indent="-227329">
              <a:lnSpc>
                <a:spcPts val="2775"/>
              </a:lnSpc>
              <a:spcBef>
                <a:spcPts val="1600"/>
              </a:spcBef>
              <a:buFont typeface="Arial"/>
              <a:buChar char="•"/>
              <a:tabLst>
                <a:tab pos="278130" algn="l"/>
              </a:tabLst>
            </a:pPr>
            <a:r>
              <a:rPr sz="2400" spc="70" dirty="0">
                <a:latin typeface="Calibri"/>
                <a:cs typeface="Calibri"/>
              </a:rPr>
              <a:t>The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above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fundamental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unit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neural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network</a:t>
            </a:r>
            <a:endParaRPr sz="2400">
              <a:latin typeface="Calibri"/>
              <a:cs typeface="Calibri"/>
            </a:endParaRPr>
          </a:p>
          <a:p>
            <a:pPr marL="735965" lvl="1" indent="-227965">
              <a:lnSpc>
                <a:spcPts val="2180"/>
              </a:lnSpc>
              <a:buFont typeface="Arial"/>
              <a:buChar char="•"/>
              <a:tabLst>
                <a:tab pos="735965" algn="l"/>
              </a:tabLst>
            </a:pPr>
            <a:r>
              <a:rPr sz="2000" dirty="0">
                <a:latin typeface="Calibri"/>
                <a:cs typeface="Calibri"/>
              </a:rPr>
              <a:t>W</a:t>
            </a:r>
            <a:r>
              <a:rPr sz="1950" baseline="-21367" dirty="0">
                <a:latin typeface="Calibri"/>
                <a:cs typeface="Calibri"/>
              </a:rPr>
              <a:t>i</a:t>
            </a:r>
            <a:r>
              <a:rPr sz="1950" spc="540" baseline="-21367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refers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weights,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sometimes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spc="55" dirty="0">
                <a:latin typeface="Calibri"/>
                <a:cs typeface="Calibri"/>
              </a:rPr>
              <a:t>called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synaptic</a:t>
            </a:r>
            <a:r>
              <a:rPr sz="2000" spc="125" dirty="0">
                <a:latin typeface="Calibri"/>
                <a:cs typeface="Calibri"/>
              </a:rPr>
              <a:t> </a:t>
            </a:r>
            <a:r>
              <a:rPr sz="2000" spc="35" dirty="0">
                <a:latin typeface="Calibri"/>
                <a:cs typeface="Calibri"/>
              </a:rPr>
              <a:t>weights</a:t>
            </a:r>
            <a:endParaRPr sz="2000">
              <a:latin typeface="Calibri"/>
              <a:cs typeface="Calibri"/>
            </a:endParaRPr>
          </a:p>
          <a:p>
            <a:pPr marL="735965" lvl="1" indent="-227965">
              <a:lnSpc>
                <a:spcPts val="2180"/>
              </a:lnSpc>
              <a:buFont typeface="Arial"/>
              <a:buChar char="•"/>
              <a:tabLst>
                <a:tab pos="735965" algn="l"/>
              </a:tabLst>
            </a:pPr>
            <a:r>
              <a:rPr sz="2000" spc="60" dirty="0">
                <a:latin typeface="Calibri"/>
                <a:cs typeface="Calibri"/>
              </a:rPr>
              <a:t>The</a:t>
            </a:r>
            <a:r>
              <a:rPr sz="2000" spc="2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neuron</a:t>
            </a:r>
            <a:r>
              <a:rPr sz="2000" spc="190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is</a:t>
            </a:r>
            <a:r>
              <a:rPr sz="2000" spc="2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mathematical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function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that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connects</a:t>
            </a:r>
            <a:r>
              <a:rPr sz="2000" spc="2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inputs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22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outputs</a:t>
            </a:r>
            <a:endParaRPr sz="2000">
              <a:latin typeface="Calibri"/>
              <a:cs typeface="Calibri"/>
            </a:endParaRPr>
          </a:p>
          <a:p>
            <a:pPr marL="735965" lvl="1" indent="-227965">
              <a:lnSpc>
                <a:spcPts val="2185"/>
              </a:lnSpc>
              <a:buFont typeface="Arial"/>
              <a:buChar char="•"/>
              <a:tabLst>
                <a:tab pos="735965" algn="l"/>
              </a:tabLst>
            </a:pPr>
            <a:r>
              <a:rPr sz="2000" spc="120" dirty="0">
                <a:latin typeface="Calibri"/>
                <a:cs typeface="Calibri"/>
              </a:rPr>
              <a:t>X</a:t>
            </a:r>
            <a:r>
              <a:rPr sz="1950" spc="179" baseline="-21367" dirty="0">
                <a:latin typeface="Calibri"/>
                <a:cs typeface="Calibri"/>
              </a:rPr>
              <a:t>i</a:t>
            </a:r>
            <a:r>
              <a:rPr sz="1950" spc="412" baseline="-21367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refers</a:t>
            </a:r>
            <a:r>
              <a:rPr sz="2000" spc="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0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9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inputs</a:t>
            </a:r>
            <a:endParaRPr sz="2000">
              <a:latin typeface="Calibri"/>
              <a:cs typeface="Calibri"/>
            </a:endParaRPr>
          </a:p>
          <a:p>
            <a:pPr marL="735965" lvl="1" indent="-227965">
              <a:lnSpc>
                <a:spcPts val="2295"/>
              </a:lnSpc>
              <a:buFont typeface="Arial"/>
              <a:buChar char="•"/>
              <a:tabLst>
                <a:tab pos="735965" algn="l"/>
              </a:tabLst>
            </a:pPr>
            <a:r>
              <a:rPr sz="2000" spc="135" dirty="0">
                <a:latin typeface="Calibri"/>
                <a:cs typeface="Calibri"/>
              </a:rPr>
              <a:t>Y</a:t>
            </a:r>
            <a:r>
              <a:rPr sz="2000" spc="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refers</a:t>
            </a:r>
            <a:r>
              <a:rPr sz="2000" spc="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0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0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output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E962C2B9-5EB8-3924-0D74-E88B5B82322D}"/>
              </a:ext>
            </a:extLst>
          </p:cNvPr>
          <p:cNvSpPr/>
          <p:nvPr/>
        </p:nvSpPr>
        <p:spPr>
          <a:xfrm>
            <a:off x="4765421" y="1461388"/>
            <a:ext cx="1670685" cy="1670685"/>
          </a:xfrm>
          <a:custGeom>
            <a:avLst/>
            <a:gdLst/>
            <a:ahLst/>
            <a:cxnLst/>
            <a:rect l="l" t="t" r="r" b="b"/>
            <a:pathLst>
              <a:path w="1670685" h="1670685">
                <a:moveTo>
                  <a:pt x="0" y="835278"/>
                </a:moveTo>
                <a:lnTo>
                  <a:pt x="1322" y="787885"/>
                </a:lnTo>
                <a:lnTo>
                  <a:pt x="5242" y="741184"/>
                </a:lnTo>
                <a:lnTo>
                  <a:pt x="11690" y="695246"/>
                </a:lnTo>
                <a:lnTo>
                  <a:pt x="20594" y="650143"/>
                </a:lnTo>
                <a:lnTo>
                  <a:pt x="31884" y="605944"/>
                </a:lnTo>
                <a:lnTo>
                  <a:pt x="45490" y="562721"/>
                </a:lnTo>
                <a:lnTo>
                  <a:pt x="61341" y="520543"/>
                </a:lnTo>
                <a:lnTo>
                  <a:pt x="79367" y="479482"/>
                </a:lnTo>
                <a:lnTo>
                  <a:pt x="99496" y="439607"/>
                </a:lnTo>
                <a:lnTo>
                  <a:pt x="121659" y="400990"/>
                </a:lnTo>
                <a:lnTo>
                  <a:pt x="145785" y="363701"/>
                </a:lnTo>
                <a:lnTo>
                  <a:pt x="171804" y="327810"/>
                </a:lnTo>
                <a:lnTo>
                  <a:pt x="199644" y="293389"/>
                </a:lnTo>
                <a:lnTo>
                  <a:pt x="229235" y="260507"/>
                </a:lnTo>
                <a:lnTo>
                  <a:pt x="260507" y="229235"/>
                </a:lnTo>
                <a:lnTo>
                  <a:pt x="293389" y="199644"/>
                </a:lnTo>
                <a:lnTo>
                  <a:pt x="327810" y="171804"/>
                </a:lnTo>
                <a:lnTo>
                  <a:pt x="363701" y="145785"/>
                </a:lnTo>
                <a:lnTo>
                  <a:pt x="400990" y="121659"/>
                </a:lnTo>
                <a:lnTo>
                  <a:pt x="439607" y="99496"/>
                </a:lnTo>
                <a:lnTo>
                  <a:pt x="479482" y="79367"/>
                </a:lnTo>
                <a:lnTo>
                  <a:pt x="520543" y="61341"/>
                </a:lnTo>
                <a:lnTo>
                  <a:pt x="562721" y="45490"/>
                </a:lnTo>
                <a:lnTo>
                  <a:pt x="605944" y="31884"/>
                </a:lnTo>
                <a:lnTo>
                  <a:pt x="650143" y="20594"/>
                </a:lnTo>
                <a:lnTo>
                  <a:pt x="695246" y="11690"/>
                </a:lnTo>
                <a:lnTo>
                  <a:pt x="741184" y="5242"/>
                </a:lnTo>
                <a:lnTo>
                  <a:pt x="787885" y="1322"/>
                </a:lnTo>
                <a:lnTo>
                  <a:pt x="835278" y="0"/>
                </a:lnTo>
                <a:lnTo>
                  <a:pt x="882672" y="1322"/>
                </a:lnTo>
                <a:lnTo>
                  <a:pt x="929373" y="5242"/>
                </a:lnTo>
                <a:lnTo>
                  <a:pt x="975311" y="11690"/>
                </a:lnTo>
                <a:lnTo>
                  <a:pt x="1020414" y="20594"/>
                </a:lnTo>
                <a:lnTo>
                  <a:pt x="1064613" y="31884"/>
                </a:lnTo>
                <a:lnTo>
                  <a:pt x="1107836" y="45490"/>
                </a:lnTo>
                <a:lnTo>
                  <a:pt x="1150014" y="61341"/>
                </a:lnTo>
                <a:lnTo>
                  <a:pt x="1191075" y="79367"/>
                </a:lnTo>
                <a:lnTo>
                  <a:pt x="1230950" y="99496"/>
                </a:lnTo>
                <a:lnTo>
                  <a:pt x="1269567" y="121659"/>
                </a:lnTo>
                <a:lnTo>
                  <a:pt x="1306856" y="145785"/>
                </a:lnTo>
                <a:lnTo>
                  <a:pt x="1342747" y="171804"/>
                </a:lnTo>
                <a:lnTo>
                  <a:pt x="1377168" y="199644"/>
                </a:lnTo>
                <a:lnTo>
                  <a:pt x="1410050" y="229235"/>
                </a:lnTo>
                <a:lnTo>
                  <a:pt x="1441322" y="260507"/>
                </a:lnTo>
                <a:lnTo>
                  <a:pt x="1470913" y="293389"/>
                </a:lnTo>
                <a:lnTo>
                  <a:pt x="1498753" y="327810"/>
                </a:lnTo>
                <a:lnTo>
                  <a:pt x="1524772" y="363701"/>
                </a:lnTo>
                <a:lnTo>
                  <a:pt x="1548898" y="400990"/>
                </a:lnTo>
                <a:lnTo>
                  <a:pt x="1571061" y="439607"/>
                </a:lnTo>
                <a:lnTo>
                  <a:pt x="1591190" y="479482"/>
                </a:lnTo>
                <a:lnTo>
                  <a:pt x="1609216" y="520543"/>
                </a:lnTo>
                <a:lnTo>
                  <a:pt x="1625067" y="562721"/>
                </a:lnTo>
                <a:lnTo>
                  <a:pt x="1638673" y="605944"/>
                </a:lnTo>
                <a:lnTo>
                  <a:pt x="1649963" y="650143"/>
                </a:lnTo>
                <a:lnTo>
                  <a:pt x="1658867" y="695246"/>
                </a:lnTo>
                <a:lnTo>
                  <a:pt x="1665315" y="741184"/>
                </a:lnTo>
                <a:lnTo>
                  <a:pt x="1669235" y="787885"/>
                </a:lnTo>
                <a:lnTo>
                  <a:pt x="1670557" y="835278"/>
                </a:lnTo>
                <a:lnTo>
                  <a:pt x="1669235" y="882672"/>
                </a:lnTo>
                <a:lnTo>
                  <a:pt x="1665315" y="929373"/>
                </a:lnTo>
                <a:lnTo>
                  <a:pt x="1658867" y="975311"/>
                </a:lnTo>
                <a:lnTo>
                  <a:pt x="1649963" y="1020414"/>
                </a:lnTo>
                <a:lnTo>
                  <a:pt x="1638673" y="1064613"/>
                </a:lnTo>
                <a:lnTo>
                  <a:pt x="1625067" y="1107836"/>
                </a:lnTo>
                <a:lnTo>
                  <a:pt x="1609216" y="1150014"/>
                </a:lnTo>
                <a:lnTo>
                  <a:pt x="1591190" y="1191075"/>
                </a:lnTo>
                <a:lnTo>
                  <a:pt x="1571061" y="1230950"/>
                </a:lnTo>
                <a:lnTo>
                  <a:pt x="1548898" y="1269567"/>
                </a:lnTo>
                <a:lnTo>
                  <a:pt x="1524772" y="1306856"/>
                </a:lnTo>
                <a:lnTo>
                  <a:pt x="1498753" y="1342747"/>
                </a:lnTo>
                <a:lnTo>
                  <a:pt x="1470913" y="1377168"/>
                </a:lnTo>
                <a:lnTo>
                  <a:pt x="1441322" y="1410050"/>
                </a:lnTo>
                <a:lnTo>
                  <a:pt x="1410050" y="1441322"/>
                </a:lnTo>
                <a:lnTo>
                  <a:pt x="1377168" y="1470913"/>
                </a:lnTo>
                <a:lnTo>
                  <a:pt x="1342747" y="1498753"/>
                </a:lnTo>
                <a:lnTo>
                  <a:pt x="1306856" y="1524772"/>
                </a:lnTo>
                <a:lnTo>
                  <a:pt x="1269567" y="1548898"/>
                </a:lnTo>
                <a:lnTo>
                  <a:pt x="1230950" y="1571061"/>
                </a:lnTo>
                <a:lnTo>
                  <a:pt x="1191075" y="1591190"/>
                </a:lnTo>
                <a:lnTo>
                  <a:pt x="1150014" y="1609216"/>
                </a:lnTo>
                <a:lnTo>
                  <a:pt x="1107836" y="1625067"/>
                </a:lnTo>
                <a:lnTo>
                  <a:pt x="1064613" y="1638673"/>
                </a:lnTo>
                <a:lnTo>
                  <a:pt x="1020414" y="1649963"/>
                </a:lnTo>
                <a:lnTo>
                  <a:pt x="975311" y="1658867"/>
                </a:lnTo>
                <a:lnTo>
                  <a:pt x="929373" y="1665315"/>
                </a:lnTo>
                <a:lnTo>
                  <a:pt x="882672" y="1669235"/>
                </a:lnTo>
                <a:lnTo>
                  <a:pt x="835278" y="1670558"/>
                </a:lnTo>
                <a:lnTo>
                  <a:pt x="787885" y="1669235"/>
                </a:lnTo>
                <a:lnTo>
                  <a:pt x="741184" y="1665315"/>
                </a:lnTo>
                <a:lnTo>
                  <a:pt x="695246" y="1658867"/>
                </a:lnTo>
                <a:lnTo>
                  <a:pt x="650143" y="1649963"/>
                </a:lnTo>
                <a:lnTo>
                  <a:pt x="605944" y="1638673"/>
                </a:lnTo>
                <a:lnTo>
                  <a:pt x="562721" y="1625067"/>
                </a:lnTo>
                <a:lnTo>
                  <a:pt x="520543" y="1609216"/>
                </a:lnTo>
                <a:lnTo>
                  <a:pt x="479482" y="1591190"/>
                </a:lnTo>
                <a:lnTo>
                  <a:pt x="439607" y="1571061"/>
                </a:lnTo>
                <a:lnTo>
                  <a:pt x="400990" y="1548898"/>
                </a:lnTo>
                <a:lnTo>
                  <a:pt x="363701" y="1524772"/>
                </a:lnTo>
                <a:lnTo>
                  <a:pt x="327810" y="1498753"/>
                </a:lnTo>
                <a:lnTo>
                  <a:pt x="293389" y="1470913"/>
                </a:lnTo>
                <a:lnTo>
                  <a:pt x="260507" y="1441322"/>
                </a:lnTo>
                <a:lnTo>
                  <a:pt x="229235" y="1410050"/>
                </a:lnTo>
                <a:lnTo>
                  <a:pt x="199644" y="1377168"/>
                </a:lnTo>
                <a:lnTo>
                  <a:pt x="171804" y="1342747"/>
                </a:lnTo>
                <a:lnTo>
                  <a:pt x="145785" y="1306856"/>
                </a:lnTo>
                <a:lnTo>
                  <a:pt x="121659" y="1269567"/>
                </a:lnTo>
                <a:lnTo>
                  <a:pt x="99496" y="1230950"/>
                </a:lnTo>
                <a:lnTo>
                  <a:pt x="79367" y="1191075"/>
                </a:lnTo>
                <a:lnTo>
                  <a:pt x="61341" y="1150014"/>
                </a:lnTo>
                <a:lnTo>
                  <a:pt x="45490" y="1107836"/>
                </a:lnTo>
                <a:lnTo>
                  <a:pt x="31884" y="1064613"/>
                </a:lnTo>
                <a:lnTo>
                  <a:pt x="20594" y="1020414"/>
                </a:lnTo>
                <a:lnTo>
                  <a:pt x="11690" y="975311"/>
                </a:lnTo>
                <a:lnTo>
                  <a:pt x="5242" y="929373"/>
                </a:lnTo>
                <a:lnTo>
                  <a:pt x="1322" y="882672"/>
                </a:lnTo>
                <a:lnTo>
                  <a:pt x="0" y="835278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F10E5200-90A4-BC33-3427-A9533AC0FECC}"/>
              </a:ext>
            </a:extLst>
          </p:cNvPr>
          <p:cNvSpPr txBox="1"/>
          <p:nvPr/>
        </p:nvSpPr>
        <p:spPr>
          <a:xfrm>
            <a:off x="5238115" y="2131516"/>
            <a:ext cx="72517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Neuron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A83F8538-2A90-A800-D4FB-4E1AD1934253}"/>
              </a:ext>
            </a:extLst>
          </p:cNvPr>
          <p:cNvSpPr/>
          <p:nvPr/>
        </p:nvSpPr>
        <p:spPr>
          <a:xfrm>
            <a:off x="3156458" y="1282572"/>
            <a:ext cx="4897755" cy="2028189"/>
          </a:xfrm>
          <a:custGeom>
            <a:avLst/>
            <a:gdLst/>
            <a:ahLst/>
            <a:cxnLst/>
            <a:rect l="l" t="t" r="r" b="b"/>
            <a:pathLst>
              <a:path w="4897755" h="2028189">
                <a:moveTo>
                  <a:pt x="1608963" y="1014095"/>
                </a:moveTo>
                <a:lnTo>
                  <a:pt x="1602613" y="1010920"/>
                </a:lnTo>
                <a:lnTo>
                  <a:pt x="1532763" y="975995"/>
                </a:lnTo>
                <a:lnTo>
                  <a:pt x="1532763" y="1010920"/>
                </a:lnTo>
                <a:lnTo>
                  <a:pt x="0" y="1010920"/>
                </a:lnTo>
                <a:lnTo>
                  <a:pt x="0" y="1017270"/>
                </a:lnTo>
                <a:lnTo>
                  <a:pt x="1532763" y="1017270"/>
                </a:lnTo>
                <a:lnTo>
                  <a:pt x="1532763" y="1052195"/>
                </a:lnTo>
                <a:lnTo>
                  <a:pt x="1602613" y="1017270"/>
                </a:lnTo>
                <a:lnTo>
                  <a:pt x="1608963" y="1014095"/>
                </a:lnTo>
                <a:close/>
              </a:path>
              <a:path w="4897755" h="2028189">
                <a:moveTo>
                  <a:pt x="1737868" y="524637"/>
                </a:moveTo>
                <a:lnTo>
                  <a:pt x="1720113" y="505841"/>
                </a:lnTo>
                <a:lnTo>
                  <a:pt x="1679448" y="462788"/>
                </a:lnTo>
                <a:lnTo>
                  <a:pt x="1667459" y="495554"/>
                </a:lnTo>
                <a:lnTo>
                  <a:pt x="308737" y="0"/>
                </a:lnTo>
                <a:lnTo>
                  <a:pt x="306578" y="5969"/>
                </a:lnTo>
                <a:lnTo>
                  <a:pt x="1665274" y="501510"/>
                </a:lnTo>
                <a:lnTo>
                  <a:pt x="1653286" y="534289"/>
                </a:lnTo>
                <a:lnTo>
                  <a:pt x="1737868" y="524637"/>
                </a:lnTo>
                <a:close/>
              </a:path>
              <a:path w="4897755" h="2028189">
                <a:moveTo>
                  <a:pt x="1749679" y="1540129"/>
                </a:moveTo>
                <a:lnTo>
                  <a:pt x="1664970" y="1530858"/>
                </a:lnTo>
                <a:lnTo>
                  <a:pt x="1677060" y="1563598"/>
                </a:lnTo>
                <a:lnTo>
                  <a:pt x="438531" y="2022221"/>
                </a:lnTo>
                <a:lnTo>
                  <a:pt x="440690" y="2028190"/>
                </a:lnTo>
                <a:lnTo>
                  <a:pt x="1679270" y="1569593"/>
                </a:lnTo>
                <a:lnTo>
                  <a:pt x="1691386" y="1602359"/>
                </a:lnTo>
                <a:lnTo>
                  <a:pt x="1731822" y="1559179"/>
                </a:lnTo>
                <a:lnTo>
                  <a:pt x="1749679" y="1540129"/>
                </a:lnTo>
                <a:close/>
              </a:path>
              <a:path w="4897755" h="2028189">
                <a:moveTo>
                  <a:pt x="4897628" y="1014095"/>
                </a:moveTo>
                <a:lnTo>
                  <a:pt x="4891278" y="1010920"/>
                </a:lnTo>
                <a:lnTo>
                  <a:pt x="4821428" y="975995"/>
                </a:lnTo>
                <a:lnTo>
                  <a:pt x="4821428" y="1010920"/>
                </a:lnTo>
                <a:lnTo>
                  <a:pt x="3288538" y="1010920"/>
                </a:lnTo>
                <a:lnTo>
                  <a:pt x="3288538" y="1017270"/>
                </a:lnTo>
                <a:lnTo>
                  <a:pt x="4821428" y="1017270"/>
                </a:lnTo>
                <a:lnTo>
                  <a:pt x="4821428" y="1052195"/>
                </a:lnTo>
                <a:lnTo>
                  <a:pt x="4891278" y="1017270"/>
                </a:lnTo>
                <a:lnTo>
                  <a:pt x="4897628" y="1014095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88F20D42-F936-4A51-540A-35D99C9F1B44}"/>
              </a:ext>
            </a:extLst>
          </p:cNvPr>
          <p:cNvSpPr txBox="1"/>
          <p:nvPr/>
        </p:nvSpPr>
        <p:spPr>
          <a:xfrm>
            <a:off x="2816098" y="2077592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x2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B3E908BB-E1BB-1B25-16C3-A433E652A364}"/>
              </a:ext>
            </a:extLst>
          </p:cNvPr>
          <p:cNvSpPr txBox="1"/>
          <p:nvPr/>
        </p:nvSpPr>
        <p:spPr>
          <a:xfrm>
            <a:off x="3235579" y="3187065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5AA234CA-A9DB-3C20-FCFF-928DAD647F3B}"/>
              </a:ext>
            </a:extLst>
          </p:cNvPr>
          <p:cNvSpPr txBox="1"/>
          <p:nvPr/>
        </p:nvSpPr>
        <p:spPr>
          <a:xfrm>
            <a:off x="3137154" y="1036446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x1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BC1281A2-AAB2-0735-58D0-59EF06561A8E}"/>
              </a:ext>
            </a:extLst>
          </p:cNvPr>
          <p:cNvSpPr txBox="1"/>
          <p:nvPr/>
        </p:nvSpPr>
        <p:spPr>
          <a:xfrm>
            <a:off x="7821930" y="1970023"/>
            <a:ext cx="1289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Calibri"/>
                <a:cs typeface="Calibri"/>
              </a:rPr>
              <a:t>y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1" name="object 11">
            <a:extLst>
              <a:ext uri="{FF2B5EF4-FFF2-40B4-BE49-F238E27FC236}">
                <a16:creationId xmlns:a16="http://schemas.microsoft.com/office/drawing/2014/main" id="{67775C34-4A6D-DE39-3AEA-CB55781DFC62}"/>
              </a:ext>
            </a:extLst>
          </p:cNvPr>
          <p:cNvGrpSpPr/>
          <p:nvPr/>
        </p:nvGrpSpPr>
        <p:grpSpPr>
          <a:xfrm>
            <a:off x="3835908" y="1220977"/>
            <a:ext cx="540385" cy="534670"/>
            <a:chOff x="3835908" y="1220977"/>
            <a:chExt cx="540385" cy="534670"/>
          </a:xfrm>
        </p:grpSpPr>
        <p:sp>
          <p:nvSpPr>
            <p:cNvPr id="12" name="object 12">
              <a:extLst>
                <a:ext uri="{FF2B5EF4-FFF2-40B4-BE49-F238E27FC236}">
                  <a16:creationId xmlns:a16="http://schemas.microsoft.com/office/drawing/2014/main" id="{5C86D909-11A2-792B-16F6-36EDB3A48A9B}"/>
                </a:ext>
              </a:extLst>
            </p:cNvPr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6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7804B995-3E91-21C1-3258-81C1BC63C4D7}"/>
                </a:ext>
              </a:extLst>
            </p:cNvPr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6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>
            <a:extLst>
              <a:ext uri="{FF2B5EF4-FFF2-40B4-BE49-F238E27FC236}">
                <a16:creationId xmlns:a16="http://schemas.microsoft.com/office/drawing/2014/main" id="{D980D7E8-AD2A-DA05-9960-360E829950E0}"/>
              </a:ext>
            </a:extLst>
          </p:cNvPr>
          <p:cNvSpPr txBox="1"/>
          <p:nvPr/>
        </p:nvSpPr>
        <p:spPr>
          <a:xfrm>
            <a:off x="4000880" y="1375409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w1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5" name="object 15">
            <a:extLst>
              <a:ext uri="{FF2B5EF4-FFF2-40B4-BE49-F238E27FC236}">
                <a16:creationId xmlns:a16="http://schemas.microsoft.com/office/drawing/2014/main" id="{5286F62E-C37B-C0A6-3919-BFC9BAE6216F}"/>
              </a:ext>
            </a:extLst>
          </p:cNvPr>
          <p:cNvGrpSpPr/>
          <p:nvPr/>
        </p:nvGrpSpPr>
        <p:grpSpPr>
          <a:xfrm>
            <a:off x="3801998" y="2006219"/>
            <a:ext cx="540385" cy="534670"/>
            <a:chOff x="3801998" y="2006219"/>
            <a:chExt cx="540385" cy="534670"/>
          </a:xfrm>
        </p:grpSpPr>
        <p:sp>
          <p:nvSpPr>
            <p:cNvPr id="16" name="object 16">
              <a:extLst>
                <a:ext uri="{FF2B5EF4-FFF2-40B4-BE49-F238E27FC236}">
                  <a16:creationId xmlns:a16="http://schemas.microsoft.com/office/drawing/2014/main" id="{2A8D4373-2075-AD29-EC2E-DB6C4CDC53C4}"/>
                </a:ext>
              </a:extLst>
            </p:cNvPr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7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7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F3D99C49-5EA9-12E6-DA07-F75CA17ED439}"/>
                </a:ext>
              </a:extLst>
            </p:cNvPr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7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8" y="260857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>
            <a:extLst>
              <a:ext uri="{FF2B5EF4-FFF2-40B4-BE49-F238E27FC236}">
                <a16:creationId xmlns:a16="http://schemas.microsoft.com/office/drawing/2014/main" id="{8169C9B8-1759-D3EA-EFA1-B4230D272104}"/>
              </a:ext>
            </a:extLst>
          </p:cNvPr>
          <p:cNvSpPr txBox="1"/>
          <p:nvPr/>
        </p:nvSpPr>
        <p:spPr>
          <a:xfrm>
            <a:off x="3967098" y="2160523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w2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9" name="object 19">
            <a:extLst>
              <a:ext uri="{FF2B5EF4-FFF2-40B4-BE49-F238E27FC236}">
                <a16:creationId xmlns:a16="http://schemas.microsoft.com/office/drawing/2014/main" id="{287F054C-1FB7-A0CA-DF23-D632127E1026}"/>
              </a:ext>
            </a:extLst>
          </p:cNvPr>
          <p:cNvGrpSpPr/>
          <p:nvPr/>
        </p:nvGrpSpPr>
        <p:grpSpPr>
          <a:xfrm>
            <a:off x="3910584" y="2809239"/>
            <a:ext cx="540385" cy="534670"/>
            <a:chOff x="3910584" y="2809239"/>
            <a:chExt cx="540385" cy="534670"/>
          </a:xfrm>
        </p:grpSpPr>
        <p:sp>
          <p:nvSpPr>
            <p:cNvPr id="20" name="object 20">
              <a:extLst>
                <a:ext uri="{FF2B5EF4-FFF2-40B4-BE49-F238E27FC236}">
                  <a16:creationId xmlns:a16="http://schemas.microsoft.com/office/drawing/2014/main" id="{B624C89A-278A-E19C-B648-C520C9014A0D}"/>
                </a:ext>
              </a:extLst>
            </p:cNvPr>
            <p:cNvSpPr/>
            <p:nvPr/>
          </p:nvSpPr>
          <p:spPr>
            <a:xfrm>
              <a:off x="3916934" y="281558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>
              <a:extLst>
                <a:ext uri="{FF2B5EF4-FFF2-40B4-BE49-F238E27FC236}">
                  <a16:creationId xmlns:a16="http://schemas.microsoft.com/office/drawing/2014/main" id="{E53B9C9A-86D6-29CF-8D09-878760C24256}"/>
                </a:ext>
              </a:extLst>
            </p:cNvPr>
            <p:cNvSpPr/>
            <p:nvPr/>
          </p:nvSpPr>
          <p:spPr>
            <a:xfrm>
              <a:off x="3916934" y="281558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>
            <a:extLst>
              <a:ext uri="{FF2B5EF4-FFF2-40B4-BE49-F238E27FC236}">
                <a16:creationId xmlns:a16="http://schemas.microsoft.com/office/drawing/2014/main" id="{16F3EF87-ACA7-0714-27E6-529709628473}"/>
              </a:ext>
            </a:extLst>
          </p:cNvPr>
          <p:cNvSpPr txBox="1"/>
          <p:nvPr/>
        </p:nvSpPr>
        <p:spPr>
          <a:xfrm>
            <a:off x="4075557" y="2963366"/>
            <a:ext cx="210185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w3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90566528-F656-99BA-2A4F-D5B132F91DC0}"/>
              </a:ext>
            </a:extLst>
          </p:cNvPr>
          <p:cNvSpPr/>
          <p:nvPr/>
        </p:nvSpPr>
        <p:spPr>
          <a:xfrm>
            <a:off x="592010" y="4584827"/>
            <a:ext cx="11008360" cy="0"/>
          </a:xfrm>
          <a:custGeom>
            <a:avLst/>
            <a:gdLst/>
            <a:ahLst/>
            <a:cxnLst/>
            <a:rect l="l" t="t" r="r" b="b"/>
            <a:pathLst>
              <a:path w="11008360">
                <a:moveTo>
                  <a:pt x="0" y="0"/>
                </a:moveTo>
                <a:lnTo>
                  <a:pt x="11007915" y="0"/>
                </a:lnTo>
              </a:path>
            </a:pathLst>
          </a:custGeom>
          <a:ln w="6350">
            <a:solidFill>
              <a:srgbClr val="5B9BD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EA77D28B-175D-D56D-DD9E-4BD11FB7C409}"/>
              </a:ext>
            </a:extLst>
          </p:cNvPr>
          <p:cNvGrpSpPr/>
          <p:nvPr/>
        </p:nvGrpSpPr>
        <p:grpSpPr>
          <a:xfrm>
            <a:off x="8446820" y="1472960"/>
            <a:ext cx="2986920" cy="3306240"/>
            <a:chOff x="8446820" y="1472960"/>
            <a:chExt cx="2986920" cy="330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51D83A6-8B13-63C4-8ACF-9393818B047A}"/>
                    </a:ext>
                  </a:extLst>
                </p14:cNvPr>
                <p14:cNvContentPartPr/>
                <p14:nvPr/>
              </p14:nvContentPartPr>
              <p14:xfrm>
                <a:off x="9205700" y="1472960"/>
                <a:ext cx="1250280" cy="9324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51D83A6-8B13-63C4-8ACF-9393818B047A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187700" y="1454960"/>
                  <a:ext cx="1285920" cy="9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FDF1CD7-C156-79CE-D25E-6008A9E83FAD}"/>
                    </a:ext>
                  </a:extLst>
                </p14:cNvPr>
                <p14:cNvContentPartPr/>
                <p14:nvPr/>
              </p14:nvContentPartPr>
              <p14:xfrm>
                <a:off x="9555980" y="1712720"/>
                <a:ext cx="199800" cy="3114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FDF1CD7-C156-79CE-D25E-6008A9E83FA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537948" y="1694720"/>
                  <a:ext cx="235504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52CDAB2D-F5A8-79F0-5367-2ED7361E6DBB}"/>
                    </a:ext>
                  </a:extLst>
                </p14:cNvPr>
                <p14:cNvContentPartPr/>
                <p14:nvPr/>
              </p14:nvContentPartPr>
              <p14:xfrm>
                <a:off x="9654620" y="2402840"/>
                <a:ext cx="216720" cy="18698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52CDAB2D-F5A8-79F0-5367-2ED7361E6DB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636620" y="2384837"/>
                  <a:ext cx="252360" cy="190548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8BA4595-619A-1133-E314-574EA819CB57}"/>
                    </a:ext>
                  </a:extLst>
                </p14:cNvPr>
                <p14:cNvContentPartPr/>
                <p14:nvPr/>
              </p14:nvContentPartPr>
              <p14:xfrm>
                <a:off x="9118220" y="2713160"/>
                <a:ext cx="422280" cy="3924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8BA4595-619A-1133-E314-574EA819CB5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9100205" y="2695176"/>
                  <a:ext cx="457950" cy="42800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16AA4E4-6AD0-284C-343E-CF69AE2F5AA9}"/>
                    </a:ext>
                  </a:extLst>
                </p14:cNvPr>
                <p14:cNvContentPartPr/>
                <p14:nvPr/>
              </p14:nvContentPartPr>
              <p14:xfrm>
                <a:off x="9698900" y="2857160"/>
                <a:ext cx="870480" cy="2008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16AA4E4-6AD0-284C-343E-CF69AE2F5AA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680907" y="2839160"/>
                  <a:ext cx="906105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D477242-4822-DCBE-B853-4B8E02E716AB}"/>
                    </a:ext>
                  </a:extLst>
                </p14:cNvPr>
                <p14:cNvContentPartPr/>
                <p14:nvPr/>
              </p14:nvContentPartPr>
              <p14:xfrm>
                <a:off x="9375260" y="3451880"/>
                <a:ext cx="420840" cy="4950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D477242-4822-DCBE-B853-4B8E02E716A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357245" y="3433880"/>
                  <a:ext cx="456511" cy="53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B1FCFDD-D4A3-77D6-E195-F0FF5CA60D46}"/>
                    </a:ext>
                  </a:extLst>
                </p14:cNvPr>
                <p14:cNvContentPartPr/>
                <p14:nvPr/>
              </p14:nvContentPartPr>
              <p14:xfrm>
                <a:off x="9812660" y="3697400"/>
                <a:ext cx="466200" cy="1594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B1FCFDD-D4A3-77D6-E195-F0FF5CA60D46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794660" y="3679400"/>
                  <a:ext cx="50184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3B65C3E-CF8B-EA1D-532D-BBC07687BC6A}"/>
                    </a:ext>
                  </a:extLst>
                </p14:cNvPr>
                <p14:cNvContentPartPr/>
                <p14:nvPr/>
              </p14:nvContentPartPr>
              <p14:xfrm>
                <a:off x="9507380" y="4076840"/>
                <a:ext cx="301680" cy="3826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3B65C3E-CF8B-EA1D-532D-BBC07687BC6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489380" y="4058823"/>
                  <a:ext cx="337320" cy="41835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1512432-192E-046D-81CB-2C8B72BF9F2B}"/>
                    </a:ext>
                  </a:extLst>
                </p14:cNvPr>
                <p14:cNvContentPartPr/>
                <p14:nvPr/>
              </p14:nvContentPartPr>
              <p14:xfrm>
                <a:off x="10125140" y="3804680"/>
                <a:ext cx="242280" cy="2552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1512432-192E-046D-81CB-2C8B72BF9F2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107140" y="3786680"/>
                  <a:ext cx="27792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0296D50-DBA8-B067-048C-29056FB622AA}"/>
                    </a:ext>
                  </a:extLst>
                </p14:cNvPr>
                <p14:cNvContentPartPr/>
                <p14:nvPr/>
              </p14:nvContentPartPr>
              <p14:xfrm>
                <a:off x="9537980" y="3743840"/>
                <a:ext cx="161280" cy="1519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0296D50-DBA8-B067-048C-29056FB622A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519940" y="3725840"/>
                  <a:ext cx="19700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8E7901A2-3D4B-7E0C-2BEC-B6C44135CEC2}"/>
                    </a:ext>
                  </a:extLst>
                </p14:cNvPr>
                <p14:cNvContentPartPr/>
                <p14:nvPr/>
              </p14:nvContentPartPr>
              <p14:xfrm>
                <a:off x="9311540" y="2830160"/>
                <a:ext cx="168120" cy="2494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8E7901A2-3D4B-7E0C-2BEC-B6C44135CEC2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293540" y="2812160"/>
                  <a:ext cx="20376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6991C2C-2CD0-9DAD-7D8B-13C8B2FA723F}"/>
                    </a:ext>
                  </a:extLst>
                </p14:cNvPr>
                <p14:cNvContentPartPr/>
                <p14:nvPr/>
              </p14:nvContentPartPr>
              <p14:xfrm>
                <a:off x="10192100" y="2864720"/>
                <a:ext cx="7560" cy="7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6991C2C-2CD0-9DAD-7D8B-13C8B2FA723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174100" y="2852720"/>
                  <a:ext cx="4320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F39A9A63-7CCF-5C10-F8CE-57114530369E}"/>
                    </a:ext>
                  </a:extLst>
                </p14:cNvPr>
                <p14:cNvContentPartPr/>
                <p14:nvPr/>
              </p14:nvContentPartPr>
              <p14:xfrm>
                <a:off x="10142780" y="2862560"/>
                <a:ext cx="101160" cy="1080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F39A9A63-7CCF-5C10-F8CE-57114530369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0124780" y="2844560"/>
                  <a:ext cx="13680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D376F943-8F9E-DE9C-9023-4C60A804AB8D}"/>
                    </a:ext>
                  </a:extLst>
                </p14:cNvPr>
                <p14:cNvContentPartPr/>
                <p14:nvPr/>
              </p14:nvContentPartPr>
              <p14:xfrm>
                <a:off x="10475060" y="2722880"/>
                <a:ext cx="39600" cy="1314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D376F943-8F9E-DE9C-9023-4C60A804AB8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456895" y="2704880"/>
                  <a:ext cx="75567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A21292E-6406-B84B-08EE-4175AF0DD113}"/>
                    </a:ext>
                  </a:extLst>
                </p14:cNvPr>
                <p14:cNvContentPartPr/>
                <p14:nvPr/>
              </p14:nvContentPartPr>
              <p14:xfrm>
                <a:off x="10417100" y="2585000"/>
                <a:ext cx="10080" cy="93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A21292E-6406-B84B-08EE-4175AF0DD11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0399100" y="2567667"/>
                  <a:ext cx="45720" cy="4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CCAB51F-E4DA-5E08-73B4-936439A998E3}"/>
                    </a:ext>
                  </a:extLst>
                </p14:cNvPr>
                <p14:cNvContentPartPr/>
                <p14:nvPr/>
              </p14:nvContentPartPr>
              <p14:xfrm>
                <a:off x="10580540" y="2698400"/>
                <a:ext cx="165600" cy="885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CCAB51F-E4DA-5E08-73B4-936439A998E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562540" y="2680400"/>
                  <a:ext cx="20124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34BDCC16-1773-F15D-E6B3-9DA6CF653001}"/>
                    </a:ext>
                  </a:extLst>
                </p14:cNvPr>
                <p14:cNvContentPartPr/>
                <p14:nvPr/>
              </p14:nvContentPartPr>
              <p14:xfrm>
                <a:off x="10840820" y="2721440"/>
                <a:ext cx="65880" cy="1303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34BDCC16-1773-F15D-E6B3-9DA6CF65300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822918" y="2703440"/>
                  <a:ext cx="101326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EFE2D1F8-BB20-E637-9F07-84BBE07F1810}"/>
                    </a:ext>
                  </a:extLst>
                </p14:cNvPr>
                <p14:cNvContentPartPr/>
                <p14:nvPr/>
              </p14:nvContentPartPr>
              <p14:xfrm>
                <a:off x="10875020" y="2657000"/>
                <a:ext cx="110160" cy="1004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EFE2D1F8-BB20-E637-9F07-84BBE07F1810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857020" y="2639064"/>
                  <a:ext cx="145800" cy="13595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50D0FB91-E5D7-9E61-F7C4-E02D9C490D22}"/>
                    </a:ext>
                  </a:extLst>
                </p14:cNvPr>
                <p14:cNvContentPartPr/>
                <p14:nvPr/>
              </p14:nvContentPartPr>
              <p14:xfrm>
                <a:off x="11043140" y="2678600"/>
                <a:ext cx="190800" cy="936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50D0FB91-E5D7-9E61-F7C4-E02D9C490D2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1025140" y="2660531"/>
                  <a:ext cx="226440" cy="12937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44FD8A4-19BA-1800-5418-745172F04334}"/>
                    </a:ext>
                  </a:extLst>
                </p14:cNvPr>
                <p14:cNvContentPartPr/>
                <p14:nvPr/>
              </p14:nvContentPartPr>
              <p14:xfrm>
                <a:off x="11321420" y="2489600"/>
                <a:ext cx="37080" cy="2066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44FD8A4-19BA-1800-5418-745172F04334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1303420" y="2471600"/>
                  <a:ext cx="7272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6DF15AF-C5F4-0187-F391-91B8EFD7BA75}"/>
                    </a:ext>
                  </a:extLst>
                </p14:cNvPr>
                <p14:cNvContentPartPr/>
                <p14:nvPr/>
              </p14:nvContentPartPr>
              <p14:xfrm>
                <a:off x="11300180" y="2572040"/>
                <a:ext cx="133560" cy="435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6DF15AF-C5F4-0187-F391-91B8EFD7BA7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1282131" y="2554040"/>
                  <a:ext cx="169296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AFAE034-5D1D-EC58-026A-21859EF3607B}"/>
                    </a:ext>
                  </a:extLst>
                </p14:cNvPr>
                <p14:cNvContentPartPr/>
                <p14:nvPr/>
              </p14:nvContentPartPr>
              <p14:xfrm>
                <a:off x="8618180" y="3245240"/>
                <a:ext cx="164160" cy="1803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AFAE034-5D1D-EC58-026A-21859EF3607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600140" y="3227204"/>
                  <a:ext cx="199878" cy="21607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47B69BE-5159-1698-6048-0D491E7F875F}"/>
                    </a:ext>
                  </a:extLst>
                </p14:cNvPr>
                <p14:cNvContentPartPr/>
                <p14:nvPr/>
              </p14:nvContentPartPr>
              <p14:xfrm>
                <a:off x="8853620" y="3346760"/>
                <a:ext cx="6480" cy="25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47B69BE-5159-1698-6048-0D491E7F875F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834561" y="3325760"/>
                  <a:ext cx="44216" cy="441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3FAD42F-86F9-3CF5-C842-BBABAF773009}"/>
                    </a:ext>
                  </a:extLst>
                </p14:cNvPr>
                <p14:cNvContentPartPr/>
                <p14:nvPr/>
              </p14:nvContentPartPr>
              <p14:xfrm>
                <a:off x="8477060" y="3371240"/>
                <a:ext cx="10440" cy="1054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3FAD42F-86F9-3CF5-C842-BBABAF77300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459060" y="3353178"/>
                  <a:ext cx="46080" cy="1412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7C9B8EC-6B52-46E8-7264-D15C3DD30775}"/>
                    </a:ext>
                  </a:extLst>
                </p14:cNvPr>
                <p14:cNvContentPartPr/>
                <p14:nvPr/>
              </p14:nvContentPartPr>
              <p14:xfrm>
                <a:off x="8446820" y="3144440"/>
                <a:ext cx="32760" cy="266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7C9B8EC-6B52-46E8-7264-D15C3DD3077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428820" y="3126440"/>
                  <a:ext cx="6840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F2CDB8C-0C0E-09A6-B256-09FB50EBA6F0}"/>
                    </a:ext>
                  </a:extLst>
                </p14:cNvPr>
                <p14:cNvContentPartPr/>
                <p14:nvPr/>
              </p14:nvContentPartPr>
              <p14:xfrm>
                <a:off x="8802500" y="3326240"/>
                <a:ext cx="35640" cy="1260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F2CDB8C-0C0E-09A6-B256-09FB50EBA6F0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784500" y="3308240"/>
                  <a:ext cx="7128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AC33360F-0BFE-7567-450A-41935FD750C0}"/>
                    </a:ext>
                  </a:extLst>
                </p14:cNvPr>
                <p14:cNvContentPartPr/>
                <p14:nvPr/>
              </p14:nvContentPartPr>
              <p14:xfrm>
                <a:off x="8817980" y="3290600"/>
                <a:ext cx="91080" cy="835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AC33360F-0BFE-7567-450A-41935FD750C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799909" y="3272600"/>
                  <a:ext cx="126861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6D27C5C-01F8-D4A5-F81C-D9C5FAD9D772}"/>
                    </a:ext>
                  </a:extLst>
                </p14:cNvPr>
                <p14:cNvContentPartPr/>
                <p14:nvPr/>
              </p14:nvContentPartPr>
              <p14:xfrm>
                <a:off x="8951900" y="3287360"/>
                <a:ext cx="181080" cy="853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6D27C5C-01F8-D4A5-F81C-D9C5FAD9D77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933900" y="3269360"/>
                  <a:ext cx="2167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D9C8FE57-D67D-6EAE-0AAA-F00E032C3D6B}"/>
                    </a:ext>
                  </a:extLst>
                </p14:cNvPr>
                <p14:cNvContentPartPr/>
                <p14:nvPr/>
              </p14:nvContentPartPr>
              <p14:xfrm>
                <a:off x="9086180" y="3146600"/>
                <a:ext cx="76320" cy="1551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D9C8FE57-D67D-6EAE-0AAA-F00E032C3D6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068180" y="3128600"/>
                  <a:ext cx="11196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99F8DE12-8CD3-92AE-41C9-FC82B9AD44B6}"/>
                    </a:ext>
                  </a:extLst>
                </p14:cNvPr>
                <p14:cNvContentPartPr/>
                <p14:nvPr/>
              </p14:nvContentPartPr>
              <p14:xfrm>
                <a:off x="9107780" y="3231920"/>
                <a:ext cx="100080" cy="320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99F8DE12-8CD3-92AE-41C9-FC82B9AD44B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089780" y="3213920"/>
                  <a:ext cx="13572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746D816-C436-25E9-A4D3-82EF011EBB55}"/>
                    </a:ext>
                  </a:extLst>
                </p14:cNvPr>
                <p14:cNvContentPartPr/>
                <p14:nvPr/>
              </p14:nvContentPartPr>
              <p14:xfrm>
                <a:off x="9738500" y="4636280"/>
                <a:ext cx="24480" cy="1429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746D816-C436-25E9-A4D3-82EF011EBB5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720761" y="4618280"/>
                  <a:ext cx="59603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E093E8A-C104-DCE6-AA22-F3C382ACB2FE}"/>
                    </a:ext>
                  </a:extLst>
                </p14:cNvPr>
                <p14:cNvContentPartPr/>
                <p14:nvPr/>
              </p14:nvContentPartPr>
              <p14:xfrm>
                <a:off x="9719420" y="4497680"/>
                <a:ext cx="14760" cy="93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E093E8A-C104-DCE6-AA22-F3C382ACB2FE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701849" y="4479680"/>
                  <a:ext cx="49551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37DFD88B-D679-32C6-D040-1F5B15D8D3BC}"/>
                    </a:ext>
                  </a:extLst>
                </p14:cNvPr>
                <p14:cNvContentPartPr/>
                <p14:nvPr/>
              </p14:nvContentPartPr>
              <p14:xfrm>
                <a:off x="9893660" y="4601000"/>
                <a:ext cx="126000" cy="1195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37DFD88B-D679-32C6-D040-1F5B15D8D3B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875660" y="4583000"/>
                  <a:ext cx="16164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E9F6535C-CFF6-E92D-95DB-6973C8E01109}"/>
                    </a:ext>
                  </a:extLst>
                </p14:cNvPr>
                <p14:cNvContentPartPr/>
                <p14:nvPr/>
              </p14:nvContentPartPr>
              <p14:xfrm>
                <a:off x="10098140" y="4595600"/>
                <a:ext cx="69120" cy="1483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E9F6535C-CFF6-E92D-95DB-6973C8E0110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080140" y="4577600"/>
                  <a:ext cx="10476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76F65207-2AA9-95A0-EBFF-C3E6A77BCA06}"/>
                    </a:ext>
                  </a:extLst>
                </p14:cNvPr>
                <p14:cNvContentPartPr/>
                <p14:nvPr/>
              </p14:nvContentPartPr>
              <p14:xfrm>
                <a:off x="10132340" y="4532960"/>
                <a:ext cx="97560" cy="878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76F65207-2AA9-95A0-EBFF-C3E6A77BCA06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114340" y="4514960"/>
                  <a:ext cx="13320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E9EA54C9-E552-4E3B-783E-5496AF707A7F}"/>
                    </a:ext>
                  </a:extLst>
                </p14:cNvPr>
                <p14:cNvContentPartPr/>
                <p14:nvPr/>
              </p14:nvContentPartPr>
              <p14:xfrm>
                <a:off x="10275260" y="4512080"/>
                <a:ext cx="135000" cy="1090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E9EA54C9-E552-4E3B-783E-5496AF707A7F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257212" y="4494020"/>
                  <a:ext cx="170735" cy="14483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A890D8A0-6DE5-63A7-35D5-B3C05D2DE6E0}"/>
                    </a:ext>
                  </a:extLst>
                </p14:cNvPr>
                <p14:cNvContentPartPr/>
                <p14:nvPr/>
              </p14:nvContentPartPr>
              <p14:xfrm>
                <a:off x="10461020" y="4464200"/>
                <a:ext cx="43200" cy="1119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A890D8A0-6DE5-63A7-35D5-B3C05D2DE6E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442869" y="4446200"/>
                  <a:ext cx="79139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4ABC334-15DA-B085-9DE2-29AA0C93FB4C}"/>
                    </a:ext>
                  </a:extLst>
                </p14:cNvPr>
                <p14:cNvContentPartPr/>
                <p14:nvPr/>
              </p14:nvContentPartPr>
              <p14:xfrm>
                <a:off x="10413860" y="4374200"/>
                <a:ext cx="101880" cy="345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4ABC334-15DA-B085-9DE2-29AA0C93FB4C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395796" y="4356011"/>
                  <a:ext cx="137646" cy="7057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B1D02DD3-8F04-FEC9-CFB5-F1FB9A6DEDC6}"/>
                    </a:ext>
                  </a:extLst>
                </p14:cNvPr>
                <p14:cNvContentPartPr/>
                <p14:nvPr/>
              </p14:nvContentPartPr>
              <p14:xfrm>
                <a:off x="10465340" y="4323080"/>
                <a:ext cx="26640" cy="1591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B1D02DD3-8F04-FEC9-CFB5-F1FB9A6DEDC6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447580" y="4305080"/>
                  <a:ext cx="61805" cy="194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715B575A-7C7F-6C30-BA58-6A586A1F30CE}"/>
                  </a:ext>
                </a:extLst>
              </p14:cNvPr>
              <p14:cNvContentPartPr/>
              <p14:nvPr/>
            </p14:nvContentPartPr>
            <p14:xfrm>
              <a:off x="9368780" y="1172000"/>
              <a:ext cx="106200" cy="3369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715B575A-7C7F-6C30-BA58-6A586A1F30CE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9350841" y="1154000"/>
                <a:ext cx="141720" cy="37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F91910AC-9F83-A403-149F-BBFF6926C2AE}"/>
                  </a:ext>
                </a:extLst>
              </p14:cNvPr>
              <p14:cNvContentPartPr/>
              <p14:nvPr/>
            </p14:nvContentPartPr>
            <p14:xfrm>
              <a:off x="9346820" y="1070120"/>
              <a:ext cx="149040" cy="38844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F91910AC-9F83-A403-149F-BBFF6926C2AE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9328820" y="1052103"/>
                <a:ext cx="184680" cy="424113"/>
              </a:xfrm>
              <a:prstGeom prst="rect">
                <a:avLst/>
              </a:prstGeom>
            </p:spPr>
          </p:pic>
        </mc:Fallback>
      </mc:AlternateContent>
      <p:grpSp>
        <p:nvGrpSpPr>
          <p:cNvPr id="79" name="Group 78">
            <a:extLst>
              <a:ext uri="{FF2B5EF4-FFF2-40B4-BE49-F238E27FC236}">
                <a16:creationId xmlns:a16="http://schemas.microsoft.com/office/drawing/2014/main" id="{74CAEB9B-BC76-33C4-4581-88C8219FEF2D}"/>
              </a:ext>
            </a:extLst>
          </p:cNvPr>
          <p:cNvGrpSpPr/>
          <p:nvPr/>
        </p:nvGrpSpPr>
        <p:grpSpPr>
          <a:xfrm>
            <a:off x="9759020" y="884720"/>
            <a:ext cx="1508400" cy="577800"/>
            <a:chOff x="9759020" y="884720"/>
            <a:chExt cx="1508400" cy="577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11A1E06-9811-ACCF-7FF0-35D20449A814}"/>
                    </a:ext>
                  </a:extLst>
                </p14:cNvPr>
                <p14:cNvContentPartPr/>
                <p14:nvPr/>
              </p14:nvContentPartPr>
              <p14:xfrm>
                <a:off x="9759020" y="884720"/>
                <a:ext cx="165600" cy="5778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11A1E06-9811-ACCF-7FF0-35D20449A814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740981" y="866731"/>
                  <a:ext cx="201318" cy="61341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42DE3E8-5870-CE41-0042-54B758CE01EE}"/>
                    </a:ext>
                  </a:extLst>
                </p14:cNvPr>
                <p14:cNvContentPartPr/>
                <p14:nvPr/>
              </p14:nvContentPartPr>
              <p14:xfrm>
                <a:off x="9775580" y="1043840"/>
                <a:ext cx="137520" cy="1389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42DE3E8-5870-CE41-0042-54B758CE01EE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757533" y="1025793"/>
                  <a:ext cx="173254" cy="1746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8F83D51E-7A20-5457-3226-3C050B2AC553}"/>
                    </a:ext>
                  </a:extLst>
                </p14:cNvPr>
                <p14:cNvContentPartPr/>
                <p14:nvPr/>
              </p14:nvContentPartPr>
              <p14:xfrm>
                <a:off x="10081220" y="1093160"/>
                <a:ext cx="164880" cy="1317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8F83D51E-7A20-5457-3226-3C050B2AC55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063220" y="1075160"/>
                  <a:ext cx="20052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963CDDB-0F96-D026-EC2E-D0332C1199A2}"/>
                    </a:ext>
                  </a:extLst>
                </p14:cNvPr>
                <p14:cNvContentPartPr/>
                <p14:nvPr/>
              </p14:nvContentPartPr>
              <p14:xfrm>
                <a:off x="10290380" y="1092800"/>
                <a:ext cx="199080" cy="979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963CDDB-0F96-D026-EC2E-D0332C1199A2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272412" y="1074800"/>
                  <a:ext cx="234656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752C2EE5-BB21-B17C-4FA4-C5201385295D}"/>
                    </a:ext>
                  </a:extLst>
                </p14:cNvPr>
                <p14:cNvContentPartPr/>
                <p14:nvPr/>
              </p14:nvContentPartPr>
              <p14:xfrm>
                <a:off x="10544180" y="976520"/>
                <a:ext cx="64800" cy="1861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752C2EE5-BB21-B17C-4FA4-C5201385295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526180" y="958520"/>
                  <a:ext cx="10044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99351579-7919-E0C1-F557-4C51AB95439D}"/>
                    </a:ext>
                  </a:extLst>
                </p14:cNvPr>
                <p14:cNvContentPartPr/>
                <p14:nvPr/>
              </p14:nvContentPartPr>
              <p14:xfrm>
                <a:off x="10531580" y="1024400"/>
                <a:ext cx="104040" cy="687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99351579-7919-E0C1-F557-4C51AB95439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513580" y="1006400"/>
                  <a:ext cx="13968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C2B96A7-33F8-AC0E-7F21-26028C610C40}"/>
                    </a:ext>
                  </a:extLst>
                </p14:cNvPr>
                <p14:cNvContentPartPr/>
                <p14:nvPr/>
              </p14:nvContentPartPr>
              <p14:xfrm>
                <a:off x="10744700" y="1115120"/>
                <a:ext cx="16920" cy="2210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C2B96A7-33F8-AC0E-7F21-26028C610C40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0726700" y="1097120"/>
                  <a:ext cx="5256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0C688C0-BD92-F699-EFB6-0559D2D48068}"/>
                    </a:ext>
                  </a:extLst>
                </p14:cNvPr>
                <p14:cNvContentPartPr/>
                <p14:nvPr/>
              </p14:nvContentPartPr>
              <p14:xfrm>
                <a:off x="10768820" y="1082360"/>
                <a:ext cx="56880" cy="846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0C688C0-BD92-F699-EFB6-0559D2D48068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0750820" y="1064360"/>
                  <a:ext cx="9252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5BCBD863-0945-F34C-F6EF-07E171C9E8D7}"/>
                    </a:ext>
                  </a:extLst>
                </p14:cNvPr>
                <p14:cNvContentPartPr/>
                <p14:nvPr/>
              </p14:nvContentPartPr>
              <p14:xfrm>
                <a:off x="10898060" y="1098560"/>
                <a:ext cx="138600" cy="838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5BCBD863-0945-F34C-F6EF-07E171C9E8D7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880060" y="1080560"/>
                  <a:ext cx="17424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4F8D84EF-2901-4605-02DF-CC893DF7EFE3}"/>
                    </a:ext>
                  </a:extLst>
                </p14:cNvPr>
                <p14:cNvContentPartPr/>
                <p14:nvPr/>
              </p14:nvContentPartPr>
              <p14:xfrm>
                <a:off x="11100740" y="967520"/>
                <a:ext cx="87480" cy="1591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4F8D84EF-2901-4605-02DF-CC893DF7EFE3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1082740" y="949520"/>
                  <a:ext cx="12312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1C0DD344-E593-36A6-E0FC-81CD2BF419AE}"/>
                    </a:ext>
                  </a:extLst>
                </p14:cNvPr>
                <p14:cNvContentPartPr/>
                <p14:nvPr/>
              </p14:nvContentPartPr>
              <p14:xfrm>
                <a:off x="11077340" y="997760"/>
                <a:ext cx="190080" cy="979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1C0DD344-E593-36A6-E0FC-81CD2BF419A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1059306" y="979760"/>
                  <a:ext cx="225788" cy="133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201F5D7B-F387-9D96-5612-C8342E3D30A3}"/>
              </a:ext>
            </a:extLst>
          </p:cNvPr>
          <p:cNvGrpSpPr/>
          <p:nvPr/>
        </p:nvGrpSpPr>
        <p:grpSpPr>
          <a:xfrm>
            <a:off x="9308300" y="1449200"/>
            <a:ext cx="1033560" cy="803880"/>
            <a:chOff x="9308300" y="1449200"/>
            <a:chExt cx="1033560" cy="80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03052388-F284-F13C-8F5F-13A7983489EC}"/>
                    </a:ext>
                  </a:extLst>
                </p14:cNvPr>
                <p14:cNvContentPartPr/>
                <p14:nvPr/>
              </p14:nvContentPartPr>
              <p14:xfrm>
                <a:off x="9308300" y="1449200"/>
                <a:ext cx="1017360" cy="8038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03052388-F284-F13C-8F5F-13A7983489E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290300" y="1431200"/>
                  <a:ext cx="1053000" cy="83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C1148637-D9EF-1658-627F-B2B7DF0F6700}"/>
                    </a:ext>
                  </a:extLst>
                </p14:cNvPr>
                <p14:cNvContentPartPr/>
                <p14:nvPr/>
              </p14:nvContentPartPr>
              <p14:xfrm>
                <a:off x="10337900" y="1984520"/>
                <a:ext cx="3960" cy="28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C1148637-D9EF-1658-627F-B2B7DF0F6700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319900" y="1966520"/>
                  <a:ext cx="39600" cy="3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35141B19-ACDD-4C4A-633F-D29F5CB12DE0}"/>
              </a:ext>
            </a:extLst>
          </p:cNvPr>
          <p:cNvGrpSpPr/>
          <p:nvPr/>
        </p:nvGrpSpPr>
        <p:grpSpPr>
          <a:xfrm>
            <a:off x="10663340" y="1392320"/>
            <a:ext cx="1327320" cy="964080"/>
            <a:chOff x="10663340" y="1392320"/>
            <a:chExt cx="1327320" cy="96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37D66F46-0DF0-F02F-0B8A-BEEECE0408A5}"/>
                    </a:ext>
                  </a:extLst>
                </p14:cNvPr>
                <p14:cNvContentPartPr/>
                <p14:nvPr/>
              </p14:nvContentPartPr>
              <p14:xfrm>
                <a:off x="10708700" y="1622000"/>
                <a:ext cx="63720" cy="3200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37D66F46-0DF0-F02F-0B8A-BEEECE0408A5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690700" y="1603980"/>
                  <a:ext cx="99360" cy="35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AA5F0ABB-93A9-660F-F979-40BFDAB02D1B}"/>
                    </a:ext>
                  </a:extLst>
                </p14:cNvPr>
                <p14:cNvContentPartPr/>
                <p14:nvPr/>
              </p14:nvContentPartPr>
              <p14:xfrm>
                <a:off x="10674500" y="1562240"/>
                <a:ext cx="204120" cy="784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AA5F0ABB-93A9-660F-F979-40BFDAB02D1B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656500" y="1544322"/>
                  <a:ext cx="239760" cy="1139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3739205A-A69F-9EED-CAAC-D887F988AFD2}"/>
                    </a:ext>
                  </a:extLst>
                </p14:cNvPr>
                <p14:cNvContentPartPr/>
                <p14:nvPr/>
              </p14:nvContentPartPr>
              <p14:xfrm>
                <a:off x="10769900" y="1710560"/>
                <a:ext cx="104760" cy="486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3739205A-A69F-9EED-CAAC-D887F988AFD2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751900" y="1692560"/>
                  <a:ext cx="1404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26169A8F-7B83-B782-A62C-BB3209E4ADF9}"/>
                    </a:ext>
                  </a:extLst>
                </p14:cNvPr>
                <p14:cNvContentPartPr/>
                <p14:nvPr/>
              </p14:nvContentPartPr>
              <p14:xfrm>
                <a:off x="10939820" y="1735400"/>
                <a:ext cx="40320" cy="104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26169A8F-7B83-B782-A62C-BB3209E4ADF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921820" y="1717400"/>
                  <a:ext cx="7596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95A4A90E-0132-DD20-B10C-6149DE3BAEE6}"/>
                    </a:ext>
                  </a:extLst>
                </p14:cNvPr>
                <p14:cNvContentPartPr/>
                <p14:nvPr/>
              </p14:nvContentPartPr>
              <p14:xfrm>
                <a:off x="10929020" y="1625240"/>
                <a:ext cx="13320" cy="169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95A4A90E-0132-DD20-B10C-6149DE3BAEE6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911020" y="1607240"/>
                  <a:ext cx="4896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64F3AAE4-9DDC-FBCF-1DFD-FAD21E6D10FC}"/>
                    </a:ext>
                  </a:extLst>
                </p14:cNvPr>
                <p14:cNvContentPartPr/>
                <p14:nvPr/>
              </p14:nvContentPartPr>
              <p14:xfrm>
                <a:off x="11026580" y="1629920"/>
                <a:ext cx="148680" cy="1648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64F3AAE4-9DDC-FBCF-1DFD-FAD21E6D10FC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1008580" y="1611959"/>
                  <a:ext cx="18432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D43DE6C5-EE7D-BF2F-B57E-78B8B9AE1B24}"/>
                    </a:ext>
                  </a:extLst>
                </p14:cNvPr>
                <p14:cNvContentPartPr/>
                <p14:nvPr/>
              </p14:nvContentPartPr>
              <p14:xfrm>
                <a:off x="11260940" y="1605440"/>
                <a:ext cx="229680" cy="16920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D43DE6C5-EE7D-BF2F-B57E-78B8B9AE1B24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1242940" y="1587440"/>
                  <a:ext cx="26532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790612E0-B94A-21A0-C238-EA5D5BA3459F}"/>
                    </a:ext>
                  </a:extLst>
                </p14:cNvPr>
                <p14:cNvContentPartPr/>
                <p14:nvPr/>
              </p14:nvContentPartPr>
              <p14:xfrm>
                <a:off x="11568740" y="1392320"/>
                <a:ext cx="160560" cy="5436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790612E0-B94A-21A0-C238-EA5D5BA3459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1550740" y="1374320"/>
                  <a:ext cx="196200" cy="57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524D3902-4B59-4259-BC68-DDD8C10A322B}"/>
                    </a:ext>
                  </a:extLst>
                </p14:cNvPr>
                <p14:cNvContentPartPr/>
                <p14:nvPr/>
              </p14:nvContentPartPr>
              <p14:xfrm>
                <a:off x="10663340" y="2106200"/>
                <a:ext cx="73080" cy="2502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524D3902-4B59-4259-BC68-DDD8C10A322B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0645340" y="2088174"/>
                  <a:ext cx="108720" cy="2858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104E0D96-1D4A-2227-6B87-290BD941754F}"/>
                    </a:ext>
                  </a:extLst>
                </p14:cNvPr>
                <p14:cNvContentPartPr/>
                <p14:nvPr/>
              </p14:nvContentPartPr>
              <p14:xfrm>
                <a:off x="10704020" y="2073440"/>
                <a:ext cx="182160" cy="1814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104E0D96-1D4A-2227-6B87-290BD941754F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0685984" y="2055440"/>
                  <a:ext cx="217871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DD378CF6-3E8C-4916-E401-A26BBFD66C8A}"/>
                    </a:ext>
                  </a:extLst>
                </p14:cNvPr>
                <p14:cNvContentPartPr/>
                <p14:nvPr/>
              </p14:nvContentPartPr>
              <p14:xfrm>
                <a:off x="10779980" y="2207360"/>
                <a:ext cx="57600" cy="270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DD378CF6-3E8C-4916-E401-A26BBFD66C8A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0761980" y="2189360"/>
                  <a:ext cx="9324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C7B16DEA-FFD3-5CE4-11E0-FEC9B6327A96}"/>
                    </a:ext>
                  </a:extLst>
                </p14:cNvPr>
                <p14:cNvContentPartPr/>
                <p14:nvPr/>
              </p14:nvContentPartPr>
              <p14:xfrm>
                <a:off x="10963580" y="2133560"/>
                <a:ext cx="123480" cy="13464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C7B16DEA-FFD3-5CE4-11E0-FEC9B6327A96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0945580" y="2115608"/>
                  <a:ext cx="159120" cy="17018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AD019821-74EC-CE9A-63FB-6C4314F8B50E}"/>
                    </a:ext>
                  </a:extLst>
                </p14:cNvPr>
                <p14:cNvContentPartPr/>
                <p14:nvPr/>
              </p14:nvContentPartPr>
              <p14:xfrm>
                <a:off x="11143940" y="2061560"/>
                <a:ext cx="61200" cy="2116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AD019821-74EC-CE9A-63FB-6C4314F8B50E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1125940" y="2043560"/>
                  <a:ext cx="9684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C996B88F-78A7-ACC0-98C4-4612F5D84380}"/>
                    </a:ext>
                  </a:extLst>
                </p14:cNvPr>
                <p14:cNvContentPartPr/>
                <p14:nvPr/>
              </p14:nvContentPartPr>
              <p14:xfrm>
                <a:off x="11133140" y="2148320"/>
                <a:ext cx="128520" cy="457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C996B88F-78A7-ACC0-98C4-4612F5D84380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1115140" y="2130320"/>
                  <a:ext cx="16416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8AC974A8-8E9B-C45F-F93C-39C3FE7A1B9B}"/>
                    </a:ext>
                  </a:extLst>
                </p14:cNvPr>
                <p14:cNvContentPartPr/>
                <p14:nvPr/>
              </p14:nvContentPartPr>
              <p14:xfrm>
                <a:off x="11290820" y="2150120"/>
                <a:ext cx="36360" cy="993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8AC974A8-8E9B-C45F-F93C-39C3FE7A1B9B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1272996" y="2132120"/>
                  <a:ext cx="71651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5437B4DE-EBCA-93B2-AB1D-EC782A48A210}"/>
                    </a:ext>
                  </a:extLst>
                </p14:cNvPr>
                <p14:cNvContentPartPr/>
                <p14:nvPr/>
              </p14:nvContentPartPr>
              <p14:xfrm>
                <a:off x="11315300" y="2050040"/>
                <a:ext cx="6480" cy="1044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5437B4DE-EBCA-93B2-AB1D-EC782A48A210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1296241" y="2032040"/>
                  <a:ext cx="44216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0DE15896-DABE-4ED5-7365-367F5163ACDF}"/>
                    </a:ext>
                  </a:extLst>
                </p14:cNvPr>
                <p14:cNvContentPartPr/>
                <p14:nvPr/>
              </p14:nvContentPartPr>
              <p14:xfrm>
                <a:off x="11400620" y="2063000"/>
                <a:ext cx="99000" cy="10764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0DE15896-DABE-4ED5-7365-367F5163ACDF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1382554" y="2045000"/>
                  <a:ext cx="13477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A12EE6D0-8AC0-F63B-8563-59895C933A86}"/>
                    </a:ext>
                  </a:extLst>
                </p14:cNvPr>
                <p14:cNvContentPartPr/>
                <p14:nvPr/>
              </p14:nvContentPartPr>
              <p14:xfrm>
                <a:off x="11587100" y="2059040"/>
                <a:ext cx="112320" cy="1108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A12EE6D0-8AC0-F63B-8563-59895C933A86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1569042" y="2041040"/>
                  <a:ext cx="148075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77CE25BB-E780-FF89-D097-C0A42B58D530}"/>
                    </a:ext>
                  </a:extLst>
                </p14:cNvPr>
                <p14:cNvContentPartPr/>
                <p14:nvPr/>
              </p14:nvContentPartPr>
              <p14:xfrm>
                <a:off x="11708420" y="1958960"/>
                <a:ext cx="73800" cy="2073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77CE25BB-E780-FF89-D097-C0A42B58D530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1690332" y="1940960"/>
                  <a:ext cx="109615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BA9A8415-BEAC-7D91-16F1-EF2A511FCA58}"/>
                    </a:ext>
                  </a:extLst>
                </p14:cNvPr>
                <p14:cNvContentPartPr/>
                <p14:nvPr/>
              </p14:nvContentPartPr>
              <p14:xfrm>
                <a:off x="11693660" y="2023040"/>
                <a:ext cx="103320" cy="586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BA9A8415-BEAC-7D91-16F1-EF2A511FCA58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1675660" y="2005040"/>
                  <a:ext cx="13896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19939E46-1E80-7309-0492-5E2188492087}"/>
                    </a:ext>
                  </a:extLst>
                </p14:cNvPr>
                <p14:cNvContentPartPr/>
                <p14:nvPr/>
              </p14:nvContentPartPr>
              <p14:xfrm>
                <a:off x="11857820" y="1997840"/>
                <a:ext cx="132840" cy="1227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19939E46-1E80-7309-0492-5E2188492087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1839820" y="1979840"/>
                  <a:ext cx="168480" cy="158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743D85C2-3A9E-DC54-091A-FA823326FD34}"/>
              </a:ext>
            </a:extLst>
          </p:cNvPr>
          <p:cNvGrpSpPr/>
          <p:nvPr/>
        </p:nvGrpSpPr>
        <p:grpSpPr>
          <a:xfrm>
            <a:off x="2498180" y="718040"/>
            <a:ext cx="2302920" cy="3405960"/>
            <a:chOff x="2498180" y="718040"/>
            <a:chExt cx="2302920" cy="340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AF77E9E7-14AF-F801-1C1C-676F0A12AAB3}"/>
                    </a:ext>
                  </a:extLst>
                </p14:cNvPr>
                <p14:cNvContentPartPr/>
                <p14:nvPr/>
              </p14:nvContentPartPr>
              <p14:xfrm>
                <a:off x="2568740" y="729920"/>
                <a:ext cx="2232360" cy="31089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AF77E9E7-14AF-F801-1C1C-676F0A12AAB3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2550740" y="711920"/>
                  <a:ext cx="2268000" cy="314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D653FD79-1250-4F40-6F67-7610E2108BE0}"/>
                    </a:ext>
                  </a:extLst>
                </p14:cNvPr>
                <p14:cNvContentPartPr/>
                <p14:nvPr/>
              </p14:nvContentPartPr>
              <p14:xfrm>
                <a:off x="2498180" y="718040"/>
                <a:ext cx="122760" cy="34059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D653FD79-1250-4F40-6F67-7610E2108BE0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2480127" y="700042"/>
                  <a:ext cx="158505" cy="3441596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8778F76D-FD76-5F94-C856-06359D5CB73A}"/>
              </a:ext>
            </a:extLst>
          </p:cNvPr>
          <p:cNvGrpSpPr/>
          <p:nvPr/>
        </p:nvGrpSpPr>
        <p:grpSpPr>
          <a:xfrm>
            <a:off x="7628180" y="1372160"/>
            <a:ext cx="585360" cy="1110240"/>
            <a:chOff x="7628180" y="1372160"/>
            <a:chExt cx="585360" cy="111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4B3756CD-13CE-2F11-8BDB-6B7396109025}"/>
                    </a:ext>
                  </a:extLst>
                </p14:cNvPr>
                <p14:cNvContentPartPr/>
                <p14:nvPr/>
              </p14:nvContentPartPr>
              <p14:xfrm>
                <a:off x="7628180" y="1821080"/>
                <a:ext cx="585360" cy="66132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4B3756CD-13CE-2F11-8BDB-6B7396109025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610180" y="1803080"/>
                  <a:ext cx="621000" cy="69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11DE37E7-7FA0-84A4-2613-DDC50AB02F71}"/>
                    </a:ext>
                  </a:extLst>
                </p14:cNvPr>
                <p14:cNvContentPartPr/>
                <p14:nvPr/>
              </p14:nvContentPartPr>
              <p14:xfrm>
                <a:off x="7963700" y="1373240"/>
                <a:ext cx="104040" cy="6044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11DE37E7-7FA0-84A4-2613-DDC50AB02F71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945637" y="1355240"/>
                  <a:ext cx="139804" cy="64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074B7940-959A-AF4A-108C-28979B838F1B}"/>
                    </a:ext>
                  </a:extLst>
                </p14:cNvPr>
                <p14:cNvContentPartPr/>
                <p14:nvPr/>
              </p14:nvContentPartPr>
              <p14:xfrm>
                <a:off x="7948220" y="1372160"/>
                <a:ext cx="168480" cy="6984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074B7940-959A-AF4A-108C-28979B838F1B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930220" y="1354160"/>
                  <a:ext cx="204120" cy="105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557154C9-4666-0FEF-4DFE-2EACFEB31480}"/>
              </a:ext>
            </a:extLst>
          </p:cNvPr>
          <p:cNvGrpSpPr/>
          <p:nvPr/>
        </p:nvGrpSpPr>
        <p:grpSpPr>
          <a:xfrm>
            <a:off x="8045060" y="761600"/>
            <a:ext cx="975600" cy="428040"/>
            <a:chOff x="8045060" y="761600"/>
            <a:chExt cx="975600" cy="428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C07B48C4-43D4-B417-3D79-F4C52B13AFF4}"/>
                    </a:ext>
                  </a:extLst>
                </p14:cNvPr>
                <p14:cNvContentPartPr/>
                <p14:nvPr/>
              </p14:nvContentPartPr>
              <p14:xfrm>
                <a:off x="8045060" y="1031240"/>
                <a:ext cx="92160" cy="1584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C07B48C4-43D4-B417-3D79-F4C52B13AFF4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027060" y="1013281"/>
                  <a:ext cx="127800" cy="1939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F9D69664-974C-B18C-B83C-2845A5E64412}"/>
                    </a:ext>
                  </a:extLst>
                </p14:cNvPr>
                <p14:cNvContentPartPr/>
                <p14:nvPr/>
              </p14:nvContentPartPr>
              <p14:xfrm>
                <a:off x="8163500" y="1079480"/>
                <a:ext cx="130680" cy="558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F9D69664-974C-B18C-B83C-2845A5E64412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145450" y="1061480"/>
                  <a:ext cx="166418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4FFDB033-3397-0794-4B6E-E3A5207110CD}"/>
                    </a:ext>
                  </a:extLst>
                </p14:cNvPr>
                <p14:cNvContentPartPr/>
                <p14:nvPr/>
              </p14:nvContentPartPr>
              <p14:xfrm>
                <a:off x="8374100" y="912800"/>
                <a:ext cx="83880" cy="1908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4FFDB033-3397-0794-4B6E-E3A5207110CD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356177" y="894834"/>
                  <a:ext cx="119368" cy="22637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6CA09CE-2A5C-78D5-2387-D290F7431E19}"/>
                    </a:ext>
                  </a:extLst>
                </p14:cNvPr>
                <p14:cNvContentPartPr/>
                <p14:nvPr/>
              </p14:nvContentPartPr>
              <p14:xfrm>
                <a:off x="8374100" y="1006760"/>
                <a:ext cx="85680" cy="489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6CA09CE-2A5C-78D5-2387-D290F7431E19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356175" y="988891"/>
                  <a:ext cx="121171" cy="843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510D3C52-D094-3579-6FDF-42F540000ECF}"/>
                    </a:ext>
                  </a:extLst>
                </p14:cNvPr>
                <p14:cNvContentPartPr/>
                <p14:nvPr/>
              </p14:nvContentPartPr>
              <p14:xfrm>
                <a:off x="8541140" y="989480"/>
                <a:ext cx="52560" cy="9396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510D3C52-D094-3579-6FDF-42F540000EC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8523140" y="971480"/>
                  <a:ext cx="8820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3CC49817-8DD8-BFC8-CDE2-2B4EE30B2D7C}"/>
                    </a:ext>
                  </a:extLst>
                </p14:cNvPr>
                <p14:cNvContentPartPr/>
                <p14:nvPr/>
              </p14:nvContentPartPr>
              <p14:xfrm>
                <a:off x="8570300" y="906320"/>
                <a:ext cx="84240" cy="1036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3CC49817-8DD8-BFC8-CDE2-2B4EE30B2D7C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8552300" y="888320"/>
                  <a:ext cx="11988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F6A53828-6114-C550-BB6F-85785DEC76B0}"/>
                    </a:ext>
                  </a:extLst>
                </p14:cNvPr>
                <p14:cNvContentPartPr/>
                <p14:nvPr/>
              </p14:nvContentPartPr>
              <p14:xfrm>
                <a:off x="8738060" y="902360"/>
                <a:ext cx="132840" cy="6012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F6A53828-6114-C550-BB6F-85785DEC76B0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8720060" y="884360"/>
                  <a:ext cx="16848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2D79AA71-52EF-0FC0-2305-0A6DAC758720}"/>
                    </a:ext>
                  </a:extLst>
                </p14:cNvPr>
                <p14:cNvContentPartPr/>
                <p14:nvPr/>
              </p14:nvContentPartPr>
              <p14:xfrm>
                <a:off x="8926700" y="761600"/>
                <a:ext cx="59400" cy="1476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2D79AA71-52EF-0FC0-2305-0A6DAC758720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8908590" y="743600"/>
                  <a:ext cx="95257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DDE59F5D-F939-C65F-2904-DDB2D1ECFE2E}"/>
                    </a:ext>
                  </a:extLst>
                </p14:cNvPr>
                <p14:cNvContentPartPr/>
                <p14:nvPr/>
              </p14:nvContentPartPr>
              <p14:xfrm>
                <a:off x="8877380" y="799400"/>
                <a:ext cx="143280" cy="7920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DDE59F5D-F939-C65F-2904-DDB2D1ECFE2E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859380" y="781400"/>
                  <a:ext cx="178920" cy="11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C13497B1-8964-7FED-66F8-2A8CFBB6F731}"/>
              </a:ext>
            </a:extLst>
          </p:cNvPr>
          <p:cNvGrpSpPr/>
          <p:nvPr/>
        </p:nvGrpSpPr>
        <p:grpSpPr>
          <a:xfrm>
            <a:off x="5487980" y="2596520"/>
            <a:ext cx="1774440" cy="522720"/>
            <a:chOff x="5487980" y="2596520"/>
            <a:chExt cx="1774440" cy="522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974A24B5-FF90-2816-3E1A-FBCF17CF41E2}"/>
                    </a:ext>
                  </a:extLst>
                </p14:cNvPr>
                <p14:cNvContentPartPr/>
                <p14:nvPr/>
              </p14:nvContentPartPr>
              <p14:xfrm>
                <a:off x="5498060" y="2854640"/>
                <a:ext cx="11520" cy="2646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974A24B5-FF90-2816-3E1A-FBCF17CF41E2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479479" y="2836615"/>
                  <a:ext cx="48310" cy="30028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D34E940-35E8-1E53-4A9D-BA88A60F7895}"/>
                    </a:ext>
                  </a:extLst>
                </p14:cNvPr>
                <p14:cNvContentPartPr/>
                <p14:nvPr/>
              </p14:nvContentPartPr>
              <p14:xfrm>
                <a:off x="5487980" y="2863640"/>
                <a:ext cx="214920" cy="1987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D34E940-35E8-1E53-4A9D-BA88A60F7895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469980" y="2845640"/>
                  <a:ext cx="25056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853DA6A5-99D0-CFFC-F1B3-09226ED15F85}"/>
                    </a:ext>
                  </a:extLst>
                </p14:cNvPr>
                <p14:cNvContentPartPr/>
                <p14:nvPr/>
              </p14:nvContentPartPr>
              <p14:xfrm>
                <a:off x="5523620" y="2952920"/>
                <a:ext cx="158400" cy="11340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853DA6A5-99D0-CFFC-F1B3-09226ED15F85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5505620" y="2934920"/>
                  <a:ext cx="19404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E52515D6-C0F6-8C51-3714-A003AB9ECCD9}"/>
                    </a:ext>
                  </a:extLst>
                </p14:cNvPr>
                <p14:cNvContentPartPr/>
                <p14:nvPr/>
              </p14:nvContentPartPr>
              <p14:xfrm>
                <a:off x="5820980" y="2899280"/>
                <a:ext cx="84240" cy="11412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E52515D6-C0F6-8C51-3714-A003AB9ECCD9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5802980" y="2881280"/>
                  <a:ext cx="11988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3B21E4AF-2E40-24F8-91FD-BE2A2400A21D}"/>
                    </a:ext>
                  </a:extLst>
                </p14:cNvPr>
                <p14:cNvContentPartPr/>
                <p14:nvPr/>
              </p14:nvContentPartPr>
              <p14:xfrm>
                <a:off x="5998820" y="2745920"/>
                <a:ext cx="92160" cy="21924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3B21E4AF-2E40-24F8-91FD-BE2A2400A21D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5980820" y="2727920"/>
                  <a:ext cx="12780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886A420A-5583-44D8-1653-D0E81E9BBB72}"/>
                    </a:ext>
                  </a:extLst>
                </p14:cNvPr>
                <p14:cNvContentPartPr/>
                <p14:nvPr/>
              </p14:nvContentPartPr>
              <p14:xfrm>
                <a:off x="5984060" y="2843480"/>
                <a:ext cx="75960" cy="4104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886A420A-5583-44D8-1653-D0E81E9BBB72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5965974" y="2825480"/>
                  <a:ext cx="11177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90ADA3E7-DEC4-9F18-91DF-4A0DB84FFB01}"/>
                    </a:ext>
                  </a:extLst>
                </p14:cNvPr>
                <p14:cNvContentPartPr/>
                <p14:nvPr/>
              </p14:nvContentPartPr>
              <p14:xfrm>
                <a:off x="6192140" y="2800280"/>
                <a:ext cx="33120" cy="9828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90ADA3E7-DEC4-9F18-91DF-4A0DB84FFB01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6174140" y="2782280"/>
                  <a:ext cx="6876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7ECA2D40-E8D2-A956-E1C9-23B58B0432D2}"/>
                    </a:ext>
                  </a:extLst>
                </p14:cNvPr>
                <p14:cNvContentPartPr/>
                <p14:nvPr/>
              </p14:nvContentPartPr>
              <p14:xfrm>
                <a:off x="6161900" y="2734400"/>
                <a:ext cx="27000" cy="2772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7ECA2D40-E8D2-A956-E1C9-23B58B0432D2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6144137" y="2716400"/>
                  <a:ext cx="62171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72104F3C-87DE-24B3-41BA-8713D45E0803}"/>
                    </a:ext>
                  </a:extLst>
                </p14:cNvPr>
                <p14:cNvContentPartPr/>
                <p14:nvPr/>
              </p14:nvContentPartPr>
              <p14:xfrm>
                <a:off x="6310580" y="2762120"/>
                <a:ext cx="106200" cy="1076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72104F3C-87DE-24B3-41BA-8713D45E0803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6292580" y="2744120"/>
                  <a:ext cx="14184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F0D4B2DB-8CED-4DA5-5BBD-08A146B2C418}"/>
                    </a:ext>
                  </a:extLst>
                </p14:cNvPr>
                <p14:cNvContentPartPr/>
                <p14:nvPr/>
              </p14:nvContentPartPr>
              <p14:xfrm>
                <a:off x="6507140" y="2646200"/>
                <a:ext cx="274680" cy="21564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F0D4B2DB-8CED-4DA5-5BBD-08A146B2C418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6489140" y="2628200"/>
                  <a:ext cx="3103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62EA6533-7F06-3F1C-4B82-01902945E81F}"/>
                    </a:ext>
                  </a:extLst>
                </p14:cNvPr>
                <p14:cNvContentPartPr/>
                <p14:nvPr/>
              </p14:nvContentPartPr>
              <p14:xfrm>
                <a:off x="6723860" y="2703440"/>
                <a:ext cx="187920" cy="1177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62EA6533-7F06-3F1C-4B82-01902945E81F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6705860" y="2685495"/>
                  <a:ext cx="223560" cy="15325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20719E9F-1042-AEF1-9E6A-DA562A90AE11}"/>
                    </a:ext>
                  </a:extLst>
                </p14:cNvPr>
                <p14:cNvContentPartPr/>
                <p14:nvPr/>
              </p14:nvContentPartPr>
              <p14:xfrm>
                <a:off x="6858140" y="2596520"/>
                <a:ext cx="24120" cy="273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20719E9F-1042-AEF1-9E6A-DA562A90AE11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6840140" y="2578520"/>
                  <a:ext cx="5976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6C7E6555-FB4A-CF05-2CDD-44FA45DAE042}"/>
                    </a:ext>
                  </a:extLst>
                </p14:cNvPr>
                <p14:cNvContentPartPr/>
                <p14:nvPr/>
              </p14:nvContentPartPr>
              <p14:xfrm>
                <a:off x="7053260" y="2644400"/>
                <a:ext cx="209160" cy="1098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6C7E6555-FB4A-CF05-2CDD-44FA45DAE042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7035260" y="2626400"/>
                  <a:ext cx="244800" cy="14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92164C85-9D8C-3149-B5CB-CCF5F26EF26E}"/>
              </a:ext>
            </a:extLst>
          </p:cNvPr>
          <p:cNvGrpSpPr/>
          <p:nvPr/>
        </p:nvGrpSpPr>
        <p:grpSpPr>
          <a:xfrm>
            <a:off x="5600660" y="3234440"/>
            <a:ext cx="1355760" cy="434520"/>
            <a:chOff x="5600660" y="3234440"/>
            <a:chExt cx="1355760" cy="43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B9E036AC-B398-68BA-D17C-EBC0720C5E78}"/>
                    </a:ext>
                  </a:extLst>
                </p14:cNvPr>
                <p14:cNvContentPartPr/>
                <p14:nvPr/>
              </p14:nvContentPartPr>
              <p14:xfrm>
                <a:off x="5658980" y="3346400"/>
                <a:ext cx="45000" cy="32256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B9E036AC-B398-68BA-D17C-EBC0720C5E78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640980" y="3328400"/>
                  <a:ext cx="80640" cy="35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9C016574-D9DD-A274-14FA-E2C06205A4B6}"/>
                    </a:ext>
                  </a:extLst>
                </p14:cNvPr>
                <p14:cNvContentPartPr/>
                <p14:nvPr/>
              </p14:nvContentPartPr>
              <p14:xfrm>
                <a:off x="5600660" y="3552320"/>
                <a:ext cx="151920" cy="6264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9C016574-D9DD-A274-14FA-E2C06205A4B6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582660" y="3534320"/>
                  <a:ext cx="18756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52874035-1A0B-BBEA-2931-4095E48D14EB}"/>
                    </a:ext>
                  </a:extLst>
                </p14:cNvPr>
                <p14:cNvContentPartPr/>
                <p14:nvPr/>
              </p14:nvContentPartPr>
              <p14:xfrm>
                <a:off x="5818460" y="3465560"/>
                <a:ext cx="342000" cy="12096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52874035-1A0B-BBEA-2931-4095E48D14EB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5800441" y="3447560"/>
                  <a:ext cx="377678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73780CE1-1773-D051-6816-07A3B0860695}"/>
                    </a:ext>
                  </a:extLst>
                </p14:cNvPr>
                <p14:cNvContentPartPr/>
                <p14:nvPr/>
              </p14:nvContentPartPr>
              <p14:xfrm>
                <a:off x="6236420" y="3310400"/>
                <a:ext cx="207360" cy="2235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73780CE1-1773-D051-6816-07A3B0860695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6218420" y="3292371"/>
                  <a:ext cx="243000" cy="2592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26083671-1B22-016E-181B-8284A4EC6408}"/>
                    </a:ext>
                  </a:extLst>
                </p14:cNvPr>
                <p14:cNvContentPartPr/>
                <p14:nvPr/>
              </p14:nvContentPartPr>
              <p14:xfrm>
                <a:off x="6392660" y="3365480"/>
                <a:ext cx="175680" cy="10476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26083671-1B22-016E-181B-8284A4EC6408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6374660" y="3347480"/>
                  <a:ext cx="21132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897E197E-1931-2464-0990-970C57DECE51}"/>
                    </a:ext>
                  </a:extLst>
                </p14:cNvPr>
                <p14:cNvContentPartPr/>
                <p14:nvPr/>
              </p14:nvContentPartPr>
              <p14:xfrm>
                <a:off x="6544220" y="3234440"/>
                <a:ext cx="16920" cy="7020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897E197E-1931-2464-0990-970C57DECE51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6526220" y="3216440"/>
                  <a:ext cx="5256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C96E9D1D-52CE-2CC4-B04C-CBCCE8A26868}"/>
                    </a:ext>
                  </a:extLst>
                </p14:cNvPr>
                <p14:cNvContentPartPr/>
                <p14:nvPr/>
              </p14:nvContentPartPr>
              <p14:xfrm>
                <a:off x="6650780" y="3301760"/>
                <a:ext cx="305640" cy="14760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C96E9D1D-52CE-2CC4-B04C-CBCCE8A26868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6632801" y="3283760"/>
                  <a:ext cx="341238" cy="183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7" name="Group 196">
            <a:extLst>
              <a:ext uri="{FF2B5EF4-FFF2-40B4-BE49-F238E27FC236}">
                <a16:creationId xmlns:a16="http://schemas.microsoft.com/office/drawing/2014/main" id="{6456B980-78AF-E50F-4522-A04723B347EA}"/>
              </a:ext>
            </a:extLst>
          </p:cNvPr>
          <p:cNvGrpSpPr/>
          <p:nvPr/>
        </p:nvGrpSpPr>
        <p:grpSpPr>
          <a:xfrm>
            <a:off x="130820" y="896600"/>
            <a:ext cx="2802960" cy="2680920"/>
            <a:chOff x="130820" y="896600"/>
            <a:chExt cx="2802960" cy="268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81DB05B-90AD-ACF5-3B33-6B7FF052736A}"/>
                    </a:ext>
                  </a:extLst>
                </p14:cNvPr>
                <p14:cNvContentPartPr/>
                <p14:nvPr/>
              </p14:nvContentPartPr>
              <p14:xfrm>
                <a:off x="381020" y="1252280"/>
                <a:ext cx="50400" cy="2268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81DB05B-90AD-ACF5-3B33-6B7FF052736A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363020" y="1234280"/>
                  <a:ext cx="8604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EF1940F-D0B5-18D6-ABF9-1B0ABA516FA1}"/>
                    </a:ext>
                  </a:extLst>
                </p14:cNvPr>
                <p14:cNvContentPartPr/>
                <p14:nvPr/>
              </p14:nvContentPartPr>
              <p14:xfrm>
                <a:off x="344660" y="1092080"/>
                <a:ext cx="4320" cy="471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EF1940F-D0B5-18D6-ABF9-1B0ABA516FA1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327020" y="1074080"/>
                  <a:ext cx="3996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5B8DD4B9-EA9F-2EEE-4303-2CA13C140057}"/>
                    </a:ext>
                  </a:extLst>
                </p14:cNvPr>
                <p14:cNvContentPartPr/>
                <p14:nvPr/>
              </p14:nvContentPartPr>
              <p14:xfrm>
                <a:off x="490460" y="1265600"/>
                <a:ext cx="123840" cy="954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5B8DD4B9-EA9F-2EEE-4303-2CA13C140057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72460" y="1247960"/>
                  <a:ext cx="15948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F71919F1-376C-D69C-42E1-CC5937702BFB}"/>
                    </a:ext>
                  </a:extLst>
                </p14:cNvPr>
                <p14:cNvContentPartPr/>
                <p14:nvPr/>
              </p14:nvContentPartPr>
              <p14:xfrm>
                <a:off x="714740" y="1265240"/>
                <a:ext cx="63720" cy="15804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F71919F1-376C-D69C-42E1-CC5937702BFB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697100" y="1247600"/>
                  <a:ext cx="9936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9BDA35FD-D5ED-D531-D0F4-8138983B47CB}"/>
                    </a:ext>
                  </a:extLst>
                </p14:cNvPr>
                <p14:cNvContentPartPr/>
                <p14:nvPr/>
              </p14:nvContentPartPr>
              <p14:xfrm>
                <a:off x="759020" y="1232840"/>
                <a:ext cx="67680" cy="11088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9BDA35FD-D5ED-D531-D0F4-8138983B47CB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741380" y="1215200"/>
                  <a:ext cx="10332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DB774F3A-D772-37C7-A3C7-003F504407B5}"/>
                    </a:ext>
                  </a:extLst>
                </p14:cNvPr>
                <p14:cNvContentPartPr/>
                <p14:nvPr/>
              </p14:nvContentPartPr>
              <p14:xfrm>
                <a:off x="908780" y="1234280"/>
                <a:ext cx="141120" cy="1069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DB774F3A-D772-37C7-A3C7-003F504407B5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890780" y="1216640"/>
                  <a:ext cx="17676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F26AE8EC-0EF5-B8CC-104D-D072EB66FC24}"/>
                    </a:ext>
                  </a:extLst>
                </p14:cNvPr>
                <p14:cNvContentPartPr/>
                <p14:nvPr/>
              </p14:nvContentPartPr>
              <p14:xfrm>
                <a:off x="1133420" y="1060760"/>
                <a:ext cx="69480" cy="22176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F26AE8EC-0EF5-B8CC-104D-D072EB66FC24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115420" y="1043120"/>
                  <a:ext cx="10512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41F8FE13-234F-F9FD-4318-F57F803BB674}"/>
                    </a:ext>
                  </a:extLst>
                </p14:cNvPr>
                <p14:cNvContentPartPr/>
                <p14:nvPr/>
              </p14:nvContentPartPr>
              <p14:xfrm>
                <a:off x="1144940" y="1129520"/>
                <a:ext cx="136800" cy="6768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41F8FE13-234F-F9FD-4318-F57F803BB674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126940" y="1111880"/>
                  <a:ext cx="17244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6D816E0E-4536-88F6-133B-C09774E8B5E4}"/>
                    </a:ext>
                  </a:extLst>
                </p14:cNvPr>
                <p14:cNvContentPartPr/>
                <p14:nvPr/>
              </p14:nvContentPartPr>
              <p14:xfrm>
                <a:off x="181220" y="1632440"/>
                <a:ext cx="127080" cy="194508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6D816E0E-4536-88F6-133B-C09774E8B5E4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63220" y="1614800"/>
                  <a:ext cx="162720" cy="19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30FD3706-8AF5-A118-9D9F-4DACE5AF379B}"/>
                    </a:ext>
                  </a:extLst>
                </p14:cNvPr>
                <p14:cNvContentPartPr/>
                <p14:nvPr/>
              </p14:nvContentPartPr>
              <p14:xfrm>
                <a:off x="804740" y="1764920"/>
                <a:ext cx="209880" cy="21672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30FD3706-8AF5-A118-9D9F-4DACE5AF379B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786740" y="1747280"/>
                  <a:ext cx="24552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5AEB9F30-828F-4801-24CF-0E654470342C}"/>
                    </a:ext>
                  </a:extLst>
                </p14:cNvPr>
                <p14:cNvContentPartPr/>
                <p14:nvPr/>
              </p14:nvContentPartPr>
              <p14:xfrm>
                <a:off x="1125860" y="1856360"/>
                <a:ext cx="40680" cy="10944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5AEB9F30-828F-4801-24CF-0E654470342C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107860" y="1838360"/>
                  <a:ext cx="7632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B5AA62B5-CB2E-B01B-AE1C-36BFD13AB479}"/>
                    </a:ext>
                  </a:extLst>
                </p14:cNvPr>
                <p14:cNvContentPartPr/>
                <p14:nvPr/>
              </p14:nvContentPartPr>
              <p14:xfrm>
                <a:off x="931100" y="2982440"/>
                <a:ext cx="234720" cy="16884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B5AA62B5-CB2E-B01B-AE1C-36BFD13AB479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913100" y="2964440"/>
                  <a:ext cx="2703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6E2FCC3A-1F19-E53A-C57C-63870AD90BB5}"/>
                    </a:ext>
                  </a:extLst>
                </p14:cNvPr>
                <p14:cNvContentPartPr/>
                <p14:nvPr/>
              </p14:nvContentPartPr>
              <p14:xfrm>
                <a:off x="1249340" y="3032480"/>
                <a:ext cx="156600" cy="2286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6E2FCC3A-1F19-E53A-C57C-63870AD90BB5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231340" y="3014480"/>
                  <a:ext cx="192240" cy="26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76610FA5-527D-54CB-8991-4F122976B400}"/>
                    </a:ext>
                  </a:extLst>
                </p14:cNvPr>
                <p14:cNvContentPartPr/>
                <p14:nvPr/>
              </p14:nvContentPartPr>
              <p14:xfrm>
                <a:off x="130820" y="1521200"/>
                <a:ext cx="1771920" cy="11736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76610FA5-527D-54CB-8991-4F122976B400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13180" y="1503560"/>
                  <a:ext cx="180756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94E26FA4-56AD-D5EA-5A33-835111E72807}"/>
                    </a:ext>
                  </a:extLst>
                </p14:cNvPr>
                <p14:cNvContentPartPr/>
                <p14:nvPr/>
              </p14:nvContentPartPr>
              <p14:xfrm>
                <a:off x="266540" y="2082440"/>
                <a:ext cx="1768320" cy="8784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94E26FA4-56AD-D5EA-5A33-835111E72807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248900" y="2064440"/>
                  <a:ext cx="180396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279C565D-6501-4303-9FFC-9791B156A098}"/>
                    </a:ext>
                  </a:extLst>
                </p14:cNvPr>
                <p14:cNvContentPartPr/>
                <p14:nvPr/>
              </p14:nvContentPartPr>
              <p14:xfrm>
                <a:off x="913820" y="2322560"/>
                <a:ext cx="203400" cy="19440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279C565D-6501-4303-9FFC-9791B156A098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895820" y="2304560"/>
                  <a:ext cx="23904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08B0FFED-6E52-8604-6D7D-0448D709CF59}"/>
                    </a:ext>
                  </a:extLst>
                </p14:cNvPr>
                <p14:cNvContentPartPr/>
                <p14:nvPr/>
              </p14:nvContentPartPr>
              <p14:xfrm>
                <a:off x="1183100" y="2412920"/>
                <a:ext cx="172080" cy="11520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08B0FFED-6E52-8604-6D7D-0448D709CF59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165100" y="2395280"/>
                  <a:ext cx="20772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2556D1A0-1764-549A-FE4B-23C21C9F83DD}"/>
                    </a:ext>
                  </a:extLst>
                </p14:cNvPr>
                <p14:cNvContentPartPr/>
                <p14:nvPr/>
              </p14:nvContentPartPr>
              <p14:xfrm>
                <a:off x="306140" y="2572760"/>
                <a:ext cx="1962360" cy="23292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2556D1A0-1764-549A-FE4B-23C21C9F83DD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288140" y="2555120"/>
                  <a:ext cx="199800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BE087C21-DC10-56BB-88EB-680B90EF6817}"/>
                    </a:ext>
                  </a:extLst>
                </p14:cNvPr>
                <p14:cNvContentPartPr/>
                <p14:nvPr/>
              </p14:nvContentPartPr>
              <p14:xfrm>
                <a:off x="281300" y="3301760"/>
                <a:ext cx="1986840" cy="21816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BE087C21-DC10-56BB-88EB-680B90EF6817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263660" y="3283760"/>
                  <a:ext cx="202248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2E66506C-C54A-69AF-5E23-A46CACEE9348}"/>
                    </a:ext>
                  </a:extLst>
                </p14:cNvPr>
                <p14:cNvContentPartPr/>
                <p14:nvPr/>
              </p14:nvContentPartPr>
              <p14:xfrm>
                <a:off x="1427540" y="1476200"/>
                <a:ext cx="167760" cy="209772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2E66506C-C54A-69AF-5E23-A46CACEE9348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409900" y="1458560"/>
                  <a:ext cx="203400" cy="21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2F51C471-E3B9-1F1D-9950-202A67E878C4}"/>
                    </a:ext>
                  </a:extLst>
                </p14:cNvPr>
                <p14:cNvContentPartPr/>
                <p14:nvPr/>
              </p14:nvContentPartPr>
              <p14:xfrm>
                <a:off x="1585580" y="1134560"/>
                <a:ext cx="216360" cy="13068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2F51C471-E3B9-1F1D-9950-202A67E878C4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567940" y="1116920"/>
                  <a:ext cx="25200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315528ED-A9EC-9B80-FF28-3D4A9E96E746}"/>
                    </a:ext>
                  </a:extLst>
                </p14:cNvPr>
                <p14:cNvContentPartPr/>
                <p14:nvPr/>
              </p14:nvContentPartPr>
              <p14:xfrm>
                <a:off x="1863140" y="1092440"/>
                <a:ext cx="136080" cy="8892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315528ED-A9EC-9B80-FF28-3D4A9E96E746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845140" y="1074800"/>
                  <a:ext cx="17172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C4501FA5-7BAF-D33B-F363-5222C5AA367D}"/>
                    </a:ext>
                  </a:extLst>
                </p14:cNvPr>
                <p14:cNvContentPartPr/>
                <p14:nvPr/>
              </p14:nvContentPartPr>
              <p14:xfrm>
                <a:off x="2013980" y="1095680"/>
                <a:ext cx="38880" cy="6408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C4501FA5-7BAF-D33B-F363-5222C5AA367D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996340" y="1078040"/>
                  <a:ext cx="7452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4B5A6CE4-9E04-016D-9924-9071150369F7}"/>
                    </a:ext>
                  </a:extLst>
                </p14:cNvPr>
                <p14:cNvContentPartPr/>
                <p14:nvPr/>
              </p14:nvContentPartPr>
              <p14:xfrm>
                <a:off x="2033420" y="968600"/>
                <a:ext cx="16200" cy="3240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4B5A6CE4-9E04-016D-9924-9071150369F7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2015420" y="950600"/>
                  <a:ext cx="5184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B30E2AF7-535E-D038-D183-F98BBD192689}"/>
                    </a:ext>
                  </a:extLst>
                </p14:cNvPr>
                <p14:cNvContentPartPr/>
                <p14:nvPr/>
              </p14:nvContentPartPr>
              <p14:xfrm>
                <a:off x="2126660" y="938720"/>
                <a:ext cx="332640" cy="28908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B30E2AF7-535E-D038-D183-F98BBD192689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2109020" y="920720"/>
                  <a:ext cx="368280" cy="32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57C35AF0-78A5-206D-1C62-90DC6F477656}"/>
                    </a:ext>
                  </a:extLst>
                </p14:cNvPr>
                <p14:cNvContentPartPr/>
                <p14:nvPr/>
              </p14:nvContentPartPr>
              <p14:xfrm>
                <a:off x="2534180" y="896600"/>
                <a:ext cx="49680" cy="1396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57C35AF0-78A5-206D-1C62-90DC6F477656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2516540" y="878600"/>
                  <a:ext cx="8532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85B10F5B-9C4B-3956-8186-E9FD9BF4F640}"/>
                    </a:ext>
                  </a:extLst>
                </p14:cNvPr>
                <p14:cNvContentPartPr/>
                <p14:nvPr/>
              </p14:nvContentPartPr>
              <p14:xfrm>
                <a:off x="2534900" y="927920"/>
                <a:ext cx="116280" cy="7920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85B10F5B-9C4B-3956-8186-E9FD9BF4F640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2516900" y="909920"/>
                  <a:ext cx="15192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2994C965-68AF-204A-2BE4-F29A6FE49B1E}"/>
                    </a:ext>
                  </a:extLst>
                </p14:cNvPr>
                <p14:cNvContentPartPr/>
                <p14:nvPr/>
              </p14:nvContentPartPr>
              <p14:xfrm>
                <a:off x="1934420" y="1451360"/>
                <a:ext cx="985680" cy="9288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2994C965-68AF-204A-2BE4-F29A6FE49B1E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916420" y="1433360"/>
                  <a:ext cx="102132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EAA0FF76-AD30-885F-5C5B-90094B8BB114}"/>
                    </a:ext>
                  </a:extLst>
                </p14:cNvPr>
                <p14:cNvContentPartPr/>
                <p14:nvPr/>
              </p14:nvContentPartPr>
              <p14:xfrm>
                <a:off x="2289740" y="1465040"/>
                <a:ext cx="644040" cy="196236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EAA0FF76-AD30-885F-5C5B-90094B8BB114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2271740" y="1447400"/>
                  <a:ext cx="679680" cy="19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BB2FAB36-2905-D505-7F73-0BCD35AB43B1}"/>
                    </a:ext>
                  </a:extLst>
                </p14:cNvPr>
                <p14:cNvContentPartPr/>
                <p14:nvPr/>
              </p14:nvContentPartPr>
              <p14:xfrm>
                <a:off x="1876820" y="1690400"/>
                <a:ext cx="281880" cy="17388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BB2FAB36-2905-D505-7F73-0BCD35AB43B1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858820" y="1672400"/>
                  <a:ext cx="31752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EFB07069-7993-7AA8-0269-C9A8C5F2C53D}"/>
                    </a:ext>
                  </a:extLst>
                </p14:cNvPr>
                <p14:cNvContentPartPr/>
                <p14:nvPr/>
              </p14:nvContentPartPr>
              <p14:xfrm>
                <a:off x="2301260" y="1769960"/>
                <a:ext cx="25560" cy="12708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EFB07069-7993-7AA8-0269-C9A8C5F2C53D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2283620" y="1752320"/>
                  <a:ext cx="6120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659F17CA-60E6-B4D6-38A0-63E8E16958C8}"/>
                    </a:ext>
                  </a:extLst>
                </p14:cNvPr>
                <p14:cNvContentPartPr/>
                <p14:nvPr/>
              </p14:nvContentPartPr>
              <p14:xfrm>
                <a:off x="1947740" y="2324360"/>
                <a:ext cx="218880" cy="13680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659F17CA-60E6-B4D6-38A0-63E8E16958C8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930100" y="2306720"/>
                  <a:ext cx="25452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490A4419-635C-D98E-18D7-810C648D3BE2}"/>
                    </a:ext>
                  </a:extLst>
                </p14:cNvPr>
                <p14:cNvContentPartPr/>
                <p14:nvPr/>
              </p14:nvContentPartPr>
              <p14:xfrm>
                <a:off x="2275340" y="2375120"/>
                <a:ext cx="120600" cy="11016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490A4419-635C-D98E-18D7-810C648D3BE2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2257340" y="2357120"/>
                  <a:ext cx="15624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BE4BC475-5FEA-F4AA-DB2F-5F0CFA15A6A5}"/>
                    </a:ext>
                  </a:extLst>
                </p14:cNvPr>
                <p14:cNvContentPartPr/>
                <p14:nvPr/>
              </p14:nvContentPartPr>
              <p14:xfrm>
                <a:off x="2009660" y="2916560"/>
                <a:ext cx="183960" cy="15336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BE4BC475-5FEA-F4AA-DB2F-5F0CFA15A6A5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991660" y="2898560"/>
                  <a:ext cx="21960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07338170-72C9-C526-0D70-D572AB13B3E9}"/>
                    </a:ext>
                  </a:extLst>
                </p14:cNvPr>
                <p14:cNvContentPartPr/>
                <p14:nvPr/>
              </p14:nvContentPartPr>
              <p14:xfrm>
                <a:off x="2294780" y="2973800"/>
                <a:ext cx="131760" cy="19728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07338170-72C9-C526-0D70-D572AB13B3E9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2276780" y="2955800"/>
                  <a:ext cx="167400" cy="232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4" name="Group 203">
            <a:extLst>
              <a:ext uri="{FF2B5EF4-FFF2-40B4-BE49-F238E27FC236}">
                <a16:creationId xmlns:a16="http://schemas.microsoft.com/office/drawing/2014/main" id="{03535C95-0B27-2479-BE70-97850FD3254D}"/>
              </a:ext>
            </a:extLst>
          </p:cNvPr>
          <p:cNvGrpSpPr/>
          <p:nvPr/>
        </p:nvGrpSpPr>
        <p:grpSpPr>
          <a:xfrm>
            <a:off x="1296500" y="3793160"/>
            <a:ext cx="889920" cy="358920"/>
            <a:chOff x="1296500" y="3793160"/>
            <a:chExt cx="889920" cy="35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FF203620-5BAE-FBCD-D53C-773FCB4AD237}"/>
                    </a:ext>
                  </a:extLst>
                </p14:cNvPr>
                <p14:cNvContentPartPr/>
                <p14:nvPr/>
              </p14:nvContentPartPr>
              <p14:xfrm>
                <a:off x="1296500" y="3939680"/>
                <a:ext cx="218880" cy="21240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FF203620-5BAE-FBCD-D53C-773FCB4AD237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1278500" y="3921680"/>
                  <a:ext cx="25452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13DBD71F-6D5A-153A-F893-7B0728657107}"/>
                    </a:ext>
                  </a:extLst>
                </p14:cNvPr>
                <p14:cNvContentPartPr/>
                <p14:nvPr/>
              </p14:nvContentPartPr>
              <p14:xfrm>
                <a:off x="1613300" y="4039400"/>
                <a:ext cx="56160" cy="10152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13DBD71F-6D5A-153A-F893-7B0728657107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1595300" y="4021400"/>
                  <a:ext cx="9180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A3DD2E13-FBCD-B983-36A4-438AA6BBFCC1}"/>
                    </a:ext>
                  </a:extLst>
                </p14:cNvPr>
                <p14:cNvContentPartPr/>
                <p14:nvPr/>
              </p14:nvContentPartPr>
              <p14:xfrm>
                <a:off x="1635260" y="3927800"/>
                <a:ext cx="8280" cy="828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A3DD2E13-FBCD-B983-36A4-438AA6BBFCC1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617620" y="3910160"/>
                  <a:ext cx="4392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60010C93-45F1-A72D-20BE-EBAD91FE5C13}"/>
                    </a:ext>
                  </a:extLst>
                </p14:cNvPr>
                <p14:cNvContentPartPr/>
                <p14:nvPr/>
              </p14:nvContentPartPr>
              <p14:xfrm>
                <a:off x="1813100" y="3875240"/>
                <a:ext cx="199440" cy="17748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60010C93-45F1-A72D-20BE-EBAD91FE5C13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795460" y="3857600"/>
                  <a:ext cx="235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927288FD-CEA2-9321-51AE-971BFF76CF47}"/>
                    </a:ext>
                  </a:extLst>
                </p14:cNvPr>
                <p14:cNvContentPartPr/>
                <p14:nvPr/>
              </p14:nvContentPartPr>
              <p14:xfrm>
                <a:off x="2163740" y="3963440"/>
                <a:ext cx="22680" cy="10116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927288FD-CEA2-9321-51AE-971BFF76CF47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2146100" y="3945800"/>
                  <a:ext cx="5832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D8D6C134-4000-C02F-1E7F-9BEBE8E66CB9}"/>
                    </a:ext>
                  </a:extLst>
                </p14:cNvPr>
                <p14:cNvContentPartPr/>
                <p14:nvPr/>
              </p14:nvContentPartPr>
              <p14:xfrm>
                <a:off x="2153660" y="3793160"/>
                <a:ext cx="10800" cy="4320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D8D6C134-4000-C02F-1E7F-9BEBE8E66CB9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2135660" y="3775520"/>
                  <a:ext cx="46440" cy="78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2">
            <p14:nvContentPartPr>
              <p14:cNvPr id="263" name="Ink 262">
                <a:extLst>
                  <a:ext uri="{FF2B5EF4-FFF2-40B4-BE49-F238E27FC236}">
                    <a16:creationId xmlns:a16="http://schemas.microsoft.com/office/drawing/2014/main" id="{2BC144F7-9F80-6988-8E40-46CA4D7A48FF}"/>
                  </a:ext>
                </a:extLst>
              </p14:cNvPr>
              <p14:cNvContentPartPr/>
              <p14:nvPr/>
            </p14:nvContentPartPr>
            <p14:xfrm>
              <a:off x="4908740" y="194960"/>
              <a:ext cx="2772360" cy="1410120"/>
            </p14:xfrm>
          </p:contentPart>
        </mc:Choice>
        <mc:Fallback xmlns="">
          <p:pic>
            <p:nvPicPr>
              <p:cNvPr id="263" name="Ink 262">
                <a:extLst>
                  <a:ext uri="{FF2B5EF4-FFF2-40B4-BE49-F238E27FC236}">
                    <a16:creationId xmlns:a16="http://schemas.microsoft.com/office/drawing/2014/main" id="{2BC144F7-9F80-6988-8E40-46CA4D7A48FF}"/>
                  </a:ext>
                </a:extLst>
              </p:cNvPr>
              <p:cNvPicPr/>
              <p:nvPr/>
            </p:nvPicPr>
            <p:blipFill>
              <a:blip r:embed="rId303"/>
              <a:stretch>
                <a:fillRect/>
              </a:stretch>
            </p:blipFill>
            <p:spPr>
              <a:xfrm>
                <a:off x="4845740" y="132320"/>
                <a:ext cx="2898000" cy="1535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68" name="Group 267">
            <a:extLst>
              <a:ext uri="{FF2B5EF4-FFF2-40B4-BE49-F238E27FC236}">
                <a16:creationId xmlns:a16="http://schemas.microsoft.com/office/drawing/2014/main" id="{F3ACA03D-E102-A6D0-D8CB-5BA93A926EA8}"/>
              </a:ext>
            </a:extLst>
          </p:cNvPr>
          <p:cNvGrpSpPr/>
          <p:nvPr/>
        </p:nvGrpSpPr>
        <p:grpSpPr>
          <a:xfrm>
            <a:off x="5109980" y="423200"/>
            <a:ext cx="2563200" cy="1805040"/>
            <a:chOff x="5109980" y="423200"/>
            <a:chExt cx="2563200" cy="180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D5BA8220-0135-0B23-0EC4-07593E8D53AB}"/>
                    </a:ext>
                  </a:extLst>
                </p14:cNvPr>
                <p14:cNvContentPartPr/>
                <p14:nvPr/>
              </p14:nvContentPartPr>
              <p14:xfrm>
                <a:off x="5109980" y="833600"/>
                <a:ext cx="214200" cy="42660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D5BA8220-0135-0B23-0EC4-07593E8D53AB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5091980" y="815960"/>
                  <a:ext cx="249840" cy="46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077ACB59-9C42-4A28-5611-048C115040F8}"/>
                    </a:ext>
                  </a:extLst>
                </p14:cNvPr>
                <p14:cNvContentPartPr/>
                <p14:nvPr/>
              </p14:nvContentPartPr>
              <p14:xfrm>
                <a:off x="5486540" y="979040"/>
                <a:ext cx="72000" cy="2448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077ACB59-9C42-4A28-5611-048C115040F8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5468900" y="961400"/>
                  <a:ext cx="10764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F8085926-F466-B0FD-5967-3464ED682F25}"/>
                    </a:ext>
                  </a:extLst>
                </p14:cNvPr>
                <p14:cNvContentPartPr/>
                <p14:nvPr/>
              </p14:nvContentPartPr>
              <p14:xfrm>
                <a:off x="5500220" y="1031240"/>
                <a:ext cx="96120" cy="4248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F8085926-F466-B0FD-5967-3464ED682F25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5482220" y="1013600"/>
                  <a:ext cx="13176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225F2B3C-DB27-364C-C514-5CCB29DF727F}"/>
                    </a:ext>
                  </a:extLst>
                </p14:cNvPr>
                <p14:cNvContentPartPr/>
                <p14:nvPr/>
              </p14:nvContentPartPr>
              <p14:xfrm>
                <a:off x="5833580" y="660080"/>
                <a:ext cx="92160" cy="60552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225F2B3C-DB27-364C-C514-5CCB29DF727F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5815940" y="642080"/>
                  <a:ext cx="127800" cy="64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D2F8B469-06FB-BAB8-723B-1CE6AC73AA08}"/>
                    </a:ext>
                  </a:extLst>
                </p14:cNvPr>
                <p14:cNvContentPartPr/>
                <p14:nvPr/>
              </p14:nvContentPartPr>
              <p14:xfrm>
                <a:off x="5833220" y="912800"/>
                <a:ext cx="121320" cy="5112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D2F8B469-06FB-BAB8-723B-1CE6AC73AA08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5815220" y="894800"/>
                  <a:ext cx="15696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129C790D-CB62-5DEC-4B11-E08B45C43373}"/>
                    </a:ext>
                  </a:extLst>
                </p14:cNvPr>
                <p14:cNvContentPartPr/>
                <p14:nvPr/>
              </p14:nvContentPartPr>
              <p14:xfrm>
                <a:off x="6122300" y="652520"/>
                <a:ext cx="168120" cy="37260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129C790D-CB62-5DEC-4B11-E08B45C43373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6104660" y="634880"/>
                  <a:ext cx="203760" cy="40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247F7E5D-BA4F-FAB1-10A5-D323BFD165D2}"/>
                    </a:ext>
                  </a:extLst>
                </p14:cNvPr>
                <p14:cNvContentPartPr/>
                <p14:nvPr/>
              </p14:nvContentPartPr>
              <p14:xfrm>
                <a:off x="6402740" y="707960"/>
                <a:ext cx="179640" cy="15696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247F7E5D-BA4F-FAB1-10A5-D323BFD165D2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6385100" y="689960"/>
                  <a:ext cx="2152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B054BEF1-75AE-32E3-A1C2-32159E3E6769}"/>
                    </a:ext>
                  </a:extLst>
                </p14:cNvPr>
                <p14:cNvContentPartPr/>
                <p14:nvPr/>
              </p14:nvContentPartPr>
              <p14:xfrm>
                <a:off x="6652220" y="805160"/>
                <a:ext cx="53640" cy="10872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B054BEF1-75AE-32E3-A1C2-32159E3E6769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6634220" y="787520"/>
                  <a:ext cx="8928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F9986C45-E18B-F9C2-4CC3-F74F313B34CB}"/>
                    </a:ext>
                  </a:extLst>
                </p14:cNvPr>
                <p14:cNvContentPartPr/>
                <p14:nvPr/>
              </p14:nvContentPartPr>
              <p14:xfrm>
                <a:off x="6661580" y="647120"/>
                <a:ext cx="19440" cy="1008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F9986C45-E18B-F9C2-4CC3-F74F313B34CB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6643940" y="629120"/>
                  <a:ext cx="5508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9E468D1F-BFE9-4ED9-CEB8-A50C986E32FF}"/>
                    </a:ext>
                  </a:extLst>
                </p14:cNvPr>
                <p14:cNvContentPartPr/>
                <p14:nvPr/>
              </p14:nvContentPartPr>
              <p14:xfrm>
                <a:off x="6832220" y="611120"/>
                <a:ext cx="146160" cy="17604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9E468D1F-BFE9-4ED9-CEB8-A50C986E32FF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6814220" y="593120"/>
                  <a:ext cx="18180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77407B0A-67E1-90DF-84D3-EB631F5BB6E0}"/>
                    </a:ext>
                  </a:extLst>
                </p14:cNvPr>
                <p14:cNvContentPartPr/>
                <p14:nvPr/>
              </p14:nvContentPartPr>
              <p14:xfrm>
                <a:off x="7081340" y="733520"/>
                <a:ext cx="35640" cy="8676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77407B0A-67E1-90DF-84D3-EB631F5BB6E0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7063700" y="715520"/>
                  <a:ext cx="7128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93F5A354-FED6-EE08-C624-5FA60339CFF0}"/>
                    </a:ext>
                  </a:extLst>
                </p14:cNvPr>
                <p14:cNvContentPartPr/>
                <p14:nvPr/>
              </p14:nvContentPartPr>
              <p14:xfrm>
                <a:off x="7087100" y="596000"/>
                <a:ext cx="26280" cy="1872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93F5A354-FED6-EE08-C624-5FA60339CFF0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7069460" y="578360"/>
                  <a:ext cx="6192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5B3710AA-7953-7163-83CB-DAAE5B220C83}"/>
                    </a:ext>
                  </a:extLst>
                </p14:cNvPr>
                <p14:cNvContentPartPr/>
                <p14:nvPr/>
              </p14:nvContentPartPr>
              <p14:xfrm>
                <a:off x="7087460" y="1007120"/>
                <a:ext cx="122760" cy="32580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5B3710AA-7953-7163-83CB-DAAE5B220C83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7069820" y="989480"/>
                  <a:ext cx="158400" cy="36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9F47154D-FA6D-BC03-DD0E-17F6ED8B60B9}"/>
                    </a:ext>
                  </a:extLst>
                </p14:cNvPr>
                <p14:cNvContentPartPr/>
                <p14:nvPr/>
              </p14:nvContentPartPr>
              <p14:xfrm>
                <a:off x="7042100" y="976160"/>
                <a:ext cx="140400" cy="10944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9F47154D-FA6D-BC03-DD0E-17F6ED8B60B9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7024100" y="958520"/>
                  <a:ext cx="17604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957F5F27-BD15-43AC-6361-46B5693FE4B1}"/>
                    </a:ext>
                  </a:extLst>
                </p14:cNvPr>
                <p14:cNvContentPartPr/>
                <p14:nvPr/>
              </p14:nvContentPartPr>
              <p14:xfrm>
                <a:off x="7043900" y="1587800"/>
                <a:ext cx="52560" cy="11232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957F5F27-BD15-43AC-6361-46B5693FE4B1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7025900" y="1569800"/>
                  <a:ext cx="8820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02DC3969-B331-8015-2F0C-C09F8A00ECA1}"/>
                    </a:ext>
                  </a:extLst>
                </p14:cNvPr>
                <p14:cNvContentPartPr/>
                <p14:nvPr/>
              </p14:nvContentPartPr>
              <p14:xfrm>
                <a:off x="6995300" y="1477280"/>
                <a:ext cx="10800" cy="3276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02DC3969-B331-8015-2F0C-C09F8A00ECA1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6977300" y="1459280"/>
                  <a:ext cx="4644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297F8FED-D45B-FBEC-A863-B04EAD9CE0C3}"/>
                    </a:ext>
                  </a:extLst>
                </p14:cNvPr>
                <p14:cNvContentPartPr/>
                <p14:nvPr/>
              </p14:nvContentPartPr>
              <p14:xfrm>
                <a:off x="7124540" y="1556120"/>
                <a:ext cx="130680" cy="9756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297F8FED-D45B-FBEC-A863-B04EAD9CE0C3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7106900" y="1538120"/>
                  <a:ext cx="16632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8DE944F5-0E21-E823-B1B6-FE40CFA94532}"/>
                    </a:ext>
                  </a:extLst>
                </p14:cNvPr>
                <p14:cNvContentPartPr/>
                <p14:nvPr/>
              </p14:nvContentPartPr>
              <p14:xfrm>
                <a:off x="7295900" y="1493840"/>
                <a:ext cx="61560" cy="11232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8DE944F5-0E21-E823-B1B6-FE40CFA94532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7278260" y="1475840"/>
                  <a:ext cx="9720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E5B67FE1-3EAF-9EA6-A050-000A94D4087A}"/>
                    </a:ext>
                  </a:extLst>
                </p14:cNvPr>
                <p14:cNvContentPartPr/>
                <p14:nvPr/>
              </p14:nvContentPartPr>
              <p14:xfrm>
                <a:off x="7296980" y="1439840"/>
                <a:ext cx="79920" cy="6120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E5B67FE1-3EAF-9EA6-A050-000A94D4087A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7278980" y="1421840"/>
                  <a:ext cx="11556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60B96EEB-F07B-C7A1-2B93-CD5D6B85CFD4}"/>
                    </a:ext>
                  </a:extLst>
                </p14:cNvPr>
                <p14:cNvContentPartPr/>
                <p14:nvPr/>
              </p14:nvContentPartPr>
              <p14:xfrm>
                <a:off x="7400300" y="1412840"/>
                <a:ext cx="103320" cy="5904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60B96EEB-F07B-C7A1-2B93-CD5D6B85CFD4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7382660" y="1394840"/>
                  <a:ext cx="13896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F61CD76F-43B7-A0B1-5F2B-149DC21B9162}"/>
                    </a:ext>
                  </a:extLst>
                </p14:cNvPr>
                <p14:cNvContentPartPr/>
                <p14:nvPr/>
              </p14:nvContentPartPr>
              <p14:xfrm>
                <a:off x="7530260" y="1228160"/>
                <a:ext cx="96480" cy="13572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F61CD76F-43B7-A0B1-5F2B-149DC21B9162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7512260" y="1210520"/>
                  <a:ext cx="13212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DC3D3F51-BAB2-5B49-005B-71C0418B4E90}"/>
                    </a:ext>
                  </a:extLst>
                </p14:cNvPr>
                <p14:cNvContentPartPr/>
                <p14:nvPr/>
              </p14:nvContentPartPr>
              <p14:xfrm>
                <a:off x="7527020" y="1229600"/>
                <a:ext cx="146160" cy="9684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DC3D3F51-BAB2-5B49-005B-71C0418B4E90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7509020" y="1211960"/>
                  <a:ext cx="18180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3863BB1F-D69D-4EC2-75F7-6E0B2CC770F2}"/>
                    </a:ext>
                  </a:extLst>
                </p14:cNvPr>
                <p14:cNvContentPartPr/>
                <p14:nvPr/>
              </p14:nvContentPartPr>
              <p14:xfrm>
                <a:off x="6511100" y="1188200"/>
                <a:ext cx="51840" cy="63684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3863BB1F-D69D-4EC2-75F7-6E0B2CC770F2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6493100" y="1170560"/>
                  <a:ext cx="87480" cy="67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0D4DC957-A315-C983-9288-E2B8EC6B3C29}"/>
                    </a:ext>
                  </a:extLst>
                </p14:cNvPr>
                <p14:cNvContentPartPr/>
                <p14:nvPr/>
              </p14:nvContentPartPr>
              <p14:xfrm>
                <a:off x="6423620" y="1177400"/>
                <a:ext cx="210240" cy="11268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0D4DC957-A315-C983-9288-E2B8EC6B3C29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6405620" y="1159400"/>
                  <a:ext cx="24588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7BB1D5C7-4272-7FE1-F5D7-B5EC2A9EE768}"/>
                    </a:ext>
                  </a:extLst>
                </p14:cNvPr>
                <p14:cNvContentPartPr/>
                <p14:nvPr/>
              </p14:nvContentPartPr>
              <p14:xfrm>
                <a:off x="6605780" y="2014040"/>
                <a:ext cx="162720" cy="16128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7BB1D5C7-4272-7FE1-F5D7-B5EC2A9EE768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6588140" y="1996400"/>
                  <a:ext cx="19836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07E956D0-75D0-B098-FD27-AEFC16D8F9C7}"/>
                    </a:ext>
                  </a:extLst>
                </p14:cNvPr>
                <p14:cNvContentPartPr/>
                <p14:nvPr/>
              </p14:nvContentPartPr>
              <p14:xfrm>
                <a:off x="6861380" y="2008640"/>
                <a:ext cx="156240" cy="6120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07E956D0-75D0-B098-FD27-AEFC16D8F9C7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6843740" y="1991000"/>
                  <a:ext cx="19188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7D8CE7F7-8290-E67B-1A4F-50D07528C8A0}"/>
                    </a:ext>
                  </a:extLst>
                </p14:cNvPr>
                <p14:cNvContentPartPr/>
                <p14:nvPr/>
              </p14:nvContentPartPr>
              <p14:xfrm>
                <a:off x="6953900" y="1875800"/>
                <a:ext cx="18360" cy="1908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7D8CE7F7-8290-E67B-1A4F-50D07528C8A0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6936260" y="1858160"/>
                  <a:ext cx="5400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DC828957-4348-EF8A-1991-431D834A3F70}"/>
                    </a:ext>
                  </a:extLst>
                </p14:cNvPr>
                <p14:cNvContentPartPr/>
                <p14:nvPr/>
              </p14:nvContentPartPr>
              <p14:xfrm>
                <a:off x="7101860" y="1915400"/>
                <a:ext cx="252360" cy="18324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DC828957-4348-EF8A-1991-431D834A3F70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7083860" y="1897400"/>
                  <a:ext cx="28800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23CD5AA3-2DBB-316E-D9F3-9F93EA8DB46C}"/>
                    </a:ext>
                  </a:extLst>
                </p14:cNvPr>
                <p14:cNvContentPartPr/>
                <p14:nvPr/>
              </p14:nvContentPartPr>
              <p14:xfrm>
                <a:off x="7414700" y="1764560"/>
                <a:ext cx="63360" cy="16164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23CD5AA3-2DBB-316E-D9F3-9F93EA8DB46C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7396700" y="1746560"/>
                  <a:ext cx="9900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A4330CAD-D3C9-54B1-81A0-14505C179AD1}"/>
                    </a:ext>
                  </a:extLst>
                </p14:cNvPr>
                <p14:cNvContentPartPr/>
                <p14:nvPr/>
              </p14:nvContentPartPr>
              <p14:xfrm>
                <a:off x="7397420" y="1788680"/>
                <a:ext cx="91800" cy="7524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A4330CAD-D3C9-54B1-81A0-14505C179AD1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7379420" y="1770680"/>
                  <a:ext cx="12744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FD453CC3-8F56-4423-1210-977011065789}"/>
                    </a:ext>
                  </a:extLst>
                </p14:cNvPr>
                <p14:cNvContentPartPr/>
                <p14:nvPr/>
              </p14:nvContentPartPr>
              <p14:xfrm>
                <a:off x="5475380" y="1192160"/>
                <a:ext cx="339120" cy="50112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FD453CC3-8F56-4423-1210-977011065789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5457740" y="1174160"/>
                  <a:ext cx="374760" cy="53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54C0DA23-D147-23C4-96DD-BF92A7D0C9DB}"/>
                    </a:ext>
                  </a:extLst>
                </p14:cNvPr>
                <p14:cNvContentPartPr/>
                <p14:nvPr/>
              </p14:nvContentPartPr>
              <p14:xfrm>
                <a:off x="5667620" y="1213760"/>
                <a:ext cx="106560" cy="11088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54C0DA23-D147-23C4-96DD-BF92A7D0C9DB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5649620" y="1196120"/>
                  <a:ext cx="14220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D1A4481A-C74A-8331-D5D2-857474A34D15}"/>
                    </a:ext>
                  </a:extLst>
                </p14:cNvPr>
                <p14:cNvContentPartPr/>
                <p14:nvPr/>
              </p14:nvContentPartPr>
              <p14:xfrm>
                <a:off x="5210780" y="1866440"/>
                <a:ext cx="102240" cy="10944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D1A4481A-C74A-8331-D5D2-857474A34D15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5192780" y="1848440"/>
                  <a:ext cx="1378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9F86C9CC-D396-F732-513C-79D1F988F18C}"/>
                    </a:ext>
                  </a:extLst>
                </p14:cNvPr>
                <p14:cNvContentPartPr/>
                <p14:nvPr/>
              </p14:nvContentPartPr>
              <p14:xfrm>
                <a:off x="5387540" y="1860680"/>
                <a:ext cx="33480" cy="5760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9F86C9CC-D396-F732-513C-79D1F988F18C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5369540" y="1842680"/>
                  <a:ext cx="6912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13B23F54-87AF-1B5D-1486-15C8AA946390}"/>
                    </a:ext>
                  </a:extLst>
                </p14:cNvPr>
                <p14:cNvContentPartPr/>
                <p14:nvPr/>
              </p14:nvContentPartPr>
              <p14:xfrm>
                <a:off x="5496980" y="1768880"/>
                <a:ext cx="55440" cy="15408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13B23F54-87AF-1B5D-1486-15C8AA946390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5479340" y="1751240"/>
                  <a:ext cx="9108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393E6771-D852-C2D8-DD2F-7F03C3EDB6ED}"/>
                    </a:ext>
                  </a:extLst>
                </p14:cNvPr>
                <p14:cNvContentPartPr/>
                <p14:nvPr/>
              </p14:nvContentPartPr>
              <p14:xfrm>
                <a:off x="5486540" y="1820000"/>
                <a:ext cx="78480" cy="6372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393E6771-D852-C2D8-DD2F-7F03C3EDB6ED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5468540" y="1802360"/>
                  <a:ext cx="11412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9DE17B97-C181-75ED-982C-FECEFB551F48}"/>
                    </a:ext>
                  </a:extLst>
                </p14:cNvPr>
                <p14:cNvContentPartPr/>
                <p14:nvPr/>
              </p14:nvContentPartPr>
              <p14:xfrm>
                <a:off x="5617580" y="1807760"/>
                <a:ext cx="37080" cy="7128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9DE17B97-C181-75ED-982C-FECEFB551F48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5599940" y="1789760"/>
                  <a:ext cx="7272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6AABD005-10FF-29DC-EAC3-CE67ADCC10AC}"/>
                    </a:ext>
                  </a:extLst>
                </p14:cNvPr>
                <p14:cNvContentPartPr/>
                <p14:nvPr/>
              </p14:nvContentPartPr>
              <p14:xfrm>
                <a:off x="5590940" y="1722800"/>
                <a:ext cx="22320" cy="3096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6AABD005-10FF-29DC-EAC3-CE67ADCC10AC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5573300" y="1704800"/>
                  <a:ext cx="5796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348E5748-E2B0-00DD-9296-D3C4C6164C11}"/>
                    </a:ext>
                  </a:extLst>
                </p14:cNvPr>
                <p14:cNvContentPartPr/>
                <p14:nvPr/>
              </p14:nvContentPartPr>
              <p14:xfrm>
                <a:off x="5699660" y="1771040"/>
                <a:ext cx="69120" cy="7956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348E5748-E2B0-00DD-9296-D3C4C6164C11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5681660" y="1753400"/>
                  <a:ext cx="10476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09B4B85B-151E-50C7-5633-C0B311FC3135}"/>
                    </a:ext>
                  </a:extLst>
                </p14:cNvPr>
                <p14:cNvContentPartPr/>
                <p14:nvPr/>
              </p14:nvContentPartPr>
              <p14:xfrm>
                <a:off x="5836820" y="1765280"/>
                <a:ext cx="99360" cy="7128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09B4B85B-151E-50C7-5633-C0B311FC3135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5819180" y="1747640"/>
                  <a:ext cx="13500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5FAFBD94-ECA7-5671-7FF7-8D0C7343448E}"/>
                    </a:ext>
                  </a:extLst>
                </p14:cNvPr>
                <p14:cNvContentPartPr/>
                <p14:nvPr/>
              </p14:nvContentPartPr>
              <p14:xfrm>
                <a:off x="5974340" y="1651520"/>
                <a:ext cx="53640" cy="15120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5FAFBD94-ECA7-5671-7FF7-8D0C7343448E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5956340" y="1633880"/>
                  <a:ext cx="8928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B5ACC7A5-0270-D34C-C467-BC77D49D0110}"/>
                    </a:ext>
                  </a:extLst>
                </p14:cNvPr>
                <p14:cNvContentPartPr/>
                <p14:nvPr/>
              </p14:nvContentPartPr>
              <p14:xfrm>
                <a:off x="5986580" y="1686800"/>
                <a:ext cx="157680" cy="8964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B5ACC7A5-0270-D34C-C467-BC77D49D0110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5968940" y="1669160"/>
                  <a:ext cx="19332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9350F147-6B34-40C9-BC6C-15B481B5A8EE}"/>
                    </a:ext>
                  </a:extLst>
                </p14:cNvPr>
                <p14:cNvContentPartPr/>
                <p14:nvPr/>
              </p14:nvContentPartPr>
              <p14:xfrm>
                <a:off x="6117980" y="1586000"/>
                <a:ext cx="17280" cy="1836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9350F147-6B34-40C9-BC6C-15B481B5A8EE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6099980" y="1568360"/>
                  <a:ext cx="5292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342F5905-F80C-0ABF-A2C3-FA726302A11A}"/>
                    </a:ext>
                  </a:extLst>
                </p14:cNvPr>
                <p14:cNvContentPartPr/>
                <p14:nvPr/>
              </p14:nvContentPartPr>
              <p14:xfrm>
                <a:off x="6246860" y="1638920"/>
                <a:ext cx="131040" cy="10044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342F5905-F80C-0ABF-A2C3-FA726302A11A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6228860" y="1621280"/>
                  <a:ext cx="16668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54FBC113-FEB7-94D1-732E-24D4C38F8179}"/>
                    </a:ext>
                  </a:extLst>
                </p14:cNvPr>
                <p14:cNvContentPartPr/>
                <p14:nvPr/>
              </p14:nvContentPartPr>
              <p14:xfrm>
                <a:off x="5571860" y="2039960"/>
                <a:ext cx="115920" cy="18828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54FBC113-FEB7-94D1-732E-24D4C38F8179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5553860" y="2022320"/>
                  <a:ext cx="15156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4F41E82A-E842-1D74-C807-CCF87302D120}"/>
                    </a:ext>
                  </a:extLst>
                </p14:cNvPr>
                <p14:cNvContentPartPr/>
                <p14:nvPr/>
              </p14:nvContentPartPr>
              <p14:xfrm>
                <a:off x="5662940" y="2005040"/>
                <a:ext cx="21600" cy="936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4F41E82A-E842-1D74-C807-CCF87302D120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5645300" y="1987400"/>
                  <a:ext cx="5724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E6CBC084-9E89-6283-28F9-FACA63CA9AC6}"/>
                    </a:ext>
                  </a:extLst>
                </p14:cNvPr>
                <p14:cNvContentPartPr/>
                <p14:nvPr/>
              </p14:nvContentPartPr>
              <p14:xfrm>
                <a:off x="5675540" y="2062640"/>
                <a:ext cx="256320" cy="11268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E6CBC084-9E89-6283-28F9-FACA63CA9AC6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5657900" y="2045000"/>
                  <a:ext cx="29196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A14B1D2B-6594-89C7-009E-5666EEAAA6A3}"/>
                    </a:ext>
                  </a:extLst>
                </p14:cNvPr>
                <p14:cNvContentPartPr/>
                <p14:nvPr/>
              </p14:nvContentPartPr>
              <p14:xfrm>
                <a:off x="6007460" y="1914320"/>
                <a:ext cx="177840" cy="17136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A14B1D2B-6594-89C7-009E-5666EEAAA6A3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5989460" y="1896680"/>
                  <a:ext cx="21348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609A75AA-931D-9DE2-376F-5DC60C64C2F5}"/>
                    </a:ext>
                  </a:extLst>
                </p14:cNvPr>
                <p14:cNvContentPartPr/>
                <p14:nvPr/>
              </p14:nvContentPartPr>
              <p14:xfrm>
                <a:off x="6138140" y="1955720"/>
                <a:ext cx="109800" cy="7164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609A75AA-931D-9DE2-376F-5DC60C64C2F5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6120140" y="1938080"/>
                  <a:ext cx="14544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E083A1F8-1723-7845-817E-8AAB6A5A2039}"/>
                    </a:ext>
                  </a:extLst>
                </p14:cNvPr>
                <p14:cNvContentPartPr/>
                <p14:nvPr/>
              </p14:nvContentPartPr>
              <p14:xfrm>
                <a:off x="6222020" y="1846280"/>
                <a:ext cx="43920" cy="4104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E083A1F8-1723-7845-817E-8AAB6A5A2039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6204020" y="1828280"/>
                  <a:ext cx="7956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4C8DF2F0-125D-60D9-F28D-DA9CB3375F9D}"/>
                    </a:ext>
                  </a:extLst>
                </p14:cNvPr>
                <p14:cNvContentPartPr/>
                <p14:nvPr/>
              </p14:nvContentPartPr>
              <p14:xfrm>
                <a:off x="6297260" y="1874720"/>
                <a:ext cx="139320" cy="6084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4C8DF2F0-125D-60D9-F28D-DA9CB3375F9D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6279620" y="1856720"/>
                  <a:ext cx="17496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56755C88-BB00-BD00-7EAD-9022089FC4AA}"/>
                    </a:ext>
                  </a:extLst>
                </p14:cNvPr>
                <p14:cNvContentPartPr/>
                <p14:nvPr/>
              </p14:nvContentPartPr>
              <p14:xfrm>
                <a:off x="6521900" y="1890560"/>
                <a:ext cx="6840" cy="396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56755C88-BB00-BD00-7EAD-9022089FC4AA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6504260" y="1872560"/>
                  <a:ext cx="424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78AA56BB-73AF-9065-852F-30D159D1A42C}"/>
                    </a:ext>
                  </a:extLst>
                </p14:cNvPr>
                <p14:cNvContentPartPr/>
                <p14:nvPr/>
              </p14:nvContentPartPr>
              <p14:xfrm>
                <a:off x="7151900" y="636680"/>
                <a:ext cx="94320" cy="3816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78AA56BB-73AF-9065-852F-30D159D1A42C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7133900" y="618680"/>
                  <a:ext cx="1299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F96D9AC9-914A-5A16-5E88-DBEB0D049DDD}"/>
                    </a:ext>
                  </a:extLst>
                </p14:cNvPr>
                <p14:cNvContentPartPr/>
                <p14:nvPr/>
              </p14:nvContentPartPr>
              <p14:xfrm>
                <a:off x="7173860" y="567560"/>
                <a:ext cx="76320" cy="15048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F96D9AC9-914A-5A16-5E88-DBEB0D049DDD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7156220" y="549920"/>
                  <a:ext cx="11196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973A7C81-DE44-0F2A-C426-1DEF71C55B98}"/>
                    </a:ext>
                  </a:extLst>
                </p14:cNvPr>
                <p14:cNvContentPartPr/>
                <p14:nvPr/>
              </p14:nvContentPartPr>
              <p14:xfrm>
                <a:off x="7288700" y="555680"/>
                <a:ext cx="76680" cy="11412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973A7C81-DE44-0F2A-C426-1DEF71C55B98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7271060" y="537680"/>
                  <a:ext cx="11232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F71F92FF-42B5-295D-D5D3-DE3F5BA45D4B}"/>
                    </a:ext>
                  </a:extLst>
                </p14:cNvPr>
                <p14:cNvContentPartPr/>
                <p14:nvPr/>
              </p14:nvContentPartPr>
              <p14:xfrm>
                <a:off x="7330100" y="423200"/>
                <a:ext cx="144360" cy="39708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F71F92FF-42B5-295D-D5D3-DE3F5BA45D4B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7312100" y="405200"/>
                  <a:ext cx="180000" cy="43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9" name="Group 298">
            <a:extLst>
              <a:ext uri="{FF2B5EF4-FFF2-40B4-BE49-F238E27FC236}">
                <a16:creationId xmlns:a16="http://schemas.microsoft.com/office/drawing/2014/main" id="{8CBDD464-4924-2E90-79F1-2E7BD2EAD2E7}"/>
              </a:ext>
            </a:extLst>
          </p:cNvPr>
          <p:cNvGrpSpPr/>
          <p:nvPr/>
        </p:nvGrpSpPr>
        <p:grpSpPr>
          <a:xfrm>
            <a:off x="5196380" y="5386880"/>
            <a:ext cx="5783040" cy="1215720"/>
            <a:chOff x="5196380" y="5386880"/>
            <a:chExt cx="5783040" cy="1215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5915C1B4-D4E9-A244-428B-A24A58D7DE67}"/>
                    </a:ext>
                  </a:extLst>
                </p14:cNvPr>
                <p14:cNvContentPartPr/>
                <p14:nvPr/>
              </p14:nvContentPartPr>
              <p14:xfrm>
                <a:off x="5196380" y="5996360"/>
                <a:ext cx="263520" cy="44208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5915C1B4-D4E9-A244-428B-A24A58D7DE67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5178740" y="5978720"/>
                  <a:ext cx="299160" cy="47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338CC2AC-AEF2-73B4-8EE1-DA8797AC7957}"/>
                    </a:ext>
                  </a:extLst>
                </p14:cNvPr>
                <p14:cNvContentPartPr/>
                <p14:nvPr/>
              </p14:nvContentPartPr>
              <p14:xfrm>
                <a:off x="5650340" y="6176720"/>
                <a:ext cx="50400" cy="792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338CC2AC-AEF2-73B4-8EE1-DA8797AC7957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5632700" y="6158720"/>
                  <a:ext cx="8604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63E79123-AAE6-8CC8-4E8C-23DB89BB928E}"/>
                    </a:ext>
                  </a:extLst>
                </p14:cNvPr>
                <p14:cNvContentPartPr/>
                <p14:nvPr/>
              </p14:nvContentPartPr>
              <p14:xfrm>
                <a:off x="5660780" y="6241880"/>
                <a:ext cx="147600" cy="3132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63E79123-AAE6-8CC8-4E8C-23DB89BB928E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5643140" y="6223880"/>
                  <a:ext cx="18324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01916340-2BA4-F880-E023-7BA717D2D633}"/>
                    </a:ext>
                  </a:extLst>
                </p14:cNvPr>
                <p14:cNvContentPartPr/>
                <p14:nvPr/>
              </p14:nvContentPartPr>
              <p14:xfrm>
                <a:off x="6064340" y="5942360"/>
                <a:ext cx="138240" cy="44388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01916340-2BA4-F880-E023-7BA717D2D633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6046340" y="5924360"/>
                  <a:ext cx="173880" cy="47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65C16C05-C00D-E80F-3B64-E54BCD10FA02}"/>
                    </a:ext>
                  </a:extLst>
                </p14:cNvPr>
                <p14:cNvContentPartPr/>
                <p14:nvPr/>
              </p14:nvContentPartPr>
              <p14:xfrm>
                <a:off x="6013940" y="6156560"/>
                <a:ext cx="158400" cy="10944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65C16C05-C00D-E80F-3B64-E54BCD10FA02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5995940" y="6138560"/>
                  <a:ext cx="19404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4B2C78AB-C73D-9626-59DE-F631CD1C752C}"/>
                    </a:ext>
                  </a:extLst>
                </p14:cNvPr>
                <p14:cNvContentPartPr/>
                <p14:nvPr/>
              </p14:nvContentPartPr>
              <p14:xfrm>
                <a:off x="6422900" y="5888000"/>
                <a:ext cx="217440" cy="41328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4B2C78AB-C73D-9626-59DE-F631CD1C752C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6404900" y="5870000"/>
                  <a:ext cx="253080" cy="44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69E631DF-39B9-5440-1A31-A960842EB942}"/>
                    </a:ext>
                  </a:extLst>
                </p14:cNvPr>
                <p14:cNvContentPartPr/>
                <p14:nvPr/>
              </p14:nvContentPartPr>
              <p14:xfrm>
                <a:off x="6712340" y="6029480"/>
                <a:ext cx="222120" cy="14472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69E631DF-39B9-5440-1A31-A960842EB942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6694340" y="6011480"/>
                  <a:ext cx="25776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92A559B1-5457-7224-4572-A4D6DCEE7D63}"/>
                    </a:ext>
                  </a:extLst>
                </p14:cNvPr>
                <p14:cNvContentPartPr/>
                <p14:nvPr/>
              </p14:nvContentPartPr>
              <p14:xfrm>
                <a:off x="7014020" y="6083120"/>
                <a:ext cx="51840" cy="8028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92A559B1-5457-7224-4572-A4D6DCEE7D63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6996380" y="6065480"/>
                  <a:ext cx="8748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7F215CC2-6437-A2E7-96FC-1D18B01006C4}"/>
                    </a:ext>
                  </a:extLst>
                </p14:cNvPr>
                <p14:cNvContentPartPr/>
                <p14:nvPr/>
              </p14:nvContentPartPr>
              <p14:xfrm>
                <a:off x="7026260" y="5954240"/>
                <a:ext cx="22680" cy="3492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7F215CC2-6437-A2E7-96FC-1D18B01006C4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7008620" y="5936240"/>
                  <a:ext cx="5832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87DEB9C5-D755-0DA4-4E22-F0534E6D4C95}"/>
                    </a:ext>
                  </a:extLst>
                </p14:cNvPr>
                <p14:cNvContentPartPr/>
                <p14:nvPr/>
              </p14:nvContentPartPr>
              <p14:xfrm>
                <a:off x="7178540" y="5977280"/>
                <a:ext cx="142920" cy="14688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87DEB9C5-D755-0DA4-4E22-F0534E6D4C95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7160900" y="5959280"/>
                  <a:ext cx="17856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82C4F4CF-4450-7772-4F98-9802776EC450}"/>
                    </a:ext>
                  </a:extLst>
                </p14:cNvPr>
                <p14:cNvContentPartPr/>
                <p14:nvPr/>
              </p14:nvContentPartPr>
              <p14:xfrm>
                <a:off x="7497860" y="6068000"/>
                <a:ext cx="37440" cy="9828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82C4F4CF-4450-7772-4F98-9802776EC450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7479860" y="6050360"/>
                  <a:ext cx="7308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BBF8F876-F528-ED70-DFD8-3B3898D3E780}"/>
                    </a:ext>
                  </a:extLst>
                </p14:cNvPr>
                <p14:cNvContentPartPr/>
                <p14:nvPr/>
              </p14:nvContentPartPr>
              <p14:xfrm>
                <a:off x="7488140" y="5923280"/>
                <a:ext cx="38160" cy="3096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BBF8F876-F528-ED70-DFD8-3B3898D3E780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7470500" y="5905640"/>
                  <a:ext cx="7380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DE753B43-5327-E6C8-CA34-5E8EA4F42930}"/>
                    </a:ext>
                  </a:extLst>
                </p14:cNvPr>
                <p14:cNvContentPartPr/>
                <p14:nvPr/>
              </p14:nvContentPartPr>
              <p14:xfrm>
                <a:off x="7703420" y="6005720"/>
                <a:ext cx="228960" cy="2412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DE753B43-5327-E6C8-CA34-5E8EA4F42930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7685420" y="5988080"/>
                  <a:ext cx="2646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648DC208-FB59-7D73-F96D-18A7968B1F0C}"/>
                    </a:ext>
                  </a:extLst>
                </p14:cNvPr>
                <p14:cNvContentPartPr/>
                <p14:nvPr/>
              </p14:nvContentPartPr>
              <p14:xfrm>
                <a:off x="7799180" y="5905640"/>
                <a:ext cx="86400" cy="25956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648DC208-FB59-7D73-F96D-18A7968B1F0C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7781180" y="5887640"/>
                  <a:ext cx="12204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89795688-B7D0-5DCB-2A5E-22B249F853D5}"/>
                    </a:ext>
                  </a:extLst>
                </p14:cNvPr>
                <p14:cNvContentPartPr/>
                <p14:nvPr/>
              </p14:nvContentPartPr>
              <p14:xfrm>
                <a:off x="8155220" y="5861000"/>
                <a:ext cx="163080" cy="30276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89795688-B7D0-5DCB-2A5E-22B249F853D5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8137220" y="5843360"/>
                  <a:ext cx="19872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E3F81BC3-A197-C82C-6B0A-9E74ABD8A9A0}"/>
                    </a:ext>
                  </a:extLst>
                </p14:cNvPr>
                <p14:cNvContentPartPr/>
                <p14:nvPr/>
              </p14:nvContentPartPr>
              <p14:xfrm>
                <a:off x="8212100" y="5999600"/>
                <a:ext cx="132480" cy="16092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E3F81BC3-A197-C82C-6B0A-9E74ABD8A9A0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8194460" y="5981600"/>
                  <a:ext cx="1681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D6C7775C-7F6C-E295-37E0-5C2C47FC5310}"/>
                    </a:ext>
                  </a:extLst>
                </p14:cNvPr>
                <p14:cNvContentPartPr/>
                <p14:nvPr/>
              </p14:nvContentPartPr>
              <p14:xfrm>
                <a:off x="8378060" y="5775320"/>
                <a:ext cx="172440" cy="47664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D6C7775C-7F6C-E295-37E0-5C2C47FC5310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8360420" y="5757680"/>
                  <a:ext cx="208080" cy="51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DB3CE2F2-FCD8-F2A0-3FBD-7A49AA3D737B}"/>
                    </a:ext>
                  </a:extLst>
                </p14:cNvPr>
                <p14:cNvContentPartPr/>
                <p14:nvPr/>
              </p14:nvContentPartPr>
              <p14:xfrm>
                <a:off x="8245220" y="6231080"/>
                <a:ext cx="1181520" cy="37152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DB3CE2F2-FCD8-F2A0-3FBD-7A49AA3D737B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8227220" y="6213440"/>
                  <a:ext cx="1217160" cy="40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A81751F4-D1B0-38F6-B3CA-566A48150A97}"/>
                    </a:ext>
                  </a:extLst>
                </p14:cNvPr>
                <p14:cNvContentPartPr/>
                <p14:nvPr/>
              </p14:nvContentPartPr>
              <p14:xfrm>
                <a:off x="9266540" y="6174560"/>
                <a:ext cx="209520" cy="21276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A81751F4-D1B0-38F6-B3CA-566A48150A97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9248900" y="6156560"/>
                  <a:ext cx="24516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9EEE7390-256B-E7CD-4EEA-5D1A950EE8D4}"/>
                    </a:ext>
                  </a:extLst>
                </p14:cNvPr>
                <p14:cNvContentPartPr/>
                <p14:nvPr/>
              </p14:nvContentPartPr>
              <p14:xfrm>
                <a:off x="9724820" y="5737520"/>
                <a:ext cx="202320" cy="24192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9EEE7390-256B-E7CD-4EEA-5D1A950EE8D4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9707180" y="5719520"/>
                  <a:ext cx="23796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8931F567-9D92-86EE-18F0-3BD4CF25E9A0}"/>
                    </a:ext>
                  </a:extLst>
                </p14:cNvPr>
                <p14:cNvContentPartPr/>
                <p14:nvPr/>
              </p14:nvContentPartPr>
              <p14:xfrm>
                <a:off x="10070060" y="5879000"/>
                <a:ext cx="25560" cy="10656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8931F567-9D92-86EE-18F0-3BD4CF25E9A0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10052060" y="5861000"/>
                  <a:ext cx="6120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A6E5D8D3-7DE9-7CE2-3795-7D85FD9EB383}"/>
                    </a:ext>
                  </a:extLst>
                </p14:cNvPr>
                <p14:cNvContentPartPr/>
                <p14:nvPr/>
              </p14:nvContentPartPr>
              <p14:xfrm>
                <a:off x="10048460" y="5728160"/>
                <a:ext cx="28080" cy="4716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A6E5D8D3-7DE9-7CE2-3795-7D85FD9EB383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10030460" y="5710160"/>
                  <a:ext cx="6372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5583F604-C863-0414-0747-7307EC9B254F}"/>
                    </a:ext>
                  </a:extLst>
                </p14:cNvPr>
                <p14:cNvContentPartPr/>
                <p14:nvPr/>
              </p14:nvContentPartPr>
              <p14:xfrm>
                <a:off x="10205780" y="5807360"/>
                <a:ext cx="131400" cy="12276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5583F604-C863-0414-0747-7307EC9B254F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10188140" y="5789720"/>
                  <a:ext cx="16704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8215BE8A-9669-19AF-13FF-EBDDF02B3B73}"/>
                    </a:ext>
                  </a:extLst>
                </p14:cNvPr>
                <p14:cNvContentPartPr/>
                <p14:nvPr/>
              </p14:nvContentPartPr>
              <p14:xfrm>
                <a:off x="10458140" y="5759840"/>
                <a:ext cx="110880" cy="21744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8215BE8A-9669-19AF-13FF-EBDDF02B3B73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10440140" y="5742200"/>
                  <a:ext cx="14652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5BA70C1B-2215-C8E7-32C0-4C1E985B5DC0}"/>
                    </a:ext>
                  </a:extLst>
                </p14:cNvPr>
                <p14:cNvContentPartPr/>
                <p14:nvPr/>
              </p14:nvContentPartPr>
              <p14:xfrm>
                <a:off x="9582980" y="5386880"/>
                <a:ext cx="1396440" cy="85752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5BA70C1B-2215-C8E7-32C0-4C1E985B5DC0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9564980" y="5368880"/>
                  <a:ext cx="1432080" cy="89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DDC4F7E6-88FF-C520-1B0F-42CB52DB3CE4}"/>
                    </a:ext>
                  </a:extLst>
                </p14:cNvPr>
                <p14:cNvContentPartPr/>
                <p14:nvPr/>
              </p14:nvContentPartPr>
              <p14:xfrm>
                <a:off x="9415220" y="5643200"/>
                <a:ext cx="223920" cy="63360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DDC4F7E6-88FF-C520-1B0F-42CB52DB3CE4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9397220" y="5625560"/>
                  <a:ext cx="259560" cy="6692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2258568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60" dirty="0"/>
              <a:t>Fundamental</a:t>
            </a:r>
            <a:r>
              <a:rPr spc="114" dirty="0"/>
              <a:t> </a:t>
            </a:r>
            <a:r>
              <a:rPr spc="55" dirty="0"/>
              <a:t>Unit</a:t>
            </a:r>
            <a:r>
              <a:rPr spc="155" dirty="0"/>
              <a:t> </a:t>
            </a:r>
            <a:r>
              <a:rPr dirty="0"/>
              <a:t>of</a:t>
            </a:r>
            <a:r>
              <a:rPr spc="150" dirty="0"/>
              <a:t> </a:t>
            </a:r>
            <a:r>
              <a:rPr dirty="0"/>
              <a:t>a</a:t>
            </a:r>
            <a:r>
              <a:rPr spc="140" dirty="0"/>
              <a:t> </a:t>
            </a:r>
            <a:r>
              <a:rPr spc="55" dirty="0"/>
              <a:t>Neural</a:t>
            </a:r>
            <a:r>
              <a:rPr spc="125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56005" y="4678171"/>
            <a:ext cx="9876790" cy="422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41300" algn="l"/>
              </a:tabLst>
            </a:pPr>
            <a:r>
              <a:rPr sz="2600" dirty="0">
                <a:latin typeface="Calibri"/>
                <a:cs typeface="Calibri"/>
              </a:rPr>
              <a:t>Many</a:t>
            </a:r>
            <a:r>
              <a:rPr sz="2600" spc="6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different</a:t>
            </a:r>
            <a:r>
              <a:rPr sz="2600" spc="180" dirty="0">
                <a:latin typeface="Calibri"/>
                <a:cs typeface="Calibri"/>
              </a:rPr>
              <a:t> </a:t>
            </a:r>
            <a:r>
              <a:rPr sz="2600" spc="50" dirty="0">
                <a:latin typeface="Calibri"/>
                <a:cs typeface="Calibri"/>
              </a:rPr>
              <a:t>functions</a:t>
            </a:r>
            <a:r>
              <a:rPr sz="2600" spc="18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are</a:t>
            </a:r>
            <a:r>
              <a:rPr sz="2600" spc="18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used</a:t>
            </a:r>
            <a:r>
              <a:rPr sz="2600" spc="19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for</a:t>
            </a:r>
            <a:r>
              <a:rPr sz="2600" spc="16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the</a:t>
            </a:r>
            <a:r>
              <a:rPr sz="2600" spc="19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neuron,</a:t>
            </a:r>
            <a:r>
              <a:rPr sz="2600" spc="-5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but</a:t>
            </a:r>
            <a:r>
              <a:rPr sz="2600" spc="18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the</a:t>
            </a:r>
            <a:r>
              <a:rPr sz="2600" spc="17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three</a:t>
            </a:r>
            <a:r>
              <a:rPr sz="2600" spc="190" dirty="0">
                <a:latin typeface="Calibri"/>
                <a:cs typeface="Calibri"/>
              </a:rPr>
              <a:t> </a:t>
            </a:r>
            <a:r>
              <a:rPr sz="2600" spc="-20" dirty="0">
                <a:latin typeface="Calibri"/>
                <a:cs typeface="Calibri"/>
              </a:rPr>
              <a:t>most</a:t>
            </a:r>
            <a:endParaRPr sz="26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84605" y="4955540"/>
            <a:ext cx="5621655" cy="1317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970"/>
              </a:lnSpc>
              <a:spcBef>
                <a:spcPts val="100"/>
              </a:spcBef>
            </a:pPr>
            <a:r>
              <a:rPr sz="2600" dirty="0">
                <a:latin typeface="Calibri"/>
                <a:cs typeface="Calibri"/>
              </a:rPr>
              <a:t>popular</a:t>
            </a:r>
            <a:r>
              <a:rPr sz="2600" spc="390" dirty="0">
                <a:latin typeface="Calibri"/>
                <a:cs typeface="Calibri"/>
              </a:rPr>
              <a:t> </a:t>
            </a:r>
            <a:r>
              <a:rPr sz="2600" spc="-25" dirty="0">
                <a:latin typeface="Calibri"/>
                <a:cs typeface="Calibri"/>
              </a:rPr>
              <a:t>are</a:t>
            </a:r>
            <a:endParaRPr sz="2600">
              <a:latin typeface="Calibri"/>
              <a:cs typeface="Calibri"/>
            </a:endParaRPr>
          </a:p>
          <a:p>
            <a:pPr marL="469265" indent="-227965">
              <a:lnSpc>
                <a:spcPts val="2350"/>
              </a:lnSpc>
              <a:buFont typeface="Arial"/>
              <a:buChar char="•"/>
              <a:tabLst>
                <a:tab pos="469265" algn="l"/>
              </a:tabLst>
            </a:pPr>
            <a:r>
              <a:rPr sz="2200" spc="45" dirty="0">
                <a:latin typeface="Calibri"/>
                <a:cs typeface="Calibri"/>
              </a:rPr>
              <a:t>Sigmoid:</a:t>
            </a:r>
            <a:r>
              <a:rPr sz="2200" spc="200" dirty="0">
                <a:latin typeface="Calibri"/>
                <a:cs typeface="Calibri"/>
              </a:rPr>
              <a:t> </a:t>
            </a:r>
            <a:r>
              <a:rPr sz="2200" dirty="0">
                <a:latin typeface="Symbol"/>
                <a:cs typeface="Symbol"/>
              </a:rPr>
              <a:t></a:t>
            </a:r>
            <a:r>
              <a:rPr sz="2200" dirty="0">
                <a:latin typeface="Calibri"/>
                <a:cs typeface="Calibri"/>
              </a:rPr>
              <a:t>(x)</a:t>
            </a:r>
            <a:r>
              <a:rPr sz="2200" spc="18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=</a:t>
            </a:r>
            <a:r>
              <a:rPr sz="2200" spc="18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1/(1+exp(-</a:t>
            </a:r>
            <a:r>
              <a:rPr sz="2200" spc="-25" dirty="0">
                <a:latin typeface="Calibri"/>
                <a:cs typeface="Calibri"/>
              </a:rPr>
              <a:t>x))</a:t>
            </a:r>
            <a:endParaRPr sz="2200">
              <a:latin typeface="Calibri"/>
              <a:cs typeface="Calibri"/>
            </a:endParaRPr>
          </a:p>
          <a:p>
            <a:pPr marL="469265" indent="-227965">
              <a:lnSpc>
                <a:spcPts val="2355"/>
              </a:lnSpc>
              <a:buFont typeface="Arial"/>
              <a:buChar char="•"/>
              <a:tabLst>
                <a:tab pos="469265" algn="l"/>
              </a:tabLst>
            </a:pPr>
            <a:r>
              <a:rPr sz="2200" dirty="0">
                <a:latin typeface="Calibri"/>
                <a:cs typeface="Calibri"/>
              </a:rPr>
              <a:t>Rectified</a:t>
            </a:r>
            <a:r>
              <a:rPr sz="2200" spc="170" dirty="0">
                <a:latin typeface="Calibri"/>
                <a:cs typeface="Calibri"/>
              </a:rPr>
              <a:t> </a:t>
            </a:r>
            <a:r>
              <a:rPr sz="2200" spc="60" dirty="0">
                <a:latin typeface="Calibri"/>
                <a:cs typeface="Calibri"/>
              </a:rPr>
              <a:t>Linear</a:t>
            </a:r>
            <a:r>
              <a:rPr sz="2200" spc="17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Unit</a:t>
            </a:r>
            <a:r>
              <a:rPr sz="2200" spc="18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(ReLU):</a:t>
            </a:r>
            <a:r>
              <a:rPr sz="2200" spc="18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f(x)</a:t>
            </a:r>
            <a:r>
              <a:rPr sz="2200" spc="17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=</a:t>
            </a:r>
            <a:r>
              <a:rPr sz="2200" spc="18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max(0,x)</a:t>
            </a:r>
            <a:endParaRPr sz="2200">
              <a:latin typeface="Calibri"/>
              <a:cs typeface="Calibri"/>
            </a:endParaRPr>
          </a:p>
          <a:p>
            <a:pPr marL="469265" indent="-227965">
              <a:lnSpc>
                <a:spcPts val="2495"/>
              </a:lnSpc>
              <a:buFont typeface="Arial"/>
              <a:buChar char="•"/>
              <a:tabLst>
                <a:tab pos="469265" algn="l"/>
              </a:tabLst>
            </a:pPr>
            <a:r>
              <a:rPr sz="2200" dirty="0">
                <a:latin typeface="Calibri"/>
                <a:cs typeface="Calibri"/>
              </a:rPr>
              <a:t>tanh:</a:t>
            </a:r>
            <a:r>
              <a:rPr sz="2200" spc="19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tanh(x)</a:t>
            </a:r>
            <a:r>
              <a:rPr sz="2200" spc="19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=</a:t>
            </a:r>
            <a:r>
              <a:rPr sz="2200" spc="18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2</a:t>
            </a:r>
            <a:r>
              <a:rPr sz="2200" dirty="0">
                <a:latin typeface="Symbol"/>
                <a:cs typeface="Symbol"/>
              </a:rPr>
              <a:t></a:t>
            </a:r>
            <a:r>
              <a:rPr sz="2200" dirty="0">
                <a:latin typeface="Calibri"/>
                <a:cs typeface="Calibri"/>
              </a:rPr>
              <a:t>(2x)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spc="110" dirty="0">
                <a:latin typeface="Calibri"/>
                <a:cs typeface="Calibri"/>
              </a:rPr>
              <a:t>-</a:t>
            </a:r>
            <a:r>
              <a:rPr sz="2200" spc="-25" dirty="0">
                <a:latin typeface="Calibri"/>
                <a:cs typeface="Calibri"/>
              </a:rPr>
              <a:t> </a:t>
            </a:r>
            <a:r>
              <a:rPr sz="2200" spc="25" dirty="0">
                <a:latin typeface="Calibri"/>
                <a:cs typeface="Calibri"/>
              </a:rPr>
              <a:t>1</a:t>
            </a:r>
            <a:endParaRPr sz="2200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4765421" y="1461388"/>
            <a:ext cx="1670685" cy="1670685"/>
          </a:xfrm>
          <a:custGeom>
            <a:avLst/>
            <a:gdLst/>
            <a:ahLst/>
            <a:cxnLst/>
            <a:rect l="l" t="t" r="r" b="b"/>
            <a:pathLst>
              <a:path w="1670685" h="1670685">
                <a:moveTo>
                  <a:pt x="0" y="835278"/>
                </a:moveTo>
                <a:lnTo>
                  <a:pt x="1322" y="787885"/>
                </a:lnTo>
                <a:lnTo>
                  <a:pt x="5242" y="741184"/>
                </a:lnTo>
                <a:lnTo>
                  <a:pt x="11690" y="695246"/>
                </a:lnTo>
                <a:lnTo>
                  <a:pt x="20594" y="650143"/>
                </a:lnTo>
                <a:lnTo>
                  <a:pt x="31884" y="605944"/>
                </a:lnTo>
                <a:lnTo>
                  <a:pt x="45490" y="562721"/>
                </a:lnTo>
                <a:lnTo>
                  <a:pt x="61341" y="520543"/>
                </a:lnTo>
                <a:lnTo>
                  <a:pt x="79367" y="479482"/>
                </a:lnTo>
                <a:lnTo>
                  <a:pt x="99496" y="439607"/>
                </a:lnTo>
                <a:lnTo>
                  <a:pt x="121659" y="400990"/>
                </a:lnTo>
                <a:lnTo>
                  <a:pt x="145785" y="363701"/>
                </a:lnTo>
                <a:lnTo>
                  <a:pt x="171804" y="327810"/>
                </a:lnTo>
                <a:lnTo>
                  <a:pt x="199644" y="293389"/>
                </a:lnTo>
                <a:lnTo>
                  <a:pt x="229235" y="260507"/>
                </a:lnTo>
                <a:lnTo>
                  <a:pt x="260507" y="229235"/>
                </a:lnTo>
                <a:lnTo>
                  <a:pt x="293389" y="199644"/>
                </a:lnTo>
                <a:lnTo>
                  <a:pt x="327810" y="171804"/>
                </a:lnTo>
                <a:lnTo>
                  <a:pt x="363701" y="145785"/>
                </a:lnTo>
                <a:lnTo>
                  <a:pt x="400990" y="121659"/>
                </a:lnTo>
                <a:lnTo>
                  <a:pt x="439607" y="99496"/>
                </a:lnTo>
                <a:lnTo>
                  <a:pt x="479482" y="79367"/>
                </a:lnTo>
                <a:lnTo>
                  <a:pt x="520543" y="61341"/>
                </a:lnTo>
                <a:lnTo>
                  <a:pt x="562721" y="45490"/>
                </a:lnTo>
                <a:lnTo>
                  <a:pt x="605944" y="31884"/>
                </a:lnTo>
                <a:lnTo>
                  <a:pt x="650143" y="20594"/>
                </a:lnTo>
                <a:lnTo>
                  <a:pt x="695246" y="11690"/>
                </a:lnTo>
                <a:lnTo>
                  <a:pt x="741184" y="5242"/>
                </a:lnTo>
                <a:lnTo>
                  <a:pt x="787885" y="1322"/>
                </a:lnTo>
                <a:lnTo>
                  <a:pt x="835278" y="0"/>
                </a:lnTo>
                <a:lnTo>
                  <a:pt x="882672" y="1322"/>
                </a:lnTo>
                <a:lnTo>
                  <a:pt x="929373" y="5242"/>
                </a:lnTo>
                <a:lnTo>
                  <a:pt x="975311" y="11690"/>
                </a:lnTo>
                <a:lnTo>
                  <a:pt x="1020414" y="20594"/>
                </a:lnTo>
                <a:lnTo>
                  <a:pt x="1064613" y="31884"/>
                </a:lnTo>
                <a:lnTo>
                  <a:pt x="1107836" y="45490"/>
                </a:lnTo>
                <a:lnTo>
                  <a:pt x="1150014" y="61341"/>
                </a:lnTo>
                <a:lnTo>
                  <a:pt x="1191075" y="79367"/>
                </a:lnTo>
                <a:lnTo>
                  <a:pt x="1230950" y="99496"/>
                </a:lnTo>
                <a:lnTo>
                  <a:pt x="1269567" y="121659"/>
                </a:lnTo>
                <a:lnTo>
                  <a:pt x="1306856" y="145785"/>
                </a:lnTo>
                <a:lnTo>
                  <a:pt x="1342747" y="171804"/>
                </a:lnTo>
                <a:lnTo>
                  <a:pt x="1377168" y="199644"/>
                </a:lnTo>
                <a:lnTo>
                  <a:pt x="1410050" y="229235"/>
                </a:lnTo>
                <a:lnTo>
                  <a:pt x="1441322" y="260507"/>
                </a:lnTo>
                <a:lnTo>
                  <a:pt x="1470913" y="293389"/>
                </a:lnTo>
                <a:lnTo>
                  <a:pt x="1498753" y="327810"/>
                </a:lnTo>
                <a:lnTo>
                  <a:pt x="1524772" y="363701"/>
                </a:lnTo>
                <a:lnTo>
                  <a:pt x="1548898" y="400990"/>
                </a:lnTo>
                <a:lnTo>
                  <a:pt x="1571061" y="439607"/>
                </a:lnTo>
                <a:lnTo>
                  <a:pt x="1591190" y="479482"/>
                </a:lnTo>
                <a:lnTo>
                  <a:pt x="1609216" y="520543"/>
                </a:lnTo>
                <a:lnTo>
                  <a:pt x="1625067" y="562721"/>
                </a:lnTo>
                <a:lnTo>
                  <a:pt x="1638673" y="605944"/>
                </a:lnTo>
                <a:lnTo>
                  <a:pt x="1649963" y="650143"/>
                </a:lnTo>
                <a:lnTo>
                  <a:pt x="1658867" y="695246"/>
                </a:lnTo>
                <a:lnTo>
                  <a:pt x="1665315" y="741184"/>
                </a:lnTo>
                <a:lnTo>
                  <a:pt x="1669235" y="787885"/>
                </a:lnTo>
                <a:lnTo>
                  <a:pt x="1670557" y="835278"/>
                </a:lnTo>
                <a:lnTo>
                  <a:pt x="1669235" y="882672"/>
                </a:lnTo>
                <a:lnTo>
                  <a:pt x="1665315" y="929373"/>
                </a:lnTo>
                <a:lnTo>
                  <a:pt x="1658867" y="975311"/>
                </a:lnTo>
                <a:lnTo>
                  <a:pt x="1649963" y="1020414"/>
                </a:lnTo>
                <a:lnTo>
                  <a:pt x="1638673" y="1064613"/>
                </a:lnTo>
                <a:lnTo>
                  <a:pt x="1625067" y="1107836"/>
                </a:lnTo>
                <a:lnTo>
                  <a:pt x="1609216" y="1150014"/>
                </a:lnTo>
                <a:lnTo>
                  <a:pt x="1591190" y="1191075"/>
                </a:lnTo>
                <a:lnTo>
                  <a:pt x="1571061" y="1230950"/>
                </a:lnTo>
                <a:lnTo>
                  <a:pt x="1548898" y="1269567"/>
                </a:lnTo>
                <a:lnTo>
                  <a:pt x="1524772" y="1306856"/>
                </a:lnTo>
                <a:lnTo>
                  <a:pt x="1498753" y="1342747"/>
                </a:lnTo>
                <a:lnTo>
                  <a:pt x="1470913" y="1377168"/>
                </a:lnTo>
                <a:lnTo>
                  <a:pt x="1441322" y="1410050"/>
                </a:lnTo>
                <a:lnTo>
                  <a:pt x="1410050" y="1441322"/>
                </a:lnTo>
                <a:lnTo>
                  <a:pt x="1377168" y="1470913"/>
                </a:lnTo>
                <a:lnTo>
                  <a:pt x="1342747" y="1498753"/>
                </a:lnTo>
                <a:lnTo>
                  <a:pt x="1306856" y="1524772"/>
                </a:lnTo>
                <a:lnTo>
                  <a:pt x="1269567" y="1548898"/>
                </a:lnTo>
                <a:lnTo>
                  <a:pt x="1230950" y="1571061"/>
                </a:lnTo>
                <a:lnTo>
                  <a:pt x="1191075" y="1591190"/>
                </a:lnTo>
                <a:lnTo>
                  <a:pt x="1150014" y="1609216"/>
                </a:lnTo>
                <a:lnTo>
                  <a:pt x="1107836" y="1625067"/>
                </a:lnTo>
                <a:lnTo>
                  <a:pt x="1064613" y="1638673"/>
                </a:lnTo>
                <a:lnTo>
                  <a:pt x="1020414" y="1649963"/>
                </a:lnTo>
                <a:lnTo>
                  <a:pt x="975311" y="1658867"/>
                </a:lnTo>
                <a:lnTo>
                  <a:pt x="929373" y="1665315"/>
                </a:lnTo>
                <a:lnTo>
                  <a:pt x="882672" y="1669235"/>
                </a:lnTo>
                <a:lnTo>
                  <a:pt x="835278" y="1670558"/>
                </a:lnTo>
                <a:lnTo>
                  <a:pt x="787885" y="1669235"/>
                </a:lnTo>
                <a:lnTo>
                  <a:pt x="741184" y="1665315"/>
                </a:lnTo>
                <a:lnTo>
                  <a:pt x="695246" y="1658867"/>
                </a:lnTo>
                <a:lnTo>
                  <a:pt x="650143" y="1649963"/>
                </a:lnTo>
                <a:lnTo>
                  <a:pt x="605944" y="1638673"/>
                </a:lnTo>
                <a:lnTo>
                  <a:pt x="562721" y="1625067"/>
                </a:lnTo>
                <a:lnTo>
                  <a:pt x="520543" y="1609216"/>
                </a:lnTo>
                <a:lnTo>
                  <a:pt x="479482" y="1591190"/>
                </a:lnTo>
                <a:lnTo>
                  <a:pt x="439607" y="1571061"/>
                </a:lnTo>
                <a:lnTo>
                  <a:pt x="400990" y="1548898"/>
                </a:lnTo>
                <a:lnTo>
                  <a:pt x="363701" y="1524772"/>
                </a:lnTo>
                <a:lnTo>
                  <a:pt x="327810" y="1498753"/>
                </a:lnTo>
                <a:lnTo>
                  <a:pt x="293389" y="1470913"/>
                </a:lnTo>
                <a:lnTo>
                  <a:pt x="260507" y="1441322"/>
                </a:lnTo>
                <a:lnTo>
                  <a:pt x="229235" y="1410050"/>
                </a:lnTo>
                <a:lnTo>
                  <a:pt x="199644" y="1377168"/>
                </a:lnTo>
                <a:lnTo>
                  <a:pt x="171804" y="1342747"/>
                </a:lnTo>
                <a:lnTo>
                  <a:pt x="145785" y="1306856"/>
                </a:lnTo>
                <a:lnTo>
                  <a:pt x="121659" y="1269567"/>
                </a:lnTo>
                <a:lnTo>
                  <a:pt x="99496" y="1230950"/>
                </a:lnTo>
                <a:lnTo>
                  <a:pt x="79367" y="1191075"/>
                </a:lnTo>
                <a:lnTo>
                  <a:pt x="61341" y="1150014"/>
                </a:lnTo>
                <a:lnTo>
                  <a:pt x="45490" y="1107836"/>
                </a:lnTo>
                <a:lnTo>
                  <a:pt x="31884" y="1064613"/>
                </a:lnTo>
                <a:lnTo>
                  <a:pt x="20594" y="1020414"/>
                </a:lnTo>
                <a:lnTo>
                  <a:pt x="11690" y="975311"/>
                </a:lnTo>
                <a:lnTo>
                  <a:pt x="5242" y="929373"/>
                </a:lnTo>
                <a:lnTo>
                  <a:pt x="1322" y="882672"/>
                </a:lnTo>
                <a:lnTo>
                  <a:pt x="0" y="835278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5238115" y="2131516"/>
            <a:ext cx="72517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Neuron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3156458" y="1282572"/>
            <a:ext cx="4897755" cy="2028189"/>
          </a:xfrm>
          <a:custGeom>
            <a:avLst/>
            <a:gdLst/>
            <a:ahLst/>
            <a:cxnLst/>
            <a:rect l="l" t="t" r="r" b="b"/>
            <a:pathLst>
              <a:path w="4897755" h="2028189">
                <a:moveTo>
                  <a:pt x="1608963" y="1014095"/>
                </a:moveTo>
                <a:lnTo>
                  <a:pt x="1602613" y="1010920"/>
                </a:lnTo>
                <a:lnTo>
                  <a:pt x="1532763" y="975995"/>
                </a:lnTo>
                <a:lnTo>
                  <a:pt x="1532763" y="1010920"/>
                </a:lnTo>
                <a:lnTo>
                  <a:pt x="0" y="1010920"/>
                </a:lnTo>
                <a:lnTo>
                  <a:pt x="0" y="1017270"/>
                </a:lnTo>
                <a:lnTo>
                  <a:pt x="1532763" y="1017270"/>
                </a:lnTo>
                <a:lnTo>
                  <a:pt x="1532763" y="1052195"/>
                </a:lnTo>
                <a:lnTo>
                  <a:pt x="1602613" y="1017270"/>
                </a:lnTo>
                <a:lnTo>
                  <a:pt x="1608963" y="1014095"/>
                </a:lnTo>
                <a:close/>
              </a:path>
              <a:path w="4897755" h="2028189">
                <a:moveTo>
                  <a:pt x="1737868" y="524637"/>
                </a:moveTo>
                <a:lnTo>
                  <a:pt x="1720113" y="505841"/>
                </a:lnTo>
                <a:lnTo>
                  <a:pt x="1679448" y="462788"/>
                </a:lnTo>
                <a:lnTo>
                  <a:pt x="1667459" y="495554"/>
                </a:lnTo>
                <a:lnTo>
                  <a:pt x="308737" y="0"/>
                </a:lnTo>
                <a:lnTo>
                  <a:pt x="306578" y="5969"/>
                </a:lnTo>
                <a:lnTo>
                  <a:pt x="1665274" y="501510"/>
                </a:lnTo>
                <a:lnTo>
                  <a:pt x="1653286" y="534289"/>
                </a:lnTo>
                <a:lnTo>
                  <a:pt x="1737868" y="524637"/>
                </a:lnTo>
                <a:close/>
              </a:path>
              <a:path w="4897755" h="2028189">
                <a:moveTo>
                  <a:pt x="1749679" y="1540129"/>
                </a:moveTo>
                <a:lnTo>
                  <a:pt x="1664970" y="1530858"/>
                </a:lnTo>
                <a:lnTo>
                  <a:pt x="1677060" y="1563598"/>
                </a:lnTo>
                <a:lnTo>
                  <a:pt x="438531" y="2022221"/>
                </a:lnTo>
                <a:lnTo>
                  <a:pt x="440690" y="2028190"/>
                </a:lnTo>
                <a:lnTo>
                  <a:pt x="1679270" y="1569593"/>
                </a:lnTo>
                <a:lnTo>
                  <a:pt x="1691386" y="1602359"/>
                </a:lnTo>
                <a:lnTo>
                  <a:pt x="1731822" y="1559179"/>
                </a:lnTo>
                <a:lnTo>
                  <a:pt x="1749679" y="1540129"/>
                </a:lnTo>
                <a:close/>
              </a:path>
              <a:path w="4897755" h="2028189">
                <a:moveTo>
                  <a:pt x="4897628" y="1014095"/>
                </a:moveTo>
                <a:lnTo>
                  <a:pt x="4891278" y="1010920"/>
                </a:lnTo>
                <a:lnTo>
                  <a:pt x="4821428" y="975995"/>
                </a:lnTo>
                <a:lnTo>
                  <a:pt x="4821428" y="1010920"/>
                </a:lnTo>
                <a:lnTo>
                  <a:pt x="3288538" y="1010920"/>
                </a:lnTo>
                <a:lnTo>
                  <a:pt x="3288538" y="1017270"/>
                </a:lnTo>
                <a:lnTo>
                  <a:pt x="4821428" y="1017270"/>
                </a:lnTo>
                <a:lnTo>
                  <a:pt x="4821428" y="1052195"/>
                </a:lnTo>
                <a:lnTo>
                  <a:pt x="4891278" y="1017270"/>
                </a:lnTo>
                <a:lnTo>
                  <a:pt x="4897628" y="1014095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816098" y="2077592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x2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235579" y="3187065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137154" y="1036446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x1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821930" y="1970023"/>
            <a:ext cx="1289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Calibri"/>
                <a:cs typeface="Calibri"/>
              </a:rPr>
              <a:t>y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860039" y="4209745"/>
            <a:ext cx="560324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i="1" dirty="0">
                <a:latin typeface="Calibri"/>
                <a:cs typeface="Calibri"/>
              </a:rPr>
              <a:t>Mathematical</a:t>
            </a:r>
            <a:r>
              <a:rPr sz="1800" b="1" i="1" spc="-3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Definition</a:t>
            </a:r>
            <a:r>
              <a:rPr sz="1800" b="1" i="1" spc="-2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Y</a:t>
            </a:r>
            <a:r>
              <a:rPr sz="1800" b="1" i="1" spc="-1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=</a:t>
            </a:r>
            <a:r>
              <a:rPr sz="1800" b="1" i="1" spc="-1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f(w1*x1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w2*x2</a:t>
            </a:r>
            <a:r>
              <a:rPr sz="1800" b="1" i="1" spc="-2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w3*x3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spc="-25" dirty="0">
                <a:latin typeface="Calibri"/>
                <a:cs typeface="Calibri"/>
              </a:rPr>
              <a:t>b)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3835908" y="1220977"/>
            <a:ext cx="540385" cy="534670"/>
            <a:chOff x="3835908" y="1220977"/>
            <a:chExt cx="540385" cy="534670"/>
          </a:xfrm>
        </p:grpSpPr>
        <p:sp>
          <p:nvSpPr>
            <p:cNvPr id="14" name="object 14"/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6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6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4000880" y="1375409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w1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3801998" y="2006219"/>
            <a:ext cx="540385" cy="534670"/>
            <a:chOff x="3801998" y="2006219"/>
            <a:chExt cx="540385" cy="534670"/>
          </a:xfrm>
        </p:grpSpPr>
        <p:sp>
          <p:nvSpPr>
            <p:cNvPr id="18" name="object 18"/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7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7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7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8" y="260857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3967098" y="2160523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w2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3910584" y="2809239"/>
            <a:ext cx="540385" cy="534670"/>
            <a:chOff x="3910584" y="2809239"/>
            <a:chExt cx="540385" cy="534670"/>
          </a:xfrm>
        </p:grpSpPr>
        <p:sp>
          <p:nvSpPr>
            <p:cNvPr id="22" name="object 22"/>
            <p:cNvSpPr/>
            <p:nvPr/>
          </p:nvSpPr>
          <p:spPr>
            <a:xfrm>
              <a:off x="3916934" y="281558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3916934" y="281558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4075557" y="2963366"/>
            <a:ext cx="210185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w3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592010" y="4584827"/>
            <a:ext cx="11008360" cy="0"/>
          </a:xfrm>
          <a:custGeom>
            <a:avLst/>
            <a:gdLst/>
            <a:ahLst/>
            <a:cxnLst/>
            <a:rect l="l" t="t" r="r" b="b"/>
            <a:pathLst>
              <a:path w="11008360">
                <a:moveTo>
                  <a:pt x="0" y="0"/>
                </a:moveTo>
                <a:lnTo>
                  <a:pt x="11007915" y="0"/>
                </a:lnTo>
              </a:path>
            </a:pathLst>
          </a:custGeom>
          <a:ln w="6350">
            <a:solidFill>
              <a:srgbClr val="5B9BD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EC2D5A15-B379-DCBC-B025-FB408B90F2D7}"/>
              </a:ext>
            </a:extLst>
          </p:cNvPr>
          <p:cNvGrpSpPr/>
          <p:nvPr/>
        </p:nvGrpSpPr>
        <p:grpSpPr>
          <a:xfrm>
            <a:off x="6631340" y="690680"/>
            <a:ext cx="3895920" cy="1383120"/>
            <a:chOff x="6631340" y="690680"/>
            <a:chExt cx="3895920" cy="138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83C7291-A554-E225-AED4-4970F7272728}"/>
                    </a:ext>
                  </a:extLst>
                </p14:cNvPr>
                <p14:cNvContentPartPr/>
                <p14:nvPr/>
              </p14:nvContentPartPr>
              <p14:xfrm>
                <a:off x="7038860" y="1151120"/>
                <a:ext cx="258480" cy="4266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83C7291-A554-E225-AED4-4970F7272728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020860" y="1133120"/>
                  <a:ext cx="294120" cy="46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C32EAA9-1E9E-2639-B763-E5A4FCB59234}"/>
                    </a:ext>
                  </a:extLst>
                </p14:cNvPr>
                <p14:cNvContentPartPr/>
                <p14:nvPr/>
              </p14:nvContentPartPr>
              <p14:xfrm>
                <a:off x="7464740" y="1265600"/>
                <a:ext cx="100440" cy="270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C32EAA9-1E9E-2639-B763-E5A4FCB5923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446740" y="1247960"/>
                  <a:ext cx="13608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94928BA-749E-AAA3-2FDD-B1D1D1B8D8E2}"/>
                    </a:ext>
                  </a:extLst>
                </p14:cNvPr>
                <p14:cNvContentPartPr/>
                <p14:nvPr/>
              </p14:nvContentPartPr>
              <p14:xfrm>
                <a:off x="7507220" y="1378280"/>
                <a:ext cx="76680" cy="248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94928BA-749E-AAA3-2FDD-B1D1D1B8D8E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489580" y="1360280"/>
                  <a:ext cx="11232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5321086-592D-CC80-ADC0-C42BE4C158B2}"/>
                    </a:ext>
                  </a:extLst>
                </p14:cNvPr>
                <p14:cNvContentPartPr/>
                <p14:nvPr/>
              </p14:nvContentPartPr>
              <p14:xfrm>
                <a:off x="7841300" y="1056800"/>
                <a:ext cx="94680" cy="4478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5321086-592D-CC80-ADC0-C42BE4C158B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823300" y="1039160"/>
                  <a:ext cx="130320" cy="48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E8267047-8CE2-5017-6D46-9FBBECB3D817}"/>
                    </a:ext>
                  </a:extLst>
                </p14:cNvPr>
                <p14:cNvContentPartPr/>
                <p14:nvPr/>
              </p14:nvContentPartPr>
              <p14:xfrm>
                <a:off x="7758860" y="1265600"/>
                <a:ext cx="245520" cy="896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E8267047-8CE2-5017-6D46-9FBBECB3D81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741220" y="1247960"/>
                  <a:ext cx="28116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51B07D0-7943-7156-1A76-F617B6545D4C}"/>
                    </a:ext>
                  </a:extLst>
                </p14:cNvPr>
                <p14:cNvContentPartPr/>
                <p14:nvPr/>
              </p14:nvContentPartPr>
              <p14:xfrm>
                <a:off x="8150900" y="1087040"/>
                <a:ext cx="126720" cy="3322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51B07D0-7943-7156-1A76-F617B6545D4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132900" y="1069400"/>
                  <a:ext cx="16236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247350E-33E1-6A61-28E2-F3F52642748E}"/>
                    </a:ext>
                  </a:extLst>
                </p14:cNvPr>
                <p14:cNvContentPartPr/>
                <p14:nvPr/>
              </p14:nvContentPartPr>
              <p14:xfrm>
                <a:off x="8419100" y="1173440"/>
                <a:ext cx="245520" cy="1839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247350E-33E1-6A61-28E2-F3F52642748E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401460" y="1155800"/>
                  <a:ext cx="28116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56D945B-A651-4E43-1471-4CB684EDC805}"/>
                    </a:ext>
                  </a:extLst>
                </p14:cNvPr>
                <p14:cNvContentPartPr/>
                <p14:nvPr/>
              </p14:nvContentPartPr>
              <p14:xfrm>
                <a:off x="8768300" y="1253360"/>
                <a:ext cx="28440" cy="1393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56D945B-A651-4E43-1471-4CB684EDC80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750300" y="1235360"/>
                  <a:ext cx="6408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04F89A3-136B-CFCB-CA94-4E3C07A46AB0}"/>
                    </a:ext>
                  </a:extLst>
                </p14:cNvPr>
                <p14:cNvContentPartPr/>
                <p14:nvPr/>
              </p14:nvContentPartPr>
              <p14:xfrm>
                <a:off x="8752820" y="1125200"/>
                <a:ext cx="4320" cy="273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04F89A3-136B-CFCB-CA94-4E3C07A46AB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734820" y="1107200"/>
                  <a:ext cx="3996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093A933-B1B7-32BC-1A74-432446620743}"/>
                    </a:ext>
                  </a:extLst>
                </p14:cNvPr>
                <p14:cNvContentPartPr/>
                <p14:nvPr/>
              </p14:nvContentPartPr>
              <p14:xfrm>
                <a:off x="8958020" y="1164800"/>
                <a:ext cx="183600" cy="1735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093A933-B1B7-32BC-1A74-43244662074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940380" y="1147160"/>
                  <a:ext cx="21924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6369FC0-44AD-91DB-5CA2-40CEB116B96E}"/>
                    </a:ext>
                  </a:extLst>
                </p14:cNvPr>
                <p14:cNvContentPartPr/>
                <p14:nvPr/>
              </p14:nvContentPartPr>
              <p14:xfrm>
                <a:off x="9244940" y="1285400"/>
                <a:ext cx="17280" cy="1440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6369FC0-44AD-91DB-5CA2-40CEB116B96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226940" y="1267400"/>
                  <a:ext cx="529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00B9228B-09C3-4DEB-5B2F-A5D423C5CF43}"/>
                    </a:ext>
                  </a:extLst>
                </p14:cNvPr>
                <p14:cNvContentPartPr/>
                <p14:nvPr/>
              </p14:nvContentPartPr>
              <p14:xfrm>
                <a:off x="9260420" y="1151120"/>
                <a:ext cx="13320" cy="324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00B9228B-09C3-4DEB-5B2F-A5D423C5CF4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242420" y="1133480"/>
                  <a:ext cx="4896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1E9729A-BE64-79A5-C1B4-A3FF0BD1CA0C}"/>
                    </a:ext>
                  </a:extLst>
                </p14:cNvPr>
                <p14:cNvContentPartPr/>
                <p14:nvPr/>
              </p14:nvContentPartPr>
              <p14:xfrm>
                <a:off x="9442220" y="1237160"/>
                <a:ext cx="214200" cy="133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1E9729A-BE64-79A5-C1B4-A3FF0BD1CA0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424220" y="1219160"/>
                  <a:ext cx="24984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4A78FB8C-0A8E-345E-CE52-38D521AB3115}"/>
                    </a:ext>
                  </a:extLst>
                </p14:cNvPr>
                <p14:cNvContentPartPr/>
                <p14:nvPr/>
              </p14:nvContentPartPr>
              <p14:xfrm>
                <a:off x="9562100" y="1138880"/>
                <a:ext cx="64800" cy="281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4A78FB8C-0A8E-345E-CE52-38D521AB311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544460" y="1120880"/>
                  <a:ext cx="10044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70D65BD-F51F-400C-1F99-2C2CDBA75939}"/>
                    </a:ext>
                  </a:extLst>
                </p14:cNvPr>
                <p14:cNvContentPartPr/>
                <p14:nvPr/>
              </p14:nvContentPartPr>
              <p14:xfrm>
                <a:off x="9876020" y="1154720"/>
                <a:ext cx="104760" cy="2822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70D65BD-F51F-400C-1F99-2C2CDBA7593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858020" y="1137080"/>
                  <a:ext cx="14040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C6FAC0D-A229-5FF2-A384-00BDA1BF6FE6}"/>
                    </a:ext>
                  </a:extLst>
                </p14:cNvPr>
                <p14:cNvContentPartPr/>
                <p14:nvPr/>
              </p14:nvContentPartPr>
              <p14:xfrm>
                <a:off x="9867380" y="1292960"/>
                <a:ext cx="166320" cy="1641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C6FAC0D-A229-5FF2-A384-00BDA1BF6FE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849380" y="1274960"/>
                  <a:ext cx="20196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B38C486-7B3F-0AAA-68FD-C8615D225067}"/>
                    </a:ext>
                  </a:extLst>
                </p14:cNvPr>
                <p14:cNvContentPartPr/>
                <p14:nvPr/>
              </p14:nvContentPartPr>
              <p14:xfrm>
                <a:off x="10121900" y="1059680"/>
                <a:ext cx="177480" cy="6084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B38C486-7B3F-0AAA-68FD-C8615D22506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103900" y="1041680"/>
                  <a:ext cx="213120" cy="64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2A5D1D6F-7814-30AA-0B28-002842F65941}"/>
                    </a:ext>
                  </a:extLst>
                </p14:cNvPr>
                <p14:cNvContentPartPr/>
                <p14:nvPr/>
              </p14:nvContentPartPr>
              <p14:xfrm>
                <a:off x="6710900" y="778160"/>
                <a:ext cx="83160" cy="1047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2A5D1D6F-7814-30AA-0B28-002842F65941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692900" y="760160"/>
                  <a:ext cx="118800" cy="10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CF04D4D-84F0-7A0A-0BEA-D55DD2488961}"/>
                    </a:ext>
                  </a:extLst>
                </p14:cNvPr>
                <p14:cNvContentPartPr/>
                <p14:nvPr/>
              </p14:nvContentPartPr>
              <p14:xfrm>
                <a:off x="6631340" y="710480"/>
                <a:ext cx="3356280" cy="2228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CF04D4D-84F0-7A0A-0BEA-D55DD248896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613700" y="692480"/>
                  <a:ext cx="339192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B341E87-98C3-1797-7D79-867F95CD76FD}"/>
                    </a:ext>
                  </a:extLst>
                </p14:cNvPr>
                <p14:cNvContentPartPr/>
                <p14:nvPr/>
              </p14:nvContentPartPr>
              <p14:xfrm>
                <a:off x="6893780" y="690680"/>
                <a:ext cx="3633480" cy="13831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B341E87-98C3-1797-7D79-867F95CD76FD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875780" y="673040"/>
                  <a:ext cx="3669120" cy="141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64A1CFD-E28F-BC67-81E9-CA41C848B1D5}"/>
              </a:ext>
            </a:extLst>
          </p:cNvPr>
          <p:cNvGrpSpPr/>
          <p:nvPr/>
        </p:nvGrpSpPr>
        <p:grpSpPr>
          <a:xfrm>
            <a:off x="8235500" y="2572760"/>
            <a:ext cx="2240280" cy="577800"/>
            <a:chOff x="8235500" y="2572760"/>
            <a:chExt cx="2240280" cy="577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87E1C212-7BD1-E77B-432E-CAF0D6000316}"/>
                    </a:ext>
                  </a:extLst>
                </p14:cNvPr>
                <p14:cNvContentPartPr/>
                <p14:nvPr/>
              </p14:nvContentPartPr>
              <p14:xfrm>
                <a:off x="8365820" y="2590400"/>
                <a:ext cx="159480" cy="5601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87E1C212-7BD1-E77B-432E-CAF0D6000316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347820" y="2572400"/>
                  <a:ext cx="195120" cy="59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FF2733C-12E2-8F18-07FC-09BCFDC1A30C}"/>
                    </a:ext>
                  </a:extLst>
                </p14:cNvPr>
                <p14:cNvContentPartPr/>
                <p14:nvPr/>
              </p14:nvContentPartPr>
              <p14:xfrm>
                <a:off x="8235500" y="2871200"/>
                <a:ext cx="229320" cy="770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FF2733C-12E2-8F18-07FC-09BCFDC1A30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217860" y="2853560"/>
                  <a:ext cx="26496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683E048-23FA-BE6E-244E-5F86A6AA27ED}"/>
                    </a:ext>
                  </a:extLst>
                </p14:cNvPr>
                <p14:cNvContentPartPr/>
                <p14:nvPr/>
              </p14:nvContentPartPr>
              <p14:xfrm>
                <a:off x="8721140" y="2742680"/>
                <a:ext cx="270000" cy="3672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683E048-23FA-BE6E-244E-5F86A6AA27ED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703140" y="2724680"/>
                  <a:ext cx="305640" cy="40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DFDC18B7-CAC2-4453-6153-0EA823D9D1E0}"/>
                    </a:ext>
                  </a:extLst>
                </p14:cNvPr>
                <p14:cNvContentPartPr/>
                <p14:nvPr/>
              </p14:nvContentPartPr>
              <p14:xfrm>
                <a:off x="9144860" y="2860040"/>
                <a:ext cx="13320" cy="1663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DFDC18B7-CAC2-4453-6153-0EA823D9D1E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127220" y="2842400"/>
                  <a:ext cx="4896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4A4BB3F0-C4C3-0338-EE1F-4678F937CB3D}"/>
                    </a:ext>
                  </a:extLst>
                </p14:cNvPr>
                <p14:cNvContentPartPr/>
                <p14:nvPr/>
              </p14:nvContentPartPr>
              <p14:xfrm>
                <a:off x="9076460" y="2737280"/>
                <a:ext cx="24480" cy="208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4A4BB3F0-C4C3-0338-EE1F-4678F937CB3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058820" y="2719280"/>
                  <a:ext cx="6012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D6F76F4-B94B-B986-9006-B063BFCCBA42}"/>
                    </a:ext>
                  </a:extLst>
                </p14:cNvPr>
                <p14:cNvContentPartPr/>
                <p14:nvPr/>
              </p14:nvContentPartPr>
              <p14:xfrm>
                <a:off x="9270860" y="2847440"/>
                <a:ext cx="146880" cy="1047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D6F76F4-B94B-B986-9006-B063BFCCBA4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253220" y="2829800"/>
                  <a:ext cx="18252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4FD53B8-C99C-72AB-4E20-4F6D6872F12D}"/>
                    </a:ext>
                  </a:extLst>
                </p14:cNvPr>
                <p14:cNvContentPartPr/>
                <p14:nvPr/>
              </p14:nvContentPartPr>
              <p14:xfrm>
                <a:off x="9555620" y="2854280"/>
                <a:ext cx="53640" cy="1688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4FD53B8-C99C-72AB-4E20-4F6D6872F12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537980" y="2836280"/>
                  <a:ext cx="8928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271210B-933D-1F1D-D658-7BB3EC845A3B}"/>
                    </a:ext>
                  </a:extLst>
                </p14:cNvPr>
                <p14:cNvContentPartPr/>
                <p14:nvPr/>
              </p14:nvContentPartPr>
              <p14:xfrm>
                <a:off x="9557060" y="2815040"/>
                <a:ext cx="123840" cy="892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271210B-933D-1F1D-D658-7BB3EC845A3B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539420" y="2797040"/>
                  <a:ext cx="15948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741034B8-AD55-D55D-F6BE-268558D21A0B}"/>
                    </a:ext>
                  </a:extLst>
                </p14:cNvPr>
                <p14:cNvContentPartPr/>
                <p14:nvPr/>
              </p14:nvContentPartPr>
              <p14:xfrm>
                <a:off x="9805460" y="2822600"/>
                <a:ext cx="135720" cy="756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741034B8-AD55-D55D-F6BE-268558D21A0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787820" y="2804960"/>
                  <a:ext cx="1713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D229861-37BF-36FE-0B7C-852DEC12B961}"/>
                    </a:ext>
                  </a:extLst>
                </p14:cNvPr>
                <p14:cNvContentPartPr/>
                <p14:nvPr/>
              </p14:nvContentPartPr>
              <p14:xfrm>
                <a:off x="10091660" y="2650520"/>
                <a:ext cx="124920" cy="2646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D229861-37BF-36FE-0B7C-852DEC12B961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073660" y="2632880"/>
                  <a:ext cx="16056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9A805A24-2494-3AC6-408F-69B01318C792}"/>
                    </a:ext>
                  </a:extLst>
                </p14:cNvPr>
                <p14:cNvContentPartPr/>
                <p14:nvPr/>
              </p14:nvContentPartPr>
              <p14:xfrm>
                <a:off x="10054580" y="2727560"/>
                <a:ext cx="85320" cy="586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9A805A24-2494-3AC6-408F-69B01318C79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036940" y="2709920"/>
                  <a:ext cx="12096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E60403CD-8F97-25E1-45E4-7360DCDA732F}"/>
                    </a:ext>
                  </a:extLst>
                </p14:cNvPr>
                <p14:cNvContentPartPr/>
                <p14:nvPr/>
              </p14:nvContentPartPr>
              <p14:xfrm>
                <a:off x="10327460" y="2572760"/>
                <a:ext cx="148320" cy="4708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E60403CD-8F97-25E1-45E4-7360DCDA732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309820" y="2555120"/>
                  <a:ext cx="183960" cy="50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D10FBEB4-EA02-E297-553B-8CBD7A7EB247}"/>
              </a:ext>
            </a:extLst>
          </p:cNvPr>
          <p:cNvGrpSpPr/>
          <p:nvPr/>
        </p:nvGrpSpPr>
        <p:grpSpPr>
          <a:xfrm>
            <a:off x="8439620" y="3341720"/>
            <a:ext cx="1890720" cy="1444680"/>
            <a:chOff x="8439620" y="3341720"/>
            <a:chExt cx="1890720" cy="144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0F469685-9638-9AA0-4ABB-0D75823C9F4B}"/>
                    </a:ext>
                  </a:extLst>
                </p14:cNvPr>
                <p14:cNvContentPartPr/>
                <p14:nvPr/>
              </p14:nvContentPartPr>
              <p14:xfrm>
                <a:off x="8514860" y="3341720"/>
                <a:ext cx="32400" cy="2865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0F469685-9638-9AA0-4ABB-0D75823C9F4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496860" y="3324080"/>
                  <a:ext cx="6804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DDCE8620-9ECE-18EC-54BB-BB737C0D084F}"/>
                    </a:ext>
                  </a:extLst>
                </p14:cNvPr>
                <p14:cNvContentPartPr/>
                <p14:nvPr/>
              </p14:nvContentPartPr>
              <p14:xfrm>
                <a:off x="8439620" y="3519560"/>
                <a:ext cx="214200" cy="1332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DDCE8620-9ECE-18EC-54BB-BB737C0D084F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421980" y="3501560"/>
                  <a:ext cx="24984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39227675-CCBE-31C1-4F4C-30831FA75556}"/>
                    </a:ext>
                  </a:extLst>
                </p14:cNvPr>
                <p14:cNvContentPartPr/>
                <p14:nvPr/>
              </p14:nvContentPartPr>
              <p14:xfrm>
                <a:off x="8988260" y="3612440"/>
                <a:ext cx="87840" cy="1922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39227675-CCBE-31C1-4F4C-30831FA75556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970620" y="3594440"/>
                  <a:ext cx="12348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CF8F90AF-ECBF-4962-11BC-EBE6F3F30995}"/>
                    </a:ext>
                  </a:extLst>
                </p14:cNvPr>
                <p14:cNvContentPartPr/>
                <p14:nvPr/>
              </p14:nvContentPartPr>
              <p14:xfrm>
                <a:off x="9174020" y="3724760"/>
                <a:ext cx="4320" cy="669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CF8F90AF-ECBF-4962-11BC-EBE6F3F3099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156380" y="3707120"/>
                  <a:ext cx="3996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D58D468-727D-7D23-D68A-68F484A0E8A6}"/>
                    </a:ext>
                  </a:extLst>
                </p14:cNvPr>
                <p14:cNvContentPartPr/>
                <p14:nvPr/>
              </p14:nvContentPartPr>
              <p14:xfrm>
                <a:off x="9181940" y="3584720"/>
                <a:ext cx="2520" cy="133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D58D468-727D-7D23-D68A-68F484A0E8A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164300" y="3567080"/>
                  <a:ext cx="3816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59A92EA-AC91-4FA9-6650-863D61E148FB}"/>
                    </a:ext>
                  </a:extLst>
                </p14:cNvPr>
                <p14:cNvContentPartPr/>
                <p14:nvPr/>
              </p14:nvContentPartPr>
              <p14:xfrm>
                <a:off x="9305780" y="3728000"/>
                <a:ext cx="157320" cy="12852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59A92EA-AC91-4FA9-6650-863D61E148F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288140" y="3710000"/>
                  <a:ext cx="19296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7A862EAA-25B7-6A02-3435-E4C6FF60564C}"/>
                    </a:ext>
                  </a:extLst>
                </p14:cNvPr>
                <p14:cNvContentPartPr/>
                <p14:nvPr/>
              </p14:nvContentPartPr>
              <p14:xfrm>
                <a:off x="9557780" y="3670400"/>
                <a:ext cx="224280" cy="1065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7A862EAA-25B7-6A02-3435-E4C6FF60564C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539780" y="3652400"/>
                  <a:ext cx="2599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20C814FB-9185-02ED-FBFE-9905E31006F5}"/>
                    </a:ext>
                  </a:extLst>
                </p14:cNvPr>
                <p14:cNvContentPartPr/>
                <p14:nvPr/>
              </p14:nvContentPartPr>
              <p14:xfrm>
                <a:off x="9906620" y="3655280"/>
                <a:ext cx="70200" cy="954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20C814FB-9185-02ED-FBFE-9905E31006F5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888980" y="3637640"/>
                  <a:ext cx="10584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21B02B26-89CE-EBA0-6277-FBEA1883EAF7}"/>
                    </a:ext>
                  </a:extLst>
                </p14:cNvPr>
                <p14:cNvContentPartPr/>
                <p14:nvPr/>
              </p14:nvContentPartPr>
              <p14:xfrm>
                <a:off x="10075460" y="3669320"/>
                <a:ext cx="25560" cy="810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21B02B26-89CE-EBA0-6277-FBEA1883EAF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057460" y="3651320"/>
                  <a:ext cx="6120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4EAC101D-D75C-D3AB-EBD4-7ECA3B3A5E9C}"/>
                    </a:ext>
                  </a:extLst>
                </p14:cNvPr>
                <p14:cNvContentPartPr/>
                <p14:nvPr/>
              </p14:nvContentPartPr>
              <p14:xfrm>
                <a:off x="10076540" y="3530720"/>
                <a:ext cx="25560" cy="356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4EAC101D-D75C-D3AB-EBD4-7ECA3B3A5E9C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058540" y="3512720"/>
                  <a:ext cx="6120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C9182156-3CD1-4EC4-E723-08974F6BCE80}"/>
                    </a:ext>
                  </a:extLst>
                </p14:cNvPr>
                <p14:cNvContentPartPr/>
                <p14:nvPr/>
              </p14:nvContentPartPr>
              <p14:xfrm>
                <a:off x="10212260" y="3643400"/>
                <a:ext cx="79200" cy="896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C9182156-3CD1-4EC4-E723-08974F6BCE80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194620" y="3625400"/>
                  <a:ext cx="1148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C51DF2B8-011D-25D7-C6A7-448D3FD977EB}"/>
                    </a:ext>
                  </a:extLst>
                </p14:cNvPr>
                <p14:cNvContentPartPr/>
                <p14:nvPr/>
              </p14:nvContentPartPr>
              <p14:xfrm>
                <a:off x="10271660" y="3519200"/>
                <a:ext cx="58680" cy="1904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C51DF2B8-011D-25D7-C6A7-448D3FD977EB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254020" y="3501560"/>
                  <a:ext cx="9432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3E7D2D51-77BE-098A-0688-CFF6BCE1AE7E}"/>
                    </a:ext>
                  </a:extLst>
                </p14:cNvPr>
                <p14:cNvContentPartPr/>
                <p14:nvPr/>
              </p14:nvContentPartPr>
              <p14:xfrm>
                <a:off x="8762900" y="3722960"/>
                <a:ext cx="5400" cy="139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3E7D2D51-77BE-098A-0688-CFF6BCE1AE7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744900" y="3704960"/>
                  <a:ext cx="4104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9B1C53AD-99E4-314D-25F3-1930A31CC359}"/>
                    </a:ext>
                  </a:extLst>
                </p14:cNvPr>
                <p14:cNvContentPartPr/>
                <p14:nvPr/>
              </p14:nvContentPartPr>
              <p14:xfrm>
                <a:off x="8662820" y="3550520"/>
                <a:ext cx="243720" cy="4075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9B1C53AD-99E4-314D-25F3-1930A31CC359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645180" y="3532520"/>
                  <a:ext cx="279360" cy="44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4CE746FB-613B-D1F9-FA0F-52EDCBBA5C29}"/>
                    </a:ext>
                  </a:extLst>
                </p14:cNvPr>
                <p14:cNvContentPartPr/>
                <p14:nvPr/>
              </p14:nvContentPartPr>
              <p14:xfrm>
                <a:off x="8772980" y="4069640"/>
                <a:ext cx="111240" cy="1281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4CE746FB-613B-D1F9-FA0F-52EDCBBA5C29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754980" y="4051640"/>
                  <a:ext cx="14688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3FAAB921-4E21-CDE1-3956-BADEB6BF432C}"/>
                    </a:ext>
                  </a:extLst>
                </p14:cNvPr>
                <p14:cNvContentPartPr/>
                <p14:nvPr/>
              </p14:nvContentPartPr>
              <p14:xfrm>
                <a:off x="8724020" y="3992600"/>
                <a:ext cx="313200" cy="3484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3FAAB921-4E21-CDE1-3956-BADEB6BF432C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706380" y="3974600"/>
                  <a:ext cx="348840" cy="38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126023D6-B035-B643-BF33-852F63FF35DE}"/>
                    </a:ext>
                  </a:extLst>
                </p14:cNvPr>
                <p14:cNvContentPartPr/>
                <p14:nvPr/>
              </p14:nvContentPartPr>
              <p14:xfrm>
                <a:off x="9302540" y="4077920"/>
                <a:ext cx="55440" cy="1677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126023D6-B035-B643-BF33-852F63FF35DE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284900" y="4059920"/>
                  <a:ext cx="9108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9F749F3F-BE20-A9EB-FCA5-2D6BC43EA2D0}"/>
                    </a:ext>
                  </a:extLst>
                </p14:cNvPr>
                <p14:cNvContentPartPr/>
                <p14:nvPr/>
              </p14:nvContentPartPr>
              <p14:xfrm>
                <a:off x="9339620" y="3988640"/>
                <a:ext cx="117360" cy="1652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9F749F3F-BE20-A9EB-FCA5-2D6BC43EA2D0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321980" y="3970640"/>
                  <a:ext cx="15300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F3AB5048-66FA-5BC0-5BA7-9488E335C737}"/>
                    </a:ext>
                  </a:extLst>
                </p14:cNvPr>
                <p14:cNvContentPartPr/>
                <p14:nvPr/>
              </p14:nvContentPartPr>
              <p14:xfrm>
                <a:off x="9545540" y="4054160"/>
                <a:ext cx="65160" cy="1083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F3AB5048-66FA-5BC0-5BA7-9488E335C737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527900" y="4036520"/>
                  <a:ext cx="10080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DE4BFE35-E6F9-EF37-5BF2-B7F8853EFC52}"/>
                    </a:ext>
                  </a:extLst>
                </p14:cNvPr>
                <p14:cNvContentPartPr/>
                <p14:nvPr/>
              </p14:nvContentPartPr>
              <p14:xfrm>
                <a:off x="9720860" y="3968840"/>
                <a:ext cx="102960" cy="2016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DE4BFE35-E6F9-EF37-5BF2-B7F8853EFC52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703220" y="3951200"/>
                  <a:ext cx="13860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78BBEDD7-3589-4C8B-0A59-16FF55E7CECE}"/>
                    </a:ext>
                  </a:extLst>
                </p14:cNvPr>
                <p14:cNvContentPartPr/>
                <p14:nvPr/>
              </p14:nvContentPartPr>
              <p14:xfrm>
                <a:off x="9923180" y="3986120"/>
                <a:ext cx="180360" cy="1198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78BBEDD7-3589-4C8B-0A59-16FF55E7CECE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905180" y="3968480"/>
                  <a:ext cx="21600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01732AF0-1B55-6E25-08A4-F1B861C8758B}"/>
                    </a:ext>
                  </a:extLst>
                </p14:cNvPr>
                <p14:cNvContentPartPr/>
                <p14:nvPr/>
              </p14:nvContentPartPr>
              <p14:xfrm>
                <a:off x="9225860" y="4437200"/>
                <a:ext cx="119160" cy="1659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01732AF0-1B55-6E25-08A4-F1B861C8758B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207860" y="4419200"/>
                  <a:ext cx="15480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930F4DE2-13D0-B628-C46E-E94BACF415EA}"/>
                    </a:ext>
                  </a:extLst>
                </p14:cNvPr>
                <p14:cNvContentPartPr/>
                <p14:nvPr/>
              </p14:nvContentPartPr>
              <p14:xfrm>
                <a:off x="9144140" y="4328840"/>
                <a:ext cx="370800" cy="4575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930F4DE2-13D0-B628-C46E-E94BACF415EA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9126140" y="4310840"/>
                  <a:ext cx="406440" cy="49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18A64348-659B-B9B5-0C47-8205FCA585E1}"/>
              </a:ext>
            </a:extLst>
          </p:cNvPr>
          <p:cNvGrpSpPr/>
          <p:nvPr/>
        </p:nvGrpSpPr>
        <p:grpSpPr>
          <a:xfrm>
            <a:off x="9791780" y="4225520"/>
            <a:ext cx="861120" cy="362160"/>
            <a:chOff x="9791780" y="4225520"/>
            <a:chExt cx="861120" cy="36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5986EC7-3C01-ED86-F33C-67B29247C212}"/>
                    </a:ext>
                  </a:extLst>
                </p14:cNvPr>
                <p14:cNvContentPartPr/>
                <p14:nvPr/>
              </p14:nvContentPartPr>
              <p14:xfrm>
                <a:off x="9791780" y="4343240"/>
                <a:ext cx="120600" cy="24444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5986EC7-3C01-ED86-F33C-67B29247C212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773780" y="4325240"/>
                  <a:ext cx="15624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3924E8B-E469-D6ED-28A0-C2F343DCB15B}"/>
                    </a:ext>
                  </a:extLst>
                </p14:cNvPr>
                <p14:cNvContentPartPr/>
                <p14:nvPr/>
              </p14:nvContentPartPr>
              <p14:xfrm>
                <a:off x="9794660" y="4457000"/>
                <a:ext cx="85320" cy="266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3924E8B-E469-D6ED-28A0-C2F343DCB15B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777020" y="4439360"/>
                  <a:ext cx="12096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EA992534-75F6-D701-0732-EA234FDE7BB8}"/>
                    </a:ext>
                  </a:extLst>
                </p14:cNvPr>
                <p14:cNvContentPartPr/>
                <p14:nvPr/>
              </p14:nvContentPartPr>
              <p14:xfrm>
                <a:off x="10008860" y="4415960"/>
                <a:ext cx="149760" cy="1188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EA992534-75F6-D701-0732-EA234FDE7BB8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990860" y="4397960"/>
                  <a:ext cx="18540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94117EF5-E281-7B3D-15B4-2B19F953E70A}"/>
                    </a:ext>
                  </a:extLst>
                </p14:cNvPr>
                <p14:cNvContentPartPr/>
                <p14:nvPr/>
              </p14:nvContentPartPr>
              <p14:xfrm>
                <a:off x="10220540" y="4399400"/>
                <a:ext cx="98280" cy="900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94117EF5-E281-7B3D-15B4-2B19F953E70A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202900" y="4381400"/>
                  <a:ext cx="13392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6D43FBEE-E7C8-05C9-764B-A7814048C129}"/>
                    </a:ext>
                  </a:extLst>
                </p14:cNvPr>
                <p14:cNvContentPartPr/>
                <p14:nvPr/>
              </p14:nvContentPartPr>
              <p14:xfrm>
                <a:off x="10389380" y="4225520"/>
                <a:ext cx="263520" cy="2880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6D43FBEE-E7C8-05C9-764B-A7814048C12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0371380" y="4207880"/>
                  <a:ext cx="299160" cy="323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F911DDD6-9E77-F51B-93B3-CA4A1F94BE45}"/>
                  </a:ext>
                </a:extLst>
              </p14:cNvPr>
              <p14:cNvContentPartPr/>
              <p14:nvPr/>
            </p14:nvContentPartPr>
            <p14:xfrm>
              <a:off x="8667140" y="3393560"/>
              <a:ext cx="1839600" cy="524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F911DDD6-9E77-F51B-93B3-CA4A1F94BE45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8613140" y="3285560"/>
                <a:ext cx="1947240" cy="74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4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78C40726-EC30-2541-B71F-1009F5F440A8}"/>
                  </a:ext>
                </a:extLst>
              </p14:cNvPr>
              <p14:cNvContentPartPr/>
              <p14:nvPr/>
            </p14:nvContentPartPr>
            <p14:xfrm>
              <a:off x="9193204" y="3960371"/>
              <a:ext cx="1215720" cy="324360"/>
            </p14:xfrm>
          </p:contentPart>
        </mc:Choice>
        <mc:Fallback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78C40726-EC30-2541-B71F-1009F5F440A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9139204" y="3852371"/>
                <a:ext cx="1323360" cy="54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6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C5BF2D75-BCE7-2D30-3CBD-3CDFD2D26B27}"/>
                  </a:ext>
                </a:extLst>
              </p14:cNvPr>
              <p14:cNvContentPartPr/>
              <p14:nvPr/>
            </p14:nvContentPartPr>
            <p14:xfrm>
              <a:off x="9997084" y="4276091"/>
              <a:ext cx="210240" cy="109440"/>
            </p14:xfrm>
          </p:contentPart>
        </mc:Choice>
        <mc:Fallback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C5BF2D75-BCE7-2D30-3CBD-3CDFD2D26B27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9943444" y="4168451"/>
                <a:ext cx="317880" cy="32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8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EC8C0E63-D596-8C2E-86DA-55EDB906657D}"/>
                  </a:ext>
                </a:extLst>
              </p14:cNvPr>
              <p14:cNvContentPartPr/>
              <p14:nvPr/>
            </p14:nvContentPartPr>
            <p14:xfrm>
              <a:off x="9598924" y="4264931"/>
              <a:ext cx="1416600" cy="469440"/>
            </p14:xfrm>
          </p:contentPart>
        </mc:Choice>
        <mc:Fallback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EC8C0E63-D596-8C2E-86DA-55EDB906657D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9545284" y="4156931"/>
                <a:ext cx="1524240" cy="6850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1B2D9-3A35-4DB6-3629-DD15457CC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4EDB830-9E92-F206-77AD-ACEC7C99C0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8739" y="14986"/>
            <a:ext cx="1032827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60" dirty="0"/>
              <a:t>Activation functions </a:t>
            </a:r>
            <a:r>
              <a:rPr dirty="0"/>
              <a:t>of</a:t>
            </a:r>
            <a:r>
              <a:rPr spc="150" dirty="0"/>
              <a:t> </a:t>
            </a:r>
            <a:r>
              <a:rPr dirty="0"/>
              <a:t>a</a:t>
            </a:r>
            <a:r>
              <a:rPr spc="140" dirty="0"/>
              <a:t> </a:t>
            </a:r>
            <a:r>
              <a:rPr spc="55" dirty="0"/>
              <a:t>Neural</a:t>
            </a:r>
            <a:r>
              <a:rPr spc="125" dirty="0"/>
              <a:t> </a:t>
            </a:r>
            <a:r>
              <a:rPr spc="-10" dirty="0"/>
              <a:t>Network</a:t>
            </a:r>
          </a:p>
        </p:txBody>
      </p:sp>
      <p:pic>
        <p:nvPicPr>
          <p:cNvPr id="27" name="Picture 26" descr="A graph of a function&#10;&#10;AI-generated content may be incorrect.">
            <a:extLst>
              <a:ext uri="{FF2B5EF4-FFF2-40B4-BE49-F238E27FC236}">
                <a16:creationId xmlns:a16="http://schemas.microsoft.com/office/drawing/2014/main" id="{E84287F0-7CF3-D7F6-DCAE-176FC7E6605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66800"/>
            <a:ext cx="3614936" cy="2743200"/>
          </a:xfrm>
          <a:prstGeom prst="rect">
            <a:avLst/>
          </a:prstGeom>
        </p:spPr>
      </p:pic>
      <p:pic>
        <p:nvPicPr>
          <p:cNvPr id="29" name="Picture 28" descr="A graph with a line&#10;&#10;AI-generated content may be incorrect.">
            <a:extLst>
              <a:ext uri="{FF2B5EF4-FFF2-40B4-BE49-F238E27FC236}">
                <a16:creationId xmlns:a16="http://schemas.microsoft.com/office/drawing/2014/main" id="{D5FC3FD6-39B5-8430-7702-EBC39FB7C3F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2751" y="1066800"/>
            <a:ext cx="3725633" cy="2743200"/>
          </a:xfrm>
          <a:prstGeom prst="rect">
            <a:avLst/>
          </a:prstGeom>
        </p:spPr>
      </p:pic>
      <p:pic>
        <p:nvPicPr>
          <p:cNvPr id="31" name="Picture 30" descr="A graph with a line&#10;&#10;AI-generated content may be incorrect.">
            <a:extLst>
              <a:ext uri="{FF2B5EF4-FFF2-40B4-BE49-F238E27FC236}">
                <a16:creationId xmlns:a16="http://schemas.microsoft.com/office/drawing/2014/main" id="{B7BDDFD5-B244-1DA4-2022-62709456592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6200" y="1066800"/>
            <a:ext cx="3895137" cy="2743200"/>
          </a:xfrm>
          <a:prstGeom prst="rect">
            <a:avLst/>
          </a:prstGeom>
        </p:spPr>
      </p:pic>
      <p:pic>
        <p:nvPicPr>
          <p:cNvPr id="33" name="Picture 32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C59A2FD3-9256-0D01-F9C6-002AB4A26D5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2751" y="3996739"/>
            <a:ext cx="4275190" cy="1303133"/>
          </a:xfrm>
          <a:prstGeom prst="rect">
            <a:avLst/>
          </a:prstGeom>
        </p:spPr>
      </p:pic>
      <p:pic>
        <p:nvPicPr>
          <p:cNvPr id="35" name="Picture 3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E247F509-D9A9-BED8-4F65-F45AB878EAB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176" y="4080566"/>
            <a:ext cx="3482642" cy="1181202"/>
          </a:xfrm>
          <a:prstGeom prst="rect">
            <a:avLst/>
          </a:prstGeom>
        </p:spPr>
      </p:pic>
      <p:pic>
        <p:nvPicPr>
          <p:cNvPr id="37" name="Picture 36" descr="A math equation with black text&#10;&#10;AI-generated content may be incorrect.">
            <a:extLst>
              <a:ext uri="{FF2B5EF4-FFF2-40B4-BE49-F238E27FC236}">
                <a16:creationId xmlns:a16="http://schemas.microsoft.com/office/drawing/2014/main" id="{B0F6A2B0-88A2-9649-513B-A714D900CF3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7941" y="4103428"/>
            <a:ext cx="4092295" cy="1158340"/>
          </a:xfrm>
          <a:prstGeom prst="rect">
            <a:avLst/>
          </a:prstGeom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84BE63A7-F663-5F9D-0645-9D9D46EBF562}"/>
              </a:ext>
            </a:extLst>
          </p:cNvPr>
          <p:cNvGrpSpPr/>
          <p:nvPr/>
        </p:nvGrpSpPr>
        <p:grpSpPr>
          <a:xfrm>
            <a:off x="9850460" y="233480"/>
            <a:ext cx="942840" cy="374040"/>
            <a:chOff x="9850460" y="233480"/>
            <a:chExt cx="942840" cy="37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3D30B569-BD80-7B69-92D4-225949569BEA}"/>
                    </a:ext>
                  </a:extLst>
                </p14:cNvPr>
                <p14:cNvContentPartPr/>
                <p14:nvPr/>
              </p14:nvContentPartPr>
              <p14:xfrm>
                <a:off x="9850460" y="454520"/>
                <a:ext cx="98640" cy="1530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3D30B569-BD80-7B69-92D4-225949569BE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9832460" y="436520"/>
                  <a:ext cx="13428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A0DA5BF-7082-4A0F-2546-5AF5B6A0F62D}"/>
                    </a:ext>
                  </a:extLst>
                </p14:cNvPr>
                <p14:cNvContentPartPr/>
                <p14:nvPr/>
              </p14:nvContentPartPr>
              <p14:xfrm>
                <a:off x="10031180" y="464600"/>
                <a:ext cx="99720" cy="745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A0DA5BF-7082-4A0F-2546-5AF5B6A0F62D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013180" y="446687"/>
                  <a:ext cx="135360" cy="10998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D666CEE-ED90-48C4-C323-96DDE453A7F6}"/>
                    </a:ext>
                  </a:extLst>
                </p14:cNvPr>
                <p14:cNvContentPartPr/>
                <p14:nvPr/>
              </p14:nvContentPartPr>
              <p14:xfrm>
                <a:off x="10222700" y="331040"/>
                <a:ext cx="52200" cy="2242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D666CEE-ED90-48C4-C323-96DDE453A7F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0204700" y="313040"/>
                  <a:ext cx="8784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2D0B316-A68D-7066-9466-87C6CC28655F}"/>
                    </a:ext>
                  </a:extLst>
                </p14:cNvPr>
                <p14:cNvContentPartPr/>
                <p14:nvPr/>
              </p14:nvContentPartPr>
              <p14:xfrm>
                <a:off x="10181660" y="468200"/>
                <a:ext cx="106560" cy="338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2D0B316-A68D-7066-9466-87C6CC28655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0163721" y="450200"/>
                  <a:ext cx="14208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2088C94-64EC-AE0A-A348-37EC35D281BA}"/>
                    </a:ext>
                  </a:extLst>
                </p14:cNvPr>
                <p14:cNvContentPartPr/>
                <p14:nvPr/>
              </p14:nvContentPartPr>
              <p14:xfrm>
                <a:off x="10374620" y="454880"/>
                <a:ext cx="30240" cy="1281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2088C94-64EC-AE0A-A348-37EC35D281B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356403" y="436829"/>
                  <a:ext cx="66309" cy="1639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1C95BE13-DFAF-52AE-FD46-F176C37810BF}"/>
                    </a:ext>
                  </a:extLst>
                </p14:cNvPr>
                <p14:cNvContentPartPr/>
                <p14:nvPr/>
              </p14:nvContentPartPr>
              <p14:xfrm>
                <a:off x="10354100" y="407000"/>
                <a:ext cx="76680" cy="806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1C95BE13-DFAF-52AE-FD46-F176C37810B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336100" y="389000"/>
                  <a:ext cx="11232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8F31BB0-1A1E-4F24-8514-D039A23217DA}"/>
                    </a:ext>
                  </a:extLst>
                </p14:cNvPr>
                <p14:cNvContentPartPr/>
                <p14:nvPr/>
              </p14:nvContentPartPr>
              <p14:xfrm>
                <a:off x="10526900" y="417080"/>
                <a:ext cx="101880" cy="586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8F31BB0-1A1E-4F24-8514-D039A23217D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508900" y="398969"/>
                  <a:ext cx="137520" cy="945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97719D1A-C588-DD30-3BCF-A1B7790916D3}"/>
                    </a:ext>
                  </a:extLst>
                </p14:cNvPr>
                <p14:cNvContentPartPr/>
                <p14:nvPr/>
              </p14:nvContentPartPr>
              <p14:xfrm>
                <a:off x="10703660" y="233480"/>
                <a:ext cx="89640" cy="2347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97719D1A-C588-DD30-3BCF-A1B7790916D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0685732" y="215452"/>
                  <a:ext cx="125137" cy="27041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43DA3A5-A08D-53C9-248B-77232CA83E34}"/>
                    </a:ext>
                  </a:extLst>
                </p14:cNvPr>
                <p14:cNvContentPartPr/>
                <p14:nvPr/>
              </p14:nvContentPartPr>
              <p14:xfrm>
                <a:off x="10669460" y="350840"/>
                <a:ext cx="104760" cy="522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43DA3A5-A08D-53C9-248B-77232CA83E3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651460" y="332840"/>
                  <a:ext cx="140400" cy="8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F762DACB-E3B5-024F-9901-5D37595A4F5A}"/>
              </a:ext>
            </a:extLst>
          </p:cNvPr>
          <p:cNvGrpSpPr/>
          <p:nvPr/>
        </p:nvGrpSpPr>
        <p:grpSpPr>
          <a:xfrm>
            <a:off x="381124" y="677171"/>
            <a:ext cx="2835000" cy="3448800"/>
            <a:chOff x="381124" y="677171"/>
            <a:chExt cx="2835000" cy="3448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84FDBBF-197F-03D6-7C87-47C2D7E77F3C}"/>
                    </a:ext>
                  </a:extLst>
                </p14:cNvPr>
                <p14:cNvContentPartPr/>
                <p14:nvPr/>
              </p14:nvContentPartPr>
              <p14:xfrm>
                <a:off x="527644" y="2376011"/>
                <a:ext cx="119520" cy="2210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84FDBBF-197F-03D6-7C87-47C2D7E77F3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09644" y="2358371"/>
                  <a:ext cx="15516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86120C8-CB66-6536-C332-49B9F70E7008}"/>
                    </a:ext>
                  </a:extLst>
                </p14:cNvPr>
                <p14:cNvContentPartPr/>
                <p14:nvPr/>
              </p14:nvContentPartPr>
              <p14:xfrm>
                <a:off x="741484" y="2503811"/>
                <a:ext cx="139320" cy="932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D86120C8-CB66-6536-C332-49B9F70E700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23844" y="2486171"/>
                  <a:ext cx="17496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E1D80EF-342B-CEDC-7EDA-F5F43B124E1F}"/>
                    </a:ext>
                  </a:extLst>
                </p14:cNvPr>
                <p14:cNvContentPartPr/>
                <p14:nvPr/>
              </p14:nvContentPartPr>
              <p14:xfrm>
                <a:off x="978724" y="2367011"/>
                <a:ext cx="65160" cy="2023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E1D80EF-342B-CEDC-7EDA-F5F43B124E1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60724" y="2349371"/>
                  <a:ext cx="10080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4A792AC-F994-381B-A588-F7F9E2E517EA}"/>
                    </a:ext>
                  </a:extLst>
                </p14:cNvPr>
                <p14:cNvContentPartPr/>
                <p14:nvPr/>
              </p14:nvContentPartPr>
              <p14:xfrm>
                <a:off x="958924" y="2446571"/>
                <a:ext cx="170640" cy="806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4A792AC-F994-381B-A588-F7F9E2E517E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40924" y="2428571"/>
                  <a:ext cx="2062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0456DA3-F8E0-2292-94DD-D12B5A7165C8}"/>
                    </a:ext>
                  </a:extLst>
                </p14:cNvPr>
                <p14:cNvContentPartPr/>
                <p14:nvPr/>
              </p14:nvContentPartPr>
              <p14:xfrm>
                <a:off x="1281124" y="2497691"/>
                <a:ext cx="5040" cy="25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0456DA3-F8E0-2292-94DD-D12B5A7165C8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263484" y="2479691"/>
                  <a:ext cx="4068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3F32743-52BB-6F7E-D1FB-DB728B5CF9CE}"/>
                    </a:ext>
                  </a:extLst>
                </p14:cNvPr>
                <p14:cNvContentPartPr/>
                <p14:nvPr/>
              </p14:nvContentPartPr>
              <p14:xfrm>
                <a:off x="1263484" y="2494811"/>
                <a:ext cx="46080" cy="1699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3F32743-52BB-6F7E-D1FB-DB728B5CF9C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245844" y="2476811"/>
                  <a:ext cx="8172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1CB78C2-99E7-ECDA-8223-B9E1051DBCE0}"/>
                    </a:ext>
                  </a:extLst>
                </p14:cNvPr>
                <p14:cNvContentPartPr/>
                <p14:nvPr/>
              </p14:nvContentPartPr>
              <p14:xfrm>
                <a:off x="1265644" y="2445851"/>
                <a:ext cx="99720" cy="1425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1CB78C2-99E7-ECDA-8223-B9E1051DBCE0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248004" y="2428211"/>
                  <a:ext cx="13536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305E65B5-1641-7223-AA26-5985035BF207}"/>
                    </a:ext>
                  </a:extLst>
                </p14:cNvPr>
                <p14:cNvContentPartPr/>
                <p14:nvPr/>
              </p14:nvContentPartPr>
              <p14:xfrm>
                <a:off x="1384444" y="2459891"/>
                <a:ext cx="163080" cy="1022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305E65B5-1641-7223-AA26-5985035BF20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366444" y="2441891"/>
                  <a:ext cx="19872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C993B57-D575-A97E-4CDA-36BFC3DE0E3C}"/>
                    </a:ext>
                  </a:extLst>
                </p14:cNvPr>
                <p14:cNvContentPartPr/>
                <p14:nvPr/>
              </p14:nvContentPartPr>
              <p14:xfrm>
                <a:off x="1570204" y="2326691"/>
                <a:ext cx="69840" cy="1512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C993B57-D575-A97E-4CDA-36BFC3DE0E3C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552204" y="2308691"/>
                  <a:ext cx="10548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259C73A-F197-9373-EC1F-D6D1C1FB0AE8}"/>
                    </a:ext>
                  </a:extLst>
                </p14:cNvPr>
                <p14:cNvContentPartPr/>
                <p14:nvPr/>
              </p14:nvContentPartPr>
              <p14:xfrm>
                <a:off x="1537444" y="2350451"/>
                <a:ext cx="203400" cy="1108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259C73A-F197-9373-EC1F-D6D1C1FB0AE8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519804" y="2332451"/>
                  <a:ext cx="23904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8BFBA2B-5F24-6EFE-2A4D-89CBE3AAB8B9}"/>
                    </a:ext>
                  </a:extLst>
                </p14:cNvPr>
                <p14:cNvContentPartPr/>
                <p14:nvPr/>
              </p14:nvContentPartPr>
              <p14:xfrm>
                <a:off x="1004644" y="2841491"/>
                <a:ext cx="178560" cy="2282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8BFBA2B-5F24-6EFE-2A4D-89CBE3AAB8B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86644" y="2823851"/>
                  <a:ext cx="21420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6608ED5F-5D0E-FB88-7A6E-2E802162F24C}"/>
                    </a:ext>
                  </a:extLst>
                </p14:cNvPr>
                <p14:cNvContentPartPr/>
                <p14:nvPr/>
              </p14:nvContentPartPr>
              <p14:xfrm>
                <a:off x="553564" y="1679411"/>
                <a:ext cx="66600" cy="28764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6608ED5F-5D0E-FB88-7A6E-2E802162F24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35564" y="1661411"/>
                  <a:ext cx="10224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1898E7AE-65C7-96C1-ACB0-D86578247961}"/>
                    </a:ext>
                  </a:extLst>
                </p14:cNvPr>
                <p14:cNvContentPartPr/>
                <p14:nvPr/>
              </p14:nvContentPartPr>
              <p14:xfrm>
                <a:off x="586324" y="1665011"/>
                <a:ext cx="203400" cy="25416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1898E7AE-65C7-96C1-ACB0-D8657824796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68324" y="1647371"/>
                  <a:ext cx="239040" cy="2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B37B242-8BD1-2E4E-1470-A9A64AF84D08}"/>
                    </a:ext>
                  </a:extLst>
                </p14:cNvPr>
                <p14:cNvContentPartPr/>
                <p14:nvPr/>
              </p14:nvContentPartPr>
              <p14:xfrm>
                <a:off x="821404" y="1751051"/>
                <a:ext cx="114840" cy="1472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B37B242-8BD1-2E4E-1470-A9A64AF84D08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03404" y="1733411"/>
                  <a:ext cx="15048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C2730A29-3686-EA84-C164-2CF874599D67}"/>
                    </a:ext>
                  </a:extLst>
                </p14:cNvPr>
                <p14:cNvContentPartPr/>
                <p14:nvPr/>
              </p14:nvContentPartPr>
              <p14:xfrm>
                <a:off x="1022644" y="1722971"/>
                <a:ext cx="139680" cy="3013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C2730A29-3686-EA84-C164-2CF874599D6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04644" y="1705331"/>
                  <a:ext cx="175320" cy="3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AF2A420-375F-9D69-469E-2B902A7CAB3C}"/>
                    </a:ext>
                  </a:extLst>
                </p14:cNvPr>
                <p14:cNvContentPartPr/>
                <p14:nvPr/>
              </p14:nvContentPartPr>
              <p14:xfrm>
                <a:off x="381124" y="2136611"/>
                <a:ext cx="1594440" cy="748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AF2A420-375F-9D69-469E-2B902A7CAB3C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63124" y="2118611"/>
                  <a:ext cx="163008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F223360-BA74-6FD9-F572-3CA47C95E67D}"/>
                    </a:ext>
                  </a:extLst>
                </p14:cNvPr>
                <p14:cNvContentPartPr/>
                <p14:nvPr/>
              </p14:nvContentPartPr>
              <p14:xfrm>
                <a:off x="1331524" y="1583291"/>
                <a:ext cx="239760" cy="4554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F223360-BA74-6FD9-F572-3CA47C95E67D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313884" y="1565291"/>
                  <a:ext cx="275400" cy="49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45F8F5D-FC1B-6016-8574-0E9ADD2E456D}"/>
                    </a:ext>
                  </a:extLst>
                </p14:cNvPr>
                <p14:cNvContentPartPr/>
                <p14:nvPr/>
              </p14:nvContentPartPr>
              <p14:xfrm>
                <a:off x="1480924" y="1879571"/>
                <a:ext cx="230400" cy="1386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45F8F5D-FC1B-6016-8574-0E9ADD2E456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462924" y="1861931"/>
                  <a:ext cx="26604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4189715-BFA6-9618-AB54-E3D2035223A6}"/>
                    </a:ext>
                  </a:extLst>
                </p14:cNvPr>
                <p14:cNvContentPartPr/>
                <p14:nvPr/>
              </p14:nvContentPartPr>
              <p14:xfrm>
                <a:off x="1926964" y="677171"/>
                <a:ext cx="74160" cy="34488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4189715-BFA6-9618-AB54-E3D2035223A6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908964" y="659171"/>
                  <a:ext cx="109800" cy="348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7E51C93-6481-8BF1-1DD3-4E3651F4288A}"/>
                    </a:ext>
                  </a:extLst>
                </p14:cNvPr>
                <p14:cNvContentPartPr/>
                <p14:nvPr/>
              </p14:nvContentPartPr>
              <p14:xfrm>
                <a:off x="2251684" y="1694891"/>
                <a:ext cx="29880" cy="23904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7E51C93-6481-8BF1-1DD3-4E3651F4288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233684" y="1676891"/>
                  <a:ext cx="65520" cy="27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7CAB12C-CCA5-9BDA-B09B-49DDE3EA8159}"/>
                    </a:ext>
                  </a:extLst>
                </p14:cNvPr>
                <p14:cNvContentPartPr/>
                <p14:nvPr/>
              </p14:nvContentPartPr>
              <p14:xfrm>
                <a:off x="2265364" y="1708571"/>
                <a:ext cx="107640" cy="1094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7CAB12C-CCA5-9BDA-B09B-49DDE3EA815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247724" y="1690931"/>
                  <a:ext cx="1432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04012D45-E137-5754-E7D0-FF324035574E}"/>
                    </a:ext>
                  </a:extLst>
                </p14:cNvPr>
                <p14:cNvContentPartPr/>
                <p14:nvPr/>
              </p14:nvContentPartPr>
              <p14:xfrm>
                <a:off x="2439244" y="1776251"/>
                <a:ext cx="92880" cy="1371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04012D45-E137-5754-E7D0-FF324035574E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421604" y="1758251"/>
                  <a:ext cx="12852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87D36ED2-772A-9AE5-625F-9F5843428A95}"/>
                    </a:ext>
                  </a:extLst>
                </p14:cNvPr>
                <p14:cNvContentPartPr/>
                <p14:nvPr/>
              </p14:nvContentPartPr>
              <p14:xfrm>
                <a:off x="2631124" y="1734131"/>
                <a:ext cx="95400" cy="2109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87D36ED2-772A-9AE5-625F-9F5843428A9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613484" y="1716131"/>
                  <a:ext cx="13104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D3CC953D-0220-79E4-6BE1-2AFDF18C6A56}"/>
                    </a:ext>
                  </a:extLst>
                </p14:cNvPr>
                <p14:cNvContentPartPr/>
                <p14:nvPr/>
              </p14:nvContentPartPr>
              <p14:xfrm>
                <a:off x="2857204" y="1782011"/>
                <a:ext cx="99000" cy="5076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D3CC953D-0220-79E4-6BE1-2AFDF18C6A5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839204" y="1764371"/>
                  <a:ext cx="134640" cy="54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5EF292B-C408-BBD1-1BC2-7DD88095A38B}"/>
                    </a:ext>
                  </a:extLst>
                </p14:cNvPr>
                <p14:cNvContentPartPr/>
                <p14:nvPr/>
              </p14:nvContentPartPr>
              <p14:xfrm>
                <a:off x="2868364" y="2238491"/>
                <a:ext cx="154080" cy="1026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5EF292B-C408-BBD1-1BC2-7DD88095A38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850724" y="2220851"/>
                  <a:ext cx="18972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F7F4A3A-1E6C-5723-78E6-A9089D22D575}"/>
                    </a:ext>
                  </a:extLst>
                </p14:cNvPr>
                <p14:cNvContentPartPr/>
                <p14:nvPr/>
              </p14:nvContentPartPr>
              <p14:xfrm>
                <a:off x="2147284" y="2502011"/>
                <a:ext cx="99360" cy="1296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F7F4A3A-1E6C-5723-78E6-A9089D22D57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129284" y="2484011"/>
                  <a:ext cx="13500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CB13949-CAF7-1D51-BBDA-15E5C0F11C0B}"/>
                    </a:ext>
                  </a:extLst>
                </p14:cNvPr>
                <p14:cNvContentPartPr/>
                <p14:nvPr/>
              </p14:nvContentPartPr>
              <p14:xfrm>
                <a:off x="2323324" y="2542331"/>
                <a:ext cx="127080" cy="1112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CB13949-CAF7-1D51-BBDA-15E5C0F11C0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305684" y="2524331"/>
                  <a:ext cx="16272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1C37BD9D-67FF-B2F6-D8DE-5445B6151B88}"/>
                    </a:ext>
                  </a:extLst>
                </p14:cNvPr>
                <p14:cNvContentPartPr/>
                <p14:nvPr/>
              </p14:nvContentPartPr>
              <p14:xfrm>
                <a:off x="2523484" y="2438291"/>
                <a:ext cx="51840" cy="17568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1C37BD9D-67FF-B2F6-D8DE-5445B6151B8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505484" y="2420651"/>
                  <a:ext cx="8748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6E6522A-C829-5079-F577-6934E923A5D7}"/>
                    </a:ext>
                  </a:extLst>
                </p14:cNvPr>
                <p14:cNvContentPartPr/>
                <p14:nvPr/>
              </p14:nvContentPartPr>
              <p14:xfrm>
                <a:off x="2528884" y="2533691"/>
                <a:ext cx="123480" cy="370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6E6522A-C829-5079-F577-6934E923A5D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510884" y="2515691"/>
                  <a:ext cx="15912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0D0FB0EE-5C74-45B0-7216-AA12EC170482}"/>
                    </a:ext>
                  </a:extLst>
                </p14:cNvPr>
                <p14:cNvContentPartPr/>
                <p14:nvPr/>
              </p14:nvContentPartPr>
              <p14:xfrm>
                <a:off x="2690884" y="2556731"/>
                <a:ext cx="18000" cy="1119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0D0FB0EE-5C74-45B0-7216-AA12EC170482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672884" y="2538731"/>
                  <a:ext cx="5364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12B2DA7-9134-F329-1BFE-6D7D8A9DD8F9}"/>
                    </a:ext>
                  </a:extLst>
                </p14:cNvPr>
                <p14:cNvContentPartPr/>
                <p14:nvPr/>
              </p14:nvContentPartPr>
              <p14:xfrm>
                <a:off x="2711404" y="2510651"/>
                <a:ext cx="45360" cy="892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12B2DA7-9134-F329-1BFE-6D7D8A9DD8F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693764" y="2492651"/>
                  <a:ext cx="8100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99DBF4BB-6088-22A8-70EA-92D0D688C8E5}"/>
                    </a:ext>
                  </a:extLst>
                </p14:cNvPr>
                <p14:cNvContentPartPr/>
                <p14:nvPr/>
              </p14:nvContentPartPr>
              <p14:xfrm>
                <a:off x="2870884" y="2531891"/>
                <a:ext cx="91800" cy="637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99DBF4BB-6088-22A8-70EA-92D0D688C8E5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852884" y="2513891"/>
                  <a:ext cx="1274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EFCC6EE4-720E-7B14-37FB-88971315FBDF}"/>
                    </a:ext>
                  </a:extLst>
                </p14:cNvPr>
                <p14:cNvContentPartPr/>
                <p14:nvPr/>
              </p14:nvContentPartPr>
              <p14:xfrm>
                <a:off x="3067084" y="2416331"/>
                <a:ext cx="53280" cy="1760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EFCC6EE4-720E-7B14-37FB-88971315FBDF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049444" y="2398331"/>
                  <a:ext cx="8892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635D3FF4-20EC-32C6-82DF-399E6552316D}"/>
                    </a:ext>
                  </a:extLst>
                </p14:cNvPr>
                <p14:cNvContentPartPr/>
                <p14:nvPr/>
              </p14:nvContentPartPr>
              <p14:xfrm>
                <a:off x="3066724" y="2435411"/>
                <a:ext cx="149400" cy="694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635D3FF4-20EC-32C6-82DF-399E6552316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049084" y="2417411"/>
                  <a:ext cx="185040" cy="105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94E27B10-561F-4E8F-DB4B-03E310933D38}"/>
              </a:ext>
            </a:extLst>
          </p:cNvPr>
          <p:cNvGrpSpPr/>
          <p:nvPr/>
        </p:nvGrpSpPr>
        <p:grpSpPr>
          <a:xfrm>
            <a:off x="2409364" y="2828891"/>
            <a:ext cx="699840" cy="388800"/>
            <a:chOff x="2409364" y="2828891"/>
            <a:chExt cx="699840" cy="388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728EE24-DDE6-0DD3-B088-57D88EB3B5C0}"/>
                    </a:ext>
                  </a:extLst>
                </p14:cNvPr>
                <p14:cNvContentPartPr/>
                <p14:nvPr/>
              </p14:nvContentPartPr>
              <p14:xfrm>
                <a:off x="2409364" y="2910611"/>
                <a:ext cx="29880" cy="2455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728EE24-DDE6-0DD3-B088-57D88EB3B5C0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391724" y="2892971"/>
                  <a:ext cx="6552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25A3F077-C9A0-1C93-FD66-F930994985BA}"/>
                    </a:ext>
                  </a:extLst>
                </p14:cNvPr>
                <p14:cNvContentPartPr/>
                <p14:nvPr/>
              </p14:nvContentPartPr>
              <p14:xfrm>
                <a:off x="2550484" y="2981891"/>
                <a:ext cx="49320" cy="2358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25A3F077-C9A0-1C93-FD66-F930994985BA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532484" y="2964251"/>
                  <a:ext cx="8496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05C4913-3448-256B-4906-AEBC876BBA4F}"/>
                    </a:ext>
                  </a:extLst>
                </p14:cNvPr>
                <p14:cNvContentPartPr/>
                <p14:nvPr/>
              </p14:nvContentPartPr>
              <p14:xfrm>
                <a:off x="2567404" y="2970011"/>
                <a:ext cx="69480" cy="644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105C4913-3448-256B-4906-AEBC876BBA4F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49764" y="2952011"/>
                  <a:ext cx="10512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57115BD-9FD1-67BC-2C60-15A135F9C134}"/>
                    </a:ext>
                  </a:extLst>
                </p14:cNvPr>
                <p14:cNvContentPartPr/>
                <p14:nvPr/>
              </p14:nvContentPartPr>
              <p14:xfrm>
                <a:off x="2713924" y="2959211"/>
                <a:ext cx="68040" cy="9576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57115BD-9FD1-67BC-2C60-15A135F9C134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696284" y="2941211"/>
                  <a:ext cx="10368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77AB79AD-845E-DC7C-BF2E-E576A3FF5C40}"/>
                    </a:ext>
                  </a:extLst>
                </p14:cNvPr>
                <p14:cNvContentPartPr/>
                <p14:nvPr/>
              </p14:nvContentPartPr>
              <p14:xfrm>
                <a:off x="2850004" y="2935811"/>
                <a:ext cx="69480" cy="1191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77AB79AD-845E-DC7C-BF2E-E576A3FF5C40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2004" y="2917811"/>
                  <a:ext cx="10512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23EE0166-66D2-F7D7-2690-1B9390B1AC5B}"/>
                    </a:ext>
                  </a:extLst>
                </p14:cNvPr>
                <p14:cNvContentPartPr/>
                <p14:nvPr/>
              </p14:nvContentPartPr>
              <p14:xfrm>
                <a:off x="3081124" y="2828891"/>
                <a:ext cx="28080" cy="3718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23EE0166-66D2-F7D7-2690-1B9390B1AC5B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063484" y="2811251"/>
                  <a:ext cx="63720" cy="407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40C9616E-1214-6D5C-58A2-039C7320A5E0}"/>
              </a:ext>
            </a:extLst>
          </p:cNvPr>
          <p:cNvGrpSpPr/>
          <p:nvPr/>
        </p:nvGrpSpPr>
        <p:grpSpPr>
          <a:xfrm>
            <a:off x="4759444" y="2174051"/>
            <a:ext cx="651240" cy="419040"/>
            <a:chOff x="4759444" y="2174051"/>
            <a:chExt cx="651240" cy="419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6E7B97C-CFA0-5E29-A0AC-6D51D782E678}"/>
                    </a:ext>
                  </a:extLst>
                </p14:cNvPr>
                <p14:cNvContentPartPr/>
                <p14:nvPr/>
              </p14:nvContentPartPr>
              <p14:xfrm>
                <a:off x="4780324" y="2219411"/>
                <a:ext cx="138960" cy="3736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6E7B97C-CFA0-5E29-A0AC-6D51D782E678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762324" y="2201771"/>
                  <a:ext cx="174600" cy="40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5493BEC5-D2EE-2963-E74D-ED31A31BF20A}"/>
                    </a:ext>
                  </a:extLst>
                </p14:cNvPr>
                <p14:cNvContentPartPr/>
                <p14:nvPr/>
              </p14:nvContentPartPr>
              <p14:xfrm>
                <a:off x="4759444" y="2419571"/>
                <a:ext cx="98640" cy="734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5493BEC5-D2EE-2963-E74D-ED31A31BF20A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4741444" y="2401571"/>
                  <a:ext cx="13428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12B57835-51B5-9446-E863-18F04BF5BB8F}"/>
                    </a:ext>
                  </a:extLst>
                </p14:cNvPr>
                <p14:cNvContentPartPr/>
                <p14:nvPr/>
              </p14:nvContentPartPr>
              <p14:xfrm>
                <a:off x="4951324" y="2288531"/>
                <a:ext cx="122040" cy="21024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12B57835-51B5-9446-E863-18F04BF5BB8F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4933324" y="2270891"/>
                  <a:ext cx="15768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3492202C-9749-B5D1-89D3-4D567559E662}"/>
                    </a:ext>
                  </a:extLst>
                </p14:cNvPr>
                <p14:cNvContentPartPr/>
                <p14:nvPr/>
              </p14:nvContentPartPr>
              <p14:xfrm>
                <a:off x="5067244" y="2301131"/>
                <a:ext cx="106920" cy="13464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3492202C-9749-B5D1-89D3-4D567559E662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5049604" y="2283491"/>
                  <a:ext cx="14256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16E4124-D5A8-C166-F6DB-6E3E4338EE19}"/>
                    </a:ext>
                  </a:extLst>
                </p14:cNvPr>
                <p14:cNvContentPartPr/>
                <p14:nvPr/>
              </p14:nvContentPartPr>
              <p14:xfrm>
                <a:off x="5161924" y="2228411"/>
                <a:ext cx="92880" cy="1836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16E4124-D5A8-C166-F6DB-6E3E4338EE1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143924" y="2210771"/>
                  <a:ext cx="12852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B017D25-9209-D355-CFD3-140872B81036}"/>
                    </a:ext>
                  </a:extLst>
                </p14:cNvPr>
                <p14:cNvContentPartPr/>
                <p14:nvPr/>
              </p14:nvContentPartPr>
              <p14:xfrm>
                <a:off x="5254084" y="2174051"/>
                <a:ext cx="156600" cy="22392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B017D25-9209-D355-CFD3-140872B81036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236444" y="2156411"/>
                  <a:ext cx="192240" cy="25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1C8A3182-A57E-EB9E-D941-179A39FF9640}"/>
              </a:ext>
            </a:extLst>
          </p:cNvPr>
          <p:cNvGrpSpPr/>
          <p:nvPr/>
        </p:nvGrpSpPr>
        <p:grpSpPr>
          <a:xfrm>
            <a:off x="5670604" y="2120051"/>
            <a:ext cx="123480" cy="76320"/>
            <a:chOff x="5670604" y="2120051"/>
            <a:chExt cx="123480" cy="76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32E5C8A6-CFEC-2546-F83C-D32CFA1255DC}"/>
                    </a:ext>
                  </a:extLst>
                </p14:cNvPr>
                <p14:cNvContentPartPr/>
                <p14:nvPr/>
              </p14:nvContentPartPr>
              <p14:xfrm>
                <a:off x="5670604" y="2120051"/>
                <a:ext cx="65880" cy="3276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32E5C8A6-CFEC-2546-F83C-D32CFA1255DC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652604" y="2102411"/>
                  <a:ext cx="10152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3BA43B05-3975-A360-A3B9-6ECB9B70751D}"/>
                    </a:ext>
                  </a:extLst>
                </p14:cNvPr>
                <p14:cNvContentPartPr/>
                <p14:nvPr/>
              </p14:nvContentPartPr>
              <p14:xfrm>
                <a:off x="5744764" y="2158211"/>
                <a:ext cx="49320" cy="381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3BA43B05-3975-A360-A3B9-6ECB9B70751D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727124" y="2140571"/>
                  <a:ext cx="84960" cy="73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40E3E9DE-6291-67AE-D8A1-13C2B71ED955}"/>
              </a:ext>
            </a:extLst>
          </p:cNvPr>
          <p:cNvGrpSpPr/>
          <p:nvPr/>
        </p:nvGrpSpPr>
        <p:grpSpPr>
          <a:xfrm>
            <a:off x="6044644" y="1465931"/>
            <a:ext cx="1202760" cy="1179360"/>
            <a:chOff x="6044644" y="1465931"/>
            <a:chExt cx="1202760" cy="1179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C99F55-D24D-D8AA-CC1D-EF80FA7B5836}"/>
                    </a:ext>
                  </a:extLst>
                </p14:cNvPr>
                <p14:cNvContentPartPr/>
                <p14:nvPr/>
              </p14:nvContentPartPr>
              <p14:xfrm>
                <a:off x="6134644" y="1465931"/>
                <a:ext cx="155160" cy="40356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C99F55-D24D-D8AA-CC1D-EF80FA7B5836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117004" y="1448291"/>
                  <a:ext cx="190800" cy="43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6EE2DD19-2250-89F2-4294-10076AD87114}"/>
                    </a:ext>
                  </a:extLst>
                </p14:cNvPr>
                <p14:cNvContentPartPr/>
                <p14:nvPr/>
              </p14:nvContentPartPr>
              <p14:xfrm>
                <a:off x="6044644" y="1687331"/>
                <a:ext cx="745560" cy="35532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6EE2DD19-2250-89F2-4294-10076AD8711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026644" y="1669331"/>
                  <a:ext cx="781200" cy="39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5D688143-E40D-7052-EE58-55C304C4B67E}"/>
                    </a:ext>
                  </a:extLst>
                </p14:cNvPr>
                <p14:cNvContentPartPr/>
                <p14:nvPr/>
              </p14:nvContentPartPr>
              <p14:xfrm>
                <a:off x="6186844" y="2231651"/>
                <a:ext cx="186840" cy="4136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5D688143-E40D-7052-EE58-55C304C4B67E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169204" y="2213651"/>
                  <a:ext cx="222480" cy="44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59DE6B79-420D-17E2-A24B-6364165636B8}"/>
                    </a:ext>
                  </a:extLst>
                </p14:cNvPr>
                <p14:cNvContentPartPr/>
                <p14:nvPr/>
              </p14:nvContentPartPr>
              <p14:xfrm>
                <a:off x="6496084" y="2310851"/>
                <a:ext cx="135000" cy="918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59DE6B79-420D-17E2-A24B-6364165636B8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478444" y="2293211"/>
                  <a:ext cx="17064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A09EAD8F-C9E7-A453-0897-7BD878EF84F0}"/>
                    </a:ext>
                  </a:extLst>
                </p14:cNvPr>
                <p14:cNvContentPartPr/>
                <p14:nvPr/>
              </p14:nvContentPartPr>
              <p14:xfrm>
                <a:off x="6510484" y="2244971"/>
                <a:ext cx="111960" cy="2066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A09EAD8F-C9E7-A453-0897-7BD878EF84F0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492844" y="2227331"/>
                  <a:ext cx="14760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4C4A9FDF-FB4E-A05A-42C6-405648ED6952}"/>
                    </a:ext>
                  </a:extLst>
                </p14:cNvPr>
                <p14:cNvContentPartPr/>
                <p14:nvPr/>
              </p14:nvContentPartPr>
              <p14:xfrm>
                <a:off x="6795604" y="2116091"/>
                <a:ext cx="166320" cy="22608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4C4A9FDF-FB4E-A05A-42C6-405648ED695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777964" y="2098451"/>
                  <a:ext cx="20196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87141D43-E8B4-A625-4FDF-8D1E116CA781}"/>
                    </a:ext>
                  </a:extLst>
                </p14:cNvPr>
                <p14:cNvContentPartPr/>
                <p14:nvPr/>
              </p14:nvContentPartPr>
              <p14:xfrm>
                <a:off x="6943204" y="1886771"/>
                <a:ext cx="106200" cy="5832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87141D43-E8B4-A625-4FDF-8D1E116CA781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925564" y="1868771"/>
                  <a:ext cx="14184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5651A9E5-7173-CDBC-69B9-19520A8DF8E8}"/>
                    </a:ext>
                  </a:extLst>
                </p14:cNvPr>
                <p14:cNvContentPartPr/>
                <p14:nvPr/>
              </p14:nvContentPartPr>
              <p14:xfrm>
                <a:off x="7061644" y="1687691"/>
                <a:ext cx="185760" cy="12852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5651A9E5-7173-CDBC-69B9-19520A8DF8E8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043644" y="1669691"/>
                  <a:ext cx="221400" cy="164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38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88B957A1-8D2D-033B-E83C-42BD5D6E6D90}"/>
                  </a:ext>
                </a:extLst>
              </p14:cNvPr>
              <p14:cNvContentPartPr/>
              <p14:nvPr/>
            </p14:nvContentPartPr>
            <p14:xfrm rot="3446636">
              <a:off x="9977291" y="2073345"/>
              <a:ext cx="114106" cy="73252"/>
            </p14:xfrm>
          </p:contentPart>
        </mc:Choice>
        <mc:Fallback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88B957A1-8D2D-033B-E83C-42BD5D6E6D90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 rot="3446636">
                <a:off x="9959121" y="2055123"/>
                <a:ext cx="150082" cy="109331"/>
              </a:xfrm>
              <a:prstGeom prst="rect">
                <a:avLst/>
              </a:prstGeom>
            </p:spPr>
          </p:pic>
        </mc:Fallback>
      </mc:AlternateContent>
      <p:grpSp>
        <p:nvGrpSpPr>
          <p:cNvPr id="115" name="Group 114">
            <a:extLst>
              <a:ext uri="{FF2B5EF4-FFF2-40B4-BE49-F238E27FC236}">
                <a16:creationId xmlns:a16="http://schemas.microsoft.com/office/drawing/2014/main" id="{A06A72B9-B2F4-6CA1-4FAF-14D052B53F95}"/>
              </a:ext>
            </a:extLst>
          </p:cNvPr>
          <p:cNvGrpSpPr/>
          <p:nvPr/>
        </p:nvGrpSpPr>
        <p:grpSpPr>
          <a:xfrm>
            <a:off x="8528284" y="1549811"/>
            <a:ext cx="2419200" cy="1326600"/>
            <a:chOff x="8528284" y="1549811"/>
            <a:chExt cx="2419200" cy="1326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5F738A2E-0424-ED9D-E596-8D8EFF9DE0BC}"/>
                    </a:ext>
                  </a:extLst>
                </p14:cNvPr>
                <p14:cNvContentPartPr/>
                <p14:nvPr/>
              </p14:nvContentPartPr>
              <p14:xfrm>
                <a:off x="8606764" y="2302211"/>
                <a:ext cx="84240" cy="30816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5F738A2E-0424-ED9D-E596-8D8EFF9DE0BC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589124" y="2284571"/>
                  <a:ext cx="11988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45B3AB08-EFE5-A689-CAF9-3F2BBCD52C91}"/>
                    </a:ext>
                  </a:extLst>
                </p14:cNvPr>
                <p14:cNvContentPartPr/>
                <p14:nvPr/>
              </p14:nvContentPartPr>
              <p14:xfrm>
                <a:off x="8528284" y="2472131"/>
                <a:ext cx="117000" cy="6192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45B3AB08-EFE5-A689-CAF9-3F2BBCD52C91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8510284" y="2454131"/>
                  <a:ext cx="15264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8C0D28A-0BE4-95F0-AC0D-45BF1C716B5D}"/>
                    </a:ext>
                  </a:extLst>
                </p14:cNvPr>
                <p14:cNvContentPartPr/>
                <p14:nvPr/>
              </p14:nvContentPartPr>
              <p14:xfrm>
                <a:off x="8761564" y="2359811"/>
                <a:ext cx="61200" cy="15228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8C0D28A-0BE4-95F0-AC0D-45BF1C716B5D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8743924" y="2342171"/>
                  <a:ext cx="9684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6FD986B2-837D-1992-C2E7-57C6AEF94678}"/>
                    </a:ext>
                  </a:extLst>
                </p14:cNvPr>
                <p14:cNvContentPartPr/>
                <p14:nvPr/>
              </p14:nvContentPartPr>
              <p14:xfrm>
                <a:off x="8868844" y="2378171"/>
                <a:ext cx="100800" cy="1076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6FD986B2-837D-1992-C2E7-57C6AEF94678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850844" y="2360171"/>
                  <a:ext cx="13644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6F997FC6-4E01-6B67-40F6-6035606E10A5}"/>
                    </a:ext>
                  </a:extLst>
                </p14:cNvPr>
                <p14:cNvContentPartPr/>
                <p14:nvPr/>
              </p14:nvContentPartPr>
              <p14:xfrm>
                <a:off x="8996644" y="2297531"/>
                <a:ext cx="57960" cy="2419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6F997FC6-4E01-6B67-40F6-6035606E10A5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8978644" y="2279891"/>
                  <a:ext cx="9360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20D55939-E536-736F-72D5-4DF56E6CCC5F}"/>
                    </a:ext>
                  </a:extLst>
                </p14:cNvPr>
                <p14:cNvContentPartPr/>
                <p14:nvPr/>
              </p14:nvContentPartPr>
              <p14:xfrm>
                <a:off x="9203644" y="2359811"/>
                <a:ext cx="74880" cy="1368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20D55939-E536-736F-72D5-4DF56E6CCC5F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9186004" y="2342171"/>
                  <a:ext cx="11052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2E1D803A-69DC-154D-101C-D851C1674037}"/>
                    </a:ext>
                  </a:extLst>
                </p14:cNvPr>
                <p14:cNvContentPartPr/>
                <p14:nvPr/>
              </p14:nvContentPartPr>
              <p14:xfrm>
                <a:off x="9251164" y="2409851"/>
                <a:ext cx="67320" cy="2016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2E1D803A-69DC-154D-101C-D851C1674037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9233164" y="2392211"/>
                  <a:ext cx="10296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2BCF7C97-03FE-4876-17C4-C3F6CBCC60A5}"/>
                    </a:ext>
                  </a:extLst>
                </p14:cNvPr>
                <p14:cNvContentPartPr/>
                <p14:nvPr/>
              </p14:nvContentPartPr>
              <p14:xfrm>
                <a:off x="9461764" y="1950851"/>
                <a:ext cx="240480" cy="21348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2BCF7C97-03FE-4876-17C4-C3F6CBCC60A5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9443764" y="1932851"/>
                  <a:ext cx="27612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C8DEF065-6B8E-CAF4-3F06-A6E450CD92DB}"/>
                    </a:ext>
                  </a:extLst>
                </p14:cNvPr>
                <p14:cNvContentPartPr/>
                <p14:nvPr/>
              </p14:nvContentPartPr>
              <p14:xfrm>
                <a:off x="9729244" y="1738451"/>
                <a:ext cx="151200" cy="15660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C8DEF065-6B8E-CAF4-3F06-A6E450CD92DB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9711244" y="1720811"/>
                  <a:ext cx="18684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21C6FAA9-94D3-5DD6-24CE-845A2BCB83B0}"/>
                    </a:ext>
                  </a:extLst>
                </p14:cNvPr>
                <p14:cNvContentPartPr/>
                <p14:nvPr/>
              </p14:nvContentPartPr>
              <p14:xfrm>
                <a:off x="10381564" y="1863731"/>
                <a:ext cx="195120" cy="16344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21C6FAA9-94D3-5DD6-24CE-845A2BCB83B0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0363564" y="1846091"/>
                  <a:ext cx="23076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C8CD3598-DA2F-B943-C26C-5D64069468F0}"/>
                    </a:ext>
                  </a:extLst>
                </p14:cNvPr>
                <p14:cNvContentPartPr/>
                <p14:nvPr/>
              </p14:nvContentPartPr>
              <p14:xfrm>
                <a:off x="10577404" y="1678691"/>
                <a:ext cx="81720" cy="2772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C8CD3598-DA2F-B943-C26C-5D64069468F0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0559764" y="1660691"/>
                  <a:ext cx="11736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153F2D44-FA5B-4FD7-2E0D-D281B1B81FF2}"/>
                    </a:ext>
                  </a:extLst>
                </p14:cNvPr>
                <p14:cNvContentPartPr/>
                <p14:nvPr/>
              </p14:nvContentPartPr>
              <p14:xfrm>
                <a:off x="10718164" y="1549811"/>
                <a:ext cx="132120" cy="12456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153F2D44-FA5B-4FD7-2E0D-D281B1B81FF2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0700164" y="1531811"/>
                  <a:ext cx="16776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93BB6A98-A127-258C-8F63-8AEC1F22B063}"/>
                    </a:ext>
                  </a:extLst>
                </p14:cNvPr>
                <p14:cNvContentPartPr/>
                <p14:nvPr/>
              </p14:nvContentPartPr>
              <p14:xfrm>
                <a:off x="9990964" y="2047691"/>
                <a:ext cx="219240" cy="9360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93BB6A98-A127-258C-8F63-8AEC1F22B06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9972964" y="2029691"/>
                  <a:ext cx="25488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DA291CCC-9607-8973-6205-E8A0F1A4AA6E}"/>
                    </a:ext>
                  </a:extLst>
                </p14:cNvPr>
                <p14:cNvContentPartPr/>
                <p14:nvPr/>
              </p14:nvContentPartPr>
              <p14:xfrm>
                <a:off x="9604684" y="2018531"/>
                <a:ext cx="1342800" cy="45540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DA291CCC-9607-8973-6205-E8A0F1A4AA6E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587044" y="2000531"/>
                  <a:ext cx="1378440" cy="49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4F81137E-8716-4B3E-EB41-83E70317E53A}"/>
                    </a:ext>
                  </a:extLst>
                </p14:cNvPr>
                <p14:cNvContentPartPr/>
                <p14:nvPr/>
              </p14:nvContentPartPr>
              <p14:xfrm>
                <a:off x="9905644" y="2698931"/>
                <a:ext cx="201240" cy="17748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4F81137E-8716-4B3E-EB41-83E70317E53A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9888004" y="2680931"/>
                  <a:ext cx="2368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56425F32-FBB5-2796-A457-83DB7425BD5C}"/>
                    </a:ext>
                  </a:extLst>
                </p14:cNvPr>
                <p14:cNvContentPartPr/>
                <p14:nvPr/>
              </p14:nvContentPartPr>
              <p14:xfrm>
                <a:off x="10124884" y="2502011"/>
                <a:ext cx="128520" cy="11304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56425F32-FBB5-2796-A457-83DB7425BD5C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0106884" y="2484011"/>
                  <a:ext cx="16416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687EF99D-1DDF-EC4C-CB79-747152EE6B66}"/>
                    </a:ext>
                  </a:extLst>
                </p14:cNvPr>
                <p14:cNvContentPartPr/>
                <p14:nvPr/>
              </p14:nvContentPartPr>
              <p14:xfrm>
                <a:off x="10347004" y="2618291"/>
                <a:ext cx="173160" cy="7704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687EF99D-1DDF-EC4C-CB79-747152EE6B66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0329004" y="2600651"/>
                  <a:ext cx="20880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C02693BE-7452-6EF7-694D-50753341844D}"/>
                    </a:ext>
                  </a:extLst>
                </p14:cNvPr>
                <p14:cNvContentPartPr/>
                <p14:nvPr/>
              </p14:nvContentPartPr>
              <p14:xfrm>
                <a:off x="10430524" y="2567531"/>
                <a:ext cx="66240" cy="17748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C02693BE-7452-6EF7-694D-50753341844D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0412524" y="2549891"/>
                  <a:ext cx="1018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5E861DB4-8506-6C55-F281-8B8E0ED4401B}"/>
                    </a:ext>
                  </a:extLst>
                </p14:cNvPr>
                <p14:cNvContentPartPr/>
                <p14:nvPr/>
              </p14:nvContentPartPr>
              <p14:xfrm>
                <a:off x="10661284" y="2484011"/>
                <a:ext cx="168840" cy="16200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5E861DB4-8506-6C55-F281-8B8E0ED4401B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0643644" y="2466011"/>
                  <a:ext cx="204480" cy="197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567743CE-A050-93D7-D7BB-B1768FCDC3AB}"/>
              </a:ext>
            </a:extLst>
          </p:cNvPr>
          <p:cNvGrpSpPr/>
          <p:nvPr/>
        </p:nvGrpSpPr>
        <p:grpSpPr>
          <a:xfrm>
            <a:off x="10844524" y="2105291"/>
            <a:ext cx="414720" cy="194400"/>
            <a:chOff x="10844524" y="2105291"/>
            <a:chExt cx="414720" cy="194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E06EF3F8-9BC1-7A53-D50C-0A67038190F5}"/>
                    </a:ext>
                  </a:extLst>
                </p14:cNvPr>
                <p14:cNvContentPartPr/>
                <p14:nvPr/>
              </p14:nvContentPartPr>
              <p14:xfrm>
                <a:off x="10844524" y="2251091"/>
                <a:ext cx="96120" cy="4860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E06EF3F8-9BC1-7A53-D50C-0A67038190F5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0826884" y="2233091"/>
                  <a:ext cx="13176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7701B94D-7BF1-E050-DF40-15CCF4C71D65}"/>
                    </a:ext>
                  </a:extLst>
                </p14:cNvPr>
                <p14:cNvContentPartPr/>
                <p14:nvPr/>
              </p14:nvContentPartPr>
              <p14:xfrm>
                <a:off x="11022724" y="2105291"/>
                <a:ext cx="236520" cy="15624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7701B94D-7BF1-E050-DF40-15CCF4C71D65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1005084" y="2087291"/>
                  <a:ext cx="272160" cy="1918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4059488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829740-9DFA-93FA-40D7-334D59168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62DC982A-B1D4-D67C-550D-C8E674D98DE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8739" y="14986"/>
            <a:ext cx="1032827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60" dirty="0"/>
              <a:t>Activation functions </a:t>
            </a:r>
            <a:r>
              <a:rPr dirty="0"/>
              <a:t>of</a:t>
            </a:r>
            <a:r>
              <a:rPr spc="150" dirty="0"/>
              <a:t> </a:t>
            </a:r>
            <a:r>
              <a:rPr dirty="0"/>
              <a:t>a</a:t>
            </a:r>
            <a:r>
              <a:rPr spc="140" dirty="0"/>
              <a:t> </a:t>
            </a:r>
            <a:r>
              <a:rPr spc="55" dirty="0"/>
              <a:t>Neural</a:t>
            </a:r>
            <a:r>
              <a:rPr spc="125" dirty="0"/>
              <a:t> </a:t>
            </a:r>
            <a:r>
              <a:rPr spc="-10" dirty="0"/>
              <a:t>Network</a:t>
            </a:r>
          </a:p>
        </p:txBody>
      </p:sp>
      <p:pic>
        <p:nvPicPr>
          <p:cNvPr id="27" name="Picture 26" descr="A graph of a function&#10;&#10;AI-generated content may be incorrect.">
            <a:extLst>
              <a:ext uri="{FF2B5EF4-FFF2-40B4-BE49-F238E27FC236}">
                <a16:creationId xmlns:a16="http://schemas.microsoft.com/office/drawing/2014/main" id="{B03C7CE8-52F0-3BD1-00D8-65FC3134CB9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66800"/>
            <a:ext cx="3614936" cy="2743200"/>
          </a:xfrm>
          <a:prstGeom prst="rect">
            <a:avLst/>
          </a:prstGeom>
        </p:spPr>
      </p:pic>
      <p:pic>
        <p:nvPicPr>
          <p:cNvPr id="29" name="Picture 28" descr="A graph with a line&#10;&#10;AI-generated content may be incorrect.">
            <a:extLst>
              <a:ext uri="{FF2B5EF4-FFF2-40B4-BE49-F238E27FC236}">
                <a16:creationId xmlns:a16="http://schemas.microsoft.com/office/drawing/2014/main" id="{57DB25D7-BAE3-E3FE-847C-429BA2E8675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2751" y="1066800"/>
            <a:ext cx="3725633" cy="2743200"/>
          </a:xfrm>
          <a:prstGeom prst="rect">
            <a:avLst/>
          </a:prstGeom>
        </p:spPr>
      </p:pic>
      <p:pic>
        <p:nvPicPr>
          <p:cNvPr id="31" name="Picture 30" descr="A graph with a line&#10;&#10;AI-generated content may be incorrect.">
            <a:extLst>
              <a:ext uri="{FF2B5EF4-FFF2-40B4-BE49-F238E27FC236}">
                <a16:creationId xmlns:a16="http://schemas.microsoft.com/office/drawing/2014/main" id="{7456E9DE-BBFE-6571-975C-16F7608D13F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6200" y="1066800"/>
            <a:ext cx="3895137" cy="2743200"/>
          </a:xfrm>
          <a:prstGeom prst="rect">
            <a:avLst/>
          </a:prstGeom>
        </p:spPr>
      </p:pic>
      <p:pic>
        <p:nvPicPr>
          <p:cNvPr id="33" name="Picture 32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8ED5E9EA-A69C-6AF5-D6D8-DB0D205A78F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2751" y="3996739"/>
            <a:ext cx="4275190" cy="1303133"/>
          </a:xfrm>
          <a:prstGeom prst="rect">
            <a:avLst/>
          </a:prstGeom>
        </p:spPr>
      </p:pic>
      <p:pic>
        <p:nvPicPr>
          <p:cNvPr id="35" name="Picture 3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446599FD-E2EA-6E3D-9A4C-0B6206306D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176" y="4080566"/>
            <a:ext cx="3482642" cy="1181202"/>
          </a:xfrm>
          <a:prstGeom prst="rect">
            <a:avLst/>
          </a:prstGeom>
        </p:spPr>
      </p:pic>
      <p:pic>
        <p:nvPicPr>
          <p:cNvPr id="37" name="Picture 36" descr="A math equation with black text&#10;&#10;AI-generated content may be incorrect.">
            <a:extLst>
              <a:ext uri="{FF2B5EF4-FFF2-40B4-BE49-F238E27FC236}">
                <a16:creationId xmlns:a16="http://schemas.microsoft.com/office/drawing/2014/main" id="{3849239B-7D71-1838-C5DE-4CD053CE839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7941" y="4103428"/>
            <a:ext cx="4092295" cy="1158340"/>
          </a:xfrm>
          <a:prstGeom prst="rect">
            <a:avLst/>
          </a:prstGeom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9AC90DD7-030E-3616-014B-41943DC91CF8}"/>
              </a:ext>
            </a:extLst>
          </p:cNvPr>
          <p:cNvGrpSpPr/>
          <p:nvPr/>
        </p:nvGrpSpPr>
        <p:grpSpPr>
          <a:xfrm>
            <a:off x="7208060" y="270560"/>
            <a:ext cx="2410920" cy="1039320"/>
            <a:chOff x="7208060" y="270560"/>
            <a:chExt cx="2410920" cy="103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C4B8452F-E743-99BD-EE81-105AEC766637}"/>
                    </a:ext>
                  </a:extLst>
                </p14:cNvPr>
                <p14:cNvContentPartPr/>
                <p14:nvPr/>
              </p14:nvContentPartPr>
              <p14:xfrm>
                <a:off x="8466620" y="270560"/>
                <a:ext cx="546840" cy="4489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C4B8452F-E743-99BD-EE81-105AEC76663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448980" y="252920"/>
                  <a:ext cx="582480" cy="48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17B35782-5375-95B3-EA43-76437A50B7E6}"/>
                    </a:ext>
                  </a:extLst>
                </p14:cNvPr>
                <p14:cNvContentPartPr/>
                <p14:nvPr/>
              </p14:nvContentPartPr>
              <p14:xfrm>
                <a:off x="8658860" y="389360"/>
                <a:ext cx="184320" cy="1699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17B35782-5375-95B3-EA43-76437A50B7E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640860" y="371720"/>
                  <a:ext cx="21996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1B42D0D-AA1A-2373-6B7C-A212117ADDCC}"/>
                    </a:ext>
                  </a:extLst>
                </p14:cNvPr>
                <p14:cNvContentPartPr/>
                <p14:nvPr/>
              </p14:nvContentPartPr>
              <p14:xfrm>
                <a:off x="7208060" y="498440"/>
                <a:ext cx="1211760" cy="2260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1B42D0D-AA1A-2373-6B7C-A212117ADDC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190060" y="480800"/>
                  <a:ext cx="124740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678653BE-157D-6AA8-5783-E0DA50C07CA3}"/>
                    </a:ext>
                  </a:extLst>
                </p14:cNvPr>
                <p14:cNvContentPartPr/>
                <p14:nvPr/>
              </p14:nvContentPartPr>
              <p14:xfrm>
                <a:off x="7622420" y="638840"/>
                <a:ext cx="212760" cy="3664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678653BE-157D-6AA8-5783-E0DA50C07CA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604420" y="620840"/>
                  <a:ext cx="248400" cy="40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EA1B5E4-E524-EB92-EE21-64388C47D06B}"/>
                    </a:ext>
                  </a:extLst>
                </p14:cNvPr>
                <p14:cNvContentPartPr/>
                <p14:nvPr/>
              </p14:nvContentPartPr>
              <p14:xfrm>
                <a:off x="7679660" y="636680"/>
                <a:ext cx="203040" cy="144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EA1B5E4-E524-EB92-EE21-64388C47D06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662020" y="618680"/>
                  <a:ext cx="23868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2D44050-55DF-ECBA-1E79-A1D7DD9EFCC7}"/>
                    </a:ext>
                  </a:extLst>
                </p14:cNvPr>
                <p14:cNvContentPartPr/>
                <p14:nvPr/>
              </p14:nvContentPartPr>
              <p14:xfrm>
                <a:off x="8064860" y="584840"/>
                <a:ext cx="108720" cy="2282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2D44050-55DF-ECBA-1E79-A1D7DD9EFCC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046860" y="566840"/>
                  <a:ext cx="14436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526630E-A1DC-D8AE-0A89-EA0D5785F7AF}"/>
                    </a:ext>
                  </a:extLst>
                </p14:cNvPr>
                <p14:cNvContentPartPr/>
                <p14:nvPr/>
              </p14:nvContentPartPr>
              <p14:xfrm>
                <a:off x="8081420" y="578360"/>
                <a:ext cx="91440" cy="1512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526630E-A1DC-D8AE-0A89-EA0D5785F7A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063420" y="560360"/>
                  <a:ext cx="12708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1C84F2F-CCF7-89CB-D160-969052071DAF}"/>
                    </a:ext>
                  </a:extLst>
                </p14:cNvPr>
                <p14:cNvContentPartPr/>
                <p14:nvPr/>
              </p14:nvContentPartPr>
              <p14:xfrm>
                <a:off x="7655900" y="1152920"/>
                <a:ext cx="17640" cy="1569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1C84F2F-CCF7-89CB-D160-969052071DA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638260" y="1134920"/>
                  <a:ext cx="532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C827106-6115-1E90-6B43-8FDBC680631F}"/>
                    </a:ext>
                  </a:extLst>
                </p14:cNvPr>
                <p14:cNvContentPartPr/>
                <p14:nvPr/>
              </p14:nvContentPartPr>
              <p14:xfrm>
                <a:off x="7663460" y="1059320"/>
                <a:ext cx="6120" cy="64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C827106-6115-1E90-6B43-8FDBC680631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645460" y="1041680"/>
                  <a:ext cx="4176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E965CA5-AE06-CBF6-93EB-D1017FF22747}"/>
                    </a:ext>
                  </a:extLst>
                </p14:cNvPr>
                <p14:cNvContentPartPr/>
                <p14:nvPr/>
              </p14:nvContentPartPr>
              <p14:xfrm>
                <a:off x="7762820" y="1107920"/>
                <a:ext cx="145080" cy="910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E965CA5-AE06-CBF6-93EB-D1017FF2274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745180" y="1090280"/>
                  <a:ext cx="18072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CF5F0271-9F45-BADE-2B41-DDAE9BD59B4A}"/>
                    </a:ext>
                  </a:extLst>
                </p14:cNvPr>
                <p14:cNvContentPartPr/>
                <p14:nvPr/>
              </p14:nvContentPartPr>
              <p14:xfrm>
                <a:off x="7966220" y="1124480"/>
                <a:ext cx="29880" cy="117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CF5F0271-9F45-BADE-2B41-DDAE9BD59B4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948580" y="1106840"/>
                  <a:ext cx="6552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F6DD851-B4E1-E1D2-1907-46C4B2DF9F28}"/>
                    </a:ext>
                  </a:extLst>
                </p14:cNvPr>
                <p14:cNvContentPartPr/>
                <p14:nvPr/>
              </p14:nvContentPartPr>
              <p14:xfrm>
                <a:off x="7957940" y="1085600"/>
                <a:ext cx="81000" cy="738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F6DD851-B4E1-E1D2-1907-46C4B2DF9F2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940300" y="1067960"/>
                  <a:ext cx="11664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F4E0EDD-092C-CA96-192D-9443AD1138A5}"/>
                    </a:ext>
                  </a:extLst>
                </p14:cNvPr>
                <p14:cNvContentPartPr/>
                <p14:nvPr/>
              </p14:nvContentPartPr>
              <p14:xfrm>
                <a:off x="8090780" y="1069760"/>
                <a:ext cx="123840" cy="1130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F4E0EDD-092C-CA96-192D-9443AD1138A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073140" y="1052120"/>
                  <a:ext cx="15948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74BF20C-6868-B094-E45B-9229E8CF7145}"/>
                    </a:ext>
                  </a:extLst>
                </p14:cNvPr>
                <p14:cNvContentPartPr/>
                <p14:nvPr/>
              </p14:nvContentPartPr>
              <p14:xfrm>
                <a:off x="8274020" y="976520"/>
                <a:ext cx="38880" cy="1360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74BF20C-6868-B094-E45B-9229E8CF714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256380" y="958880"/>
                  <a:ext cx="7452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A28F2DA-585D-7629-4777-B33FC5F3AA29}"/>
                    </a:ext>
                  </a:extLst>
                </p14:cNvPr>
                <p14:cNvContentPartPr/>
                <p14:nvPr/>
              </p14:nvContentPartPr>
              <p14:xfrm>
                <a:off x="8273660" y="1022600"/>
                <a:ext cx="105480" cy="406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A28F2DA-585D-7629-4777-B33FC5F3AA2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255660" y="1004960"/>
                  <a:ext cx="14112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BB76A8F-814C-0E51-0483-DAD485BA9473}"/>
                    </a:ext>
                  </a:extLst>
                </p14:cNvPr>
                <p14:cNvContentPartPr/>
                <p14:nvPr/>
              </p14:nvContentPartPr>
              <p14:xfrm>
                <a:off x="7584980" y="399080"/>
                <a:ext cx="274320" cy="1292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BB76A8F-814C-0E51-0483-DAD485BA947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567340" y="381080"/>
                  <a:ext cx="30996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B26B740-06CD-FE55-D65F-856F4DF89532}"/>
                    </a:ext>
                  </a:extLst>
                </p14:cNvPr>
                <p14:cNvContentPartPr/>
                <p14:nvPr/>
              </p14:nvContentPartPr>
              <p14:xfrm>
                <a:off x="7741940" y="422120"/>
                <a:ext cx="144360" cy="1576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B26B740-06CD-FE55-D65F-856F4DF8953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723940" y="404120"/>
                  <a:ext cx="18000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799CF3F-45FF-5EF7-46AF-58B1A3B11DFF}"/>
                    </a:ext>
                  </a:extLst>
                </p14:cNvPr>
                <p14:cNvContentPartPr/>
                <p14:nvPr/>
              </p14:nvContentPartPr>
              <p14:xfrm>
                <a:off x="8006900" y="359120"/>
                <a:ext cx="157680" cy="1551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799CF3F-45FF-5EF7-46AF-58B1A3B11DF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989260" y="341480"/>
                  <a:ext cx="19332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55E5A61-F383-8987-7ED4-BC1339833E79}"/>
                    </a:ext>
                  </a:extLst>
                </p14:cNvPr>
                <p14:cNvContentPartPr/>
                <p14:nvPr/>
              </p14:nvContentPartPr>
              <p14:xfrm>
                <a:off x="8149100" y="435800"/>
                <a:ext cx="89280" cy="702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55E5A61-F383-8987-7ED4-BC1339833E79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131100" y="417800"/>
                  <a:ext cx="12492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E316AAC-A0B6-17EF-B793-560CAC80F527}"/>
                    </a:ext>
                  </a:extLst>
                </p14:cNvPr>
                <p14:cNvContentPartPr/>
                <p14:nvPr/>
              </p14:nvContentPartPr>
              <p14:xfrm>
                <a:off x="9026420" y="457760"/>
                <a:ext cx="584280" cy="180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E316AAC-A0B6-17EF-B793-560CAC80F52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008780" y="440120"/>
                  <a:ext cx="61992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A206828-B604-7309-8164-C7673492DD30}"/>
                    </a:ext>
                  </a:extLst>
                </p14:cNvPr>
                <p14:cNvContentPartPr/>
                <p14:nvPr/>
              </p14:nvContentPartPr>
              <p14:xfrm>
                <a:off x="9508100" y="372800"/>
                <a:ext cx="110880" cy="1515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A206828-B604-7309-8164-C7673492DD3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490460" y="355160"/>
                  <a:ext cx="146520" cy="18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54F9E6B9-8E12-5E72-5DE7-A8A1A4CA3D95}"/>
              </a:ext>
            </a:extLst>
          </p:cNvPr>
          <p:cNvGrpSpPr/>
          <p:nvPr/>
        </p:nvGrpSpPr>
        <p:grpSpPr>
          <a:xfrm>
            <a:off x="9850460" y="233480"/>
            <a:ext cx="942840" cy="374040"/>
            <a:chOff x="9850460" y="233480"/>
            <a:chExt cx="942840" cy="37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EB7AA45-0C55-BA8C-AD84-E4D95C8EC90B}"/>
                    </a:ext>
                  </a:extLst>
                </p14:cNvPr>
                <p14:cNvContentPartPr/>
                <p14:nvPr/>
              </p14:nvContentPartPr>
              <p14:xfrm>
                <a:off x="9850460" y="454520"/>
                <a:ext cx="98640" cy="1530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EB7AA45-0C55-BA8C-AD84-E4D95C8EC90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832820" y="436880"/>
                  <a:ext cx="13428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89F7A7B-8346-7810-D10D-5CAD31EF06A2}"/>
                    </a:ext>
                  </a:extLst>
                </p14:cNvPr>
                <p14:cNvContentPartPr/>
                <p14:nvPr/>
              </p14:nvContentPartPr>
              <p14:xfrm>
                <a:off x="10031180" y="464600"/>
                <a:ext cx="99720" cy="745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89F7A7B-8346-7810-D10D-5CAD31EF06A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013540" y="446600"/>
                  <a:ext cx="13536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9A64700-78A9-888A-16C4-809B315B4208}"/>
                    </a:ext>
                  </a:extLst>
                </p14:cNvPr>
                <p14:cNvContentPartPr/>
                <p14:nvPr/>
              </p14:nvContentPartPr>
              <p14:xfrm>
                <a:off x="10222700" y="331040"/>
                <a:ext cx="52200" cy="2242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9A64700-78A9-888A-16C4-809B315B420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204700" y="313400"/>
                  <a:ext cx="8784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A857F5A-C583-C048-37BD-68A0517BE25E}"/>
                    </a:ext>
                  </a:extLst>
                </p14:cNvPr>
                <p14:cNvContentPartPr/>
                <p14:nvPr/>
              </p14:nvContentPartPr>
              <p14:xfrm>
                <a:off x="10181660" y="468200"/>
                <a:ext cx="106560" cy="338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A857F5A-C583-C048-37BD-68A0517BE25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163660" y="450560"/>
                  <a:ext cx="14220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B62F702-5A74-2C72-5D17-A9AEEBEE5FD6}"/>
                    </a:ext>
                  </a:extLst>
                </p14:cNvPr>
                <p14:cNvContentPartPr/>
                <p14:nvPr/>
              </p14:nvContentPartPr>
              <p14:xfrm>
                <a:off x="10374620" y="454880"/>
                <a:ext cx="30240" cy="1281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B62F702-5A74-2C72-5D17-A9AEEBEE5FD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356980" y="437240"/>
                  <a:ext cx="6588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287A9F2-258E-45AD-7516-51D9CF759427}"/>
                    </a:ext>
                  </a:extLst>
                </p14:cNvPr>
                <p14:cNvContentPartPr/>
                <p14:nvPr/>
              </p14:nvContentPartPr>
              <p14:xfrm>
                <a:off x="10354100" y="407000"/>
                <a:ext cx="76680" cy="806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287A9F2-258E-45AD-7516-51D9CF759427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336460" y="389360"/>
                  <a:ext cx="11232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465AE57-D0C7-DFB0-315B-000763889846}"/>
                    </a:ext>
                  </a:extLst>
                </p14:cNvPr>
                <p14:cNvContentPartPr/>
                <p14:nvPr/>
              </p14:nvContentPartPr>
              <p14:xfrm>
                <a:off x="10526900" y="417080"/>
                <a:ext cx="101880" cy="586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465AE57-D0C7-DFB0-315B-000763889846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508900" y="399440"/>
                  <a:ext cx="13752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AE9AC49-7FB4-C572-F68C-6EF2114D5E95}"/>
                    </a:ext>
                  </a:extLst>
                </p14:cNvPr>
                <p14:cNvContentPartPr/>
                <p14:nvPr/>
              </p14:nvContentPartPr>
              <p14:xfrm>
                <a:off x="10703660" y="233480"/>
                <a:ext cx="89640" cy="2347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AE9AC49-7FB4-C572-F68C-6EF2114D5E9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685660" y="215840"/>
                  <a:ext cx="12528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0ACE762-9155-BAA5-E866-A914468E36EE}"/>
                    </a:ext>
                  </a:extLst>
                </p14:cNvPr>
                <p14:cNvContentPartPr/>
                <p14:nvPr/>
              </p14:nvContentPartPr>
              <p14:xfrm>
                <a:off x="10669460" y="350840"/>
                <a:ext cx="104760" cy="522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0ACE762-9155-BAA5-E866-A914468E36E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651820" y="332840"/>
                  <a:ext cx="140400" cy="8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DF303F0-5065-D903-8A1B-487E4F7FC0DC}"/>
              </a:ext>
            </a:extLst>
          </p:cNvPr>
          <p:cNvGrpSpPr/>
          <p:nvPr/>
        </p:nvGrpSpPr>
        <p:grpSpPr>
          <a:xfrm>
            <a:off x="1558940" y="519680"/>
            <a:ext cx="675000" cy="424440"/>
            <a:chOff x="1558940" y="519680"/>
            <a:chExt cx="675000" cy="424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D20F73C-8CB5-ADF5-7395-8D3512B808D3}"/>
                    </a:ext>
                  </a:extLst>
                </p14:cNvPr>
                <p14:cNvContentPartPr/>
                <p14:nvPr/>
              </p14:nvContentPartPr>
              <p14:xfrm>
                <a:off x="1558940" y="696440"/>
                <a:ext cx="42120" cy="2476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D20F73C-8CB5-ADF5-7395-8D3512B808D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541300" y="678440"/>
                  <a:ext cx="7776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B886E77-5528-5AB3-AD65-A96790B92D0E}"/>
                    </a:ext>
                  </a:extLst>
                </p14:cNvPr>
                <p14:cNvContentPartPr/>
                <p14:nvPr/>
              </p14:nvContentPartPr>
              <p14:xfrm>
                <a:off x="1569380" y="621920"/>
                <a:ext cx="100080" cy="1299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B886E77-5528-5AB3-AD65-A96790B92D0E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551380" y="604280"/>
                  <a:ext cx="13572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002BD701-5689-9E1C-2AD0-D98BA7F0CDB9}"/>
                    </a:ext>
                  </a:extLst>
                </p14:cNvPr>
                <p14:cNvContentPartPr/>
                <p14:nvPr/>
              </p14:nvContentPartPr>
              <p14:xfrm>
                <a:off x="1667660" y="852320"/>
                <a:ext cx="78840" cy="298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002BD701-5689-9E1C-2AD0-D98BA7F0CDB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649660" y="834680"/>
                  <a:ext cx="1144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99BDB17-9EE4-744E-B0A0-903AD18B4944}"/>
                    </a:ext>
                  </a:extLst>
                </p14:cNvPr>
                <p14:cNvContentPartPr/>
                <p14:nvPr/>
              </p14:nvContentPartPr>
              <p14:xfrm>
                <a:off x="1636340" y="763400"/>
                <a:ext cx="117000" cy="1162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99BDB17-9EE4-744E-B0A0-903AD18B494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618340" y="745400"/>
                  <a:ext cx="15264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E93E3FD-5F75-5133-65AA-3AF765CB1012}"/>
                    </a:ext>
                  </a:extLst>
                </p14:cNvPr>
                <p14:cNvContentPartPr/>
                <p14:nvPr/>
              </p14:nvContentPartPr>
              <p14:xfrm>
                <a:off x="1778540" y="751160"/>
                <a:ext cx="69120" cy="972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E93E3FD-5F75-5133-65AA-3AF765CB1012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760540" y="733520"/>
                  <a:ext cx="10476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87E2159-36CB-C217-0494-853DD2C36791}"/>
                    </a:ext>
                  </a:extLst>
                </p14:cNvPr>
                <p14:cNvContentPartPr/>
                <p14:nvPr/>
              </p14:nvContentPartPr>
              <p14:xfrm>
                <a:off x="1946300" y="603200"/>
                <a:ext cx="113400" cy="234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87E2159-36CB-C217-0494-853DD2C3679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928300" y="585200"/>
                  <a:ext cx="14904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4B70EF5-5BD1-2EE3-24CC-1C447E0B095F}"/>
                    </a:ext>
                  </a:extLst>
                </p14:cNvPr>
                <p14:cNvContentPartPr/>
                <p14:nvPr/>
              </p14:nvContentPartPr>
              <p14:xfrm>
                <a:off x="2102900" y="519680"/>
                <a:ext cx="131040" cy="2476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4B70EF5-5BD1-2EE3-24CC-1C447E0B095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085260" y="501680"/>
                  <a:ext cx="166680" cy="283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B1F80D7D-10E3-33F1-25CE-97CD03E226C1}"/>
                  </a:ext>
                </a:extLst>
              </p14:cNvPr>
              <p14:cNvContentPartPr/>
              <p14:nvPr/>
            </p14:nvContentPartPr>
            <p14:xfrm>
              <a:off x="1965380" y="1257680"/>
              <a:ext cx="53280" cy="275364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B1F80D7D-10E3-33F1-25CE-97CD03E226C1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1947740" y="1240040"/>
                <a:ext cx="88920" cy="2789280"/>
              </a:xfrm>
              <a:prstGeom prst="rect">
                <a:avLst/>
              </a:prstGeom>
            </p:spPr>
          </p:pic>
        </mc:Fallback>
      </mc:AlternateContent>
      <p:grpSp>
        <p:nvGrpSpPr>
          <p:cNvPr id="58" name="Group 57">
            <a:extLst>
              <a:ext uri="{FF2B5EF4-FFF2-40B4-BE49-F238E27FC236}">
                <a16:creationId xmlns:a16="http://schemas.microsoft.com/office/drawing/2014/main" id="{8076B0E9-3902-7799-405C-20629FEE3DD3}"/>
              </a:ext>
            </a:extLst>
          </p:cNvPr>
          <p:cNvGrpSpPr/>
          <p:nvPr/>
        </p:nvGrpSpPr>
        <p:grpSpPr>
          <a:xfrm>
            <a:off x="616100" y="1847720"/>
            <a:ext cx="797040" cy="752040"/>
            <a:chOff x="616100" y="1847720"/>
            <a:chExt cx="797040" cy="75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79A40B6-7725-E826-7047-A2EF3F2C4D88}"/>
                    </a:ext>
                  </a:extLst>
                </p14:cNvPr>
                <p14:cNvContentPartPr/>
                <p14:nvPr/>
              </p14:nvContentPartPr>
              <p14:xfrm>
                <a:off x="616100" y="2421920"/>
                <a:ext cx="86760" cy="1778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79A40B6-7725-E826-7047-A2EF3F2C4D8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98460" y="2404280"/>
                  <a:ext cx="12240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FCB064C9-A322-12DC-D3FE-AC971E582C63}"/>
                    </a:ext>
                  </a:extLst>
                </p14:cNvPr>
                <p14:cNvContentPartPr/>
                <p14:nvPr/>
              </p14:nvContentPartPr>
              <p14:xfrm>
                <a:off x="616820" y="2282600"/>
                <a:ext cx="178200" cy="1760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FCB064C9-A322-12DC-D3FE-AC971E582C63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99180" y="2264960"/>
                  <a:ext cx="21384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0D2646C-BDB0-646A-103D-1F4722407D63}"/>
                    </a:ext>
                  </a:extLst>
                </p14:cNvPr>
                <p14:cNvContentPartPr/>
                <p14:nvPr/>
              </p14:nvContentPartPr>
              <p14:xfrm>
                <a:off x="838220" y="2239400"/>
                <a:ext cx="88920" cy="1656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0D2646C-BDB0-646A-103D-1F4722407D6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20580" y="2221760"/>
                  <a:ext cx="12456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7E3DBB1-A9CC-3CBF-C397-172EE364955E}"/>
                    </a:ext>
                  </a:extLst>
                </p14:cNvPr>
                <p14:cNvContentPartPr/>
                <p14:nvPr/>
              </p14:nvContentPartPr>
              <p14:xfrm>
                <a:off x="974300" y="2168120"/>
                <a:ext cx="137520" cy="2559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7E3DBB1-A9CC-3CBF-C397-172EE364955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956300" y="2150120"/>
                  <a:ext cx="17316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25C41812-9C91-5B9E-690C-4554D26A4101}"/>
                    </a:ext>
                  </a:extLst>
                </p14:cNvPr>
                <p14:cNvContentPartPr/>
                <p14:nvPr/>
              </p14:nvContentPartPr>
              <p14:xfrm>
                <a:off x="1153940" y="2063720"/>
                <a:ext cx="38880" cy="727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25C41812-9C91-5B9E-690C-4554D26A4101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135940" y="2046080"/>
                  <a:ext cx="7452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35D95E0B-2084-3138-B7B5-59FEA3ADC267}"/>
                    </a:ext>
                  </a:extLst>
                </p14:cNvPr>
                <p14:cNvContentPartPr/>
                <p14:nvPr/>
              </p14:nvContentPartPr>
              <p14:xfrm>
                <a:off x="1199660" y="2087840"/>
                <a:ext cx="61200" cy="687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35D95E0B-2084-3138-B7B5-59FEA3ADC267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181660" y="2069840"/>
                  <a:ext cx="9684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592C1F8-1319-491B-F3EB-9897960B4560}"/>
                    </a:ext>
                  </a:extLst>
                </p14:cNvPr>
                <p14:cNvContentPartPr/>
                <p14:nvPr/>
              </p14:nvContentPartPr>
              <p14:xfrm>
                <a:off x="1275980" y="1847720"/>
                <a:ext cx="137160" cy="1666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592C1F8-1319-491B-F3EB-9897960B4560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258340" y="1830080"/>
                  <a:ext cx="172800" cy="20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8DE9817E-59FB-E1E6-B812-76578A105CC3}"/>
              </a:ext>
            </a:extLst>
          </p:cNvPr>
          <p:cNvGrpSpPr/>
          <p:nvPr/>
        </p:nvGrpSpPr>
        <p:grpSpPr>
          <a:xfrm>
            <a:off x="2154380" y="1458200"/>
            <a:ext cx="935640" cy="865800"/>
            <a:chOff x="2154380" y="1458200"/>
            <a:chExt cx="935640" cy="865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F61A9990-9175-7991-B7D7-6B2725F57C06}"/>
                    </a:ext>
                  </a:extLst>
                </p14:cNvPr>
                <p14:cNvContentPartPr/>
                <p14:nvPr/>
              </p14:nvContentPartPr>
              <p14:xfrm>
                <a:off x="2154380" y="2144000"/>
                <a:ext cx="161280" cy="1800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F61A9990-9175-7991-B7D7-6B2725F57C0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136740" y="2126360"/>
                  <a:ext cx="19692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BADEFCB8-634D-5240-5E1C-81F49057078F}"/>
                    </a:ext>
                  </a:extLst>
                </p14:cNvPr>
                <p14:cNvContentPartPr/>
                <p14:nvPr/>
              </p14:nvContentPartPr>
              <p14:xfrm>
                <a:off x="2190380" y="2052560"/>
                <a:ext cx="79560" cy="153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BADEFCB8-634D-5240-5E1C-81F49057078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172740" y="2034920"/>
                  <a:ext cx="11520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E9777C43-23AC-E8E4-560A-F6B3F8786D61}"/>
                    </a:ext>
                  </a:extLst>
                </p14:cNvPr>
                <p14:cNvContentPartPr/>
                <p14:nvPr/>
              </p14:nvContentPartPr>
              <p14:xfrm>
                <a:off x="2364260" y="1977680"/>
                <a:ext cx="98640" cy="1418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E9777C43-23AC-E8E4-560A-F6B3F8786D6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346620" y="1959680"/>
                  <a:ext cx="13428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DA93BB4-099A-F457-D755-A92D8E14CE59}"/>
                    </a:ext>
                  </a:extLst>
                </p14:cNvPr>
                <p14:cNvContentPartPr/>
                <p14:nvPr/>
              </p14:nvContentPartPr>
              <p14:xfrm>
                <a:off x="2545340" y="1820720"/>
                <a:ext cx="101520" cy="1670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DA93BB4-099A-F457-D755-A92D8E14CE59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527700" y="1802720"/>
                  <a:ext cx="13716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8B80F7DA-44DA-7DD3-8FE3-2B1C6C8B7234}"/>
                    </a:ext>
                  </a:extLst>
                </p14:cNvPr>
                <p14:cNvContentPartPr/>
                <p14:nvPr/>
              </p14:nvContentPartPr>
              <p14:xfrm>
                <a:off x="2723540" y="1765280"/>
                <a:ext cx="39960" cy="349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8B80F7DA-44DA-7DD3-8FE3-2B1C6C8B723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705900" y="1747640"/>
                  <a:ext cx="7560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AF5CE9A9-9DA8-1F40-9725-CFD346A94C5D}"/>
                    </a:ext>
                  </a:extLst>
                </p14:cNvPr>
                <p14:cNvContentPartPr/>
                <p14:nvPr/>
              </p14:nvContentPartPr>
              <p14:xfrm>
                <a:off x="2745860" y="1782920"/>
                <a:ext cx="75240" cy="795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AF5CE9A9-9DA8-1F40-9725-CFD346A94C5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728220" y="1765280"/>
                  <a:ext cx="11088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351D4D4-1E18-4B5D-9519-ADD2BCEB243A}"/>
                    </a:ext>
                  </a:extLst>
                </p14:cNvPr>
                <p14:cNvContentPartPr/>
                <p14:nvPr/>
              </p14:nvContentPartPr>
              <p14:xfrm>
                <a:off x="2828300" y="1577720"/>
                <a:ext cx="261720" cy="453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351D4D4-1E18-4B5D-9519-ADD2BCEB243A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2810300" y="1559720"/>
                  <a:ext cx="29736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C9115DF0-51F6-609F-AD22-EC068D3C7B19}"/>
                    </a:ext>
                  </a:extLst>
                </p14:cNvPr>
                <p14:cNvContentPartPr/>
                <p14:nvPr/>
              </p14:nvContentPartPr>
              <p14:xfrm>
                <a:off x="2927660" y="1458200"/>
                <a:ext cx="108000" cy="3484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C9115DF0-51F6-609F-AD22-EC068D3C7B19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910020" y="1440200"/>
                  <a:ext cx="143640" cy="38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95C0B5F2-5204-25BE-477F-CF35167EF747}"/>
              </a:ext>
            </a:extLst>
          </p:cNvPr>
          <p:cNvGrpSpPr/>
          <p:nvPr/>
        </p:nvGrpSpPr>
        <p:grpSpPr>
          <a:xfrm>
            <a:off x="716540" y="2438480"/>
            <a:ext cx="985320" cy="782640"/>
            <a:chOff x="716540" y="2438480"/>
            <a:chExt cx="985320" cy="78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3A1B08AD-8EEB-1D32-D9D3-CEC029823B9C}"/>
                    </a:ext>
                  </a:extLst>
                </p14:cNvPr>
                <p14:cNvContentPartPr/>
                <p14:nvPr/>
              </p14:nvContentPartPr>
              <p14:xfrm>
                <a:off x="716540" y="2761760"/>
                <a:ext cx="241560" cy="2638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3A1B08AD-8EEB-1D32-D9D3-CEC029823B9C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98900" y="2744120"/>
                  <a:ext cx="27720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B19072E6-E382-34E3-C226-D870E7C6EA55}"/>
                    </a:ext>
                  </a:extLst>
                </p14:cNvPr>
                <p14:cNvContentPartPr/>
                <p14:nvPr/>
              </p14:nvContentPartPr>
              <p14:xfrm>
                <a:off x="1025060" y="2692640"/>
                <a:ext cx="90000" cy="1479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B19072E6-E382-34E3-C226-D870E7C6EA5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07420" y="2674640"/>
                  <a:ext cx="12564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EA3B56E9-240E-F3F6-6937-8D0A6F76E2DE}"/>
                    </a:ext>
                  </a:extLst>
                </p14:cNvPr>
                <p14:cNvContentPartPr/>
                <p14:nvPr/>
              </p14:nvContentPartPr>
              <p14:xfrm>
                <a:off x="1165460" y="2658800"/>
                <a:ext cx="158040" cy="1026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EA3B56E9-240E-F3F6-6937-8D0A6F76E2D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147460" y="2640800"/>
                  <a:ext cx="19368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7FBB88BE-A615-3DD5-80A5-565E34DE4FAA}"/>
                    </a:ext>
                  </a:extLst>
                </p14:cNvPr>
                <p14:cNvContentPartPr/>
                <p14:nvPr/>
              </p14:nvContentPartPr>
              <p14:xfrm>
                <a:off x="1320620" y="2438480"/>
                <a:ext cx="132120" cy="2782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7FBB88BE-A615-3DD5-80A5-565E34DE4FAA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302980" y="2420840"/>
                  <a:ext cx="16776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53B55BE-2891-A834-8FB7-D0D2A2A333C8}"/>
                    </a:ext>
                  </a:extLst>
                </p14:cNvPr>
                <p14:cNvContentPartPr/>
                <p14:nvPr/>
              </p14:nvContentPartPr>
              <p14:xfrm>
                <a:off x="1358420" y="2445320"/>
                <a:ext cx="98640" cy="1494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53B55BE-2891-A834-8FB7-D0D2A2A333C8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340420" y="2427680"/>
                  <a:ext cx="13428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00FA795-487A-2E68-8D7E-5E8DB5DDBC11}"/>
                    </a:ext>
                  </a:extLst>
                </p14:cNvPr>
                <p14:cNvContentPartPr/>
                <p14:nvPr/>
              </p14:nvContentPartPr>
              <p14:xfrm>
                <a:off x="1162940" y="3012680"/>
                <a:ext cx="67320" cy="1872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00FA795-487A-2E68-8D7E-5E8DB5DDBC11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144940" y="2995040"/>
                  <a:ext cx="10296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385005D6-E1FD-9D4E-DC5B-A0E45BAF9D43}"/>
                    </a:ext>
                  </a:extLst>
                </p14:cNvPr>
                <p14:cNvContentPartPr/>
                <p14:nvPr/>
              </p14:nvContentPartPr>
              <p14:xfrm>
                <a:off x="1170140" y="3093320"/>
                <a:ext cx="83520" cy="1278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385005D6-E1FD-9D4E-DC5B-A0E45BAF9D4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152140" y="3075320"/>
                  <a:ext cx="11916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E3DCC6E8-8C62-8811-D053-EA8F1E11B86C}"/>
                    </a:ext>
                  </a:extLst>
                </p14:cNvPr>
                <p14:cNvContentPartPr/>
                <p14:nvPr/>
              </p14:nvContentPartPr>
              <p14:xfrm>
                <a:off x="1324220" y="3055520"/>
                <a:ext cx="59040" cy="1544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E3DCC6E8-8C62-8811-D053-EA8F1E11B86C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306220" y="3037880"/>
                  <a:ext cx="9468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C26EF03B-163E-38E7-725D-0393A5BD9483}"/>
                    </a:ext>
                  </a:extLst>
                </p14:cNvPr>
                <p14:cNvContentPartPr/>
                <p14:nvPr/>
              </p14:nvContentPartPr>
              <p14:xfrm>
                <a:off x="1259780" y="2970560"/>
                <a:ext cx="36000" cy="604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C26EF03B-163E-38E7-725D-0393A5BD9483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241780" y="2952920"/>
                  <a:ext cx="7164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9BDEC999-91E7-3173-9603-9F656D2B0545}"/>
                    </a:ext>
                  </a:extLst>
                </p14:cNvPr>
                <p14:cNvContentPartPr/>
                <p14:nvPr/>
              </p14:nvContentPartPr>
              <p14:xfrm>
                <a:off x="1414580" y="3037880"/>
                <a:ext cx="106200" cy="648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9BDEC999-91E7-3173-9603-9F656D2B054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396580" y="3020240"/>
                  <a:ext cx="14184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007800F-B242-A50D-E307-C6939F9A372F}"/>
                    </a:ext>
                  </a:extLst>
                </p14:cNvPr>
                <p14:cNvContentPartPr/>
                <p14:nvPr/>
              </p14:nvContentPartPr>
              <p14:xfrm>
                <a:off x="1575140" y="2872640"/>
                <a:ext cx="126720" cy="1512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007800F-B242-A50D-E307-C6939F9A372F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557500" y="2855000"/>
                  <a:ext cx="162360" cy="186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19FEBE3F-EBF5-7186-F0DA-F905C4F72066}"/>
              </a:ext>
            </a:extLst>
          </p:cNvPr>
          <p:cNvGrpSpPr/>
          <p:nvPr/>
        </p:nvGrpSpPr>
        <p:grpSpPr>
          <a:xfrm>
            <a:off x="2535980" y="2427680"/>
            <a:ext cx="932760" cy="689400"/>
            <a:chOff x="2535980" y="2427680"/>
            <a:chExt cx="932760" cy="689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AE70613-4440-9B03-1E5B-E225830A7904}"/>
                    </a:ext>
                  </a:extLst>
                </p14:cNvPr>
                <p14:cNvContentPartPr/>
                <p14:nvPr/>
              </p14:nvContentPartPr>
              <p14:xfrm>
                <a:off x="2566580" y="2707400"/>
                <a:ext cx="96120" cy="2433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AE70613-4440-9B03-1E5B-E225830A7904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2548580" y="2689400"/>
                  <a:ext cx="13176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011BB8F6-2536-FD85-3D85-F07A451F8FF4}"/>
                    </a:ext>
                  </a:extLst>
                </p14:cNvPr>
                <p14:cNvContentPartPr/>
                <p14:nvPr/>
              </p14:nvContentPartPr>
              <p14:xfrm>
                <a:off x="2535980" y="2810720"/>
                <a:ext cx="215640" cy="1479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011BB8F6-2536-FD85-3D85-F07A451F8FF4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2518340" y="2792720"/>
                  <a:ext cx="25128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89382A6F-D03B-A8F6-46AC-3D767A2C4027}"/>
                    </a:ext>
                  </a:extLst>
                </p14:cNvPr>
                <p14:cNvContentPartPr/>
                <p14:nvPr/>
              </p14:nvContentPartPr>
              <p14:xfrm>
                <a:off x="2639300" y="2683280"/>
                <a:ext cx="16560" cy="1908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89382A6F-D03B-A8F6-46AC-3D767A2C4027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2621300" y="2665640"/>
                  <a:ext cx="5220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E6403272-6ECD-DE66-CB31-1D64586F583D}"/>
                    </a:ext>
                  </a:extLst>
                </p14:cNvPr>
                <p14:cNvContentPartPr/>
                <p14:nvPr/>
              </p14:nvContentPartPr>
              <p14:xfrm>
                <a:off x="2802020" y="2633600"/>
                <a:ext cx="90000" cy="1450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E6403272-6ECD-DE66-CB31-1D64586F583D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784020" y="2615960"/>
                  <a:ext cx="12564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E88CC275-CDC5-9E79-2A77-4DF7C303ECC7}"/>
                    </a:ext>
                  </a:extLst>
                </p14:cNvPr>
                <p14:cNvContentPartPr/>
                <p14:nvPr/>
              </p14:nvContentPartPr>
              <p14:xfrm>
                <a:off x="2940620" y="2572040"/>
                <a:ext cx="65160" cy="975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E88CC275-CDC5-9E79-2A77-4DF7C303ECC7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922620" y="2554400"/>
                  <a:ext cx="10080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6176AC87-75CF-1621-A848-2BA955E56F5A}"/>
                    </a:ext>
                  </a:extLst>
                </p14:cNvPr>
                <p14:cNvContentPartPr/>
                <p14:nvPr/>
              </p14:nvContentPartPr>
              <p14:xfrm>
                <a:off x="3136100" y="2427680"/>
                <a:ext cx="91080" cy="2116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6176AC87-75CF-1621-A848-2BA955E56F5A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3118100" y="2410040"/>
                  <a:ext cx="12672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465D8FC9-C07C-7C5F-1DC2-837C0E845481}"/>
                    </a:ext>
                  </a:extLst>
                </p14:cNvPr>
                <p14:cNvContentPartPr/>
                <p14:nvPr/>
              </p14:nvContentPartPr>
              <p14:xfrm>
                <a:off x="2731460" y="2657720"/>
                <a:ext cx="737280" cy="4593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465D8FC9-C07C-7C5F-1DC2-837C0E845481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2713820" y="2640080"/>
                  <a:ext cx="772920" cy="495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9BD95074-9925-EE30-89D9-1097B95866BC}"/>
                  </a:ext>
                </a:extLst>
              </p14:cNvPr>
              <p14:cNvContentPartPr/>
              <p14:nvPr/>
            </p14:nvContentPartPr>
            <p14:xfrm>
              <a:off x="5312300" y="1633520"/>
              <a:ext cx="1025280" cy="16416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9BD95074-9925-EE30-89D9-1097B95866BC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5294660" y="1615520"/>
                <a:ext cx="1060920" cy="167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60165FB4-ECF0-70FB-A9FE-969DE83F1835}"/>
                  </a:ext>
                </a:extLst>
              </p14:cNvPr>
              <p14:cNvContentPartPr/>
              <p14:nvPr/>
            </p14:nvContentPartPr>
            <p14:xfrm>
              <a:off x="5814860" y="1485200"/>
              <a:ext cx="52920" cy="153252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60165FB4-ECF0-70FB-A9FE-969DE83F1835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5796860" y="1467560"/>
                <a:ext cx="88560" cy="1568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18" name="Group 117">
            <a:extLst>
              <a:ext uri="{FF2B5EF4-FFF2-40B4-BE49-F238E27FC236}">
                <a16:creationId xmlns:a16="http://schemas.microsoft.com/office/drawing/2014/main" id="{FD4C27CB-E900-1399-24F8-EE8EE01B1BEC}"/>
              </a:ext>
            </a:extLst>
          </p:cNvPr>
          <p:cNvGrpSpPr/>
          <p:nvPr/>
        </p:nvGrpSpPr>
        <p:grpSpPr>
          <a:xfrm>
            <a:off x="6209780" y="2197280"/>
            <a:ext cx="1477440" cy="1150560"/>
            <a:chOff x="6209780" y="2197280"/>
            <a:chExt cx="1477440" cy="115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9878D414-9D6C-F229-4BE6-029A5FFF190F}"/>
                    </a:ext>
                  </a:extLst>
                </p14:cNvPr>
                <p14:cNvContentPartPr/>
                <p14:nvPr/>
              </p14:nvContentPartPr>
              <p14:xfrm>
                <a:off x="6209780" y="2617040"/>
                <a:ext cx="163800" cy="1432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9878D414-9D6C-F229-4BE6-029A5FFF190F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191780" y="2599400"/>
                  <a:ext cx="19944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969656C7-8F16-967F-FEEA-7ADF52A329FB}"/>
                    </a:ext>
                  </a:extLst>
                </p14:cNvPr>
                <p14:cNvContentPartPr/>
                <p14:nvPr/>
              </p14:nvContentPartPr>
              <p14:xfrm>
                <a:off x="6449540" y="2568080"/>
                <a:ext cx="43200" cy="630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969656C7-8F16-967F-FEEA-7ADF52A329FB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6431900" y="2550080"/>
                  <a:ext cx="7884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CC1C6686-BED6-CE9B-1B74-38AA5DE17A24}"/>
                    </a:ext>
                  </a:extLst>
                </p14:cNvPr>
                <p14:cNvContentPartPr/>
                <p14:nvPr/>
              </p14:nvContentPartPr>
              <p14:xfrm>
                <a:off x="6564380" y="2477360"/>
                <a:ext cx="35640" cy="680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CC1C6686-BED6-CE9B-1B74-38AA5DE17A24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6546380" y="2459720"/>
                  <a:ext cx="7128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01C6C66-E021-D8EA-AF7C-2CAA92AE5BB9}"/>
                    </a:ext>
                  </a:extLst>
                </p14:cNvPr>
                <p14:cNvContentPartPr/>
                <p14:nvPr/>
              </p14:nvContentPartPr>
              <p14:xfrm>
                <a:off x="6615500" y="2312480"/>
                <a:ext cx="101160" cy="1526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01C6C66-E021-D8EA-AF7C-2CAA92AE5BB9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6597500" y="2294480"/>
                  <a:ext cx="13680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D646E7A3-E377-2CBC-82AA-BD983096B841}"/>
                    </a:ext>
                  </a:extLst>
                </p14:cNvPr>
                <p14:cNvContentPartPr/>
                <p14:nvPr/>
              </p14:nvContentPartPr>
              <p14:xfrm>
                <a:off x="6691460" y="2321480"/>
                <a:ext cx="73800" cy="1062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D646E7A3-E377-2CBC-82AA-BD983096B841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6673460" y="2303840"/>
                  <a:ext cx="10944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4CDC8D28-03E8-A2AF-1DB5-AE3873EC9F8E}"/>
                    </a:ext>
                  </a:extLst>
                </p14:cNvPr>
                <p14:cNvContentPartPr/>
                <p14:nvPr/>
              </p14:nvContentPartPr>
              <p14:xfrm>
                <a:off x="6876500" y="2197280"/>
                <a:ext cx="78120" cy="1731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4CDC8D28-03E8-A2AF-1DB5-AE3873EC9F8E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6858500" y="2179640"/>
                  <a:ext cx="11376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18F6846F-8615-5725-2DC5-79C35DE67EF2}"/>
                    </a:ext>
                  </a:extLst>
                </p14:cNvPr>
                <p14:cNvContentPartPr/>
                <p14:nvPr/>
              </p14:nvContentPartPr>
              <p14:xfrm>
                <a:off x="6406340" y="2942120"/>
                <a:ext cx="157320" cy="1116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18F6846F-8615-5725-2DC5-79C35DE67EF2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388340" y="2924120"/>
                  <a:ext cx="19296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1FC5461C-B45E-E014-79B3-7C4A791CD4BD}"/>
                    </a:ext>
                  </a:extLst>
                </p14:cNvPr>
                <p14:cNvContentPartPr/>
                <p14:nvPr/>
              </p14:nvContentPartPr>
              <p14:xfrm>
                <a:off x="6612620" y="2876240"/>
                <a:ext cx="48240" cy="9720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1FC5461C-B45E-E014-79B3-7C4A791CD4BD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594620" y="2858600"/>
                  <a:ext cx="838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3F485A6B-0CA6-081F-BEF6-E1A9F2EBE0C0}"/>
                    </a:ext>
                  </a:extLst>
                </p14:cNvPr>
                <p14:cNvContentPartPr/>
                <p14:nvPr/>
              </p14:nvContentPartPr>
              <p14:xfrm>
                <a:off x="6569060" y="2777240"/>
                <a:ext cx="13680" cy="219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3F485A6B-0CA6-081F-BEF6-E1A9F2EBE0C0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6551420" y="2759600"/>
                  <a:ext cx="4932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D51DB414-70F2-213F-C917-3C7687596D7F}"/>
                    </a:ext>
                  </a:extLst>
                </p14:cNvPr>
                <p14:cNvContentPartPr/>
                <p14:nvPr/>
              </p14:nvContentPartPr>
              <p14:xfrm>
                <a:off x="6677780" y="2737280"/>
                <a:ext cx="80640" cy="1717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D51DB414-70F2-213F-C917-3C7687596D7F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6659780" y="2719280"/>
                  <a:ext cx="11628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0F2D1F2-C4DB-E136-7CB5-2049F17D1E48}"/>
                    </a:ext>
                  </a:extLst>
                </p14:cNvPr>
                <p14:cNvContentPartPr/>
                <p14:nvPr/>
              </p14:nvContentPartPr>
              <p14:xfrm>
                <a:off x="6684260" y="2713160"/>
                <a:ext cx="210240" cy="1058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0F2D1F2-C4DB-E136-7CB5-2049F17D1E48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666260" y="2695160"/>
                  <a:ext cx="24588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E66B866A-87D3-EB8F-57BB-77E5CCFB4779}"/>
                    </a:ext>
                  </a:extLst>
                </p14:cNvPr>
                <p14:cNvContentPartPr/>
                <p14:nvPr/>
              </p14:nvContentPartPr>
              <p14:xfrm>
                <a:off x="7066580" y="2470520"/>
                <a:ext cx="108720" cy="11448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E66B866A-87D3-EB8F-57BB-77E5CCFB4779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048580" y="2452520"/>
                  <a:ext cx="14436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B477866B-157B-E4F6-5A0F-821E44026619}"/>
                    </a:ext>
                  </a:extLst>
                </p14:cNvPr>
                <p14:cNvContentPartPr/>
                <p14:nvPr/>
              </p14:nvContentPartPr>
              <p14:xfrm>
                <a:off x="7235420" y="2443160"/>
                <a:ext cx="68040" cy="5040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B477866B-157B-E4F6-5A0F-821E44026619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217780" y="2425160"/>
                  <a:ext cx="10368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6206F240-D923-706B-2AF3-DB09581A10CB}"/>
                    </a:ext>
                  </a:extLst>
                </p14:cNvPr>
                <p14:cNvContentPartPr/>
                <p14:nvPr/>
              </p14:nvContentPartPr>
              <p14:xfrm>
                <a:off x="7299500" y="2289440"/>
                <a:ext cx="108360" cy="1206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6206F240-D923-706B-2AF3-DB09581A10CB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281500" y="2271800"/>
                  <a:ext cx="14400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6F95AADF-E8DB-FC26-C0D1-D75E0D84EA09}"/>
                    </a:ext>
                  </a:extLst>
                </p14:cNvPr>
                <p14:cNvContentPartPr/>
                <p14:nvPr/>
              </p14:nvContentPartPr>
              <p14:xfrm>
                <a:off x="7322540" y="2226800"/>
                <a:ext cx="255240" cy="1504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6F95AADF-E8DB-FC26-C0D1-D75E0D84EA09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7304540" y="2209160"/>
                  <a:ext cx="29088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849796E-E203-44B1-5532-0EF071591AB5}"/>
                    </a:ext>
                  </a:extLst>
                </p14:cNvPr>
                <p14:cNvContentPartPr/>
                <p14:nvPr/>
              </p14:nvContentPartPr>
              <p14:xfrm>
                <a:off x="6683180" y="3213560"/>
                <a:ext cx="90000" cy="1342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849796E-E203-44B1-5532-0EF071591AB5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6665540" y="3195920"/>
                  <a:ext cx="12564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4BC762D-01AA-A58C-2D6F-B3BF51E2FA30}"/>
                    </a:ext>
                  </a:extLst>
                </p14:cNvPr>
                <p14:cNvContentPartPr/>
                <p14:nvPr/>
              </p14:nvContentPartPr>
              <p14:xfrm>
                <a:off x="6698300" y="3153800"/>
                <a:ext cx="80280" cy="831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4BC762D-01AA-A58C-2D6F-B3BF51E2FA30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680660" y="3135800"/>
                  <a:ext cx="11592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504F0F5C-E1F5-7E3C-F81A-1D08FFB3A6C9}"/>
                    </a:ext>
                  </a:extLst>
                </p14:cNvPr>
                <p14:cNvContentPartPr/>
                <p14:nvPr/>
              </p14:nvContentPartPr>
              <p14:xfrm>
                <a:off x="6817820" y="3112760"/>
                <a:ext cx="83880" cy="1026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504F0F5C-E1F5-7E3C-F81A-1D08FFB3A6C9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6800180" y="3094760"/>
                  <a:ext cx="11952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07E7D34F-704F-6042-3C77-5C29781A27B8}"/>
                    </a:ext>
                  </a:extLst>
                </p14:cNvPr>
                <p14:cNvContentPartPr/>
                <p14:nvPr/>
              </p14:nvContentPartPr>
              <p14:xfrm>
                <a:off x="6952460" y="3043280"/>
                <a:ext cx="64800" cy="13284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07E7D34F-704F-6042-3C77-5C29781A27B8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6934820" y="3025280"/>
                  <a:ext cx="10044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3AB5AD2A-27E0-CFD9-465C-6BEDF51B0FE0}"/>
                    </a:ext>
                  </a:extLst>
                </p14:cNvPr>
                <p14:cNvContentPartPr/>
                <p14:nvPr/>
              </p14:nvContentPartPr>
              <p14:xfrm>
                <a:off x="7132820" y="2841680"/>
                <a:ext cx="239400" cy="1807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3AB5AD2A-27E0-CFD9-465C-6BEDF51B0FE0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7115180" y="2823680"/>
                  <a:ext cx="27504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824A0100-792F-C021-DE4E-A110DB69ABDF}"/>
                    </a:ext>
                  </a:extLst>
                </p14:cNvPr>
                <p14:cNvContentPartPr/>
                <p14:nvPr/>
              </p14:nvContentPartPr>
              <p14:xfrm>
                <a:off x="7420460" y="2582120"/>
                <a:ext cx="163800" cy="2455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824A0100-792F-C021-DE4E-A110DB69ABDF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7402820" y="2564120"/>
                  <a:ext cx="19944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90C4B0EC-E44F-7F00-7DAA-D879D4E16E83}"/>
                    </a:ext>
                  </a:extLst>
                </p14:cNvPr>
                <p14:cNvContentPartPr/>
                <p14:nvPr/>
              </p14:nvContentPartPr>
              <p14:xfrm>
                <a:off x="7240100" y="3186200"/>
                <a:ext cx="171000" cy="10872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90C4B0EC-E44F-7F00-7DAA-D879D4E16E83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7222460" y="3168560"/>
                  <a:ext cx="20664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7C29C730-01F5-FB42-8317-04E075595A89}"/>
                    </a:ext>
                  </a:extLst>
                </p14:cNvPr>
                <p14:cNvContentPartPr/>
                <p14:nvPr/>
              </p14:nvContentPartPr>
              <p14:xfrm>
                <a:off x="7440260" y="3102680"/>
                <a:ext cx="64800" cy="1026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7C29C730-01F5-FB42-8317-04E075595A89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7422620" y="3084680"/>
                  <a:ext cx="10044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7E2F4D67-B63E-EB8C-1D1B-C8D7BA4AE411}"/>
                    </a:ext>
                  </a:extLst>
                </p14:cNvPr>
                <p14:cNvContentPartPr/>
                <p14:nvPr/>
              </p14:nvContentPartPr>
              <p14:xfrm>
                <a:off x="7564100" y="3054800"/>
                <a:ext cx="123120" cy="26676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7E2F4D67-B63E-EB8C-1D1B-C8D7BA4AE411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7546460" y="3037160"/>
                  <a:ext cx="158760" cy="30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4B0CB02-6D0D-C1F8-22D4-9E31940F0E55}"/>
              </a:ext>
            </a:extLst>
          </p:cNvPr>
          <p:cNvGrpSpPr/>
          <p:nvPr/>
        </p:nvGrpSpPr>
        <p:grpSpPr>
          <a:xfrm>
            <a:off x="4819100" y="5573000"/>
            <a:ext cx="871920" cy="678960"/>
            <a:chOff x="4819100" y="5573000"/>
            <a:chExt cx="871920" cy="67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C94D0652-DA92-300A-8494-2086F5126AFE}"/>
                    </a:ext>
                  </a:extLst>
                </p14:cNvPr>
                <p14:cNvContentPartPr/>
                <p14:nvPr/>
              </p14:nvContentPartPr>
              <p14:xfrm>
                <a:off x="4974620" y="5573000"/>
                <a:ext cx="191160" cy="6789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C94D0652-DA92-300A-8494-2086F5126AFE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4956620" y="5555000"/>
                  <a:ext cx="226800" cy="71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949E57F5-565E-8C16-F5E7-B6647D0F7C97}"/>
                    </a:ext>
                  </a:extLst>
                </p14:cNvPr>
                <p14:cNvContentPartPr/>
                <p14:nvPr/>
              </p14:nvContentPartPr>
              <p14:xfrm>
                <a:off x="4819100" y="5866760"/>
                <a:ext cx="261000" cy="1630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949E57F5-565E-8C16-F5E7-B6647D0F7C97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4801460" y="5848760"/>
                  <a:ext cx="29664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948D9F32-A165-452B-1603-590AE89E15FE}"/>
                    </a:ext>
                  </a:extLst>
                </p14:cNvPr>
                <p14:cNvContentPartPr/>
                <p14:nvPr/>
              </p14:nvContentPartPr>
              <p14:xfrm>
                <a:off x="5239940" y="5750480"/>
                <a:ext cx="61920" cy="25092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948D9F32-A165-452B-1603-590AE89E15FE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222300" y="5732480"/>
                  <a:ext cx="9756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F41DCD03-B883-247B-3024-5D3AEAEFB067}"/>
                    </a:ext>
                  </a:extLst>
                </p14:cNvPr>
                <p14:cNvContentPartPr/>
                <p14:nvPr/>
              </p14:nvContentPartPr>
              <p14:xfrm>
                <a:off x="5376740" y="5827520"/>
                <a:ext cx="56160" cy="1519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F41DCD03-B883-247B-3024-5D3AEAEFB067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358740" y="5809880"/>
                  <a:ext cx="9180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7811C97E-B509-E93E-7E94-3A71E986118B}"/>
                    </a:ext>
                  </a:extLst>
                </p14:cNvPr>
                <p14:cNvContentPartPr/>
                <p14:nvPr/>
              </p14:nvContentPartPr>
              <p14:xfrm>
                <a:off x="5466380" y="5790440"/>
                <a:ext cx="58320" cy="136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7811C97E-B509-E93E-7E94-3A71E986118B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5448740" y="5772440"/>
                  <a:ext cx="9396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A045ED43-12EE-5CE5-2060-80D6C92195FB}"/>
                    </a:ext>
                  </a:extLst>
                </p14:cNvPr>
                <p14:cNvContentPartPr/>
                <p14:nvPr/>
              </p14:nvContentPartPr>
              <p14:xfrm>
                <a:off x="5612540" y="5766320"/>
                <a:ext cx="78480" cy="2592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A045ED43-12EE-5CE5-2060-80D6C92195FB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5594900" y="5748320"/>
                  <a:ext cx="114120" cy="29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499239B6-A31D-2064-5995-FCEE71723704}"/>
              </a:ext>
            </a:extLst>
          </p:cNvPr>
          <p:cNvGrpSpPr/>
          <p:nvPr/>
        </p:nvGrpSpPr>
        <p:grpSpPr>
          <a:xfrm>
            <a:off x="5902700" y="5413880"/>
            <a:ext cx="1856520" cy="981000"/>
            <a:chOff x="5902700" y="5413880"/>
            <a:chExt cx="1856520" cy="98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10117A55-9574-0922-6652-4C696813FDCD}"/>
                    </a:ext>
                  </a:extLst>
                </p14:cNvPr>
                <p14:cNvContentPartPr/>
                <p14:nvPr/>
              </p14:nvContentPartPr>
              <p14:xfrm>
                <a:off x="5902700" y="5903840"/>
                <a:ext cx="57240" cy="540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10117A55-9574-0922-6652-4C696813FDCD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5885060" y="5886200"/>
                  <a:ext cx="9288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C2A23BC7-FC56-8008-B895-B932B86C13BB}"/>
                    </a:ext>
                  </a:extLst>
                </p14:cNvPr>
                <p14:cNvContentPartPr/>
                <p14:nvPr/>
              </p14:nvContentPartPr>
              <p14:xfrm>
                <a:off x="5963180" y="5952080"/>
                <a:ext cx="30240" cy="3024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C2A23BC7-FC56-8008-B895-B932B86C13BB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5945180" y="5934080"/>
                  <a:ext cx="6588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6A618BD2-6973-42AA-0908-91DE863B58CB}"/>
                    </a:ext>
                  </a:extLst>
                </p14:cNvPr>
                <p14:cNvContentPartPr/>
                <p14:nvPr/>
              </p14:nvContentPartPr>
              <p14:xfrm>
                <a:off x="6458900" y="5421440"/>
                <a:ext cx="92520" cy="37692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6A618BD2-6973-42AA-0908-91DE863B58CB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6440900" y="5403440"/>
                  <a:ext cx="128160" cy="41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40888C21-C46E-B300-00E5-18303725FCC0}"/>
                    </a:ext>
                  </a:extLst>
                </p14:cNvPr>
                <p14:cNvContentPartPr/>
                <p14:nvPr/>
              </p14:nvContentPartPr>
              <p14:xfrm>
                <a:off x="6158660" y="5777840"/>
                <a:ext cx="947880" cy="806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40888C21-C46E-B300-00E5-18303725FCC0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6140660" y="5759840"/>
                  <a:ext cx="98352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D1422308-0FD5-8F9B-CC8C-9B9E99411A44}"/>
                    </a:ext>
                  </a:extLst>
                </p14:cNvPr>
                <p14:cNvContentPartPr/>
                <p14:nvPr/>
              </p14:nvContentPartPr>
              <p14:xfrm>
                <a:off x="6391580" y="6042800"/>
                <a:ext cx="19440" cy="35208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D1422308-0FD5-8F9B-CC8C-9B9E99411A44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6373580" y="6024800"/>
                  <a:ext cx="55080" cy="38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BDBA1016-3810-4C6C-DDE4-2996F454E8F0}"/>
                    </a:ext>
                  </a:extLst>
                </p14:cNvPr>
                <p14:cNvContentPartPr/>
                <p14:nvPr/>
              </p14:nvContentPartPr>
              <p14:xfrm>
                <a:off x="6551420" y="6179960"/>
                <a:ext cx="189360" cy="345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BDBA1016-3810-4C6C-DDE4-2996F454E8F0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6533780" y="6162320"/>
                  <a:ext cx="22500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9EE52C9E-EBCE-464F-AB95-9E9C301092ED}"/>
                    </a:ext>
                  </a:extLst>
                </p14:cNvPr>
                <p14:cNvContentPartPr/>
                <p14:nvPr/>
              </p14:nvContentPartPr>
              <p14:xfrm>
                <a:off x="6670940" y="6103280"/>
                <a:ext cx="26280" cy="17604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9EE52C9E-EBCE-464F-AB95-9E9C301092ED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6653300" y="6085280"/>
                  <a:ext cx="6192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86CCA3AB-B90D-8D4E-5CBE-1D39BCD7E29A}"/>
                    </a:ext>
                  </a:extLst>
                </p14:cNvPr>
                <p14:cNvContentPartPr/>
                <p14:nvPr/>
              </p14:nvContentPartPr>
              <p14:xfrm>
                <a:off x="6912500" y="6024080"/>
                <a:ext cx="231840" cy="2282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86CCA3AB-B90D-8D4E-5CBE-1D39BCD7E29A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6894500" y="6006080"/>
                  <a:ext cx="26748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0F2806E3-CEAC-F38E-C594-0D511D9F7FAE}"/>
                    </a:ext>
                  </a:extLst>
                </p14:cNvPr>
                <p14:cNvContentPartPr/>
                <p14:nvPr/>
              </p14:nvContentPartPr>
              <p14:xfrm>
                <a:off x="7294460" y="5890160"/>
                <a:ext cx="103680" cy="201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0F2806E3-CEAC-F38E-C594-0D511D9F7FAE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7276820" y="5872520"/>
                  <a:ext cx="13932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263F1E0A-1BF1-B245-7D72-6556F1D3EDCC}"/>
                    </a:ext>
                  </a:extLst>
                </p14:cNvPr>
                <p14:cNvContentPartPr/>
                <p14:nvPr/>
              </p14:nvContentPartPr>
              <p14:xfrm>
                <a:off x="7453580" y="5771720"/>
                <a:ext cx="118080" cy="15120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263F1E0A-1BF1-B245-7D72-6556F1D3EDCC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7435580" y="5754080"/>
                  <a:ext cx="15372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6A9104BA-0716-5848-47F4-FB6691AD186C}"/>
                    </a:ext>
                  </a:extLst>
                </p14:cNvPr>
                <p14:cNvContentPartPr/>
                <p14:nvPr/>
              </p14:nvContentPartPr>
              <p14:xfrm>
                <a:off x="7092860" y="5653280"/>
                <a:ext cx="666360" cy="1026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6A9104BA-0716-5848-47F4-FB6691AD186C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7074860" y="5635280"/>
                  <a:ext cx="70200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1EAEBA11-0860-1659-892A-6839B200387B}"/>
                    </a:ext>
                  </a:extLst>
                </p14:cNvPr>
                <p14:cNvContentPartPr/>
                <p14:nvPr/>
              </p14:nvContentPartPr>
              <p14:xfrm>
                <a:off x="6398780" y="5417480"/>
                <a:ext cx="148320" cy="8316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1EAEBA11-0860-1659-892A-6839B200387B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6380780" y="5399480"/>
                  <a:ext cx="18396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FBD5B51-B554-3986-C720-7D87D8E98F56}"/>
                    </a:ext>
                  </a:extLst>
                </p14:cNvPr>
                <p14:cNvContentPartPr/>
                <p14:nvPr/>
              </p14:nvContentPartPr>
              <p14:xfrm>
                <a:off x="6369980" y="5739680"/>
                <a:ext cx="3240" cy="39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FBD5B51-B554-3986-C720-7D87D8E98F56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6351980" y="5721680"/>
                  <a:ext cx="388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31C37216-5FBC-E8E3-1257-7B5E4E151606}"/>
                    </a:ext>
                  </a:extLst>
                </p14:cNvPr>
                <p14:cNvContentPartPr/>
                <p14:nvPr/>
              </p14:nvContentPartPr>
              <p14:xfrm>
                <a:off x="6384380" y="5413880"/>
                <a:ext cx="118800" cy="2887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31C37216-5FBC-E8E3-1257-7B5E4E151606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6366740" y="5395880"/>
                  <a:ext cx="15444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85A96B9D-FE69-C7F3-70B8-B520A55BEEB2}"/>
                    </a:ext>
                  </a:extLst>
                </p14:cNvPr>
                <p14:cNvContentPartPr/>
                <p14:nvPr/>
              </p14:nvContentPartPr>
              <p14:xfrm>
                <a:off x="6371780" y="5705480"/>
                <a:ext cx="200520" cy="5148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85A96B9D-FE69-C7F3-70B8-B520A55BEEB2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6353780" y="5687840"/>
                  <a:ext cx="236160" cy="8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CCC9AB5C-7A58-1BF8-FB6F-0C301D6AB579}"/>
              </a:ext>
            </a:extLst>
          </p:cNvPr>
          <p:cNvGrpSpPr/>
          <p:nvPr/>
        </p:nvGrpSpPr>
        <p:grpSpPr>
          <a:xfrm>
            <a:off x="9701060" y="1501400"/>
            <a:ext cx="2343600" cy="1767600"/>
            <a:chOff x="9701060" y="1501400"/>
            <a:chExt cx="2343600" cy="1767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28F29B47-A938-94FD-9275-AFF8BC690C56}"/>
                    </a:ext>
                  </a:extLst>
                </p14:cNvPr>
                <p14:cNvContentPartPr/>
                <p14:nvPr/>
              </p14:nvContentPartPr>
              <p14:xfrm>
                <a:off x="9701060" y="1501400"/>
                <a:ext cx="505440" cy="176760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28F29B47-A938-94FD-9275-AFF8BC690C56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9683060" y="1483400"/>
                  <a:ext cx="541080" cy="180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6F54E85A-3351-9303-6C57-D204CFF8BE2D}"/>
                    </a:ext>
                  </a:extLst>
                </p14:cNvPr>
                <p14:cNvContentPartPr/>
                <p14:nvPr/>
              </p14:nvContentPartPr>
              <p14:xfrm>
                <a:off x="10066100" y="2465480"/>
                <a:ext cx="334080" cy="1314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6F54E85A-3351-9303-6C57-D204CFF8BE2D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0048100" y="2447480"/>
                  <a:ext cx="36972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4289CB33-A65D-DB56-CC58-577A0C584ECE}"/>
                    </a:ext>
                  </a:extLst>
                </p14:cNvPr>
                <p14:cNvContentPartPr/>
                <p14:nvPr/>
              </p14:nvContentPartPr>
              <p14:xfrm>
                <a:off x="10350140" y="2482760"/>
                <a:ext cx="125640" cy="1800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4289CB33-A65D-DB56-CC58-577A0C584ECE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0332500" y="2464760"/>
                  <a:ext cx="16128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3B84C975-A41F-2011-C155-2EBC25176E2D}"/>
                    </a:ext>
                  </a:extLst>
                </p14:cNvPr>
                <p14:cNvContentPartPr/>
                <p14:nvPr/>
              </p14:nvContentPartPr>
              <p14:xfrm>
                <a:off x="10643540" y="2107280"/>
                <a:ext cx="282600" cy="1353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3B84C975-A41F-2011-C155-2EBC25176E2D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0625540" y="2089640"/>
                  <a:ext cx="31824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E825DB4A-97E7-AA58-7000-0BB4BC72F500}"/>
                    </a:ext>
                  </a:extLst>
                </p14:cNvPr>
                <p14:cNvContentPartPr/>
                <p14:nvPr/>
              </p14:nvContentPartPr>
              <p14:xfrm>
                <a:off x="11026580" y="2051840"/>
                <a:ext cx="46440" cy="6336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E825DB4A-97E7-AA58-7000-0BB4BC72F500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1008580" y="2033840"/>
                  <a:ext cx="8208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C48E59DB-19AA-1C26-3C1A-EC9EAE5B0DA3}"/>
                    </a:ext>
                  </a:extLst>
                </p14:cNvPr>
                <p14:cNvContentPartPr/>
                <p14:nvPr/>
              </p14:nvContentPartPr>
              <p14:xfrm>
                <a:off x="11132420" y="1943120"/>
                <a:ext cx="88200" cy="1173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C48E59DB-19AA-1C26-3C1A-EC9EAE5B0DA3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1114780" y="1925480"/>
                  <a:ext cx="12384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7B0C120F-02BE-0563-DD5D-F86011C8930E}"/>
                    </a:ext>
                  </a:extLst>
                </p14:cNvPr>
                <p14:cNvContentPartPr/>
                <p14:nvPr/>
              </p14:nvContentPartPr>
              <p14:xfrm>
                <a:off x="11280740" y="1928000"/>
                <a:ext cx="64800" cy="1018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7B0C120F-02BE-0563-DD5D-F86011C8930E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1262740" y="1910000"/>
                  <a:ext cx="10044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801C3DEA-2768-9C36-3FCE-8D01BFD8FA95}"/>
                    </a:ext>
                  </a:extLst>
                </p14:cNvPr>
                <p14:cNvContentPartPr/>
                <p14:nvPr/>
              </p14:nvContentPartPr>
              <p14:xfrm>
                <a:off x="10852340" y="2423360"/>
                <a:ext cx="74520" cy="14184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801C3DEA-2768-9C36-3FCE-8D01BFD8FA95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0834340" y="2405360"/>
                  <a:ext cx="11016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3F782B18-A5BE-F16B-D61A-5FC245B13898}"/>
                    </a:ext>
                  </a:extLst>
                </p14:cNvPr>
                <p14:cNvContentPartPr/>
                <p14:nvPr/>
              </p14:nvContentPartPr>
              <p14:xfrm>
                <a:off x="10928660" y="2424440"/>
                <a:ext cx="204480" cy="10908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3F782B18-A5BE-F16B-D61A-5FC245B13898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0910660" y="2406800"/>
                  <a:ext cx="24012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92207F9D-D447-33D7-AF70-D4077B7C0939}"/>
                    </a:ext>
                  </a:extLst>
                </p14:cNvPr>
                <p14:cNvContentPartPr/>
                <p14:nvPr/>
              </p14:nvContentPartPr>
              <p14:xfrm>
                <a:off x="11229980" y="2373680"/>
                <a:ext cx="15840" cy="86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92207F9D-D447-33D7-AF70-D4077B7C0939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1211980" y="2355680"/>
                  <a:ext cx="5148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D47E808D-5F90-59ED-6700-C6522D1E7ED6}"/>
                    </a:ext>
                  </a:extLst>
                </p14:cNvPr>
                <p14:cNvContentPartPr/>
                <p14:nvPr/>
              </p14:nvContentPartPr>
              <p14:xfrm>
                <a:off x="11134580" y="2382680"/>
                <a:ext cx="105480" cy="6804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D47E808D-5F90-59ED-6700-C6522D1E7ED6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1116580" y="2365040"/>
                  <a:ext cx="14112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D3B41F15-0F4E-774F-A9A3-9D06F261636B}"/>
                    </a:ext>
                  </a:extLst>
                </p14:cNvPr>
                <p14:cNvContentPartPr/>
                <p14:nvPr/>
              </p14:nvContentPartPr>
              <p14:xfrm>
                <a:off x="11303420" y="2331560"/>
                <a:ext cx="105480" cy="11196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D3B41F15-0F4E-774F-A9A3-9D06F261636B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1285780" y="2313920"/>
                  <a:ext cx="14112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2D81BCB1-99EA-1046-C4F4-DF6F057642A8}"/>
                    </a:ext>
                  </a:extLst>
                </p14:cNvPr>
                <p14:cNvContentPartPr/>
                <p14:nvPr/>
              </p14:nvContentPartPr>
              <p14:xfrm>
                <a:off x="11482700" y="2335520"/>
                <a:ext cx="14040" cy="6912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2D81BCB1-99EA-1046-C4F4-DF6F057642A8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1464700" y="2317880"/>
                  <a:ext cx="4968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DA44EC2D-913B-7D47-1A84-72C7890BCD50}"/>
                    </a:ext>
                  </a:extLst>
                </p14:cNvPr>
                <p14:cNvContentPartPr/>
                <p14:nvPr/>
              </p14:nvContentPartPr>
              <p14:xfrm>
                <a:off x="11440220" y="2210960"/>
                <a:ext cx="20880" cy="1548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DA44EC2D-913B-7D47-1A84-72C7890BCD50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1422580" y="2192960"/>
                  <a:ext cx="5652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08FE76D3-966E-7148-9C46-2E24EBA4FD70}"/>
                    </a:ext>
                  </a:extLst>
                </p14:cNvPr>
                <p14:cNvContentPartPr/>
                <p14:nvPr/>
              </p14:nvContentPartPr>
              <p14:xfrm>
                <a:off x="11583860" y="2195840"/>
                <a:ext cx="34560" cy="21600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08FE76D3-966E-7148-9C46-2E24EBA4FD70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1566220" y="2177840"/>
                  <a:ext cx="7020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D28A557D-696E-8A0F-E932-A9CA594AD0AB}"/>
                    </a:ext>
                  </a:extLst>
                </p14:cNvPr>
                <p14:cNvContentPartPr/>
                <p14:nvPr/>
              </p14:nvContentPartPr>
              <p14:xfrm>
                <a:off x="11525900" y="2244800"/>
                <a:ext cx="159120" cy="813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D28A557D-696E-8A0F-E932-A9CA594AD0AB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1507900" y="2226800"/>
                  <a:ext cx="19476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7A2C145D-3D39-FB6C-4C55-F084841DF13F}"/>
                    </a:ext>
                  </a:extLst>
                </p14:cNvPr>
                <p14:cNvContentPartPr/>
                <p14:nvPr/>
              </p14:nvContentPartPr>
              <p14:xfrm>
                <a:off x="11665220" y="2118800"/>
                <a:ext cx="11520" cy="1080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7A2C145D-3D39-FB6C-4C55-F084841DF13F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1647580" y="2101160"/>
                  <a:ext cx="4716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28032C34-8AE0-5D3D-FF1B-70E0B08AF8EE}"/>
                    </a:ext>
                  </a:extLst>
                </p14:cNvPr>
                <p14:cNvContentPartPr/>
                <p14:nvPr/>
              </p14:nvContentPartPr>
              <p14:xfrm>
                <a:off x="11798060" y="2186120"/>
                <a:ext cx="66600" cy="8388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28032C34-8AE0-5D3D-FF1B-70E0B08AF8EE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1780060" y="2168480"/>
                  <a:ext cx="10224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DFF7C379-9BCA-20D8-5CD1-150F822B2363}"/>
                    </a:ext>
                  </a:extLst>
                </p14:cNvPr>
                <p14:cNvContentPartPr/>
                <p14:nvPr/>
              </p14:nvContentPartPr>
              <p14:xfrm>
                <a:off x="11893460" y="2146160"/>
                <a:ext cx="151200" cy="1195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DFF7C379-9BCA-20D8-5CD1-150F822B2363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1875820" y="2128520"/>
                  <a:ext cx="18684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09643669-4424-D859-E35C-5BC50BE7ABE4}"/>
                    </a:ext>
                  </a:extLst>
                </p14:cNvPr>
                <p14:cNvContentPartPr/>
                <p14:nvPr/>
              </p14:nvContentPartPr>
              <p14:xfrm>
                <a:off x="10464980" y="2512640"/>
                <a:ext cx="1537200" cy="41580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09643669-4424-D859-E35C-5BC50BE7ABE4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0447340" y="2495000"/>
                  <a:ext cx="1572840" cy="45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A84470EC-0BD1-A67B-19E6-C727EA0E5EF6}"/>
                    </a:ext>
                  </a:extLst>
                </p14:cNvPr>
                <p14:cNvContentPartPr/>
                <p14:nvPr/>
              </p14:nvContentPartPr>
              <p14:xfrm>
                <a:off x="11035220" y="2957960"/>
                <a:ext cx="52920" cy="20844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A84470EC-0BD1-A67B-19E6-C727EA0E5EF6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1017220" y="2940320"/>
                  <a:ext cx="8856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66357875-BAE3-B4B1-BFB4-ABBF3A928A5A}"/>
                    </a:ext>
                  </a:extLst>
                </p14:cNvPr>
                <p14:cNvContentPartPr/>
                <p14:nvPr/>
              </p14:nvContentPartPr>
              <p14:xfrm>
                <a:off x="11006060" y="3068480"/>
                <a:ext cx="182160" cy="8964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66357875-BAE3-B4B1-BFB4-ABBF3A928A5A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0988060" y="3050480"/>
                  <a:ext cx="217800" cy="12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F7396D5A-15EE-DFD2-6DC1-142118D18125}"/>
              </a:ext>
            </a:extLst>
          </p:cNvPr>
          <p:cNvGrpSpPr/>
          <p:nvPr/>
        </p:nvGrpSpPr>
        <p:grpSpPr>
          <a:xfrm>
            <a:off x="10436900" y="3581480"/>
            <a:ext cx="1547640" cy="763200"/>
            <a:chOff x="10436900" y="3581480"/>
            <a:chExt cx="1547640" cy="76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661CFCAF-03A0-BE5D-440B-0945B419D893}"/>
                    </a:ext>
                  </a:extLst>
                </p14:cNvPr>
                <p14:cNvContentPartPr/>
                <p14:nvPr/>
              </p14:nvContentPartPr>
              <p14:xfrm>
                <a:off x="10466780" y="3641960"/>
                <a:ext cx="42480" cy="21636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661CFCAF-03A0-BE5D-440B-0945B419D893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0448780" y="3624320"/>
                  <a:ext cx="7812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4FBED946-0DDF-E473-D83B-3EB708E8F3C8}"/>
                    </a:ext>
                  </a:extLst>
                </p14:cNvPr>
                <p14:cNvContentPartPr/>
                <p14:nvPr/>
              </p14:nvContentPartPr>
              <p14:xfrm>
                <a:off x="10436900" y="3700640"/>
                <a:ext cx="300960" cy="9504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4FBED946-0DDF-E473-D83B-3EB708E8F3C8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10418900" y="3682640"/>
                  <a:ext cx="33660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AC5EF20F-B8EB-8B4D-ED9C-5976582F7B00}"/>
                    </a:ext>
                  </a:extLst>
                </p14:cNvPr>
                <p14:cNvContentPartPr/>
                <p14:nvPr/>
              </p14:nvContentPartPr>
              <p14:xfrm>
                <a:off x="10764860" y="3581480"/>
                <a:ext cx="50760" cy="17532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AC5EF20F-B8EB-8B4D-ED9C-5976582F7B00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10746860" y="3563840"/>
                  <a:ext cx="8640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B4426E2C-7C14-3516-2948-55A81A53C748}"/>
                    </a:ext>
                  </a:extLst>
                </p14:cNvPr>
                <p14:cNvContentPartPr/>
                <p14:nvPr/>
              </p14:nvContentPartPr>
              <p14:xfrm>
                <a:off x="10842620" y="3649520"/>
                <a:ext cx="56520" cy="5004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B4426E2C-7C14-3516-2948-55A81A53C748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0824620" y="3631520"/>
                  <a:ext cx="9216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2FE96854-7F0A-DB93-064B-00D2C05F6334}"/>
                    </a:ext>
                  </a:extLst>
                </p14:cNvPr>
                <p14:cNvContentPartPr/>
                <p14:nvPr/>
              </p14:nvContentPartPr>
              <p14:xfrm>
                <a:off x="10962140" y="3642680"/>
                <a:ext cx="83160" cy="6660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2FE96854-7F0A-DB93-064B-00D2C05F6334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0944500" y="3624680"/>
                  <a:ext cx="11880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B52F066B-4ADA-F824-F87F-5DD55EB5AC43}"/>
                    </a:ext>
                  </a:extLst>
                </p14:cNvPr>
                <p14:cNvContentPartPr/>
                <p14:nvPr/>
              </p14:nvContentPartPr>
              <p14:xfrm>
                <a:off x="11118020" y="3590120"/>
                <a:ext cx="93960" cy="15984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B52F066B-4ADA-F824-F87F-5DD55EB5AC43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11100020" y="3572120"/>
                  <a:ext cx="12960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2972D99F-D5ED-71F6-F953-DD12CB322900}"/>
                    </a:ext>
                  </a:extLst>
                </p14:cNvPr>
                <p14:cNvContentPartPr/>
                <p14:nvPr/>
              </p14:nvContentPartPr>
              <p14:xfrm>
                <a:off x="10657940" y="4014920"/>
                <a:ext cx="252000" cy="8172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2972D99F-D5ED-71F6-F953-DD12CB322900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0640300" y="3996920"/>
                  <a:ext cx="2876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39784982-5373-A5DD-ECDD-C0746319571B}"/>
                    </a:ext>
                  </a:extLst>
                </p14:cNvPr>
                <p14:cNvContentPartPr/>
                <p14:nvPr/>
              </p14:nvContentPartPr>
              <p14:xfrm>
                <a:off x="11001380" y="3967040"/>
                <a:ext cx="79200" cy="7560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39784982-5373-A5DD-ECDD-C0746319571B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0983380" y="3949040"/>
                  <a:ext cx="11484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7A3CE144-18D5-20B3-FBFD-97A0A51016E2}"/>
                    </a:ext>
                  </a:extLst>
                </p14:cNvPr>
                <p14:cNvContentPartPr/>
                <p14:nvPr/>
              </p14:nvContentPartPr>
              <p14:xfrm>
                <a:off x="11125580" y="3879920"/>
                <a:ext cx="93600" cy="7380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7A3CE144-18D5-20B3-FBFD-97A0A51016E2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1107580" y="3862280"/>
                  <a:ext cx="12924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85AC7302-EB87-9F67-83CD-36E29776A9E0}"/>
                    </a:ext>
                  </a:extLst>
                </p14:cNvPr>
                <p14:cNvContentPartPr/>
                <p14:nvPr/>
              </p14:nvContentPartPr>
              <p14:xfrm>
                <a:off x="11310260" y="3851480"/>
                <a:ext cx="105120" cy="2592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85AC7302-EB87-9F67-83CD-36E29776A9E0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1292260" y="3833840"/>
                  <a:ext cx="14076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ECB0A443-62E2-34E3-2844-D28B1FF93071}"/>
                    </a:ext>
                  </a:extLst>
                </p14:cNvPr>
                <p14:cNvContentPartPr/>
                <p14:nvPr/>
              </p14:nvContentPartPr>
              <p14:xfrm>
                <a:off x="10930820" y="4241360"/>
                <a:ext cx="70200" cy="10332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ECB0A443-62E2-34E3-2844-D28B1FF93071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0912820" y="4223360"/>
                  <a:ext cx="10584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75B1EDE7-CD54-7164-0C55-2E5544BF0866}"/>
                    </a:ext>
                  </a:extLst>
                </p14:cNvPr>
                <p14:cNvContentPartPr/>
                <p14:nvPr/>
              </p14:nvContentPartPr>
              <p14:xfrm>
                <a:off x="11071580" y="4230560"/>
                <a:ext cx="57960" cy="9612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75B1EDE7-CD54-7164-0C55-2E5544BF0866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1053940" y="4212920"/>
                  <a:ext cx="9360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B7145B8A-9605-6B6C-2449-371F40BDEC5C}"/>
                    </a:ext>
                  </a:extLst>
                </p14:cNvPr>
                <p14:cNvContentPartPr/>
                <p14:nvPr/>
              </p14:nvContentPartPr>
              <p14:xfrm>
                <a:off x="11233580" y="4154960"/>
                <a:ext cx="51120" cy="13212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B7145B8A-9605-6B6C-2449-371F40BDEC5C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1215940" y="4137320"/>
                  <a:ext cx="8676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5B951192-0F06-B469-45C5-0394B2338064}"/>
                    </a:ext>
                  </a:extLst>
                </p14:cNvPr>
                <p14:cNvContentPartPr/>
                <p14:nvPr/>
              </p14:nvContentPartPr>
              <p14:xfrm>
                <a:off x="11342660" y="4136960"/>
                <a:ext cx="76320" cy="8208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5B951192-0F06-B469-45C5-0394B2338064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11325020" y="4118960"/>
                  <a:ext cx="11196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802CDEAA-0647-050B-348C-D04529A4C74F}"/>
                    </a:ext>
                  </a:extLst>
                </p14:cNvPr>
                <p14:cNvContentPartPr/>
                <p14:nvPr/>
              </p14:nvContentPartPr>
              <p14:xfrm>
                <a:off x="11466860" y="4069640"/>
                <a:ext cx="111240" cy="9324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802CDEAA-0647-050B-348C-D04529A4C74F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1448860" y="4051640"/>
                  <a:ext cx="14688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82C44A47-7631-856C-A46B-6F66C5D6644D}"/>
                    </a:ext>
                  </a:extLst>
                </p14:cNvPr>
                <p14:cNvContentPartPr/>
                <p14:nvPr/>
              </p14:nvContentPartPr>
              <p14:xfrm>
                <a:off x="11609420" y="4052000"/>
                <a:ext cx="73080" cy="824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82C44A47-7631-856C-A46B-6F66C5D6644D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11591780" y="4034000"/>
                  <a:ext cx="10872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39B91D7D-F042-CF54-715E-B99A2BDE8E59}"/>
                    </a:ext>
                  </a:extLst>
                </p14:cNvPr>
                <p14:cNvContentPartPr/>
                <p14:nvPr/>
              </p14:nvContentPartPr>
              <p14:xfrm>
                <a:off x="11758820" y="3986120"/>
                <a:ext cx="3960" cy="432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39B91D7D-F042-CF54-715E-B99A2BDE8E59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11740820" y="3968120"/>
                  <a:ext cx="396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4D12D1FC-8F99-8011-46D9-80A02AAD17A0}"/>
                    </a:ext>
                  </a:extLst>
                </p14:cNvPr>
                <p14:cNvContentPartPr/>
                <p14:nvPr/>
              </p14:nvContentPartPr>
              <p14:xfrm>
                <a:off x="11752700" y="3874160"/>
                <a:ext cx="231840" cy="20412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4D12D1FC-8F99-8011-46D9-80A02AAD17A0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1735060" y="3856160"/>
                  <a:ext cx="267480" cy="239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1" name="Group 210">
            <a:extLst>
              <a:ext uri="{FF2B5EF4-FFF2-40B4-BE49-F238E27FC236}">
                <a16:creationId xmlns:a16="http://schemas.microsoft.com/office/drawing/2014/main" id="{62AE9B6C-974C-F084-BDB5-AA9A0288374B}"/>
              </a:ext>
            </a:extLst>
          </p:cNvPr>
          <p:cNvGrpSpPr/>
          <p:nvPr/>
        </p:nvGrpSpPr>
        <p:grpSpPr>
          <a:xfrm>
            <a:off x="11535260" y="5118320"/>
            <a:ext cx="256680" cy="158760"/>
            <a:chOff x="11535260" y="5118320"/>
            <a:chExt cx="256680" cy="15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C5418858-498D-7DC5-DE83-3EA2A9B7C40C}"/>
                    </a:ext>
                  </a:extLst>
                </p14:cNvPr>
                <p14:cNvContentPartPr/>
                <p14:nvPr/>
              </p14:nvContentPartPr>
              <p14:xfrm>
                <a:off x="11535260" y="5240000"/>
                <a:ext cx="62640" cy="3708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C5418858-498D-7DC5-DE83-3EA2A9B7C40C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11517620" y="5222000"/>
                  <a:ext cx="9828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3EE62C8A-CD61-198D-57F0-FC3C74392482}"/>
                    </a:ext>
                  </a:extLst>
                </p14:cNvPr>
                <p14:cNvContentPartPr/>
                <p14:nvPr/>
              </p14:nvContentPartPr>
              <p14:xfrm>
                <a:off x="11669900" y="5166560"/>
                <a:ext cx="15480" cy="5868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3EE62C8A-CD61-198D-57F0-FC3C74392482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11651900" y="5148920"/>
                  <a:ext cx="5112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87151F73-E73F-55E5-B821-FD3A3CE49469}"/>
                    </a:ext>
                  </a:extLst>
                </p14:cNvPr>
                <p14:cNvContentPartPr/>
                <p14:nvPr/>
              </p14:nvContentPartPr>
              <p14:xfrm>
                <a:off x="11683580" y="5118320"/>
                <a:ext cx="108360" cy="12240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87151F73-E73F-55E5-B821-FD3A3CE49469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11665580" y="5100680"/>
                  <a:ext cx="144000" cy="15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0" name="Group 209">
            <a:extLst>
              <a:ext uri="{FF2B5EF4-FFF2-40B4-BE49-F238E27FC236}">
                <a16:creationId xmlns:a16="http://schemas.microsoft.com/office/drawing/2014/main" id="{2C188EB1-03DB-5EE9-AAFA-37EB89158AD8}"/>
              </a:ext>
            </a:extLst>
          </p:cNvPr>
          <p:cNvGrpSpPr/>
          <p:nvPr/>
        </p:nvGrpSpPr>
        <p:grpSpPr>
          <a:xfrm>
            <a:off x="8893220" y="5409560"/>
            <a:ext cx="3084120" cy="1028160"/>
            <a:chOff x="8893220" y="5409560"/>
            <a:chExt cx="3084120" cy="102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70B6A7E0-D86B-6D87-CCC0-06207F3BE63F}"/>
                    </a:ext>
                  </a:extLst>
                </p14:cNvPr>
                <p14:cNvContentPartPr/>
                <p14:nvPr/>
              </p14:nvContentPartPr>
              <p14:xfrm>
                <a:off x="8970620" y="5795120"/>
                <a:ext cx="114480" cy="39564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70B6A7E0-D86B-6D87-CCC0-06207F3BE63F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8952620" y="5777120"/>
                  <a:ext cx="150120" cy="43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2F5AAB60-CEAE-73B1-33F4-589979EF40A6}"/>
                    </a:ext>
                  </a:extLst>
                </p14:cNvPr>
                <p14:cNvContentPartPr/>
                <p14:nvPr/>
              </p14:nvContentPartPr>
              <p14:xfrm>
                <a:off x="8893220" y="6021920"/>
                <a:ext cx="185040" cy="572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2F5AAB60-CEAE-73B1-33F4-589979EF40A6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8875580" y="6003920"/>
                  <a:ext cx="22068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15B27AA4-5652-2B73-47AE-60DAC66BC2EB}"/>
                    </a:ext>
                  </a:extLst>
                </p14:cNvPr>
                <p14:cNvContentPartPr/>
                <p14:nvPr/>
              </p14:nvContentPartPr>
              <p14:xfrm>
                <a:off x="9168260" y="5969720"/>
                <a:ext cx="336960" cy="13716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15B27AA4-5652-2B73-47AE-60DAC66BC2EB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9150620" y="5952080"/>
                  <a:ext cx="3726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EED0CF96-FDD2-804F-6318-573E6D1DCDD4}"/>
                    </a:ext>
                  </a:extLst>
                </p14:cNvPr>
                <p14:cNvContentPartPr/>
                <p14:nvPr/>
              </p14:nvContentPartPr>
              <p14:xfrm>
                <a:off x="9551660" y="5817080"/>
                <a:ext cx="127800" cy="22356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EED0CF96-FDD2-804F-6318-573E6D1DCDD4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9534020" y="5799080"/>
                  <a:ext cx="16344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DE60EE0C-3737-0E29-EE01-93F81596FA2E}"/>
                    </a:ext>
                  </a:extLst>
                </p14:cNvPr>
                <p14:cNvContentPartPr/>
                <p14:nvPr/>
              </p14:nvContentPartPr>
              <p14:xfrm>
                <a:off x="9773420" y="5769200"/>
                <a:ext cx="122760" cy="34344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DE60EE0C-3737-0E29-EE01-93F81596FA2E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9755420" y="5751560"/>
                  <a:ext cx="158400" cy="3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36005390-A64A-099F-7324-8D7ECE15D85E}"/>
                    </a:ext>
                  </a:extLst>
                </p14:cNvPr>
                <p14:cNvContentPartPr/>
                <p14:nvPr/>
              </p14:nvContentPartPr>
              <p14:xfrm>
                <a:off x="9890780" y="5868560"/>
                <a:ext cx="130680" cy="14004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36005390-A64A-099F-7324-8D7ECE15D85E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9872780" y="5850560"/>
                  <a:ext cx="16632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3799FF6F-6974-0164-2B25-15F5747843B3}"/>
                    </a:ext>
                  </a:extLst>
                </p14:cNvPr>
                <p14:cNvContentPartPr/>
                <p14:nvPr/>
              </p14:nvContentPartPr>
              <p14:xfrm>
                <a:off x="10132700" y="5804480"/>
                <a:ext cx="70200" cy="27036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3799FF6F-6974-0164-2B25-15F5747843B3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10114700" y="5786840"/>
                  <a:ext cx="10584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C8092B92-A7F6-81C6-411B-F34A2439F5A5}"/>
                    </a:ext>
                  </a:extLst>
                </p14:cNvPr>
                <p14:cNvContentPartPr/>
                <p14:nvPr/>
              </p14:nvContentPartPr>
              <p14:xfrm>
                <a:off x="10343660" y="5901320"/>
                <a:ext cx="65520" cy="2592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C8092B92-A7F6-81C6-411B-F34A2439F5A5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10325660" y="5883680"/>
                  <a:ext cx="10116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954A0C3B-040A-1A7B-4743-0489C83CEB42}"/>
                    </a:ext>
                  </a:extLst>
                </p14:cNvPr>
                <p14:cNvContentPartPr/>
                <p14:nvPr/>
              </p14:nvContentPartPr>
              <p14:xfrm>
                <a:off x="10383260" y="5971520"/>
                <a:ext cx="70200" cy="540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954A0C3B-040A-1A7B-4743-0489C83CEB42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10365620" y="5953880"/>
                  <a:ext cx="10584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7054C4C6-F0BC-866A-7990-AEC9193BD1BC}"/>
                    </a:ext>
                  </a:extLst>
                </p14:cNvPr>
                <p14:cNvContentPartPr/>
                <p14:nvPr/>
              </p14:nvContentPartPr>
              <p14:xfrm>
                <a:off x="10561820" y="5565800"/>
                <a:ext cx="188280" cy="20880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7054C4C6-F0BC-866A-7990-AEC9193BD1BC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10543820" y="5547800"/>
                  <a:ext cx="22392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D495EAD2-54A7-A671-DC9C-B49FDF87B584}"/>
                    </a:ext>
                  </a:extLst>
                </p14:cNvPr>
                <p14:cNvContentPartPr/>
                <p14:nvPr/>
              </p14:nvContentPartPr>
              <p14:xfrm>
                <a:off x="10788980" y="5409560"/>
                <a:ext cx="106200" cy="1562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D495EAD2-54A7-A671-DC9C-B49FDF87B584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10771340" y="5391920"/>
                  <a:ext cx="14184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FFB583CF-FFA4-7E35-A7D7-EA41AE9CEBE5}"/>
                    </a:ext>
                  </a:extLst>
                </p14:cNvPr>
                <p14:cNvContentPartPr/>
                <p14:nvPr/>
              </p14:nvContentPartPr>
              <p14:xfrm>
                <a:off x="11042060" y="5619800"/>
                <a:ext cx="72360" cy="936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FFB583CF-FFA4-7E35-A7D7-EA41AE9CEBE5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11024420" y="5601800"/>
                  <a:ext cx="10800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A2210611-302B-8DAB-2DE0-1F6EE07D8316}"/>
                    </a:ext>
                  </a:extLst>
                </p14:cNvPr>
                <p14:cNvContentPartPr/>
                <p14:nvPr/>
              </p14:nvContentPartPr>
              <p14:xfrm>
                <a:off x="11237900" y="5433680"/>
                <a:ext cx="237960" cy="17676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A2210611-302B-8DAB-2DE0-1F6EE07D8316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11220260" y="5416040"/>
                  <a:ext cx="27360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17B502CA-57E4-2F54-F6BB-5BAD7739504D}"/>
                    </a:ext>
                  </a:extLst>
                </p14:cNvPr>
                <p14:cNvContentPartPr/>
                <p14:nvPr/>
              </p14:nvContentPartPr>
              <p14:xfrm>
                <a:off x="10746140" y="5629160"/>
                <a:ext cx="1143360" cy="33552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17B502CA-57E4-2F54-F6BB-5BAD7739504D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10728140" y="5611520"/>
                  <a:ext cx="1179000" cy="37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6B09E2E5-1DB9-8D47-0FBB-63CFA21D83D1}"/>
                    </a:ext>
                  </a:extLst>
                </p14:cNvPr>
                <p14:cNvContentPartPr/>
                <p14:nvPr/>
              </p14:nvContentPartPr>
              <p14:xfrm>
                <a:off x="10728500" y="6194000"/>
                <a:ext cx="240840" cy="24372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6B09E2E5-1DB9-8D47-0FBB-63CFA21D83D1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10710500" y="6176360"/>
                  <a:ext cx="27648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203D09DE-FDAB-A877-4925-B7275356394F}"/>
                    </a:ext>
                  </a:extLst>
                </p14:cNvPr>
                <p14:cNvContentPartPr/>
                <p14:nvPr/>
              </p14:nvContentPartPr>
              <p14:xfrm>
                <a:off x="10956740" y="6047840"/>
                <a:ext cx="196200" cy="16524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203D09DE-FDAB-A877-4925-B7275356394F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10939100" y="6030200"/>
                  <a:ext cx="23184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F8029A55-DDD8-6376-13F7-ED96C8E218AA}"/>
                    </a:ext>
                  </a:extLst>
                </p14:cNvPr>
                <p14:cNvContentPartPr/>
                <p14:nvPr/>
              </p14:nvContentPartPr>
              <p14:xfrm>
                <a:off x="11264180" y="6235760"/>
                <a:ext cx="104760" cy="2340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F8029A55-DDD8-6376-13F7-ED96C8E218AA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11246180" y="6218120"/>
                  <a:ext cx="14040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F83DF943-BDA5-E67D-9B74-33FC5443CF6B}"/>
                    </a:ext>
                  </a:extLst>
                </p14:cNvPr>
                <p14:cNvContentPartPr/>
                <p14:nvPr/>
              </p14:nvContentPartPr>
              <p14:xfrm>
                <a:off x="11320340" y="6159440"/>
                <a:ext cx="66600" cy="19728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F83DF943-BDA5-E67D-9B74-33FC5443CF6B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11302340" y="6141800"/>
                  <a:ext cx="10224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EB58FC7F-F455-19F9-C72A-05C40F9E670F}"/>
                    </a:ext>
                  </a:extLst>
                </p14:cNvPr>
                <p14:cNvContentPartPr/>
                <p14:nvPr/>
              </p14:nvContentPartPr>
              <p14:xfrm>
                <a:off x="11523380" y="6142160"/>
                <a:ext cx="179280" cy="16380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EB58FC7F-F455-19F9-C72A-05C40F9E670F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11505740" y="6124160"/>
                  <a:ext cx="21492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AC83E6E8-51A2-D51E-3853-C92C202AFF67}"/>
                    </a:ext>
                  </a:extLst>
                </p14:cNvPr>
                <p14:cNvContentPartPr/>
                <p14:nvPr/>
              </p14:nvContentPartPr>
              <p14:xfrm>
                <a:off x="11696540" y="5916080"/>
                <a:ext cx="133560" cy="5652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AC83E6E8-51A2-D51E-3853-C92C202AFF67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11678540" y="5898080"/>
                  <a:ext cx="16920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F737F235-8B08-5953-0F53-BC4BCA2B4CD3}"/>
                    </a:ext>
                  </a:extLst>
                </p14:cNvPr>
                <p14:cNvContentPartPr/>
                <p14:nvPr/>
              </p14:nvContentPartPr>
              <p14:xfrm>
                <a:off x="11885180" y="5758760"/>
                <a:ext cx="92160" cy="7884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F737F235-8B08-5953-0F53-BC4BCA2B4CD3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11867540" y="5740760"/>
                  <a:ext cx="12780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AD911C25-FE48-904D-21F1-140E17FC3C6A}"/>
                    </a:ext>
                  </a:extLst>
                </p14:cNvPr>
                <p14:cNvContentPartPr/>
                <p14:nvPr/>
              </p14:nvContentPartPr>
              <p14:xfrm>
                <a:off x="11881940" y="5752640"/>
                <a:ext cx="78840" cy="18612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AD911C25-FE48-904D-21F1-140E17FC3C6A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11863940" y="5735000"/>
                  <a:ext cx="114480" cy="221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2504380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2C6224-E5AA-F907-F3E1-E96E9ED77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1B37BFC-3F06-2EE3-9CF8-DF184456C0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Operation</a:t>
            </a:r>
            <a:r>
              <a:rPr spc="195" dirty="0"/>
              <a:t> </a:t>
            </a:r>
            <a:r>
              <a:rPr dirty="0"/>
              <a:t>of</a:t>
            </a:r>
            <a:r>
              <a:rPr spc="240" dirty="0"/>
              <a:t> </a:t>
            </a:r>
            <a:r>
              <a:rPr dirty="0"/>
              <a:t>a</a:t>
            </a:r>
            <a:r>
              <a:rPr spc="229" dirty="0"/>
              <a:t> </a:t>
            </a:r>
            <a:r>
              <a:rPr spc="55" dirty="0"/>
              <a:t>neural</a:t>
            </a:r>
            <a:r>
              <a:rPr spc="220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D0FB117E-3754-F5AA-49B1-AA615C23B014}"/>
              </a:ext>
            </a:extLst>
          </p:cNvPr>
          <p:cNvSpPr txBox="1"/>
          <p:nvPr/>
        </p:nvSpPr>
        <p:spPr>
          <a:xfrm>
            <a:off x="657250" y="4915915"/>
            <a:ext cx="11515725" cy="166306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 indent="-227965">
              <a:lnSpc>
                <a:spcPts val="2345"/>
              </a:lnSpc>
              <a:spcBef>
                <a:spcPts val="100"/>
              </a:spcBef>
              <a:buFont typeface="Arial"/>
              <a:buChar char="•"/>
              <a:tabLst>
                <a:tab pos="240665" algn="l"/>
              </a:tabLst>
            </a:pPr>
            <a:r>
              <a:rPr sz="2000" spc="50" dirty="0">
                <a:latin typeface="Calibri"/>
                <a:cs typeface="Calibri"/>
              </a:rPr>
              <a:t>Image</a:t>
            </a:r>
            <a:r>
              <a:rPr sz="2000" spc="100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is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made</a:t>
            </a:r>
            <a:r>
              <a:rPr sz="2000" spc="1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up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set</a:t>
            </a:r>
            <a:r>
              <a:rPr sz="2000" spc="1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number</a:t>
            </a:r>
            <a:r>
              <a:rPr sz="2000" spc="11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120" dirty="0">
                <a:latin typeface="Calibri"/>
                <a:cs typeface="Calibri"/>
              </a:rPr>
              <a:t> </a:t>
            </a:r>
            <a:r>
              <a:rPr sz="2000" spc="55" dirty="0">
                <a:latin typeface="Calibri"/>
                <a:cs typeface="Calibri"/>
              </a:rPr>
              <a:t>pixels</a:t>
            </a:r>
            <a:endParaRPr sz="2000" dirty="0">
              <a:latin typeface="Calibri"/>
              <a:cs typeface="Calibri"/>
            </a:endParaRPr>
          </a:p>
          <a:p>
            <a:pPr marL="698500" lvl="1" indent="-228600">
              <a:lnSpc>
                <a:spcPts val="1935"/>
              </a:lnSpc>
              <a:buFont typeface="Arial"/>
              <a:buChar char="•"/>
              <a:tabLst>
                <a:tab pos="698500" algn="l"/>
              </a:tabLst>
            </a:pPr>
            <a:r>
              <a:rPr sz="1700" dirty="0">
                <a:latin typeface="Calibri"/>
                <a:cs typeface="Calibri"/>
              </a:rPr>
              <a:t>Each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65" dirty="0">
                <a:latin typeface="Calibri"/>
                <a:cs typeface="Calibri"/>
              </a:rPr>
              <a:t>pixel</a:t>
            </a:r>
            <a:r>
              <a:rPr sz="1700" spc="13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becomes</a:t>
            </a:r>
            <a:r>
              <a:rPr sz="1700" spc="11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</a:t>
            </a:r>
            <a:r>
              <a:rPr sz="1700" spc="14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input</a:t>
            </a:r>
            <a:endParaRPr sz="1700" dirty="0">
              <a:latin typeface="Calibri"/>
              <a:cs typeface="Calibri"/>
            </a:endParaRPr>
          </a:p>
          <a:p>
            <a:pPr marL="698500" lvl="1" indent="-228600">
              <a:lnSpc>
                <a:spcPts val="1925"/>
              </a:lnSpc>
              <a:buFont typeface="Arial"/>
              <a:buChar char="•"/>
              <a:tabLst>
                <a:tab pos="698500" algn="l"/>
              </a:tabLst>
            </a:pPr>
            <a:r>
              <a:rPr sz="1700" spc="50" dirty="0">
                <a:latin typeface="Calibri"/>
                <a:cs typeface="Calibri"/>
              </a:rPr>
              <a:t>Example</a:t>
            </a:r>
            <a:r>
              <a:rPr sz="1700" spc="6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here:</a:t>
            </a:r>
            <a:r>
              <a:rPr sz="1700" spc="6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each</a:t>
            </a:r>
            <a:r>
              <a:rPr sz="1700" spc="60" dirty="0">
                <a:latin typeface="Calibri"/>
                <a:cs typeface="Calibri"/>
              </a:rPr>
              <a:t> </a:t>
            </a:r>
            <a:r>
              <a:rPr sz="1700" spc="65" dirty="0">
                <a:latin typeface="Calibri"/>
                <a:cs typeface="Calibri"/>
              </a:rPr>
              <a:t>pixel</a:t>
            </a:r>
            <a:r>
              <a:rPr sz="1700" spc="60" dirty="0">
                <a:latin typeface="Calibri"/>
                <a:cs typeface="Calibri"/>
              </a:rPr>
              <a:t> </a:t>
            </a:r>
            <a:r>
              <a:rPr sz="1700" spc="55" dirty="0">
                <a:latin typeface="Calibri"/>
                <a:cs typeface="Calibri"/>
              </a:rPr>
              <a:t>is</a:t>
            </a:r>
            <a:r>
              <a:rPr sz="1700" spc="6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from</a:t>
            </a:r>
            <a:r>
              <a:rPr sz="1700" spc="65" dirty="0">
                <a:latin typeface="Calibri"/>
                <a:cs typeface="Calibri"/>
              </a:rPr>
              <a:t> </a:t>
            </a:r>
            <a:r>
              <a:rPr sz="1700" spc="60" dirty="0">
                <a:latin typeface="Calibri"/>
                <a:cs typeface="Calibri"/>
              </a:rPr>
              <a:t>0</a:t>
            </a:r>
            <a:r>
              <a:rPr sz="1700" spc="8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to</a:t>
            </a:r>
            <a:r>
              <a:rPr sz="1700" spc="80" dirty="0">
                <a:latin typeface="Calibri"/>
                <a:cs typeface="Calibri"/>
              </a:rPr>
              <a:t> </a:t>
            </a:r>
            <a:r>
              <a:rPr sz="1700" spc="55" dirty="0">
                <a:latin typeface="Calibri"/>
                <a:cs typeface="Calibri"/>
              </a:rPr>
              <a:t>256</a:t>
            </a:r>
            <a:r>
              <a:rPr sz="1700" spc="65" dirty="0">
                <a:latin typeface="Calibri"/>
                <a:cs typeface="Calibri"/>
              </a:rPr>
              <a:t> </a:t>
            </a:r>
            <a:r>
              <a:rPr sz="1700" spc="50" dirty="0">
                <a:latin typeface="Calibri"/>
                <a:cs typeface="Calibri"/>
              </a:rPr>
              <a:t>in</a:t>
            </a:r>
            <a:r>
              <a:rPr sz="1700" spc="60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greyscale</a:t>
            </a:r>
            <a:endParaRPr sz="1700" dirty="0">
              <a:latin typeface="Calibri"/>
              <a:cs typeface="Calibri"/>
            </a:endParaRPr>
          </a:p>
          <a:p>
            <a:pPr marL="698500" lvl="1" indent="-228600">
              <a:lnSpc>
                <a:spcPts val="1925"/>
              </a:lnSpc>
              <a:buFont typeface="Arial"/>
              <a:buChar char="•"/>
              <a:tabLst>
                <a:tab pos="698500" algn="l"/>
              </a:tabLst>
            </a:pPr>
            <a:r>
              <a:rPr sz="1700" dirty="0">
                <a:latin typeface="Calibri"/>
                <a:cs typeface="Calibri"/>
              </a:rPr>
              <a:t>Each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input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55" dirty="0">
                <a:latin typeface="Calibri"/>
                <a:cs typeface="Calibri"/>
              </a:rPr>
              <a:t>is</a:t>
            </a:r>
            <a:r>
              <a:rPr sz="1700" spc="13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connected</a:t>
            </a:r>
            <a:r>
              <a:rPr sz="1700" spc="12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to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spc="75" dirty="0">
                <a:latin typeface="Calibri"/>
                <a:cs typeface="Calibri"/>
              </a:rPr>
              <a:t>all</a:t>
            </a:r>
            <a:r>
              <a:rPr sz="1700" spc="1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4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neurons</a:t>
            </a:r>
            <a:r>
              <a:rPr sz="1700" spc="8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of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hidden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layer</a:t>
            </a:r>
            <a:endParaRPr sz="1700" dirty="0">
              <a:latin typeface="Calibri"/>
              <a:cs typeface="Calibri"/>
            </a:endParaRPr>
          </a:p>
          <a:p>
            <a:pPr marL="698500" lvl="1" indent="-228600">
              <a:lnSpc>
                <a:spcPts val="1985"/>
              </a:lnSpc>
              <a:buFont typeface="Arial"/>
              <a:buChar char="•"/>
              <a:tabLst>
                <a:tab pos="698500" algn="l"/>
              </a:tabLst>
            </a:pPr>
            <a:r>
              <a:rPr sz="1700" dirty="0">
                <a:latin typeface="Calibri"/>
                <a:cs typeface="Calibri"/>
              </a:rPr>
              <a:t>Adjusting</a:t>
            </a:r>
            <a:r>
              <a:rPr sz="1700" spc="1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23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weights</a:t>
            </a:r>
            <a:r>
              <a:rPr sz="1700" spc="220" dirty="0">
                <a:latin typeface="Calibri"/>
                <a:cs typeface="Calibri"/>
              </a:rPr>
              <a:t> </a:t>
            </a:r>
            <a:r>
              <a:rPr sz="1700" spc="70" dirty="0">
                <a:latin typeface="Calibri"/>
                <a:cs typeface="Calibri"/>
              </a:rPr>
              <a:t>will</a:t>
            </a:r>
            <a:r>
              <a:rPr sz="1700" spc="2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then</a:t>
            </a:r>
            <a:r>
              <a:rPr sz="1700" spc="2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eventually</a:t>
            </a:r>
            <a:r>
              <a:rPr sz="1700" spc="1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allow</a:t>
            </a:r>
            <a:r>
              <a:rPr sz="1700" spc="21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recognition</a:t>
            </a:r>
            <a:r>
              <a:rPr sz="1700" spc="1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of</a:t>
            </a:r>
            <a:r>
              <a:rPr sz="1700" spc="229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23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digits</a:t>
            </a:r>
            <a:endParaRPr sz="1700" dirty="0">
              <a:latin typeface="Calibri"/>
              <a:cs typeface="Calibri"/>
            </a:endParaRPr>
          </a:p>
          <a:p>
            <a:pPr marL="6409055">
              <a:lnSpc>
                <a:spcPct val="100000"/>
              </a:lnSpc>
              <a:spcBef>
                <a:spcPts val="1450"/>
              </a:spcBef>
            </a:pPr>
            <a:r>
              <a:rPr sz="1100" spc="-10" dirty="0">
                <a:latin typeface="Calibri"/>
                <a:cs typeface="Calibri"/>
              </a:rPr>
              <a:t>https://becominghuman.ai/deep-learning-made-easy-with-deep-cognition-403fbe445351</a:t>
            </a:r>
            <a:endParaRPr sz="1100" dirty="0">
              <a:latin typeface="Calibri"/>
              <a:cs typeface="Calibri"/>
            </a:endParaRPr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2CDD96FB-F044-A2C1-0D5B-2BE011D2E762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23657" y="656880"/>
            <a:ext cx="8055483" cy="4128407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7289CB49-3BC3-5195-0E44-7A0D2FD05E94}"/>
              </a:ext>
            </a:extLst>
          </p:cNvPr>
          <p:cNvGrpSpPr/>
          <p:nvPr/>
        </p:nvGrpSpPr>
        <p:grpSpPr>
          <a:xfrm>
            <a:off x="2135660" y="723080"/>
            <a:ext cx="412560" cy="136440"/>
            <a:chOff x="2135660" y="723080"/>
            <a:chExt cx="412560" cy="136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C0A7F813-58E0-68A0-A3D4-8E9388618BD4}"/>
                    </a:ext>
                  </a:extLst>
                </p14:cNvPr>
                <p14:cNvContentPartPr/>
                <p14:nvPr/>
              </p14:nvContentPartPr>
              <p14:xfrm>
                <a:off x="2135660" y="774200"/>
                <a:ext cx="412560" cy="853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C0A7F813-58E0-68A0-A3D4-8E9388618BD4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117660" y="756200"/>
                  <a:ext cx="44820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CD7F8D2-E6ED-E3D1-8405-A9BE0394A9C4}"/>
                    </a:ext>
                  </a:extLst>
                </p14:cNvPr>
                <p14:cNvContentPartPr/>
                <p14:nvPr/>
              </p14:nvContentPartPr>
              <p14:xfrm>
                <a:off x="2483420" y="723080"/>
                <a:ext cx="55440" cy="1094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CD7F8D2-E6ED-E3D1-8405-A9BE0394A9C4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465420" y="705080"/>
                  <a:ext cx="91080" cy="14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8C73203-64D8-1635-5F63-FBFECC01A4B0}"/>
              </a:ext>
            </a:extLst>
          </p:cNvPr>
          <p:cNvGrpSpPr/>
          <p:nvPr/>
        </p:nvGrpSpPr>
        <p:grpSpPr>
          <a:xfrm>
            <a:off x="1257260" y="599240"/>
            <a:ext cx="520560" cy="423720"/>
            <a:chOff x="1257260" y="599240"/>
            <a:chExt cx="520560" cy="423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6482C32-A639-1299-A4B0-A530C7485DEC}"/>
                    </a:ext>
                  </a:extLst>
                </p14:cNvPr>
                <p14:cNvContentPartPr/>
                <p14:nvPr/>
              </p14:nvContentPartPr>
              <p14:xfrm>
                <a:off x="1296500" y="855560"/>
                <a:ext cx="36360" cy="1674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6482C32-A639-1299-A4B0-A530C7485DE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278500" y="837560"/>
                  <a:ext cx="7200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1B76FB2-CE9D-8041-F919-B6731E8693A8}"/>
                    </a:ext>
                  </a:extLst>
                </p14:cNvPr>
                <p14:cNvContentPartPr/>
                <p14:nvPr/>
              </p14:nvContentPartPr>
              <p14:xfrm>
                <a:off x="1257260" y="795800"/>
                <a:ext cx="90000" cy="896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1B76FB2-CE9D-8041-F919-B6731E8693A8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239260" y="777800"/>
                  <a:ext cx="1256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FFC3E86-8589-306B-FCA4-F98C2FA9AA4E}"/>
                    </a:ext>
                  </a:extLst>
                </p14:cNvPr>
                <p14:cNvContentPartPr/>
                <p14:nvPr/>
              </p14:nvContentPartPr>
              <p14:xfrm>
                <a:off x="1407020" y="857360"/>
                <a:ext cx="17640" cy="676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FFC3E86-8589-306B-FCA4-F98C2FA9AA4E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389380" y="839360"/>
                  <a:ext cx="52567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9619F0F-05BB-9A15-1EE5-E29A82D5F93B}"/>
                    </a:ext>
                  </a:extLst>
                </p14:cNvPr>
                <p14:cNvContentPartPr/>
                <p14:nvPr/>
              </p14:nvContentPartPr>
              <p14:xfrm>
                <a:off x="1383980" y="777080"/>
                <a:ext cx="19440" cy="43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9619F0F-05BB-9A15-1EE5-E29A82D5F93B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365980" y="759080"/>
                  <a:ext cx="5508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9A940B7-2096-73D3-C835-41B58B6987D6}"/>
                    </a:ext>
                  </a:extLst>
                </p14:cNvPr>
                <p14:cNvContentPartPr/>
                <p14:nvPr/>
              </p14:nvContentPartPr>
              <p14:xfrm>
                <a:off x="1477220" y="826400"/>
                <a:ext cx="82800" cy="889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9A940B7-2096-73D3-C835-41B58B6987D6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459220" y="808400"/>
                  <a:ext cx="11844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5E22986-9C83-7883-8A8E-23B5A790F5FB}"/>
                    </a:ext>
                  </a:extLst>
                </p14:cNvPr>
                <p14:cNvContentPartPr/>
                <p14:nvPr/>
              </p14:nvContentPartPr>
              <p14:xfrm>
                <a:off x="1507460" y="825680"/>
                <a:ext cx="61200" cy="1350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5E22986-9C83-7883-8A8E-23B5A790F5FB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489460" y="807680"/>
                  <a:ext cx="9684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FC93E5A-0B27-2C0F-FE09-086972683E3D}"/>
                    </a:ext>
                  </a:extLst>
                </p14:cNvPr>
                <p14:cNvContentPartPr/>
                <p14:nvPr/>
              </p14:nvContentPartPr>
              <p14:xfrm>
                <a:off x="1617620" y="792920"/>
                <a:ext cx="66240" cy="871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FC93E5A-0B27-2C0F-FE09-086972683E3D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599620" y="774920"/>
                  <a:ext cx="10188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5278C24-C394-DEB6-2864-DAF29AD29D0F}"/>
                    </a:ext>
                  </a:extLst>
                </p14:cNvPr>
                <p14:cNvContentPartPr/>
                <p14:nvPr/>
              </p14:nvContentPartPr>
              <p14:xfrm>
                <a:off x="1756580" y="599240"/>
                <a:ext cx="21240" cy="2340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5278C24-C394-DEB6-2864-DAF29AD29D0F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738580" y="581240"/>
                  <a:ext cx="56880" cy="269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AA94393F-CE9E-0D58-C2FB-DD9ACF516CFF}"/>
                  </a:ext>
                </a:extLst>
              </p14:cNvPr>
              <p14:cNvContentPartPr/>
              <p14:nvPr/>
            </p14:nvContentPartPr>
            <p14:xfrm>
              <a:off x="1421420" y="3422000"/>
              <a:ext cx="653760" cy="291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AA94393F-CE9E-0D58-C2FB-DD9ACF516CF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1403420" y="3404000"/>
                <a:ext cx="689400" cy="6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D7474C28-7AD2-B5B3-9ABE-2FB14ACB057C}"/>
                  </a:ext>
                </a:extLst>
              </p14:cNvPr>
              <p14:cNvContentPartPr/>
              <p14:nvPr/>
            </p14:nvContentPartPr>
            <p14:xfrm>
              <a:off x="1306220" y="3739160"/>
              <a:ext cx="798480" cy="3672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D7474C28-7AD2-B5B3-9ABE-2FB14ACB057C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288220" y="3721160"/>
                <a:ext cx="834120" cy="7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06411251-F33B-4B73-654C-2785251675EF}"/>
                  </a:ext>
                </a:extLst>
              </p14:cNvPr>
              <p14:cNvContentPartPr/>
              <p14:nvPr/>
            </p14:nvContentPartPr>
            <p14:xfrm>
              <a:off x="5073364" y="561060"/>
              <a:ext cx="1968840" cy="6624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06411251-F33B-4B73-654C-2785251675EF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5055724" y="543420"/>
                <a:ext cx="2004480" cy="101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56D9C9E1-A162-16E2-E190-23695CB06BFB}"/>
                  </a:ext>
                </a:extLst>
              </p14:cNvPr>
              <p14:cNvContentPartPr/>
              <p14:nvPr/>
            </p14:nvContentPartPr>
            <p14:xfrm>
              <a:off x="7008364" y="436140"/>
              <a:ext cx="63720" cy="26460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56D9C9E1-A162-16E2-E190-23695CB06BFB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6990724" y="418500"/>
                <a:ext cx="99360" cy="300240"/>
              </a:xfrm>
              <a:prstGeom prst="rect">
                <a:avLst/>
              </a:prstGeom>
            </p:spPr>
          </p:pic>
        </mc:Fallback>
      </mc:AlternateContent>
      <p:grpSp>
        <p:nvGrpSpPr>
          <p:cNvPr id="32" name="Group 31">
            <a:extLst>
              <a:ext uri="{FF2B5EF4-FFF2-40B4-BE49-F238E27FC236}">
                <a16:creationId xmlns:a16="http://schemas.microsoft.com/office/drawing/2014/main" id="{852E7912-ABBC-ACFE-21DA-B8DEA793604F}"/>
              </a:ext>
            </a:extLst>
          </p:cNvPr>
          <p:cNvGrpSpPr/>
          <p:nvPr/>
        </p:nvGrpSpPr>
        <p:grpSpPr>
          <a:xfrm>
            <a:off x="2662804" y="486540"/>
            <a:ext cx="2117520" cy="4142520"/>
            <a:chOff x="2662804" y="486540"/>
            <a:chExt cx="2117520" cy="4142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396F2D3-0123-EC29-2F39-1F21220A2339}"/>
                    </a:ext>
                  </a:extLst>
                </p14:cNvPr>
                <p14:cNvContentPartPr/>
                <p14:nvPr/>
              </p14:nvContentPartPr>
              <p14:xfrm>
                <a:off x="4297204" y="557460"/>
                <a:ext cx="216720" cy="2880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396F2D3-0123-EC29-2F39-1F21220A2339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4279204" y="539460"/>
                  <a:ext cx="25236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9180F83-6478-9108-D39E-BE5CDA2F8A7D}"/>
                    </a:ext>
                  </a:extLst>
                </p14:cNvPr>
                <p14:cNvContentPartPr/>
                <p14:nvPr/>
              </p14:nvContentPartPr>
              <p14:xfrm>
                <a:off x="4567564" y="541620"/>
                <a:ext cx="212760" cy="2660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9180F83-6478-9108-D39E-BE5CDA2F8A7D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4549924" y="523980"/>
                  <a:ext cx="24840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9DF42CA-3889-A3B1-DC1A-0C39090483D6}"/>
                    </a:ext>
                  </a:extLst>
                </p14:cNvPr>
                <p14:cNvContentPartPr/>
                <p14:nvPr/>
              </p14:nvContentPartPr>
              <p14:xfrm>
                <a:off x="2662804" y="612540"/>
                <a:ext cx="1505880" cy="961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9DF42CA-3889-A3B1-DC1A-0C39090483D6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2644804" y="594540"/>
                  <a:ext cx="154152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DF3657B-D332-E19E-C17D-2EF7CBB573AB}"/>
                    </a:ext>
                  </a:extLst>
                </p14:cNvPr>
                <p14:cNvContentPartPr/>
                <p14:nvPr/>
              </p14:nvContentPartPr>
              <p14:xfrm>
                <a:off x="2669284" y="486540"/>
                <a:ext cx="111240" cy="2361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DF3657B-D332-E19E-C17D-2EF7CBB573AB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2651644" y="468540"/>
                  <a:ext cx="14688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615F2B0-0746-C27B-FD2D-1D41F517531C}"/>
                    </a:ext>
                  </a:extLst>
                </p14:cNvPr>
                <p14:cNvContentPartPr/>
                <p14:nvPr/>
              </p14:nvContentPartPr>
              <p14:xfrm>
                <a:off x="2692684" y="2763180"/>
                <a:ext cx="242280" cy="2026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615F2B0-0746-C27B-FD2D-1D41F517531C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2675044" y="2745180"/>
                  <a:ext cx="27792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1FD54BF-806A-EAA8-8E08-A6108D2CE95C}"/>
                    </a:ext>
                  </a:extLst>
                </p14:cNvPr>
                <p14:cNvContentPartPr/>
                <p14:nvPr/>
              </p14:nvContentPartPr>
              <p14:xfrm>
                <a:off x="2936404" y="2636820"/>
                <a:ext cx="207000" cy="2800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1FD54BF-806A-EAA8-8E08-A6108D2CE95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2918764" y="2619180"/>
                  <a:ext cx="24264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A3F1D2D-8C27-17BD-6C0C-19E134C3977F}"/>
                    </a:ext>
                  </a:extLst>
                </p14:cNvPr>
                <p14:cNvContentPartPr/>
                <p14:nvPr/>
              </p14:nvContentPartPr>
              <p14:xfrm>
                <a:off x="2856844" y="967500"/>
                <a:ext cx="51120" cy="17485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A3F1D2D-8C27-17BD-6C0C-19E134C3977F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2838844" y="949500"/>
                  <a:ext cx="86760" cy="178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810D8743-0875-AC7F-E1E1-9057C85557FF}"/>
                    </a:ext>
                  </a:extLst>
                </p14:cNvPr>
                <p14:cNvContentPartPr/>
                <p14:nvPr/>
              </p14:nvContentPartPr>
              <p14:xfrm>
                <a:off x="2772604" y="938340"/>
                <a:ext cx="196560" cy="1681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810D8743-0875-AC7F-E1E1-9057C85557FF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2754604" y="920700"/>
                  <a:ext cx="23220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C3DB8D1-EFFA-884D-F789-C33775B49469}"/>
                    </a:ext>
                  </a:extLst>
                </p14:cNvPr>
                <p14:cNvContentPartPr/>
                <p14:nvPr/>
              </p14:nvContentPartPr>
              <p14:xfrm>
                <a:off x="3015604" y="3233340"/>
                <a:ext cx="19080" cy="13957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C3DB8D1-EFFA-884D-F789-C33775B49469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2997604" y="3215340"/>
                  <a:ext cx="54720" cy="143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9029E80-C7D7-2E9C-C047-DB7FDAB4D1D8}"/>
                    </a:ext>
                  </a:extLst>
                </p14:cNvPr>
                <p14:cNvContentPartPr/>
                <p14:nvPr/>
              </p14:nvContentPartPr>
              <p14:xfrm>
                <a:off x="2865844" y="4453740"/>
                <a:ext cx="267840" cy="1576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9029E80-C7D7-2E9C-C047-DB7FDAB4D1D8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2848204" y="4436100"/>
                  <a:ext cx="303480" cy="193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A8F76B9-2492-E9B8-D1A8-7BDF29533BD2}"/>
              </a:ext>
            </a:extLst>
          </p:cNvPr>
          <p:cNvGrpSpPr/>
          <p:nvPr/>
        </p:nvGrpSpPr>
        <p:grpSpPr>
          <a:xfrm>
            <a:off x="220924" y="1079460"/>
            <a:ext cx="2343600" cy="816120"/>
            <a:chOff x="220924" y="1079460"/>
            <a:chExt cx="2343600" cy="816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4B49EC8-21AA-7DEA-BE74-FF548BDB38D9}"/>
                    </a:ext>
                  </a:extLst>
                </p14:cNvPr>
                <p14:cNvContentPartPr/>
                <p14:nvPr/>
              </p14:nvContentPartPr>
              <p14:xfrm>
                <a:off x="220924" y="1440900"/>
                <a:ext cx="342000" cy="4546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4B49EC8-21AA-7DEA-BE74-FF548BDB38D9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203284" y="1423260"/>
                  <a:ext cx="377640" cy="49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8A72B95-D311-7CB6-A3BE-1FDFD17C8601}"/>
                    </a:ext>
                  </a:extLst>
                </p14:cNvPr>
                <p14:cNvContentPartPr/>
                <p14:nvPr/>
              </p14:nvContentPartPr>
              <p14:xfrm>
                <a:off x="403444" y="1612980"/>
                <a:ext cx="161640" cy="1386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8A72B95-D311-7CB6-A3BE-1FDFD17C8601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385444" y="1594980"/>
                  <a:ext cx="19728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F09AF88-00E7-E1CB-EF28-99D1C3191CC5}"/>
                    </a:ext>
                  </a:extLst>
                </p14:cNvPr>
                <p14:cNvContentPartPr/>
                <p14:nvPr/>
              </p14:nvContentPartPr>
              <p14:xfrm>
                <a:off x="644284" y="1414620"/>
                <a:ext cx="358920" cy="3301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F09AF88-00E7-E1CB-EF28-99D1C3191CC5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626644" y="1396620"/>
                  <a:ext cx="394560" cy="36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19B6356-AA3F-2557-60D1-E0F0020AEDC2}"/>
                    </a:ext>
                  </a:extLst>
                </p14:cNvPr>
                <p14:cNvContentPartPr/>
                <p14:nvPr/>
              </p14:nvContentPartPr>
              <p14:xfrm>
                <a:off x="994564" y="1326780"/>
                <a:ext cx="259200" cy="2566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19B6356-AA3F-2557-60D1-E0F0020AEDC2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76924" y="1309140"/>
                  <a:ext cx="29484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9BC1E1DD-E5D3-3CEA-CA6D-73A4D5E3C340}"/>
                    </a:ext>
                  </a:extLst>
                </p14:cNvPr>
                <p14:cNvContentPartPr/>
                <p14:nvPr/>
              </p14:nvContentPartPr>
              <p14:xfrm>
                <a:off x="1163404" y="1351980"/>
                <a:ext cx="158760" cy="3751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9BC1E1DD-E5D3-3CEA-CA6D-73A4D5E3C340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145404" y="1333980"/>
                  <a:ext cx="194400" cy="41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1D8B5E4-1607-2A63-F166-359E49BD2163}"/>
                    </a:ext>
                  </a:extLst>
                </p14:cNvPr>
                <p14:cNvContentPartPr/>
                <p14:nvPr/>
              </p14:nvContentPartPr>
              <p14:xfrm>
                <a:off x="1572364" y="1517220"/>
                <a:ext cx="165240" cy="2584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1D8B5E4-1607-2A63-F166-359E49BD2163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554364" y="1499580"/>
                  <a:ext cx="20088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7E40B9A-5449-6A28-E912-B3A7C3B90A4B}"/>
                    </a:ext>
                  </a:extLst>
                </p14:cNvPr>
                <p14:cNvContentPartPr/>
                <p14:nvPr/>
              </p14:nvContentPartPr>
              <p14:xfrm>
                <a:off x="1630684" y="1449180"/>
                <a:ext cx="151560" cy="2289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7E40B9A-5449-6A28-E912-B3A7C3B90A4B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612684" y="1431180"/>
                  <a:ext cx="18720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0F8CDFE-2FC1-B8DA-0E3A-046BFBCB4077}"/>
                    </a:ext>
                  </a:extLst>
                </p14:cNvPr>
                <p14:cNvContentPartPr/>
                <p14:nvPr/>
              </p14:nvContentPartPr>
              <p14:xfrm>
                <a:off x="1809604" y="1484820"/>
                <a:ext cx="83160" cy="1623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0F8CDFE-2FC1-B8DA-0E3A-046BFBCB4077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791964" y="1466820"/>
                  <a:ext cx="11880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DC084B9-FE9C-0551-5C02-A274C3125469}"/>
                    </a:ext>
                  </a:extLst>
                </p14:cNvPr>
                <p14:cNvContentPartPr/>
                <p14:nvPr/>
              </p14:nvContentPartPr>
              <p14:xfrm>
                <a:off x="1815364" y="1345140"/>
                <a:ext cx="42120" cy="403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DC084B9-FE9C-0551-5C02-A274C3125469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797364" y="1327500"/>
                  <a:ext cx="7776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F0849DF-7DCA-F290-FC30-593459DFAE1B}"/>
                    </a:ext>
                  </a:extLst>
                </p14:cNvPr>
                <p14:cNvContentPartPr/>
                <p14:nvPr/>
              </p14:nvContentPartPr>
              <p14:xfrm>
                <a:off x="1950004" y="1409220"/>
                <a:ext cx="231120" cy="1144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F0849DF-7DCA-F290-FC30-593459DFAE1B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932364" y="1391580"/>
                  <a:ext cx="26676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79F9514-AFD6-3E96-EC57-B910F72F4A93}"/>
                    </a:ext>
                  </a:extLst>
                </p14:cNvPr>
                <p14:cNvContentPartPr/>
                <p14:nvPr/>
              </p14:nvContentPartPr>
              <p14:xfrm>
                <a:off x="2101564" y="1323900"/>
                <a:ext cx="53640" cy="2638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79F9514-AFD6-3E96-EC57-B910F72F4A93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2083924" y="1306260"/>
                  <a:ext cx="8928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D4622D6-EBFA-467A-146E-F443A971ED22}"/>
                    </a:ext>
                  </a:extLst>
                </p14:cNvPr>
                <p14:cNvContentPartPr/>
                <p14:nvPr/>
              </p14:nvContentPartPr>
              <p14:xfrm>
                <a:off x="2256004" y="1303380"/>
                <a:ext cx="151200" cy="1785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D4622D6-EBFA-467A-146E-F443A971ED22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2238004" y="1285380"/>
                  <a:ext cx="18684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57465A8-3832-AFFD-64D4-DC6808F195C6}"/>
                    </a:ext>
                  </a:extLst>
                </p14:cNvPr>
                <p14:cNvContentPartPr/>
                <p14:nvPr/>
              </p14:nvContentPartPr>
              <p14:xfrm>
                <a:off x="2376244" y="1079460"/>
                <a:ext cx="188280" cy="4140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57465A8-3832-AFFD-64D4-DC6808F195C6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2358604" y="1061460"/>
                  <a:ext cx="223920" cy="449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B9EC9260-28CF-2C71-BACE-7285274EC1E0}"/>
              </a:ext>
            </a:extLst>
          </p:cNvPr>
          <p:cNvGrpSpPr/>
          <p:nvPr/>
        </p:nvGrpSpPr>
        <p:grpSpPr>
          <a:xfrm>
            <a:off x="7408324" y="206100"/>
            <a:ext cx="922320" cy="322560"/>
            <a:chOff x="7408324" y="206100"/>
            <a:chExt cx="922320" cy="322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1A94C89-5E8C-E451-FD78-4CAEB728CF4D}"/>
                    </a:ext>
                  </a:extLst>
                </p14:cNvPr>
                <p14:cNvContentPartPr/>
                <p14:nvPr/>
              </p14:nvContentPartPr>
              <p14:xfrm>
                <a:off x="7445044" y="448380"/>
                <a:ext cx="2520" cy="104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1A94C89-5E8C-E451-FD78-4CAEB728CF4D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7427044" y="430740"/>
                  <a:ext cx="3816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4FF8E09-1DAF-1FBE-5863-9BC8295944F8}"/>
                    </a:ext>
                  </a:extLst>
                </p14:cNvPr>
                <p14:cNvContentPartPr/>
                <p14:nvPr/>
              </p14:nvContentPartPr>
              <p14:xfrm>
                <a:off x="7449364" y="298980"/>
                <a:ext cx="12600" cy="2296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4FF8E09-1DAF-1FBE-5863-9BC8295944F8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7431364" y="280980"/>
                  <a:ext cx="4824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D8A81DD-4339-8A19-514E-2BDC09FDBB01}"/>
                    </a:ext>
                  </a:extLst>
                </p14:cNvPr>
                <p14:cNvContentPartPr/>
                <p14:nvPr/>
              </p14:nvContentPartPr>
              <p14:xfrm>
                <a:off x="7408324" y="265860"/>
                <a:ext cx="24120" cy="2664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D8A81DD-4339-8A19-514E-2BDC09FDBB01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7390324" y="247860"/>
                  <a:ext cx="5976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8C6A7D3-F6EF-D37D-1DFF-DD4D30E1D1DB}"/>
                    </a:ext>
                  </a:extLst>
                </p14:cNvPr>
                <p14:cNvContentPartPr/>
                <p14:nvPr/>
              </p14:nvContentPartPr>
              <p14:xfrm>
                <a:off x="7560604" y="349740"/>
                <a:ext cx="152280" cy="1346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8C6A7D3-F6EF-D37D-1DFF-DD4D30E1D1DB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7542964" y="331740"/>
                  <a:ext cx="1879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9F874605-DE2F-661F-4AE1-557201765B0A}"/>
                    </a:ext>
                  </a:extLst>
                </p14:cNvPr>
                <p14:cNvContentPartPr/>
                <p14:nvPr/>
              </p14:nvContentPartPr>
              <p14:xfrm>
                <a:off x="7765084" y="367380"/>
                <a:ext cx="54000" cy="1515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9F874605-DE2F-661F-4AE1-557201765B0A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7747084" y="349740"/>
                  <a:ext cx="8964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87C9314D-416B-B914-540D-FF88C8AEB425}"/>
                    </a:ext>
                  </a:extLst>
                </p14:cNvPr>
                <p14:cNvContentPartPr/>
                <p14:nvPr/>
              </p14:nvContentPartPr>
              <p14:xfrm>
                <a:off x="7797844" y="331380"/>
                <a:ext cx="66240" cy="1065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87C9314D-416B-B914-540D-FF88C8AEB425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7779844" y="313740"/>
                  <a:ext cx="10188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509B09C-317B-5F5B-1606-A7C0F6F4CC2A}"/>
                    </a:ext>
                  </a:extLst>
                </p14:cNvPr>
                <p14:cNvContentPartPr/>
                <p14:nvPr/>
              </p14:nvContentPartPr>
              <p14:xfrm>
                <a:off x="7877764" y="341820"/>
                <a:ext cx="152280" cy="907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509B09C-317B-5F5B-1606-A7C0F6F4CC2A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7859764" y="324180"/>
                  <a:ext cx="18792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6C7D5FB-D871-A2A3-B145-F00BAB0770FF}"/>
                    </a:ext>
                  </a:extLst>
                </p14:cNvPr>
                <p14:cNvContentPartPr/>
                <p14:nvPr/>
              </p14:nvContentPartPr>
              <p14:xfrm>
                <a:off x="8086204" y="206100"/>
                <a:ext cx="58320" cy="2548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6C7D5FB-D871-A2A3-B145-F00BAB0770FF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068204" y="188100"/>
                  <a:ext cx="9396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F000ADA-5EB0-AD5B-CBE4-C06E856EA512}"/>
                    </a:ext>
                  </a:extLst>
                </p14:cNvPr>
                <p14:cNvContentPartPr/>
                <p14:nvPr/>
              </p14:nvContentPartPr>
              <p14:xfrm>
                <a:off x="8079004" y="303660"/>
                <a:ext cx="70560" cy="604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F000ADA-5EB0-AD5B-CBE4-C06E856EA512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8061364" y="286020"/>
                  <a:ext cx="10620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616990D-70F4-27A7-9006-E246A08B1F52}"/>
                    </a:ext>
                  </a:extLst>
                </p14:cNvPr>
                <p14:cNvContentPartPr/>
                <p14:nvPr/>
              </p14:nvContentPartPr>
              <p14:xfrm>
                <a:off x="8235244" y="252180"/>
                <a:ext cx="95400" cy="18216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616990D-70F4-27A7-9006-E246A08B1F52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8217604" y="234540"/>
                  <a:ext cx="131040" cy="217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86145EFD-5CFD-B1BA-FC37-BF5E5B23E824}"/>
                  </a:ext>
                </a:extLst>
              </p14:cNvPr>
              <p14:cNvContentPartPr/>
              <p14:nvPr/>
            </p14:nvContentPartPr>
            <p14:xfrm>
              <a:off x="9439444" y="1004220"/>
              <a:ext cx="189000" cy="274680"/>
            </p14:xfrm>
          </p:contentPart>
        </mc:Choice>
        <mc:Fallback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86145EFD-5CFD-B1BA-FC37-BF5E5B23E824}"/>
                  </a:ext>
                </a:extLst>
              </p:cNvPr>
              <p:cNvPicPr/>
              <p:nvPr/>
            </p:nvPicPr>
            <p:blipFill>
              <a:blip r:embed="rId98"/>
              <a:stretch>
                <a:fillRect/>
              </a:stretch>
            </p:blipFill>
            <p:spPr>
              <a:xfrm>
                <a:off x="9421444" y="986220"/>
                <a:ext cx="224640" cy="31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B9B27FB6-0839-AF8D-CE58-54FFE03D84B4}"/>
                  </a:ext>
                </a:extLst>
              </p14:cNvPr>
              <p14:cNvContentPartPr/>
              <p14:nvPr/>
            </p14:nvContentPartPr>
            <p14:xfrm>
              <a:off x="9408484" y="1834740"/>
              <a:ext cx="147960" cy="266400"/>
            </p14:xfrm>
          </p:contentPart>
        </mc:Choice>
        <mc:Fallback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B9B27FB6-0839-AF8D-CE58-54FFE03D84B4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9390844" y="1817100"/>
                <a:ext cx="183600" cy="30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1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043532D7-C384-46DF-18A8-C09FD249AE6B}"/>
                  </a:ext>
                </a:extLst>
              </p14:cNvPr>
              <p14:cNvContentPartPr/>
              <p14:nvPr/>
            </p14:nvContentPartPr>
            <p14:xfrm>
              <a:off x="9426124" y="2637900"/>
              <a:ext cx="64080" cy="219600"/>
            </p14:xfrm>
          </p:contentPart>
        </mc:Choice>
        <mc:Fallback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043532D7-C384-46DF-18A8-C09FD249AE6B}"/>
                  </a:ext>
                </a:extLst>
              </p:cNvPr>
              <p:cNvPicPr/>
              <p:nvPr/>
            </p:nvPicPr>
            <p:blipFill>
              <a:blip r:embed="rId102"/>
              <a:stretch>
                <a:fillRect/>
              </a:stretch>
            </p:blipFill>
            <p:spPr>
              <a:xfrm>
                <a:off x="9408124" y="2620260"/>
                <a:ext cx="99720" cy="25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3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0DDA9504-2D70-12E1-773D-78695430E884}"/>
                  </a:ext>
                </a:extLst>
              </p14:cNvPr>
              <p14:cNvContentPartPr/>
              <p14:nvPr/>
            </p14:nvContentPartPr>
            <p14:xfrm>
              <a:off x="9510724" y="3416580"/>
              <a:ext cx="100080" cy="210600"/>
            </p14:xfrm>
          </p:contentPart>
        </mc:Choice>
        <mc:Fallback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0DDA9504-2D70-12E1-773D-78695430E884}"/>
                  </a:ext>
                </a:extLst>
              </p:cNvPr>
              <p:cNvPicPr/>
              <p:nvPr/>
            </p:nvPicPr>
            <p:blipFill>
              <a:blip r:embed="rId104"/>
              <a:stretch>
                <a:fillRect/>
              </a:stretch>
            </p:blipFill>
            <p:spPr>
              <a:xfrm>
                <a:off x="9493084" y="3398580"/>
                <a:ext cx="13572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5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F7B29999-5AB9-EE92-0558-0A7AE95DD19B}"/>
                  </a:ext>
                </a:extLst>
              </p14:cNvPr>
              <p14:cNvContentPartPr/>
              <p14:nvPr/>
            </p14:nvContentPartPr>
            <p14:xfrm>
              <a:off x="9504244" y="4040820"/>
              <a:ext cx="231480" cy="203400"/>
            </p14:xfrm>
          </p:contentPart>
        </mc:Choice>
        <mc:Fallback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F7B29999-5AB9-EE92-0558-0A7AE95DD19B}"/>
                  </a:ext>
                </a:extLst>
              </p:cNvPr>
              <p:cNvPicPr/>
              <p:nvPr/>
            </p:nvPicPr>
            <p:blipFill>
              <a:blip r:embed="rId106"/>
              <a:stretch>
                <a:fillRect/>
              </a:stretch>
            </p:blipFill>
            <p:spPr>
              <a:xfrm>
                <a:off x="9486244" y="4023180"/>
                <a:ext cx="267120" cy="23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7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D8865265-22FE-77BC-D0EB-36DB57C764E7}"/>
                  </a:ext>
                </a:extLst>
              </p14:cNvPr>
              <p14:cNvContentPartPr/>
              <p14:nvPr/>
            </p14:nvContentPartPr>
            <p14:xfrm>
              <a:off x="3829564" y="1360260"/>
              <a:ext cx="2202480" cy="3094920"/>
            </p14:xfrm>
          </p:contentPart>
        </mc:Choice>
        <mc:Fallback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D8865265-22FE-77BC-D0EB-36DB57C764E7}"/>
                  </a:ext>
                </a:extLst>
              </p:cNvPr>
              <p:cNvPicPr/>
              <p:nvPr/>
            </p:nvPicPr>
            <p:blipFill>
              <a:blip r:embed="rId108"/>
              <a:stretch>
                <a:fillRect/>
              </a:stretch>
            </p:blipFill>
            <p:spPr>
              <a:xfrm>
                <a:off x="3775564" y="1252620"/>
                <a:ext cx="2310120" cy="331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9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82BF938B-CE19-D686-A7F2-7712E2070FE4}"/>
                  </a:ext>
                </a:extLst>
              </p14:cNvPr>
              <p14:cNvContentPartPr/>
              <p14:nvPr/>
            </p14:nvContentPartPr>
            <p14:xfrm>
              <a:off x="4115044" y="2002500"/>
              <a:ext cx="1652040" cy="2357280"/>
            </p14:xfrm>
          </p:contentPart>
        </mc:Choice>
        <mc:Fallback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82BF938B-CE19-D686-A7F2-7712E2070FE4}"/>
                  </a:ext>
                </a:extLst>
              </p:cNvPr>
              <p:cNvPicPr/>
              <p:nvPr/>
            </p:nvPicPr>
            <p:blipFill>
              <a:blip r:embed="rId110"/>
              <a:stretch>
                <a:fillRect/>
              </a:stretch>
            </p:blipFill>
            <p:spPr>
              <a:xfrm>
                <a:off x="4061044" y="1894860"/>
                <a:ext cx="1759680" cy="257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9FEB1E56-23C0-69E9-E8E7-40DEC4E7A734}"/>
                  </a:ext>
                </a:extLst>
              </p14:cNvPr>
              <p14:cNvContentPartPr/>
              <p14:nvPr/>
            </p14:nvContentPartPr>
            <p14:xfrm>
              <a:off x="3921004" y="1330020"/>
              <a:ext cx="2132280" cy="3246840"/>
            </p14:xfrm>
          </p:contentPart>
        </mc:Choice>
        <mc:Fallback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9FEB1E56-23C0-69E9-E8E7-40DEC4E7A734}"/>
                  </a:ext>
                </a:extLst>
              </p:cNvPr>
              <p:cNvPicPr/>
              <p:nvPr/>
            </p:nvPicPr>
            <p:blipFill>
              <a:blip r:embed="rId112"/>
              <a:stretch>
                <a:fillRect/>
              </a:stretch>
            </p:blipFill>
            <p:spPr>
              <a:xfrm>
                <a:off x="3867364" y="1222020"/>
                <a:ext cx="2239920" cy="346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475D6476-52C1-368C-EB0F-D2F68FA89CDF}"/>
                  </a:ext>
                </a:extLst>
              </p14:cNvPr>
              <p14:cNvContentPartPr/>
              <p14:nvPr/>
            </p14:nvContentPartPr>
            <p14:xfrm>
              <a:off x="8775244" y="1393380"/>
              <a:ext cx="155520" cy="379800"/>
            </p14:xfrm>
          </p:contentPart>
        </mc:Choice>
        <mc:Fallback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475D6476-52C1-368C-EB0F-D2F68FA89CDF}"/>
                  </a:ext>
                </a:extLst>
              </p:cNvPr>
              <p:cNvPicPr/>
              <p:nvPr/>
            </p:nvPicPr>
            <p:blipFill>
              <a:blip r:embed="rId114"/>
              <a:stretch>
                <a:fillRect/>
              </a:stretch>
            </p:blipFill>
            <p:spPr>
              <a:xfrm>
                <a:off x="8721244" y="1285380"/>
                <a:ext cx="263160" cy="59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5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93B9C73E-7408-F8E3-6EFE-CD5E5AD41D09}"/>
                  </a:ext>
                </a:extLst>
              </p14:cNvPr>
              <p14:cNvContentPartPr/>
              <p14:nvPr/>
            </p14:nvContentPartPr>
            <p14:xfrm>
              <a:off x="8656084" y="1346940"/>
              <a:ext cx="195480" cy="300600"/>
            </p14:xfrm>
          </p:contentPart>
        </mc:Choice>
        <mc:Fallback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93B9C73E-7408-F8E3-6EFE-CD5E5AD41D09}"/>
                  </a:ext>
                </a:extLst>
              </p:cNvPr>
              <p:cNvPicPr/>
              <p:nvPr/>
            </p:nvPicPr>
            <p:blipFill>
              <a:blip r:embed="rId116"/>
              <a:stretch>
                <a:fillRect/>
              </a:stretch>
            </p:blipFill>
            <p:spPr>
              <a:xfrm>
                <a:off x="8602444" y="1239300"/>
                <a:ext cx="303120" cy="51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7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051D43B4-DB45-CBE7-9F00-5B66756A3876}"/>
                  </a:ext>
                </a:extLst>
              </p14:cNvPr>
              <p14:cNvContentPartPr/>
              <p14:nvPr/>
            </p14:nvContentPartPr>
            <p14:xfrm>
              <a:off x="8541244" y="1362780"/>
              <a:ext cx="243360" cy="135720"/>
            </p14:xfrm>
          </p:contentPart>
        </mc:Choice>
        <mc:Fallback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051D43B4-DB45-CBE7-9F00-5B66756A3876}"/>
                  </a:ext>
                </a:extLst>
              </p:cNvPr>
              <p:cNvPicPr/>
              <p:nvPr/>
            </p:nvPicPr>
            <p:blipFill>
              <a:blip r:embed="rId118"/>
              <a:stretch>
                <a:fillRect/>
              </a:stretch>
            </p:blipFill>
            <p:spPr>
              <a:xfrm>
                <a:off x="8487604" y="1254780"/>
                <a:ext cx="351000" cy="351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9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E4F0F89A-5E7F-7B91-B4CA-6AA1C4C71629}"/>
                  </a:ext>
                </a:extLst>
              </p14:cNvPr>
              <p14:cNvContentPartPr/>
              <p14:nvPr/>
            </p14:nvContentPartPr>
            <p14:xfrm>
              <a:off x="8452324" y="1264500"/>
              <a:ext cx="270360" cy="108360"/>
            </p14:xfrm>
          </p:contentPart>
        </mc:Choice>
        <mc:Fallback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E4F0F89A-5E7F-7B91-B4CA-6AA1C4C71629}"/>
                  </a:ext>
                </a:extLst>
              </p:cNvPr>
              <p:cNvPicPr/>
              <p:nvPr/>
            </p:nvPicPr>
            <p:blipFill>
              <a:blip r:embed="rId120"/>
              <a:stretch>
                <a:fillRect/>
              </a:stretch>
            </p:blipFill>
            <p:spPr>
              <a:xfrm>
                <a:off x="8398684" y="1156500"/>
                <a:ext cx="378000" cy="32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1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16C2DFC0-B69A-859F-44F5-4A791670B87D}"/>
                  </a:ext>
                </a:extLst>
              </p14:cNvPr>
              <p14:cNvContentPartPr/>
              <p14:nvPr/>
            </p14:nvContentPartPr>
            <p14:xfrm>
              <a:off x="8433964" y="1266660"/>
              <a:ext cx="272160" cy="63360"/>
            </p14:xfrm>
          </p:contentPart>
        </mc:Choice>
        <mc:Fallback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16C2DFC0-B69A-859F-44F5-4A791670B87D}"/>
                  </a:ext>
                </a:extLst>
              </p:cNvPr>
              <p:cNvPicPr/>
              <p:nvPr/>
            </p:nvPicPr>
            <p:blipFill>
              <a:blip r:embed="rId122"/>
              <a:stretch>
                <a:fillRect/>
              </a:stretch>
            </p:blipFill>
            <p:spPr>
              <a:xfrm>
                <a:off x="8379964" y="1158660"/>
                <a:ext cx="379800" cy="27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3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978018C8-607B-F8D0-8643-F1A190469C89}"/>
                  </a:ext>
                </a:extLst>
              </p14:cNvPr>
              <p14:cNvContentPartPr/>
              <p14:nvPr/>
            </p14:nvContentPartPr>
            <p14:xfrm>
              <a:off x="8471044" y="1219500"/>
              <a:ext cx="241200" cy="15120"/>
            </p14:xfrm>
          </p:contentPart>
        </mc:Choice>
        <mc:Fallback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978018C8-607B-F8D0-8643-F1A190469C89}"/>
                  </a:ext>
                </a:extLst>
              </p:cNvPr>
              <p:cNvPicPr/>
              <p:nvPr/>
            </p:nvPicPr>
            <p:blipFill>
              <a:blip r:embed="rId124"/>
              <a:stretch>
                <a:fillRect/>
              </a:stretch>
            </p:blipFill>
            <p:spPr>
              <a:xfrm>
                <a:off x="8417404" y="1111500"/>
                <a:ext cx="348840" cy="230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5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10D22D0E-F046-9B42-E065-D5A6BEC105F1}"/>
                  </a:ext>
                </a:extLst>
              </p14:cNvPr>
              <p14:cNvContentPartPr/>
              <p14:nvPr/>
            </p14:nvContentPartPr>
            <p14:xfrm>
              <a:off x="8400844" y="1045620"/>
              <a:ext cx="333360" cy="80280"/>
            </p14:xfrm>
          </p:contentPart>
        </mc:Choice>
        <mc:Fallback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10D22D0E-F046-9B42-E065-D5A6BEC105F1}"/>
                  </a:ext>
                </a:extLst>
              </p:cNvPr>
              <p:cNvPicPr/>
              <p:nvPr/>
            </p:nvPicPr>
            <p:blipFill>
              <a:blip r:embed="rId126"/>
              <a:stretch>
                <a:fillRect/>
              </a:stretch>
            </p:blipFill>
            <p:spPr>
              <a:xfrm>
                <a:off x="8347204" y="937620"/>
                <a:ext cx="441000" cy="29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7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95BBEC7B-BF11-8E1D-08C8-6AC603A9EE7F}"/>
                  </a:ext>
                </a:extLst>
              </p14:cNvPr>
              <p14:cNvContentPartPr/>
              <p14:nvPr/>
            </p14:nvContentPartPr>
            <p14:xfrm>
              <a:off x="8355124" y="935820"/>
              <a:ext cx="358200" cy="120960"/>
            </p14:xfrm>
          </p:contentPart>
        </mc:Choice>
        <mc:Fallback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95BBEC7B-BF11-8E1D-08C8-6AC603A9EE7F}"/>
                  </a:ext>
                </a:extLst>
              </p:cNvPr>
              <p:cNvPicPr/>
              <p:nvPr/>
            </p:nvPicPr>
            <p:blipFill>
              <a:blip r:embed="rId128"/>
              <a:stretch>
                <a:fillRect/>
              </a:stretch>
            </p:blipFill>
            <p:spPr>
              <a:xfrm>
                <a:off x="8301484" y="828180"/>
                <a:ext cx="465840" cy="33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9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D868DDCF-6CC6-1469-C1CA-8116FC9AA539}"/>
                  </a:ext>
                </a:extLst>
              </p14:cNvPr>
              <p14:cNvContentPartPr/>
              <p14:nvPr/>
            </p14:nvContentPartPr>
            <p14:xfrm>
              <a:off x="8120764" y="1793700"/>
              <a:ext cx="694080" cy="2164320"/>
            </p14:xfrm>
          </p:contentPart>
        </mc:Choice>
        <mc:Fallback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D868DDCF-6CC6-1469-C1CA-8116FC9AA539}"/>
                  </a:ext>
                </a:extLst>
              </p:cNvPr>
              <p:cNvPicPr/>
              <p:nvPr/>
            </p:nvPicPr>
            <p:blipFill>
              <a:blip r:embed="rId130"/>
              <a:stretch>
                <a:fillRect/>
              </a:stretch>
            </p:blipFill>
            <p:spPr>
              <a:xfrm>
                <a:off x="8066764" y="1685700"/>
                <a:ext cx="801720" cy="237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1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121A4547-2055-D121-66B8-1550BE30FCC2}"/>
                  </a:ext>
                </a:extLst>
              </p14:cNvPr>
              <p14:cNvContentPartPr/>
              <p14:nvPr/>
            </p14:nvContentPartPr>
            <p14:xfrm>
              <a:off x="8026444" y="1436940"/>
              <a:ext cx="745200" cy="966960"/>
            </p14:xfrm>
          </p:contentPart>
        </mc:Choice>
        <mc:Fallback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121A4547-2055-D121-66B8-1550BE30FCC2}"/>
                  </a:ext>
                </a:extLst>
              </p:cNvPr>
              <p:cNvPicPr/>
              <p:nvPr/>
            </p:nvPicPr>
            <p:blipFill>
              <a:blip r:embed="rId132"/>
              <a:stretch>
                <a:fillRect/>
              </a:stretch>
            </p:blipFill>
            <p:spPr>
              <a:xfrm>
                <a:off x="7972804" y="1328940"/>
                <a:ext cx="852840" cy="118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3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ECF1B566-2C69-D38C-88CE-9559D04D3001}"/>
                  </a:ext>
                </a:extLst>
              </p14:cNvPr>
              <p14:cNvContentPartPr/>
              <p14:nvPr/>
            </p14:nvContentPartPr>
            <p14:xfrm>
              <a:off x="7985044" y="1383300"/>
              <a:ext cx="714600" cy="597960"/>
            </p14:xfrm>
          </p:contentPart>
        </mc:Choice>
        <mc:Fallback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ECF1B566-2C69-D38C-88CE-9559D04D3001}"/>
                  </a:ext>
                </a:extLst>
              </p:cNvPr>
              <p:cNvPicPr/>
              <p:nvPr/>
            </p:nvPicPr>
            <p:blipFill>
              <a:blip r:embed="rId134"/>
              <a:stretch>
                <a:fillRect/>
              </a:stretch>
            </p:blipFill>
            <p:spPr>
              <a:xfrm>
                <a:off x="7931404" y="1275300"/>
                <a:ext cx="822240" cy="81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5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61A3773C-8E9E-9F50-77C8-162D20928A9B}"/>
                  </a:ext>
                </a:extLst>
              </p14:cNvPr>
              <p14:cNvContentPartPr/>
              <p14:nvPr/>
            </p14:nvContentPartPr>
            <p14:xfrm>
              <a:off x="7825204" y="1253340"/>
              <a:ext cx="889560" cy="363960"/>
            </p14:xfrm>
          </p:contentPart>
        </mc:Choice>
        <mc:Fallback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61A3773C-8E9E-9F50-77C8-162D20928A9B}"/>
                  </a:ext>
                </a:extLst>
              </p:cNvPr>
              <p:cNvPicPr/>
              <p:nvPr/>
            </p:nvPicPr>
            <p:blipFill>
              <a:blip r:embed="rId136"/>
              <a:stretch>
                <a:fillRect/>
              </a:stretch>
            </p:blipFill>
            <p:spPr>
              <a:xfrm>
                <a:off x="7771204" y="1145700"/>
                <a:ext cx="997200" cy="57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7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7A380D6F-762E-CC90-07E7-45CDDC1B5F77}"/>
                  </a:ext>
                </a:extLst>
              </p14:cNvPr>
              <p14:cNvContentPartPr/>
              <p14:nvPr/>
            </p14:nvContentPartPr>
            <p14:xfrm>
              <a:off x="7866964" y="1215540"/>
              <a:ext cx="752040" cy="175320"/>
            </p14:xfrm>
          </p:contentPart>
        </mc:Choice>
        <mc:Fallback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7A380D6F-762E-CC90-07E7-45CDDC1B5F77}"/>
                  </a:ext>
                </a:extLst>
              </p:cNvPr>
              <p:cNvPicPr/>
              <p:nvPr/>
            </p:nvPicPr>
            <p:blipFill>
              <a:blip r:embed="rId138"/>
              <a:stretch>
                <a:fillRect/>
              </a:stretch>
            </p:blipFill>
            <p:spPr>
              <a:xfrm>
                <a:off x="7813324" y="1107540"/>
                <a:ext cx="859680" cy="39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9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53697A40-0CFF-241E-6982-28B9D57A7845}"/>
                  </a:ext>
                </a:extLst>
              </p14:cNvPr>
              <p14:cNvContentPartPr/>
              <p14:nvPr/>
            </p14:nvContentPartPr>
            <p14:xfrm>
              <a:off x="8091964" y="1083060"/>
              <a:ext cx="553320" cy="30960"/>
            </p14:xfrm>
          </p:contentPart>
        </mc:Choice>
        <mc:Fallback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53697A40-0CFF-241E-6982-28B9D57A7845}"/>
                  </a:ext>
                </a:extLst>
              </p:cNvPr>
              <p:cNvPicPr/>
              <p:nvPr/>
            </p:nvPicPr>
            <p:blipFill>
              <a:blip r:embed="rId140"/>
              <a:stretch>
                <a:fillRect/>
              </a:stretch>
            </p:blipFill>
            <p:spPr>
              <a:xfrm>
                <a:off x="8037964" y="975060"/>
                <a:ext cx="660960" cy="24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1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1164CBCD-6DD8-7EE1-78E6-9DA41952AFA9}"/>
                  </a:ext>
                </a:extLst>
              </p14:cNvPr>
              <p14:cNvContentPartPr/>
              <p14:nvPr/>
            </p14:nvContentPartPr>
            <p14:xfrm>
              <a:off x="7962364" y="818100"/>
              <a:ext cx="465120" cy="168840"/>
            </p14:xfrm>
          </p:contentPart>
        </mc:Choice>
        <mc:Fallback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1164CBCD-6DD8-7EE1-78E6-9DA41952AFA9}"/>
                  </a:ext>
                </a:extLst>
              </p:cNvPr>
              <p:cNvPicPr/>
              <p:nvPr/>
            </p:nvPicPr>
            <p:blipFill>
              <a:blip r:embed="rId142"/>
              <a:stretch>
                <a:fillRect/>
              </a:stretch>
            </p:blipFill>
            <p:spPr>
              <a:xfrm>
                <a:off x="7908364" y="710100"/>
                <a:ext cx="572760" cy="384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3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489F8BA9-2EEF-2A36-68FA-DAADE37837EA}"/>
                  </a:ext>
                </a:extLst>
              </p14:cNvPr>
              <p14:cNvContentPartPr/>
              <p14:nvPr/>
            </p14:nvContentPartPr>
            <p14:xfrm>
              <a:off x="8018524" y="783540"/>
              <a:ext cx="335160" cy="192960"/>
            </p14:xfrm>
          </p:contentPart>
        </mc:Choice>
        <mc:Fallback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489F8BA9-2EEF-2A36-68FA-DAADE37837EA}"/>
                  </a:ext>
                </a:extLst>
              </p:cNvPr>
              <p:cNvPicPr/>
              <p:nvPr/>
            </p:nvPicPr>
            <p:blipFill>
              <a:blip r:embed="rId144"/>
              <a:stretch>
                <a:fillRect/>
              </a:stretch>
            </p:blipFill>
            <p:spPr>
              <a:xfrm>
                <a:off x="7964884" y="675540"/>
                <a:ext cx="442800" cy="408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016803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Operation</a:t>
            </a:r>
            <a:r>
              <a:rPr spc="195" dirty="0"/>
              <a:t> </a:t>
            </a:r>
            <a:r>
              <a:rPr dirty="0"/>
              <a:t>of</a:t>
            </a:r>
            <a:r>
              <a:rPr spc="240" dirty="0"/>
              <a:t> </a:t>
            </a:r>
            <a:r>
              <a:rPr dirty="0"/>
              <a:t>a</a:t>
            </a:r>
            <a:r>
              <a:rPr spc="229" dirty="0"/>
              <a:t> </a:t>
            </a:r>
            <a:r>
              <a:rPr spc="55" dirty="0"/>
              <a:t>neural</a:t>
            </a:r>
            <a:r>
              <a:rPr spc="220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57250" y="4915915"/>
            <a:ext cx="11515725" cy="166306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 indent="-227965">
              <a:lnSpc>
                <a:spcPts val="2345"/>
              </a:lnSpc>
              <a:spcBef>
                <a:spcPts val="100"/>
              </a:spcBef>
              <a:buFont typeface="Arial"/>
              <a:buChar char="•"/>
              <a:tabLst>
                <a:tab pos="240665" algn="l"/>
              </a:tabLst>
            </a:pPr>
            <a:r>
              <a:rPr sz="2000" spc="50" dirty="0">
                <a:latin typeface="Calibri"/>
                <a:cs typeface="Calibri"/>
              </a:rPr>
              <a:t>Image</a:t>
            </a:r>
            <a:r>
              <a:rPr sz="2000" spc="100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is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made</a:t>
            </a:r>
            <a:r>
              <a:rPr sz="2000" spc="1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up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set</a:t>
            </a:r>
            <a:r>
              <a:rPr sz="2000" spc="1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number</a:t>
            </a:r>
            <a:r>
              <a:rPr sz="2000" spc="11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120" dirty="0">
                <a:latin typeface="Calibri"/>
                <a:cs typeface="Calibri"/>
              </a:rPr>
              <a:t> </a:t>
            </a:r>
            <a:r>
              <a:rPr sz="2000" spc="55" dirty="0">
                <a:latin typeface="Calibri"/>
                <a:cs typeface="Calibri"/>
              </a:rPr>
              <a:t>pixels</a:t>
            </a:r>
            <a:endParaRPr sz="2000">
              <a:latin typeface="Calibri"/>
              <a:cs typeface="Calibri"/>
            </a:endParaRPr>
          </a:p>
          <a:p>
            <a:pPr marL="698500" lvl="1" indent="-228600">
              <a:lnSpc>
                <a:spcPts val="1935"/>
              </a:lnSpc>
              <a:buFont typeface="Arial"/>
              <a:buChar char="•"/>
              <a:tabLst>
                <a:tab pos="698500" algn="l"/>
              </a:tabLst>
            </a:pPr>
            <a:r>
              <a:rPr sz="1700" dirty="0">
                <a:latin typeface="Calibri"/>
                <a:cs typeface="Calibri"/>
              </a:rPr>
              <a:t>Each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65" dirty="0">
                <a:latin typeface="Calibri"/>
                <a:cs typeface="Calibri"/>
              </a:rPr>
              <a:t>pixel</a:t>
            </a:r>
            <a:r>
              <a:rPr sz="1700" spc="13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becomes</a:t>
            </a:r>
            <a:r>
              <a:rPr sz="1700" spc="11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</a:t>
            </a:r>
            <a:r>
              <a:rPr sz="1700" spc="14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input</a:t>
            </a:r>
            <a:endParaRPr sz="1700">
              <a:latin typeface="Calibri"/>
              <a:cs typeface="Calibri"/>
            </a:endParaRPr>
          </a:p>
          <a:p>
            <a:pPr marL="698500" lvl="1" indent="-228600">
              <a:lnSpc>
                <a:spcPts val="1925"/>
              </a:lnSpc>
              <a:buFont typeface="Arial"/>
              <a:buChar char="•"/>
              <a:tabLst>
                <a:tab pos="698500" algn="l"/>
              </a:tabLst>
            </a:pPr>
            <a:r>
              <a:rPr sz="1700" spc="50" dirty="0">
                <a:latin typeface="Calibri"/>
                <a:cs typeface="Calibri"/>
              </a:rPr>
              <a:t>Example</a:t>
            </a:r>
            <a:r>
              <a:rPr sz="1700" spc="6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here:</a:t>
            </a:r>
            <a:r>
              <a:rPr sz="1700" spc="6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each</a:t>
            </a:r>
            <a:r>
              <a:rPr sz="1700" spc="60" dirty="0">
                <a:latin typeface="Calibri"/>
                <a:cs typeface="Calibri"/>
              </a:rPr>
              <a:t> </a:t>
            </a:r>
            <a:r>
              <a:rPr sz="1700" spc="65" dirty="0">
                <a:latin typeface="Calibri"/>
                <a:cs typeface="Calibri"/>
              </a:rPr>
              <a:t>pixel</a:t>
            </a:r>
            <a:r>
              <a:rPr sz="1700" spc="60" dirty="0">
                <a:latin typeface="Calibri"/>
                <a:cs typeface="Calibri"/>
              </a:rPr>
              <a:t> </a:t>
            </a:r>
            <a:r>
              <a:rPr sz="1700" spc="55" dirty="0">
                <a:latin typeface="Calibri"/>
                <a:cs typeface="Calibri"/>
              </a:rPr>
              <a:t>is</a:t>
            </a:r>
            <a:r>
              <a:rPr sz="1700" spc="6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from</a:t>
            </a:r>
            <a:r>
              <a:rPr sz="1700" spc="65" dirty="0">
                <a:latin typeface="Calibri"/>
                <a:cs typeface="Calibri"/>
              </a:rPr>
              <a:t> </a:t>
            </a:r>
            <a:r>
              <a:rPr sz="1700" spc="60" dirty="0">
                <a:latin typeface="Calibri"/>
                <a:cs typeface="Calibri"/>
              </a:rPr>
              <a:t>0</a:t>
            </a:r>
            <a:r>
              <a:rPr sz="1700" spc="8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to</a:t>
            </a:r>
            <a:r>
              <a:rPr sz="1700" spc="80" dirty="0">
                <a:latin typeface="Calibri"/>
                <a:cs typeface="Calibri"/>
              </a:rPr>
              <a:t> </a:t>
            </a:r>
            <a:r>
              <a:rPr sz="1700" spc="55" dirty="0">
                <a:latin typeface="Calibri"/>
                <a:cs typeface="Calibri"/>
              </a:rPr>
              <a:t>256</a:t>
            </a:r>
            <a:r>
              <a:rPr sz="1700" spc="65" dirty="0">
                <a:latin typeface="Calibri"/>
                <a:cs typeface="Calibri"/>
              </a:rPr>
              <a:t> </a:t>
            </a:r>
            <a:r>
              <a:rPr sz="1700" spc="50" dirty="0">
                <a:latin typeface="Calibri"/>
                <a:cs typeface="Calibri"/>
              </a:rPr>
              <a:t>in</a:t>
            </a:r>
            <a:r>
              <a:rPr sz="1700" spc="60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greyscale</a:t>
            </a:r>
            <a:endParaRPr sz="1700">
              <a:latin typeface="Calibri"/>
              <a:cs typeface="Calibri"/>
            </a:endParaRPr>
          </a:p>
          <a:p>
            <a:pPr marL="698500" lvl="1" indent="-228600">
              <a:lnSpc>
                <a:spcPts val="1925"/>
              </a:lnSpc>
              <a:buFont typeface="Arial"/>
              <a:buChar char="•"/>
              <a:tabLst>
                <a:tab pos="698500" algn="l"/>
              </a:tabLst>
            </a:pPr>
            <a:r>
              <a:rPr sz="1700" dirty="0">
                <a:latin typeface="Calibri"/>
                <a:cs typeface="Calibri"/>
              </a:rPr>
              <a:t>Each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input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55" dirty="0">
                <a:latin typeface="Calibri"/>
                <a:cs typeface="Calibri"/>
              </a:rPr>
              <a:t>is</a:t>
            </a:r>
            <a:r>
              <a:rPr sz="1700" spc="13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connected</a:t>
            </a:r>
            <a:r>
              <a:rPr sz="1700" spc="12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to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spc="75" dirty="0">
                <a:latin typeface="Calibri"/>
                <a:cs typeface="Calibri"/>
              </a:rPr>
              <a:t>all</a:t>
            </a:r>
            <a:r>
              <a:rPr sz="1700" spc="1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4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neurons</a:t>
            </a:r>
            <a:r>
              <a:rPr sz="1700" spc="8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of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hidden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layer</a:t>
            </a:r>
            <a:endParaRPr sz="1700">
              <a:latin typeface="Calibri"/>
              <a:cs typeface="Calibri"/>
            </a:endParaRPr>
          </a:p>
          <a:p>
            <a:pPr marL="698500" lvl="1" indent="-228600">
              <a:lnSpc>
                <a:spcPts val="1985"/>
              </a:lnSpc>
              <a:buFont typeface="Arial"/>
              <a:buChar char="•"/>
              <a:tabLst>
                <a:tab pos="698500" algn="l"/>
              </a:tabLst>
            </a:pPr>
            <a:r>
              <a:rPr sz="1700" dirty="0">
                <a:latin typeface="Calibri"/>
                <a:cs typeface="Calibri"/>
              </a:rPr>
              <a:t>Adjusting</a:t>
            </a:r>
            <a:r>
              <a:rPr sz="1700" spc="1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23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weights</a:t>
            </a:r>
            <a:r>
              <a:rPr sz="1700" spc="220" dirty="0">
                <a:latin typeface="Calibri"/>
                <a:cs typeface="Calibri"/>
              </a:rPr>
              <a:t> </a:t>
            </a:r>
            <a:r>
              <a:rPr sz="1700" spc="70" dirty="0">
                <a:latin typeface="Calibri"/>
                <a:cs typeface="Calibri"/>
              </a:rPr>
              <a:t>will</a:t>
            </a:r>
            <a:r>
              <a:rPr sz="1700" spc="2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then</a:t>
            </a:r>
            <a:r>
              <a:rPr sz="1700" spc="2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eventually</a:t>
            </a:r>
            <a:r>
              <a:rPr sz="1700" spc="1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allow</a:t>
            </a:r>
            <a:r>
              <a:rPr sz="1700" spc="21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recognition</a:t>
            </a:r>
            <a:r>
              <a:rPr sz="1700" spc="1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of</a:t>
            </a:r>
            <a:r>
              <a:rPr sz="1700" spc="229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23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digits</a:t>
            </a:r>
            <a:endParaRPr sz="1700">
              <a:latin typeface="Calibri"/>
              <a:cs typeface="Calibri"/>
            </a:endParaRPr>
          </a:p>
          <a:p>
            <a:pPr marL="6409055">
              <a:lnSpc>
                <a:spcPct val="100000"/>
              </a:lnSpc>
              <a:spcBef>
                <a:spcPts val="1450"/>
              </a:spcBef>
            </a:pPr>
            <a:r>
              <a:rPr sz="1100" spc="-10" dirty="0">
                <a:latin typeface="Calibri"/>
                <a:cs typeface="Calibri"/>
              </a:rPr>
              <a:t>https://becominghuman.ai/deep-learning-made-easy-with-deep-cognition-403fbe445351</a:t>
            </a:r>
            <a:endParaRPr sz="11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23657" y="656880"/>
            <a:ext cx="8055483" cy="4128407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EB20805-BEF7-919E-29DA-9DF04B2673F5}"/>
              </a:ext>
            </a:extLst>
          </p:cNvPr>
          <p:cNvGrpSpPr/>
          <p:nvPr/>
        </p:nvGrpSpPr>
        <p:grpSpPr>
          <a:xfrm>
            <a:off x="2135660" y="723080"/>
            <a:ext cx="412560" cy="136440"/>
            <a:chOff x="2135660" y="723080"/>
            <a:chExt cx="412560" cy="136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F33E4CF-922B-40A5-A6BE-1DCA00648C97}"/>
                    </a:ext>
                  </a:extLst>
                </p14:cNvPr>
                <p14:cNvContentPartPr/>
                <p14:nvPr/>
              </p14:nvContentPartPr>
              <p14:xfrm>
                <a:off x="2135660" y="774200"/>
                <a:ext cx="412560" cy="853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F33E4CF-922B-40A5-A6BE-1DCA00648C97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117660" y="756200"/>
                  <a:ext cx="44820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4935B41-2086-452B-F54B-0B03FF9A1A7B}"/>
                    </a:ext>
                  </a:extLst>
                </p14:cNvPr>
                <p14:cNvContentPartPr/>
                <p14:nvPr/>
              </p14:nvContentPartPr>
              <p14:xfrm>
                <a:off x="2483420" y="723080"/>
                <a:ext cx="55440" cy="1094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4935B41-2086-452B-F54B-0B03FF9A1A7B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465780" y="705080"/>
                  <a:ext cx="91080" cy="14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C745FC9-026A-ACCF-BC9E-807128C3C6E4}"/>
              </a:ext>
            </a:extLst>
          </p:cNvPr>
          <p:cNvGrpSpPr/>
          <p:nvPr/>
        </p:nvGrpSpPr>
        <p:grpSpPr>
          <a:xfrm>
            <a:off x="1257260" y="599240"/>
            <a:ext cx="520560" cy="423720"/>
            <a:chOff x="1257260" y="599240"/>
            <a:chExt cx="520560" cy="423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D57DCEC-99C1-5624-5B58-05B93C8624C6}"/>
                    </a:ext>
                  </a:extLst>
                </p14:cNvPr>
                <p14:cNvContentPartPr/>
                <p14:nvPr/>
              </p14:nvContentPartPr>
              <p14:xfrm>
                <a:off x="1296500" y="855560"/>
                <a:ext cx="36360" cy="1674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D57DCEC-99C1-5624-5B58-05B93C8624C6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278500" y="837560"/>
                  <a:ext cx="7200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75DA134-4697-77C2-070F-15C2AD990902}"/>
                    </a:ext>
                  </a:extLst>
                </p14:cNvPr>
                <p14:cNvContentPartPr/>
                <p14:nvPr/>
              </p14:nvContentPartPr>
              <p14:xfrm>
                <a:off x="1257260" y="795800"/>
                <a:ext cx="90000" cy="896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75DA134-4697-77C2-070F-15C2AD990902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239260" y="778160"/>
                  <a:ext cx="1256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86EEB40-CE55-F6C9-503C-21164B4FAF97}"/>
                    </a:ext>
                  </a:extLst>
                </p14:cNvPr>
                <p14:cNvContentPartPr/>
                <p14:nvPr/>
              </p14:nvContentPartPr>
              <p14:xfrm>
                <a:off x="1407020" y="857360"/>
                <a:ext cx="17640" cy="676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86EEB40-CE55-F6C9-503C-21164B4FAF97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389020" y="839720"/>
                  <a:ext cx="5328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F2DE8B58-4494-8598-625A-C9F5752A0C1C}"/>
                    </a:ext>
                  </a:extLst>
                </p14:cNvPr>
                <p14:cNvContentPartPr/>
                <p14:nvPr/>
              </p14:nvContentPartPr>
              <p14:xfrm>
                <a:off x="1383980" y="777080"/>
                <a:ext cx="19440" cy="43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F2DE8B58-4494-8598-625A-C9F5752A0C1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365980" y="759440"/>
                  <a:ext cx="5508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7A658A3-8365-3E77-15F2-230259D80D83}"/>
                    </a:ext>
                  </a:extLst>
                </p14:cNvPr>
                <p14:cNvContentPartPr/>
                <p14:nvPr/>
              </p14:nvContentPartPr>
              <p14:xfrm>
                <a:off x="1477220" y="826400"/>
                <a:ext cx="82800" cy="889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7A658A3-8365-3E77-15F2-230259D80D83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459220" y="808400"/>
                  <a:ext cx="11844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B5E1882-3740-BB2B-F4F7-EFF6FC3BB7AC}"/>
                    </a:ext>
                  </a:extLst>
                </p14:cNvPr>
                <p14:cNvContentPartPr/>
                <p14:nvPr/>
              </p14:nvContentPartPr>
              <p14:xfrm>
                <a:off x="1507460" y="825680"/>
                <a:ext cx="61200" cy="1350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B5E1882-3740-BB2B-F4F7-EFF6FC3BB7AC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489460" y="808040"/>
                  <a:ext cx="9684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1DE04F0-0E1C-6FC0-CD90-8FE0C725493C}"/>
                    </a:ext>
                  </a:extLst>
                </p14:cNvPr>
                <p14:cNvContentPartPr/>
                <p14:nvPr/>
              </p14:nvContentPartPr>
              <p14:xfrm>
                <a:off x="1617620" y="792920"/>
                <a:ext cx="66240" cy="871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1DE04F0-0E1C-6FC0-CD90-8FE0C725493C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599980" y="774920"/>
                  <a:ext cx="10188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D4E56835-5624-20D5-512F-28BD25BC3178}"/>
                    </a:ext>
                  </a:extLst>
                </p14:cNvPr>
                <p14:cNvContentPartPr/>
                <p14:nvPr/>
              </p14:nvContentPartPr>
              <p14:xfrm>
                <a:off x="1756580" y="599240"/>
                <a:ext cx="21240" cy="2340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D4E56835-5624-20D5-512F-28BD25BC3178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738940" y="581600"/>
                  <a:ext cx="56880" cy="269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DBBAE263-C217-C731-61F9-D09D83353D6E}"/>
                  </a:ext>
                </a:extLst>
              </p14:cNvPr>
              <p14:cNvContentPartPr/>
              <p14:nvPr/>
            </p14:nvContentPartPr>
            <p14:xfrm>
              <a:off x="1421420" y="3422000"/>
              <a:ext cx="653760" cy="291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DBBAE263-C217-C731-61F9-D09D83353D6E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1403420" y="3404360"/>
                <a:ext cx="689400" cy="6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082420C9-0B32-4037-B683-01D714A34A23}"/>
                  </a:ext>
                </a:extLst>
              </p14:cNvPr>
              <p14:cNvContentPartPr/>
              <p14:nvPr/>
            </p14:nvContentPartPr>
            <p14:xfrm>
              <a:off x="1306220" y="3739160"/>
              <a:ext cx="798480" cy="3672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082420C9-0B32-4037-B683-01D714A34A23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288220" y="3721520"/>
                <a:ext cx="834120" cy="7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6308ACC-1F96-31EC-C7C7-79C9ADE6DDB2}"/>
                  </a:ext>
                </a:extLst>
              </p14:cNvPr>
              <p14:cNvContentPartPr/>
              <p14:nvPr/>
            </p14:nvContentPartPr>
            <p14:xfrm>
              <a:off x="9565700" y="1004960"/>
              <a:ext cx="166680" cy="23652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6308ACC-1F96-31EC-C7C7-79C9ADE6DDB2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9548060" y="987320"/>
                <a:ext cx="202320" cy="272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388FA79B-B5B9-9FCB-6972-44EF04A09E57}"/>
                  </a:ext>
                </a:extLst>
              </p14:cNvPr>
              <p14:cNvContentPartPr/>
              <p14:nvPr/>
            </p14:nvContentPartPr>
            <p14:xfrm>
              <a:off x="9544100" y="1842320"/>
              <a:ext cx="165600" cy="1771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388FA79B-B5B9-9FCB-6972-44EF04A09E57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9526460" y="1824680"/>
                <a:ext cx="201240" cy="212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1916B714-319B-9EC3-CC3B-321927BD4672}"/>
              </a:ext>
            </a:extLst>
          </p:cNvPr>
          <p:cNvGrpSpPr/>
          <p:nvPr/>
        </p:nvGrpSpPr>
        <p:grpSpPr>
          <a:xfrm>
            <a:off x="9521060" y="2671400"/>
            <a:ext cx="208800" cy="290160"/>
            <a:chOff x="9521060" y="2671400"/>
            <a:chExt cx="2088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956F01F-5E1E-6F71-5524-55FB09B9952C}"/>
                    </a:ext>
                  </a:extLst>
                </p14:cNvPr>
                <p14:cNvContentPartPr/>
                <p14:nvPr/>
              </p14:nvContentPartPr>
              <p14:xfrm>
                <a:off x="9521060" y="2712080"/>
                <a:ext cx="208800" cy="1292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956F01F-5E1E-6F71-5524-55FB09B9952C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503060" y="2694080"/>
                  <a:ext cx="24444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4453395-4882-3A45-6C59-84394D2B16CF}"/>
                    </a:ext>
                  </a:extLst>
                </p14:cNvPr>
                <p14:cNvContentPartPr/>
                <p14:nvPr/>
              </p14:nvContentPartPr>
              <p14:xfrm>
                <a:off x="9695660" y="2671400"/>
                <a:ext cx="33120" cy="2901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4453395-4882-3A45-6C59-84394D2B16CF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677660" y="2653400"/>
                  <a:ext cx="68760" cy="325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A4FA1C70-F690-DE55-628F-4D43C0F5E1BA}"/>
                  </a:ext>
                </a:extLst>
              </p14:cNvPr>
              <p14:cNvContentPartPr/>
              <p14:nvPr/>
            </p14:nvContentPartPr>
            <p14:xfrm>
              <a:off x="9587300" y="3356120"/>
              <a:ext cx="133560" cy="23832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A4FA1C70-F690-DE55-628F-4D43C0F5E1BA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9569660" y="3338120"/>
                <a:ext cx="169200" cy="27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E6954554-DAFA-FA5B-6491-1F24527D7E6C}"/>
                  </a:ext>
                </a:extLst>
              </p14:cNvPr>
              <p14:cNvContentPartPr/>
              <p14:nvPr/>
            </p14:nvContentPartPr>
            <p14:xfrm>
              <a:off x="9452660" y="4109240"/>
              <a:ext cx="244080" cy="28872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E6954554-DAFA-FA5B-6491-1F24527D7E6C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9435020" y="4091240"/>
                <a:ext cx="279720" cy="32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30F14E2B-2BBF-F4E5-685C-A55823F924B6}"/>
                  </a:ext>
                </a:extLst>
              </p14:cNvPr>
              <p14:cNvContentPartPr/>
              <p14:nvPr/>
            </p14:nvContentPartPr>
            <p14:xfrm>
              <a:off x="9178340" y="4517840"/>
              <a:ext cx="960120" cy="1155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30F14E2B-2BBF-F4E5-685C-A55823F924B6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9160340" y="4500200"/>
                <a:ext cx="995760" cy="151200"/>
              </a:xfrm>
              <a:prstGeom prst="rect">
                <a:avLst/>
              </a:prstGeom>
            </p:spPr>
          </p:pic>
        </mc:Fallback>
      </mc:AlternateContent>
      <p:grpSp>
        <p:nvGrpSpPr>
          <p:cNvPr id="38" name="Group 37">
            <a:extLst>
              <a:ext uri="{FF2B5EF4-FFF2-40B4-BE49-F238E27FC236}">
                <a16:creationId xmlns:a16="http://schemas.microsoft.com/office/drawing/2014/main" id="{2F2E1FC4-E39B-76FA-95F7-7720E2B131F9}"/>
              </a:ext>
            </a:extLst>
          </p:cNvPr>
          <p:cNvGrpSpPr/>
          <p:nvPr/>
        </p:nvGrpSpPr>
        <p:grpSpPr>
          <a:xfrm>
            <a:off x="9624380" y="4753280"/>
            <a:ext cx="1255680" cy="848880"/>
            <a:chOff x="9624380" y="4753280"/>
            <a:chExt cx="1255680" cy="84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2A08CAE-BA2A-1F6B-6870-182DD718F739}"/>
                    </a:ext>
                  </a:extLst>
                </p14:cNvPr>
                <p14:cNvContentPartPr/>
                <p14:nvPr/>
              </p14:nvContentPartPr>
              <p14:xfrm>
                <a:off x="9675140" y="4759040"/>
                <a:ext cx="65880" cy="3859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2A08CAE-BA2A-1F6B-6870-182DD718F739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9657500" y="4741400"/>
                  <a:ext cx="101520" cy="42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33677872-4C65-56CA-B6C8-52AD8CBB7599}"/>
                    </a:ext>
                  </a:extLst>
                </p14:cNvPr>
                <p14:cNvContentPartPr/>
                <p14:nvPr/>
              </p14:nvContentPartPr>
              <p14:xfrm>
                <a:off x="9624380" y="4753280"/>
                <a:ext cx="230040" cy="1929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33677872-4C65-56CA-B6C8-52AD8CBB7599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9606380" y="4735640"/>
                  <a:ext cx="26568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B6679BCC-74A1-9588-5C93-6E3920C20680}"/>
                    </a:ext>
                  </a:extLst>
                </p14:cNvPr>
                <p14:cNvContentPartPr/>
                <p14:nvPr/>
              </p14:nvContentPartPr>
              <p14:xfrm>
                <a:off x="9701420" y="5420360"/>
                <a:ext cx="110520" cy="1800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B6679BCC-74A1-9588-5C93-6E3920C20680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9683420" y="5402360"/>
                  <a:ext cx="14616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1AD7FBD-02FC-CF8B-6D1D-D644D8918B1D}"/>
                    </a:ext>
                  </a:extLst>
                </p14:cNvPr>
                <p14:cNvContentPartPr/>
                <p14:nvPr/>
              </p14:nvContentPartPr>
              <p14:xfrm>
                <a:off x="9924260" y="5438000"/>
                <a:ext cx="138960" cy="856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1AD7FBD-02FC-CF8B-6D1D-D644D8918B1D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9906620" y="5420000"/>
                  <a:ext cx="17460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0FC601A-0822-384C-20FA-6C53E25220BE}"/>
                    </a:ext>
                  </a:extLst>
                </p14:cNvPr>
                <p14:cNvContentPartPr/>
                <p14:nvPr/>
              </p14:nvContentPartPr>
              <p14:xfrm>
                <a:off x="10131260" y="5291840"/>
                <a:ext cx="73800" cy="2235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0FC601A-0822-384C-20FA-6C53E25220BE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113260" y="5274200"/>
                  <a:ext cx="10944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FF47F71-2A70-1459-899E-040CD2918DAF}"/>
                    </a:ext>
                  </a:extLst>
                </p14:cNvPr>
                <p14:cNvContentPartPr/>
                <p14:nvPr/>
              </p14:nvContentPartPr>
              <p14:xfrm>
                <a:off x="10127300" y="5385080"/>
                <a:ext cx="102600" cy="752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CFF47F71-2A70-1459-899E-040CD2918DAF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0109300" y="5367440"/>
                  <a:ext cx="13824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7B6AF143-7C70-77E4-51B1-30CF1EB7CD3F}"/>
                    </a:ext>
                  </a:extLst>
                </p14:cNvPr>
                <p14:cNvContentPartPr/>
                <p14:nvPr/>
              </p14:nvContentPartPr>
              <p14:xfrm>
                <a:off x="10308020" y="5424680"/>
                <a:ext cx="32400" cy="1774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7B6AF143-7C70-77E4-51B1-30CF1EB7CD3F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0290020" y="5407040"/>
                  <a:ext cx="6804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220EF44-2A42-F98B-3CAB-8A2B117DA9BB}"/>
                    </a:ext>
                  </a:extLst>
                </p14:cNvPr>
                <p14:cNvContentPartPr/>
                <p14:nvPr/>
              </p14:nvContentPartPr>
              <p14:xfrm>
                <a:off x="10316300" y="5387240"/>
                <a:ext cx="79920" cy="936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220EF44-2A42-F98B-3CAB-8A2B117DA9BB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0298300" y="5369600"/>
                  <a:ext cx="11556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1A0A249-9AB6-2E46-1591-5827BB83D09D}"/>
                    </a:ext>
                  </a:extLst>
                </p14:cNvPr>
                <p14:cNvContentPartPr/>
                <p14:nvPr/>
              </p14:nvContentPartPr>
              <p14:xfrm>
                <a:off x="10516100" y="5353040"/>
                <a:ext cx="131040" cy="1008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1A0A249-9AB6-2E46-1591-5827BB83D09D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0498460" y="5335400"/>
                  <a:ext cx="16668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E71F669-30F2-E949-DB9D-49DCCBF21946}"/>
                    </a:ext>
                  </a:extLst>
                </p14:cNvPr>
                <p14:cNvContentPartPr/>
                <p14:nvPr/>
              </p14:nvContentPartPr>
              <p14:xfrm>
                <a:off x="10745780" y="5175200"/>
                <a:ext cx="80280" cy="2487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E71F669-30F2-E949-DB9D-49DCCBF21946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0728140" y="5157560"/>
                  <a:ext cx="11592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5400E37-D8D2-26F6-B457-7EC63264C423}"/>
                    </a:ext>
                  </a:extLst>
                </p14:cNvPr>
                <p14:cNvContentPartPr/>
                <p14:nvPr/>
              </p14:nvContentPartPr>
              <p14:xfrm>
                <a:off x="10693580" y="5249360"/>
                <a:ext cx="186480" cy="89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5400E37-D8D2-26F6-B457-7EC63264C423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0675580" y="5231720"/>
                  <a:ext cx="222120" cy="12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1F8B86B-1B43-D353-8FF6-6528A0AFDBFE}"/>
              </a:ext>
            </a:extLst>
          </p:cNvPr>
          <p:cNvGrpSpPr/>
          <p:nvPr/>
        </p:nvGrpSpPr>
        <p:grpSpPr>
          <a:xfrm>
            <a:off x="7948940" y="4847600"/>
            <a:ext cx="190440" cy="350280"/>
            <a:chOff x="7948940" y="4847600"/>
            <a:chExt cx="19044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4D1B2E1-7B44-8C99-B7FD-783A6498BADC}"/>
                    </a:ext>
                  </a:extLst>
                </p14:cNvPr>
                <p14:cNvContentPartPr/>
                <p14:nvPr/>
              </p14:nvContentPartPr>
              <p14:xfrm>
                <a:off x="8024180" y="4863080"/>
                <a:ext cx="13680" cy="3348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4D1B2E1-7B44-8C99-B7FD-783A6498BADC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8006540" y="4845440"/>
                  <a:ext cx="49320" cy="37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C07B417-8230-10BD-B0CC-68D1BF7B1282}"/>
                    </a:ext>
                  </a:extLst>
                </p14:cNvPr>
                <p14:cNvContentPartPr/>
                <p14:nvPr/>
              </p14:nvContentPartPr>
              <p14:xfrm>
                <a:off x="7948940" y="4847600"/>
                <a:ext cx="190440" cy="1216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C07B417-8230-10BD-B0CC-68D1BF7B1282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930940" y="4829600"/>
                  <a:ext cx="226080" cy="157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5676C7C-7710-C495-B4F3-8A13300AD8A5}"/>
              </a:ext>
            </a:extLst>
          </p:cNvPr>
          <p:cNvGrpSpPr/>
          <p:nvPr/>
        </p:nvGrpSpPr>
        <p:grpSpPr>
          <a:xfrm>
            <a:off x="7914020" y="5238200"/>
            <a:ext cx="786960" cy="407520"/>
            <a:chOff x="7914020" y="5238200"/>
            <a:chExt cx="786960" cy="40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BFFA53F-CA6D-84BD-5BD1-6581FE6D2B2F}"/>
                    </a:ext>
                  </a:extLst>
                </p14:cNvPr>
                <p14:cNvContentPartPr/>
                <p14:nvPr/>
              </p14:nvContentPartPr>
              <p14:xfrm>
                <a:off x="7927700" y="5507480"/>
                <a:ext cx="6840" cy="1144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BFFA53F-CA6D-84BD-5BD1-6581FE6D2B2F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909700" y="5489840"/>
                  <a:ext cx="4248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9E4606B-91B2-E38D-EFA2-F048CD7C880B}"/>
                    </a:ext>
                  </a:extLst>
                </p14:cNvPr>
                <p14:cNvContentPartPr/>
                <p14:nvPr/>
              </p14:nvContentPartPr>
              <p14:xfrm>
                <a:off x="7914020" y="5351600"/>
                <a:ext cx="10080" cy="655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9E4606B-91B2-E38D-EFA2-F048CD7C880B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7896020" y="5333600"/>
                  <a:ext cx="4572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7D27FB0-7760-B1A5-49AA-17127497E46D}"/>
                    </a:ext>
                  </a:extLst>
                </p14:cNvPr>
                <p14:cNvContentPartPr/>
                <p14:nvPr/>
              </p14:nvContentPartPr>
              <p14:xfrm>
                <a:off x="8034620" y="5452400"/>
                <a:ext cx="119520" cy="1195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7D27FB0-7760-B1A5-49AA-17127497E46D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8016620" y="5434760"/>
                  <a:ext cx="15516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2053D45-3E6D-CAAA-02BD-6CB71AA8034D}"/>
                    </a:ext>
                  </a:extLst>
                </p14:cNvPr>
                <p14:cNvContentPartPr/>
                <p14:nvPr/>
              </p14:nvContentPartPr>
              <p14:xfrm>
                <a:off x="8250980" y="5479400"/>
                <a:ext cx="50400" cy="1663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2053D45-3E6D-CAAA-02BD-6CB71AA8034D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8233340" y="5461760"/>
                  <a:ext cx="8604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3FA252B-7ED1-6EED-645C-D8E2B06281C8}"/>
                    </a:ext>
                  </a:extLst>
                </p14:cNvPr>
                <p14:cNvContentPartPr/>
                <p14:nvPr/>
              </p14:nvContentPartPr>
              <p14:xfrm>
                <a:off x="8290580" y="5404880"/>
                <a:ext cx="75960" cy="1126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3FA252B-7ED1-6EED-645C-D8E2B06281C8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8272940" y="5386880"/>
                  <a:ext cx="11160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D04EA55-E5E9-5C2E-C57E-4EC6023DBAC9}"/>
                    </a:ext>
                  </a:extLst>
                </p14:cNvPr>
                <p14:cNvContentPartPr/>
                <p14:nvPr/>
              </p14:nvContentPartPr>
              <p14:xfrm>
                <a:off x="8462300" y="5386520"/>
                <a:ext cx="91800" cy="745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D04EA55-E5E9-5C2E-C57E-4EC6023DBAC9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8444660" y="5368880"/>
                  <a:ext cx="12744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0F3B9B6-E213-7234-E87B-CDA88A316D47}"/>
                    </a:ext>
                  </a:extLst>
                </p14:cNvPr>
                <p14:cNvContentPartPr/>
                <p14:nvPr/>
              </p14:nvContentPartPr>
              <p14:xfrm>
                <a:off x="8640140" y="5238200"/>
                <a:ext cx="55440" cy="1962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0F3B9B6-E213-7234-E87B-CDA88A316D47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622140" y="5220200"/>
                  <a:ext cx="9108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B81CD79-8AC7-B4ED-35E2-6D4CB0D1A857}"/>
                    </a:ext>
                  </a:extLst>
                </p14:cNvPr>
                <p14:cNvContentPartPr/>
                <p14:nvPr/>
              </p14:nvContentPartPr>
              <p14:xfrm>
                <a:off x="8601260" y="5294360"/>
                <a:ext cx="99720" cy="698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B81CD79-8AC7-B4ED-35E2-6D4CB0D1A857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583260" y="5276360"/>
                  <a:ext cx="135360" cy="105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3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C341B085-56A2-2982-4964-853D026CE61B}"/>
                  </a:ext>
                </a:extLst>
              </p14:cNvPr>
              <p14:cNvContentPartPr/>
              <p14:nvPr/>
            </p14:nvContentPartPr>
            <p14:xfrm>
              <a:off x="8320460" y="1042400"/>
              <a:ext cx="254520" cy="37224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C341B085-56A2-2982-4964-853D026CE61B}"/>
                  </a:ext>
                </a:extLst>
              </p:cNvPr>
              <p:cNvPicPr/>
              <p:nvPr/>
            </p:nvPicPr>
            <p:blipFill>
              <a:blip r:embed="rId84"/>
              <a:stretch>
                <a:fillRect/>
              </a:stretch>
            </p:blipFill>
            <p:spPr>
              <a:xfrm>
                <a:off x="8302820" y="1024400"/>
                <a:ext cx="290160" cy="40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C031074D-91D5-962E-B005-D13D440C1D5B}"/>
                  </a:ext>
                </a:extLst>
              </p14:cNvPr>
              <p14:cNvContentPartPr/>
              <p14:nvPr/>
            </p14:nvContentPartPr>
            <p14:xfrm>
              <a:off x="8263580" y="1646840"/>
              <a:ext cx="268200" cy="28908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C031074D-91D5-962E-B005-D13D440C1D5B}"/>
                  </a:ext>
                </a:extLst>
              </p:cNvPr>
              <p:cNvPicPr/>
              <p:nvPr/>
            </p:nvPicPr>
            <p:blipFill>
              <a:blip r:embed="rId86"/>
              <a:stretch>
                <a:fillRect/>
              </a:stretch>
            </p:blipFill>
            <p:spPr>
              <a:xfrm>
                <a:off x="8245580" y="1629200"/>
                <a:ext cx="303840" cy="324720"/>
              </a:xfrm>
              <a:prstGeom prst="rect">
                <a:avLst/>
              </a:prstGeom>
            </p:spPr>
          </p:pic>
        </mc:Fallback>
      </mc:AlternateContent>
      <p:grpSp>
        <p:nvGrpSpPr>
          <p:cNvPr id="59" name="Group 58">
            <a:extLst>
              <a:ext uri="{FF2B5EF4-FFF2-40B4-BE49-F238E27FC236}">
                <a16:creationId xmlns:a16="http://schemas.microsoft.com/office/drawing/2014/main" id="{FC660C37-FA11-6B74-7F8D-6B02E6477FE3}"/>
              </a:ext>
            </a:extLst>
          </p:cNvPr>
          <p:cNvGrpSpPr/>
          <p:nvPr/>
        </p:nvGrpSpPr>
        <p:grpSpPr>
          <a:xfrm>
            <a:off x="8267180" y="2106560"/>
            <a:ext cx="303480" cy="1562040"/>
            <a:chOff x="8267180" y="2106560"/>
            <a:chExt cx="303480" cy="156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5DE1C350-0F47-D219-711C-697DE1C65AF8}"/>
                    </a:ext>
                  </a:extLst>
                </p14:cNvPr>
                <p14:cNvContentPartPr/>
                <p14:nvPr/>
              </p14:nvContentPartPr>
              <p14:xfrm>
                <a:off x="8290220" y="2106560"/>
                <a:ext cx="280440" cy="3387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5DE1C350-0F47-D219-711C-697DE1C65AF8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8272220" y="2088920"/>
                  <a:ext cx="316080" cy="37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225AC19-11E2-09B8-2540-E67C63B27919}"/>
                    </a:ext>
                  </a:extLst>
                </p14:cNvPr>
                <p14:cNvContentPartPr/>
                <p14:nvPr/>
              </p14:nvContentPartPr>
              <p14:xfrm>
                <a:off x="8280860" y="2528840"/>
                <a:ext cx="191520" cy="3333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225AC19-11E2-09B8-2540-E67C63B27919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8263220" y="2510840"/>
                  <a:ext cx="227160" cy="36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A2D6F0E-D094-5C72-68DB-C45256EE24F0}"/>
                    </a:ext>
                  </a:extLst>
                </p14:cNvPr>
                <p14:cNvContentPartPr/>
                <p14:nvPr/>
              </p14:nvContentPartPr>
              <p14:xfrm>
                <a:off x="8267180" y="2979560"/>
                <a:ext cx="246240" cy="3121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A2D6F0E-D094-5C72-68DB-C45256EE24F0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249540" y="2961560"/>
                  <a:ext cx="281880" cy="34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4345495-B1A2-46B2-321C-EEA3AA57077D}"/>
                    </a:ext>
                  </a:extLst>
                </p14:cNvPr>
                <p14:cNvContentPartPr/>
                <p14:nvPr/>
              </p14:nvContentPartPr>
              <p14:xfrm>
                <a:off x="8312540" y="3402920"/>
                <a:ext cx="210960" cy="2656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4345495-B1A2-46B2-321C-EEA3AA57077D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8294900" y="3385280"/>
                  <a:ext cx="246600" cy="301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85405B42-81EB-615E-A7A9-E31FCD8C11B5}"/>
                  </a:ext>
                </a:extLst>
              </p14:cNvPr>
              <p14:cNvContentPartPr/>
              <p14:nvPr/>
            </p14:nvContentPartPr>
            <p14:xfrm>
              <a:off x="8329820" y="3810080"/>
              <a:ext cx="245520" cy="3085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85405B42-81EB-615E-A7A9-E31FCD8C11B5}"/>
                  </a:ext>
                </a:extLst>
              </p:cNvPr>
              <p:cNvPicPr/>
              <p:nvPr/>
            </p:nvPicPr>
            <p:blipFill>
              <a:blip r:embed="rId96"/>
              <a:stretch>
                <a:fillRect/>
              </a:stretch>
            </p:blipFill>
            <p:spPr>
              <a:xfrm>
                <a:off x="8312180" y="3792440"/>
                <a:ext cx="281160" cy="34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04691797-BAA0-8616-3AED-3B2D8341535C}"/>
                  </a:ext>
                </a:extLst>
              </p14:cNvPr>
              <p14:cNvContentPartPr/>
              <p14:nvPr/>
            </p14:nvContentPartPr>
            <p14:xfrm>
              <a:off x="8343860" y="4319480"/>
              <a:ext cx="178560" cy="22212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04691797-BAA0-8616-3AED-3B2D8341535C}"/>
                  </a:ext>
                </a:extLst>
              </p:cNvPr>
              <p:cNvPicPr/>
              <p:nvPr/>
            </p:nvPicPr>
            <p:blipFill>
              <a:blip r:embed="rId98"/>
              <a:stretch>
                <a:fillRect/>
              </a:stretch>
            </p:blipFill>
            <p:spPr>
              <a:xfrm>
                <a:off x="8326220" y="4301480"/>
                <a:ext cx="214200" cy="257760"/>
              </a:xfrm>
              <a:prstGeom prst="rect">
                <a:avLst/>
              </a:prstGeom>
            </p:spPr>
          </p:pic>
        </mc:Fallback>
      </mc:AlternateContent>
      <p:grpSp>
        <p:nvGrpSpPr>
          <p:cNvPr id="98" name="Group 97">
            <a:extLst>
              <a:ext uri="{FF2B5EF4-FFF2-40B4-BE49-F238E27FC236}">
                <a16:creationId xmlns:a16="http://schemas.microsoft.com/office/drawing/2014/main" id="{8B07B194-EA49-BE4A-2E32-6EC0DB7D8BE4}"/>
              </a:ext>
            </a:extLst>
          </p:cNvPr>
          <p:cNvGrpSpPr/>
          <p:nvPr/>
        </p:nvGrpSpPr>
        <p:grpSpPr>
          <a:xfrm>
            <a:off x="8504060" y="217280"/>
            <a:ext cx="3245760" cy="1317240"/>
            <a:chOff x="8504060" y="217280"/>
            <a:chExt cx="3245760" cy="1317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DA52BBF-BF21-BE6F-B62D-7256075983FC}"/>
                    </a:ext>
                  </a:extLst>
                </p14:cNvPr>
                <p14:cNvContentPartPr/>
                <p14:nvPr/>
              </p14:nvContentPartPr>
              <p14:xfrm>
                <a:off x="8528900" y="299360"/>
                <a:ext cx="212040" cy="4694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DA52BBF-BF21-BE6F-B62D-7256075983FC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8510900" y="281720"/>
                  <a:ext cx="247680" cy="50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330FD7A9-97C2-DCB5-2A9E-20431659BF2E}"/>
                    </a:ext>
                  </a:extLst>
                </p14:cNvPr>
                <p14:cNvContentPartPr/>
                <p14:nvPr/>
              </p14:nvContentPartPr>
              <p14:xfrm>
                <a:off x="8504060" y="635600"/>
                <a:ext cx="95760" cy="1144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330FD7A9-97C2-DCB5-2A9E-20431659BF2E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8486060" y="617960"/>
                  <a:ext cx="13140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E6A1122-B0AB-12D9-CDE5-723A29EB7040}"/>
                    </a:ext>
                  </a:extLst>
                </p14:cNvPr>
                <p14:cNvContentPartPr/>
                <p14:nvPr/>
              </p14:nvContentPartPr>
              <p14:xfrm>
                <a:off x="8831660" y="342200"/>
                <a:ext cx="113760" cy="1724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E6A1122-B0AB-12D9-CDE5-723A29EB7040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8813660" y="324560"/>
                  <a:ext cx="14940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920A6200-81CC-E043-F881-A8760DF87160}"/>
                    </a:ext>
                  </a:extLst>
                </p14:cNvPr>
                <p14:cNvContentPartPr/>
                <p14:nvPr/>
              </p14:nvContentPartPr>
              <p14:xfrm>
                <a:off x="9049100" y="378560"/>
                <a:ext cx="25920" cy="9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920A6200-81CC-E043-F881-A8760DF87160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9031100" y="360560"/>
                  <a:ext cx="6156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9AAC2AB1-AC74-EB92-8BE0-C164242AEE52}"/>
                    </a:ext>
                  </a:extLst>
                </p14:cNvPr>
                <p14:cNvContentPartPr/>
                <p14:nvPr/>
              </p14:nvContentPartPr>
              <p14:xfrm>
                <a:off x="9036860" y="303680"/>
                <a:ext cx="24120" cy="122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9AAC2AB1-AC74-EB92-8BE0-C164242AEE52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9019220" y="285680"/>
                  <a:ext cx="5976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52377A56-DD1E-BF71-64D4-6CF306EDB25C}"/>
                    </a:ext>
                  </a:extLst>
                </p14:cNvPr>
                <p14:cNvContentPartPr/>
                <p14:nvPr/>
              </p14:nvContentPartPr>
              <p14:xfrm>
                <a:off x="9117140" y="367760"/>
                <a:ext cx="77400" cy="1072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52377A56-DD1E-BF71-64D4-6CF306EDB25C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9099140" y="349760"/>
                  <a:ext cx="11304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CD3DCFFE-7CFA-6ADE-A769-66BFE8C24373}"/>
                    </a:ext>
                  </a:extLst>
                </p14:cNvPr>
                <p14:cNvContentPartPr/>
                <p14:nvPr/>
              </p14:nvContentPartPr>
              <p14:xfrm>
                <a:off x="9156380" y="261200"/>
                <a:ext cx="33480" cy="972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CD3DCFFE-7CFA-6ADE-A769-66BFE8C24373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9138740" y="243200"/>
                  <a:ext cx="6912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D4ABD0A-8DD8-2CD3-DDEA-3497F872723E}"/>
                    </a:ext>
                  </a:extLst>
                </p14:cNvPr>
                <p14:cNvContentPartPr/>
                <p14:nvPr/>
              </p14:nvContentPartPr>
              <p14:xfrm>
                <a:off x="9278060" y="337520"/>
                <a:ext cx="59760" cy="946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D4ABD0A-8DD8-2CD3-DDEA-3497F872723E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9260060" y="319520"/>
                  <a:ext cx="9540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162AE71C-AE4C-C5CF-0A40-26B57C2E175E}"/>
                    </a:ext>
                  </a:extLst>
                </p14:cNvPr>
                <p14:cNvContentPartPr/>
                <p14:nvPr/>
              </p14:nvContentPartPr>
              <p14:xfrm>
                <a:off x="9259700" y="326000"/>
                <a:ext cx="93240" cy="1173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162AE71C-AE4C-C5CF-0A40-26B57C2E175E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9241700" y="308360"/>
                  <a:ext cx="12888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BE8FD5C-67D5-AE45-6B46-69F73CA306ED}"/>
                    </a:ext>
                  </a:extLst>
                </p14:cNvPr>
                <p14:cNvContentPartPr/>
                <p14:nvPr/>
              </p14:nvContentPartPr>
              <p14:xfrm>
                <a:off x="9287780" y="217280"/>
                <a:ext cx="53640" cy="1605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DBE8FD5C-67D5-AE45-6B46-69F73CA306ED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9270140" y="199640"/>
                  <a:ext cx="8928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6BEC2FA4-BC05-10AD-D033-CB5AAC83F24A}"/>
                    </a:ext>
                  </a:extLst>
                </p14:cNvPr>
                <p14:cNvContentPartPr/>
                <p14:nvPr/>
              </p14:nvContentPartPr>
              <p14:xfrm>
                <a:off x="9448340" y="338240"/>
                <a:ext cx="163080" cy="478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6BEC2FA4-BC05-10AD-D033-CB5AAC83F24A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9430340" y="320240"/>
                  <a:ext cx="19872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48B153D-78E1-1011-D691-D3875B87DE87}"/>
                    </a:ext>
                  </a:extLst>
                </p14:cNvPr>
                <p14:cNvContentPartPr/>
                <p14:nvPr/>
              </p14:nvContentPartPr>
              <p14:xfrm>
                <a:off x="9192020" y="598880"/>
                <a:ext cx="57240" cy="1720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648B153D-78E1-1011-D691-D3875B87DE87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9174020" y="581240"/>
                  <a:ext cx="9288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A890642-DD0F-5008-4DB8-B4D12BDB66C7}"/>
                    </a:ext>
                  </a:extLst>
                </p14:cNvPr>
                <p14:cNvContentPartPr/>
                <p14:nvPr/>
              </p14:nvContentPartPr>
              <p14:xfrm>
                <a:off x="9301100" y="633080"/>
                <a:ext cx="114840" cy="1152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A890642-DD0F-5008-4DB8-B4D12BDB66C7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9283460" y="615080"/>
                  <a:ext cx="15048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D2A82BE-95D8-AFA8-5D39-8F95ED8D46C0}"/>
                    </a:ext>
                  </a:extLst>
                </p14:cNvPr>
                <p14:cNvContentPartPr/>
                <p14:nvPr/>
              </p14:nvContentPartPr>
              <p14:xfrm>
                <a:off x="9484340" y="578360"/>
                <a:ext cx="186120" cy="1699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D2A82BE-95D8-AFA8-5D39-8F95ED8D46C0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9466700" y="560720"/>
                  <a:ext cx="22176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C9202D25-6366-E08D-C0A4-8420118D98B0}"/>
                    </a:ext>
                  </a:extLst>
                </p14:cNvPr>
                <p14:cNvContentPartPr/>
                <p14:nvPr/>
              </p14:nvContentPartPr>
              <p14:xfrm>
                <a:off x="9711500" y="543800"/>
                <a:ext cx="155520" cy="774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C9202D25-6366-E08D-C0A4-8420118D98B0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9693500" y="526160"/>
                  <a:ext cx="19116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550E33BD-9B62-B05D-D6B8-F3D8A2FE1168}"/>
                    </a:ext>
                  </a:extLst>
                </p14:cNvPr>
                <p14:cNvContentPartPr/>
                <p14:nvPr/>
              </p14:nvContentPartPr>
              <p14:xfrm>
                <a:off x="9908060" y="471440"/>
                <a:ext cx="46440" cy="831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550E33BD-9B62-B05D-D6B8-F3D8A2FE1168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9890420" y="453440"/>
                  <a:ext cx="8208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23AE997C-F2A1-1B15-5476-4BBC1FFC3E7E}"/>
                    </a:ext>
                  </a:extLst>
                </p14:cNvPr>
                <p14:cNvContentPartPr/>
                <p14:nvPr/>
              </p14:nvContentPartPr>
              <p14:xfrm>
                <a:off x="10112180" y="439040"/>
                <a:ext cx="306360" cy="4428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23AE997C-F2A1-1B15-5476-4BBC1FFC3E7E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0094180" y="421400"/>
                  <a:ext cx="342000" cy="47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FF51AAFD-BCBD-F324-8AD7-2B73F98C27AC}"/>
                    </a:ext>
                  </a:extLst>
                </p14:cNvPr>
                <p14:cNvContentPartPr/>
                <p14:nvPr/>
              </p14:nvContentPartPr>
              <p14:xfrm>
                <a:off x="10308740" y="766640"/>
                <a:ext cx="169200" cy="500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FF51AAFD-BCBD-F324-8AD7-2B73F98C27AC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0290740" y="748640"/>
                  <a:ext cx="20484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EF2EEF53-4D30-29C1-BA0F-19B3529B9373}"/>
                    </a:ext>
                  </a:extLst>
                </p14:cNvPr>
                <p14:cNvContentPartPr/>
                <p14:nvPr/>
              </p14:nvContentPartPr>
              <p14:xfrm>
                <a:off x="10303340" y="819920"/>
                <a:ext cx="111240" cy="576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EF2EEF53-4D30-29C1-BA0F-19B3529B9373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0285700" y="801920"/>
                  <a:ext cx="14688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FEEA7B8F-745B-2447-08FF-C3DBF6C58645}"/>
                    </a:ext>
                  </a:extLst>
                </p14:cNvPr>
                <p14:cNvContentPartPr/>
                <p14:nvPr/>
              </p14:nvContentPartPr>
              <p14:xfrm>
                <a:off x="10447700" y="769520"/>
                <a:ext cx="74160" cy="1378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FEEA7B8F-745B-2447-08FF-C3DBF6C58645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0429700" y="751880"/>
                  <a:ext cx="10980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7FB88593-EB08-572E-AF64-1E4408245EFF}"/>
                    </a:ext>
                  </a:extLst>
                </p14:cNvPr>
                <p14:cNvContentPartPr/>
                <p14:nvPr/>
              </p14:nvContentPartPr>
              <p14:xfrm>
                <a:off x="10413860" y="1043840"/>
                <a:ext cx="132840" cy="1098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7FB88593-EB08-572E-AF64-1E4408245EFF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0396220" y="1026200"/>
                  <a:ext cx="16848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87F272F7-E247-67F6-96EB-3F52F6194118}"/>
                    </a:ext>
                  </a:extLst>
                </p14:cNvPr>
                <p14:cNvContentPartPr/>
                <p14:nvPr/>
              </p14:nvContentPartPr>
              <p14:xfrm>
                <a:off x="10658300" y="1027640"/>
                <a:ext cx="12960" cy="67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87F272F7-E247-67F6-96EB-3F52F6194118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0640660" y="1010000"/>
                  <a:ext cx="4860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B941EC5B-E2E7-43C1-ED8F-B0E436A8709A}"/>
                    </a:ext>
                  </a:extLst>
                </p14:cNvPr>
                <p14:cNvContentPartPr/>
                <p14:nvPr/>
              </p14:nvContentPartPr>
              <p14:xfrm>
                <a:off x="10661540" y="894080"/>
                <a:ext cx="7920" cy="147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B941EC5B-E2E7-43C1-ED8F-B0E436A8709A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0643540" y="876440"/>
                  <a:ext cx="4356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52D4701D-3EF1-6B09-9C66-39C16961A98E}"/>
                    </a:ext>
                  </a:extLst>
                </p14:cNvPr>
                <p14:cNvContentPartPr/>
                <p14:nvPr/>
              </p14:nvContentPartPr>
              <p14:xfrm>
                <a:off x="10786100" y="891920"/>
                <a:ext cx="38160" cy="187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52D4701D-3EF1-6B09-9C66-39C16961A98E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0768100" y="874280"/>
                  <a:ext cx="7380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1E78F9BD-20C0-7848-78F4-7968DC4257EA}"/>
                    </a:ext>
                  </a:extLst>
                </p14:cNvPr>
                <p14:cNvContentPartPr/>
                <p14:nvPr/>
              </p14:nvContentPartPr>
              <p14:xfrm>
                <a:off x="10747220" y="922880"/>
                <a:ext cx="254520" cy="1576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1E78F9BD-20C0-7848-78F4-7968DC4257EA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0729220" y="904880"/>
                  <a:ext cx="29016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B30DC1A5-F20E-4F3B-5365-5F56453D237A}"/>
                    </a:ext>
                  </a:extLst>
                </p14:cNvPr>
                <p14:cNvContentPartPr/>
                <p14:nvPr/>
              </p14:nvContentPartPr>
              <p14:xfrm>
                <a:off x="10534100" y="1274240"/>
                <a:ext cx="91080" cy="2602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B30DC1A5-F20E-4F3B-5365-5F56453D237A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10516460" y="1256600"/>
                  <a:ext cx="12672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3F0E8BA1-CC76-CE3E-FD7F-5DD86D00AA74}"/>
                    </a:ext>
                  </a:extLst>
                </p14:cNvPr>
                <p14:cNvContentPartPr/>
                <p14:nvPr/>
              </p14:nvContentPartPr>
              <p14:xfrm>
                <a:off x="10513940" y="1377920"/>
                <a:ext cx="128880" cy="788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3F0E8BA1-CC76-CE3E-FD7F-5DD86D00AA74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10496300" y="1359920"/>
                  <a:ext cx="16452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99B27602-EF50-ABE1-FDBE-570948053C73}"/>
                    </a:ext>
                  </a:extLst>
                </p14:cNvPr>
                <p14:cNvContentPartPr/>
                <p14:nvPr/>
              </p14:nvContentPartPr>
              <p14:xfrm>
                <a:off x="10711220" y="1375400"/>
                <a:ext cx="91080" cy="856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99B27602-EF50-ABE1-FDBE-570948053C73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10693220" y="1357400"/>
                  <a:ext cx="12672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D0A99D6E-791D-F697-C91E-83A8F1A43E1F}"/>
                    </a:ext>
                  </a:extLst>
                </p14:cNvPr>
                <p14:cNvContentPartPr/>
                <p14:nvPr/>
              </p14:nvContentPartPr>
              <p14:xfrm>
                <a:off x="10855940" y="1388720"/>
                <a:ext cx="138240" cy="878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D0A99D6E-791D-F697-C91E-83A8F1A43E1F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0838300" y="1370720"/>
                  <a:ext cx="17388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71696EE6-7BDB-8DF0-704D-0F0325F65CCE}"/>
                    </a:ext>
                  </a:extLst>
                </p14:cNvPr>
                <p14:cNvContentPartPr/>
                <p14:nvPr/>
              </p14:nvContentPartPr>
              <p14:xfrm>
                <a:off x="11048540" y="1259120"/>
                <a:ext cx="37800" cy="2037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71696EE6-7BDB-8DF0-704D-0F0325F65CCE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1030900" y="1241120"/>
                  <a:ext cx="7344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D8E0F93C-3B1A-EE9E-65BA-C7A83B1F659A}"/>
                    </a:ext>
                  </a:extLst>
                </p14:cNvPr>
                <p14:cNvContentPartPr/>
                <p14:nvPr/>
              </p14:nvContentPartPr>
              <p14:xfrm>
                <a:off x="11006060" y="1344800"/>
                <a:ext cx="294480" cy="882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D8E0F93C-3B1A-EE9E-65BA-C7A83B1F659A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0988420" y="1327160"/>
                  <a:ext cx="33012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756F194A-8226-5A7A-FDEF-C63EF45987BB}"/>
                    </a:ext>
                  </a:extLst>
                </p14:cNvPr>
                <p14:cNvContentPartPr/>
                <p14:nvPr/>
              </p14:nvContentPartPr>
              <p14:xfrm>
                <a:off x="11352020" y="1314560"/>
                <a:ext cx="110880" cy="1123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756F194A-8226-5A7A-FDEF-C63EF45987BB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1334020" y="1296560"/>
                  <a:ext cx="14652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8B552E79-4DCE-E223-90B2-F522152B1FBF}"/>
                    </a:ext>
                  </a:extLst>
                </p14:cNvPr>
                <p14:cNvContentPartPr/>
                <p14:nvPr/>
              </p14:nvContentPartPr>
              <p14:xfrm>
                <a:off x="11519780" y="1263440"/>
                <a:ext cx="50760" cy="1087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8B552E79-4DCE-E223-90B2-F522152B1FBF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11501780" y="1245800"/>
                  <a:ext cx="8640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A9E915D9-1739-2E3C-D7AE-7D11570370F8}"/>
                    </a:ext>
                  </a:extLst>
                </p14:cNvPr>
                <p14:cNvContentPartPr/>
                <p14:nvPr/>
              </p14:nvContentPartPr>
              <p14:xfrm>
                <a:off x="11639300" y="1217360"/>
                <a:ext cx="110520" cy="1234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A9E915D9-1739-2E3C-D7AE-7D11570370F8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11621660" y="1199720"/>
                  <a:ext cx="146160" cy="159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39C26867-6DC1-0790-BAB5-448EC991FF59}"/>
                  </a:ext>
                </a:extLst>
              </p14:cNvPr>
              <p14:cNvContentPartPr/>
              <p14:nvPr/>
            </p14:nvContentPartPr>
            <p14:xfrm>
              <a:off x="10395860" y="1838000"/>
              <a:ext cx="1144440" cy="1594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39C26867-6DC1-0790-BAB5-448EC991FF59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10332860" y="1775000"/>
                <a:ext cx="127008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9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58F37E4D-4B56-9B9B-DCCF-A16C7DB3B4F4}"/>
                  </a:ext>
                </a:extLst>
              </p14:cNvPr>
              <p14:cNvContentPartPr/>
              <p14:nvPr/>
            </p14:nvContentPartPr>
            <p14:xfrm>
              <a:off x="10211180" y="1772120"/>
              <a:ext cx="506520" cy="74124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58F37E4D-4B56-9B9B-DCCF-A16C7DB3B4F4}"/>
                  </a:ext>
                </a:extLst>
              </p:cNvPr>
              <p:cNvPicPr/>
              <p:nvPr/>
            </p:nvPicPr>
            <p:blipFill>
              <a:blip r:embed="rId170"/>
              <a:stretch>
                <a:fillRect/>
              </a:stretch>
            </p:blipFill>
            <p:spPr>
              <a:xfrm>
                <a:off x="10148180" y="1709480"/>
                <a:ext cx="632160" cy="86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1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20AB4B85-8917-F4F5-C60B-C6FA7CE306D0}"/>
                  </a:ext>
                </a:extLst>
              </p14:cNvPr>
              <p14:cNvContentPartPr/>
              <p14:nvPr/>
            </p14:nvContentPartPr>
            <p14:xfrm>
              <a:off x="10286420" y="3085040"/>
              <a:ext cx="763560" cy="55188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20AB4B85-8917-F4F5-C60B-C6FA7CE306D0}"/>
                  </a:ext>
                </a:extLst>
              </p:cNvPr>
              <p:cNvPicPr/>
              <p:nvPr/>
            </p:nvPicPr>
            <p:blipFill>
              <a:blip r:embed="rId172"/>
              <a:stretch>
                <a:fillRect/>
              </a:stretch>
            </p:blipFill>
            <p:spPr>
              <a:xfrm>
                <a:off x="10223420" y="3022040"/>
                <a:ext cx="889200" cy="67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3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5A193D83-BEC2-C2BC-6351-270663C7A9EE}"/>
                  </a:ext>
                </a:extLst>
              </p14:cNvPr>
              <p14:cNvContentPartPr/>
              <p14:nvPr/>
            </p14:nvContentPartPr>
            <p14:xfrm>
              <a:off x="11037020" y="1649000"/>
              <a:ext cx="657360" cy="97308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5A193D83-BEC2-C2BC-6351-270663C7A9EE}"/>
                  </a:ext>
                </a:extLst>
              </p:cNvPr>
              <p:cNvPicPr/>
              <p:nvPr/>
            </p:nvPicPr>
            <p:blipFill>
              <a:blip r:embed="rId174"/>
              <a:stretch>
                <a:fillRect/>
              </a:stretch>
            </p:blipFill>
            <p:spPr>
              <a:xfrm>
                <a:off x="10974380" y="1586000"/>
                <a:ext cx="783000" cy="1098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5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8150D594-3A91-521B-ACAD-F2D04650C12A}"/>
                  </a:ext>
                </a:extLst>
              </p14:cNvPr>
              <p14:cNvContentPartPr/>
              <p14:nvPr/>
            </p14:nvContentPartPr>
            <p14:xfrm>
              <a:off x="11322140" y="2855000"/>
              <a:ext cx="470880" cy="74376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8150D594-3A91-521B-ACAD-F2D04650C12A}"/>
                  </a:ext>
                </a:extLst>
              </p:cNvPr>
              <p:cNvPicPr/>
              <p:nvPr/>
            </p:nvPicPr>
            <p:blipFill>
              <a:blip r:embed="rId176"/>
              <a:stretch>
                <a:fillRect/>
              </a:stretch>
            </p:blipFill>
            <p:spPr>
              <a:xfrm>
                <a:off x="11259140" y="2792000"/>
                <a:ext cx="596520" cy="869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19" name="Group 118">
            <a:extLst>
              <a:ext uri="{FF2B5EF4-FFF2-40B4-BE49-F238E27FC236}">
                <a16:creationId xmlns:a16="http://schemas.microsoft.com/office/drawing/2014/main" id="{2B396BBF-1C76-2D53-E806-5FCAE5E7D269}"/>
              </a:ext>
            </a:extLst>
          </p:cNvPr>
          <p:cNvGrpSpPr/>
          <p:nvPr/>
        </p:nvGrpSpPr>
        <p:grpSpPr>
          <a:xfrm>
            <a:off x="8512340" y="1313480"/>
            <a:ext cx="3452760" cy="2939760"/>
            <a:chOff x="8512340" y="1313480"/>
            <a:chExt cx="3452760" cy="2939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66253183-D408-7F39-EB61-E316723086AD}"/>
                    </a:ext>
                  </a:extLst>
                </p14:cNvPr>
                <p14:cNvContentPartPr/>
                <p14:nvPr/>
              </p14:nvContentPartPr>
              <p14:xfrm>
                <a:off x="9953060" y="1546400"/>
                <a:ext cx="1047960" cy="13442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66253183-D408-7F39-EB61-E316723086AD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9935060" y="1528400"/>
                  <a:ext cx="1083600" cy="137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2E4FAD7D-3BC6-F3DB-EFA8-859F06D2CD0D}"/>
                    </a:ext>
                  </a:extLst>
                </p14:cNvPr>
                <p14:cNvContentPartPr/>
                <p14:nvPr/>
              </p14:nvContentPartPr>
              <p14:xfrm>
                <a:off x="10698620" y="1594280"/>
                <a:ext cx="25920" cy="3528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2E4FAD7D-3BC6-F3DB-EFA8-859F06D2CD0D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0680980" y="1576640"/>
                  <a:ext cx="6156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DED69CBB-CD7C-DB85-42B3-1A8144ECEF07}"/>
                    </a:ext>
                  </a:extLst>
                </p14:cNvPr>
                <p14:cNvContentPartPr/>
                <p14:nvPr/>
              </p14:nvContentPartPr>
              <p14:xfrm>
                <a:off x="10278500" y="1833320"/>
                <a:ext cx="24120" cy="25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DED69CBB-CD7C-DB85-42B3-1A8144ECEF07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10260500" y="1815320"/>
                  <a:ext cx="597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808F44F-B300-8657-6F31-A80BC787069A}"/>
                    </a:ext>
                  </a:extLst>
                </p14:cNvPr>
                <p14:cNvContentPartPr/>
                <p14:nvPr/>
              </p14:nvContentPartPr>
              <p14:xfrm>
                <a:off x="8648420" y="1371800"/>
                <a:ext cx="1708560" cy="5335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808F44F-B300-8657-6F31-A80BC787069A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8630420" y="1354160"/>
                  <a:ext cx="1744200" cy="56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AA3BA748-C9F7-2B45-5F88-408468097303}"/>
                    </a:ext>
                  </a:extLst>
                </p14:cNvPr>
                <p14:cNvContentPartPr/>
                <p14:nvPr/>
              </p14:nvContentPartPr>
              <p14:xfrm>
                <a:off x="8554100" y="1313480"/>
                <a:ext cx="155880" cy="1328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AA3BA748-C9F7-2B45-5F88-408468097303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8536100" y="1295840"/>
                  <a:ext cx="19152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947CC386-5967-9072-AE01-0FA1A2FC008E}"/>
                    </a:ext>
                  </a:extLst>
                </p14:cNvPr>
                <p14:cNvContentPartPr/>
                <p14:nvPr/>
              </p14:nvContentPartPr>
              <p14:xfrm>
                <a:off x="11033060" y="1432280"/>
                <a:ext cx="932040" cy="12693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947CC386-5967-9072-AE01-0FA1A2FC008E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11015060" y="1414280"/>
                  <a:ext cx="967680" cy="130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E9DB3D55-563C-BCA4-3F0D-DEB40921A71C}"/>
                    </a:ext>
                  </a:extLst>
                </p14:cNvPr>
                <p14:cNvContentPartPr/>
                <p14:nvPr/>
              </p14:nvContentPartPr>
              <p14:xfrm>
                <a:off x="8547980" y="1953560"/>
                <a:ext cx="2854800" cy="72072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E9DB3D55-563C-BCA4-3F0D-DEB40921A71C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8530340" y="1935920"/>
                  <a:ext cx="2890440" cy="75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0AB8799D-7CB6-33C5-6101-5EAFB8CD765A}"/>
                    </a:ext>
                  </a:extLst>
                </p14:cNvPr>
                <p14:cNvContentPartPr/>
                <p14:nvPr/>
              </p14:nvContentPartPr>
              <p14:xfrm>
                <a:off x="8512340" y="1884440"/>
                <a:ext cx="72000" cy="835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0AB8799D-7CB6-33C5-6101-5EAFB8CD765A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8494340" y="1866800"/>
                  <a:ext cx="10764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ED28220A-2F98-4AB4-A640-4F31DF5F03E5}"/>
                    </a:ext>
                  </a:extLst>
                </p14:cNvPr>
                <p14:cNvContentPartPr/>
                <p14:nvPr/>
              </p14:nvContentPartPr>
              <p14:xfrm>
                <a:off x="11216300" y="2736200"/>
                <a:ext cx="741960" cy="113688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ED28220A-2F98-4AB4-A640-4F31DF5F03E5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1198300" y="2718200"/>
                  <a:ext cx="777600" cy="11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EDEAE87D-FB76-0D54-5805-DF94D70AB738}"/>
                    </a:ext>
                  </a:extLst>
                </p14:cNvPr>
                <p14:cNvContentPartPr/>
                <p14:nvPr/>
              </p14:nvContentPartPr>
              <p14:xfrm>
                <a:off x="8677220" y="2273240"/>
                <a:ext cx="2871720" cy="19800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EDEAE87D-FB76-0D54-5805-DF94D70AB738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8659580" y="2255600"/>
                  <a:ext cx="2907360" cy="20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D19C0446-5F8C-139D-B136-090F044F9647}"/>
                    </a:ext>
                  </a:extLst>
                </p14:cNvPr>
                <p14:cNvContentPartPr/>
                <p14:nvPr/>
              </p14:nvContentPartPr>
              <p14:xfrm>
                <a:off x="8636900" y="2089640"/>
                <a:ext cx="201600" cy="2502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D19C0446-5F8C-139D-B136-090F044F9647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8619260" y="2071640"/>
                  <a:ext cx="23724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403441AC-DB91-A038-990B-F398BD5E01D9}"/>
                    </a:ext>
                  </a:extLst>
                </p14:cNvPr>
                <p14:cNvContentPartPr/>
                <p14:nvPr/>
              </p14:nvContentPartPr>
              <p14:xfrm>
                <a:off x="10152860" y="2965880"/>
                <a:ext cx="1107000" cy="9594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403441AC-DB91-A038-990B-F398BD5E01D9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0135220" y="2948240"/>
                  <a:ext cx="1142640" cy="9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65B71F84-7C83-D9DD-57C5-AB7F21A740DB}"/>
                    </a:ext>
                  </a:extLst>
                </p14:cNvPr>
                <p14:cNvContentPartPr/>
                <p14:nvPr/>
              </p14:nvContentPartPr>
              <p14:xfrm>
                <a:off x="8572100" y="2613440"/>
                <a:ext cx="1886760" cy="9370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65B71F84-7C83-D9DD-57C5-AB7F21A740DB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8554460" y="2595800"/>
                  <a:ext cx="1922400" cy="97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0EFA2A9E-0EF8-54B1-CEB2-5E1AFED272EB}"/>
              </a:ext>
            </a:extLst>
          </p:cNvPr>
          <p:cNvGrpSpPr/>
          <p:nvPr/>
        </p:nvGrpSpPr>
        <p:grpSpPr>
          <a:xfrm>
            <a:off x="8278700" y="938720"/>
            <a:ext cx="900360" cy="1886040"/>
            <a:chOff x="8278700" y="938720"/>
            <a:chExt cx="900360" cy="1886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C5A902B4-1D95-92DA-8051-8CB7FB580730}"/>
                    </a:ext>
                  </a:extLst>
                </p14:cNvPr>
                <p14:cNvContentPartPr/>
                <p14:nvPr/>
              </p14:nvContentPartPr>
              <p14:xfrm>
                <a:off x="8307140" y="1040960"/>
                <a:ext cx="250200" cy="3711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C5A902B4-1D95-92DA-8051-8CB7FB580730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8289140" y="1023320"/>
                  <a:ext cx="285840" cy="40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33C8D959-804C-9F8C-C60B-9319AB1AB383}"/>
                    </a:ext>
                  </a:extLst>
                </p14:cNvPr>
                <p14:cNvContentPartPr/>
                <p14:nvPr/>
              </p14:nvContentPartPr>
              <p14:xfrm>
                <a:off x="8278700" y="1642160"/>
                <a:ext cx="244080" cy="26352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33C8D959-804C-9F8C-C60B-9319AB1AB383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8260700" y="1624160"/>
                  <a:ext cx="27972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1685D0F2-E584-8895-6F08-E1F89EE002F2}"/>
                    </a:ext>
                  </a:extLst>
                </p14:cNvPr>
                <p14:cNvContentPartPr/>
                <p14:nvPr/>
              </p14:nvContentPartPr>
              <p14:xfrm>
                <a:off x="8309300" y="2108360"/>
                <a:ext cx="252720" cy="3070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1685D0F2-E584-8895-6F08-E1F89EE002F2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8291300" y="2090720"/>
                  <a:ext cx="28836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3EAA4260-33DD-A6D3-CE31-5DE907B8532A}"/>
                    </a:ext>
                  </a:extLst>
                </p14:cNvPr>
                <p14:cNvContentPartPr/>
                <p14:nvPr/>
              </p14:nvContentPartPr>
              <p14:xfrm>
                <a:off x="8282300" y="2593280"/>
                <a:ext cx="189000" cy="2314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3EAA4260-33DD-A6D3-CE31-5DE907B8532A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8264660" y="2575640"/>
                  <a:ext cx="22464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04051B7B-BF1E-C208-532B-CBD7193D1EDD}"/>
                    </a:ext>
                  </a:extLst>
                </p14:cNvPr>
                <p14:cNvContentPartPr/>
                <p14:nvPr/>
              </p14:nvContentPartPr>
              <p14:xfrm>
                <a:off x="8547260" y="1178120"/>
                <a:ext cx="259920" cy="1004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04051B7B-BF1E-C208-532B-CBD7193D1EDD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8529620" y="1160120"/>
                  <a:ext cx="29556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C3353D23-D936-AE84-A044-9FEE89D9C160}"/>
                    </a:ext>
                  </a:extLst>
                </p14:cNvPr>
                <p14:cNvContentPartPr/>
                <p14:nvPr/>
              </p14:nvContentPartPr>
              <p14:xfrm>
                <a:off x="8494700" y="1194680"/>
                <a:ext cx="289440" cy="57852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C3353D23-D936-AE84-A044-9FEE89D9C160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8476700" y="1176680"/>
                  <a:ext cx="325080" cy="61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E74538B9-75D8-CCAE-8AB8-B5686314AD2B}"/>
                    </a:ext>
                  </a:extLst>
                </p14:cNvPr>
                <p14:cNvContentPartPr/>
                <p14:nvPr/>
              </p14:nvContentPartPr>
              <p14:xfrm>
                <a:off x="8567420" y="1293320"/>
                <a:ext cx="304560" cy="9511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E74538B9-75D8-CCAE-8AB8-B5686314AD2B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8549420" y="1275680"/>
                  <a:ext cx="340200" cy="9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47810BCD-8DFE-A8DC-C6A4-F20000C78907}"/>
                    </a:ext>
                  </a:extLst>
                </p14:cNvPr>
                <p14:cNvContentPartPr/>
                <p14:nvPr/>
              </p14:nvContentPartPr>
              <p14:xfrm>
                <a:off x="8472380" y="1381880"/>
                <a:ext cx="452880" cy="13262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47810BCD-8DFE-A8DC-C6A4-F20000C78907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8454740" y="1364240"/>
                  <a:ext cx="488520" cy="136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BCD61A4B-129E-4260-8C8E-87D334E270EF}"/>
                    </a:ext>
                  </a:extLst>
                </p14:cNvPr>
                <p14:cNvContentPartPr/>
                <p14:nvPr/>
              </p14:nvContentPartPr>
              <p14:xfrm>
                <a:off x="8783060" y="938720"/>
                <a:ext cx="396000" cy="41544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BCD61A4B-129E-4260-8C8E-87D334E270EF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8765420" y="921080"/>
                  <a:ext cx="431640" cy="451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3CA88816-0807-EE01-3588-74C027555172}"/>
              </a:ext>
            </a:extLst>
          </p:cNvPr>
          <p:cNvGrpSpPr/>
          <p:nvPr/>
        </p:nvGrpSpPr>
        <p:grpSpPr>
          <a:xfrm>
            <a:off x="2967980" y="799400"/>
            <a:ext cx="4514760" cy="3988800"/>
            <a:chOff x="2967980" y="799400"/>
            <a:chExt cx="4514760" cy="398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0D2D70EC-BA2C-C3A0-8BC5-4BD2987FF68A}"/>
                    </a:ext>
                  </a:extLst>
                </p14:cNvPr>
                <p14:cNvContentPartPr/>
                <p14:nvPr/>
              </p14:nvContentPartPr>
              <p14:xfrm>
                <a:off x="2967980" y="998120"/>
                <a:ext cx="1937520" cy="219204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0D2D70EC-BA2C-C3A0-8BC5-4BD2987FF68A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2905340" y="935120"/>
                  <a:ext cx="2063160" cy="231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0246D81B-26EF-8E8C-6541-9EC843E4E369}"/>
                    </a:ext>
                  </a:extLst>
                </p14:cNvPr>
                <p14:cNvContentPartPr/>
                <p14:nvPr/>
              </p14:nvContentPartPr>
              <p14:xfrm>
                <a:off x="4597340" y="2738720"/>
                <a:ext cx="2327760" cy="20494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0246D81B-26EF-8E8C-6541-9EC843E4E369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4534340" y="2675720"/>
                  <a:ext cx="2453400" cy="217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B2D99BF1-66FF-3826-0E81-2F5C8ABB8563}"/>
                    </a:ext>
                  </a:extLst>
                </p14:cNvPr>
                <p14:cNvContentPartPr/>
                <p14:nvPr/>
              </p14:nvContentPartPr>
              <p14:xfrm>
                <a:off x="5417420" y="799400"/>
                <a:ext cx="2065320" cy="167940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B2D99BF1-66FF-3826-0E81-2F5C8ABB8563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5354780" y="736400"/>
                  <a:ext cx="2190960" cy="180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734B6779-B7C6-F2B6-1BB8-6DA3C3513184}"/>
                    </a:ext>
                  </a:extLst>
                </p14:cNvPr>
                <p14:cNvContentPartPr/>
                <p14:nvPr/>
              </p14:nvContentPartPr>
              <p14:xfrm>
                <a:off x="3140780" y="1985240"/>
                <a:ext cx="2393280" cy="233208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734B6779-B7C6-F2B6-1BB8-6DA3C3513184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3077780" y="1922600"/>
                  <a:ext cx="2518920" cy="2457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9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DB67357F-B84F-0168-CDE1-8F1081AB1A86}"/>
                  </a:ext>
                </a:extLst>
              </p14:cNvPr>
              <p14:cNvContentPartPr/>
              <p14:nvPr/>
            </p14:nvContentPartPr>
            <p14:xfrm>
              <a:off x="3109100" y="1936640"/>
              <a:ext cx="828720" cy="12931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DB67357F-B84F-0168-CDE1-8F1081AB1A86}"/>
                  </a:ext>
                </a:extLst>
              </p:cNvPr>
              <p:cNvPicPr/>
              <p:nvPr/>
            </p:nvPicPr>
            <p:blipFill>
              <a:blip r:embed="rId230"/>
              <a:stretch>
                <a:fillRect/>
              </a:stretch>
            </p:blipFill>
            <p:spPr>
              <a:xfrm>
                <a:off x="3055100" y="1828640"/>
                <a:ext cx="936360" cy="150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1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A25DF282-B201-910C-D4C9-98D6F8EDE257}"/>
                  </a:ext>
                </a:extLst>
              </p14:cNvPr>
              <p14:cNvContentPartPr/>
              <p14:nvPr/>
            </p14:nvContentPartPr>
            <p14:xfrm>
              <a:off x="2853500" y="976880"/>
              <a:ext cx="771840" cy="966960"/>
            </p14:xfrm>
          </p:contentPart>
        </mc:Choice>
        <mc:Fallback xmlns=""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A25DF282-B201-910C-D4C9-98D6F8EDE257}"/>
                  </a:ext>
                </a:extLst>
              </p:cNvPr>
              <p:cNvPicPr/>
              <p:nvPr/>
            </p:nvPicPr>
            <p:blipFill>
              <a:blip r:embed="rId232"/>
              <a:stretch>
                <a:fillRect/>
              </a:stretch>
            </p:blipFill>
            <p:spPr>
              <a:xfrm>
                <a:off x="2799860" y="868880"/>
                <a:ext cx="879480" cy="118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3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9566173D-95BB-3400-ABDC-A98592B0FA20}"/>
                  </a:ext>
                </a:extLst>
              </p14:cNvPr>
              <p14:cNvContentPartPr/>
              <p14:nvPr/>
            </p14:nvContentPartPr>
            <p14:xfrm>
              <a:off x="5315540" y="808400"/>
              <a:ext cx="478080" cy="124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9566173D-95BB-3400-ABDC-A98592B0FA20}"/>
                  </a:ext>
                </a:extLst>
              </p:cNvPr>
              <p:cNvPicPr/>
              <p:nvPr/>
            </p:nvPicPr>
            <p:blipFill>
              <a:blip r:embed="rId234"/>
              <a:stretch>
                <a:fillRect/>
              </a:stretch>
            </p:blipFill>
            <p:spPr>
              <a:xfrm>
                <a:off x="5261900" y="700760"/>
                <a:ext cx="585720" cy="1464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5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DAD3078F-F4B0-ACC4-3756-87EBC0C874D2}"/>
                  </a:ext>
                </a:extLst>
              </p14:cNvPr>
              <p14:cNvContentPartPr/>
              <p14:nvPr/>
            </p14:nvContentPartPr>
            <p14:xfrm>
              <a:off x="4462700" y="2661320"/>
              <a:ext cx="801000" cy="1181880"/>
            </p14:xfrm>
          </p:contentPart>
        </mc:Choice>
        <mc:Fallback xmlns=""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DAD3078F-F4B0-ACC4-3756-87EBC0C874D2}"/>
                  </a:ext>
                </a:extLst>
              </p:cNvPr>
              <p:cNvPicPr/>
              <p:nvPr/>
            </p:nvPicPr>
            <p:blipFill>
              <a:blip r:embed="rId236"/>
              <a:stretch>
                <a:fillRect/>
              </a:stretch>
            </p:blipFill>
            <p:spPr>
              <a:xfrm>
                <a:off x="4408700" y="2553320"/>
                <a:ext cx="908640" cy="139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7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050585AC-5B27-C786-B8EF-64B741C87C20}"/>
                  </a:ext>
                </a:extLst>
              </p14:cNvPr>
              <p14:cNvContentPartPr/>
              <p14:nvPr/>
            </p14:nvContentPartPr>
            <p14:xfrm>
              <a:off x="2929820" y="2247320"/>
              <a:ext cx="601200" cy="116820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050585AC-5B27-C786-B8EF-64B741C87C20}"/>
                  </a:ext>
                </a:extLst>
              </p:cNvPr>
              <p:cNvPicPr/>
              <p:nvPr/>
            </p:nvPicPr>
            <p:blipFill>
              <a:blip r:embed="rId238"/>
              <a:stretch>
                <a:fillRect/>
              </a:stretch>
            </p:blipFill>
            <p:spPr>
              <a:xfrm>
                <a:off x="2876180" y="2139320"/>
                <a:ext cx="708840" cy="138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9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EFC9246-497D-FFE9-FDF5-A958A4E8CF68}"/>
                  </a:ext>
                </a:extLst>
              </p14:cNvPr>
              <p14:cNvContentPartPr/>
              <p14:nvPr/>
            </p14:nvContentPartPr>
            <p14:xfrm>
              <a:off x="2942780" y="2596520"/>
              <a:ext cx="962280" cy="66168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EFC9246-497D-FFE9-FDF5-A958A4E8CF68}"/>
                  </a:ext>
                </a:extLst>
              </p:cNvPr>
              <p:cNvPicPr/>
              <p:nvPr/>
            </p:nvPicPr>
            <p:blipFill>
              <a:blip r:embed="rId240"/>
              <a:stretch>
                <a:fillRect/>
              </a:stretch>
            </p:blipFill>
            <p:spPr>
              <a:xfrm>
                <a:off x="2889140" y="2488520"/>
                <a:ext cx="1069920" cy="87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1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8E30FDC0-E6E8-9246-7D5A-421C2E6E6875}"/>
                  </a:ext>
                </a:extLst>
              </p14:cNvPr>
              <p14:cNvContentPartPr/>
              <p14:nvPr/>
            </p14:nvContentPartPr>
            <p14:xfrm>
              <a:off x="4595900" y="4158560"/>
              <a:ext cx="1107360" cy="962640"/>
            </p14:xfrm>
          </p:contentPart>
        </mc:Choice>
        <mc:Fallback xmlns=""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8E30FDC0-E6E8-9246-7D5A-421C2E6E6875}"/>
                  </a:ext>
                </a:extLst>
              </p:cNvPr>
              <p:cNvPicPr/>
              <p:nvPr/>
            </p:nvPicPr>
            <p:blipFill>
              <a:blip r:embed="rId242"/>
              <a:stretch>
                <a:fillRect/>
              </a:stretch>
            </p:blipFill>
            <p:spPr>
              <a:xfrm>
                <a:off x="4541900" y="4050560"/>
                <a:ext cx="1215000" cy="117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3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E059ECEE-E09E-2B9B-A370-C851CE0E8351}"/>
                  </a:ext>
                </a:extLst>
              </p14:cNvPr>
              <p14:cNvContentPartPr/>
              <p14:nvPr/>
            </p14:nvContentPartPr>
            <p14:xfrm>
              <a:off x="5577620" y="2084600"/>
              <a:ext cx="1268640" cy="579960"/>
            </p14:xfrm>
          </p:contentPart>
        </mc:Choice>
        <mc:Fallback xmlns=""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E059ECEE-E09E-2B9B-A370-C851CE0E8351}"/>
                  </a:ext>
                </a:extLst>
              </p:cNvPr>
              <p:cNvPicPr/>
              <p:nvPr/>
            </p:nvPicPr>
            <p:blipFill>
              <a:blip r:embed="rId244"/>
              <a:stretch>
                <a:fillRect/>
              </a:stretch>
            </p:blipFill>
            <p:spPr>
              <a:xfrm>
                <a:off x="5523980" y="1976960"/>
                <a:ext cx="1376280" cy="79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5">
            <p14:nvContentPartPr>
              <p14:cNvPr id="144" name="Ink 143">
                <a:extLst>
                  <a:ext uri="{FF2B5EF4-FFF2-40B4-BE49-F238E27FC236}">
                    <a16:creationId xmlns:a16="http://schemas.microsoft.com/office/drawing/2014/main" id="{45C32C50-BC7B-C0AF-31FD-23B4E8674293}"/>
                  </a:ext>
                </a:extLst>
              </p14:cNvPr>
              <p14:cNvContentPartPr/>
              <p14:nvPr/>
            </p14:nvContentPartPr>
            <p14:xfrm>
              <a:off x="3023420" y="3670760"/>
              <a:ext cx="980640" cy="763920"/>
            </p14:xfrm>
          </p:contentPart>
        </mc:Choice>
        <mc:Fallback xmlns="">
          <p:pic>
            <p:nvPicPr>
              <p:cNvPr id="144" name="Ink 143">
                <a:extLst>
                  <a:ext uri="{FF2B5EF4-FFF2-40B4-BE49-F238E27FC236}">
                    <a16:creationId xmlns:a16="http://schemas.microsoft.com/office/drawing/2014/main" id="{45C32C50-BC7B-C0AF-31FD-23B4E8674293}"/>
                  </a:ext>
                </a:extLst>
              </p:cNvPr>
              <p:cNvPicPr/>
              <p:nvPr/>
            </p:nvPicPr>
            <p:blipFill>
              <a:blip r:embed="rId246"/>
              <a:stretch>
                <a:fillRect/>
              </a:stretch>
            </p:blipFill>
            <p:spPr>
              <a:xfrm>
                <a:off x="2969420" y="3562760"/>
                <a:ext cx="1088280" cy="97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7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63DD7A6F-743F-ABBE-D72D-DFBC151631C1}"/>
                  </a:ext>
                </a:extLst>
              </p14:cNvPr>
              <p14:cNvContentPartPr/>
              <p14:nvPr/>
            </p14:nvContentPartPr>
            <p14:xfrm>
              <a:off x="3902540" y="916400"/>
              <a:ext cx="1044720" cy="59328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63DD7A6F-743F-ABBE-D72D-DFBC151631C1}"/>
                  </a:ext>
                </a:extLst>
              </p:cNvPr>
              <p:cNvPicPr/>
              <p:nvPr/>
            </p:nvPicPr>
            <p:blipFill>
              <a:blip r:embed="rId248"/>
              <a:stretch>
                <a:fillRect/>
              </a:stretch>
            </p:blipFill>
            <p:spPr>
              <a:xfrm>
                <a:off x="3848900" y="808760"/>
                <a:ext cx="1152360" cy="80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9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5E97FEBF-3E0D-F07F-AEF4-3796CC114B74}"/>
                  </a:ext>
                </a:extLst>
              </p14:cNvPr>
              <p14:cNvContentPartPr/>
              <p14:nvPr/>
            </p14:nvContentPartPr>
            <p14:xfrm>
              <a:off x="6216980" y="802640"/>
              <a:ext cx="1223640" cy="27000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5E97FEBF-3E0D-F07F-AEF4-3796CC114B74}"/>
                  </a:ext>
                </a:extLst>
              </p:cNvPr>
              <p:cNvPicPr/>
              <p:nvPr/>
            </p:nvPicPr>
            <p:blipFill>
              <a:blip r:embed="rId250"/>
              <a:stretch>
                <a:fillRect/>
              </a:stretch>
            </p:blipFill>
            <p:spPr>
              <a:xfrm>
                <a:off x="6163340" y="694640"/>
                <a:ext cx="1331280" cy="48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1">
            <p14:nvContentPartPr>
              <p14:cNvPr id="147" name="Ink 146">
                <a:extLst>
                  <a:ext uri="{FF2B5EF4-FFF2-40B4-BE49-F238E27FC236}">
                    <a16:creationId xmlns:a16="http://schemas.microsoft.com/office/drawing/2014/main" id="{FA3A4F96-8308-2C22-1CC8-B653B3EBB96E}"/>
                  </a:ext>
                </a:extLst>
              </p14:cNvPr>
              <p14:cNvContentPartPr/>
              <p14:nvPr/>
            </p14:nvContentPartPr>
            <p14:xfrm>
              <a:off x="5860940" y="2884880"/>
              <a:ext cx="1317240" cy="537840"/>
            </p14:xfrm>
          </p:contentPart>
        </mc:Choice>
        <mc:Fallback xmlns="">
          <p:pic>
            <p:nvPicPr>
              <p:cNvPr id="147" name="Ink 146">
                <a:extLst>
                  <a:ext uri="{FF2B5EF4-FFF2-40B4-BE49-F238E27FC236}">
                    <a16:creationId xmlns:a16="http://schemas.microsoft.com/office/drawing/2014/main" id="{FA3A4F96-8308-2C22-1CC8-B653B3EBB96E}"/>
                  </a:ext>
                </a:extLst>
              </p:cNvPr>
              <p:cNvPicPr/>
              <p:nvPr/>
            </p:nvPicPr>
            <p:blipFill>
              <a:blip r:embed="rId252"/>
              <a:stretch>
                <a:fillRect/>
              </a:stretch>
            </p:blipFill>
            <p:spPr>
              <a:xfrm>
                <a:off x="5807300" y="2776880"/>
                <a:ext cx="1424880" cy="75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3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EFC58CE5-E116-A5AD-7F55-649600E52961}"/>
                  </a:ext>
                </a:extLst>
              </p14:cNvPr>
              <p14:cNvContentPartPr/>
              <p14:nvPr/>
            </p14:nvContentPartPr>
            <p14:xfrm>
              <a:off x="4276940" y="2144720"/>
              <a:ext cx="1116360" cy="51300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EFC58CE5-E116-A5AD-7F55-649600E52961}"/>
                  </a:ext>
                </a:extLst>
              </p:cNvPr>
              <p:cNvPicPr/>
              <p:nvPr/>
            </p:nvPicPr>
            <p:blipFill>
              <a:blip r:embed="rId254"/>
              <a:stretch>
                <a:fillRect/>
              </a:stretch>
            </p:blipFill>
            <p:spPr>
              <a:xfrm>
                <a:off x="4222940" y="2036720"/>
                <a:ext cx="1224000" cy="72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5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930D18B4-A288-7DA8-0EAE-1107958837B8}"/>
                  </a:ext>
                </a:extLst>
              </p14:cNvPr>
              <p14:cNvContentPartPr/>
              <p14:nvPr/>
            </p14:nvContentPartPr>
            <p14:xfrm>
              <a:off x="4379180" y="3405080"/>
              <a:ext cx="1094040" cy="102384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930D18B4-A288-7DA8-0EAE-1107958837B8}"/>
                  </a:ext>
                </a:extLst>
              </p:cNvPr>
              <p:cNvPicPr/>
              <p:nvPr/>
            </p:nvPicPr>
            <p:blipFill>
              <a:blip r:embed="rId256"/>
              <a:stretch>
                <a:fillRect/>
              </a:stretch>
            </p:blipFill>
            <p:spPr>
              <a:xfrm>
                <a:off x="4325540" y="3297080"/>
                <a:ext cx="1201680" cy="123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7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0ACAA877-1A33-62FB-C4D1-10B4D9F8B8F4}"/>
                  </a:ext>
                </a:extLst>
              </p14:cNvPr>
              <p14:cNvContentPartPr/>
              <p14:nvPr/>
            </p14:nvContentPartPr>
            <p14:xfrm>
              <a:off x="4150220" y="2196560"/>
              <a:ext cx="789840" cy="10990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0ACAA877-1A33-62FB-C4D1-10B4D9F8B8F4}"/>
                  </a:ext>
                </a:extLst>
              </p:cNvPr>
              <p:cNvPicPr/>
              <p:nvPr/>
            </p:nvPicPr>
            <p:blipFill>
              <a:blip r:embed="rId258"/>
              <a:stretch>
                <a:fillRect/>
              </a:stretch>
            </p:blipFill>
            <p:spPr>
              <a:xfrm>
                <a:off x="4096580" y="2088560"/>
                <a:ext cx="897480" cy="1314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9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5DD5CAF6-CB6C-7C50-4578-B93D81FDABFD}"/>
                  </a:ext>
                </a:extLst>
              </p14:cNvPr>
              <p14:cNvContentPartPr/>
              <p14:nvPr/>
            </p14:nvContentPartPr>
            <p14:xfrm>
              <a:off x="4020260" y="2125280"/>
              <a:ext cx="964800" cy="109116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5DD5CAF6-CB6C-7C50-4578-B93D81FDABFD}"/>
                  </a:ext>
                </a:extLst>
              </p:cNvPr>
              <p:cNvPicPr/>
              <p:nvPr/>
            </p:nvPicPr>
            <p:blipFill>
              <a:blip r:embed="rId260"/>
              <a:stretch>
                <a:fillRect/>
              </a:stretch>
            </p:blipFill>
            <p:spPr>
              <a:xfrm>
                <a:off x="3966260" y="2017640"/>
                <a:ext cx="1072440" cy="130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1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C355D9FB-ECF7-3225-CEA2-C92393D1F85B}"/>
                  </a:ext>
                </a:extLst>
              </p14:cNvPr>
              <p14:cNvContentPartPr/>
              <p14:nvPr/>
            </p14:nvContentPartPr>
            <p14:xfrm>
              <a:off x="6741860" y="1530920"/>
              <a:ext cx="805320" cy="831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C355D9FB-ECF7-3225-CEA2-C92393D1F85B}"/>
                  </a:ext>
                </a:extLst>
              </p:cNvPr>
              <p:cNvPicPr/>
              <p:nvPr/>
            </p:nvPicPr>
            <p:blipFill>
              <a:blip r:embed="rId262"/>
              <a:stretch>
                <a:fillRect/>
              </a:stretch>
            </p:blipFill>
            <p:spPr>
              <a:xfrm>
                <a:off x="6688220" y="1422920"/>
                <a:ext cx="912960" cy="104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3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208FD3B0-B4AE-C9D4-5FAB-EC40D931C0DD}"/>
                  </a:ext>
                </a:extLst>
              </p14:cNvPr>
              <p14:cNvContentPartPr/>
              <p14:nvPr/>
            </p14:nvContentPartPr>
            <p14:xfrm>
              <a:off x="6121940" y="3735920"/>
              <a:ext cx="962640" cy="1004040"/>
            </p14:xfrm>
          </p:contentPart>
        </mc:Choice>
        <mc:Fallback xmlns=""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208FD3B0-B4AE-C9D4-5FAB-EC40D931C0DD}"/>
                  </a:ext>
                </a:extLst>
              </p:cNvPr>
              <p:cNvPicPr/>
              <p:nvPr/>
            </p:nvPicPr>
            <p:blipFill>
              <a:blip r:embed="rId264"/>
              <a:stretch>
                <a:fillRect/>
              </a:stretch>
            </p:blipFill>
            <p:spPr>
              <a:xfrm>
                <a:off x="6067940" y="3628280"/>
                <a:ext cx="1070280" cy="121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5">
            <p14:nvContentPartPr>
              <p14:cNvPr id="154" name="Ink 153">
                <a:extLst>
                  <a:ext uri="{FF2B5EF4-FFF2-40B4-BE49-F238E27FC236}">
                    <a16:creationId xmlns:a16="http://schemas.microsoft.com/office/drawing/2014/main" id="{1A3D6FFA-DDB3-02CF-17C9-E0B94050B384}"/>
                  </a:ext>
                </a:extLst>
              </p14:cNvPr>
              <p14:cNvContentPartPr/>
              <p14:nvPr/>
            </p14:nvContentPartPr>
            <p14:xfrm>
              <a:off x="6152900" y="3733040"/>
              <a:ext cx="840960" cy="899640"/>
            </p14:xfrm>
          </p:contentPart>
        </mc:Choice>
        <mc:Fallback xmlns="">
          <p:pic>
            <p:nvPicPr>
              <p:cNvPr id="154" name="Ink 153">
                <a:extLst>
                  <a:ext uri="{FF2B5EF4-FFF2-40B4-BE49-F238E27FC236}">
                    <a16:creationId xmlns:a16="http://schemas.microsoft.com/office/drawing/2014/main" id="{1A3D6FFA-DDB3-02CF-17C9-E0B94050B384}"/>
                  </a:ext>
                </a:extLst>
              </p:cNvPr>
              <p:cNvPicPr/>
              <p:nvPr/>
            </p:nvPicPr>
            <p:blipFill>
              <a:blip r:embed="rId266"/>
              <a:stretch>
                <a:fillRect/>
              </a:stretch>
            </p:blipFill>
            <p:spPr>
              <a:xfrm>
                <a:off x="6099260" y="3625040"/>
                <a:ext cx="948600" cy="11152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B7BC1-ACB8-EC85-F0AA-DE4BEC0D09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01E9A6E-F625-D5B1-1DC5-FB000D843EF2}"/>
                  </a:ext>
                </a:extLst>
              </p14:cNvPr>
              <p14:cNvContentPartPr/>
              <p14:nvPr/>
            </p14:nvContentPartPr>
            <p14:xfrm>
              <a:off x="3770164" y="2150820"/>
              <a:ext cx="255600" cy="378720"/>
            </p14:xfrm>
          </p:contentPart>
        </mc:Choice>
        <mc:Fallback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01E9A6E-F625-D5B1-1DC5-FB000D843EF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07524" y="2087820"/>
                <a:ext cx="38124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8C9A6C5E-D6D3-9CBC-8C33-7C2B3204BFAE}"/>
                  </a:ext>
                </a:extLst>
              </p14:cNvPr>
              <p14:cNvContentPartPr/>
              <p14:nvPr/>
            </p14:nvContentPartPr>
            <p14:xfrm>
              <a:off x="3764404" y="2862540"/>
              <a:ext cx="295560" cy="302400"/>
            </p14:xfrm>
          </p:contentPart>
        </mc:Choice>
        <mc:Fallback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8C9A6C5E-D6D3-9CBC-8C33-7C2B3204BFA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701764" y="2799540"/>
                <a:ext cx="421200" cy="42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5F093C57-9482-C9FA-4668-DA3F723F06B6}"/>
                  </a:ext>
                </a:extLst>
              </p14:cNvPr>
              <p14:cNvContentPartPr/>
              <p14:nvPr/>
            </p14:nvContentPartPr>
            <p14:xfrm>
              <a:off x="3747844" y="3514500"/>
              <a:ext cx="322920" cy="248760"/>
            </p14:xfrm>
          </p:contentPart>
        </mc:Choice>
        <mc:Fallback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5F093C57-9482-C9FA-4668-DA3F723F06B6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684844" y="3451860"/>
                <a:ext cx="448560" cy="37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8BB5D24E-8B95-F470-7216-73127D9E02D4}"/>
                  </a:ext>
                </a:extLst>
              </p14:cNvPr>
              <p14:cNvContentPartPr/>
              <p14:nvPr/>
            </p14:nvContentPartPr>
            <p14:xfrm>
              <a:off x="3845764" y="4099500"/>
              <a:ext cx="225360" cy="265680"/>
            </p14:xfrm>
          </p:contentPart>
        </mc:Choice>
        <mc:Fallback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8BB5D24E-8B95-F470-7216-73127D9E02D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782764" y="4036500"/>
                <a:ext cx="351000" cy="39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C16DA2E4-46C5-0ECA-65F8-BE57B19279B7}"/>
                  </a:ext>
                </a:extLst>
              </p14:cNvPr>
              <p14:cNvContentPartPr/>
              <p14:nvPr/>
            </p14:nvContentPartPr>
            <p14:xfrm>
              <a:off x="3854044" y="4653540"/>
              <a:ext cx="266040" cy="323640"/>
            </p14:xfrm>
          </p:contentPart>
        </mc:Choice>
        <mc:Fallback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C16DA2E4-46C5-0ECA-65F8-BE57B19279B7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791044" y="4590540"/>
                <a:ext cx="391680" cy="44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BEC68F98-90F9-0018-6440-66DFDC4B0F30}"/>
                  </a:ext>
                </a:extLst>
              </p14:cNvPr>
              <p14:cNvContentPartPr/>
              <p14:nvPr/>
            </p14:nvContentPartPr>
            <p14:xfrm>
              <a:off x="3943324" y="5187780"/>
              <a:ext cx="222120" cy="312840"/>
            </p14:xfrm>
          </p:contentPart>
        </mc:Choice>
        <mc:Fallback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BEC68F98-90F9-0018-6440-66DFDC4B0F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3880324" y="5124780"/>
                <a:ext cx="347760" cy="43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F7EB860B-0AC0-3663-2319-FDC719618461}"/>
                  </a:ext>
                </a:extLst>
              </p14:cNvPr>
              <p14:cNvContentPartPr/>
              <p14:nvPr/>
            </p14:nvContentPartPr>
            <p14:xfrm>
              <a:off x="8234884" y="2019060"/>
              <a:ext cx="2536560" cy="3304080"/>
            </p14:xfrm>
          </p:contentPart>
        </mc:Choice>
        <mc:Fallback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F7EB860B-0AC0-3663-2319-FDC719618461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181244" y="1911060"/>
                <a:ext cx="2644200" cy="351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EEB26496-E6DA-F4AB-C502-F7906628A2EB}"/>
                  </a:ext>
                </a:extLst>
              </p14:cNvPr>
              <p14:cNvContentPartPr/>
              <p14:nvPr/>
            </p14:nvContentPartPr>
            <p14:xfrm>
              <a:off x="7934284" y="1702260"/>
              <a:ext cx="3176640" cy="3470400"/>
            </p14:xfrm>
          </p:contentPart>
        </mc:Choice>
        <mc:Fallback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EEB26496-E6DA-F4AB-C502-F7906628A2E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7916284" y="1684260"/>
                <a:ext cx="3212280" cy="3506040"/>
              </a:xfrm>
              <a:prstGeom prst="rect">
                <a:avLst/>
              </a:prstGeom>
            </p:spPr>
          </p:pic>
        </mc:Fallback>
      </mc:AlternateContent>
      <p:grpSp>
        <p:nvGrpSpPr>
          <p:cNvPr id="98" name="Group 97">
            <a:extLst>
              <a:ext uri="{FF2B5EF4-FFF2-40B4-BE49-F238E27FC236}">
                <a16:creationId xmlns:a16="http://schemas.microsoft.com/office/drawing/2014/main" id="{F29D1012-EEDE-B049-9C0B-848AB8669EF6}"/>
              </a:ext>
            </a:extLst>
          </p:cNvPr>
          <p:cNvGrpSpPr/>
          <p:nvPr/>
        </p:nvGrpSpPr>
        <p:grpSpPr>
          <a:xfrm>
            <a:off x="545644" y="501660"/>
            <a:ext cx="10940040" cy="6315480"/>
            <a:chOff x="545644" y="501660"/>
            <a:chExt cx="10940040" cy="6315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AF1B9EED-B730-37F4-DE5B-31D2C4522901}"/>
                    </a:ext>
                  </a:extLst>
                </p14:cNvPr>
                <p14:cNvContentPartPr/>
                <p14:nvPr/>
              </p14:nvContentPartPr>
              <p14:xfrm>
                <a:off x="1304884" y="1465020"/>
                <a:ext cx="332640" cy="34668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AF1B9EED-B730-37F4-DE5B-31D2C452290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287244" y="1447380"/>
                  <a:ext cx="368280" cy="3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4C994D4-4A19-B5F5-618C-21857612285D}"/>
                    </a:ext>
                  </a:extLst>
                </p14:cNvPr>
                <p14:cNvContentPartPr/>
                <p14:nvPr/>
              </p14:nvContentPartPr>
              <p14:xfrm>
                <a:off x="1446004" y="2101500"/>
                <a:ext cx="277560" cy="3078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4C994D4-4A19-B5F5-618C-21857612285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428004" y="2083500"/>
                  <a:ext cx="313200" cy="34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ACDEFFAE-A893-7DAF-9AED-32B906414E7E}"/>
                    </a:ext>
                  </a:extLst>
                </p14:cNvPr>
                <p14:cNvContentPartPr/>
                <p14:nvPr/>
              </p14:nvContentPartPr>
              <p14:xfrm>
                <a:off x="1422604" y="2712060"/>
                <a:ext cx="207000" cy="24588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ACDEFFAE-A893-7DAF-9AED-32B906414E7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404604" y="2694420"/>
                  <a:ext cx="24264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C8DD610-EC9E-017F-D632-C5581C6F2750}"/>
                    </a:ext>
                  </a:extLst>
                </p14:cNvPr>
                <p14:cNvContentPartPr/>
                <p14:nvPr/>
              </p14:nvContentPartPr>
              <p14:xfrm>
                <a:off x="1339444" y="3385620"/>
                <a:ext cx="255600" cy="2271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C8DD610-EC9E-017F-D632-C5581C6F275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321444" y="3367620"/>
                  <a:ext cx="29124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76CBC45-C413-1B40-2298-E8BCFA91BA7C}"/>
                    </a:ext>
                  </a:extLst>
                </p14:cNvPr>
                <p14:cNvContentPartPr/>
                <p14:nvPr/>
              </p14:nvContentPartPr>
              <p14:xfrm>
                <a:off x="1375084" y="4125780"/>
                <a:ext cx="213840" cy="2340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76CBC45-C413-1B40-2298-E8BCFA91BA7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357084" y="4107780"/>
                  <a:ext cx="24948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F669917-BF87-8DC4-851D-E8D39F9449F5}"/>
                    </a:ext>
                  </a:extLst>
                </p14:cNvPr>
                <p14:cNvContentPartPr/>
                <p14:nvPr/>
              </p14:nvContentPartPr>
              <p14:xfrm>
                <a:off x="1339804" y="4779900"/>
                <a:ext cx="162720" cy="13608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F669917-BF87-8DC4-851D-E8D39F9449F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321804" y="4761900"/>
                  <a:ext cx="19836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56E5259-298A-6967-6855-2602FE45F435}"/>
                    </a:ext>
                  </a:extLst>
                </p14:cNvPr>
                <p14:cNvContentPartPr/>
                <p14:nvPr/>
              </p14:nvContentPartPr>
              <p14:xfrm>
                <a:off x="1481644" y="5587380"/>
                <a:ext cx="17280" cy="36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56E5259-298A-6967-6855-2602FE45F43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464004" y="5569740"/>
                  <a:ext cx="5292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876FD30-44B7-69B6-0435-6D5F14D215C7}"/>
                    </a:ext>
                  </a:extLst>
                </p14:cNvPr>
                <p14:cNvContentPartPr/>
                <p14:nvPr/>
              </p14:nvContentPartPr>
              <p14:xfrm>
                <a:off x="1493524" y="5716260"/>
                <a:ext cx="6840" cy="363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876FD30-44B7-69B6-0435-6D5F14D215C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475524" y="5698260"/>
                  <a:ext cx="4248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7A7F6F5-96B5-EA02-9682-55300C27BE2C}"/>
                    </a:ext>
                  </a:extLst>
                </p14:cNvPr>
                <p14:cNvContentPartPr/>
                <p14:nvPr/>
              </p14:nvContentPartPr>
              <p14:xfrm>
                <a:off x="1488484" y="5940540"/>
                <a:ext cx="27360" cy="637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7A7F6F5-96B5-EA02-9682-55300C27BE2C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470844" y="5922540"/>
                  <a:ext cx="6300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4FA5663-C11B-EA93-443E-FD747CD9FA23}"/>
                    </a:ext>
                  </a:extLst>
                </p14:cNvPr>
                <p14:cNvContentPartPr/>
                <p14:nvPr/>
              </p14:nvContentPartPr>
              <p14:xfrm>
                <a:off x="762364" y="1390860"/>
                <a:ext cx="40680" cy="3312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4FA5663-C11B-EA93-443E-FD747CD9FA2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44724" y="1373220"/>
                  <a:ext cx="7632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A2D8A46-3D58-CA24-8A83-54EE453C02F3}"/>
                    </a:ext>
                  </a:extLst>
                </p14:cNvPr>
                <p14:cNvContentPartPr/>
                <p14:nvPr/>
              </p14:nvContentPartPr>
              <p14:xfrm>
                <a:off x="1337284" y="6407820"/>
                <a:ext cx="339120" cy="3240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A2D8A46-3D58-CA24-8A83-54EE453C02F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319284" y="6390180"/>
                  <a:ext cx="374760" cy="3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E4504F2-9066-8BFC-096B-A716F77973E3}"/>
                    </a:ext>
                  </a:extLst>
                </p14:cNvPr>
                <p14:cNvContentPartPr/>
                <p14:nvPr/>
              </p14:nvContentPartPr>
              <p14:xfrm>
                <a:off x="545644" y="6454260"/>
                <a:ext cx="252720" cy="3628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E4504F2-9066-8BFC-096B-A716F77973E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27644" y="6436260"/>
                  <a:ext cx="288360" cy="39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CE0B6C5A-A54E-2E54-9CCC-B4E9CEE1B6D3}"/>
                    </a:ext>
                  </a:extLst>
                </p14:cNvPr>
                <p14:cNvContentPartPr/>
                <p14:nvPr/>
              </p14:nvContentPartPr>
              <p14:xfrm>
                <a:off x="619804" y="6600780"/>
                <a:ext cx="143280" cy="1285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CE0B6C5A-A54E-2E54-9CCC-B4E9CEE1B6D3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02164" y="6583140"/>
                  <a:ext cx="17892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99B8AC2-332C-D010-FD20-2AC0B9F1526C}"/>
                    </a:ext>
                  </a:extLst>
                </p14:cNvPr>
                <p14:cNvContentPartPr/>
                <p14:nvPr/>
              </p14:nvContentPartPr>
              <p14:xfrm>
                <a:off x="819604" y="6433740"/>
                <a:ext cx="216000" cy="2530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99B8AC2-332C-D010-FD20-2AC0B9F1526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01604" y="6415740"/>
                  <a:ext cx="25164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3FC82F6-AED8-8183-D895-A7CF1A1AD212}"/>
                    </a:ext>
                  </a:extLst>
                </p14:cNvPr>
                <p14:cNvContentPartPr/>
                <p14:nvPr/>
              </p14:nvContentPartPr>
              <p14:xfrm>
                <a:off x="1071964" y="6448500"/>
                <a:ext cx="177840" cy="3067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3FC82F6-AED8-8183-D895-A7CF1A1AD21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53964" y="6430860"/>
                  <a:ext cx="213480" cy="34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AA5D256B-E71B-C704-CE4C-26489913E72B}"/>
                    </a:ext>
                  </a:extLst>
                </p14:cNvPr>
                <p14:cNvContentPartPr/>
                <p14:nvPr/>
              </p14:nvContentPartPr>
              <p14:xfrm>
                <a:off x="2812924" y="2237940"/>
                <a:ext cx="169560" cy="2268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AA5D256B-E71B-C704-CE4C-26489913E72B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795284" y="2219940"/>
                  <a:ext cx="20520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550DDE42-7E7D-F048-5F57-F94415584ADA}"/>
                    </a:ext>
                  </a:extLst>
                </p14:cNvPr>
                <p14:cNvContentPartPr/>
                <p14:nvPr/>
              </p14:nvContentPartPr>
              <p14:xfrm>
                <a:off x="2846764" y="2834460"/>
                <a:ext cx="99360" cy="2764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550DDE42-7E7D-F048-5F57-F94415584AD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829124" y="2816460"/>
                  <a:ext cx="13500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DC1AB0A-957C-0E3C-0C56-A9F43B03C82A}"/>
                    </a:ext>
                  </a:extLst>
                </p14:cNvPr>
                <p14:cNvContentPartPr/>
                <p14:nvPr/>
              </p14:nvContentPartPr>
              <p14:xfrm>
                <a:off x="2918044" y="3405060"/>
                <a:ext cx="90000" cy="655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DC1AB0A-957C-0E3C-0C56-A9F43B03C82A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900044" y="3387060"/>
                  <a:ext cx="12564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5F38161-56BF-2397-9B9F-92B05E5502ED}"/>
                    </a:ext>
                  </a:extLst>
                </p14:cNvPr>
                <p14:cNvContentPartPr/>
                <p14:nvPr/>
              </p14:nvContentPartPr>
              <p14:xfrm>
                <a:off x="2877724" y="3374100"/>
                <a:ext cx="217080" cy="2883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5F38161-56BF-2397-9B9F-92B05E5502E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860084" y="3356460"/>
                  <a:ext cx="252720" cy="32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F1650E0F-FC9C-C039-6D51-69449DBEA93F}"/>
                    </a:ext>
                  </a:extLst>
                </p14:cNvPr>
                <p14:cNvContentPartPr/>
                <p14:nvPr/>
              </p14:nvContentPartPr>
              <p14:xfrm>
                <a:off x="2871244" y="4183740"/>
                <a:ext cx="223920" cy="2386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F1650E0F-FC9C-C039-6D51-69449DBEA93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853604" y="4165740"/>
                  <a:ext cx="25956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B3F0902-05B3-55C4-B7AA-89A7B7D40251}"/>
                    </a:ext>
                  </a:extLst>
                </p14:cNvPr>
                <p14:cNvContentPartPr/>
                <p14:nvPr/>
              </p14:nvContentPartPr>
              <p14:xfrm>
                <a:off x="2875924" y="4807260"/>
                <a:ext cx="242640" cy="2145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B3F0902-05B3-55C4-B7AA-89A7B7D4025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857924" y="4789620"/>
                  <a:ext cx="27828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AB6E9A6-B00D-F794-0FC9-FCC9F06225D6}"/>
                    </a:ext>
                  </a:extLst>
                </p14:cNvPr>
                <p14:cNvContentPartPr/>
                <p14:nvPr/>
              </p14:nvContentPartPr>
              <p14:xfrm>
                <a:off x="2880604" y="2838780"/>
                <a:ext cx="180720" cy="2228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AB6E9A6-B00D-F794-0FC9-FCC9F06225D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862964" y="2821140"/>
                  <a:ext cx="21636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23DA0A1-237D-E716-50A1-9C333C6D5C56}"/>
                    </a:ext>
                  </a:extLst>
                </p14:cNvPr>
                <p14:cNvContentPartPr/>
                <p14:nvPr/>
              </p14:nvContentPartPr>
              <p14:xfrm>
                <a:off x="3760804" y="2212380"/>
                <a:ext cx="279360" cy="2912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23DA0A1-237D-E716-50A1-9C333C6D5C56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743164" y="2194380"/>
                  <a:ext cx="315000" cy="3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04B1924-6051-2908-2457-50FD0700DC4B}"/>
                    </a:ext>
                  </a:extLst>
                </p14:cNvPr>
                <p14:cNvContentPartPr/>
                <p14:nvPr/>
              </p14:nvContentPartPr>
              <p14:xfrm>
                <a:off x="3787444" y="2899620"/>
                <a:ext cx="235080" cy="2851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04B1924-6051-2908-2457-50FD0700DC4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769444" y="2881620"/>
                  <a:ext cx="27072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0881A70E-18EF-CFCC-61BC-B994C85F8C0D}"/>
                    </a:ext>
                  </a:extLst>
                </p14:cNvPr>
                <p14:cNvContentPartPr/>
                <p14:nvPr/>
              </p14:nvContentPartPr>
              <p14:xfrm>
                <a:off x="3788524" y="3499740"/>
                <a:ext cx="223200" cy="2264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0881A70E-18EF-CFCC-61BC-B994C85F8C0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770884" y="3482100"/>
                  <a:ext cx="25884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3CF2EE2-B8F2-0605-7D03-977311B39671}"/>
                    </a:ext>
                  </a:extLst>
                </p14:cNvPr>
                <p14:cNvContentPartPr/>
                <p14:nvPr/>
              </p14:nvContentPartPr>
              <p14:xfrm>
                <a:off x="3830644" y="4078260"/>
                <a:ext cx="193680" cy="1821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3CF2EE2-B8F2-0605-7D03-977311B3967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813004" y="4060260"/>
                  <a:ext cx="22932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C12E2A6-6B6E-64CA-41BE-07F0D993F197}"/>
                    </a:ext>
                  </a:extLst>
                </p14:cNvPr>
                <p14:cNvContentPartPr/>
                <p14:nvPr/>
              </p14:nvContentPartPr>
              <p14:xfrm>
                <a:off x="3867004" y="4708620"/>
                <a:ext cx="190080" cy="1818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C12E2A6-6B6E-64CA-41BE-07F0D993F19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849004" y="4690980"/>
                  <a:ext cx="22572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97AA519-ABCF-9206-A1B7-991E9FDA91CE}"/>
                    </a:ext>
                  </a:extLst>
                </p14:cNvPr>
                <p14:cNvContentPartPr/>
                <p14:nvPr/>
              </p14:nvContentPartPr>
              <p14:xfrm>
                <a:off x="3913444" y="5192460"/>
                <a:ext cx="163800" cy="1717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97AA519-ABCF-9206-A1B7-991E9FDA91CE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895444" y="5174820"/>
                  <a:ext cx="19944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7D489C2-E9B9-1115-BB8C-439841FB64A0}"/>
                    </a:ext>
                  </a:extLst>
                </p14:cNvPr>
                <p14:cNvContentPartPr/>
                <p14:nvPr/>
              </p14:nvContentPartPr>
              <p14:xfrm>
                <a:off x="2990044" y="5373900"/>
                <a:ext cx="183600" cy="2260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7D489C2-E9B9-1115-BB8C-439841FB64A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972044" y="5355900"/>
                  <a:ext cx="21924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3C68EF6-0A1B-5279-DD8A-F5E62D9A9376}"/>
                    </a:ext>
                  </a:extLst>
                </p14:cNvPr>
                <p14:cNvContentPartPr/>
                <p14:nvPr/>
              </p14:nvContentPartPr>
              <p14:xfrm>
                <a:off x="2253844" y="1069020"/>
                <a:ext cx="131760" cy="53870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3C68EF6-0A1B-5279-DD8A-F5E62D9A9376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235844" y="1051020"/>
                  <a:ext cx="167400" cy="54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B1C1FE2-BBA5-413C-0A65-D069DF54F7FF}"/>
                    </a:ext>
                  </a:extLst>
                </p14:cNvPr>
                <p14:cNvContentPartPr/>
                <p14:nvPr/>
              </p14:nvContentPartPr>
              <p14:xfrm>
                <a:off x="2081044" y="1025460"/>
                <a:ext cx="2544480" cy="3830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B1C1FE2-BBA5-413C-0A65-D069DF54F7FF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063404" y="1007820"/>
                  <a:ext cx="2580120" cy="41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560F0A44-BF84-33BD-57F0-99584FF6C7E9}"/>
                    </a:ext>
                  </a:extLst>
                </p14:cNvPr>
                <p14:cNvContentPartPr/>
                <p14:nvPr/>
              </p14:nvContentPartPr>
              <p14:xfrm>
                <a:off x="2391004" y="1013220"/>
                <a:ext cx="2364480" cy="54158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560F0A44-BF84-33BD-57F0-99584FF6C7E9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373364" y="995220"/>
                  <a:ext cx="2400120" cy="54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D723F59-9C62-50A9-3F53-22C8748706B8}"/>
                    </a:ext>
                  </a:extLst>
                </p14:cNvPr>
                <p14:cNvContentPartPr/>
                <p14:nvPr/>
              </p14:nvContentPartPr>
              <p14:xfrm>
                <a:off x="860644" y="743580"/>
                <a:ext cx="47880" cy="2314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D723F59-9C62-50A9-3F53-22C8748706B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42644" y="725940"/>
                  <a:ext cx="8352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B2F556EA-43C6-5CB0-BAA7-3A89EC52F072}"/>
                    </a:ext>
                  </a:extLst>
                </p14:cNvPr>
                <p14:cNvContentPartPr/>
                <p14:nvPr/>
              </p14:nvContentPartPr>
              <p14:xfrm>
                <a:off x="814204" y="640980"/>
                <a:ext cx="7560" cy="248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B2F556EA-43C6-5CB0-BAA7-3A89EC52F072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96564" y="622980"/>
                  <a:ext cx="4320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79075AA-E3E8-C8D3-5CB3-AD2B676BA87D}"/>
                    </a:ext>
                  </a:extLst>
                </p14:cNvPr>
                <p14:cNvContentPartPr/>
                <p14:nvPr/>
              </p14:nvContentPartPr>
              <p14:xfrm>
                <a:off x="964684" y="765540"/>
                <a:ext cx="169920" cy="1508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79075AA-E3E8-C8D3-5CB3-AD2B676BA87D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46684" y="747900"/>
                  <a:ext cx="20556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3804BD1C-B897-1095-F611-5D9D5CC0498B}"/>
                    </a:ext>
                  </a:extLst>
                </p14:cNvPr>
                <p14:cNvContentPartPr/>
                <p14:nvPr/>
              </p14:nvContentPartPr>
              <p14:xfrm>
                <a:off x="1184284" y="754380"/>
                <a:ext cx="69840" cy="18324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3804BD1C-B897-1095-F611-5D9D5CC0498B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166284" y="736740"/>
                  <a:ext cx="10548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AD45330-CCB8-F8D2-419D-93DF156ECB11}"/>
                    </a:ext>
                  </a:extLst>
                </p14:cNvPr>
                <p14:cNvContentPartPr/>
                <p14:nvPr/>
              </p14:nvContentPartPr>
              <p14:xfrm>
                <a:off x="1227844" y="697860"/>
                <a:ext cx="46800" cy="1058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AD45330-CCB8-F8D2-419D-93DF156ECB11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209844" y="680220"/>
                  <a:ext cx="8244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1A10363-5D5C-0E93-7571-599257BF68FE}"/>
                    </a:ext>
                  </a:extLst>
                </p14:cNvPr>
                <p14:cNvContentPartPr/>
                <p14:nvPr/>
              </p14:nvContentPartPr>
              <p14:xfrm>
                <a:off x="1348804" y="736740"/>
                <a:ext cx="157680" cy="1252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1A10363-5D5C-0E93-7571-599257BF68FE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331164" y="718740"/>
                  <a:ext cx="19332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A50494C0-A841-0CC7-D652-41D95BA91920}"/>
                    </a:ext>
                  </a:extLst>
                </p14:cNvPr>
                <p14:cNvContentPartPr/>
                <p14:nvPr/>
              </p14:nvContentPartPr>
              <p14:xfrm>
                <a:off x="1557244" y="611460"/>
                <a:ext cx="82080" cy="2930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A50494C0-A841-0CC7-D652-41D95BA91920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539604" y="593460"/>
                  <a:ext cx="11772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08861EBE-A828-2026-2D3C-9426ACF980EC}"/>
                    </a:ext>
                  </a:extLst>
                </p14:cNvPr>
                <p14:cNvContentPartPr/>
                <p14:nvPr/>
              </p14:nvContentPartPr>
              <p14:xfrm>
                <a:off x="1577044" y="779220"/>
                <a:ext cx="149760" cy="928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08861EBE-A828-2026-2D3C-9426ACF980EC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559404" y="761220"/>
                  <a:ext cx="18540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CBE5520-4800-8F76-BB0D-8FD02E422AAE}"/>
                    </a:ext>
                  </a:extLst>
                </p14:cNvPr>
                <p14:cNvContentPartPr/>
                <p14:nvPr/>
              </p14:nvContentPartPr>
              <p14:xfrm>
                <a:off x="2784844" y="686700"/>
                <a:ext cx="291600" cy="1911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CBE5520-4800-8F76-BB0D-8FD02E422AAE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767204" y="668700"/>
                  <a:ext cx="32724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183C9FF0-97DD-81A3-16CF-030256F7FF99}"/>
                    </a:ext>
                  </a:extLst>
                </p14:cNvPr>
                <p14:cNvContentPartPr/>
                <p14:nvPr/>
              </p14:nvContentPartPr>
              <p14:xfrm>
                <a:off x="3022084" y="597420"/>
                <a:ext cx="15120" cy="262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183C9FF0-97DD-81A3-16CF-030256F7FF99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004444" y="579420"/>
                  <a:ext cx="5076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4EE5FA3-7805-77DC-8CC3-D8584028D082}"/>
                    </a:ext>
                  </a:extLst>
                </p14:cNvPr>
                <p14:cNvContentPartPr/>
                <p14:nvPr/>
              </p14:nvContentPartPr>
              <p14:xfrm>
                <a:off x="3121444" y="576900"/>
                <a:ext cx="144000" cy="2336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4EE5FA3-7805-77DC-8CC3-D8584028D08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103804" y="559260"/>
                  <a:ext cx="17964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811F5046-FF9F-A06D-32F5-37190D0C4343}"/>
                    </a:ext>
                  </a:extLst>
                </p14:cNvPr>
                <p14:cNvContentPartPr/>
                <p14:nvPr/>
              </p14:nvContentPartPr>
              <p14:xfrm>
                <a:off x="3302524" y="501660"/>
                <a:ext cx="149040" cy="2862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811F5046-FF9F-A06D-32F5-37190D0C4343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284884" y="484020"/>
                  <a:ext cx="184680" cy="32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EB9C6FC-AD56-A5D0-4BCE-BFD5A5BE5464}"/>
                    </a:ext>
                  </a:extLst>
                </p14:cNvPr>
                <p14:cNvContentPartPr/>
                <p14:nvPr/>
              </p14:nvContentPartPr>
              <p14:xfrm>
                <a:off x="3496924" y="635220"/>
                <a:ext cx="315000" cy="1224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EB9C6FC-AD56-A5D0-4BCE-BFD5A5BE546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479284" y="617220"/>
                  <a:ext cx="35064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B92F6F98-991A-80BB-E120-4DE1E94B35DD}"/>
                    </a:ext>
                  </a:extLst>
                </p14:cNvPr>
                <p14:cNvContentPartPr/>
                <p14:nvPr/>
              </p14:nvContentPartPr>
              <p14:xfrm>
                <a:off x="4166164" y="580140"/>
                <a:ext cx="75240" cy="2397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B92F6F98-991A-80BB-E120-4DE1E94B35D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4148164" y="562140"/>
                  <a:ext cx="11088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9232D9D-20D8-6B54-21CF-84A1507F00D8}"/>
                    </a:ext>
                  </a:extLst>
                </p14:cNvPr>
                <p14:cNvContentPartPr/>
                <p14:nvPr/>
              </p14:nvContentPartPr>
              <p14:xfrm>
                <a:off x="4319884" y="653580"/>
                <a:ext cx="157320" cy="1447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9232D9D-20D8-6B54-21CF-84A1507F00D8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4302244" y="635580"/>
                  <a:ext cx="19296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4FD90E0-4ABA-8043-673A-D8AAF0CA778C}"/>
                    </a:ext>
                  </a:extLst>
                </p14:cNvPr>
                <p14:cNvContentPartPr/>
                <p14:nvPr/>
              </p14:nvContentPartPr>
              <p14:xfrm>
                <a:off x="4556404" y="639180"/>
                <a:ext cx="130320" cy="1746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4FD90E0-4ABA-8043-673A-D8AAF0CA778C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4538404" y="621540"/>
                  <a:ext cx="16596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F09BAE2-F174-FFB9-90C3-EABF848CDF05}"/>
                    </a:ext>
                  </a:extLst>
                </p14:cNvPr>
                <p14:cNvContentPartPr/>
                <p14:nvPr/>
              </p14:nvContentPartPr>
              <p14:xfrm>
                <a:off x="4746124" y="615780"/>
                <a:ext cx="93960" cy="1458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F09BAE2-F174-FFB9-90C3-EABF848CDF05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728124" y="597780"/>
                  <a:ext cx="12960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6871F0F9-7476-73D2-1C34-3FA872D7AFAC}"/>
                    </a:ext>
                  </a:extLst>
                </p14:cNvPr>
                <p14:cNvContentPartPr/>
                <p14:nvPr/>
              </p14:nvContentPartPr>
              <p14:xfrm>
                <a:off x="4898404" y="590940"/>
                <a:ext cx="81000" cy="1249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6871F0F9-7476-73D2-1C34-3FA872D7AFAC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880404" y="572940"/>
                  <a:ext cx="1166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BBF3F9C9-D16C-AE29-4E4A-C6FD9181BD28}"/>
                    </a:ext>
                  </a:extLst>
                </p14:cNvPr>
                <p14:cNvContentPartPr/>
                <p14:nvPr/>
              </p14:nvContentPartPr>
              <p14:xfrm>
                <a:off x="5155804" y="2595420"/>
                <a:ext cx="203400" cy="2725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BBF3F9C9-D16C-AE29-4E4A-C6FD9181BD28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137804" y="2577420"/>
                  <a:ext cx="23904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5E468C83-1920-F379-40ED-6FE53AFD4FAC}"/>
                    </a:ext>
                  </a:extLst>
                </p14:cNvPr>
                <p14:cNvContentPartPr/>
                <p14:nvPr/>
              </p14:nvContentPartPr>
              <p14:xfrm>
                <a:off x="5129164" y="3356460"/>
                <a:ext cx="242640" cy="2926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5E468C83-1920-F379-40ED-6FE53AFD4FAC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111524" y="3338460"/>
                  <a:ext cx="27828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5D0A6EC3-CB07-74F8-797C-A1227C8E79FC}"/>
                    </a:ext>
                  </a:extLst>
                </p14:cNvPr>
                <p14:cNvContentPartPr/>
                <p14:nvPr/>
              </p14:nvContentPartPr>
              <p14:xfrm>
                <a:off x="5158684" y="4052340"/>
                <a:ext cx="174960" cy="23436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5D0A6EC3-CB07-74F8-797C-A1227C8E79FC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5141044" y="4034700"/>
                  <a:ext cx="21060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303F9AA-6EAD-F1D2-5DAB-1F52BAC90DEE}"/>
                    </a:ext>
                  </a:extLst>
                </p14:cNvPr>
                <p14:cNvContentPartPr/>
                <p14:nvPr/>
              </p14:nvContentPartPr>
              <p14:xfrm>
                <a:off x="5137804" y="4675500"/>
                <a:ext cx="232200" cy="2844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303F9AA-6EAD-F1D2-5DAB-1F52BAC90DEE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119804" y="4657860"/>
                  <a:ext cx="267840" cy="32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3B020C57-C33A-C0D0-4225-A493C5C73692}"/>
                    </a:ext>
                  </a:extLst>
                </p14:cNvPr>
                <p14:cNvContentPartPr/>
                <p14:nvPr/>
              </p14:nvContentPartPr>
              <p14:xfrm>
                <a:off x="5064004" y="1683900"/>
                <a:ext cx="121320" cy="24408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3B020C57-C33A-C0D0-4225-A493C5C73692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046364" y="1666260"/>
                  <a:ext cx="15696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88EE0641-9B8D-AA87-4A4A-A0CA0360779B}"/>
                    </a:ext>
                  </a:extLst>
                </p14:cNvPr>
                <p14:cNvContentPartPr/>
                <p14:nvPr/>
              </p14:nvContentPartPr>
              <p14:xfrm>
                <a:off x="5295484" y="1831500"/>
                <a:ext cx="142200" cy="1155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88EE0641-9B8D-AA87-4A4A-A0CA0360779B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277484" y="1813500"/>
                  <a:ext cx="17784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EBF10126-8518-E4EB-64F1-25951D09DB80}"/>
                    </a:ext>
                  </a:extLst>
                </p14:cNvPr>
                <p14:cNvContentPartPr/>
                <p14:nvPr/>
              </p14:nvContentPartPr>
              <p14:xfrm>
                <a:off x="5511844" y="1690020"/>
                <a:ext cx="63000" cy="18000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EBF10126-8518-E4EB-64F1-25951D09DB80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5493844" y="1672020"/>
                  <a:ext cx="9864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23A9BDC-DC80-93D9-E147-3426FC1CA4D9}"/>
                    </a:ext>
                  </a:extLst>
                </p14:cNvPr>
                <p14:cNvContentPartPr/>
                <p14:nvPr/>
              </p14:nvContentPartPr>
              <p14:xfrm>
                <a:off x="5515804" y="1794420"/>
                <a:ext cx="99000" cy="766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23A9BDC-DC80-93D9-E147-3426FC1CA4D9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5497804" y="1776420"/>
                  <a:ext cx="13464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20EA5BF1-1E17-28A1-5DC1-0B65E195AA7A}"/>
                    </a:ext>
                  </a:extLst>
                </p14:cNvPr>
                <p14:cNvContentPartPr/>
                <p14:nvPr/>
              </p14:nvContentPartPr>
              <p14:xfrm>
                <a:off x="5664844" y="1814220"/>
                <a:ext cx="57600" cy="1544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20EA5BF1-1E17-28A1-5DC1-0B65E195AA7A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647204" y="1796580"/>
                  <a:ext cx="9324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37ACC4E-5E70-D7B6-F1B5-A327FD8D1A15}"/>
                    </a:ext>
                  </a:extLst>
                </p14:cNvPr>
                <p14:cNvContentPartPr/>
                <p14:nvPr/>
              </p14:nvContentPartPr>
              <p14:xfrm>
                <a:off x="5711644" y="1771740"/>
                <a:ext cx="74520" cy="1108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37ACC4E-5E70-D7B6-F1B5-A327FD8D1A1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5694004" y="1754100"/>
                  <a:ext cx="1101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E0AA0380-7B65-9D85-D313-80D7F1F373D9}"/>
                    </a:ext>
                  </a:extLst>
                </p14:cNvPr>
                <p14:cNvContentPartPr/>
                <p14:nvPr/>
              </p14:nvContentPartPr>
              <p14:xfrm>
                <a:off x="5895604" y="1803060"/>
                <a:ext cx="176400" cy="11988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E0AA0380-7B65-9D85-D313-80D7F1F373D9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5877964" y="1785420"/>
                  <a:ext cx="21204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BA279E7C-52BD-1A48-6244-109E3CA9BE5B}"/>
                    </a:ext>
                  </a:extLst>
                </p14:cNvPr>
                <p14:cNvContentPartPr/>
                <p14:nvPr/>
              </p14:nvContentPartPr>
              <p14:xfrm>
                <a:off x="6160564" y="1647540"/>
                <a:ext cx="52560" cy="20916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BA279E7C-52BD-1A48-6244-109E3CA9BE5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142564" y="1629540"/>
                  <a:ext cx="8820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118E5666-E37D-18D8-816D-C4A939429911}"/>
                    </a:ext>
                  </a:extLst>
                </p14:cNvPr>
                <p14:cNvContentPartPr/>
                <p14:nvPr/>
              </p14:nvContentPartPr>
              <p14:xfrm>
                <a:off x="6144364" y="1668780"/>
                <a:ext cx="172800" cy="1130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118E5666-E37D-18D8-816D-C4A939429911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6126724" y="1650780"/>
                  <a:ext cx="2084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A4223D1A-1C3D-C173-B672-593CD92DF79A}"/>
                    </a:ext>
                  </a:extLst>
                </p14:cNvPr>
                <p14:cNvContentPartPr/>
                <p14:nvPr/>
              </p14:nvContentPartPr>
              <p14:xfrm>
                <a:off x="5712364" y="2528460"/>
                <a:ext cx="216360" cy="40284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A4223D1A-1C3D-C173-B672-593CD92DF79A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694364" y="2510820"/>
                  <a:ext cx="252000" cy="43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2EEB0E1D-0283-AB65-74C1-A7C09BFE9E51}"/>
                    </a:ext>
                  </a:extLst>
                </p14:cNvPr>
                <p14:cNvContentPartPr/>
                <p14:nvPr/>
              </p14:nvContentPartPr>
              <p14:xfrm>
                <a:off x="5777884" y="3273300"/>
                <a:ext cx="164520" cy="29016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2EEB0E1D-0283-AB65-74C1-A7C09BFE9E51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760244" y="3255660"/>
                  <a:ext cx="20016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99399224-FE93-BB08-1762-B12A4E17C542}"/>
                    </a:ext>
                  </a:extLst>
                </p14:cNvPr>
                <p14:cNvContentPartPr/>
                <p14:nvPr/>
              </p14:nvContentPartPr>
              <p14:xfrm>
                <a:off x="5805244" y="3904380"/>
                <a:ext cx="24840" cy="2592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99399224-FE93-BB08-1762-B12A4E17C542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787604" y="3886740"/>
                  <a:ext cx="6048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C6CB80F9-3F70-B830-4619-9FC187D489A2}"/>
                    </a:ext>
                  </a:extLst>
                </p14:cNvPr>
                <p14:cNvContentPartPr/>
                <p14:nvPr/>
              </p14:nvContentPartPr>
              <p14:xfrm>
                <a:off x="5823604" y="4656780"/>
                <a:ext cx="197640" cy="28440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C6CB80F9-3F70-B830-4619-9FC187D489A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805604" y="4639140"/>
                  <a:ext cx="233280" cy="32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C304274C-60F2-46C4-AD1D-71F5FAF69E2F}"/>
                    </a:ext>
                  </a:extLst>
                </p14:cNvPr>
                <p14:cNvContentPartPr/>
                <p14:nvPr/>
              </p14:nvContentPartPr>
              <p14:xfrm>
                <a:off x="5286484" y="5383980"/>
                <a:ext cx="185040" cy="2944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C304274C-60F2-46C4-AD1D-71F5FAF69E2F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268844" y="5365980"/>
                  <a:ext cx="220680" cy="3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77ABE108-D8C6-D6C0-AB3A-183E9EAE901E}"/>
                    </a:ext>
                  </a:extLst>
                </p14:cNvPr>
                <p14:cNvContentPartPr/>
                <p14:nvPr/>
              </p14:nvContentPartPr>
              <p14:xfrm>
                <a:off x="5798404" y="5404140"/>
                <a:ext cx="243360" cy="21708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77ABE108-D8C6-D6C0-AB3A-183E9EAE901E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780764" y="5386500"/>
                  <a:ext cx="27900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EBF5E7D9-1858-94F9-94D2-65EA57A88867}"/>
                    </a:ext>
                  </a:extLst>
                </p14:cNvPr>
                <p14:cNvContentPartPr/>
                <p14:nvPr/>
              </p14:nvContentPartPr>
              <p14:xfrm>
                <a:off x="7824124" y="1023300"/>
                <a:ext cx="2906640" cy="12600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EBF5E7D9-1858-94F9-94D2-65EA57A88867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806484" y="1005300"/>
                  <a:ext cx="294228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794A966F-5D00-49F0-C936-DB6FF7E6C61A}"/>
                    </a:ext>
                  </a:extLst>
                </p14:cNvPr>
                <p14:cNvContentPartPr/>
                <p14:nvPr/>
              </p14:nvContentPartPr>
              <p14:xfrm>
                <a:off x="11038204" y="1074060"/>
                <a:ext cx="288000" cy="45878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794A966F-5D00-49F0-C936-DB6FF7E6C61A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1020204" y="1056420"/>
                  <a:ext cx="323640" cy="46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C2954DD7-79A3-B304-750B-29F658AD8CF0}"/>
                    </a:ext>
                  </a:extLst>
                </p14:cNvPr>
                <p14:cNvContentPartPr/>
                <p14:nvPr/>
              </p14:nvContentPartPr>
              <p14:xfrm>
                <a:off x="7703884" y="5965020"/>
                <a:ext cx="3781800" cy="18288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C2954DD7-79A3-B304-750B-29F658AD8CF0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686244" y="5947020"/>
                  <a:ext cx="381744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E574ABAD-FB3D-62E3-508F-30DA288FC9AE}"/>
                    </a:ext>
                  </a:extLst>
                </p14:cNvPr>
                <p14:cNvContentPartPr/>
                <p14:nvPr/>
              </p14:nvContentPartPr>
              <p14:xfrm>
                <a:off x="7261444" y="997740"/>
                <a:ext cx="578160" cy="509616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E574ABAD-FB3D-62E3-508F-30DA288FC9AE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7243444" y="979740"/>
                  <a:ext cx="613800" cy="513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D813EA7-7B15-460B-E034-5B0A29C09259}"/>
                    </a:ext>
                  </a:extLst>
                </p14:cNvPr>
                <p14:cNvContentPartPr/>
                <p14:nvPr/>
              </p14:nvContentPartPr>
              <p14:xfrm>
                <a:off x="3750364" y="2215980"/>
                <a:ext cx="282960" cy="27792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D813EA7-7B15-460B-E034-5B0A29C09259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3732364" y="2197980"/>
                  <a:ext cx="318600" cy="3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1ACC75A7-3C03-150A-B085-DF3BB9F08685}"/>
                    </a:ext>
                  </a:extLst>
                </p14:cNvPr>
                <p14:cNvContentPartPr/>
                <p14:nvPr/>
              </p14:nvContentPartPr>
              <p14:xfrm>
                <a:off x="3928564" y="1029060"/>
                <a:ext cx="4709880" cy="96444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1ACC75A7-3C03-150A-B085-DF3BB9F08685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3910564" y="1011420"/>
                  <a:ext cx="4745520" cy="10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2A443989-5430-18DE-32DA-E3E68363D91D}"/>
                    </a:ext>
                  </a:extLst>
                </p14:cNvPr>
                <p14:cNvContentPartPr/>
                <p14:nvPr/>
              </p14:nvContentPartPr>
              <p14:xfrm>
                <a:off x="8312284" y="1424340"/>
                <a:ext cx="354960" cy="3708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2A443989-5430-18DE-32DA-E3E68363D91D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294644" y="1406700"/>
                  <a:ext cx="390600" cy="406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70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6DC6297F-40B0-6E33-2F59-9119C5FB4406}"/>
                  </a:ext>
                </a:extLst>
              </p14:cNvPr>
              <p14:cNvContentPartPr/>
              <p14:nvPr/>
            </p14:nvContentPartPr>
            <p14:xfrm>
              <a:off x="8239924" y="2188980"/>
              <a:ext cx="2267280" cy="3450600"/>
            </p14:xfrm>
          </p:contentPart>
        </mc:Choice>
        <mc:Fallback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6DC6297F-40B0-6E33-2F59-9119C5FB4406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8221924" y="2170980"/>
                <a:ext cx="2302920" cy="3486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02" name="Group 101">
            <a:extLst>
              <a:ext uri="{FF2B5EF4-FFF2-40B4-BE49-F238E27FC236}">
                <a16:creationId xmlns:a16="http://schemas.microsoft.com/office/drawing/2014/main" id="{45642BF3-EB58-1BC0-C532-D1F87B9FFB53}"/>
              </a:ext>
            </a:extLst>
          </p:cNvPr>
          <p:cNvGrpSpPr/>
          <p:nvPr/>
        </p:nvGrpSpPr>
        <p:grpSpPr>
          <a:xfrm>
            <a:off x="4154644" y="2943180"/>
            <a:ext cx="4587480" cy="2512800"/>
            <a:chOff x="4154644" y="2943180"/>
            <a:chExt cx="4587480" cy="2512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1010AEF6-246D-0D07-5416-90E352DA2435}"/>
                    </a:ext>
                  </a:extLst>
                </p14:cNvPr>
                <p14:cNvContentPartPr/>
                <p14:nvPr/>
              </p14:nvContentPartPr>
              <p14:xfrm>
                <a:off x="4154644" y="2943180"/>
                <a:ext cx="4587480" cy="251280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1010AEF6-246D-0D07-5416-90E352DA2435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4137004" y="2925540"/>
                  <a:ext cx="4623120" cy="254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7E957502-8B2B-1A1E-BFE5-6C0C4610799B}"/>
                    </a:ext>
                  </a:extLst>
                </p14:cNvPr>
                <p14:cNvContentPartPr/>
                <p14:nvPr/>
              </p14:nvContentPartPr>
              <p14:xfrm>
                <a:off x="8691004" y="5394780"/>
                <a:ext cx="6840" cy="936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7E957502-8B2B-1A1E-BFE5-6C0C4610799B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8673004" y="5377140"/>
                  <a:ext cx="42480" cy="45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7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55086444-0169-3005-C57A-70392C5D9A4C}"/>
                  </a:ext>
                </a:extLst>
              </p14:cNvPr>
              <p14:cNvContentPartPr/>
              <p14:nvPr/>
            </p14:nvContentPartPr>
            <p14:xfrm>
              <a:off x="9809164" y="4801860"/>
              <a:ext cx="1179720" cy="698760"/>
            </p14:xfrm>
          </p:contentPart>
        </mc:Choice>
        <mc:Fallback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55086444-0169-3005-C57A-70392C5D9A4C}"/>
                  </a:ext>
                </a:extLst>
              </p:cNvPr>
              <p:cNvPicPr/>
              <p:nvPr/>
            </p:nvPicPr>
            <p:blipFill>
              <a:blip r:embed="rId177"/>
              <a:stretch>
                <a:fillRect/>
              </a:stretch>
            </p:blipFill>
            <p:spPr>
              <a:xfrm>
                <a:off x="9791164" y="4784220"/>
                <a:ext cx="1215360" cy="73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8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85127F4F-7F88-CB67-F690-FEF6BA22F285}"/>
                  </a:ext>
                </a:extLst>
              </p14:cNvPr>
              <p14:cNvContentPartPr/>
              <p14:nvPr/>
            </p14:nvContentPartPr>
            <p14:xfrm>
              <a:off x="9297244" y="1853820"/>
              <a:ext cx="1243800" cy="587520"/>
            </p14:xfrm>
          </p:contentPart>
        </mc:Choice>
        <mc:Fallback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85127F4F-7F88-CB67-F690-FEF6BA22F285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9279244" y="1835820"/>
                <a:ext cx="1279440" cy="62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0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76EA4C09-9075-85F6-A6C5-86656DC15F5A}"/>
                  </a:ext>
                </a:extLst>
              </p14:cNvPr>
              <p14:cNvContentPartPr/>
              <p14:nvPr/>
            </p14:nvContentPartPr>
            <p14:xfrm>
              <a:off x="4199644" y="3712500"/>
              <a:ext cx="6197040" cy="2563560"/>
            </p14:xfrm>
          </p:contentPart>
        </mc:Choice>
        <mc:Fallback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76EA4C09-9075-85F6-A6C5-86656DC15F5A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4181644" y="3694860"/>
                <a:ext cx="6232680" cy="2599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12" name="Group 111">
            <a:extLst>
              <a:ext uri="{FF2B5EF4-FFF2-40B4-BE49-F238E27FC236}">
                <a16:creationId xmlns:a16="http://schemas.microsoft.com/office/drawing/2014/main" id="{497A6277-9AFD-8477-1E6C-52AE620CBC55}"/>
              </a:ext>
            </a:extLst>
          </p:cNvPr>
          <p:cNvGrpSpPr/>
          <p:nvPr/>
        </p:nvGrpSpPr>
        <p:grpSpPr>
          <a:xfrm>
            <a:off x="3917404" y="2273940"/>
            <a:ext cx="1234800" cy="1407960"/>
            <a:chOff x="3917404" y="2273940"/>
            <a:chExt cx="1234800" cy="1407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0B0985BD-3D84-9F42-6836-5C148FAC378D}"/>
                    </a:ext>
                  </a:extLst>
                </p14:cNvPr>
                <p14:cNvContentPartPr/>
                <p14:nvPr/>
              </p14:nvContentPartPr>
              <p14:xfrm>
                <a:off x="3941524" y="2273940"/>
                <a:ext cx="1092600" cy="45756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0B0985BD-3D84-9F42-6836-5C148FAC378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878884" y="2210940"/>
                  <a:ext cx="1218240" cy="58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A486C823-691E-111F-84EC-B2216558C4F8}"/>
                    </a:ext>
                  </a:extLst>
                </p14:cNvPr>
                <p14:cNvContentPartPr/>
                <p14:nvPr/>
              </p14:nvContentPartPr>
              <p14:xfrm>
                <a:off x="4887964" y="2440620"/>
                <a:ext cx="264240" cy="41256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A486C823-691E-111F-84EC-B2216558C4F8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4825324" y="2377980"/>
                  <a:ext cx="389880" cy="53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416FB7DC-DF08-F163-3106-E83C625EE86A}"/>
                    </a:ext>
                  </a:extLst>
                </p14:cNvPr>
                <p14:cNvContentPartPr/>
                <p14:nvPr/>
              </p14:nvContentPartPr>
              <p14:xfrm>
                <a:off x="3917404" y="2962260"/>
                <a:ext cx="1063800" cy="17640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416FB7DC-DF08-F163-3106-E83C625EE86A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3854404" y="2899260"/>
                  <a:ext cx="118944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55937764-C364-F6C5-B68D-395750E0882C}"/>
                    </a:ext>
                  </a:extLst>
                </p14:cNvPr>
                <p14:cNvContentPartPr/>
                <p14:nvPr/>
              </p14:nvContentPartPr>
              <p14:xfrm>
                <a:off x="4785004" y="2808900"/>
                <a:ext cx="315720" cy="36756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55937764-C364-F6C5-B68D-395750E0882C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4722004" y="2745900"/>
                  <a:ext cx="441360" cy="49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E2C9BFB2-F964-9D6C-03C7-79D06E0CA85A}"/>
                    </a:ext>
                  </a:extLst>
                </p14:cNvPr>
                <p14:cNvContentPartPr/>
                <p14:nvPr/>
              </p14:nvContentPartPr>
              <p14:xfrm>
                <a:off x="4058524" y="3281220"/>
                <a:ext cx="840600" cy="40068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E2C9BFB2-F964-9D6C-03C7-79D06E0CA85A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995524" y="3218580"/>
                  <a:ext cx="966240" cy="52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951327DC-423E-C204-C1E9-C8D898A2CB6D}"/>
                    </a:ext>
                  </a:extLst>
                </p14:cNvPr>
                <p14:cNvContentPartPr/>
                <p14:nvPr/>
              </p14:nvContentPartPr>
              <p14:xfrm>
                <a:off x="4580524" y="3219300"/>
                <a:ext cx="374400" cy="30600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951327DC-423E-C204-C1E9-C8D898A2CB6D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4517524" y="3156300"/>
                  <a:ext cx="500040" cy="431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51B6D7F4-1FBB-0DFC-2BF3-E418481E2558}"/>
              </a:ext>
            </a:extLst>
          </p:cNvPr>
          <p:cNvGrpSpPr/>
          <p:nvPr/>
        </p:nvGrpSpPr>
        <p:grpSpPr>
          <a:xfrm>
            <a:off x="3506644" y="1568340"/>
            <a:ext cx="1016640" cy="425520"/>
            <a:chOff x="3506644" y="1568340"/>
            <a:chExt cx="1016640" cy="425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5DFD86A1-BE88-C946-7417-EE9ABED01392}"/>
                    </a:ext>
                  </a:extLst>
                </p14:cNvPr>
                <p14:cNvContentPartPr/>
                <p14:nvPr/>
              </p14:nvContentPartPr>
              <p14:xfrm>
                <a:off x="3506644" y="1661220"/>
                <a:ext cx="252000" cy="25524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5DFD86A1-BE88-C946-7417-EE9ABED01392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3488644" y="1643580"/>
                  <a:ext cx="28764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13BDEAE8-CA2C-E90A-B1A8-24A826BEF867}"/>
                    </a:ext>
                  </a:extLst>
                </p14:cNvPr>
                <p14:cNvContentPartPr/>
                <p14:nvPr/>
              </p14:nvContentPartPr>
              <p14:xfrm>
                <a:off x="3899044" y="1792980"/>
                <a:ext cx="33840" cy="20088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13BDEAE8-CA2C-E90A-B1A8-24A826BEF867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3881404" y="1775340"/>
                  <a:ext cx="6948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B75B15B2-CD06-259C-3940-83A419F2C30E}"/>
                    </a:ext>
                  </a:extLst>
                </p14:cNvPr>
                <p14:cNvContentPartPr/>
                <p14:nvPr/>
              </p14:nvContentPartPr>
              <p14:xfrm>
                <a:off x="4108564" y="1719900"/>
                <a:ext cx="103320" cy="2088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B75B15B2-CD06-259C-3940-83A419F2C30E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4090564" y="1701900"/>
                  <a:ext cx="13896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65629F5E-D293-7ECE-5C25-C73497D3EF0E}"/>
                    </a:ext>
                  </a:extLst>
                </p14:cNvPr>
                <p14:cNvContentPartPr/>
                <p14:nvPr/>
              </p14:nvContentPartPr>
              <p14:xfrm>
                <a:off x="4190284" y="1779300"/>
                <a:ext cx="58320" cy="2664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65629F5E-D293-7ECE-5C25-C73497D3EF0E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4172644" y="1761300"/>
                  <a:ext cx="9396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C38AFD93-637F-6508-45F4-0A3AB25DD013}"/>
                    </a:ext>
                  </a:extLst>
                </p14:cNvPr>
                <p14:cNvContentPartPr/>
                <p14:nvPr/>
              </p14:nvContentPartPr>
              <p14:xfrm>
                <a:off x="4438324" y="1568340"/>
                <a:ext cx="84960" cy="26568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C38AFD93-637F-6508-45F4-0A3AB25DD013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4420324" y="1550340"/>
                  <a:ext cx="120600" cy="30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2EF42732-FF30-08D9-F0B2-C71B789295C0}"/>
              </a:ext>
            </a:extLst>
          </p:cNvPr>
          <p:cNvGrpSpPr/>
          <p:nvPr/>
        </p:nvGrpSpPr>
        <p:grpSpPr>
          <a:xfrm>
            <a:off x="3476404" y="2485260"/>
            <a:ext cx="834120" cy="265320"/>
            <a:chOff x="3476404" y="2485260"/>
            <a:chExt cx="834120" cy="265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2F93C8FD-6AD7-32BB-3157-4287C186FAF5}"/>
                    </a:ext>
                  </a:extLst>
                </p14:cNvPr>
                <p14:cNvContentPartPr/>
                <p14:nvPr/>
              </p14:nvContentPartPr>
              <p14:xfrm>
                <a:off x="3476404" y="2527020"/>
                <a:ext cx="217440" cy="19800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2F93C8FD-6AD7-32BB-3157-4287C186FAF5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3458764" y="2509380"/>
                  <a:ext cx="25308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CD663D85-6717-1ED4-3AA7-4894C5D39308}"/>
                    </a:ext>
                  </a:extLst>
                </p14:cNvPr>
                <p14:cNvContentPartPr/>
                <p14:nvPr/>
              </p14:nvContentPartPr>
              <p14:xfrm>
                <a:off x="3723004" y="2611620"/>
                <a:ext cx="210240" cy="12024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CD663D85-6717-1ED4-3AA7-4894C5D39308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3705364" y="2593980"/>
                  <a:ext cx="2458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1CBEA1E6-FB23-2F7B-8635-0B8161BF11EC}"/>
                    </a:ext>
                  </a:extLst>
                </p14:cNvPr>
                <p14:cNvContentPartPr/>
                <p14:nvPr/>
              </p14:nvContentPartPr>
              <p14:xfrm>
                <a:off x="4053844" y="2604060"/>
                <a:ext cx="39240" cy="2556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1CBEA1E6-FB23-2F7B-8635-0B8161BF11EC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4035844" y="2586420"/>
                  <a:ext cx="7488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4089D555-9945-CE62-C8CF-770B04EC5217}"/>
                    </a:ext>
                  </a:extLst>
                </p14:cNvPr>
                <p14:cNvContentPartPr/>
                <p14:nvPr/>
              </p14:nvContentPartPr>
              <p14:xfrm>
                <a:off x="4084444" y="2660580"/>
                <a:ext cx="73080" cy="5760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4089D555-9945-CE62-C8CF-770B04EC5217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4066444" y="2642940"/>
                  <a:ext cx="10872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92B6B20-ED01-8355-809E-4FA623A63CA6}"/>
                    </a:ext>
                  </a:extLst>
                </p14:cNvPr>
                <p14:cNvContentPartPr/>
                <p14:nvPr/>
              </p14:nvContentPartPr>
              <p14:xfrm>
                <a:off x="4266604" y="2485260"/>
                <a:ext cx="43920" cy="26532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92B6B20-ED01-8355-809E-4FA623A63CA6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4248604" y="2467620"/>
                  <a:ext cx="79560" cy="30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FC8DBD11-9806-9206-6324-4F1FE6682C44}"/>
              </a:ext>
            </a:extLst>
          </p:cNvPr>
          <p:cNvGrpSpPr/>
          <p:nvPr/>
        </p:nvGrpSpPr>
        <p:grpSpPr>
          <a:xfrm>
            <a:off x="3451924" y="3155220"/>
            <a:ext cx="1098360" cy="454320"/>
            <a:chOff x="3451924" y="3155220"/>
            <a:chExt cx="1098360" cy="454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B38B51CC-A3F5-56F6-2821-A57751BC8D61}"/>
                    </a:ext>
                  </a:extLst>
                </p14:cNvPr>
                <p14:cNvContentPartPr/>
                <p14:nvPr/>
              </p14:nvContentPartPr>
              <p14:xfrm>
                <a:off x="3451924" y="3320100"/>
                <a:ext cx="219240" cy="21816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B38B51CC-A3F5-56F6-2821-A57751BC8D61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3433924" y="3302460"/>
                  <a:ext cx="25488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77F85D15-3574-8418-7053-67409294C112}"/>
                    </a:ext>
                  </a:extLst>
                </p14:cNvPr>
                <p14:cNvContentPartPr/>
                <p14:nvPr/>
              </p14:nvContentPartPr>
              <p14:xfrm>
                <a:off x="3753244" y="3385260"/>
                <a:ext cx="187920" cy="11556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77F85D15-3574-8418-7053-67409294C112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3735604" y="3367260"/>
                  <a:ext cx="2235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41F2AE47-DB3C-61B8-4A8F-C8ECC1B79430}"/>
                    </a:ext>
                  </a:extLst>
                </p14:cNvPr>
                <p14:cNvContentPartPr/>
                <p14:nvPr/>
              </p14:nvContentPartPr>
              <p14:xfrm>
                <a:off x="3801124" y="3457980"/>
                <a:ext cx="142920" cy="15156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41F2AE47-DB3C-61B8-4A8F-C8ECC1B79430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3783484" y="3440340"/>
                  <a:ext cx="1785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B1E7068F-5F7D-A11C-71D8-79404EB00E4B}"/>
                    </a:ext>
                  </a:extLst>
                </p14:cNvPr>
                <p14:cNvContentPartPr/>
                <p14:nvPr/>
              </p14:nvContentPartPr>
              <p14:xfrm>
                <a:off x="4080844" y="3285540"/>
                <a:ext cx="92520" cy="5832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B1E7068F-5F7D-A11C-71D8-79404EB00E4B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063204" y="3267900"/>
                  <a:ext cx="12816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C333278B-FF38-43AE-2AEA-91CA4EF2D066}"/>
                    </a:ext>
                  </a:extLst>
                </p14:cNvPr>
                <p14:cNvContentPartPr/>
                <p14:nvPr/>
              </p14:nvContentPartPr>
              <p14:xfrm>
                <a:off x="4143124" y="3364740"/>
                <a:ext cx="51840" cy="3096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C333278B-FF38-43AE-2AEA-91CA4EF2D066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125124" y="3347100"/>
                  <a:ext cx="8748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A5DDB82B-7133-43C3-992C-7D12EC0F6E1F}"/>
                    </a:ext>
                  </a:extLst>
                </p14:cNvPr>
                <p14:cNvContentPartPr/>
                <p14:nvPr/>
              </p14:nvContentPartPr>
              <p14:xfrm>
                <a:off x="4295404" y="3286260"/>
                <a:ext cx="12240" cy="1152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A5DDB82B-7133-43C3-992C-7D12EC0F6E1F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277764" y="3268260"/>
                  <a:ext cx="4788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76B14F1E-2A2A-4391-1C66-9CB8E0FFC59E}"/>
                    </a:ext>
                  </a:extLst>
                </p14:cNvPr>
                <p14:cNvContentPartPr/>
                <p14:nvPr/>
              </p14:nvContentPartPr>
              <p14:xfrm>
                <a:off x="4390804" y="3155220"/>
                <a:ext cx="159480" cy="15804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76B14F1E-2A2A-4391-1C66-9CB8E0FFC59E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4373164" y="3137220"/>
                  <a:ext cx="195120" cy="193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9501566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DC5E62-36E8-EE2F-6825-73234A9A3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D8591523-778E-CD3F-A0D2-6E785F2494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55" dirty="0"/>
              <a:t>Training</a:t>
            </a:r>
            <a:r>
              <a:rPr spc="150" dirty="0"/>
              <a:t> </a:t>
            </a:r>
            <a:r>
              <a:rPr dirty="0"/>
              <a:t>of</a:t>
            </a:r>
            <a:r>
              <a:rPr spc="165" dirty="0"/>
              <a:t> </a:t>
            </a:r>
            <a:r>
              <a:rPr dirty="0"/>
              <a:t>an</a:t>
            </a:r>
            <a:r>
              <a:rPr spc="45" dirty="0"/>
              <a:t> </a:t>
            </a:r>
            <a:r>
              <a:rPr spc="80" dirty="0"/>
              <a:t>Artificial</a:t>
            </a:r>
            <a:r>
              <a:rPr spc="165" dirty="0"/>
              <a:t> </a:t>
            </a:r>
            <a:r>
              <a:rPr spc="55" dirty="0"/>
              <a:t>Neural</a:t>
            </a:r>
            <a:r>
              <a:rPr spc="140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F0A91957-4E77-F4B3-5AE0-E73A1F4E7D30}"/>
              </a:ext>
            </a:extLst>
          </p:cNvPr>
          <p:cNvSpPr txBox="1"/>
          <p:nvPr/>
        </p:nvSpPr>
        <p:spPr>
          <a:xfrm>
            <a:off x="799896" y="4397121"/>
            <a:ext cx="9628505" cy="10661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 indent="-227965">
              <a:lnSpc>
                <a:spcPts val="2345"/>
              </a:lnSpc>
              <a:spcBef>
                <a:spcPts val="100"/>
              </a:spcBef>
              <a:buFont typeface="Arial"/>
              <a:buChar char="•"/>
              <a:tabLst>
                <a:tab pos="240665" algn="l"/>
              </a:tabLst>
            </a:pPr>
            <a:r>
              <a:rPr sz="2000" spc="10" dirty="0">
                <a:latin typeface="Calibri"/>
                <a:cs typeface="Calibri"/>
              </a:rPr>
              <a:t>Backpropagation</a:t>
            </a:r>
            <a:r>
              <a:rPr sz="2000" spc="210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algorithm</a:t>
            </a:r>
            <a:r>
              <a:rPr sz="2000" spc="210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a</a:t>
            </a:r>
            <a:r>
              <a:rPr sz="2000" spc="245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form</a:t>
            </a:r>
            <a:r>
              <a:rPr sz="2000" spc="245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of</a:t>
            </a:r>
            <a:r>
              <a:rPr sz="2000" spc="229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supervised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spc="40" dirty="0">
                <a:latin typeface="Calibri"/>
                <a:cs typeface="Calibri"/>
              </a:rPr>
              <a:t>learning</a:t>
            </a:r>
            <a:endParaRPr sz="2000">
              <a:latin typeface="Calibri"/>
              <a:cs typeface="Calibri"/>
            </a:endParaRPr>
          </a:p>
          <a:p>
            <a:pPr marL="697865" lvl="1" indent="-228600">
              <a:lnSpc>
                <a:spcPts val="1930"/>
              </a:lnSpc>
              <a:buFont typeface="Arial"/>
              <a:buChar char="•"/>
              <a:tabLst>
                <a:tab pos="697865" algn="l"/>
              </a:tabLst>
            </a:pPr>
            <a:r>
              <a:rPr sz="1700" spc="-20" dirty="0">
                <a:latin typeface="Calibri"/>
                <a:cs typeface="Calibri"/>
              </a:rPr>
              <a:t>We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45" dirty="0">
                <a:latin typeface="Calibri"/>
                <a:cs typeface="Calibri"/>
              </a:rPr>
              <a:t>initialize</a:t>
            </a:r>
            <a:r>
              <a:rPr sz="1700" spc="80" dirty="0">
                <a:latin typeface="Calibri"/>
                <a:cs typeface="Calibri"/>
              </a:rPr>
              <a:t> </a:t>
            </a:r>
            <a:r>
              <a:rPr sz="1700" spc="75" dirty="0">
                <a:latin typeface="Calibri"/>
                <a:cs typeface="Calibri"/>
              </a:rPr>
              <a:t>all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weights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of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4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ANN,</a:t>
            </a:r>
            <a:r>
              <a:rPr sz="1700" spc="-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and</a:t>
            </a:r>
            <a:r>
              <a:rPr sz="1700" spc="11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then</a:t>
            </a:r>
            <a:r>
              <a:rPr sz="1700" spc="9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feed</a:t>
            </a:r>
            <a:r>
              <a:rPr sz="1700" spc="11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1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data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into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spc="-25" dirty="0">
                <a:latin typeface="Calibri"/>
                <a:cs typeface="Calibri"/>
              </a:rPr>
              <a:t>it</a:t>
            </a:r>
            <a:endParaRPr sz="1700">
              <a:latin typeface="Calibri"/>
              <a:cs typeface="Calibri"/>
            </a:endParaRPr>
          </a:p>
          <a:p>
            <a:pPr marL="697865" lvl="1" indent="-228600">
              <a:lnSpc>
                <a:spcPts val="1925"/>
              </a:lnSpc>
              <a:buFont typeface="Arial"/>
              <a:buChar char="•"/>
              <a:tabLst>
                <a:tab pos="697865" algn="l"/>
              </a:tabLst>
            </a:pPr>
            <a:r>
              <a:rPr sz="1700" dirty="0">
                <a:latin typeface="Calibri"/>
                <a:cs typeface="Calibri"/>
              </a:rPr>
              <a:t>Each</a:t>
            </a:r>
            <a:r>
              <a:rPr sz="1700" spc="25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training</a:t>
            </a:r>
            <a:r>
              <a:rPr sz="1700" spc="22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example</a:t>
            </a:r>
            <a:r>
              <a:rPr sz="1700" spc="2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generates</a:t>
            </a:r>
            <a:r>
              <a:rPr sz="1700" spc="25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</a:t>
            </a:r>
            <a:r>
              <a:rPr sz="1700" spc="26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output.</a:t>
            </a:r>
            <a:endParaRPr sz="1700">
              <a:latin typeface="Calibri"/>
              <a:cs typeface="Calibri"/>
            </a:endParaRPr>
          </a:p>
          <a:p>
            <a:pPr marL="697865" lvl="1" indent="-228600">
              <a:lnSpc>
                <a:spcPts val="1980"/>
              </a:lnSpc>
              <a:buFont typeface="Arial"/>
              <a:buChar char="•"/>
              <a:tabLst>
                <a:tab pos="697865" algn="l"/>
              </a:tabLst>
            </a:pPr>
            <a:r>
              <a:rPr sz="1700" spc="-20" dirty="0">
                <a:latin typeface="Calibri"/>
                <a:cs typeface="Calibri"/>
              </a:rPr>
              <a:t>We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know</a:t>
            </a:r>
            <a:r>
              <a:rPr sz="1700" spc="8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correct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output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for</a:t>
            </a:r>
            <a:r>
              <a:rPr sz="1700" spc="1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those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training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samples,</a:t>
            </a:r>
            <a:r>
              <a:rPr sz="1700" spc="-3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so</a:t>
            </a:r>
            <a:r>
              <a:rPr sz="1700" spc="1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for</a:t>
            </a:r>
            <a:r>
              <a:rPr sz="1700" spc="1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each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output,</a:t>
            </a:r>
            <a:r>
              <a:rPr sz="1700" spc="-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we</a:t>
            </a:r>
            <a:r>
              <a:rPr sz="1700" spc="1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can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define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</a:t>
            </a:r>
            <a:r>
              <a:rPr sz="1700" spc="140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error</a:t>
            </a:r>
            <a:endParaRPr sz="1700">
              <a:latin typeface="Calibri"/>
              <a:cs typeface="Calibri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2C7185CC-9F78-797E-4A8B-725200107385}"/>
              </a:ext>
            </a:extLst>
          </p:cNvPr>
          <p:cNvSpPr txBox="1"/>
          <p:nvPr/>
        </p:nvSpPr>
        <p:spPr>
          <a:xfrm>
            <a:off x="1257096" y="5423103"/>
            <a:ext cx="9794875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40665" algn="l"/>
              </a:tabLst>
            </a:pPr>
            <a:r>
              <a:rPr sz="1700" spc="10" dirty="0">
                <a:latin typeface="Calibri"/>
                <a:cs typeface="Calibri"/>
              </a:rPr>
              <a:t>Then,</a:t>
            </a:r>
            <a:r>
              <a:rPr sz="1700" spc="-6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we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can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essentially </a:t>
            </a:r>
            <a:r>
              <a:rPr sz="1700" spc="55" dirty="0">
                <a:latin typeface="Calibri"/>
                <a:cs typeface="Calibri"/>
              </a:rPr>
              <a:t>go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backwards,</a:t>
            </a:r>
            <a:r>
              <a:rPr sz="1700" spc="-60" dirty="0">
                <a:latin typeface="Calibri"/>
                <a:cs typeface="Calibri"/>
              </a:rPr>
              <a:t> </a:t>
            </a:r>
            <a:r>
              <a:rPr sz="1700" spc="60" dirty="0">
                <a:latin typeface="Calibri"/>
                <a:cs typeface="Calibri"/>
              </a:rPr>
              <a:t>assigning</a:t>
            </a:r>
            <a:r>
              <a:rPr sz="1700" spc="80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some</a:t>
            </a:r>
            <a:r>
              <a:rPr sz="1700" spc="90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part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of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that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error</a:t>
            </a:r>
            <a:r>
              <a:rPr sz="1700" spc="110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to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the</a:t>
            </a:r>
            <a:r>
              <a:rPr sz="1700" spc="9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weights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between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output</a:t>
            </a:r>
            <a:endParaRPr sz="1700">
              <a:latin typeface="Calibri"/>
              <a:cs typeface="Calibri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29C3FBD7-6A17-E592-FEEA-64D2508D78BB}"/>
              </a:ext>
            </a:extLst>
          </p:cNvPr>
          <p:cNvSpPr txBox="1"/>
          <p:nvPr/>
        </p:nvSpPr>
        <p:spPr>
          <a:xfrm>
            <a:off x="1257096" y="5604459"/>
            <a:ext cx="8069580" cy="530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>
              <a:lnSpc>
                <a:spcPts val="1985"/>
              </a:lnSpc>
              <a:spcBef>
                <a:spcPts val="100"/>
              </a:spcBef>
            </a:pPr>
            <a:r>
              <a:rPr sz="1700" dirty="0">
                <a:latin typeface="Calibri"/>
                <a:cs typeface="Calibri"/>
              </a:rPr>
              <a:t>neuron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and</a:t>
            </a:r>
            <a:r>
              <a:rPr sz="1700" spc="1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previous</a:t>
            </a:r>
            <a:r>
              <a:rPr sz="1700" spc="18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neurons</a:t>
            </a:r>
            <a:endParaRPr sz="1700">
              <a:latin typeface="Calibri"/>
              <a:cs typeface="Calibri"/>
            </a:endParaRPr>
          </a:p>
          <a:p>
            <a:pPr marL="240665" indent="-227965">
              <a:lnSpc>
                <a:spcPts val="1985"/>
              </a:lnSpc>
              <a:buFont typeface="Arial"/>
              <a:buChar char="•"/>
              <a:tabLst>
                <a:tab pos="240665" algn="l"/>
              </a:tabLst>
            </a:pPr>
            <a:r>
              <a:rPr sz="1700" dirty="0">
                <a:latin typeface="Calibri"/>
                <a:cs typeface="Calibri"/>
              </a:rPr>
              <a:t>Adjusting</a:t>
            </a:r>
            <a:r>
              <a:rPr sz="1700" spc="12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7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weights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allows</a:t>
            </a:r>
            <a:r>
              <a:rPr sz="1700" spc="18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us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to</a:t>
            </a:r>
            <a:r>
              <a:rPr sz="1700" spc="18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move</a:t>
            </a:r>
            <a:r>
              <a:rPr sz="1700" spc="19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towards</a:t>
            </a:r>
            <a:r>
              <a:rPr sz="1700" spc="17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7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correct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answer,</a:t>
            </a:r>
            <a:r>
              <a:rPr sz="1700" spc="-1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as</a:t>
            </a:r>
            <a:r>
              <a:rPr sz="1700" spc="1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defined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by</a:t>
            </a:r>
            <a:r>
              <a:rPr sz="1700" spc="90" dirty="0">
                <a:latin typeface="Calibri"/>
                <a:cs typeface="Calibri"/>
              </a:rPr>
              <a:t> </a:t>
            </a:r>
            <a:r>
              <a:rPr sz="1700" spc="-25" dirty="0">
                <a:latin typeface="Calibri"/>
                <a:cs typeface="Calibri"/>
              </a:rPr>
              <a:t>us</a:t>
            </a:r>
            <a:endParaRPr sz="1700">
              <a:latin typeface="Calibri"/>
              <a:cs typeface="Calibri"/>
            </a:endParaRPr>
          </a:p>
        </p:txBody>
      </p:sp>
      <p:pic>
        <p:nvPicPr>
          <p:cNvPr id="6" name="object 6">
            <a:extLst>
              <a:ext uri="{FF2B5EF4-FFF2-40B4-BE49-F238E27FC236}">
                <a16:creationId xmlns:a16="http://schemas.microsoft.com/office/drawing/2014/main" id="{283DB99E-055D-C3CE-7163-A1AB5157B18E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23514" y="933450"/>
            <a:ext cx="4571999" cy="3276600"/>
          </a:xfrm>
          <a:prstGeom prst="rect">
            <a:avLst/>
          </a:prstGeom>
        </p:spPr>
      </p:pic>
      <p:sp>
        <p:nvSpPr>
          <p:cNvPr id="7" name="object 7">
            <a:extLst>
              <a:ext uri="{FF2B5EF4-FFF2-40B4-BE49-F238E27FC236}">
                <a16:creationId xmlns:a16="http://schemas.microsoft.com/office/drawing/2014/main" id="{3F07C78C-9705-C3D2-18C0-C45E3382AE85}"/>
              </a:ext>
            </a:extLst>
          </p:cNvPr>
          <p:cNvSpPr/>
          <p:nvPr/>
        </p:nvSpPr>
        <p:spPr>
          <a:xfrm>
            <a:off x="474789" y="4333113"/>
            <a:ext cx="11052175" cy="0"/>
          </a:xfrm>
          <a:custGeom>
            <a:avLst/>
            <a:gdLst/>
            <a:ahLst/>
            <a:cxnLst/>
            <a:rect l="l" t="t" r="r" b="b"/>
            <a:pathLst>
              <a:path w="11052175">
                <a:moveTo>
                  <a:pt x="0" y="0"/>
                </a:moveTo>
                <a:lnTo>
                  <a:pt x="11051984" y="0"/>
                </a:lnTo>
              </a:path>
            </a:pathLst>
          </a:custGeom>
          <a:ln w="6350">
            <a:solidFill>
              <a:srgbClr val="5B9BD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07C951ED-8737-6024-8320-1FFD607A5722}"/>
              </a:ext>
            </a:extLst>
          </p:cNvPr>
          <p:cNvSpPr txBox="1"/>
          <p:nvPr/>
        </p:nvSpPr>
        <p:spPr>
          <a:xfrm>
            <a:off x="6528307" y="6390233"/>
            <a:ext cx="5588635" cy="1873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050" spc="-10" dirty="0">
                <a:latin typeface="Calibri"/>
                <a:cs typeface="Calibri"/>
              </a:rPr>
              <a:t>https://github.com/rasbt/python-machine-learning-book/blob/master/faq/visual-backpropagation.md</a:t>
            </a:r>
            <a:endParaRPr sz="1050">
              <a:latin typeface="Calibri"/>
              <a:cs typeface="Calibri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BC43C57-D578-E00B-ADEE-599E8B071221}"/>
              </a:ext>
            </a:extLst>
          </p:cNvPr>
          <p:cNvGrpSpPr/>
          <p:nvPr/>
        </p:nvGrpSpPr>
        <p:grpSpPr>
          <a:xfrm>
            <a:off x="698644" y="822420"/>
            <a:ext cx="941040" cy="412560"/>
            <a:chOff x="698644" y="822420"/>
            <a:chExt cx="941040" cy="412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658CF51-AA18-B129-E141-D6BB72A6093A}"/>
                    </a:ext>
                  </a:extLst>
                </p14:cNvPr>
                <p14:cNvContentPartPr/>
                <p14:nvPr/>
              </p14:nvContentPartPr>
              <p14:xfrm>
                <a:off x="698644" y="822420"/>
                <a:ext cx="235080" cy="4125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658CF51-AA18-B129-E141-D6BB72A6093A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81004" y="804420"/>
                  <a:ext cx="270720" cy="44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52D8FAE-F84C-EA91-B902-F0FA9EAB6484}"/>
                    </a:ext>
                  </a:extLst>
                </p14:cNvPr>
                <p14:cNvContentPartPr/>
                <p14:nvPr/>
              </p14:nvContentPartPr>
              <p14:xfrm>
                <a:off x="1031644" y="999180"/>
                <a:ext cx="166680" cy="1656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52D8FAE-F84C-EA91-B902-F0FA9EAB6484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013644" y="981540"/>
                  <a:ext cx="20232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F1D1199-9498-3874-64F3-3E4C76B802FA}"/>
                    </a:ext>
                  </a:extLst>
                </p14:cNvPr>
                <p14:cNvContentPartPr/>
                <p14:nvPr/>
              </p14:nvContentPartPr>
              <p14:xfrm>
                <a:off x="1348804" y="980820"/>
                <a:ext cx="91080" cy="1663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F1D1199-9498-3874-64F3-3E4C76B802FA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331164" y="963180"/>
                  <a:ext cx="12672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0186694-570E-955B-D06C-3E102A3C1D84}"/>
                    </a:ext>
                  </a:extLst>
                </p14:cNvPr>
                <p14:cNvContentPartPr/>
                <p14:nvPr/>
              </p14:nvContentPartPr>
              <p14:xfrm>
                <a:off x="1560124" y="904140"/>
                <a:ext cx="79560" cy="2548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0186694-570E-955B-D06C-3E102A3C1D8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542124" y="886500"/>
                  <a:ext cx="115200" cy="29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3B2C602-8617-2515-8063-9F7DD697912F}"/>
              </a:ext>
            </a:extLst>
          </p:cNvPr>
          <p:cNvGrpSpPr/>
          <p:nvPr/>
        </p:nvGrpSpPr>
        <p:grpSpPr>
          <a:xfrm>
            <a:off x="2036764" y="714780"/>
            <a:ext cx="1574280" cy="451800"/>
            <a:chOff x="2036764" y="714780"/>
            <a:chExt cx="1574280" cy="451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8610721-677E-F150-3C4B-AD9B22DEC6F5}"/>
                    </a:ext>
                  </a:extLst>
                </p14:cNvPr>
                <p14:cNvContentPartPr/>
                <p14:nvPr/>
              </p14:nvContentPartPr>
              <p14:xfrm>
                <a:off x="2105884" y="842220"/>
                <a:ext cx="65520" cy="3243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8610721-677E-F150-3C4B-AD9B22DEC6F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087884" y="824580"/>
                  <a:ext cx="10116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3E4A45F-1781-A9EE-5877-B9F56B549729}"/>
                    </a:ext>
                  </a:extLst>
                </p14:cNvPr>
                <p14:cNvContentPartPr/>
                <p14:nvPr/>
              </p14:nvContentPartPr>
              <p14:xfrm>
                <a:off x="2036764" y="1010340"/>
                <a:ext cx="144360" cy="817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3E4A45F-1781-A9EE-5877-B9F56B549729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019124" y="992700"/>
                  <a:ext cx="18000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12D7A8F-BDAD-3A99-9C34-DAF4A0841CCB}"/>
                    </a:ext>
                  </a:extLst>
                </p14:cNvPr>
                <p14:cNvContentPartPr/>
                <p14:nvPr/>
              </p14:nvContentPartPr>
              <p14:xfrm>
                <a:off x="2278684" y="922860"/>
                <a:ext cx="385920" cy="1242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12D7A8F-BDAD-3A99-9C34-DAF4A0841CCB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261044" y="905220"/>
                  <a:ext cx="4215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EED37D1-559A-D667-062E-F683F07AE31B}"/>
                    </a:ext>
                  </a:extLst>
                </p14:cNvPr>
                <p14:cNvContentPartPr/>
                <p14:nvPr/>
              </p14:nvContentPartPr>
              <p14:xfrm>
                <a:off x="2783044" y="763740"/>
                <a:ext cx="242640" cy="2736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EED37D1-559A-D667-062E-F683F07AE31B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765044" y="746100"/>
                  <a:ext cx="2782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9E7236D-E942-FFAB-BAE6-A4C7B33EA122}"/>
                    </a:ext>
                  </a:extLst>
                </p14:cNvPr>
                <p14:cNvContentPartPr/>
                <p14:nvPr/>
              </p14:nvContentPartPr>
              <p14:xfrm>
                <a:off x="2958724" y="863100"/>
                <a:ext cx="119880" cy="763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9E7236D-E942-FFAB-BAE6-A4C7B33EA122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2941084" y="845460"/>
                  <a:ext cx="15552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16527A2-ADB3-3837-9582-064AE9617E15}"/>
                    </a:ext>
                  </a:extLst>
                </p14:cNvPr>
                <p14:cNvContentPartPr/>
                <p14:nvPr/>
              </p14:nvContentPartPr>
              <p14:xfrm>
                <a:off x="3151684" y="834300"/>
                <a:ext cx="13320" cy="1458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16527A2-ADB3-3837-9582-064AE9617E1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133684" y="816660"/>
                  <a:ext cx="4896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D186E72-11B6-9552-D87D-8DA5EAA5F113}"/>
                    </a:ext>
                  </a:extLst>
                </p14:cNvPr>
                <p14:cNvContentPartPr/>
                <p14:nvPr/>
              </p14:nvContentPartPr>
              <p14:xfrm>
                <a:off x="3155644" y="714780"/>
                <a:ext cx="20160" cy="352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D186E72-11B6-9552-D87D-8DA5EAA5F113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3138004" y="697140"/>
                  <a:ext cx="5580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22CDE51-ABF1-2003-AF1E-75566A64EE33}"/>
                    </a:ext>
                  </a:extLst>
                </p14:cNvPr>
                <p14:cNvContentPartPr/>
                <p14:nvPr/>
              </p14:nvContentPartPr>
              <p14:xfrm>
                <a:off x="3255364" y="806940"/>
                <a:ext cx="355680" cy="1436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22CDE51-ABF1-2003-AF1E-75566A64EE33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3237724" y="789300"/>
                  <a:ext cx="391320" cy="179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C412CCFE-6CEF-3411-750F-EBF5B02ED7A5}"/>
              </a:ext>
            </a:extLst>
          </p:cNvPr>
          <p:cNvGrpSpPr/>
          <p:nvPr/>
        </p:nvGrpSpPr>
        <p:grpSpPr>
          <a:xfrm>
            <a:off x="374280" y="1733867"/>
            <a:ext cx="1721160" cy="657720"/>
            <a:chOff x="374280" y="1733867"/>
            <a:chExt cx="1721160" cy="657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EA2D85D-2921-C577-34F0-0B02D16034D4}"/>
                    </a:ext>
                  </a:extLst>
                </p14:cNvPr>
                <p14:cNvContentPartPr/>
                <p14:nvPr/>
              </p14:nvContentPartPr>
              <p14:xfrm>
                <a:off x="374280" y="2045267"/>
                <a:ext cx="150840" cy="468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EA2D85D-2921-C577-34F0-0B02D16034D4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56280" y="2027627"/>
                  <a:ext cx="18648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1912845-1357-D75B-7F98-61BA451CE959}"/>
                    </a:ext>
                  </a:extLst>
                </p14:cNvPr>
                <p14:cNvContentPartPr/>
                <p14:nvPr/>
              </p14:nvContentPartPr>
              <p14:xfrm>
                <a:off x="462120" y="2184587"/>
                <a:ext cx="64800" cy="176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1912845-1357-D75B-7F98-61BA451CE959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444120" y="2166587"/>
                  <a:ext cx="10044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1F84ED2-1ABC-E74F-3454-9AFA8BDEB4F8}"/>
                    </a:ext>
                  </a:extLst>
                </p14:cNvPr>
                <p14:cNvContentPartPr/>
                <p14:nvPr/>
              </p14:nvContentPartPr>
              <p14:xfrm>
                <a:off x="664440" y="1733867"/>
                <a:ext cx="288000" cy="6577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1F84ED2-1ABC-E74F-3454-9AFA8BDEB4F8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46800" y="1716227"/>
                  <a:ext cx="323640" cy="69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7B6CC73-07FD-032F-B007-8677E2CC2841}"/>
                    </a:ext>
                  </a:extLst>
                </p14:cNvPr>
                <p14:cNvContentPartPr/>
                <p14:nvPr/>
              </p14:nvContentPartPr>
              <p14:xfrm>
                <a:off x="956040" y="1892627"/>
                <a:ext cx="24480" cy="2854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7B6CC73-07FD-032F-B007-8677E2CC2841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38040" y="1874627"/>
                  <a:ext cx="60120" cy="32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16DEB5A-2A48-BD41-4182-9287232FA8E3}"/>
                    </a:ext>
                  </a:extLst>
                </p14:cNvPr>
                <p14:cNvContentPartPr/>
                <p14:nvPr/>
              </p14:nvContentPartPr>
              <p14:xfrm>
                <a:off x="913560" y="1880387"/>
                <a:ext cx="220680" cy="2034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16DEB5A-2A48-BD41-4182-9287232FA8E3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895920" y="1862747"/>
                  <a:ext cx="25632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B5A944D-9802-C7BB-6F16-46545D341A7E}"/>
                    </a:ext>
                  </a:extLst>
                </p14:cNvPr>
                <p14:cNvContentPartPr/>
                <p14:nvPr/>
              </p14:nvContentPartPr>
              <p14:xfrm>
                <a:off x="1199400" y="1996667"/>
                <a:ext cx="84960" cy="1422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B5A944D-9802-C7BB-6F16-46545D341A7E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181400" y="1978667"/>
                  <a:ext cx="12060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DBD1AB09-3311-26B5-28F7-B02790532B2D}"/>
                    </a:ext>
                  </a:extLst>
                </p14:cNvPr>
                <p14:cNvContentPartPr/>
                <p14:nvPr/>
              </p14:nvContentPartPr>
              <p14:xfrm>
                <a:off x="1371120" y="1982267"/>
                <a:ext cx="67680" cy="1900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DBD1AB09-3311-26B5-28F7-B02790532B2D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353480" y="1964627"/>
                  <a:ext cx="10332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9B6EB42-EDE2-4600-3971-7CD9C447F14A}"/>
                    </a:ext>
                  </a:extLst>
                </p14:cNvPr>
                <p14:cNvContentPartPr/>
                <p14:nvPr/>
              </p14:nvContentPartPr>
              <p14:xfrm>
                <a:off x="1522320" y="2016467"/>
                <a:ext cx="144720" cy="918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9B6EB42-EDE2-4600-3971-7CD9C447F14A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504320" y="1998467"/>
                  <a:ext cx="18036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64EC3BA4-ED0B-EB44-8CCA-3388FC5BAD9D}"/>
                    </a:ext>
                  </a:extLst>
                </p14:cNvPr>
                <p14:cNvContentPartPr/>
                <p14:nvPr/>
              </p14:nvContentPartPr>
              <p14:xfrm>
                <a:off x="1791600" y="1854467"/>
                <a:ext cx="22320" cy="2772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64EC3BA4-ED0B-EB44-8CCA-3388FC5BAD9D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773960" y="1836827"/>
                  <a:ext cx="5796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43CC0DA-236E-D679-6797-59892ABC7E14}"/>
                    </a:ext>
                  </a:extLst>
                </p14:cNvPr>
                <p14:cNvContentPartPr/>
                <p14:nvPr/>
              </p14:nvContentPartPr>
              <p14:xfrm>
                <a:off x="1990680" y="1847267"/>
                <a:ext cx="57600" cy="3024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43CC0DA-236E-D679-6797-59892ABC7E14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973040" y="1829627"/>
                  <a:ext cx="9324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43436D5-FF20-1598-24A2-37BCA6A61C3D}"/>
                    </a:ext>
                  </a:extLst>
                </p14:cNvPr>
                <p14:cNvContentPartPr/>
                <p14:nvPr/>
              </p14:nvContentPartPr>
              <p14:xfrm>
                <a:off x="1939920" y="1973627"/>
                <a:ext cx="155520" cy="576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43436D5-FF20-1598-24A2-37BCA6A61C3D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922280" y="1955627"/>
                  <a:ext cx="191160" cy="93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9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67359FB4-68AC-2797-1605-3FBA9EA8E5B4}"/>
                  </a:ext>
                </a:extLst>
              </p14:cNvPr>
              <p14:cNvContentPartPr/>
              <p14:nvPr/>
            </p14:nvContentPartPr>
            <p14:xfrm>
              <a:off x="2331960" y="1971107"/>
              <a:ext cx="115560" cy="16920"/>
            </p14:xfrm>
          </p:contentPart>
        </mc:Choice>
        <mc:Fallback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67359FB4-68AC-2797-1605-3FBA9EA8E5B4}"/>
                  </a:ext>
                </a:extLst>
              </p:cNvPr>
              <p:cNvPicPr/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2314320" y="1953107"/>
                <a:ext cx="151200" cy="5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1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A6A5D86-3882-8E19-2C5A-88B5A83009D9}"/>
                  </a:ext>
                </a:extLst>
              </p14:cNvPr>
              <p14:cNvContentPartPr/>
              <p14:nvPr/>
            </p14:nvContentPartPr>
            <p14:xfrm>
              <a:off x="2770080" y="1882907"/>
              <a:ext cx="3960" cy="72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A6A5D86-3882-8E19-2C5A-88B5A83009D9}"/>
                  </a:ext>
                </a:extLst>
              </p:cNvPr>
              <p:cNvPicPr/>
              <p:nvPr/>
            </p:nvPicPr>
            <p:blipFill>
              <a:blip r:embed="rId52"/>
              <a:stretch>
                <a:fillRect/>
              </a:stretch>
            </p:blipFill>
            <p:spPr>
              <a:xfrm>
                <a:off x="2752440" y="1865267"/>
                <a:ext cx="39600" cy="36360"/>
              </a:xfrm>
              <a:prstGeom prst="rect">
                <a:avLst/>
              </a:prstGeom>
            </p:spPr>
          </p:pic>
        </mc:Fallback>
      </mc:AlternateContent>
      <p:grpSp>
        <p:nvGrpSpPr>
          <p:cNvPr id="52" name="Group 51">
            <a:extLst>
              <a:ext uri="{FF2B5EF4-FFF2-40B4-BE49-F238E27FC236}">
                <a16:creationId xmlns:a16="http://schemas.microsoft.com/office/drawing/2014/main" id="{BA621E2A-A76E-A408-5862-AC9EFB2244F0}"/>
              </a:ext>
            </a:extLst>
          </p:cNvPr>
          <p:cNvGrpSpPr/>
          <p:nvPr/>
        </p:nvGrpSpPr>
        <p:grpSpPr>
          <a:xfrm>
            <a:off x="2659920" y="1502027"/>
            <a:ext cx="1201680" cy="950400"/>
            <a:chOff x="2659920" y="1502027"/>
            <a:chExt cx="1201680" cy="950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5DE0E66-22AB-7B74-63F8-CFC71D8280E7}"/>
                    </a:ext>
                  </a:extLst>
                </p14:cNvPr>
                <p14:cNvContentPartPr/>
                <p14:nvPr/>
              </p14:nvContentPartPr>
              <p14:xfrm>
                <a:off x="2659920" y="1702907"/>
                <a:ext cx="222840" cy="3783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5DE0E66-22AB-7B74-63F8-CFC71D8280E7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2642280" y="1685267"/>
                  <a:ext cx="258480" cy="41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5E83340-C0FC-89E9-6408-2F628DBF4420}"/>
                    </a:ext>
                  </a:extLst>
                </p14:cNvPr>
                <p14:cNvContentPartPr/>
                <p14:nvPr/>
              </p14:nvContentPartPr>
              <p14:xfrm>
                <a:off x="2974200" y="1876067"/>
                <a:ext cx="67320" cy="1180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5E83340-C0FC-89E9-6408-2F628DBF4420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2956560" y="1858067"/>
                  <a:ext cx="10296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76434894-5911-8784-9CEC-13F7DFCD53C5}"/>
                    </a:ext>
                  </a:extLst>
                </p14:cNvPr>
                <p14:cNvContentPartPr/>
                <p14:nvPr/>
              </p14:nvContentPartPr>
              <p14:xfrm>
                <a:off x="3137280" y="1824227"/>
                <a:ext cx="385560" cy="1573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76434894-5911-8784-9CEC-13F7DFCD53C5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3119640" y="1806227"/>
                  <a:ext cx="42120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47C9809-CF48-4A28-6EB2-7A9A8E89A813}"/>
                    </a:ext>
                  </a:extLst>
                </p14:cNvPr>
                <p14:cNvContentPartPr/>
                <p14:nvPr/>
              </p14:nvContentPartPr>
              <p14:xfrm>
                <a:off x="3621840" y="1671947"/>
                <a:ext cx="96480" cy="2473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47C9809-CF48-4A28-6EB2-7A9A8E89A813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3603840" y="1654307"/>
                  <a:ext cx="13212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C0AF27D-FC4C-B228-6E26-6B4EA3A9DC7F}"/>
                    </a:ext>
                  </a:extLst>
                </p14:cNvPr>
                <p14:cNvContentPartPr/>
                <p14:nvPr/>
              </p14:nvContentPartPr>
              <p14:xfrm>
                <a:off x="2790600" y="2265587"/>
                <a:ext cx="34200" cy="1868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C0AF27D-FC4C-B228-6E26-6B4EA3A9DC7F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2772600" y="2247587"/>
                  <a:ext cx="6984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35CA77F7-3320-DBE1-2412-DB77A96D4ADB}"/>
                    </a:ext>
                  </a:extLst>
                </p14:cNvPr>
                <p14:cNvContentPartPr/>
                <p14:nvPr/>
              </p14:nvContentPartPr>
              <p14:xfrm>
                <a:off x="2743080" y="2382947"/>
                <a:ext cx="111600" cy="475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35CA77F7-3320-DBE1-2412-DB77A96D4ADB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2725080" y="2364947"/>
                  <a:ext cx="14724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B6EA1054-41BD-2EFE-9CE6-E469BB37942B}"/>
                    </a:ext>
                  </a:extLst>
                </p14:cNvPr>
                <p14:cNvContentPartPr/>
                <p14:nvPr/>
              </p14:nvContentPartPr>
              <p14:xfrm>
                <a:off x="2906880" y="2309507"/>
                <a:ext cx="82800" cy="918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B6EA1054-41BD-2EFE-9CE6-E469BB37942B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2888880" y="2291507"/>
                  <a:ext cx="11844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31476B5-5FB8-8EC3-55D1-04C4610150BC}"/>
                    </a:ext>
                  </a:extLst>
                </p14:cNvPr>
                <p14:cNvContentPartPr/>
                <p14:nvPr/>
              </p14:nvContentPartPr>
              <p14:xfrm>
                <a:off x="3070320" y="2278187"/>
                <a:ext cx="145440" cy="910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31476B5-5FB8-8EC3-55D1-04C4610150BC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3052320" y="2260547"/>
                  <a:ext cx="18108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3D0A4F2-19ED-1AE7-E42C-52067C004571}"/>
                    </a:ext>
                  </a:extLst>
                </p14:cNvPr>
                <p14:cNvContentPartPr/>
                <p14:nvPr/>
              </p14:nvContentPartPr>
              <p14:xfrm>
                <a:off x="3265800" y="2157227"/>
                <a:ext cx="37800" cy="1749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3D0A4F2-19ED-1AE7-E42C-52067C004571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3248160" y="2139587"/>
                  <a:ext cx="7344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B3599659-159B-44CC-6EA0-15D7A66DE9FB}"/>
                    </a:ext>
                  </a:extLst>
                </p14:cNvPr>
                <p14:cNvContentPartPr/>
                <p14:nvPr/>
              </p14:nvContentPartPr>
              <p14:xfrm>
                <a:off x="3248160" y="2130947"/>
                <a:ext cx="242280" cy="1213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B3599659-159B-44CC-6EA0-15D7A66DE9FB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3230160" y="2113307"/>
                  <a:ext cx="27792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E137C59E-EE14-9482-8F9C-9B45B93BEA3F}"/>
                    </a:ext>
                  </a:extLst>
                </p14:cNvPr>
                <p14:cNvContentPartPr/>
                <p14:nvPr/>
              </p14:nvContentPartPr>
              <p14:xfrm>
                <a:off x="3679800" y="1502027"/>
                <a:ext cx="181800" cy="7293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E137C59E-EE14-9482-8F9C-9B45B93BEA3F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3661800" y="1484387"/>
                  <a:ext cx="217440" cy="765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AEBB6A7-4E55-46AB-D52E-662ACA772104}"/>
              </a:ext>
            </a:extLst>
          </p:cNvPr>
          <p:cNvGrpSpPr/>
          <p:nvPr/>
        </p:nvGrpSpPr>
        <p:grpSpPr>
          <a:xfrm>
            <a:off x="3599880" y="1237427"/>
            <a:ext cx="243720" cy="105840"/>
            <a:chOff x="3599880" y="1237427"/>
            <a:chExt cx="243720" cy="105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4B4D8B9-C4C1-2EA8-22C0-434DF445C359}"/>
                    </a:ext>
                  </a:extLst>
                </p14:cNvPr>
                <p14:cNvContentPartPr/>
                <p14:nvPr/>
              </p14:nvContentPartPr>
              <p14:xfrm>
                <a:off x="3638040" y="1237427"/>
                <a:ext cx="205560" cy="10584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4B4D8B9-C4C1-2EA8-22C0-434DF445C359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3620040" y="1219787"/>
                  <a:ext cx="24120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0DBD240-DF2D-4956-1B73-140F9991BD18}"/>
                    </a:ext>
                  </a:extLst>
                </p14:cNvPr>
                <p14:cNvContentPartPr/>
                <p14:nvPr/>
              </p14:nvContentPartPr>
              <p14:xfrm>
                <a:off x="3599880" y="1250747"/>
                <a:ext cx="56520" cy="180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0DBD240-DF2D-4956-1B73-140F9991BD18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3582240" y="1233107"/>
                  <a:ext cx="92160" cy="5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DB7DD83-FEAD-4120-C905-9B31818158D9}"/>
              </a:ext>
            </a:extLst>
          </p:cNvPr>
          <p:cNvGrpSpPr/>
          <p:nvPr/>
        </p:nvGrpSpPr>
        <p:grpSpPr>
          <a:xfrm>
            <a:off x="827520" y="2566547"/>
            <a:ext cx="926640" cy="1000080"/>
            <a:chOff x="827520" y="2566547"/>
            <a:chExt cx="926640" cy="1000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8378713-B00C-E808-009A-40873E674E1A}"/>
                    </a:ext>
                  </a:extLst>
                </p14:cNvPr>
                <p14:cNvContentPartPr/>
                <p14:nvPr/>
              </p14:nvContentPartPr>
              <p14:xfrm>
                <a:off x="1537440" y="2566547"/>
                <a:ext cx="17280" cy="4968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8378713-B00C-E808-009A-40873E674E1A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519800" y="2548907"/>
                  <a:ext cx="52920" cy="53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775F4451-1179-2669-51FC-AFDDF2E7CE4D}"/>
                    </a:ext>
                  </a:extLst>
                </p14:cNvPr>
                <p14:cNvContentPartPr/>
                <p14:nvPr/>
              </p14:nvContentPartPr>
              <p14:xfrm>
                <a:off x="1404960" y="2956427"/>
                <a:ext cx="237600" cy="1486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775F4451-1179-2669-51FC-AFDDF2E7CE4D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386960" y="2938787"/>
                  <a:ext cx="27324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31F964E4-D7DD-7EFD-7C20-A74FD8B3E93C}"/>
                    </a:ext>
                  </a:extLst>
                </p14:cNvPr>
                <p14:cNvContentPartPr/>
                <p14:nvPr/>
              </p14:nvContentPartPr>
              <p14:xfrm>
                <a:off x="827520" y="3356027"/>
                <a:ext cx="236520" cy="21060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31F964E4-D7DD-7EFD-7C20-A74FD8B3E93C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09520" y="3338387"/>
                  <a:ext cx="27216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3B6BC690-D4F1-7B32-D010-6AF907407647}"/>
                    </a:ext>
                  </a:extLst>
                </p14:cNvPr>
                <p14:cNvContentPartPr/>
                <p14:nvPr/>
              </p14:nvContentPartPr>
              <p14:xfrm>
                <a:off x="1120200" y="3394907"/>
                <a:ext cx="90000" cy="1270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3B6BC690-D4F1-7B32-D010-6AF907407647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102200" y="3376907"/>
                  <a:ext cx="12564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41B2285-DF6C-7AD4-2FE6-C5FCAD20A184}"/>
                    </a:ext>
                  </a:extLst>
                </p14:cNvPr>
                <p14:cNvContentPartPr/>
                <p14:nvPr/>
              </p14:nvContentPartPr>
              <p14:xfrm>
                <a:off x="1289400" y="3253427"/>
                <a:ext cx="160920" cy="2520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41B2285-DF6C-7AD4-2FE6-C5FCAD20A184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271760" y="3235787"/>
                  <a:ext cx="19656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AECB6BD6-36EF-477E-6A30-D18C30B553BF}"/>
                    </a:ext>
                  </a:extLst>
                </p14:cNvPr>
                <p14:cNvContentPartPr/>
                <p14:nvPr/>
              </p14:nvContentPartPr>
              <p14:xfrm>
                <a:off x="1478760" y="3329747"/>
                <a:ext cx="149400" cy="1328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AECB6BD6-36EF-477E-6A30-D18C30B553BF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461120" y="3311747"/>
                  <a:ext cx="18504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CEDB8F9-4108-3A4F-3F2D-154525D0C94F}"/>
                    </a:ext>
                  </a:extLst>
                </p14:cNvPr>
                <p14:cNvContentPartPr/>
                <p14:nvPr/>
              </p14:nvContentPartPr>
              <p14:xfrm>
                <a:off x="1716360" y="3186107"/>
                <a:ext cx="37800" cy="3013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CEDB8F9-4108-3A4F-3F2D-154525D0C94F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698720" y="3168467"/>
                  <a:ext cx="73440" cy="33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8C1B6163-FB9E-09CF-2AA1-26984FC59E19}"/>
              </a:ext>
            </a:extLst>
          </p:cNvPr>
          <p:cNvGrpSpPr/>
          <p:nvPr/>
        </p:nvGrpSpPr>
        <p:grpSpPr>
          <a:xfrm>
            <a:off x="2903640" y="2570867"/>
            <a:ext cx="208440" cy="526320"/>
            <a:chOff x="2903640" y="2570867"/>
            <a:chExt cx="208440" cy="526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830DE5D-65EF-2119-7CF0-544FCE78A9A5}"/>
                    </a:ext>
                  </a:extLst>
                </p14:cNvPr>
                <p14:cNvContentPartPr/>
                <p14:nvPr/>
              </p14:nvContentPartPr>
              <p14:xfrm>
                <a:off x="2982840" y="2570867"/>
                <a:ext cx="31320" cy="4946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830DE5D-65EF-2119-7CF0-544FCE78A9A5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2964840" y="2553227"/>
                  <a:ext cx="66960" cy="53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711E0645-124B-C07F-0FC0-5BAF3FCF67B0}"/>
                    </a:ext>
                  </a:extLst>
                </p14:cNvPr>
                <p14:cNvContentPartPr/>
                <p14:nvPr/>
              </p14:nvContentPartPr>
              <p14:xfrm>
                <a:off x="2903640" y="2943467"/>
                <a:ext cx="208440" cy="15372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711E0645-124B-C07F-0FC0-5BAF3FCF67B0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2886000" y="2925827"/>
                  <a:ext cx="244080" cy="189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9E25DA51-A2AF-7094-1F22-1347B7546825}"/>
              </a:ext>
            </a:extLst>
          </p:cNvPr>
          <p:cNvGrpSpPr/>
          <p:nvPr/>
        </p:nvGrpSpPr>
        <p:grpSpPr>
          <a:xfrm>
            <a:off x="2401800" y="3328307"/>
            <a:ext cx="2179440" cy="1019160"/>
            <a:chOff x="2401800" y="3328307"/>
            <a:chExt cx="2179440" cy="1019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4AD7A83-2F84-A880-F9D7-51F2102EE5BC}"/>
                    </a:ext>
                  </a:extLst>
                </p14:cNvPr>
                <p14:cNvContentPartPr/>
                <p14:nvPr/>
              </p14:nvContentPartPr>
              <p14:xfrm>
                <a:off x="2401800" y="3336947"/>
                <a:ext cx="19440" cy="18612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4AD7A83-2F84-A880-F9D7-51F2102EE5BC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2383800" y="3318947"/>
                  <a:ext cx="5508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E137E7ED-388D-87C3-735E-ED68BC68EE8D}"/>
                    </a:ext>
                  </a:extLst>
                </p14:cNvPr>
                <p14:cNvContentPartPr/>
                <p14:nvPr/>
              </p14:nvContentPartPr>
              <p14:xfrm>
                <a:off x="2533560" y="3485627"/>
                <a:ext cx="146880" cy="1328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E137E7ED-388D-87C3-735E-ED68BC68EE8D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2515920" y="3467987"/>
                  <a:ext cx="18252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EBC5AC74-9F61-D4A1-8511-12AE7FC22433}"/>
                    </a:ext>
                  </a:extLst>
                </p14:cNvPr>
                <p14:cNvContentPartPr/>
                <p14:nvPr/>
              </p14:nvContentPartPr>
              <p14:xfrm>
                <a:off x="2768640" y="3355667"/>
                <a:ext cx="89280" cy="20412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EBC5AC74-9F61-D4A1-8511-12AE7FC22433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2751000" y="3338027"/>
                  <a:ext cx="12492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6E98D78-4FFA-D9EB-404A-38232E1ECE80}"/>
                    </a:ext>
                  </a:extLst>
                </p14:cNvPr>
                <p14:cNvContentPartPr/>
                <p14:nvPr/>
              </p14:nvContentPartPr>
              <p14:xfrm>
                <a:off x="2898240" y="3464747"/>
                <a:ext cx="113760" cy="993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6E98D78-4FFA-D9EB-404A-38232E1ECE80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2880600" y="3446747"/>
                  <a:ext cx="14940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2E164D4A-FF38-844F-8FDB-DC024127FCD6}"/>
                    </a:ext>
                  </a:extLst>
                </p14:cNvPr>
                <p14:cNvContentPartPr/>
                <p14:nvPr/>
              </p14:nvContentPartPr>
              <p14:xfrm>
                <a:off x="3061320" y="3360347"/>
                <a:ext cx="27000" cy="19620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2E164D4A-FF38-844F-8FDB-DC024127FCD6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3043320" y="3342707"/>
                  <a:ext cx="6264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538A20BE-A0B6-71B1-4B22-D67FD85F0E2D}"/>
                    </a:ext>
                  </a:extLst>
                </p14:cNvPr>
                <p14:cNvContentPartPr/>
                <p14:nvPr/>
              </p14:nvContentPartPr>
              <p14:xfrm>
                <a:off x="3192360" y="3345947"/>
                <a:ext cx="11160" cy="20448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538A20BE-A0B6-71B1-4B22-D67FD85F0E2D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3174360" y="3327947"/>
                  <a:ext cx="4680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3B447550-D4C5-113B-2930-328B6CCF699A}"/>
                    </a:ext>
                  </a:extLst>
                </p14:cNvPr>
                <p14:cNvContentPartPr/>
                <p14:nvPr/>
              </p14:nvContentPartPr>
              <p14:xfrm>
                <a:off x="3285960" y="3425867"/>
                <a:ext cx="76680" cy="12744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3B447550-D4C5-113B-2930-328B6CCF699A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3268320" y="3407867"/>
                  <a:ext cx="11232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A3512C74-9D24-5047-233D-4BAA18EE7D13}"/>
                    </a:ext>
                  </a:extLst>
                </p14:cNvPr>
                <p14:cNvContentPartPr/>
                <p14:nvPr/>
              </p14:nvContentPartPr>
              <p14:xfrm>
                <a:off x="3432840" y="3328307"/>
                <a:ext cx="116280" cy="25992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A3512C74-9D24-5047-233D-4BAA18EE7D13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3415200" y="3310307"/>
                  <a:ext cx="15192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1F13F52-35A4-1840-6E3A-2CBCEB244CE0}"/>
                    </a:ext>
                  </a:extLst>
                </p14:cNvPr>
                <p14:cNvContentPartPr/>
                <p14:nvPr/>
              </p14:nvContentPartPr>
              <p14:xfrm>
                <a:off x="2586480" y="3768227"/>
                <a:ext cx="153720" cy="24156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1F13F52-35A4-1840-6E3A-2CBCEB244CE0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2568840" y="3750227"/>
                  <a:ext cx="18936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B834AFDF-21AC-0411-B8D9-D5BA2BF18E3E}"/>
                    </a:ext>
                  </a:extLst>
                </p14:cNvPr>
                <p14:cNvContentPartPr/>
                <p14:nvPr/>
              </p14:nvContentPartPr>
              <p14:xfrm>
                <a:off x="2814000" y="3843467"/>
                <a:ext cx="137880" cy="13212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B834AFDF-21AC-0411-B8D9-D5BA2BF18E3E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2796360" y="3825467"/>
                  <a:ext cx="1735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F087E810-40D5-0F89-D36F-410B08A03426}"/>
                    </a:ext>
                  </a:extLst>
                </p14:cNvPr>
                <p14:cNvContentPartPr/>
                <p14:nvPr/>
              </p14:nvContentPartPr>
              <p14:xfrm>
                <a:off x="3036480" y="3746627"/>
                <a:ext cx="37440" cy="20268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F087E810-40D5-0F89-D36F-410B08A03426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3018480" y="3728987"/>
                  <a:ext cx="7308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04C77A9A-DC5E-90E2-64B5-EC4F83259E32}"/>
                    </a:ext>
                  </a:extLst>
                </p14:cNvPr>
                <p14:cNvContentPartPr/>
                <p14:nvPr/>
              </p14:nvContentPartPr>
              <p14:xfrm>
                <a:off x="2972760" y="3823667"/>
                <a:ext cx="99000" cy="219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04C77A9A-DC5E-90E2-64B5-EC4F83259E32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2954760" y="3806027"/>
                  <a:ext cx="13464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E90F71E9-C962-64B0-54DD-9B1BAF12C3AF}"/>
                    </a:ext>
                  </a:extLst>
                </p14:cNvPr>
                <p14:cNvContentPartPr/>
                <p14:nvPr/>
              </p14:nvContentPartPr>
              <p14:xfrm>
                <a:off x="3158880" y="3817187"/>
                <a:ext cx="99360" cy="11376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E90F71E9-C962-64B0-54DD-9B1BAF12C3AF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3140880" y="3799547"/>
                  <a:ext cx="13500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6F541861-4FBB-196C-4FF4-8BA34DCBC6E8}"/>
                    </a:ext>
                  </a:extLst>
                </p14:cNvPr>
                <p14:cNvContentPartPr/>
                <p14:nvPr/>
              </p14:nvContentPartPr>
              <p14:xfrm>
                <a:off x="3577200" y="3726827"/>
                <a:ext cx="88560" cy="29304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6F541861-4FBB-196C-4FF4-8BA34DCBC6E8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3559560" y="3709187"/>
                  <a:ext cx="12420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5E9B6BB6-3B5D-AA4B-9A53-2BCAE6732055}"/>
                    </a:ext>
                  </a:extLst>
                </p14:cNvPr>
                <p14:cNvContentPartPr/>
                <p14:nvPr/>
              </p14:nvContentPartPr>
              <p14:xfrm>
                <a:off x="3595200" y="3855347"/>
                <a:ext cx="70920" cy="7416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5E9B6BB6-3B5D-AA4B-9A53-2BCAE6732055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3577560" y="3837347"/>
                  <a:ext cx="10656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5FDA9202-EBB7-FD8E-EB2B-B71787E64172}"/>
                    </a:ext>
                  </a:extLst>
                </p14:cNvPr>
                <p14:cNvContentPartPr/>
                <p14:nvPr/>
              </p14:nvContentPartPr>
              <p14:xfrm>
                <a:off x="3732360" y="3812507"/>
                <a:ext cx="80280" cy="1234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5FDA9202-EBB7-FD8E-EB2B-B71787E64172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3714360" y="3794507"/>
                  <a:ext cx="1159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D25F016E-01C8-2B4A-BB7B-6F41A5FFA313}"/>
                    </a:ext>
                  </a:extLst>
                </p14:cNvPr>
                <p14:cNvContentPartPr/>
                <p14:nvPr/>
              </p14:nvContentPartPr>
              <p14:xfrm>
                <a:off x="3891480" y="3692987"/>
                <a:ext cx="117720" cy="24768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D25F016E-01C8-2B4A-BB7B-6F41A5FFA313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3873480" y="3675347"/>
                  <a:ext cx="15336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9491E407-C605-3FE5-C30E-B65D16834B13}"/>
                    </a:ext>
                  </a:extLst>
                </p14:cNvPr>
                <p14:cNvContentPartPr/>
                <p14:nvPr/>
              </p14:nvContentPartPr>
              <p14:xfrm>
                <a:off x="2604120" y="4153067"/>
                <a:ext cx="57600" cy="19440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9491E407-C605-3FE5-C30E-B65D16834B13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2586480" y="4135427"/>
                  <a:ext cx="9324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1791BDF-E06F-A7CD-9EDD-7256BFF1B914}"/>
                    </a:ext>
                  </a:extLst>
                </p14:cNvPr>
                <p14:cNvContentPartPr/>
                <p14:nvPr/>
              </p14:nvContentPartPr>
              <p14:xfrm>
                <a:off x="2613840" y="4203827"/>
                <a:ext cx="214200" cy="1274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1791BDF-E06F-A7CD-9EDD-7256BFF1B914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2595840" y="4185827"/>
                  <a:ext cx="24984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9CACCB2B-1245-F8BB-3806-0E081179FF2E}"/>
                    </a:ext>
                  </a:extLst>
                </p14:cNvPr>
                <p14:cNvContentPartPr/>
                <p14:nvPr/>
              </p14:nvContentPartPr>
              <p14:xfrm>
                <a:off x="3032160" y="4101227"/>
                <a:ext cx="41760" cy="21420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9CACCB2B-1245-F8BB-3806-0E081179FF2E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3014520" y="4083227"/>
                  <a:ext cx="7740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521A8877-646B-6B24-0C4F-D65410E49C97}"/>
                    </a:ext>
                  </a:extLst>
                </p14:cNvPr>
                <p14:cNvContentPartPr/>
                <p14:nvPr/>
              </p14:nvContentPartPr>
              <p14:xfrm>
                <a:off x="3040800" y="4169627"/>
                <a:ext cx="261720" cy="14904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521A8877-646B-6B24-0C4F-D65410E49C97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3022800" y="4151627"/>
                  <a:ext cx="29736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41048839-FB67-76AC-E603-8708B887F9DE}"/>
                    </a:ext>
                  </a:extLst>
                </p14:cNvPr>
                <p14:cNvContentPartPr/>
                <p14:nvPr/>
              </p14:nvContentPartPr>
              <p14:xfrm>
                <a:off x="3338520" y="4182947"/>
                <a:ext cx="76320" cy="1184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41048839-FB67-76AC-E603-8708B887F9DE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3320880" y="4164947"/>
                  <a:ext cx="11196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BF6C9E32-192E-1D8F-CB80-7A7BBF313E7C}"/>
                    </a:ext>
                  </a:extLst>
                </p14:cNvPr>
                <p14:cNvContentPartPr/>
                <p14:nvPr/>
              </p14:nvContentPartPr>
              <p14:xfrm>
                <a:off x="3703560" y="4151267"/>
                <a:ext cx="245520" cy="13752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BF6C9E32-192E-1D8F-CB80-7A7BBF313E7C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3685560" y="4133627"/>
                  <a:ext cx="28116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D0F86CE0-0E9D-5724-BF62-722170ACC175}"/>
                    </a:ext>
                  </a:extLst>
                </p14:cNvPr>
                <p14:cNvContentPartPr/>
                <p14:nvPr/>
              </p14:nvContentPartPr>
              <p14:xfrm>
                <a:off x="3992640" y="4163507"/>
                <a:ext cx="90360" cy="8352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D0F86CE0-0E9D-5724-BF62-722170ACC175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3974640" y="4145867"/>
                  <a:ext cx="12600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72A0FB10-6A6F-629E-11C7-9DFAC587E187}"/>
                    </a:ext>
                  </a:extLst>
                </p14:cNvPr>
                <p14:cNvContentPartPr/>
                <p14:nvPr/>
              </p14:nvContentPartPr>
              <p14:xfrm>
                <a:off x="4126560" y="4049027"/>
                <a:ext cx="85680" cy="20232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72A0FB10-6A6F-629E-11C7-9DFAC587E187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4108560" y="4031387"/>
                  <a:ext cx="12132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D9B69FA2-3056-5B4D-39F3-F66592ABA81B}"/>
                    </a:ext>
                  </a:extLst>
                </p14:cNvPr>
                <p14:cNvContentPartPr/>
                <p14:nvPr/>
              </p14:nvContentPartPr>
              <p14:xfrm>
                <a:off x="4278120" y="4135787"/>
                <a:ext cx="109800" cy="7488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D9B69FA2-3056-5B4D-39F3-F66592ABA81B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4260120" y="4117787"/>
                  <a:ext cx="14544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725C9804-D63B-1074-7E9F-106383FF8A47}"/>
                    </a:ext>
                  </a:extLst>
                </p14:cNvPr>
                <p14:cNvContentPartPr/>
                <p14:nvPr/>
              </p14:nvContentPartPr>
              <p14:xfrm>
                <a:off x="4412040" y="4060907"/>
                <a:ext cx="34560" cy="17136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725C9804-D63B-1074-7E9F-106383FF8A47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4394040" y="4043267"/>
                  <a:ext cx="7020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999276A1-2F63-16C4-051C-918635850E17}"/>
                    </a:ext>
                  </a:extLst>
                </p14:cNvPr>
                <p14:cNvContentPartPr/>
                <p14:nvPr/>
              </p14:nvContentPartPr>
              <p14:xfrm>
                <a:off x="4575480" y="4169267"/>
                <a:ext cx="5760" cy="1116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999276A1-2F63-16C4-051C-918635850E17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4557480" y="4151267"/>
                  <a:ext cx="41400" cy="46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53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66E972D7-72E5-B675-C326-983DA79C7061}"/>
                  </a:ext>
                </a:extLst>
              </p14:cNvPr>
              <p14:cNvContentPartPr/>
              <p14:nvPr/>
            </p14:nvContentPartPr>
            <p14:xfrm>
              <a:off x="8177640" y="778427"/>
              <a:ext cx="183240" cy="2265480"/>
            </p14:xfrm>
          </p:contentPart>
        </mc:Choice>
        <mc:Fallback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66E972D7-72E5-B675-C326-983DA79C7061}"/>
                  </a:ext>
                </a:extLst>
              </p:cNvPr>
              <p:cNvPicPr/>
              <p:nvPr/>
            </p:nvPicPr>
            <p:blipFill>
              <a:blip r:embed="rId154"/>
              <a:stretch>
                <a:fillRect/>
              </a:stretch>
            </p:blipFill>
            <p:spPr>
              <a:xfrm>
                <a:off x="8159640" y="760427"/>
                <a:ext cx="218880" cy="230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5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5AC0CA53-A22D-8158-A6E3-BA2870B07063}"/>
                  </a:ext>
                </a:extLst>
              </p14:cNvPr>
              <p14:cNvContentPartPr/>
              <p14:nvPr/>
            </p14:nvContentPartPr>
            <p14:xfrm>
              <a:off x="8240640" y="2979467"/>
              <a:ext cx="2560320" cy="163800"/>
            </p14:xfrm>
          </p:contentPart>
        </mc:Choice>
        <mc:Fallback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5AC0CA53-A22D-8158-A6E3-BA2870B07063}"/>
                  </a:ext>
                </a:extLst>
              </p:cNvPr>
              <p:cNvPicPr/>
              <p:nvPr/>
            </p:nvPicPr>
            <p:blipFill>
              <a:blip r:embed="rId156"/>
              <a:stretch>
                <a:fillRect/>
              </a:stretch>
            </p:blipFill>
            <p:spPr>
              <a:xfrm>
                <a:off x="8222640" y="2961467"/>
                <a:ext cx="2595960" cy="19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7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8F6F1515-40F2-DE9A-0987-04E3FBFE1923}"/>
                  </a:ext>
                </a:extLst>
              </p14:cNvPr>
              <p14:cNvContentPartPr/>
              <p14:nvPr/>
            </p14:nvContentPartPr>
            <p14:xfrm>
              <a:off x="8439720" y="966707"/>
              <a:ext cx="1991160" cy="712800"/>
            </p14:xfrm>
          </p:contentPart>
        </mc:Choice>
        <mc:Fallback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8F6F1515-40F2-DE9A-0987-04E3FBFE1923}"/>
                  </a:ext>
                </a:extLst>
              </p:cNvPr>
              <p:cNvPicPr/>
              <p:nvPr/>
            </p:nvPicPr>
            <p:blipFill>
              <a:blip r:embed="rId158"/>
              <a:stretch>
                <a:fillRect/>
              </a:stretch>
            </p:blipFill>
            <p:spPr>
              <a:xfrm>
                <a:off x="8421720" y="948707"/>
                <a:ext cx="2026800" cy="74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9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ACFF9DF6-A960-3F92-EE44-82F39A33B70F}"/>
                  </a:ext>
                </a:extLst>
              </p14:cNvPr>
              <p14:cNvContentPartPr/>
              <p14:nvPr/>
            </p14:nvContentPartPr>
            <p14:xfrm>
              <a:off x="8532600" y="893267"/>
              <a:ext cx="80640" cy="75600"/>
            </p14:xfrm>
          </p:contentPart>
        </mc:Choice>
        <mc:Fallback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ACFF9DF6-A960-3F92-EE44-82F39A33B70F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514600" y="875627"/>
                <a:ext cx="116280" cy="11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1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3EEFA5F0-98B7-3895-7616-863941B5BA1C}"/>
                  </a:ext>
                </a:extLst>
              </p14:cNvPr>
              <p14:cNvContentPartPr/>
              <p14:nvPr/>
            </p14:nvContentPartPr>
            <p14:xfrm>
              <a:off x="7561320" y="1919987"/>
              <a:ext cx="123840" cy="217800"/>
            </p14:xfrm>
          </p:contentPart>
        </mc:Choice>
        <mc:Fallback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3EEFA5F0-98B7-3895-7616-863941B5BA1C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543680" y="1902347"/>
                <a:ext cx="159480" cy="25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3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002BE0DB-8712-0637-4097-2D8A7D72CFBD}"/>
                  </a:ext>
                </a:extLst>
              </p14:cNvPr>
              <p14:cNvContentPartPr/>
              <p14:nvPr/>
            </p14:nvContentPartPr>
            <p14:xfrm>
              <a:off x="7761120" y="1984427"/>
              <a:ext cx="83880" cy="110880"/>
            </p14:xfrm>
          </p:contentPart>
        </mc:Choice>
        <mc:Fallback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002BE0DB-8712-0637-4097-2D8A7D72CFBD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7743120" y="1966787"/>
                <a:ext cx="119520" cy="14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5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2D5EDBD1-1DED-8BB2-01C6-4CD6D49D352B}"/>
                  </a:ext>
                </a:extLst>
              </p14:cNvPr>
              <p14:cNvContentPartPr/>
              <p14:nvPr/>
            </p14:nvContentPartPr>
            <p14:xfrm>
              <a:off x="7893960" y="1943027"/>
              <a:ext cx="81720" cy="129240"/>
            </p14:xfrm>
          </p:contentPart>
        </mc:Choice>
        <mc:Fallback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2D5EDBD1-1DED-8BB2-01C6-4CD6D49D352B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876320" y="1925387"/>
                <a:ext cx="117360" cy="164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7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4D027CF2-0766-52CA-2430-7E0888E27AC5}"/>
                  </a:ext>
                </a:extLst>
              </p14:cNvPr>
              <p14:cNvContentPartPr/>
              <p14:nvPr/>
            </p14:nvContentPartPr>
            <p14:xfrm>
              <a:off x="7999800" y="1820627"/>
              <a:ext cx="84600" cy="210240"/>
            </p14:xfrm>
          </p:contentPart>
        </mc:Choice>
        <mc:Fallback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4D027CF2-0766-52CA-2430-7E0888E27AC5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982160" y="1802987"/>
                <a:ext cx="120240" cy="24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9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85F038F-7E6F-4965-50EB-D92D8A4236C2}"/>
                  </a:ext>
                </a:extLst>
              </p14:cNvPr>
              <p14:cNvContentPartPr/>
              <p14:nvPr/>
            </p14:nvContentPartPr>
            <p14:xfrm>
              <a:off x="8039400" y="1918187"/>
              <a:ext cx="80280" cy="98280"/>
            </p14:xfrm>
          </p:contentPart>
        </mc:Choice>
        <mc:Fallback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85F038F-7E6F-4965-50EB-D92D8A4236C2}"/>
                  </a:ext>
                </a:extLst>
              </p:cNvPr>
              <p:cNvPicPr/>
              <p:nvPr/>
            </p:nvPicPr>
            <p:blipFill>
              <a:blip r:embed="rId170"/>
              <a:stretch>
                <a:fillRect/>
              </a:stretch>
            </p:blipFill>
            <p:spPr>
              <a:xfrm>
                <a:off x="8021400" y="1900547"/>
                <a:ext cx="115920" cy="133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1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6570E1B2-BC02-975B-22AF-F293A77DBA70}"/>
                  </a:ext>
                </a:extLst>
              </p14:cNvPr>
              <p14:cNvContentPartPr/>
              <p14:nvPr/>
            </p14:nvContentPartPr>
            <p14:xfrm>
              <a:off x="7860480" y="2366387"/>
              <a:ext cx="57960" cy="190800"/>
            </p14:xfrm>
          </p:contentPart>
        </mc:Choice>
        <mc:Fallback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6570E1B2-BC02-975B-22AF-F293A77DBA70}"/>
                  </a:ext>
                </a:extLst>
              </p:cNvPr>
              <p:cNvPicPr/>
              <p:nvPr/>
            </p:nvPicPr>
            <p:blipFill>
              <a:blip r:embed="rId172"/>
              <a:stretch>
                <a:fillRect/>
              </a:stretch>
            </p:blipFill>
            <p:spPr>
              <a:xfrm>
                <a:off x="7842480" y="2348747"/>
                <a:ext cx="93600" cy="22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3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D49196E1-C5E3-424E-1F5F-3A45263009BD}"/>
                  </a:ext>
                </a:extLst>
              </p14:cNvPr>
              <p14:cNvContentPartPr/>
              <p14:nvPr/>
            </p14:nvContentPartPr>
            <p14:xfrm>
              <a:off x="7834200" y="2441627"/>
              <a:ext cx="333720" cy="128880"/>
            </p14:xfrm>
          </p:contentPart>
        </mc:Choice>
        <mc:Fallback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D49196E1-C5E3-424E-1F5F-3A45263009BD}"/>
                  </a:ext>
                </a:extLst>
              </p:cNvPr>
              <p:cNvPicPr/>
              <p:nvPr/>
            </p:nvPicPr>
            <p:blipFill>
              <a:blip r:embed="rId174"/>
              <a:stretch>
                <a:fillRect/>
              </a:stretch>
            </p:blipFill>
            <p:spPr>
              <a:xfrm>
                <a:off x="7816560" y="2423987"/>
                <a:ext cx="369360" cy="16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5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950C9FB2-4A51-DDF6-E57B-F1B7F5A385FB}"/>
                  </a:ext>
                </a:extLst>
              </p14:cNvPr>
              <p14:cNvContentPartPr/>
              <p14:nvPr/>
            </p14:nvContentPartPr>
            <p14:xfrm>
              <a:off x="8207520" y="2403467"/>
              <a:ext cx="172440" cy="79920"/>
            </p14:xfrm>
          </p:contentPart>
        </mc:Choice>
        <mc:Fallback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950C9FB2-4A51-DDF6-E57B-F1B7F5A385FB}"/>
                  </a:ext>
                </a:extLst>
              </p:cNvPr>
              <p:cNvPicPr/>
              <p:nvPr/>
            </p:nvPicPr>
            <p:blipFill>
              <a:blip r:embed="rId176"/>
              <a:stretch>
                <a:fillRect/>
              </a:stretch>
            </p:blipFill>
            <p:spPr>
              <a:xfrm>
                <a:off x="8189880" y="2385827"/>
                <a:ext cx="208080" cy="11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7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DB5EF19B-EBC3-13E7-9972-6E864F16E7F3}"/>
                  </a:ext>
                </a:extLst>
              </p14:cNvPr>
              <p14:cNvContentPartPr/>
              <p14:nvPr/>
            </p14:nvContentPartPr>
            <p14:xfrm>
              <a:off x="8426400" y="2226347"/>
              <a:ext cx="237600" cy="225360"/>
            </p14:xfrm>
          </p:contentPart>
        </mc:Choice>
        <mc:Fallback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DB5EF19B-EBC3-13E7-9972-6E864F16E7F3}"/>
                  </a:ext>
                </a:extLst>
              </p:cNvPr>
              <p:cNvPicPr/>
              <p:nvPr/>
            </p:nvPicPr>
            <p:blipFill>
              <a:blip r:embed="rId178"/>
              <a:stretch>
                <a:fillRect/>
              </a:stretch>
            </p:blipFill>
            <p:spPr>
              <a:xfrm>
                <a:off x="8408400" y="2208707"/>
                <a:ext cx="273240" cy="261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9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6A16D602-6D36-0E2C-21BE-2D293238C4DE}"/>
                  </a:ext>
                </a:extLst>
              </p14:cNvPr>
              <p14:cNvContentPartPr/>
              <p14:nvPr/>
            </p14:nvContentPartPr>
            <p14:xfrm>
              <a:off x="8597040" y="2261627"/>
              <a:ext cx="158760" cy="89640"/>
            </p14:xfrm>
          </p:contentPart>
        </mc:Choice>
        <mc:Fallback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6A16D602-6D36-0E2C-21BE-2D293238C4DE}"/>
                  </a:ext>
                </a:extLst>
              </p:cNvPr>
              <p:cNvPicPr/>
              <p:nvPr/>
            </p:nvPicPr>
            <p:blipFill>
              <a:blip r:embed="rId180"/>
              <a:stretch>
                <a:fillRect/>
              </a:stretch>
            </p:blipFill>
            <p:spPr>
              <a:xfrm>
                <a:off x="8579400" y="2243987"/>
                <a:ext cx="194400" cy="12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1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691BD6A4-749F-6BE5-4096-DD4F50054D9B}"/>
                  </a:ext>
                </a:extLst>
              </p14:cNvPr>
              <p14:cNvContentPartPr/>
              <p14:nvPr/>
            </p14:nvContentPartPr>
            <p14:xfrm>
              <a:off x="8707920" y="2130947"/>
              <a:ext cx="29880" cy="29520"/>
            </p14:xfrm>
          </p:contentPart>
        </mc:Choice>
        <mc:Fallback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691BD6A4-749F-6BE5-4096-DD4F50054D9B}"/>
                  </a:ext>
                </a:extLst>
              </p:cNvPr>
              <p:cNvPicPr/>
              <p:nvPr/>
            </p:nvPicPr>
            <p:blipFill>
              <a:blip r:embed="rId182"/>
              <a:stretch>
                <a:fillRect/>
              </a:stretch>
            </p:blipFill>
            <p:spPr>
              <a:xfrm>
                <a:off x="8690280" y="2112947"/>
                <a:ext cx="65520" cy="6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3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37600CF4-E0E6-A205-C9E3-3E256A861552}"/>
                  </a:ext>
                </a:extLst>
              </p14:cNvPr>
              <p14:cNvContentPartPr/>
              <p14:nvPr/>
            </p14:nvContentPartPr>
            <p14:xfrm>
              <a:off x="8817720" y="2156147"/>
              <a:ext cx="210600" cy="137520"/>
            </p14:xfrm>
          </p:contentPart>
        </mc:Choice>
        <mc:Fallback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37600CF4-E0E6-A205-C9E3-3E256A861552}"/>
                  </a:ext>
                </a:extLst>
              </p:cNvPr>
              <p:cNvPicPr/>
              <p:nvPr/>
            </p:nvPicPr>
            <p:blipFill>
              <a:blip r:embed="rId184"/>
              <a:stretch>
                <a:fillRect/>
              </a:stretch>
            </p:blipFill>
            <p:spPr>
              <a:xfrm>
                <a:off x="8799720" y="2138147"/>
                <a:ext cx="246240" cy="17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5">
            <p14:nvContentPartPr>
              <p14:cNvPr id="123" name="Ink 122">
                <a:extLst>
                  <a:ext uri="{FF2B5EF4-FFF2-40B4-BE49-F238E27FC236}">
                    <a16:creationId xmlns:a16="http://schemas.microsoft.com/office/drawing/2014/main" id="{23841B7B-C2F1-4BA2-8C70-A22E4B998B8E}"/>
                  </a:ext>
                </a:extLst>
              </p14:cNvPr>
              <p14:cNvContentPartPr/>
              <p14:nvPr/>
            </p14:nvContentPartPr>
            <p14:xfrm>
              <a:off x="7504800" y="1417427"/>
              <a:ext cx="1974960" cy="1528920"/>
            </p14:xfrm>
          </p:contentPart>
        </mc:Choice>
        <mc:Fallback>
          <p:pic>
            <p:nvPicPr>
              <p:cNvPr id="123" name="Ink 122">
                <a:extLst>
                  <a:ext uri="{FF2B5EF4-FFF2-40B4-BE49-F238E27FC236}">
                    <a16:creationId xmlns:a16="http://schemas.microsoft.com/office/drawing/2014/main" id="{23841B7B-C2F1-4BA2-8C70-A22E4B998B8E}"/>
                  </a:ext>
                </a:extLst>
              </p:cNvPr>
              <p:cNvPicPr/>
              <p:nvPr/>
            </p:nvPicPr>
            <p:blipFill>
              <a:blip r:embed="rId186"/>
              <a:stretch>
                <a:fillRect/>
              </a:stretch>
            </p:blipFill>
            <p:spPr>
              <a:xfrm>
                <a:off x="7486800" y="1399787"/>
                <a:ext cx="2010600" cy="156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7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D4025F2F-1699-8844-6749-8FA69B7EFBD2}"/>
                  </a:ext>
                </a:extLst>
              </p14:cNvPr>
              <p14:cNvContentPartPr/>
              <p14:nvPr/>
            </p14:nvContentPartPr>
            <p14:xfrm>
              <a:off x="7347480" y="1769147"/>
              <a:ext cx="150480" cy="1201680"/>
            </p14:xfrm>
          </p:contentPart>
        </mc:Choice>
        <mc:Fallback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D4025F2F-1699-8844-6749-8FA69B7EFBD2}"/>
                  </a:ext>
                </a:extLst>
              </p:cNvPr>
              <p:cNvPicPr/>
              <p:nvPr/>
            </p:nvPicPr>
            <p:blipFill>
              <a:blip r:embed="rId188"/>
              <a:stretch>
                <a:fillRect/>
              </a:stretch>
            </p:blipFill>
            <p:spPr>
              <a:xfrm>
                <a:off x="7329480" y="1751507"/>
                <a:ext cx="186120" cy="123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9">
            <p14:nvContentPartPr>
              <p14:cNvPr id="126" name="Ink 125">
                <a:extLst>
                  <a:ext uri="{FF2B5EF4-FFF2-40B4-BE49-F238E27FC236}">
                    <a16:creationId xmlns:a16="http://schemas.microsoft.com/office/drawing/2014/main" id="{1400CC1B-921D-6584-F063-0E5B98308753}"/>
                  </a:ext>
                </a:extLst>
              </p14:cNvPr>
              <p14:cNvContentPartPr/>
              <p14:nvPr/>
            </p14:nvContentPartPr>
            <p14:xfrm>
              <a:off x="9275280" y="2091707"/>
              <a:ext cx="333360" cy="18720"/>
            </p14:xfrm>
          </p:contentPart>
        </mc:Choice>
        <mc:Fallback>
          <p:pic>
            <p:nvPicPr>
              <p:cNvPr id="126" name="Ink 125">
                <a:extLst>
                  <a:ext uri="{FF2B5EF4-FFF2-40B4-BE49-F238E27FC236}">
                    <a16:creationId xmlns:a16="http://schemas.microsoft.com/office/drawing/2014/main" id="{1400CC1B-921D-6584-F063-0E5B98308753}"/>
                  </a:ext>
                </a:extLst>
              </p:cNvPr>
              <p:cNvPicPr/>
              <p:nvPr/>
            </p:nvPicPr>
            <p:blipFill>
              <a:blip r:embed="rId190"/>
              <a:stretch>
                <a:fillRect/>
              </a:stretch>
            </p:blipFill>
            <p:spPr>
              <a:xfrm>
                <a:off x="9257280" y="2074067"/>
                <a:ext cx="369000" cy="5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1">
            <p14:nvContentPartPr>
              <p14:cNvPr id="127" name="Ink 126">
                <a:extLst>
                  <a:ext uri="{FF2B5EF4-FFF2-40B4-BE49-F238E27FC236}">
                    <a16:creationId xmlns:a16="http://schemas.microsoft.com/office/drawing/2014/main" id="{6CCE5E51-BC14-B22C-B912-62EF69E284E4}"/>
                  </a:ext>
                </a:extLst>
              </p14:cNvPr>
              <p14:cNvContentPartPr/>
              <p14:nvPr/>
            </p14:nvContentPartPr>
            <p14:xfrm>
              <a:off x="9552840" y="2040587"/>
              <a:ext cx="89280" cy="177480"/>
            </p14:xfrm>
          </p:contentPart>
        </mc:Choice>
        <mc:Fallback>
          <p:pic>
            <p:nvPicPr>
              <p:cNvPr id="127" name="Ink 126">
                <a:extLst>
                  <a:ext uri="{FF2B5EF4-FFF2-40B4-BE49-F238E27FC236}">
                    <a16:creationId xmlns:a16="http://schemas.microsoft.com/office/drawing/2014/main" id="{6CCE5E51-BC14-B22C-B912-62EF69E284E4}"/>
                  </a:ext>
                </a:extLst>
              </p:cNvPr>
              <p:cNvPicPr/>
              <p:nvPr/>
            </p:nvPicPr>
            <p:blipFill>
              <a:blip r:embed="rId192"/>
              <a:stretch>
                <a:fillRect/>
              </a:stretch>
            </p:blipFill>
            <p:spPr>
              <a:xfrm>
                <a:off x="9534840" y="2022587"/>
                <a:ext cx="124920" cy="21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3">
            <p14:nvContentPartPr>
              <p14:cNvPr id="128" name="Ink 127">
                <a:extLst>
                  <a:ext uri="{FF2B5EF4-FFF2-40B4-BE49-F238E27FC236}">
                    <a16:creationId xmlns:a16="http://schemas.microsoft.com/office/drawing/2014/main" id="{C608527A-54BF-6DD1-8DEF-81542A037D59}"/>
                  </a:ext>
                </a:extLst>
              </p14:cNvPr>
              <p14:cNvContentPartPr/>
              <p14:nvPr/>
            </p14:nvContentPartPr>
            <p14:xfrm>
              <a:off x="9719880" y="2104667"/>
              <a:ext cx="123120" cy="139320"/>
            </p14:xfrm>
          </p:contentPart>
        </mc:Choice>
        <mc:Fallback>
          <p:pic>
            <p:nvPicPr>
              <p:cNvPr id="128" name="Ink 127">
                <a:extLst>
                  <a:ext uri="{FF2B5EF4-FFF2-40B4-BE49-F238E27FC236}">
                    <a16:creationId xmlns:a16="http://schemas.microsoft.com/office/drawing/2014/main" id="{C608527A-54BF-6DD1-8DEF-81542A037D59}"/>
                  </a:ext>
                </a:extLst>
              </p:cNvPr>
              <p:cNvPicPr/>
              <p:nvPr/>
            </p:nvPicPr>
            <p:blipFill>
              <a:blip r:embed="rId194"/>
              <a:stretch>
                <a:fillRect/>
              </a:stretch>
            </p:blipFill>
            <p:spPr>
              <a:xfrm>
                <a:off x="9701880" y="2087027"/>
                <a:ext cx="158760" cy="17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5">
            <p14:nvContentPartPr>
              <p14:cNvPr id="129" name="Ink 128">
                <a:extLst>
                  <a:ext uri="{FF2B5EF4-FFF2-40B4-BE49-F238E27FC236}">
                    <a16:creationId xmlns:a16="http://schemas.microsoft.com/office/drawing/2014/main" id="{AD127612-C5C7-5F79-1399-761A3AD56DC9}"/>
                  </a:ext>
                </a:extLst>
              </p14:cNvPr>
              <p14:cNvContentPartPr/>
              <p14:nvPr/>
            </p14:nvContentPartPr>
            <p14:xfrm>
              <a:off x="9878280" y="2101067"/>
              <a:ext cx="111600" cy="107280"/>
            </p14:xfrm>
          </p:contentPart>
        </mc:Choice>
        <mc:Fallback>
          <p:pic>
            <p:nvPicPr>
              <p:cNvPr id="129" name="Ink 128">
                <a:extLst>
                  <a:ext uri="{FF2B5EF4-FFF2-40B4-BE49-F238E27FC236}">
                    <a16:creationId xmlns:a16="http://schemas.microsoft.com/office/drawing/2014/main" id="{AD127612-C5C7-5F79-1399-761A3AD56DC9}"/>
                  </a:ext>
                </a:extLst>
              </p:cNvPr>
              <p:cNvPicPr/>
              <p:nvPr/>
            </p:nvPicPr>
            <p:blipFill>
              <a:blip r:embed="rId196"/>
              <a:stretch>
                <a:fillRect/>
              </a:stretch>
            </p:blipFill>
            <p:spPr>
              <a:xfrm>
                <a:off x="9860640" y="2083067"/>
                <a:ext cx="147240" cy="14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7">
            <p14:nvContentPartPr>
              <p14:cNvPr id="130" name="Ink 129">
                <a:extLst>
                  <a:ext uri="{FF2B5EF4-FFF2-40B4-BE49-F238E27FC236}">
                    <a16:creationId xmlns:a16="http://schemas.microsoft.com/office/drawing/2014/main" id="{62BE0114-720A-86A0-EF72-D948D50EE16F}"/>
                  </a:ext>
                </a:extLst>
              </p14:cNvPr>
              <p14:cNvContentPartPr/>
              <p14:nvPr/>
            </p14:nvContentPartPr>
            <p14:xfrm>
              <a:off x="10047480" y="2084507"/>
              <a:ext cx="118080" cy="127440"/>
            </p14:xfrm>
          </p:contentPart>
        </mc:Choice>
        <mc:Fallback>
          <p:pic>
            <p:nvPicPr>
              <p:cNvPr id="130" name="Ink 129">
                <a:extLst>
                  <a:ext uri="{FF2B5EF4-FFF2-40B4-BE49-F238E27FC236}">
                    <a16:creationId xmlns:a16="http://schemas.microsoft.com/office/drawing/2014/main" id="{62BE0114-720A-86A0-EF72-D948D50EE16F}"/>
                  </a:ext>
                </a:extLst>
              </p:cNvPr>
              <p:cNvPicPr/>
              <p:nvPr/>
            </p:nvPicPr>
            <p:blipFill>
              <a:blip r:embed="rId198"/>
              <a:stretch>
                <a:fillRect/>
              </a:stretch>
            </p:blipFill>
            <p:spPr>
              <a:xfrm>
                <a:off x="10029840" y="2066867"/>
                <a:ext cx="153720" cy="16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9">
            <p14:nvContentPartPr>
              <p14:cNvPr id="131" name="Ink 130">
                <a:extLst>
                  <a:ext uri="{FF2B5EF4-FFF2-40B4-BE49-F238E27FC236}">
                    <a16:creationId xmlns:a16="http://schemas.microsoft.com/office/drawing/2014/main" id="{EF9431D3-8BD8-65E2-7EE9-8FDED8BC283C}"/>
                  </a:ext>
                </a:extLst>
              </p14:cNvPr>
              <p14:cNvContentPartPr/>
              <p14:nvPr/>
            </p14:nvContentPartPr>
            <p14:xfrm>
              <a:off x="10211280" y="2106467"/>
              <a:ext cx="70200" cy="96120"/>
            </p14:xfrm>
          </p:contentPart>
        </mc:Choice>
        <mc:Fallback>
          <p:pic>
            <p:nvPicPr>
              <p:cNvPr id="131" name="Ink 130">
                <a:extLst>
                  <a:ext uri="{FF2B5EF4-FFF2-40B4-BE49-F238E27FC236}">
                    <a16:creationId xmlns:a16="http://schemas.microsoft.com/office/drawing/2014/main" id="{EF9431D3-8BD8-65E2-7EE9-8FDED8BC283C}"/>
                  </a:ext>
                </a:extLst>
              </p:cNvPr>
              <p:cNvPicPr/>
              <p:nvPr/>
            </p:nvPicPr>
            <p:blipFill>
              <a:blip r:embed="rId200"/>
              <a:stretch>
                <a:fillRect/>
              </a:stretch>
            </p:blipFill>
            <p:spPr>
              <a:xfrm>
                <a:off x="10193280" y="2088827"/>
                <a:ext cx="105840" cy="131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1">
            <p14:nvContentPartPr>
              <p14:cNvPr id="132" name="Ink 131">
                <a:extLst>
                  <a:ext uri="{FF2B5EF4-FFF2-40B4-BE49-F238E27FC236}">
                    <a16:creationId xmlns:a16="http://schemas.microsoft.com/office/drawing/2014/main" id="{81039016-AEC0-EF82-074E-1491274CE55D}"/>
                  </a:ext>
                </a:extLst>
              </p14:cNvPr>
              <p14:cNvContentPartPr/>
              <p14:nvPr/>
            </p14:nvContentPartPr>
            <p14:xfrm>
              <a:off x="10320000" y="2094227"/>
              <a:ext cx="64440" cy="104400"/>
            </p14:xfrm>
          </p:contentPart>
        </mc:Choice>
        <mc:Fallback>
          <p:pic>
            <p:nvPicPr>
              <p:cNvPr id="132" name="Ink 131">
                <a:extLst>
                  <a:ext uri="{FF2B5EF4-FFF2-40B4-BE49-F238E27FC236}">
                    <a16:creationId xmlns:a16="http://schemas.microsoft.com/office/drawing/2014/main" id="{81039016-AEC0-EF82-074E-1491274CE55D}"/>
                  </a:ext>
                </a:extLst>
              </p:cNvPr>
              <p:cNvPicPr/>
              <p:nvPr/>
            </p:nvPicPr>
            <p:blipFill>
              <a:blip r:embed="rId202"/>
              <a:stretch>
                <a:fillRect/>
              </a:stretch>
            </p:blipFill>
            <p:spPr>
              <a:xfrm>
                <a:off x="10302360" y="2076227"/>
                <a:ext cx="100080" cy="14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3">
            <p14:nvContentPartPr>
              <p14:cNvPr id="134" name="Ink 133">
                <a:extLst>
                  <a:ext uri="{FF2B5EF4-FFF2-40B4-BE49-F238E27FC236}">
                    <a16:creationId xmlns:a16="http://schemas.microsoft.com/office/drawing/2014/main" id="{6F5B0F1B-B6B0-30C9-23B1-C54CF72EB351}"/>
                  </a:ext>
                </a:extLst>
              </p14:cNvPr>
              <p14:cNvContentPartPr/>
              <p14:nvPr/>
            </p14:nvContentPartPr>
            <p14:xfrm>
              <a:off x="9228120" y="954467"/>
              <a:ext cx="35640" cy="65160"/>
            </p14:xfrm>
          </p:contentPart>
        </mc:Choice>
        <mc:Fallback>
          <p:pic>
            <p:nvPicPr>
              <p:cNvPr id="134" name="Ink 133">
                <a:extLst>
                  <a:ext uri="{FF2B5EF4-FFF2-40B4-BE49-F238E27FC236}">
                    <a16:creationId xmlns:a16="http://schemas.microsoft.com/office/drawing/2014/main" id="{6F5B0F1B-B6B0-30C9-23B1-C54CF72EB351}"/>
                  </a:ext>
                </a:extLst>
              </p:cNvPr>
              <p:cNvPicPr/>
              <p:nvPr/>
            </p:nvPicPr>
            <p:blipFill>
              <a:blip r:embed="rId204"/>
              <a:stretch>
                <a:fillRect/>
              </a:stretch>
            </p:blipFill>
            <p:spPr>
              <a:xfrm>
                <a:off x="9210480" y="936827"/>
                <a:ext cx="71280" cy="10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5">
            <p14:nvContentPartPr>
              <p14:cNvPr id="135" name="Ink 134">
                <a:extLst>
                  <a:ext uri="{FF2B5EF4-FFF2-40B4-BE49-F238E27FC236}">
                    <a16:creationId xmlns:a16="http://schemas.microsoft.com/office/drawing/2014/main" id="{44E9CD72-8242-FD99-CED9-5D7D3B106CBF}"/>
                  </a:ext>
                </a:extLst>
              </p14:cNvPr>
              <p14:cNvContentPartPr/>
              <p14:nvPr/>
            </p14:nvContentPartPr>
            <p14:xfrm>
              <a:off x="9999600" y="1308707"/>
              <a:ext cx="38880" cy="46080"/>
            </p14:xfrm>
          </p:contentPart>
        </mc:Choice>
        <mc:Fallback>
          <p:pic>
            <p:nvPicPr>
              <p:cNvPr id="135" name="Ink 134">
                <a:extLst>
                  <a:ext uri="{FF2B5EF4-FFF2-40B4-BE49-F238E27FC236}">
                    <a16:creationId xmlns:a16="http://schemas.microsoft.com/office/drawing/2014/main" id="{44E9CD72-8242-FD99-CED9-5D7D3B106CBF}"/>
                  </a:ext>
                </a:extLst>
              </p:cNvPr>
              <p:cNvPicPr/>
              <p:nvPr/>
            </p:nvPicPr>
            <p:blipFill>
              <a:blip r:embed="rId206"/>
              <a:stretch>
                <a:fillRect/>
              </a:stretch>
            </p:blipFill>
            <p:spPr>
              <a:xfrm>
                <a:off x="9981600" y="1291067"/>
                <a:ext cx="74520" cy="8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7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F2718411-6CB2-BCB3-E5E8-22FBB01DAEAD}"/>
                  </a:ext>
                </a:extLst>
              </p14:cNvPr>
              <p14:cNvContentPartPr/>
              <p14:nvPr/>
            </p14:nvContentPartPr>
            <p14:xfrm>
              <a:off x="10400640" y="1590587"/>
              <a:ext cx="30960" cy="53640"/>
            </p14:xfrm>
          </p:contentPart>
        </mc:Choice>
        <mc:Fallback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F2718411-6CB2-BCB3-E5E8-22FBB01DAEAD}"/>
                  </a:ext>
                </a:extLst>
              </p:cNvPr>
              <p:cNvPicPr/>
              <p:nvPr/>
            </p:nvPicPr>
            <p:blipFill>
              <a:blip r:embed="rId208"/>
              <a:stretch>
                <a:fillRect/>
              </a:stretch>
            </p:blipFill>
            <p:spPr>
              <a:xfrm>
                <a:off x="10382640" y="1572587"/>
                <a:ext cx="66600" cy="89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47" name="Group 146">
            <a:extLst>
              <a:ext uri="{FF2B5EF4-FFF2-40B4-BE49-F238E27FC236}">
                <a16:creationId xmlns:a16="http://schemas.microsoft.com/office/drawing/2014/main" id="{9EED5D07-3BD5-F260-36CF-36D997487320}"/>
              </a:ext>
            </a:extLst>
          </p:cNvPr>
          <p:cNvGrpSpPr/>
          <p:nvPr/>
        </p:nvGrpSpPr>
        <p:grpSpPr>
          <a:xfrm>
            <a:off x="7082880" y="548387"/>
            <a:ext cx="686880" cy="291960"/>
            <a:chOff x="7082880" y="548387"/>
            <a:chExt cx="686880" cy="291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91FD09F5-34A1-C63D-4217-2636D62AAF86}"/>
                    </a:ext>
                  </a:extLst>
                </p14:cNvPr>
                <p14:cNvContentPartPr/>
                <p14:nvPr/>
              </p14:nvContentPartPr>
              <p14:xfrm>
                <a:off x="7082880" y="569627"/>
                <a:ext cx="21600" cy="27072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91FD09F5-34A1-C63D-4217-2636D62AAF86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7065240" y="551627"/>
                  <a:ext cx="5724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11924396-4832-67E6-D0C1-3319DC07A536}"/>
                    </a:ext>
                  </a:extLst>
                </p14:cNvPr>
                <p14:cNvContentPartPr/>
                <p14:nvPr/>
              </p14:nvContentPartPr>
              <p14:xfrm>
                <a:off x="7094400" y="548387"/>
                <a:ext cx="95760" cy="5796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11924396-4832-67E6-D0C1-3319DC07A536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7076760" y="530387"/>
                  <a:ext cx="13140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BFA22B1F-0F18-BD45-9B7E-F8EEFB141703}"/>
                    </a:ext>
                  </a:extLst>
                </p14:cNvPr>
                <p14:cNvContentPartPr/>
                <p14:nvPr/>
              </p14:nvContentPartPr>
              <p14:xfrm>
                <a:off x="7100520" y="671867"/>
                <a:ext cx="86760" cy="6084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BFA22B1F-0F18-BD45-9B7E-F8EEFB141703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7082520" y="654227"/>
                  <a:ext cx="12240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94986D25-8C4D-4C52-8F79-C14AE4AF4749}"/>
                    </a:ext>
                  </a:extLst>
                </p14:cNvPr>
                <p14:cNvContentPartPr/>
                <p14:nvPr/>
              </p14:nvContentPartPr>
              <p14:xfrm>
                <a:off x="7149840" y="758627"/>
                <a:ext cx="91800" cy="1908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94986D25-8C4D-4C52-8F79-C14AE4AF4749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7131840" y="740987"/>
                  <a:ext cx="12744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84513803-0F96-6ABE-19EE-FA97FBE31CA0}"/>
                    </a:ext>
                  </a:extLst>
                </p14:cNvPr>
                <p14:cNvContentPartPr/>
                <p14:nvPr/>
              </p14:nvContentPartPr>
              <p14:xfrm>
                <a:off x="7269720" y="631187"/>
                <a:ext cx="83880" cy="13212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84513803-0F96-6ABE-19EE-FA97FBE31CA0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7251720" y="613547"/>
                  <a:ext cx="1195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9446D185-DACA-F716-05B7-5DB5A39E8C87}"/>
                    </a:ext>
                  </a:extLst>
                </p14:cNvPr>
                <p14:cNvContentPartPr/>
                <p14:nvPr/>
              </p14:nvContentPartPr>
              <p14:xfrm>
                <a:off x="7416240" y="618227"/>
                <a:ext cx="83520" cy="9612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9446D185-DACA-F716-05B7-5DB5A39E8C87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7398600" y="600587"/>
                  <a:ext cx="11916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B6802154-70C2-50DC-A61C-CAB8F3184590}"/>
                    </a:ext>
                  </a:extLst>
                </p14:cNvPr>
                <p14:cNvContentPartPr/>
                <p14:nvPr/>
              </p14:nvContentPartPr>
              <p14:xfrm>
                <a:off x="7589400" y="589787"/>
                <a:ext cx="55080" cy="12780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B6802154-70C2-50DC-A61C-CAB8F3184590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7571760" y="572147"/>
                  <a:ext cx="9072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E1CB28BF-DC1D-9C33-2854-406B7957EB6F}"/>
                    </a:ext>
                  </a:extLst>
                </p14:cNvPr>
                <p14:cNvContentPartPr/>
                <p14:nvPr/>
              </p14:nvContentPartPr>
              <p14:xfrm>
                <a:off x="7676160" y="564227"/>
                <a:ext cx="93600" cy="13572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E1CB28BF-DC1D-9C33-2854-406B7957EB6F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7658520" y="546587"/>
                  <a:ext cx="129240" cy="171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25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57C49246-DC39-DF61-4560-B2236BC9CA80}"/>
                  </a:ext>
                </a:extLst>
              </p14:cNvPr>
              <p14:cNvContentPartPr/>
              <p14:nvPr/>
            </p14:nvContentPartPr>
            <p14:xfrm>
              <a:off x="8122560" y="479627"/>
              <a:ext cx="143640" cy="312120"/>
            </p14:xfrm>
          </p:contentPart>
        </mc:Choice>
        <mc:Fallback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57C49246-DC39-DF61-4560-B2236BC9CA80}"/>
                  </a:ext>
                </a:extLst>
              </p:cNvPr>
              <p:cNvPicPr/>
              <p:nvPr/>
            </p:nvPicPr>
            <p:blipFill>
              <a:blip r:embed="rId226"/>
              <a:stretch>
                <a:fillRect/>
              </a:stretch>
            </p:blipFill>
            <p:spPr>
              <a:xfrm>
                <a:off x="8104920" y="461987"/>
                <a:ext cx="179280" cy="347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67" name="Group 166">
            <a:extLst>
              <a:ext uri="{FF2B5EF4-FFF2-40B4-BE49-F238E27FC236}">
                <a16:creationId xmlns:a16="http://schemas.microsoft.com/office/drawing/2014/main" id="{5AA1DF4B-187C-76E6-3799-FD99B7E6C17A}"/>
              </a:ext>
            </a:extLst>
          </p:cNvPr>
          <p:cNvGrpSpPr/>
          <p:nvPr/>
        </p:nvGrpSpPr>
        <p:grpSpPr>
          <a:xfrm>
            <a:off x="9466800" y="523547"/>
            <a:ext cx="2264760" cy="578880"/>
            <a:chOff x="9466800" y="523547"/>
            <a:chExt cx="2264760" cy="578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59C2DBFD-C1BE-C753-3CBA-68EBDC0F788B}"/>
                    </a:ext>
                  </a:extLst>
                </p14:cNvPr>
                <p14:cNvContentPartPr/>
                <p14:nvPr/>
              </p14:nvContentPartPr>
              <p14:xfrm>
                <a:off x="9466800" y="523547"/>
                <a:ext cx="550440" cy="38304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59C2DBFD-C1BE-C753-3CBA-68EBDC0F788B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9449160" y="505547"/>
                  <a:ext cx="586080" cy="41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90E7F424-5BDE-9D7F-B078-87F01526BC49}"/>
                    </a:ext>
                  </a:extLst>
                </p14:cNvPr>
                <p14:cNvContentPartPr/>
                <p14:nvPr/>
              </p14:nvContentPartPr>
              <p14:xfrm>
                <a:off x="9827160" y="756467"/>
                <a:ext cx="280080" cy="14688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90E7F424-5BDE-9D7F-B078-87F01526BC49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9809520" y="738827"/>
                  <a:ext cx="31572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8874F6A8-7010-5CCA-DF96-EABA7B02ABBD}"/>
                    </a:ext>
                  </a:extLst>
                </p14:cNvPr>
                <p14:cNvContentPartPr/>
                <p14:nvPr/>
              </p14:nvContentPartPr>
              <p14:xfrm>
                <a:off x="10308120" y="944027"/>
                <a:ext cx="298440" cy="10728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8874F6A8-7010-5CCA-DF96-EABA7B02ABBD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10290120" y="926027"/>
                  <a:ext cx="33408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C1E4400B-2021-CEA1-BFA1-AA9C21324902}"/>
                    </a:ext>
                  </a:extLst>
                </p14:cNvPr>
                <p14:cNvContentPartPr/>
                <p14:nvPr/>
              </p14:nvContentPartPr>
              <p14:xfrm>
                <a:off x="10681800" y="977147"/>
                <a:ext cx="10080" cy="7092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C1E4400B-2021-CEA1-BFA1-AA9C21324902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0664160" y="959507"/>
                  <a:ext cx="4572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D7D8741F-6208-C63E-DF14-CA12B535D98B}"/>
                    </a:ext>
                  </a:extLst>
                </p14:cNvPr>
                <p14:cNvContentPartPr/>
                <p14:nvPr/>
              </p14:nvContentPartPr>
              <p14:xfrm>
                <a:off x="10675680" y="848267"/>
                <a:ext cx="12240" cy="4428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D7D8741F-6208-C63E-DF14-CA12B535D98B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0658040" y="830627"/>
                  <a:ext cx="4788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E2800148-F250-C01F-6E9E-4FDD9E1F4993}"/>
                    </a:ext>
                  </a:extLst>
                </p14:cNvPr>
                <p14:cNvContentPartPr/>
                <p14:nvPr/>
              </p14:nvContentPartPr>
              <p14:xfrm>
                <a:off x="10758480" y="959867"/>
                <a:ext cx="126000" cy="7704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E2800148-F250-C01F-6E9E-4FDD9E1F4993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0740480" y="941867"/>
                  <a:ext cx="16164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D01C639C-5609-A39D-1A84-55A322C5A010}"/>
                    </a:ext>
                  </a:extLst>
                </p14:cNvPr>
                <p14:cNvContentPartPr/>
                <p14:nvPr/>
              </p14:nvContentPartPr>
              <p14:xfrm>
                <a:off x="10973760" y="981107"/>
                <a:ext cx="12240" cy="8712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D01C639C-5609-A39D-1A84-55A322C5A010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0955760" y="963107"/>
                  <a:ext cx="4788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DCB8651B-6195-B2BA-452F-51033822DF93}"/>
                    </a:ext>
                  </a:extLst>
                </p14:cNvPr>
                <p14:cNvContentPartPr/>
                <p14:nvPr/>
              </p14:nvContentPartPr>
              <p14:xfrm>
                <a:off x="10986000" y="880667"/>
                <a:ext cx="15480" cy="2016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DCB8651B-6195-B2BA-452F-51033822DF93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0968360" y="863027"/>
                  <a:ext cx="5112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E63A2F06-F5C6-3341-B05C-15C53E58DD4E}"/>
                    </a:ext>
                  </a:extLst>
                </p14:cNvPr>
                <p14:cNvContentPartPr/>
                <p14:nvPr/>
              </p14:nvContentPartPr>
              <p14:xfrm>
                <a:off x="11083560" y="980747"/>
                <a:ext cx="187200" cy="11628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E63A2F06-F5C6-3341-B05C-15C53E58DD4E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1065920" y="963107"/>
                  <a:ext cx="22284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07AC6844-216C-2CE1-98BB-1AC2DC59F454}"/>
                    </a:ext>
                  </a:extLst>
                </p14:cNvPr>
                <p14:cNvContentPartPr/>
                <p14:nvPr/>
              </p14:nvContentPartPr>
              <p14:xfrm>
                <a:off x="11344920" y="1021067"/>
                <a:ext cx="6120" cy="8136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07AC6844-216C-2CE1-98BB-1AC2DC59F454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11327280" y="1003427"/>
                  <a:ext cx="4176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B9628833-B6FE-E395-7E9A-D47E6E786204}"/>
                    </a:ext>
                  </a:extLst>
                </p14:cNvPr>
                <p14:cNvContentPartPr/>
                <p14:nvPr/>
              </p14:nvContentPartPr>
              <p14:xfrm>
                <a:off x="11364720" y="897587"/>
                <a:ext cx="14400" cy="1728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B9628833-B6FE-E395-7E9A-D47E6E786204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11347080" y="879947"/>
                  <a:ext cx="5004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AF0A57D6-4C68-C40D-B57C-B8247B111E9E}"/>
                    </a:ext>
                  </a:extLst>
                </p14:cNvPr>
                <p14:cNvContentPartPr/>
                <p14:nvPr/>
              </p14:nvContentPartPr>
              <p14:xfrm>
                <a:off x="11477400" y="959867"/>
                <a:ext cx="52920" cy="13284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AF0A57D6-4C68-C40D-B57C-B8247B111E9E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11459400" y="941867"/>
                  <a:ext cx="8856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5593FFE3-ED6E-CBE8-E3EF-CA5E6F99F521}"/>
                    </a:ext>
                  </a:extLst>
                </p14:cNvPr>
                <p14:cNvContentPartPr/>
                <p14:nvPr/>
              </p14:nvContentPartPr>
              <p14:xfrm>
                <a:off x="11454360" y="1004147"/>
                <a:ext cx="88920" cy="2664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5593FFE3-ED6E-CBE8-E3EF-CA5E6F99F521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11436360" y="986147"/>
                  <a:ext cx="12456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1713A302-155A-3DC6-22FE-5DF3130184B9}"/>
                    </a:ext>
                  </a:extLst>
                </p14:cNvPr>
                <p14:cNvContentPartPr/>
                <p14:nvPr/>
              </p14:nvContentPartPr>
              <p14:xfrm>
                <a:off x="11616720" y="968867"/>
                <a:ext cx="114840" cy="10980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1713A302-155A-3DC6-22FE-5DF3130184B9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11598720" y="951227"/>
                  <a:ext cx="150480" cy="14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B9AF2B0E-3C41-1D63-CF37-B058B5CEA225}"/>
              </a:ext>
            </a:extLst>
          </p:cNvPr>
          <p:cNvGrpSpPr/>
          <p:nvPr/>
        </p:nvGrpSpPr>
        <p:grpSpPr>
          <a:xfrm>
            <a:off x="10621680" y="1287467"/>
            <a:ext cx="654840" cy="167760"/>
            <a:chOff x="10621680" y="1287467"/>
            <a:chExt cx="654840" cy="167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255BBE8-6B5B-1A12-8DA6-2D547AE9509D}"/>
                    </a:ext>
                  </a:extLst>
                </p14:cNvPr>
                <p14:cNvContentPartPr/>
                <p14:nvPr/>
              </p14:nvContentPartPr>
              <p14:xfrm>
                <a:off x="10621680" y="1287827"/>
                <a:ext cx="84240" cy="15300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255BBE8-6B5B-1A12-8DA6-2D547AE9509D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10604040" y="1269827"/>
                  <a:ext cx="11988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4F402539-0510-4478-22E5-4104D572BEC8}"/>
                    </a:ext>
                  </a:extLst>
                </p14:cNvPr>
                <p14:cNvContentPartPr/>
                <p14:nvPr/>
              </p14:nvContentPartPr>
              <p14:xfrm>
                <a:off x="10802760" y="1338947"/>
                <a:ext cx="97920" cy="8568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4F402539-0510-4478-22E5-4104D572BEC8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10785120" y="1320947"/>
                  <a:ext cx="13356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D2B23FF8-7B64-E0D0-7BA4-E3356C187DC0}"/>
                    </a:ext>
                  </a:extLst>
                </p14:cNvPr>
                <p14:cNvContentPartPr/>
                <p14:nvPr/>
              </p14:nvContentPartPr>
              <p14:xfrm>
                <a:off x="10959360" y="1314107"/>
                <a:ext cx="101160" cy="10476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D2B23FF8-7B64-E0D0-7BA4-E3356C187DC0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10941360" y="1296467"/>
                  <a:ext cx="13680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F449CA6B-559A-0572-788D-5E5307D1AF65}"/>
                    </a:ext>
                  </a:extLst>
                </p14:cNvPr>
                <p14:cNvContentPartPr/>
                <p14:nvPr/>
              </p14:nvContentPartPr>
              <p14:xfrm>
                <a:off x="11108040" y="1287467"/>
                <a:ext cx="102240" cy="11088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F449CA6B-559A-0572-788D-5E5307D1AF65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11090400" y="1269467"/>
                  <a:ext cx="13788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479B1C72-2B04-A0D5-3177-0BF52ABCBBF9}"/>
                    </a:ext>
                  </a:extLst>
                </p14:cNvPr>
                <p14:cNvContentPartPr/>
                <p14:nvPr/>
              </p14:nvContentPartPr>
              <p14:xfrm>
                <a:off x="11189400" y="1359107"/>
                <a:ext cx="38520" cy="9612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479B1C72-2B04-A0D5-3177-0BF52ABCBBF9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11171760" y="1341467"/>
                  <a:ext cx="7416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9DD7B8DA-2D26-ED2E-75F1-034B5F0C4E1A}"/>
                    </a:ext>
                  </a:extLst>
                </p14:cNvPr>
                <p14:cNvContentPartPr/>
                <p14:nvPr/>
              </p14:nvContentPartPr>
              <p14:xfrm>
                <a:off x="11217840" y="1305107"/>
                <a:ext cx="58680" cy="3888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9DD7B8DA-2D26-ED2E-75F1-034B5F0C4E1A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11200200" y="1287467"/>
                  <a:ext cx="94320" cy="7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CF0DB5C4-B135-1594-E297-E3D8A36E7430}"/>
              </a:ext>
            </a:extLst>
          </p:cNvPr>
          <p:cNvGrpSpPr/>
          <p:nvPr/>
        </p:nvGrpSpPr>
        <p:grpSpPr>
          <a:xfrm>
            <a:off x="10746960" y="1608587"/>
            <a:ext cx="1159200" cy="237600"/>
            <a:chOff x="10746960" y="1608587"/>
            <a:chExt cx="1159200" cy="237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E9A765CD-FB64-4550-E0A1-32254E8A2FD3}"/>
                    </a:ext>
                  </a:extLst>
                </p14:cNvPr>
                <p14:cNvContentPartPr/>
                <p14:nvPr/>
              </p14:nvContentPartPr>
              <p14:xfrm>
                <a:off x="10790520" y="1621547"/>
                <a:ext cx="44280" cy="20736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E9A765CD-FB64-4550-E0A1-32254E8A2FD3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0772880" y="1603547"/>
                  <a:ext cx="7992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CEBC9112-5538-DC9D-A448-DDACCD817850}"/>
                    </a:ext>
                  </a:extLst>
                </p14:cNvPr>
                <p14:cNvContentPartPr/>
                <p14:nvPr/>
              </p14:nvContentPartPr>
              <p14:xfrm>
                <a:off x="10746960" y="1756907"/>
                <a:ext cx="158400" cy="3996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CEBC9112-5538-DC9D-A448-DDACCD817850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10729320" y="1739267"/>
                  <a:ext cx="19404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AB95C489-D3AB-A6D0-8314-0359B7CB7645}"/>
                    </a:ext>
                  </a:extLst>
                </p14:cNvPr>
                <p14:cNvContentPartPr/>
                <p14:nvPr/>
              </p14:nvContentPartPr>
              <p14:xfrm>
                <a:off x="10932000" y="1706147"/>
                <a:ext cx="56520" cy="9900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AB95C489-D3AB-A6D0-8314-0359B7CB7645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10914000" y="1688507"/>
                  <a:ext cx="9216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E2055FEA-40C4-6BF4-10FF-31E97BBD9044}"/>
                    </a:ext>
                  </a:extLst>
                </p14:cNvPr>
                <p14:cNvContentPartPr/>
                <p14:nvPr/>
              </p14:nvContentPartPr>
              <p14:xfrm>
                <a:off x="11052240" y="1745387"/>
                <a:ext cx="72360" cy="5364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E2055FEA-40C4-6BF4-10FF-31E97BBD9044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11034600" y="1727387"/>
                  <a:ext cx="10800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C79C9DFD-7D81-611F-1009-B730CBF9A232}"/>
                    </a:ext>
                  </a:extLst>
                </p14:cNvPr>
                <p14:cNvContentPartPr/>
                <p14:nvPr/>
              </p14:nvContentPartPr>
              <p14:xfrm>
                <a:off x="11191200" y="1727747"/>
                <a:ext cx="12960" cy="6120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C79C9DFD-7D81-611F-1009-B730CBF9A232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11173560" y="1709747"/>
                  <a:ext cx="4860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6CE0A421-E1A6-0D7E-8A1D-DF16E220FC69}"/>
                    </a:ext>
                  </a:extLst>
                </p14:cNvPr>
                <p14:cNvContentPartPr/>
                <p14:nvPr/>
              </p14:nvContentPartPr>
              <p14:xfrm>
                <a:off x="11165640" y="1608587"/>
                <a:ext cx="19800" cy="2340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6CE0A421-E1A6-0D7E-8A1D-DF16E220FC69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11147640" y="1590947"/>
                  <a:ext cx="5544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85F17E16-C404-36AD-68C0-24240C42E5A2}"/>
                    </a:ext>
                  </a:extLst>
                </p14:cNvPr>
                <p14:cNvContentPartPr/>
                <p14:nvPr/>
              </p14:nvContentPartPr>
              <p14:xfrm>
                <a:off x="11261400" y="1714787"/>
                <a:ext cx="77400" cy="3780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85F17E16-C404-36AD-68C0-24240C42E5A2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11243760" y="1697147"/>
                  <a:ext cx="11304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633B14B4-6931-5CA5-102A-E5D7E3A3D2AB}"/>
                    </a:ext>
                  </a:extLst>
                </p14:cNvPr>
                <p14:cNvContentPartPr/>
                <p14:nvPr/>
              </p14:nvContentPartPr>
              <p14:xfrm>
                <a:off x="11440320" y="1701827"/>
                <a:ext cx="5760" cy="7128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633B14B4-6931-5CA5-102A-E5D7E3A3D2AB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11422680" y="1684187"/>
                  <a:ext cx="4140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BE76458F-C7E1-549B-79ED-6D2CB0D10139}"/>
                    </a:ext>
                  </a:extLst>
                </p14:cNvPr>
                <p14:cNvContentPartPr/>
                <p14:nvPr/>
              </p14:nvContentPartPr>
              <p14:xfrm>
                <a:off x="11416920" y="1621187"/>
                <a:ext cx="11520" cy="1584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BE76458F-C7E1-549B-79ED-6D2CB0D10139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11398920" y="1603187"/>
                  <a:ext cx="4716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7E4D57A0-AAEA-2787-59A8-C19E3454AFA7}"/>
                    </a:ext>
                  </a:extLst>
                </p14:cNvPr>
                <p14:cNvContentPartPr/>
                <p14:nvPr/>
              </p14:nvContentPartPr>
              <p14:xfrm>
                <a:off x="11506560" y="1665107"/>
                <a:ext cx="81720" cy="7200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7E4D57A0-AAEA-2787-59A8-C19E3454AFA7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11488920" y="1647107"/>
                  <a:ext cx="11736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8291A241-A3C1-5D12-69A5-E600AE071A5D}"/>
                    </a:ext>
                  </a:extLst>
                </p14:cNvPr>
                <p14:cNvContentPartPr/>
                <p14:nvPr/>
              </p14:nvContentPartPr>
              <p14:xfrm>
                <a:off x="11672520" y="1641707"/>
                <a:ext cx="69120" cy="20448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8291A241-A3C1-5D12-69A5-E600AE071A5D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11654520" y="1624067"/>
                  <a:ext cx="10476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6D9B1678-CB21-043B-12FA-816859959EB1}"/>
                    </a:ext>
                  </a:extLst>
                </p14:cNvPr>
                <p14:cNvContentPartPr/>
                <p14:nvPr/>
              </p14:nvContentPartPr>
              <p14:xfrm>
                <a:off x="11897160" y="1706867"/>
                <a:ext cx="9000" cy="2772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6D9B1678-CB21-043B-12FA-816859959EB1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11879520" y="1688867"/>
                  <a:ext cx="44640" cy="6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2FE79A45-FC7A-AE29-3552-15576FBE1D37}"/>
              </a:ext>
            </a:extLst>
          </p:cNvPr>
          <p:cNvGrpSpPr/>
          <p:nvPr/>
        </p:nvGrpSpPr>
        <p:grpSpPr>
          <a:xfrm>
            <a:off x="8083320" y="4104467"/>
            <a:ext cx="2910600" cy="808200"/>
            <a:chOff x="8083320" y="4104467"/>
            <a:chExt cx="2910600" cy="808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1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66B14727-3924-934F-DEFD-5CD5091BF8CC}"/>
                    </a:ext>
                  </a:extLst>
                </p14:cNvPr>
                <p14:cNvContentPartPr/>
                <p14:nvPr/>
              </p14:nvContentPartPr>
              <p14:xfrm>
                <a:off x="8083320" y="4171787"/>
                <a:ext cx="48600" cy="32616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66B14727-3924-934F-DEFD-5CD5091BF8CC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8065320" y="4154147"/>
                  <a:ext cx="84240" cy="36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3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65787CAE-AD90-2E7A-F2BB-3BD8B4A56F80}"/>
                    </a:ext>
                  </a:extLst>
                </p14:cNvPr>
                <p14:cNvContentPartPr/>
                <p14:nvPr/>
              </p14:nvContentPartPr>
              <p14:xfrm>
                <a:off x="8098800" y="4180067"/>
                <a:ext cx="205920" cy="26748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65787CAE-AD90-2E7A-F2BB-3BD8B4A56F80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8081160" y="4162067"/>
                  <a:ext cx="24156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5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6F3138EC-F648-FC8B-4E24-D10110EA32D7}"/>
                    </a:ext>
                  </a:extLst>
                </p14:cNvPr>
                <p14:cNvContentPartPr/>
                <p14:nvPr/>
              </p14:nvContentPartPr>
              <p14:xfrm>
                <a:off x="8138040" y="4353947"/>
                <a:ext cx="79560" cy="1980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6F3138EC-F648-FC8B-4E24-D10110EA32D7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8120400" y="4336307"/>
                  <a:ext cx="11520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7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28DDAF5F-177C-3945-8173-DDE11AB4400F}"/>
                    </a:ext>
                  </a:extLst>
                </p14:cNvPr>
                <p14:cNvContentPartPr/>
                <p14:nvPr/>
              </p14:nvContentPartPr>
              <p14:xfrm>
                <a:off x="8423160" y="4181867"/>
                <a:ext cx="205200" cy="25740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28DDAF5F-177C-3945-8173-DDE11AB4400F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8405520" y="4164227"/>
                  <a:ext cx="24084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3EEA6403-4901-0A37-644D-9C31EC5546DC}"/>
                    </a:ext>
                  </a:extLst>
                </p14:cNvPr>
                <p14:cNvContentPartPr/>
                <p14:nvPr/>
              </p14:nvContentPartPr>
              <p14:xfrm>
                <a:off x="8718000" y="4352867"/>
                <a:ext cx="49320" cy="11628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3EEA6403-4901-0A37-644D-9C31EC5546DC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8700360" y="4335227"/>
                  <a:ext cx="8496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F467B368-8777-5BB3-50CD-4131AAB56775}"/>
                    </a:ext>
                  </a:extLst>
                </p14:cNvPr>
                <p14:cNvContentPartPr/>
                <p14:nvPr/>
              </p14:nvContentPartPr>
              <p14:xfrm>
                <a:off x="8736720" y="4175027"/>
                <a:ext cx="27000" cy="6588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F467B368-8777-5BB3-50CD-4131AAB56775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8719080" y="4157387"/>
                  <a:ext cx="6264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3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C685C04C-5B3D-7642-E891-2B0E9B839FD4}"/>
                    </a:ext>
                  </a:extLst>
                </p14:cNvPr>
                <p14:cNvContentPartPr/>
                <p14:nvPr/>
              </p14:nvContentPartPr>
              <p14:xfrm>
                <a:off x="8918520" y="4334507"/>
                <a:ext cx="104760" cy="8136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C685C04C-5B3D-7642-E891-2B0E9B839FD4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8900520" y="4316507"/>
                  <a:ext cx="14040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5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84F3B4D6-4E96-F31E-3F9E-4643452687A4}"/>
                    </a:ext>
                  </a:extLst>
                </p14:cNvPr>
                <p14:cNvContentPartPr/>
                <p14:nvPr/>
              </p14:nvContentPartPr>
              <p14:xfrm>
                <a:off x="9128400" y="4316147"/>
                <a:ext cx="48960" cy="13176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84F3B4D6-4E96-F31E-3F9E-4643452687A4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9110760" y="4298507"/>
                  <a:ext cx="8460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7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9FACE667-6E5E-86CB-EAF3-102FF6B29D99}"/>
                    </a:ext>
                  </a:extLst>
                </p14:cNvPr>
                <p14:cNvContentPartPr/>
                <p14:nvPr/>
              </p14:nvContentPartPr>
              <p14:xfrm>
                <a:off x="9238920" y="4184747"/>
                <a:ext cx="133560" cy="27900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9FACE667-6E5E-86CB-EAF3-102FF6B29D99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9220920" y="4166747"/>
                  <a:ext cx="16920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9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46C0FE54-D66F-78EB-923D-1A4812B1B05B}"/>
                    </a:ext>
                  </a:extLst>
                </p14:cNvPr>
                <p14:cNvContentPartPr/>
                <p14:nvPr/>
              </p14:nvContentPartPr>
              <p14:xfrm>
                <a:off x="9288600" y="4299947"/>
                <a:ext cx="145440" cy="7164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46C0FE54-D66F-78EB-923D-1A4812B1B05B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9270600" y="4281947"/>
                  <a:ext cx="18108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1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78365DBF-A619-0C5A-E9EC-B582A715B651}"/>
                    </a:ext>
                  </a:extLst>
                </p14:cNvPr>
                <p14:cNvContentPartPr/>
                <p14:nvPr/>
              </p14:nvContentPartPr>
              <p14:xfrm>
                <a:off x="9743280" y="4280867"/>
                <a:ext cx="276480" cy="8928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78365DBF-A619-0C5A-E9EC-B582A715B651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9725280" y="4262867"/>
                  <a:ext cx="31212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3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EB428907-C3E1-1AF2-916A-833BCCEEA595}"/>
                    </a:ext>
                  </a:extLst>
                </p14:cNvPr>
                <p14:cNvContentPartPr/>
                <p14:nvPr/>
              </p14:nvContentPartPr>
              <p14:xfrm>
                <a:off x="10071240" y="4224347"/>
                <a:ext cx="194400" cy="11484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EB428907-C3E1-1AF2-916A-833BCCEEA595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0053240" y="4206707"/>
                  <a:ext cx="23004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5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99B0AD75-9FB2-3F6C-8B8B-D2509C82013B}"/>
                    </a:ext>
                  </a:extLst>
                </p14:cNvPr>
                <p14:cNvContentPartPr/>
                <p14:nvPr/>
              </p14:nvContentPartPr>
              <p14:xfrm>
                <a:off x="10240080" y="4104467"/>
                <a:ext cx="23760" cy="3420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99B0AD75-9FB2-3F6C-8B8B-D2509C82013B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0222080" y="4086467"/>
                  <a:ext cx="5940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7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6F6A47EE-85B5-04FA-8D6C-AB67DE3B3134}"/>
                    </a:ext>
                  </a:extLst>
                </p14:cNvPr>
                <p14:cNvContentPartPr/>
                <p14:nvPr/>
              </p14:nvContentPartPr>
              <p14:xfrm>
                <a:off x="10332240" y="4115987"/>
                <a:ext cx="302040" cy="28044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6F6A47EE-85B5-04FA-8D6C-AB67DE3B3134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10314240" y="4098347"/>
                  <a:ext cx="33768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9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D45AF08B-B45B-BC7E-FD57-BBA9C9B5A53D}"/>
                    </a:ext>
                  </a:extLst>
                </p14:cNvPr>
                <p14:cNvContentPartPr/>
                <p14:nvPr/>
              </p14:nvContentPartPr>
              <p14:xfrm>
                <a:off x="10744080" y="4141907"/>
                <a:ext cx="83880" cy="21780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D45AF08B-B45B-BC7E-FD57-BBA9C9B5A53D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10726080" y="4124267"/>
                  <a:ext cx="11952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1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72521E80-D323-3E07-EC88-4FE3A7BED092}"/>
                    </a:ext>
                  </a:extLst>
                </p14:cNvPr>
                <p14:cNvContentPartPr/>
                <p14:nvPr/>
              </p14:nvContentPartPr>
              <p14:xfrm>
                <a:off x="10684680" y="4221827"/>
                <a:ext cx="181440" cy="4968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72521E80-D323-3E07-EC88-4FE3A7BED092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10666680" y="4203827"/>
                  <a:ext cx="21708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3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97F5B267-CF34-AFE6-A8CF-A15972D1F247}"/>
                    </a:ext>
                  </a:extLst>
                </p14:cNvPr>
                <p14:cNvContentPartPr/>
                <p14:nvPr/>
              </p14:nvContentPartPr>
              <p14:xfrm>
                <a:off x="10915440" y="4209227"/>
                <a:ext cx="78480" cy="17496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97F5B267-CF34-AFE6-A8CF-A15972D1F247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10897440" y="4191587"/>
                  <a:ext cx="11412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5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D41843E9-946A-0F34-6810-10979C3D2B3B}"/>
                    </a:ext>
                  </a:extLst>
                </p14:cNvPr>
                <p14:cNvContentPartPr/>
                <p14:nvPr/>
              </p14:nvContentPartPr>
              <p14:xfrm>
                <a:off x="9002760" y="4733027"/>
                <a:ext cx="364680" cy="13104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D41843E9-946A-0F34-6810-10979C3D2B3B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8985120" y="4715027"/>
                  <a:ext cx="40032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7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D7536A5A-2760-93AF-2A5B-A45C88A6C2A5}"/>
                    </a:ext>
                  </a:extLst>
                </p14:cNvPr>
                <p14:cNvContentPartPr/>
                <p14:nvPr/>
              </p14:nvContentPartPr>
              <p14:xfrm>
                <a:off x="9461760" y="4583987"/>
                <a:ext cx="165960" cy="31068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D7536A5A-2760-93AF-2A5B-A45C88A6C2A5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9443760" y="4566347"/>
                  <a:ext cx="20160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9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26008EBD-2C73-D87B-9D92-2F504B536236}"/>
                    </a:ext>
                  </a:extLst>
                </p14:cNvPr>
                <p14:cNvContentPartPr/>
                <p14:nvPr/>
              </p14:nvContentPartPr>
              <p14:xfrm>
                <a:off x="9983760" y="4704227"/>
                <a:ext cx="99360" cy="16632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26008EBD-2C73-D87B-9D92-2F504B536236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9965760" y="4686587"/>
                  <a:ext cx="13500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1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A82C007E-1FE9-9E49-1A80-D28F05ADC874}"/>
                    </a:ext>
                  </a:extLst>
                </p14:cNvPr>
                <p14:cNvContentPartPr/>
                <p14:nvPr/>
              </p14:nvContentPartPr>
              <p14:xfrm>
                <a:off x="10203360" y="4798547"/>
                <a:ext cx="11520" cy="6696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A82C007E-1FE9-9E49-1A80-D28F05ADC874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10185720" y="4780547"/>
                  <a:ext cx="4716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3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938AC8B5-1E5D-E526-1142-29230074E842}"/>
                    </a:ext>
                  </a:extLst>
                </p14:cNvPr>
                <p14:cNvContentPartPr/>
                <p14:nvPr/>
              </p14:nvContentPartPr>
              <p14:xfrm>
                <a:off x="10195440" y="4652747"/>
                <a:ext cx="35640" cy="4320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938AC8B5-1E5D-E526-1142-29230074E842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10177800" y="4635107"/>
                  <a:ext cx="7128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5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241B16AD-98BD-6747-E713-57B95A1CE222}"/>
                    </a:ext>
                  </a:extLst>
                </p14:cNvPr>
                <p14:cNvContentPartPr/>
                <p14:nvPr/>
              </p14:nvContentPartPr>
              <p14:xfrm>
                <a:off x="10262040" y="4757867"/>
                <a:ext cx="132480" cy="9612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241B16AD-98BD-6747-E713-57B95A1CE222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10244400" y="4739867"/>
                  <a:ext cx="16812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7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C31A89A4-20FD-494B-ED5F-45CFE0ED42E0}"/>
                    </a:ext>
                  </a:extLst>
                </p14:cNvPr>
                <p14:cNvContentPartPr/>
                <p14:nvPr/>
              </p14:nvContentPartPr>
              <p14:xfrm>
                <a:off x="10478400" y="4741667"/>
                <a:ext cx="52560" cy="17100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C31A89A4-20FD-494B-ED5F-45CFE0ED42E0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0460400" y="4724027"/>
                  <a:ext cx="8820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9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F4FD2587-4116-5BA8-972E-A5BF9B3F0F27}"/>
                    </a:ext>
                  </a:extLst>
                </p14:cNvPr>
                <p14:cNvContentPartPr/>
                <p14:nvPr/>
              </p14:nvContentPartPr>
              <p14:xfrm>
                <a:off x="10627080" y="4756067"/>
                <a:ext cx="66960" cy="11592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F4FD2587-4116-5BA8-972E-A5BF9B3F0F27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10609440" y="4738427"/>
                  <a:ext cx="10260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1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72B73F22-EBF9-7D1D-7CFA-61A434539A65}"/>
                    </a:ext>
                  </a:extLst>
                </p14:cNvPr>
                <p14:cNvContentPartPr/>
                <p14:nvPr/>
              </p14:nvContentPartPr>
              <p14:xfrm>
                <a:off x="10819680" y="4762187"/>
                <a:ext cx="37080" cy="14508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72B73F22-EBF9-7D1D-7CFA-61A434539A65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10802040" y="4744187"/>
                  <a:ext cx="72720" cy="180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8" name="Group 217">
            <a:extLst>
              <a:ext uri="{FF2B5EF4-FFF2-40B4-BE49-F238E27FC236}">
                <a16:creationId xmlns:a16="http://schemas.microsoft.com/office/drawing/2014/main" id="{672A1F59-0248-8F1B-2A7C-190C7C5F6A4B}"/>
              </a:ext>
            </a:extLst>
          </p:cNvPr>
          <p:cNvGrpSpPr/>
          <p:nvPr/>
        </p:nvGrpSpPr>
        <p:grpSpPr>
          <a:xfrm>
            <a:off x="7298520" y="4217507"/>
            <a:ext cx="482040" cy="189720"/>
            <a:chOff x="7298520" y="4217507"/>
            <a:chExt cx="482040" cy="189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3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B7B66865-E70B-2A13-A646-B48253E32D98}"/>
                    </a:ext>
                  </a:extLst>
                </p14:cNvPr>
                <p14:cNvContentPartPr/>
                <p14:nvPr/>
              </p14:nvContentPartPr>
              <p14:xfrm>
                <a:off x="7298520" y="4298147"/>
                <a:ext cx="432720" cy="3348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B7B66865-E70B-2A13-A646-B48253E32D98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7280520" y="4280147"/>
                  <a:ext cx="46836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5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FF41CC17-6404-22F1-81D2-1D065BD4F579}"/>
                    </a:ext>
                  </a:extLst>
                </p14:cNvPr>
                <p14:cNvContentPartPr/>
                <p14:nvPr/>
              </p14:nvContentPartPr>
              <p14:xfrm>
                <a:off x="7647360" y="4217507"/>
                <a:ext cx="133200" cy="18972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FF41CC17-6404-22F1-81D2-1D065BD4F579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7629360" y="4199507"/>
                  <a:ext cx="168840" cy="22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AD00CD91-6661-FD7A-0E50-16D38EDED1B1}"/>
              </a:ext>
            </a:extLst>
          </p:cNvPr>
          <p:cNvGrpSpPr/>
          <p:nvPr/>
        </p:nvGrpSpPr>
        <p:grpSpPr>
          <a:xfrm>
            <a:off x="7109520" y="3304547"/>
            <a:ext cx="4635720" cy="575640"/>
            <a:chOff x="7109520" y="3304547"/>
            <a:chExt cx="4635720" cy="575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7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A7DD9DD6-CEF5-A3D6-C986-FEEA5D61B127}"/>
                    </a:ext>
                  </a:extLst>
                </p14:cNvPr>
                <p14:cNvContentPartPr/>
                <p14:nvPr/>
              </p14:nvContentPartPr>
              <p14:xfrm>
                <a:off x="8744280" y="3428387"/>
                <a:ext cx="218880" cy="23256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A7DD9DD6-CEF5-A3D6-C986-FEEA5D61B127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8726640" y="3410747"/>
                  <a:ext cx="25452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9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9D2255DB-3B85-B438-B6A9-A8B1A2F85544}"/>
                    </a:ext>
                  </a:extLst>
                </p14:cNvPr>
                <p14:cNvContentPartPr/>
                <p14:nvPr/>
              </p14:nvContentPartPr>
              <p14:xfrm>
                <a:off x="9057120" y="3500747"/>
                <a:ext cx="62280" cy="20592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9D2255DB-3B85-B438-B6A9-A8B1A2F85544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9039480" y="3482747"/>
                  <a:ext cx="9792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9005A0A7-9EDA-2996-A94C-BEC4D918B9CC}"/>
                    </a:ext>
                  </a:extLst>
                </p14:cNvPr>
                <p14:cNvContentPartPr/>
                <p14:nvPr/>
              </p14:nvContentPartPr>
              <p14:xfrm>
                <a:off x="9065400" y="3475547"/>
                <a:ext cx="112680" cy="1054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9005A0A7-9EDA-2996-A94C-BEC4D918B9CC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9047400" y="3457547"/>
                  <a:ext cx="1483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3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D9925A37-D5BF-357E-1854-5A0B361642A4}"/>
                    </a:ext>
                  </a:extLst>
                </p14:cNvPr>
                <p14:cNvContentPartPr/>
                <p14:nvPr/>
              </p14:nvContentPartPr>
              <p14:xfrm>
                <a:off x="9288960" y="3462227"/>
                <a:ext cx="79200" cy="11916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D9925A37-D5BF-357E-1854-5A0B361642A4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9271320" y="3444227"/>
                  <a:ext cx="11484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5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87F3CA44-1228-B473-D125-A7CFD143282B}"/>
                    </a:ext>
                  </a:extLst>
                </p14:cNvPr>
                <p14:cNvContentPartPr/>
                <p14:nvPr/>
              </p14:nvContentPartPr>
              <p14:xfrm>
                <a:off x="9507120" y="3372227"/>
                <a:ext cx="315720" cy="21276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87F3CA44-1228-B473-D125-A7CFD143282B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9489120" y="3354587"/>
                  <a:ext cx="35136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7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45B9E3E9-E484-0AE3-1A51-CB5DCA890692}"/>
                    </a:ext>
                  </a:extLst>
                </p14:cNvPr>
                <p14:cNvContentPartPr/>
                <p14:nvPr/>
              </p14:nvContentPartPr>
              <p14:xfrm>
                <a:off x="9930840" y="3395267"/>
                <a:ext cx="80280" cy="17064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45B9E3E9-E484-0AE3-1A51-CB5DCA890692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9913200" y="3377267"/>
                  <a:ext cx="11592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9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92F9321D-8B51-1D87-0F3F-D04998E4EBA6}"/>
                    </a:ext>
                  </a:extLst>
                </p14:cNvPr>
                <p14:cNvContentPartPr/>
                <p14:nvPr/>
              </p14:nvContentPartPr>
              <p14:xfrm>
                <a:off x="10252680" y="3413627"/>
                <a:ext cx="588960" cy="2124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92F9321D-8B51-1D87-0F3F-D04998E4EBA6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10235040" y="3395627"/>
                  <a:ext cx="62460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1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A66BA93D-3DDA-ECA3-DA9D-DC70E49601C4}"/>
                    </a:ext>
                  </a:extLst>
                </p14:cNvPr>
                <p14:cNvContentPartPr/>
                <p14:nvPr/>
              </p14:nvContentPartPr>
              <p14:xfrm>
                <a:off x="10768920" y="3304547"/>
                <a:ext cx="110880" cy="17784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A66BA93D-3DDA-ECA3-DA9D-DC70E49601C4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10750920" y="3286907"/>
                  <a:ext cx="14652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3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4B1B6AB3-D9E4-2B31-E2C6-4A097AC73A79}"/>
                    </a:ext>
                  </a:extLst>
                </p14:cNvPr>
                <p14:cNvContentPartPr/>
                <p14:nvPr/>
              </p14:nvContentPartPr>
              <p14:xfrm>
                <a:off x="7109520" y="3764267"/>
                <a:ext cx="4635720" cy="11592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4B1B6AB3-D9E4-2B31-E2C6-4A097AC73A79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7091880" y="3746627"/>
                  <a:ext cx="4671360" cy="151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151207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55" dirty="0"/>
              <a:t>Training</a:t>
            </a:r>
            <a:r>
              <a:rPr spc="150" dirty="0"/>
              <a:t> </a:t>
            </a:r>
            <a:r>
              <a:rPr dirty="0"/>
              <a:t>of</a:t>
            </a:r>
            <a:r>
              <a:rPr spc="165" dirty="0"/>
              <a:t> </a:t>
            </a:r>
            <a:r>
              <a:rPr dirty="0"/>
              <a:t>an</a:t>
            </a:r>
            <a:r>
              <a:rPr spc="45" dirty="0"/>
              <a:t> </a:t>
            </a:r>
            <a:r>
              <a:rPr spc="80" dirty="0"/>
              <a:t>Artificial</a:t>
            </a:r>
            <a:r>
              <a:rPr spc="165" dirty="0"/>
              <a:t> </a:t>
            </a:r>
            <a:r>
              <a:rPr spc="55" dirty="0"/>
              <a:t>Neural</a:t>
            </a:r>
            <a:r>
              <a:rPr spc="140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99896" y="4397121"/>
            <a:ext cx="9628505" cy="10661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 indent="-227965">
              <a:lnSpc>
                <a:spcPts val="2345"/>
              </a:lnSpc>
              <a:spcBef>
                <a:spcPts val="100"/>
              </a:spcBef>
              <a:buFont typeface="Arial"/>
              <a:buChar char="•"/>
              <a:tabLst>
                <a:tab pos="240665" algn="l"/>
              </a:tabLst>
            </a:pPr>
            <a:r>
              <a:rPr sz="2000" spc="10" dirty="0">
                <a:latin typeface="Calibri"/>
                <a:cs typeface="Calibri"/>
              </a:rPr>
              <a:t>Backpropagation</a:t>
            </a:r>
            <a:r>
              <a:rPr sz="2000" spc="210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algorithm</a:t>
            </a:r>
            <a:r>
              <a:rPr sz="2000" spc="210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a</a:t>
            </a:r>
            <a:r>
              <a:rPr sz="2000" spc="245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form</a:t>
            </a:r>
            <a:r>
              <a:rPr sz="2000" spc="245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of</a:t>
            </a:r>
            <a:r>
              <a:rPr sz="2000" spc="229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supervised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spc="40" dirty="0">
                <a:latin typeface="Calibri"/>
                <a:cs typeface="Calibri"/>
              </a:rPr>
              <a:t>learning</a:t>
            </a:r>
            <a:endParaRPr sz="2000">
              <a:latin typeface="Calibri"/>
              <a:cs typeface="Calibri"/>
            </a:endParaRPr>
          </a:p>
          <a:p>
            <a:pPr marL="697865" lvl="1" indent="-228600">
              <a:lnSpc>
                <a:spcPts val="1930"/>
              </a:lnSpc>
              <a:buFont typeface="Arial"/>
              <a:buChar char="•"/>
              <a:tabLst>
                <a:tab pos="697865" algn="l"/>
              </a:tabLst>
            </a:pPr>
            <a:r>
              <a:rPr sz="1700" spc="-20" dirty="0">
                <a:latin typeface="Calibri"/>
                <a:cs typeface="Calibri"/>
              </a:rPr>
              <a:t>We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45" dirty="0">
                <a:latin typeface="Calibri"/>
                <a:cs typeface="Calibri"/>
              </a:rPr>
              <a:t>initialize</a:t>
            </a:r>
            <a:r>
              <a:rPr sz="1700" spc="80" dirty="0">
                <a:latin typeface="Calibri"/>
                <a:cs typeface="Calibri"/>
              </a:rPr>
              <a:t> </a:t>
            </a:r>
            <a:r>
              <a:rPr sz="1700" spc="75" dirty="0">
                <a:latin typeface="Calibri"/>
                <a:cs typeface="Calibri"/>
              </a:rPr>
              <a:t>all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weights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of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4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ANN,</a:t>
            </a:r>
            <a:r>
              <a:rPr sz="1700" spc="-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and</a:t>
            </a:r>
            <a:r>
              <a:rPr sz="1700" spc="11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then</a:t>
            </a:r>
            <a:r>
              <a:rPr sz="1700" spc="9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feed</a:t>
            </a:r>
            <a:r>
              <a:rPr sz="1700" spc="11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1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data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into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spc="-25" dirty="0">
                <a:latin typeface="Calibri"/>
                <a:cs typeface="Calibri"/>
              </a:rPr>
              <a:t>it</a:t>
            </a:r>
            <a:endParaRPr sz="1700">
              <a:latin typeface="Calibri"/>
              <a:cs typeface="Calibri"/>
            </a:endParaRPr>
          </a:p>
          <a:p>
            <a:pPr marL="697865" lvl="1" indent="-228600">
              <a:lnSpc>
                <a:spcPts val="1925"/>
              </a:lnSpc>
              <a:buFont typeface="Arial"/>
              <a:buChar char="•"/>
              <a:tabLst>
                <a:tab pos="697865" algn="l"/>
              </a:tabLst>
            </a:pPr>
            <a:r>
              <a:rPr sz="1700" dirty="0">
                <a:latin typeface="Calibri"/>
                <a:cs typeface="Calibri"/>
              </a:rPr>
              <a:t>Each</a:t>
            </a:r>
            <a:r>
              <a:rPr sz="1700" spc="25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training</a:t>
            </a:r>
            <a:r>
              <a:rPr sz="1700" spc="22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example</a:t>
            </a:r>
            <a:r>
              <a:rPr sz="1700" spc="2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generates</a:t>
            </a:r>
            <a:r>
              <a:rPr sz="1700" spc="25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</a:t>
            </a:r>
            <a:r>
              <a:rPr sz="1700" spc="26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output.</a:t>
            </a:r>
            <a:endParaRPr sz="1700">
              <a:latin typeface="Calibri"/>
              <a:cs typeface="Calibri"/>
            </a:endParaRPr>
          </a:p>
          <a:p>
            <a:pPr marL="697865" lvl="1" indent="-228600">
              <a:lnSpc>
                <a:spcPts val="1980"/>
              </a:lnSpc>
              <a:buFont typeface="Arial"/>
              <a:buChar char="•"/>
              <a:tabLst>
                <a:tab pos="697865" algn="l"/>
              </a:tabLst>
            </a:pPr>
            <a:r>
              <a:rPr sz="1700" spc="-20" dirty="0">
                <a:latin typeface="Calibri"/>
                <a:cs typeface="Calibri"/>
              </a:rPr>
              <a:t>We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know</a:t>
            </a:r>
            <a:r>
              <a:rPr sz="1700" spc="8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correct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output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for</a:t>
            </a:r>
            <a:r>
              <a:rPr sz="1700" spc="1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those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training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samples,</a:t>
            </a:r>
            <a:r>
              <a:rPr sz="1700" spc="-3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so</a:t>
            </a:r>
            <a:r>
              <a:rPr sz="1700" spc="1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for</a:t>
            </a:r>
            <a:r>
              <a:rPr sz="1700" spc="1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each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output,</a:t>
            </a:r>
            <a:r>
              <a:rPr sz="1700" spc="-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we</a:t>
            </a:r>
            <a:r>
              <a:rPr sz="1700" spc="1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can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define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</a:t>
            </a:r>
            <a:r>
              <a:rPr sz="1700" spc="140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error</a:t>
            </a:r>
            <a:endParaRPr sz="17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257096" y="5423103"/>
            <a:ext cx="9794875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40665" algn="l"/>
              </a:tabLst>
            </a:pPr>
            <a:r>
              <a:rPr sz="1700" spc="10" dirty="0">
                <a:latin typeface="Calibri"/>
                <a:cs typeface="Calibri"/>
              </a:rPr>
              <a:t>Then,</a:t>
            </a:r>
            <a:r>
              <a:rPr sz="1700" spc="-6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we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can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essentially </a:t>
            </a:r>
            <a:r>
              <a:rPr sz="1700" spc="55" dirty="0">
                <a:latin typeface="Calibri"/>
                <a:cs typeface="Calibri"/>
              </a:rPr>
              <a:t>go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backwards,</a:t>
            </a:r>
            <a:r>
              <a:rPr sz="1700" spc="-60" dirty="0">
                <a:latin typeface="Calibri"/>
                <a:cs typeface="Calibri"/>
              </a:rPr>
              <a:t> </a:t>
            </a:r>
            <a:r>
              <a:rPr sz="1700" spc="60" dirty="0">
                <a:latin typeface="Calibri"/>
                <a:cs typeface="Calibri"/>
              </a:rPr>
              <a:t>assigning</a:t>
            </a:r>
            <a:r>
              <a:rPr sz="1700" spc="80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some</a:t>
            </a:r>
            <a:r>
              <a:rPr sz="1700" spc="90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part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of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that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error</a:t>
            </a:r>
            <a:r>
              <a:rPr sz="1700" spc="110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to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the</a:t>
            </a:r>
            <a:r>
              <a:rPr sz="1700" spc="9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weights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between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output</a:t>
            </a:r>
            <a:endParaRPr sz="17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257096" y="5604459"/>
            <a:ext cx="8069580" cy="530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>
              <a:lnSpc>
                <a:spcPts val="1985"/>
              </a:lnSpc>
              <a:spcBef>
                <a:spcPts val="100"/>
              </a:spcBef>
            </a:pPr>
            <a:r>
              <a:rPr sz="1700" dirty="0">
                <a:latin typeface="Calibri"/>
                <a:cs typeface="Calibri"/>
              </a:rPr>
              <a:t>neuron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and</a:t>
            </a:r>
            <a:r>
              <a:rPr sz="1700" spc="1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previous</a:t>
            </a:r>
            <a:r>
              <a:rPr sz="1700" spc="18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neurons</a:t>
            </a:r>
            <a:endParaRPr sz="1700">
              <a:latin typeface="Calibri"/>
              <a:cs typeface="Calibri"/>
            </a:endParaRPr>
          </a:p>
          <a:p>
            <a:pPr marL="240665" indent="-227965">
              <a:lnSpc>
                <a:spcPts val="1985"/>
              </a:lnSpc>
              <a:buFont typeface="Arial"/>
              <a:buChar char="•"/>
              <a:tabLst>
                <a:tab pos="240665" algn="l"/>
              </a:tabLst>
            </a:pPr>
            <a:r>
              <a:rPr sz="1700" dirty="0">
                <a:latin typeface="Calibri"/>
                <a:cs typeface="Calibri"/>
              </a:rPr>
              <a:t>Adjusting</a:t>
            </a:r>
            <a:r>
              <a:rPr sz="1700" spc="12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7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weights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allows</a:t>
            </a:r>
            <a:r>
              <a:rPr sz="1700" spc="18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us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to</a:t>
            </a:r>
            <a:r>
              <a:rPr sz="1700" spc="18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move</a:t>
            </a:r>
            <a:r>
              <a:rPr sz="1700" spc="19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towards</a:t>
            </a:r>
            <a:r>
              <a:rPr sz="1700" spc="17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7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correct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answer,</a:t>
            </a:r>
            <a:r>
              <a:rPr sz="1700" spc="-1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as</a:t>
            </a:r>
            <a:r>
              <a:rPr sz="1700" spc="1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defined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by</a:t>
            </a:r>
            <a:r>
              <a:rPr sz="1700" spc="90" dirty="0">
                <a:latin typeface="Calibri"/>
                <a:cs typeface="Calibri"/>
              </a:rPr>
              <a:t> </a:t>
            </a:r>
            <a:r>
              <a:rPr sz="1700" spc="-25" dirty="0">
                <a:latin typeface="Calibri"/>
                <a:cs typeface="Calibri"/>
              </a:rPr>
              <a:t>us</a:t>
            </a:r>
            <a:endParaRPr sz="1700">
              <a:latin typeface="Calibri"/>
              <a:cs typeface="Calibri"/>
            </a:endParaRP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23514" y="933450"/>
            <a:ext cx="4571999" cy="3276600"/>
          </a:xfrm>
          <a:prstGeom prst="rect">
            <a:avLst/>
          </a:prstGeom>
        </p:spPr>
      </p:pic>
      <p:sp>
        <p:nvSpPr>
          <p:cNvPr id="7" name="object 7"/>
          <p:cNvSpPr/>
          <p:nvPr/>
        </p:nvSpPr>
        <p:spPr>
          <a:xfrm>
            <a:off x="474789" y="4333113"/>
            <a:ext cx="11052175" cy="0"/>
          </a:xfrm>
          <a:custGeom>
            <a:avLst/>
            <a:gdLst/>
            <a:ahLst/>
            <a:cxnLst/>
            <a:rect l="l" t="t" r="r" b="b"/>
            <a:pathLst>
              <a:path w="11052175">
                <a:moveTo>
                  <a:pt x="0" y="0"/>
                </a:moveTo>
                <a:lnTo>
                  <a:pt x="11051984" y="0"/>
                </a:lnTo>
              </a:path>
            </a:pathLst>
          </a:custGeom>
          <a:ln w="6350">
            <a:solidFill>
              <a:srgbClr val="5B9BD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528307" y="6390233"/>
            <a:ext cx="5588635" cy="1873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050" spc="-10" dirty="0">
                <a:latin typeface="Calibri"/>
                <a:cs typeface="Calibri"/>
              </a:rPr>
              <a:t>https://github.com/rasbt/python-machine-learning-book/blob/master/faq/visual-backpropagation.md</a:t>
            </a:r>
            <a:endParaRPr sz="1050">
              <a:latin typeface="Calibri"/>
              <a:cs typeface="Calibri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F12A33F-D950-0E6C-BADA-2EC6D62CF954}"/>
              </a:ext>
            </a:extLst>
          </p:cNvPr>
          <p:cNvGrpSpPr/>
          <p:nvPr/>
        </p:nvGrpSpPr>
        <p:grpSpPr>
          <a:xfrm>
            <a:off x="8290580" y="1233560"/>
            <a:ext cx="991440" cy="431640"/>
            <a:chOff x="8290580" y="1233560"/>
            <a:chExt cx="991440" cy="43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3F1D8BB3-7558-6693-90DB-E95EA4072B12}"/>
                    </a:ext>
                  </a:extLst>
                </p14:cNvPr>
                <p14:cNvContentPartPr/>
                <p14:nvPr/>
              </p14:nvContentPartPr>
              <p14:xfrm>
                <a:off x="8356460" y="1401680"/>
                <a:ext cx="26640" cy="2332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3F1D8BB3-7558-6693-90DB-E95EA4072B12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338460" y="1383680"/>
                  <a:ext cx="6228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50D1267-906C-3C45-6D6D-07E246A2ADE7}"/>
                    </a:ext>
                  </a:extLst>
                </p14:cNvPr>
                <p14:cNvContentPartPr/>
                <p14:nvPr/>
              </p14:nvContentPartPr>
              <p14:xfrm>
                <a:off x="8290580" y="1233560"/>
                <a:ext cx="11520" cy="608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50D1267-906C-3C45-6D6D-07E246A2ADE7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272580" y="1215560"/>
                  <a:ext cx="4716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2323098-841F-3BB3-7F7E-99402882AC19}"/>
                    </a:ext>
                  </a:extLst>
                </p14:cNvPr>
                <p14:cNvContentPartPr/>
                <p14:nvPr/>
              </p14:nvContentPartPr>
              <p14:xfrm>
                <a:off x="8462300" y="1413920"/>
                <a:ext cx="207720" cy="1202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2323098-841F-3BB3-7F7E-99402882AC1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444660" y="1396280"/>
                  <a:ext cx="24336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B42BE711-F5A0-3D02-8A11-0D29741EB707}"/>
                    </a:ext>
                  </a:extLst>
                </p14:cNvPr>
                <p14:cNvContentPartPr/>
                <p14:nvPr/>
              </p14:nvContentPartPr>
              <p14:xfrm>
                <a:off x="8780900" y="1442000"/>
                <a:ext cx="47520" cy="223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B42BE711-F5A0-3D02-8A11-0D29741EB707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762900" y="1424360"/>
                  <a:ext cx="8316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412C029-33FF-41F8-284E-AC2FEC26D7DE}"/>
                    </a:ext>
                  </a:extLst>
                </p14:cNvPr>
                <p14:cNvContentPartPr/>
                <p14:nvPr/>
              </p14:nvContentPartPr>
              <p14:xfrm>
                <a:off x="8778380" y="1418240"/>
                <a:ext cx="126360" cy="1098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412C029-33FF-41F8-284E-AC2FEC26D7DE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760380" y="1400600"/>
                  <a:ext cx="16200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C403AA5B-2487-41F8-674B-C4615B614C73}"/>
                    </a:ext>
                  </a:extLst>
                </p14:cNvPr>
                <p14:cNvContentPartPr/>
                <p14:nvPr/>
              </p14:nvContentPartPr>
              <p14:xfrm>
                <a:off x="8954060" y="1410320"/>
                <a:ext cx="141480" cy="957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C403AA5B-2487-41F8-674B-C4615B614C73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936420" y="1392320"/>
                  <a:ext cx="17712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2D9A1761-C329-15F0-C233-AFFE088EA7F1}"/>
                    </a:ext>
                  </a:extLst>
                </p14:cNvPr>
                <p14:cNvContentPartPr/>
                <p14:nvPr/>
              </p14:nvContentPartPr>
              <p14:xfrm>
                <a:off x="9229820" y="1274240"/>
                <a:ext cx="48960" cy="2664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2D9A1761-C329-15F0-C233-AFFE088EA7F1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211820" y="1256600"/>
                  <a:ext cx="8460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6D5A4E8-D472-F1FF-2D1D-DA299C5BD425}"/>
                    </a:ext>
                  </a:extLst>
                </p14:cNvPr>
                <p14:cNvContentPartPr/>
                <p14:nvPr/>
              </p14:nvContentPartPr>
              <p14:xfrm>
                <a:off x="9183380" y="1393400"/>
                <a:ext cx="98640" cy="572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6D5A4E8-D472-F1FF-2D1D-DA299C5BD425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165380" y="1375400"/>
                  <a:ext cx="134280" cy="92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C1DE5F48-D676-01D8-3700-88CC9A1335A6}"/>
                  </a:ext>
                </a:extLst>
              </p14:cNvPr>
              <p14:cNvContentPartPr/>
              <p14:nvPr/>
            </p14:nvContentPartPr>
            <p14:xfrm>
              <a:off x="9684500" y="1036280"/>
              <a:ext cx="735840" cy="86724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C1DE5F48-D676-01D8-3700-88CC9A1335A6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9666500" y="1018280"/>
                <a:ext cx="771480" cy="902880"/>
              </a:xfrm>
              <a:prstGeom prst="rect">
                <a:avLst/>
              </a:prstGeom>
            </p:spPr>
          </p:pic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9761596B-7A62-D391-43FE-834D30EAA0C1}"/>
              </a:ext>
            </a:extLst>
          </p:cNvPr>
          <p:cNvGrpSpPr/>
          <p:nvPr/>
        </p:nvGrpSpPr>
        <p:grpSpPr>
          <a:xfrm>
            <a:off x="10818860" y="1188920"/>
            <a:ext cx="1119960" cy="336240"/>
            <a:chOff x="10818860" y="1188920"/>
            <a:chExt cx="1119960" cy="33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54655BC-11B7-3AB8-BF80-CE52FF4864DD}"/>
                    </a:ext>
                  </a:extLst>
                </p14:cNvPr>
                <p14:cNvContentPartPr/>
                <p14:nvPr/>
              </p14:nvContentPartPr>
              <p14:xfrm>
                <a:off x="10818860" y="1390160"/>
                <a:ext cx="81720" cy="1152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54655BC-11B7-3AB8-BF80-CE52FF4864DD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0801220" y="1372520"/>
                  <a:ext cx="11736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E7D3E60-4EDD-A642-07F9-5052CAE6CA81}"/>
                    </a:ext>
                  </a:extLst>
                </p14:cNvPr>
                <p14:cNvContentPartPr/>
                <p14:nvPr/>
              </p14:nvContentPartPr>
              <p14:xfrm>
                <a:off x="11052140" y="1368560"/>
                <a:ext cx="85680" cy="1022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E7D3E60-4EDD-A642-07F9-5052CAE6CA81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1034500" y="1350560"/>
                  <a:ext cx="12132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01C17B1-E8D0-DFB2-97D6-5F92186A26A6}"/>
                    </a:ext>
                  </a:extLst>
                </p14:cNvPr>
                <p14:cNvContentPartPr/>
                <p14:nvPr/>
              </p14:nvContentPartPr>
              <p14:xfrm>
                <a:off x="11285780" y="1247240"/>
                <a:ext cx="31320" cy="2289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01C17B1-E8D0-DFB2-97D6-5F92186A26A6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1267780" y="1229240"/>
                  <a:ext cx="6696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2014520-D1C2-FE86-21BC-EC12DD50591C}"/>
                    </a:ext>
                  </a:extLst>
                </p14:cNvPr>
                <p14:cNvContentPartPr/>
                <p14:nvPr/>
              </p14:nvContentPartPr>
              <p14:xfrm>
                <a:off x="11241140" y="1371800"/>
                <a:ext cx="111240" cy="45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2014520-D1C2-FE86-21BC-EC12DD50591C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1223140" y="1354160"/>
                  <a:ext cx="14688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5AE18D4-4875-0A5D-A747-7E0FFA1D5619}"/>
                    </a:ext>
                  </a:extLst>
                </p14:cNvPr>
                <p14:cNvContentPartPr/>
                <p14:nvPr/>
              </p14:nvContentPartPr>
              <p14:xfrm>
                <a:off x="11454980" y="1388000"/>
                <a:ext cx="55080" cy="137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5AE18D4-4875-0A5D-A747-7E0FFA1D5619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1436980" y="1370360"/>
                  <a:ext cx="9072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11FE884-DFD9-2495-7DAC-14827BDE56AA}"/>
                    </a:ext>
                  </a:extLst>
                </p14:cNvPr>
                <p14:cNvContentPartPr/>
                <p14:nvPr/>
              </p14:nvContentPartPr>
              <p14:xfrm>
                <a:off x="11475860" y="1337960"/>
                <a:ext cx="100080" cy="835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11FE884-DFD9-2495-7DAC-14827BDE56AA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1458220" y="1319960"/>
                  <a:ext cx="13572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C706F1D-3CD6-42BF-BE12-D6AEE95E34D9}"/>
                    </a:ext>
                  </a:extLst>
                </p14:cNvPr>
                <p14:cNvContentPartPr/>
                <p14:nvPr/>
              </p14:nvContentPartPr>
              <p14:xfrm>
                <a:off x="11657300" y="1351640"/>
                <a:ext cx="90720" cy="824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C706F1D-3CD6-42BF-BE12-D6AEE95E34D9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1639300" y="1334000"/>
                  <a:ext cx="12636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64DF26D-1CD0-41AF-54BA-7C956F23AEE8}"/>
                    </a:ext>
                  </a:extLst>
                </p14:cNvPr>
                <p14:cNvContentPartPr/>
                <p14:nvPr/>
              </p14:nvContentPartPr>
              <p14:xfrm>
                <a:off x="11813540" y="1188920"/>
                <a:ext cx="71640" cy="2088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64DF26D-1CD0-41AF-54BA-7C956F23AEE8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1795540" y="1171280"/>
                  <a:ext cx="10728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B9404E0C-78A3-D2E5-0BAE-1023814F1FFE}"/>
                    </a:ext>
                  </a:extLst>
                </p14:cNvPr>
                <p14:cNvContentPartPr/>
                <p14:nvPr/>
              </p14:nvContentPartPr>
              <p14:xfrm>
                <a:off x="11778260" y="1272440"/>
                <a:ext cx="160560" cy="565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B9404E0C-78A3-D2E5-0BAE-1023814F1FFE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1760620" y="1254440"/>
                  <a:ext cx="196200" cy="92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B8B54C31-C8A2-99BC-C35D-0637244AA139}"/>
              </a:ext>
            </a:extLst>
          </p:cNvPr>
          <p:cNvGrpSpPr/>
          <p:nvPr/>
        </p:nvGrpSpPr>
        <p:grpSpPr>
          <a:xfrm>
            <a:off x="8249900" y="2123840"/>
            <a:ext cx="1467720" cy="308880"/>
            <a:chOff x="8249900" y="2123840"/>
            <a:chExt cx="1467720" cy="30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3EF2572-A53C-35CE-E8B3-C6323A15F2E4}"/>
                    </a:ext>
                  </a:extLst>
                </p14:cNvPr>
                <p14:cNvContentPartPr/>
                <p14:nvPr/>
              </p14:nvContentPartPr>
              <p14:xfrm>
                <a:off x="8249900" y="2123840"/>
                <a:ext cx="195120" cy="637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3EF2572-A53C-35CE-E8B3-C6323A15F2E4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232260" y="2106200"/>
                  <a:ext cx="23076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BAD4246-E031-CDC6-297F-E98CFF5E294B}"/>
                    </a:ext>
                  </a:extLst>
                </p14:cNvPr>
                <p14:cNvContentPartPr/>
                <p14:nvPr/>
              </p14:nvContentPartPr>
              <p14:xfrm>
                <a:off x="8342780" y="2146520"/>
                <a:ext cx="104040" cy="2455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BAD4246-E031-CDC6-297F-E98CFF5E294B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325140" y="2128880"/>
                  <a:ext cx="13968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31BB2BF-1F40-770C-B4CD-A02C34A34811}"/>
                    </a:ext>
                  </a:extLst>
                </p14:cNvPr>
                <p14:cNvContentPartPr/>
                <p14:nvPr/>
              </p14:nvContentPartPr>
              <p14:xfrm>
                <a:off x="8508740" y="2214920"/>
                <a:ext cx="51120" cy="1152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C31BB2BF-1F40-770C-B4CD-A02C34A34811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8490740" y="2196920"/>
                  <a:ext cx="8676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1456574-5CA8-A384-597C-92A3C4DB9FF4}"/>
                    </a:ext>
                  </a:extLst>
                </p14:cNvPr>
                <p14:cNvContentPartPr/>
                <p14:nvPr/>
              </p14:nvContentPartPr>
              <p14:xfrm>
                <a:off x="8667860" y="2229320"/>
                <a:ext cx="86760" cy="1116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1456574-5CA8-A384-597C-92A3C4DB9FF4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650220" y="2211680"/>
                  <a:ext cx="12240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71C7C79-4C5A-F25F-2791-3B29DA09A20D}"/>
                    </a:ext>
                  </a:extLst>
                </p14:cNvPr>
                <p14:cNvContentPartPr/>
                <p14:nvPr/>
              </p14:nvContentPartPr>
              <p14:xfrm>
                <a:off x="8865140" y="2259200"/>
                <a:ext cx="28080" cy="853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71C7C79-4C5A-F25F-2791-3B29DA09A20D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847500" y="2241560"/>
                  <a:ext cx="637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C2FC389-3B94-4924-CF29-0CDDB05D8E1F}"/>
                    </a:ext>
                  </a:extLst>
                </p14:cNvPr>
                <p14:cNvContentPartPr/>
                <p14:nvPr/>
              </p14:nvContentPartPr>
              <p14:xfrm>
                <a:off x="8887460" y="2142920"/>
                <a:ext cx="15840" cy="291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C2FC389-3B94-4924-CF29-0CDDB05D8E1F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869460" y="2125280"/>
                  <a:ext cx="5148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3990C53-9C36-EE33-AF2B-38B7E9C3CC5D}"/>
                    </a:ext>
                  </a:extLst>
                </p14:cNvPr>
                <p14:cNvContentPartPr/>
                <p14:nvPr/>
              </p14:nvContentPartPr>
              <p14:xfrm>
                <a:off x="8996540" y="2241560"/>
                <a:ext cx="133200" cy="1090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3990C53-9C36-EE33-AF2B-38B7E9C3CC5D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978900" y="2223920"/>
                  <a:ext cx="16884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87C8867-6893-EB18-81F2-6DF32EEFD4CA}"/>
                    </a:ext>
                  </a:extLst>
                </p14:cNvPr>
                <p14:cNvContentPartPr/>
                <p14:nvPr/>
              </p14:nvContentPartPr>
              <p14:xfrm>
                <a:off x="9236660" y="2257400"/>
                <a:ext cx="23040" cy="993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87C8867-6893-EB18-81F2-6DF32EEFD4CA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9219020" y="2239760"/>
                  <a:ext cx="5868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5C0BEFA3-C881-ECCD-7462-F0A82E00744B}"/>
                    </a:ext>
                  </a:extLst>
                </p14:cNvPr>
                <p14:cNvContentPartPr/>
                <p14:nvPr/>
              </p14:nvContentPartPr>
              <p14:xfrm>
                <a:off x="9221180" y="2189360"/>
                <a:ext cx="34560" cy="230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5C0BEFA3-C881-ECCD-7462-F0A82E00744B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9203540" y="2171360"/>
                  <a:ext cx="7020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4EFC2399-DC9E-70AA-E7D2-1386722DD895}"/>
                    </a:ext>
                  </a:extLst>
                </p14:cNvPr>
                <p14:cNvContentPartPr/>
                <p14:nvPr/>
              </p14:nvContentPartPr>
              <p14:xfrm>
                <a:off x="9354380" y="2234720"/>
                <a:ext cx="176040" cy="1008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4EFC2399-DC9E-70AA-E7D2-1386722DD895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336380" y="2217080"/>
                  <a:ext cx="21168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9A54B0C-22DD-7291-018E-EBB222146DCD}"/>
                    </a:ext>
                  </a:extLst>
                </p14:cNvPr>
                <p14:cNvContentPartPr/>
                <p14:nvPr/>
              </p14:nvContentPartPr>
              <p14:xfrm>
                <a:off x="9651020" y="2255960"/>
                <a:ext cx="66600" cy="1767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9A54B0C-22DD-7291-018E-EBB222146DCD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633380" y="2237960"/>
                  <a:ext cx="102240" cy="21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167B80DB-2E1F-699C-3C22-0596CAF8A442}"/>
              </a:ext>
            </a:extLst>
          </p:cNvPr>
          <p:cNvGrpSpPr/>
          <p:nvPr/>
        </p:nvGrpSpPr>
        <p:grpSpPr>
          <a:xfrm>
            <a:off x="8429180" y="2704520"/>
            <a:ext cx="101160" cy="320760"/>
            <a:chOff x="8429180" y="2704520"/>
            <a:chExt cx="101160" cy="320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89F33E1-CD86-22FC-508F-E4F0A74FFC56}"/>
                    </a:ext>
                  </a:extLst>
                </p14:cNvPr>
                <p14:cNvContentPartPr/>
                <p14:nvPr/>
              </p14:nvContentPartPr>
              <p14:xfrm>
                <a:off x="8465900" y="2704520"/>
                <a:ext cx="14760" cy="2930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89F33E1-CD86-22FC-508F-E4F0A74FFC56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8448260" y="2686880"/>
                  <a:ext cx="5040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6AC94AE-37B8-45BD-20AF-A069DBB5D81D}"/>
                    </a:ext>
                  </a:extLst>
                </p14:cNvPr>
                <p14:cNvContentPartPr/>
                <p14:nvPr/>
              </p14:nvContentPartPr>
              <p14:xfrm>
                <a:off x="8429180" y="2988200"/>
                <a:ext cx="101160" cy="370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6AC94AE-37B8-45BD-20AF-A069DBB5D81D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8411540" y="2970200"/>
                  <a:ext cx="136800" cy="7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E017240C-E0C0-377A-6F44-F99FA76DFC8A}"/>
              </a:ext>
            </a:extLst>
          </p:cNvPr>
          <p:cNvGrpSpPr/>
          <p:nvPr/>
        </p:nvGrpSpPr>
        <p:grpSpPr>
          <a:xfrm>
            <a:off x="8931740" y="2691920"/>
            <a:ext cx="809640" cy="310680"/>
            <a:chOff x="8931740" y="2691920"/>
            <a:chExt cx="809640" cy="310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31E26B3-9E14-67A4-5A0A-6601A61C2775}"/>
                    </a:ext>
                  </a:extLst>
                </p14:cNvPr>
                <p14:cNvContentPartPr/>
                <p14:nvPr/>
              </p14:nvContentPartPr>
              <p14:xfrm>
                <a:off x="8931740" y="2691920"/>
                <a:ext cx="23400" cy="3106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31E26B3-9E14-67A4-5A0A-6601A61C2775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8914100" y="2673920"/>
                  <a:ext cx="5904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B1B3CE0-9E38-F165-70E5-AC3450E223BB}"/>
                    </a:ext>
                  </a:extLst>
                </p14:cNvPr>
                <p14:cNvContentPartPr/>
                <p14:nvPr/>
              </p14:nvContentPartPr>
              <p14:xfrm>
                <a:off x="8951900" y="2806760"/>
                <a:ext cx="105480" cy="1317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B1B3CE0-9E38-F165-70E5-AC3450E223BB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8933900" y="2788760"/>
                  <a:ext cx="14112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ABC9D6B-28EC-C07A-D5C5-A655A6342A87}"/>
                    </a:ext>
                  </a:extLst>
                </p14:cNvPr>
                <p14:cNvContentPartPr/>
                <p14:nvPr/>
              </p14:nvContentPartPr>
              <p14:xfrm>
                <a:off x="9154580" y="2831960"/>
                <a:ext cx="192600" cy="1159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ABC9D6B-28EC-C07A-D5C5-A655A6342A87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9136580" y="2813960"/>
                  <a:ext cx="22824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625E82F-73A1-65A8-730A-A09F6F2465B7}"/>
                    </a:ext>
                  </a:extLst>
                </p14:cNvPr>
                <p14:cNvContentPartPr/>
                <p14:nvPr/>
              </p14:nvContentPartPr>
              <p14:xfrm>
                <a:off x="9446180" y="2840600"/>
                <a:ext cx="52920" cy="946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625E82F-73A1-65A8-730A-A09F6F2465B7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9428180" y="2822600"/>
                  <a:ext cx="8856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6E8E354-7894-D896-19A5-55EFF061A8E2}"/>
                    </a:ext>
                  </a:extLst>
                </p14:cNvPr>
                <p14:cNvContentPartPr/>
                <p14:nvPr/>
              </p14:nvContentPartPr>
              <p14:xfrm>
                <a:off x="9581180" y="2853200"/>
                <a:ext cx="160200" cy="907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6E8E354-7894-D896-19A5-55EFF061A8E2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9563540" y="2835560"/>
                  <a:ext cx="195840" cy="12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CC7D15E-10D6-2946-B844-3C1D6DE8AFAA}"/>
              </a:ext>
            </a:extLst>
          </p:cNvPr>
          <p:cNvGrpSpPr/>
          <p:nvPr/>
        </p:nvGrpSpPr>
        <p:grpSpPr>
          <a:xfrm>
            <a:off x="10038020" y="2671040"/>
            <a:ext cx="569160" cy="281880"/>
            <a:chOff x="10038020" y="2671040"/>
            <a:chExt cx="569160" cy="28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5985550-F640-4D3D-7A0F-52814B46E1FD}"/>
                    </a:ext>
                  </a:extLst>
                </p14:cNvPr>
                <p14:cNvContentPartPr/>
                <p14:nvPr/>
              </p14:nvContentPartPr>
              <p14:xfrm>
                <a:off x="10038020" y="2815040"/>
                <a:ext cx="91440" cy="1378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5985550-F640-4D3D-7A0F-52814B46E1FD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0020380" y="2797040"/>
                  <a:ext cx="12708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F0AAC92-B84B-AE9C-5324-28F92AED3104}"/>
                    </a:ext>
                  </a:extLst>
                </p14:cNvPr>
                <p14:cNvContentPartPr/>
                <p14:nvPr/>
              </p14:nvContentPartPr>
              <p14:xfrm>
                <a:off x="10285340" y="2845640"/>
                <a:ext cx="160200" cy="921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F0AAC92-B84B-AE9C-5324-28F92AED3104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0267340" y="2827640"/>
                  <a:ext cx="19584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3FC500B-2E61-286B-8F76-70AD2833AB32}"/>
                    </a:ext>
                  </a:extLst>
                </p14:cNvPr>
                <p14:cNvContentPartPr/>
                <p14:nvPr/>
              </p14:nvContentPartPr>
              <p14:xfrm>
                <a:off x="10532300" y="2671040"/>
                <a:ext cx="48240" cy="2404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3FC500B-2E61-286B-8F76-70AD2833AB32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0514660" y="2653040"/>
                  <a:ext cx="8388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B9BADE57-89DC-FD66-EA0E-EDEFA7B9DB16}"/>
                    </a:ext>
                  </a:extLst>
                </p14:cNvPr>
                <p14:cNvContentPartPr/>
                <p14:nvPr/>
              </p14:nvContentPartPr>
              <p14:xfrm>
                <a:off x="10531580" y="2830880"/>
                <a:ext cx="75600" cy="270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B9BADE57-89DC-FD66-EA0E-EDEFA7B9DB16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0513580" y="2813240"/>
                  <a:ext cx="111240" cy="62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0F39D265-1DA8-38FC-2C27-20E0AA0A96FD}"/>
              </a:ext>
            </a:extLst>
          </p:cNvPr>
          <p:cNvGrpSpPr/>
          <p:nvPr/>
        </p:nvGrpSpPr>
        <p:grpSpPr>
          <a:xfrm>
            <a:off x="10790420" y="2682920"/>
            <a:ext cx="556920" cy="298800"/>
            <a:chOff x="10790420" y="2682920"/>
            <a:chExt cx="556920" cy="29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9A3957EB-D8B0-33E2-37C4-7C80A3B35E69}"/>
                    </a:ext>
                  </a:extLst>
                </p14:cNvPr>
                <p14:cNvContentPartPr/>
                <p14:nvPr/>
              </p14:nvContentPartPr>
              <p14:xfrm>
                <a:off x="10790420" y="2830160"/>
                <a:ext cx="40680" cy="1515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9A3957EB-D8B0-33E2-37C4-7C80A3B35E69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772780" y="2812520"/>
                  <a:ext cx="7632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CFF5A627-CBA0-93B7-71C3-932D0AC16DAB}"/>
                    </a:ext>
                  </a:extLst>
                </p14:cNvPr>
                <p14:cNvContentPartPr/>
                <p14:nvPr/>
              </p14:nvContentPartPr>
              <p14:xfrm>
                <a:off x="10813460" y="2791640"/>
                <a:ext cx="86400" cy="954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CFF5A627-CBA0-93B7-71C3-932D0AC16DAB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795820" y="2774000"/>
                  <a:ext cx="12204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918A9B1C-821B-754A-545F-BA0E4AED7323}"/>
                    </a:ext>
                  </a:extLst>
                </p14:cNvPr>
                <p14:cNvContentPartPr/>
                <p14:nvPr/>
              </p14:nvContentPartPr>
              <p14:xfrm>
                <a:off x="10935500" y="2796680"/>
                <a:ext cx="160200" cy="95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918A9B1C-821B-754A-545F-BA0E4AED7323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917860" y="2778680"/>
                  <a:ext cx="19584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1504BD9A-70F6-CA5B-F256-B3DE24014DC4}"/>
                    </a:ext>
                  </a:extLst>
                </p14:cNvPr>
                <p14:cNvContentPartPr/>
                <p14:nvPr/>
              </p14:nvContentPartPr>
              <p14:xfrm>
                <a:off x="11162300" y="2682920"/>
                <a:ext cx="88200" cy="2095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1504BD9A-70F6-CA5B-F256-B3DE24014DC4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1144300" y="2664920"/>
                  <a:ext cx="12384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E5122615-D237-A000-112E-1ABE519F7866}"/>
                    </a:ext>
                  </a:extLst>
                </p14:cNvPr>
                <p14:cNvContentPartPr/>
                <p14:nvPr/>
              </p14:nvContentPartPr>
              <p14:xfrm>
                <a:off x="11148980" y="2770040"/>
                <a:ext cx="198360" cy="540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E5122615-D237-A000-112E-1ABE519F7866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1130980" y="2752040"/>
                  <a:ext cx="234000" cy="89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A9BBAA7A-090A-CA3F-A200-2CC1E96C811C}"/>
              </a:ext>
            </a:extLst>
          </p:cNvPr>
          <p:cNvGrpSpPr/>
          <p:nvPr/>
        </p:nvGrpSpPr>
        <p:grpSpPr>
          <a:xfrm>
            <a:off x="8492540" y="3327320"/>
            <a:ext cx="234720" cy="159480"/>
            <a:chOff x="8492540" y="3327320"/>
            <a:chExt cx="234720" cy="15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01993EDF-3836-EE11-74CD-1EACDE03A39D}"/>
                    </a:ext>
                  </a:extLst>
                </p14:cNvPr>
                <p14:cNvContentPartPr/>
                <p14:nvPr/>
              </p14:nvContentPartPr>
              <p14:xfrm>
                <a:off x="8492540" y="3327320"/>
                <a:ext cx="102600" cy="1594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01993EDF-3836-EE11-74CD-1EACDE03A39D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8474900" y="3309320"/>
                  <a:ext cx="13824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18F9176-6AC5-FEAD-45C7-9D810A606C14}"/>
                    </a:ext>
                  </a:extLst>
                </p14:cNvPr>
                <p14:cNvContentPartPr/>
                <p14:nvPr/>
              </p14:nvContentPartPr>
              <p14:xfrm>
                <a:off x="8673620" y="3360800"/>
                <a:ext cx="53640" cy="1180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18F9176-6AC5-FEAD-45C7-9D810A606C14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8655980" y="3343160"/>
                  <a:ext cx="89280" cy="15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AFB00650-3FA7-E7C9-80BC-F8BA61E37D40}"/>
              </a:ext>
            </a:extLst>
          </p:cNvPr>
          <p:cNvGrpSpPr/>
          <p:nvPr/>
        </p:nvGrpSpPr>
        <p:grpSpPr>
          <a:xfrm>
            <a:off x="9024620" y="3245600"/>
            <a:ext cx="124560" cy="313920"/>
            <a:chOff x="9024620" y="3245600"/>
            <a:chExt cx="124560" cy="31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B9AB9244-C178-BAF5-2BF9-26D451889B24}"/>
                    </a:ext>
                  </a:extLst>
                </p14:cNvPr>
                <p14:cNvContentPartPr/>
                <p14:nvPr/>
              </p14:nvContentPartPr>
              <p14:xfrm>
                <a:off x="9058460" y="3245600"/>
                <a:ext cx="21240" cy="2808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B9AB9244-C178-BAF5-2BF9-26D451889B24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9040460" y="3227600"/>
                  <a:ext cx="568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07C25BEF-C2C8-C196-4C20-1DC94B0C1F72}"/>
                    </a:ext>
                  </a:extLst>
                </p14:cNvPr>
                <p14:cNvContentPartPr/>
                <p14:nvPr/>
              </p14:nvContentPartPr>
              <p14:xfrm>
                <a:off x="9024620" y="3252440"/>
                <a:ext cx="101880" cy="554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07C25BEF-C2C8-C196-4C20-1DC94B0C1F72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9006980" y="3234800"/>
                  <a:ext cx="13752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8ADC74D6-18E8-5786-7AB8-A319DBE40960}"/>
                    </a:ext>
                  </a:extLst>
                </p14:cNvPr>
                <p14:cNvContentPartPr/>
                <p14:nvPr/>
              </p14:nvContentPartPr>
              <p14:xfrm>
                <a:off x="9058460" y="3501920"/>
                <a:ext cx="90720" cy="576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8ADC74D6-18E8-5786-7AB8-A319DBE40960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040820" y="3484280"/>
                  <a:ext cx="126360" cy="93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FD33B1B-A39C-0D09-43F1-0D6DD9053719}"/>
              </a:ext>
            </a:extLst>
          </p:cNvPr>
          <p:cNvGrpSpPr/>
          <p:nvPr/>
        </p:nvGrpSpPr>
        <p:grpSpPr>
          <a:xfrm>
            <a:off x="9462380" y="3370520"/>
            <a:ext cx="545760" cy="139680"/>
            <a:chOff x="9462380" y="3370520"/>
            <a:chExt cx="545760" cy="13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7163B5A1-379A-1E56-310C-509457F15538}"/>
                    </a:ext>
                  </a:extLst>
                </p14:cNvPr>
                <p14:cNvContentPartPr/>
                <p14:nvPr/>
              </p14:nvContentPartPr>
              <p14:xfrm>
                <a:off x="9462380" y="3380960"/>
                <a:ext cx="80640" cy="1292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7163B5A1-379A-1E56-310C-509457F15538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444740" y="3363320"/>
                  <a:ext cx="11628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C5BBF7E3-38C7-4F05-3355-323A2EC2AD0B}"/>
                    </a:ext>
                  </a:extLst>
                </p14:cNvPr>
                <p14:cNvContentPartPr/>
                <p14:nvPr/>
              </p14:nvContentPartPr>
              <p14:xfrm>
                <a:off x="9642380" y="3370520"/>
                <a:ext cx="365760" cy="1058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C5BBF7E3-38C7-4F05-3355-323A2EC2AD0B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9624380" y="3352520"/>
                  <a:ext cx="401400" cy="14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0B871E02-0FD4-0849-4477-F7F3129D3105}"/>
              </a:ext>
            </a:extLst>
          </p:cNvPr>
          <p:cNvGrpSpPr/>
          <p:nvPr/>
        </p:nvGrpSpPr>
        <p:grpSpPr>
          <a:xfrm>
            <a:off x="10326020" y="3176840"/>
            <a:ext cx="722880" cy="347760"/>
            <a:chOff x="10326020" y="3176840"/>
            <a:chExt cx="722880" cy="347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DA41EC39-A07E-A825-F630-A4BC574CF3EC}"/>
                    </a:ext>
                  </a:extLst>
                </p14:cNvPr>
                <p14:cNvContentPartPr/>
                <p14:nvPr/>
              </p14:nvContentPartPr>
              <p14:xfrm>
                <a:off x="10356260" y="3217160"/>
                <a:ext cx="87840" cy="3074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DA41EC39-A07E-A825-F630-A4BC574CF3EC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0338260" y="3199520"/>
                  <a:ext cx="12348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8EEFA057-FA83-5D21-0CAC-FC3E62477733}"/>
                    </a:ext>
                  </a:extLst>
                </p14:cNvPr>
                <p14:cNvContentPartPr/>
                <p14:nvPr/>
              </p14:nvContentPartPr>
              <p14:xfrm>
                <a:off x="10326020" y="3391400"/>
                <a:ext cx="136080" cy="471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8EEFA057-FA83-5D21-0CAC-FC3E62477733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0308380" y="3373760"/>
                  <a:ext cx="17172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07088940-A5C9-2150-FCF9-0C81AA3133B2}"/>
                    </a:ext>
                  </a:extLst>
                </p14:cNvPr>
                <p14:cNvContentPartPr/>
                <p14:nvPr/>
              </p14:nvContentPartPr>
              <p14:xfrm>
                <a:off x="10525820" y="3359360"/>
                <a:ext cx="18000" cy="846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07088940-A5C9-2150-FCF9-0C81AA3133B2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0508180" y="3341360"/>
                  <a:ext cx="5364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77576820-79C3-4BCF-8125-23C1818908AE}"/>
                    </a:ext>
                  </a:extLst>
                </p14:cNvPr>
                <p14:cNvContentPartPr/>
                <p14:nvPr/>
              </p14:nvContentPartPr>
              <p14:xfrm>
                <a:off x="10528340" y="3255320"/>
                <a:ext cx="23040" cy="190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77576820-79C3-4BCF-8125-23C1818908AE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0510700" y="3237680"/>
                  <a:ext cx="5868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115AA24F-38A1-87C0-CB5E-90AE933AEDCD}"/>
                    </a:ext>
                  </a:extLst>
                </p14:cNvPr>
                <p14:cNvContentPartPr/>
                <p14:nvPr/>
              </p14:nvContentPartPr>
              <p14:xfrm>
                <a:off x="10660100" y="3316160"/>
                <a:ext cx="126720" cy="792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115AA24F-38A1-87C0-CB5E-90AE933AEDCD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0642100" y="3298520"/>
                  <a:ext cx="16236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B196246A-EA1E-78B9-669F-3F7F2B5DDC71}"/>
                    </a:ext>
                  </a:extLst>
                </p14:cNvPr>
                <p14:cNvContentPartPr/>
                <p14:nvPr/>
              </p14:nvContentPartPr>
              <p14:xfrm>
                <a:off x="10913540" y="3176840"/>
                <a:ext cx="135360" cy="2286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B196246A-EA1E-78B9-669F-3F7F2B5DDC71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0895540" y="3158840"/>
                  <a:ext cx="171000" cy="26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EC9DE866-638B-8769-E8EA-6D685026C213}"/>
              </a:ext>
            </a:extLst>
          </p:cNvPr>
          <p:cNvGrpSpPr/>
          <p:nvPr/>
        </p:nvGrpSpPr>
        <p:grpSpPr>
          <a:xfrm>
            <a:off x="9205700" y="3698840"/>
            <a:ext cx="1536480" cy="329760"/>
            <a:chOff x="9205700" y="3698840"/>
            <a:chExt cx="1536480" cy="329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422827C0-FB80-4531-DD85-B301375C3CD6}"/>
                    </a:ext>
                  </a:extLst>
                </p14:cNvPr>
                <p14:cNvContentPartPr/>
                <p14:nvPr/>
              </p14:nvContentPartPr>
              <p14:xfrm>
                <a:off x="9205700" y="3848960"/>
                <a:ext cx="299520" cy="1796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422827C0-FB80-4531-DD85-B301375C3CD6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9188060" y="3831320"/>
                  <a:ext cx="33516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1CAA036C-D4F7-3F13-79C3-541FC2022CCE}"/>
                    </a:ext>
                  </a:extLst>
                </p14:cNvPr>
                <p14:cNvContentPartPr/>
                <p14:nvPr/>
              </p14:nvContentPartPr>
              <p14:xfrm>
                <a:off x="9525740" y="3837080"/>
                <a:ext cx="101160" cy="1054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1CAA036C-D4F7-3F13-79C3-541FC2022CCE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9507740" y="3819080"/>
                  <a:ext cx="13680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08B4AB31-E94B-6E1D-A0F7-605A36AFC021}"/>
                    </a:ext>
                  </a:extLst>
                </p14:cNvPr>
                <p14:cNvContentPartPr/>
                <p14:nvPr/>
              </p14:nvContentPartPr>
              <p14:xfrm>
                <a:off x="9697820" y="3853280"/>
                <a:ext cx="57240" cy="734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08B4AB31-E94B-6E1D-A0F7-605A36AFC021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9679820" y="3835640"/>
                  <a:ext cx="9288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0706C277-3B26-989C-4B3E-A30299351DEB}"/>
                    </a:ext>
                  </a:extLst>
                </p14:cNvPr>
                <p14:cNvContentPartPr/>
                <p14:nvPr/>
              </p14:nvContentPartPr>
              <p14:xfrm>
                <a:off x="9696740" y="3770480"/>
                <a:ext cx="19800" cy="129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0706C277-3B26-989C-4B3E-A30299351DEB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9679100" y="3752840"/>
                  <a:ext cx="5544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A8DB2DE9-615F-5ED8-B62A-C70938FC10C8}"/>
                    </a:ext>
                  </a:extLst>
                </p14:cNvPr>
                <p14:cNvContentPartPr/>
                <p14:nvPr/>
              </p14:nvContentPartPr>
              <p14:xfrm>
                <a:off x="9879260" y="3717200"/>
                <a:ext cx="348480" cy="2516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A8DB2DE9-615F-5ED8-B62A-C70938FC10C8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9861260" y="3699560"/>
                  <a:ext cx="38412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F7EFE80C-C9F4-0E32-F86E-D63884B2C075}"/>
                    </a:ext>
                  </a:extLst>
                </p14:cNvPr>
                <p14:cNvContentPartPr/>
                <p14:nvPr/>
              </p14:nvContentPartPr>
              <p14:xfrm>
                <a:off x="10332500" y="3698840"/>
                <a:ext cx="24120" cy="2091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F7EFE80C-C9F4-0E32-F86E-D63884B2C075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0314500" y="3680840"/>
                  <a:ext cx="5976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545E04EC-A547-4835-5BB0-9EA25424D4B0}"/>
                    </a:ext>
                  </a:extLst>
                </p14:cNvPr>
                <p14:cNvContentPartPr/>
                <p14:nvPr/>
              </p14:nvContentPartPr>
              <p14:xfrm>
                <a:off x="10285340" y="3780560"/>
                <a:ext cx="115920" cy="514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545E04EC-A547-4835-5BB0-9EA25424D4B0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0267700" y="3762560"/>
                  <a:ext cx="15156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184DF606-482F-4830-BEAA-890D39A82CAC}"/>
                    </a:ext>
                  </a:extLst>
                </p14:cNvPr>
                <p14:cNvContentPartPr/>
                <p14:nvPr/>
              </p14:nvContentPartPr>
              <p14:xfrm>
                <a:off x="10507460" y="3788120"/>
                <a:ext cx="77760" cy="148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184DF606-482F-4830-BEAA-890D39A82CAC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0489460" y="3770120"/>
                  <a:ext cx="11340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19CBFA09-C04B-F1BB-3CC1-1AFF32D70047}"/>
                    </a:ext>
                  </a:extLst>
                </p14:cNvPr>
                <p14:cNvContentPartPr/>
                <p14:nvPr/>
              </p14:nvContentPartPr>
              <p14:xfrm>
                <a:off x="10707260" y="3824840"/>
                <a:ext cx="34920" cy="129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19CBFA09-C04B-F1BB-3CC1-1AFF32D70047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0689260" y="3807200"/>
                  <a:ext cx="70560" cy="48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A9551F93-7ED3-7344-0268-0DC01DAE2C13}"/>
              </a:ext>
            </a:extLst>
          </p:cNvPr>
          <p:cNvGrpSpPr/>
          <p:nvPr/>
        </p:nvGrpSpPr>
        <p:grpSpPr>
          <a:xfrm>
            <a:off x="8645180" y="4420640"/>
            <a:ext cx="198360" cy="462960"/>
            <a:chOff x="8645180" y="4420640"/>
            <a:chExt cx="198360" cy="46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7CE754C4-DF0A-0389-3D6E-A4B148D7B1D7}"/>
                    </a:ext>
                  </a:extLst>
                </p14:cNvPr>
                <p14:cNvContentPartPr/>
                <p14:nvPr/>
              </p14:nvContentPartPr>
              <p14:xfrm>
                <a:off x="8713940" y="4420640"/>
                <a:ext cx="119160" cy="4629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7CE754C4-DF0A-0389-3D6E-A4B148D7B1D7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8695940" y="4403000"/>
                  <a:ext cx="154800" cy="49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7A0BDB95-4671-9CC4-C416-391B2F50D22A}"/>
                    </a:ext>
                  </a:extLst>
                </p14:cNvPr>
                <p14:cNvContentPartPr/>
                <p14:nvPr/>
              </p14:nvContentPartPr>
              <p14:xfrm>
                <a:off x="8645180" y="4608200"/>
                <a:ext cx="198360" cy="910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7A0BDB95-4671-9CC4-C416-391B2F50D22A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8627540" y="4590200"/>
                  <a:ext cx="234000" cy="12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BBA4E9FB-3343-190A-1F84-43BF35987C1E}"/>
              </a:ext>
            </a:extLst>
          </p:cNvPr>
          <p:cNvGrpSpPr/>
          <p:nvPr/>
        </p:nvGrpSpPr>
        <p:grpSpPr>
          <a:xfrm>
            <a:off x="9039380" y="4457360"/>
            <a:ext cx="1295640" cy="344880"/>
            <a:chOff x="9039380" y="4457360"/>
            <a:chExt cx="1295640" cy="344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442ED21A-2F11-FB32-CC90-5BE6CF535DB3}"/>
                    </a:ext>
                  </a:extLst>
                </p14:cNvPr>
                <p14:cNvContentPartPr/>
                <p14:nvPr/>
              </p14:nvContentPartPr>
              <p14:xfrm>
                <a:off x="9039380" y="4491200"/>
                <a:ext cx="132120" cy="3110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442ED21A-2F11-FB32-CC90-5BE6CF535DB3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9021380" y="4473200"/>
                  <a:ext cx="16776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45CB9DB2-A21A-3B2F-1697-A1DF6D0CB10D}"/>
                    </a:ext>
                  </a:extLst>
                </p14:cNvPr>
                <p14:cNvContentPartPr/>
                <p14:nvPr/>
              </p14:nvContentPartPr>
              <p14:xfrm>
                <a:off x="9267260" y="4530800"/>
                <a:ext cx="212400" cy="2170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45CB9DB2-A21A-3B2F-1697-A1DF6D0CB10D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9249620" y="4512800"/>
                  <a:ext cx="24804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E410EA07-BBE8-E759-2E35-8B7D525897F5}"/>
                    </a:ext>
                  </a:extLst>
                </p14:cNvPr>
                <p14:cNvContentPartPr/>
                <p14:nvPr/>
              </p14:nvContentPartPr>
              <p14:xfrm>
                <a:off x="9557780" y="4644920"/>
                <a:ext cx="26640" cy="903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E410EA07-BBE8-E759-2E35-8B7D525897F5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9539780" y="4626920"/>
                  <a:ext cx="6228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E01B41EB-1E32-AF03-F6E8-6F5D3D183BB9}"/>
                    </a:ext>
                  </a:extLst>
                </p14:cNvPr>
                <p14:cNvContentPartPr/>
                <p14:nvPr/>
              </p14:nvContentPartPr>
              <p14:xfrm>
                <a:off x="9533660" y="4508840"/>
                <a:ext cx="25560" cy="219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E01B41EB-1E32-AF03-F6E8-6F5D3D183BB9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9515660" y="4490840"/>
                  <a:ext cx="6120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8969EBAD-5FE5-79AD-B7E8-D17E35AEA0A2}"/>
                    </a:ext>
                  </a:extLst>
                </p14:cNvPr>
                <p14:cNvContentPartPr/>
                <p14:nvPr/>
              </p14:nvContentPartPr>
              <p14:xfrm>
                <a:off x="9703940" y="4563200"/>
                <a:ext cx="182880" cy="1620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8969EBAD-5FE5-79AD-B7E8-D17E35AEA0A2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9686300" y="4545200"/>
                  <a:ext cx="21852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CD20F6-55F7-B1CA-B07B-6C92AB986633}"/>
                    </a:ext>
                  </a:extLst>
                </p14:cNvPr>
                <p14:cNvContentPartPr/>
                <p14:nvPr/>
              </p14:nvContentPartPr>
              <p14:xfrm>
                <a:off x="9989420" y="4612160"/>
                <a:ext cx="5400" cy="709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CD20F6-55F7-B1CA-B07B-6C92AB986633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9971780" y="4594520"/>
                  <a:ext cx="4104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9F94E13A-C81B-2016-5094-9BC18488BBF3}"/>
                    </a:ext>
                  </a:extLst>
                </p14:cNvPr>
                <p14:cNvContentPartPr/>
                <p14:nvPr/>
              </p14:nvContentPartPr>
              <p14:xfrm>
                <a:off x="9984020" y="4457360"/>
                <a:ext cx="20880" cy="151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9F94E13A-C81B-2016-5094-9BC18488BBF3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9966380" y="4439360"/>
                  <a:ext cx="5652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B1547C8A-B35C-2F43-B88F-765A3CBB4B68}"/>
                    </a:ext>
                  </a:extLst>
                </p14:cNvPr>
                <p14:cNvContentPartPr/>
                <p14:nvPr/>
              </p14:nvContentPartPr>
              <p14:xfrm>
                <a:off x="10143860" y="4598840"/>
                <a:ext cx="191160" cy="172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B1547C8A-B35C-2F43-B88F-765A3CBB4B68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0126220" y="4580840"/>
                  <a:ext cx="22680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EBA9587B-AF39-4108-3E16-A93A546A52A4}"/>
                    </a:ext>
                  </a:extLst>
                </p14:cNvPr>
                <p14:cNvContentPartPr/>
                <p14:nvPr/>
              </p14:nvContentPartPr>
              <p14:xfrm>
                <a:off x="10264100" y="4479320"/>
                <a:ext cx="55440" cy="2095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EBA9587B-AF39-4108-3E16-A93A546A52A4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0246460" y="4461680"/>
                  <a:ext cx="91080" cy="24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861925D4-A4DF-9687-2C9F-C610486C6DAB}"/>
              </a:ext>
            </a:extLst>
          </p:cNvPr>
          <p:cNvGrpSpPr/>
          <p:nvPr/>
        </p:nvGrpSpPr>
        <p:grpSpPr>
          <a:xfrm>
            <a:off x="10515020" y="4388600"/>
            <a:ext cx="363960" cy="355320"/>
            <a:chOff x="10515020" y="4388600"/>
            <a:chExt cx="363960" cy="355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EA55C33D-AD5E-22CA-E80C-738BD5D40F8F}"/>
                    </a:ext>
                  </a:extLst>
                </p14:cNvPr>
                <p14:cNvContentPartPr/>
                <p14:nvPr/>
              </p14:nvContentPartPr>
              <p14:xfrm>
                <a:off x="10515020" y="4513880"/>
                <a:ext cx="116280" cy="1666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EA55C33D-AD5E-22CA-E80C-738BD5D40F8F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0497020" y="4495880"/>
                  <a:ext cx="15192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95D88AEF-B070-6999-8C2D-12AB3C2681CE}"/>
                    </a:ext>
                  </a:extLst>
                </p14:cNvPr>
                <p14:cNvContentPartPr/>
                <p14:nvPr/>
              </p14:nvContentPartPr>
              <p14:xfrm>
                <a:off x="10761980" y="4388600"/>
                <a:ext cx="117000" cy="3553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95D88AEF-B070-6999-8C2D-12AB3C2681CE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0743980" y="4370600"/>
                  <a:ext cx="152640" cy="39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D9EB6D0B-83C5-1BE3-15AC-6642CFB2599B}"/>
              </a:ext>
            </a:extLst>
          </p:cNvPr>
          <p:cNvGrpSpPr/>
          <p:nvPr/>
        </p:nvGrpSpPr>
        <p:grpSpPr>
          <a:xfrm>
            <a:off x="7861820" y="4587680"/>
            <a:ext cx="462600" cy="263880"/>
            <a:chOff x="7861820" y="4587680"/>
            <a:chExt cx="462600" cy="26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88C8A02A-7462-5FEF-E936-D99BFBC25EF8}"/>
                    </a:ext>
                  </a:extLst>
                </p14:cNvPr>
                <p14:cNvContentPartPr/>
                <p14:nvPr/>
              </p14:nvContentPartPr>
              <p14:xfrm>
                <a:off x="7861820" y="4587680"/>
                <a:ext cx="193680" cy="2638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88C8A02A-7462-5FEF-E936-D99BFBC25EF8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7844180" y="4570040"/>
                  <a:ext cx="22932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3D5E55F9-6C31-ADF9-EF30-684604291995}"/>
                    </a:ext>
                  </a:extLst>
                </p14:cNvPr>
                <p14:cNvContentPartPr/>
                <p14:nvPr/>
              </p14:nvContentPartPr>
              <p14:xfrm>
                <a:off x="8163500" y="4703240"/>
                <a:ext cx="132840" cy="316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3D5E55F9-6C31-ADF9-EF30-684604291995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8145860" y="4685240"/>
                  <a:ext cx="16848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69FE8A6A-175B-A4AB-4A1C-C0F688EF5CC1}"/>
                    </a:ext>
                  </a:extLst>
                </p14:cNvPr>
                <p14:cNvContentPartPr/>
                <p14:nvPr/>
              </p14:nvContentPartPr>
              <p14:xfrm>
                <a:off x="8249900" y="4765520"/>
                <a:ext cx="74520" cy="345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69FE8A6A-175B-A4AB-4A1C-C0F688EF5CC1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232260" y="4747520"/>
                  <a:ext cx="110160" cy="7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6ED1039-5866-78B7-53CA-3B7A1130CC9D}"/>
              </a:ext>
            </a:extLst>
          </p:cNvPr>
          <p:cNvGrpSpPr/>
          <p:nvPr/>
        </p:nvGrpSpPr>
        <p:grpSpPr>
          <a:xfrm>
            <a:off x="8057660" y="1965440"/>
            <a:ext cx="3711960" cy="2532960"/>
            <a:chOff x="8057660" y="1965440"/>
            <a:chExt cx="3711960" cy="253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5F2B5A70-8523-4DA0-9210-111D2A6B815C}"/>
                    </a:ext>
                  </a:extLst>
                </p14:cNvPr>
                <p14:cNvContentPartPr/>
                <p14:nvPr/>
              </p14:nvContentPartPr>
              <p14:xfrm>
                <a:off x="8057660" y="1965440"/>
                <a:ext cx="3711960" cy="22960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5F2B5A70-8523-4DA0-9210-111D2A6B815C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8039660" y="1947800"/>
                  <a:ext cx="3747600" cy="233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4CF6C7B6-92D2-C796-180B-7F8EA8331AF4}"/>
                    </a:ext>
                  </a:extLst>
                </p14:cNvPr>
                <p14:cNvContentPartPr/>
                <p14:nvPr/>
              </p14:nvContentPartPr>
              <p14:xfrm>
                <a:off x="9709700" y="4156040"/>
                <a:ext cx="99720" cy="3423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4CF6C7B6-92D2-C796-180B-7F8EA8331AF4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9692060" y="4138400"/>
                  <a:ext cx="135360" cy="37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E8BA2528-0089-DD69-8763-A040B79D7376}"/>
                    </a:ext>
                  </a:extLst>
                </p14:cNvPr>
                <p14:cNvContentPartPr/>
                <p14:nvPr/>
              </p14:nvContentPartPr>
              <p14:xfrm>
                <a:off x="9694220" y="4328120"/>
                <a:ext cx="217080" cy="1422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E8BA2528-0089-DD69-8763-A040B79D7376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9676580" y="4310480"/>
                  <a:ext cx="252720" cy="17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478847DE-D311-C94D-877D-AF497B0CCCA2}"/>
              </a:ext>
            </a:extLst>
          </p:cNvPr>
          <p:cNvGrpSpPr/>
          <p:nvPr/>
        </p:nvGrpSpPr>
        <p:grpSpPr>
          <a:xfrm>
            <a:off x="5117540" y="2752400"/>
            <a:ext cx="401040" cy="243720"/>
            <a:chOff x="5117540" y="2752400"/>
            <a:chExt cx="401040" cy="243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7FA92BCE-CAA6-81C5-EE7F-8F1595093C73}"/>
                    </a:ext>
                  </a:extLst>
                </p14:cNvPr>
                <p14:cNvContentPartPr/>
                <p14:nvPr/>
              </p14:nvContentPartPr>
              <p14:xfrm>
                <a:off x="5117540" y="2752400"/>
                <a:ext cx="200520" cy="21096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7FA92BCE-CAA6-81C5-EE7F-8F1595093C73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5099900" y="2734760"/>
                  <a:ext cx="23616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780B7C0D-3B28-6833-2B8A-93AEFE874D31}"/>
                    </a:ext>
                  </a:extLst>
                </p14:cNvPr>
                <p14:cNvContentPartPr/>
                <p14:nvPr/>
              </p14:nvContentPartPr>
              <p14:xfrm>
                <a:off x="5390780" y="2826920"/>
                <a:ext cx="127800" cy="16920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780B7C0D-3B28-6833-2B8A-93AEFE874D31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5373140" y="2809280"/>
                  <a:ext cx="163440" cy="20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1C6D83F0-66A6-C658-8BE9-8AC2ADC1614E}"/>
              </a:ext>
            </a:extLst>
          </p:cNvPr>
          <p:cNvGrpSpPr/>
          <p:nvPr/>
        </p:nvGrpSpPr>
        <p:grpSpPr>
          <a:xfrm>
            <a:off x="5033660" y="1347320"/>
            <a:ext cx="3480840" cy="1242000"/>
            <a:chOff x="5033660" y="1347320"/>
            <a:chExt cx="3480840" cy="1242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BC1A3999-92B7-178B-6F94-9098A238662B}"/>
                    </a:ext>
                  </a:extLst>
                </p14:cNvPr>
                <p14:cNvContentPartPr/>
                <p14:nvPr/>
              </p14:nvContentPartPr>
              <p14:xfrm>
                <a:off x="5228060" y="1380440"/>
                <a:ext cx="187920" cy="1645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BC1A3999-92B7-178B-6F94-9098A238662B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5210420" y="1362800"/>
                  <a:ext cx="22356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E9EC5946-DFE6-A5CD-30EB-365F2C1707F0}"/>
                    </a:ext>
                  </a:extLst>
                </p14:cNvPr>
                <p14:cNvContentPartPr/>
                <p14:nvPr/>
              </p14:nvContentPartPr>
              <p14:xfrm>
                <a:off x="5527580" y="1402400"/>
                <a:ext cx="38160" cy="11880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E9EC5946-DFE6-A5CD-30EB-365F2C1707F0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5509940" y="1384400"/>
                  <a:ext cx="7380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CFAD8E89-A360-D162-30D9-6C604BE47981}"/>
                    </a:ext>
                  </a:extLst>
                </p14:cNvPr>
                <p14:cNvContentPartPr/>
                <p14:nvPr/>
              </p14:nvContentPartPr>
              <p14:xfrm>
                <a:off x="5033660" y="2101520"/>
                <a:ext cx="159480" cy="1580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CFAD8E89-A360-D162-30D9-6C604BE47981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5015660" y="2083520"/>
                  <a:ext cx="19512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14A2551F-9132-C919-733F-9DE971E75BD4}"/>
                    </a:ext>
                  </a:extLst>
                </p14:cNvPr>
                <p14:cNvContentPartPr/>
                <p14:nvPr/>
              </p14:nvContentPartPr>
              <p14:xfrm>
                <a:off x="5284940" y="2096120"/>
                <a:ext cx="78840" cy="6228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14A2551F-9132-C919-733F-9DE971E75BD4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5267300" y="2078480"/>
                  <a:ext cx="11448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F1CCE27C-E317-1365-1C96-26F2C0E0AB84}"/>
                    </a:ext>
                  </a:extLst>
                </p14:cNvPr>
                <p14:cNvContentPartPr/>
                <p14:nvPr/>
              </p14:nvContentPartPr>
              <p14:xfrm>
                <a:off x="5605700" y="1347320"/>
                <a:ext cx="2908800" cy="12420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F1CCE27C-E317-1365-1C96-26F2C0E0AB84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5587700" y="1329320"/>
                  <a:ext cx="2944440" cy="1277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1F298CDF-8672-5B9E-2AD6-DCF9261CC9CE}"/>
              </a:ext>
            </a:extLst>
          </p:cNvPr>
          <p:cNvGrpSpPr/>
          <p:nvPr/>
        </p:nvGrpSpPr>
        <p:grpSpPr>
          <a:xfrm>
            <a:off x="745340" y="890840"/>
            <a:ext cx="700200" cy="355320"/>
            <a:chOff x="745340" y="890840"/>
            <a:chExt cx="700200" cy="355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539964D2-0F5A-64A6-5D3D-87E09C9C1C5D}"/>
                    </a:ext>
                  </a:extLst>
                </p14:cNvPr>
                <p14:cNvContentPartPr/>
                <p14:nvPr/>
              </p14:nvContentPartPr>
              <p14:xfrm>
                <a:off x="745340" y="890840"/>
                <a:ext cx="126720" cy="34488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539964D2-0F5A-64A6-5D3D-87E09C9C1C5D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727340" y="873200"/>
                  <a:ext cx="16236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718B6B86-46E5-1D52-F2D4-CF8421D98030}"/>
                    </a:ext>
                  </a:extLst>
                </p14:cNvPr>
                <p14:cNvContentPartPr/>
                <p14:nvPr/>
              </p14:nvContentPartPr>
              <p14:xfrm>
                <a:off x="993740" y="1061840"/>
                <a:ext cx="95760" cy="15552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718B6B86-46E5-1D52-F2D4-CF8421D98030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976100" y="1043840"/>
                  <a:ext cx="13140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3DEA1DB6-72FA-092D-3203-3584C37E047A}"/>
                    </a:ext>
                  </a:extLst>
                </p14:cNvPr>
                <p14:cNvContentPartPr/>
                <p14:nvPr/>
              </p14:nvContentPartPr>
              <p14:xfrm>
                <a:off x="1167620" y="1062560"/>
                <a:ext cx="67320" cy="1836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3DEA1DB6-72FA-092D-3203-3584C37E047A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149620" y="1044560"/>
                  <a:ext cx="10296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64F351D8-A8DC-6B76-DB1B-1A58EDFC0816}"/>
                    </a:ext>
                  </a:extLst>
                </p14:cNvPr>
                <p14:cNvContentPartPr/>
                <p14:nvPr/>
              </p14:nvContentPartPr>
              <p14:xfrm>
                <a:off x="1342220" y="936560"/>
                <a:ext cx="103320" cy="30060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64F351D8-A8DC-6B76-DB1B-1A58EDFC0816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324220" y="918920"/>
                  <a:ext cx="138960" cy="33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DA8006A0-0371-86C1-07D0-96E4512046F5}"/>
                    </a:ext>
                  </a:extLst>
                </p14:cNvPr>
                <p14:cNvContentPartPr/>
                <p14:nvPr/>
              </p14:nvContentPartPr>
              <p14:xfrm>
                <a:off x="1326740" y="1085600"/>
                <a:ext cx="48600" cy="666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DA8006A0-0371-86C1-07D0-96E4512046F5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308740" y="1067600"/>
                  <a:ext cx="84240" cy="102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F07951D8-10EE-A0FF-CFD0-3F48901286DD}"/>
              </a:ext>
            </a:extLst>
          </p:cNvPr>
          <p:cNvGrpSpPr/>
          <p:nvPr/>
        </p:nvGrpSpPr>
        <p:grpSpPr>
          <a:xfrm>
            <a:off x="1772420" y="802640"/>
            <a:ext cx="1503360" cy="383040"/>
            <a:chOff x="1772420" y="802640"/>
            <a:chExt cx="1503360" cy="38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89BDBB85-9304-4A65-C876-5D155E4E63F9}"/>
                    </a:ext>
                  </a:extLst>
                </p14:cNvPr>
                <p14:cNvContentPartPr/>
                <p14:nvPr/>
              </p14:nvContentPartPr>
              <p14:xfrm>
                <a:off x="1797980" y="934760"/>
                <a:ext cx="83160" cy="2509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89BDBB85-9304-4A65-C876-5D155E4E63F9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780340" y="916760"/>
                  <a:ext cx="11880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0462F991-2728-F97B-7267-3C374B4E16A7}"/>
                    </a:ext>
                  </a:extLst>
                </p14:cNvPr>
                <p14:cNvContentPartPr/>
                <p14:nvPr/>
              </p14:nvContentPartPr>
              <p14:xfrm>
                <a:off x="1772420" y="1052480"/>
                <a:ext cx="154440" cy="6300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0462F991-2728-F97B-7267-3C374B4E16A7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754780" y="1034480"/>
                  <a:ext cx="19008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85816EA6-4FAA-7419-F4D7-48C3AE15FC86}"/>
                    </a:ext>
                  </a:extLst>
                </p14:cNvPr>
                <p14:cNvContentPartPr/>
                <p14:nvPr/>
              </p14:nvContentPartPr>
              <p14:xfrm>
                <a:off x="2028020" y="1019720"/>
                <a:ext cx="176760" cy="11772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85816EA6-4FAA-7419-F4D7-48C3AE15FC86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2010380" y="1002080"/>
                  <a:ext cx="21240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1C21DA95-328A-C05D-BEB8-BDC2C0883D85}"/>
                    </a:ext>
                  </a:extLst>
                </p14:cNvPr>
                <p14:cNvContentPartPr/>
                <p14:nvPr/>
              </p14:nvContentPartPr>
              <p14:xfrm>
                <a:off x="2233940" y="1030160"/>
                <a:ext cx="117000" cy="752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1C21DA95-328A-C05D-BEB8-BDC2C0883D85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2215940" y="1012160"/>
                  <a:ext cx="15264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C12F4D08-038E-5AE3-17B3-29316A6D958C}"/>
                    </a:ext>
                  </a:extLst>
                </p14:cNvPr>
                <p14:cNvContentPartPr/>
                <p14:nvPr/>
              </p14:nvContentPartPr>
              <p14:xfrm>
                <a:off x="2427260" y="982640"/>
                <a:ext cx="86760" cy="1137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C12F4D08-038E-5AE3-17B3-29316A6D958C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2409620" y="964640"/>
                  <a:ext cx="12240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6769AD12-1036-BA38-1527-D06747CD93EA}"/>
                    </a:ext>
                  </a:extLst>
                </p14:cNvPr>
                <p14:cNvContentPartPr/>
                <p14:nvPr/>
              </p14:nvContentPartPr>
              <p14:xfrm>
                <a:off x="2613740" y="854120"/>
                <a:ext cx="61920" cy="2383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6769AD12-1036-BA38-1527-D06747CD93EA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2596100" y="836120"/>
                  <a:ext cx="9756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0208F7A4-039E-7DE2-58C9-6DDEDAE7EE45}"/>
                    </a:ext>
                  </a:extLst>
                </p14:cNvPr>
                <p14:cNvContentPartPr/>
                <p14:nvPr/>
              </p14:nvContentPartPr>
              <p14:xfrm>
                <a:off x="2569100" y="971120"/>
                <a:ext cx="208800" cy="6156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0208F7A4-039E-7DE2-58C9-6DDEDAE7EE45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2551100" y="953120"/>
                  <a:ext cx="24444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C001108E-6F90-201B-0762-EAC470C50D05}"/>
                    </a:ext>
                  </a:extLst>
                </p14:cNvPr>
                <p14:cNvContentPartPr/>
                <p14:nvPr/>
              </p14:nvContentPartPr>
              <p14:xfrm>
                <a:off x="2847020" y="956000"/>
                <a:ext cx="27360" cy="12132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C001108E-6F90-201B-0762-EAC470C50D05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2829380" y="938000"/>
                  <a:ext cx="6300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00830A99-E2C6-46EE-E7C3-3CEB9C2B50E7}"/>
                    </a:ext>
                  </a:extLst>
                </p14:cNvPr>
                <p14:cNvContentPartPr/>
                <p14:nvPr/>
              </p14:nvContentPartPr>
              <p14:xfrm>
                <a:off x="2865380" y="802640"/>
                <a:ext cx="9360" cy="363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00830A99-E2C6-46EE-E7C3-3CEB9C2B50E7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2847380" y="785000"/>
                  <a:ext cx="4500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D4B458C2-A8F2-7311-6699-1C7E9636FE85}"/>
                    </a:ext>
                  </a:extLst>
                </p14:cNvPr>
                <p14:cNvContentPartPr/>
                <p14:nvPr/>
              </p14:nvContentPartPr>
              <p14:xfrm>
                <a:off x="3016220" y="852680"/>
                <a:ext cx="259560" cy="1692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D4B458C2-A8F2-7311-6699-1C7E9636FE85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2998220" y="835040"/>
                  <a:ext cx="295200" cy="20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58B091B-56CB-1B4B-3F08-56B384C757E3}"/>
              </a:ext>
            </a:extLst>
          </p:cNvPr>
          <p:cNvGrpSpPr/>
          <p:nvPr/>
        </p:nvGrpSpPr>
        <p:grpSpPr>
          <a:xfrm>
            <a:off x="706460" y="1768520"/>
            <a:ext cx="1179000" cy="596880"/>
            <a:chOff x="706460" y="1768520"/>
            <a:chExt cx="1179000" cy="596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AC55746A-0F10-9D83-F9FB-9A5939EE7070}"/>
                    </a:ext>
                  </a:extLst>
                </p14:cNvPr>
                <p14:cNvContentPartPr/>
                <p14:nvPr/>
              </p14:nvContentPartPr>
              <p14:xfrm>
                <a:off x="706460" y="1768520"/>
                <a:ext cx="365760" cy="5968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AC55746A-0F10-9D83-F9FB-9A5939EE7070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688820" y="1750520"/>
                  <a:ext cx="401400" cy="63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C8BF5CC4-C92A-CA95-D86F-A90179616184}"/>
                    </a:ext>
                  </a:extLst>
                </p14:cNvPr>
                <p14:cNvContentPartPr/>
                <p14:nvPr/>
              </p14:nvContentPartPr>
              <p14:xfrm>
                <a:off x="1090940" y="1921160"/>
                <a:ext cx="152640" cy="18000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C8BF5CC4-C92A-CA95-D86F-A90179616184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073300" y="1903520"/>
                  <a:ext cx="18828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B8B6B23E-2A11-A7B2-E2E5-D6856C3D10AE}"/>
                    </a:ext>
                  </a:extLst>
                </p14:cNvPr>
                <p14:cNvContentPartPr/>
                <p14:nvPr/>
              </p14:nvContentPartPr>
              <p14:xfrm>
                <a:off x="1338980" y="1922240"/>
                <a:ext cx="101160" cy="1666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B8B6B23E-2A11-A7B2-E2E5-D6856C3D10AE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321340" y="1904600"/>
                  <a:ext cx="13680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042DD55A-08AC-3CC0-0AA2-FD284AC01D54}"/>
                    </a:ext>
                  </a:extLst>
                </p14:cNvPr>
                <p14:cNvContentPartPr/>
                <p14:nvPr/>
              </p14:nvContentPartPr>
              <p14:xfrm>
                <a:off x="1557500" y="1906040"/>
                <a:ext cx="68040" cy="1713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042DD55A-08AC-3CC0-0AA2-FD284AC01D54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1539860" y="1888400"/>
                  <a:ext cx="10368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8EBA552F-586D-F254-4D24-3471F7FEDA0A}"/>
                    </a:ext>
                  </a:extLst>
                </p14:cNvPr>
                <p14:cNvContentPartPr/>
                <p14:nvPr/>
              </p14:nvContentPartPr>
              <p14:xfrm>
                <a:off x="1746860" y="1949240"/>
                <a:ext cx="138600" cy="759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8EBA552F-586D-F254-4D24-3471F7FEDA0A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729220" y="1931600"/>
                  <a:ext cx="174240" cy="11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D694E41B-FF98-9DD1-9944-30B4855BA86A}"/>
              </a:ext>
            </a:extLst>
          </p:cNvPr>
          <p:cNvGrpSpPr/>
          <p:nvPr/>
        </p:nvGrpSpPr>
        <p:grpSpPr>
          <a:xfrm>
            <a:off x="1921460" y="1683920"/>
            <a:ext cx="1346760" cy="1005480"/>
            <a:chOff x="1921460" y="1683920"/>
            <a:chExt cx="1346760" cy="1005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FD74EAF1-1381-823E-6749-A239C76D42E0}"/>
                    </a:ext>
                  </a:extLst>
                </p14:cNvPr>
                <p14:cNvContentPartPr/>
                <p14:nvPr/>
              </p14:nvContentPartPr>
              <p14:xfrm>
                <a:off x="1970780" y="1759520"/>
                <a:ext cx="48600" cy="30456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FD74EAF1-1381-823E-6749-A239C76D42E0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953140" y="1741520"/>
                  <a:ext cx="84240" cy="34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0108AC4-FC5D-0168-6339-561E6BD8AC30}"/>
                    </a:ext>
                  </a:extLst>
                </p14:cNvPr>
                <p14:cNvContentPartPr/>
                <p14:nvPr/>
              </p14:nvContentPartPr>
              <p14:xfrm>
                <a:off x="2175620" y="1780400"/>
                <a:ext cx="151920" cy="2638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0108AC4-FC5D-0168-6339-561E6BD8AC30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2157980" y="1762760"/>
                  <a:ext cx="18756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CA975F26-A019-C371-BB37-8020B208C68C}"/>
                    </a:ext>
                  </a:extLst>
                </p14:cNvPr>
                <p14:cNvContentPartPr/>
                <p14:nvPr/>
              </p14:nvContentPartPr>
              <p14:xfrm>
                <a:off x="2156180" y="1854920"/>
                <a:ext cx="115560" cy="604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CA975F26-A019-C371-BB37-8020B208C68C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2138180" y="1836920"/>
                  <a:ext cx="15120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1C757A20-AF3F-3E7E-C25D-F4B50D661A75}"/>
                    </a:ext>
                  </a:extLst>
                </p14:cNvPr>
                <p14:cNvContentPartPr/>
                <p14:nvPr/>
              </p14:nvContentPartPr>
              <p14:xfrm>
                <a:off x="2488460" y="1881920"/>
                <a:ext cx="64800" cy="3168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1C757A20-AF3F-3E7E-C25D-F4B50D661A75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2470460" y="1864280"/>
                  <a:ext cx="10044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A49255FE-01A5-E799-5D77-CDAC65F5B1AE}"/>
                    </a:ext>
                  </a:extLst>
                </p14:cNvPr>
                <p14:cNvContentPartPr/>
                <p14:nvPr/>
              </p14:nvContentPartPr>
              <p14:xfrm>
                <a:off x="1921460" y="2397800"/>
                <a:ext cx="96840" cy="14940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A49255FE-01A5-E799-5D77-CDAC65F5B1AE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903460" y="2380160"/>
                  <a:ext cx="13248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FA1246B2-1732-F281-7CAC-C477ACA47C39}"/>
                    </a:ext>
                  </a:extLst>
                </p14:cNvPr>
                <p14:cNvContentPartPr/>
                <p14:nvPr/>
              </p14:nvContentPartPr>
              <p14:xfrm>
                <a:off x="2073020" y="2416520"/>
                <a:ext cx="78840" cy="9396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FA1246B2-1732-F281-7CAC-C477ACA47C3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2055380" y="2398880"/>
                  <a:ext cx="11448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E96D5BFE-6697-6A5F-D5A6-3704B51F5B60}"/>
                    </a:ext>
                  </a:extLst>
                </p14:cNvPr>
                <p14:cNvContentPartPr/>
                <p14:nvPr/>
              </p14:nvContentPartPr>
              <p14:xfrm>
                <a:off x="2185340" y="2376560"/>
                <a:ext cx="98640" cy="8064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E96D5BFE-6697-6A5F-D5A6-3704B51F5B60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2167340" y="2358920"/>
                  <a:ext cx="1342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BEDA8ADE-7D21-517E-3C08-911370BC5AC7}"/>
                    </a:ext>
                  </a:extLst>
                </p14:cNvPr>
                <p14:cNvContentPartPr/>
                <p14:nvPr/>
              </p14:nvContentPartPr>
              <p14:xfrm>
                <a:off x="2352380" y="2344880"/>
                <a:ext cx="106920" cy="9684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BEDA8ADE-7D21-517E-3C08-911370BC5AC7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2334740" y="2327240"/>
                  <a:ext cx="14256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7607AD07-4342-554B-BA3B-23F94D087B6D}"/>
                    </a:ext>
                  </a:extLst>
                </p14:cNvPr>
                <p14:cNvContentPartPr/>
                <p14:nvPr/>
              </p14:nvContentPartPr>
              <p14:xfrm>
                <a:off x="2564060" y="2313920"/>
                <a:ext cx="66960" cy="11124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7607AD07-4342-554B-BA3B-23F94D087B6D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2546420" y="2295920"/>
                  <a:ext cx="10260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2C2048BF-E9E4-C122-759B-63BD6D889FFB}"/>
                    </a:ext>
                  </a:extLst>
                </p14:cNvPr>
                <p14:cNvContentPartPr/>
                <p14:nvPr/>
              </p14:nvContentPartPr>
              <p14:xfrm>
                <a:off x="2753420" y="2315000"/>
                <a:ext cx="70200" cy="12528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2C2048BF-E9E4-C122-759B-63BD6D889FFB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2735420" y="2297360"/>
                  <a:ext cx="10584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09F173FF-9B6F-917C-ED7F-3BC744F8F105}"/>
                    </a:ext>
                  </a:extLst>
                </p14:cNvPr>
                <p14:cNvContentPartPr/>
                <p14:nvPr/>
              </p14:nvContentPartPr>
              <p14:xfrm>
                <a:off x="2867540" y="2230040"/>
                <a:ext cx="82080" cy="22572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09F173FF-9B6F-917C-ED7F-3BC744F8F105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2849900" y="2212040"/>
                  <a:ext cx="11772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3FC85858-6E93-A49F-CB1D-91F1B7B71945}"/>
                    </a:ext>
                  </a:extLst>
                </p14:cNvPr>
                <p14:cNvContentPartPr/>
                <p14:nvPr/>
              </p14:nvContentPartPr>
              <p14:xfrm>
                <a:off x="2894900" y="2279720"/>
                <a:ext cx="81360" cy="6156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3FC85858-6E93-A49F-CB1D-91F1B7B71945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2876900" y="2261720"/>
                  <a:ext cx="11700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876FE712-C693-5D87-7F5D-8B369FA4420E}"/>
                    </a:ext>
                  </a:extLst>
                </p14:cNvPr>
                <p14:cNvContentPartPr/>
                <p14:nvPr/>
              </p14:nvContentPartPr>
              <p14:xfrm>
                <a:off x="2953940" y="1951400"/>
                <a:ext cx="224640" cy="73800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876FE712-C693-5D87-7F5D-8B369FA4420E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2935940" y="1933400"/>
                  <a:ext cx="260280" cy="77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B1505A46-BF8D-81DE-A592-CBE2E8342BF7}"/>
                    </a:ext>
                  </a:extLst>
                </p14:cNvPr>
                <p14:cNvContentPartPr/>
                <p14:nvPr/>
              </p14:nvContentPartPr>
              <p14:xfrm>
                <a:off x="3042860" y="1721360"/>
                <a:ext cx="225360" cy="14580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B1505A46-BF8D-81DE-A592-CBE2E8342BF7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3025220" y="1703360"/>
                  <a:ext cx="26100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B9D88D6A-F115-AC81-4691-48D1E2BC0CE8}"/>
                    </a:ext>
                  </a:extLst>
                </p14:cNvPr>
                <p14:cNvContentPartPr/>
                <p14:nvPr/>
              </p14:nvContentPartPr>
              <p14:xfrm>
                <a:off x="2985980" y="1683920"/>
                <a:ext cx="275040" cy="22860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B9D88D6A-F115-AC81-4691-48D1E2BC0CE8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2968340" y="1666280"/>
                  <a:ext cx="310680" cy="26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C5B10D09-4019-6782-FA21-5F3107F04AE3}"/>
              </a:ext>
            </a:extLst>
          </p:cNvPr>
          <p:cNvGrpSpPr/>
          <p:nvPr/>
        </p:nvGrpSpPr>
        <p:grpSpPr>
          <a:xfrm>
            <a:off x="1063580" y="2990720"/>
            <a:ext cx="1713960" cy="649440"/>
            <a:chOff x="1063580" y="2990720"/>
            <a:chExt cx="1713960" cy="64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7FA29D8B-8751-8FFB-227B-6A6C94293D50}"/>
                    </a:ext>
                  </a:extLst>
                </p14:cNvPr>
                <p14:cNvContentPartPr/>
                <p14:nvPr/>
              </p14:nvContentPartPr>
              <p14:xfrm>
                <a:off x="1063580" y="3077120"/>
                <a:ext cx="156960" cy="22212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7FA29D8B-8751-8FFB-227B-6A6C94293D50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1045580" y="3059480"/>
                  <a:ext cx="19260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07639DE2-F208-FE6D-6A5C-C8EE66D5827F}"/>
                    </a:ext>
                  </a:extLst>
                </p14:cNvPr>
                <p14:cNvContentPartPr/>
                <p14:nvPr/>
              </p14:nvContentPartPr>
              <p14:xfrm>
                <a:off x="1275980" y="3129680"/>
                <a:ext cx="80280" cy="16272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07639DE2-F208-FE6D-6A5C-C8EE66D5827F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1257980" y="3112040"/>
                  <a:ext cx="11592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D5FBF9D1-4497-C407-BE5E-0C56A5E44C7F}"/>
                    </a:ext>
                  </a:extLst>
                </p14:cNvPr>
                <p14:cNvContentPartPr/>
                <p14:nvPr/>
              </p14:nvContentPartPr>
              <p14:xfrm>
                <a:off x="1471460" y="3153800"/>
                <a:ext cx="116280" cy="9144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D5FBF9D1-4497-C407-BE5E-0C56A5E44C7F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1453460" y="3135800"/>
                  <a:ext cx="15192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58E1D2AB-ABA3-54DA-9DE2-A96EAF2208C8}"/>
                    </a:ext>
                  </a:extLst>
                </p14:cNvPr>
                <p14:cNvContentPartPr/>
                <p14:nvPr/>
              </p14:nvContentPartPr>
              <p14:xfrm>
                <a:off x="1733540" y="3060560"/>
                <a:ext cx="114120" cy="17676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58E1D2AB-ABA3-54DA-9DE2-A96EAF2208C8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1715900" y="3042560"/>
                  <a:ext cx="14976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8E55C289-D140-9803-B5B5-5903923CFEAC}"/>
                    </a:ext>
                  </a:extLst>
                </p14:cNvPr>
                <p14:cNvContentPartPr/>
                <p14:nvPr/>
              </p14:nvContentPartPr>
              <p14:xfrm>
                <a:off x="1976180" y="3077480"/>
                <a:ext cx="139320" cy="19404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8E55C289-D140-9803-B5B5-5903923CFEAC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958180" y="3059840"/>
                  <a:ext cx="17496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DD0FA17E-869D-0656-DC81-07FF00871078}"/>
                    </a:ext>
                  </a:extLst>
                </p14:cNvPr>
                <p14:cNvContentPartPr/>
                <p14:nvPr/>
              </p14:nvContentPartPr>
              <p14:xfrm>
                <a:off x="2255180" y="3126800"/>
                <a:ext cx="97920" cy="11664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DD0FA17E-869D-0656-DC81-07FF00871078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2237180" y="3108800"/>
                  <a:ext cx="13356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354892FA-DC1B-FBC4-A0C4-E73BDCE61188}"/>
                    </a:ext>
                  </a:extLst>
                </p14:cNvPr>
                <p14:cNvContentPartPr/>
                <p14:nvPr/>
              </p14:nvContentPartPr>
              <p14:xfrm>
                <a:off x="2314940" y="2990720"/>
                <a:ext cx="12960" cy="2160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354892FA-DC1B-FBC4-A0C4-E73BDCE61188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2296940" y="2973080"/>
                  <a:ext cx="4860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AA0698FD-0D77-8979-255C-3794F6F74FAD}"/>
                    </a:ext>
                  </a:extLst>
                </p14:cNvPr>
                <p14:cNvContentPartPr/>
                <p14:nvPr/>
              </p14:nvContentPartPr>
              <p14:xfrm>
                <a:off x="2418260" y="3091520"/>
                <a:ext cx="216360" cy="11700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AA0698FD-0D77-8979-255C-3794F6F74FAD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2400260" y="3073520"/>
                  <a:ext cx="25200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8F5F9FA1-B042-F6F7-E71F-C792AB214448}"/>
                    </a:ext>
                  </a:extLst>
                </p14:cNvPr>
                <p14:cNvContentPartPr/>
                <p14:nvPr/>
              </p14:nvContentPartPr>
              <p14:xfrm>
                <a:off x="2644340" y="3049760"/>
                <a:ext cx="133200" cy="8784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8F5F9FA1-B042-F6F7-E71F-C792AB214448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2626340" y="3031760"/>
                  <a:ext cx="16884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13B76088-F677-C7F5-BE9A-3B5CE4511F91}"/>
                    </a:ext>
                  </a:extLst>
                </p14:cNvPr>
                <p14:cNvContentPartPr/>
                <p14:nvPr/>
              </p14:nvContentPartPr>
              <p14:xfrm>
                <a:off x="1485140" y="3525680"/>
                <a:ext cx="193680" cy="11448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13B76088-F677-C7F5-BE9A-3B5CE4511F91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1467500" y="3507680"/>
                  <a:ext cx="22932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6477534F-8E88-3FFE-50AC-503DCDFD8BF6}"/>
                    </a:ext>
                  </a:extLst>
                </p14:cNvPr>
                <p14:cNvContentPartPr/>
                <p14:nvPr/>
              </p14:nvContentPartPr>
              <p14:xfrm>
                <a:off x="1749740" y="3481400"/>
                <a:ext cx="207360" cy="9612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6477534F-8E88-3FFE-50AC-503DCDFD8BF6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1732100" y="3463400"/>
                  <a:ext cx="24300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A4BDD52A-94A0-8DFA-7D38-DF1938C01CDC}"/>
                    </a:ext>
                  </a:extLst>
                </p14:cNvPr>
                <p14:cNvContentPartPr/>
                <p14:nvPr/>
              </p14:nvContentPartPr>
              <p14:xfrm>
                <a:off x="1909220" y="3397520"/>
                <a:ext cx="8280" cy="2988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A4BDD52A-94A0-8DFA-7D38-DF1938C01CDC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1891220" y="3379520"/>
                  <a:ext cx="4392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280B73EF-F8C3-25AB-F5EF-67898D351A1A}"/>
                    </a:ext>
                  </a:extLst>
                </p14:cNvPr>
                <p14:cNvContentPartPr/>
                <p14:nvPr/>
              </p14:nvContentPartPr>
              <p14:xfrm>
                <a:off x="2049980" y="3368720"/>
                <a:ext cx="329400" cy="24804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280B73EF-F8C3-25AB-F5EF-67898D351A1A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2031980" y="3350720"/>
                  <a:ext cx="36504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7CCBB216-556D-FB20-B037-B6E907CE0BFD}"/>
                    </a:ext>
                  </a:extLst>
                </p14:cNvPr>
                <p14:cNvContentPartPr/>
                <p14:nvPr/>
              </p14:nvContentPartPr>
              <p14:xfrm>
                <a:off x="2489540" y="3347840"/>
                <a:ext cx="72360" cy="11736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7CCBB216-556D-FB20-B037-B6E907CE0BFD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2471540" y="3329840"/>
                  <a:ext cx="10800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B58ABE48-CD87-135E-BD42-6AB2B4F3E242}"/>
                    </a:ext>
                  </a:extLst>
                </p14:cNvPr>
                <p14:cNvContentPartPr/>
                <p14:nvPr/>
              </p14:nvContentPartPr>
              <p14:xfrm>
                <a:off x="2479820" y="3396440"/>
                <a:ext cx="138240" cy="3708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B58ABE48-CD87-135E-BD42-6AB2B4F3E242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2461820" y="3378800"/>
                  <a:ext cx="173880" cy="7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2BA14FE1-6119-7548-4A99-916C22934E7A}"/>
              </a:ext>
            </a:extLst>
          </p:cNvPr>
          <p:cNvGrpSpPr/>
          <p:nvPr/>
        </p:nvGrpSpPr>
        <p:grpSpPr>
          <a:xfrm>
            <a:off x="5404820" y="1636760"/>
            <a:ext cx="498600" cy="152640"/>
            <a:chOff x="5404820" y="1636760"/>
            <a:chExt cx="498600" cy="15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57137239-D237-DC79-CCBD-A79BF30EC923}"/>
                    </a:ext>
                  </a:extLst>
                </p14:cNvPr>
                <p14:cNvContentPartPr/>
                <p14:nvPr/>
              </p14:nvContentPartPr>
              <p14:xfrm>
                <a:off x="5404820" y="1636760"/>
                <a:ext cx="164520" cy="11088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57137239-D237-DC79-CCBD-A79BF30EC923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5387180" y="1619120"/>
                  <a:ext cx="2001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E836C11C-88E2-2F9A-D067-38646A527042}"/>
                    </a:ext>
                  </a:extLst>
                </p14:cNvPr>
                <p14:cNvContentPartPr/>
                <p14:nvPr/>
              </p14:nvContentPartPr>
              <p14:xfrm>
                <a:off x="5640260" y="1683200"/>
                <a:ext cx="36360" cy="8136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E836C11C-88E2-2F9A-D067-38646A527042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5622260" y="1665200"/>
                  <a:ext cx="7200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E1B93A7F-C58D-F7BD-7885-EAE7C87201D7}"/>
                    </a:ext>
                  </a:extLst>
                </p14:cNvPr>
                <p14:cNvContentPartPr/>
                <p14:nvPr/>
              </p14:nvContentPartPr>
              <p14:xfrm>
                <a:off x="5741060" y="1724600"/>
                <a:ext cx="14760" cy="6480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E1B93A7F-C58D-F7BD-7885-EAE7C87201D7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5723420" y="1706960"/>
                  <a:ext cx="5040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0EF5FE0D-4439-E274-4048-3868C1D9C5BD}"/>
                    </a:ext>
                  </a:extLst>
                </p14:cNvPr>
                <p14:cNvContentPartPr/>
                <p14:nvPr/>
              </p14:nvContentPartPr>
              <p14:xfrm>
                <a:off x="5821340" y="1673120"/>
                <a:ext cx="82080" cy="10836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0EF5FE0D-4439-E274-4048-3868C1D9C5BD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5803340" y="1655120"/>
                  <a:ext cx="117720" cy="144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040DA6D9-5FCA-1FBA-766D-1B9CBE4A4909}"/>
              </a:ext>
            </a:extLst>
          </p:cNvPr>
          <p:cNvGrpSpPr/>
          <p:nvPr/>
        </p:nvGrpSpPr>
        <p:grpSpPr>
          <a:xfrm>
            <a:off x="5429660" y="2224280"/>
            <a:ext cx="694080" cy="195120"/>
            <a:chOff x="5429660" y="2224280"/>
            <a:chExt cx="694080" cy="195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20052EDA-5B8A-AACC-9519-7E8C64F04813}"/>
                    </a:ext>
                  </a:extLst>
                </p14:cNvPr>
                <p14:cNvContentPartPr/>
                <p14:nvPr/>
              </p14:nvContentPartPr>
              <p14:xfrm>
                <a:off x="5429660" y="2224280"/>
                <a:ext cx="169560" cy="12204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20052EDA-5B8A-AACC-9519-7E8C64F04813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5412020" y="2206280"/>
                  <a:ext cx="20520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43C2ED4D-1A07-404C-BC64-FB0032A9844A}"/>
                    </a:ext>
                  </a:extLst>
                </p14:cNvPr>
                <p14:cNvContentPartPr/>
                <p14:nvPr/>
              </p14:nvContentPartPr>
              <p14:xfrm>
                <a:off x="5664380" y="2306720"/>
                <a:ext cx="64080" cy="8460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43C2ED4D-1A07-404C-BC64-FB0032A9844A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5646380" y="2288720"/>
                  <a:ext cx="9972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D237C9A8-D67F-E017-2BD0-F1EC0A928EDB}"/>
                    </a:ext>
                  </a:extLst>
                </p14:cNvPr>
                <p14:cNvContentPartPr/>
                <p14:nvPr/>
              </p14:nvContentPartPr>
              <p14:xfrm>
                <a:off x="5823500" y="2320760"/>
                <a:ext cx="12960" cy="853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D237C9A8-D67F-E017-2BD0-F1EC0A928EDB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5805860" y="2303120"/>
                  <a:ext cx="4860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07BB17CC-90CA-EB5C-D0D8-64430A78ED92}"/>
                    </a:ext>
                  </a:extLst>
                </p14:cNvPr>
                <p14:cNvContentPartPr/>
                <p14:nvPr/>
              </p14:nvContentPartPr>
              <p14:xfrm>
                <a:off x="5957780" y="2303840"/>
                <a:ext cx="50400" cy="10080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07BB17CC-90CA-EB5C-D0D8-64430A78ED92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5939780" y="2286200"/>
                  <a:ext cx="8604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A23553D3-967B-D31F-F27A-08C0E35BA031}"/>
                    </a:ext>
                  </a:extLst>
                </p14:cNvPr>
                <p14:cNvContentPartPr/>
                <p14:nvPr/>
              </p14:nvContentPartPr>
              <p14:xfrm>
                <a:off x="5947700" y="2306720"/>
                <a:ext cx="176040" cy="11268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A23553D3-967B-D31F-F27A-08C0E35BA031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5929700" y="2288720"/>
                  <a:ext cx="211680" cy="14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04081BA5-14C8-0103-0BCD-FE6FF583072C}"/>
              </a:ext>
            </a:extLst>
          </p:cNvPr>
          <p:cNvGrpSpPr/>
          <p:nvPr/>
        </p:nvGrpSpPr>
        <p:grpSpPr>
          <a:xfrm>
            <a:off x="5579420" y="3025640"/>
            <a:ext cx="617760" cy="261720"/>
            <a:chOff x="5579420" y="3025640"/>
            <a:chExt cx="617760" cy="261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DC339B29-B904-3013-33BC-CA759CDC04E1}"/>
                    </a:ext>
                  </a:extLst>
                </p14:cNvPr>
                <p14:cNvContentPartPr/>
                <p14:nvPr/>
              </p14:nvContentPartPr>
              <p14:xfrm>
                <a:off x="5579420" y="3025640"/>
                <a:ext cx="144360" cy="10620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DC339B29-B904-3013-33BC-CA759CDC04E1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5561780" y="3008000"/>
                  <a:ext cx="18000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78417772-8185-CAA8-664D-88B9560204C4}"/>
                    </a:ext>
                  </a:extLst>
                </p14:cNvPr>
                <p14:cNvContentPartPr/>
                <p14:nvPr/>
              </p14:nvContentPartPr>
              <p14:xfrm>
                <a:off x="5815580" y="3060200"/>
                <a:ext cx="97200" cy="16344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78417772-8185-CAA8-664D-88B9560204C4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5797580" y="3042200"/>
                  <a:ext cx="13284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3C5D6569-4C9C-4DFE-2F36-B537ECEDB361}"/>
                    </a:ext>
                  </a:extLst>
                </p14:cNvPr>
                <p14:cNvContentPartPr/>
                <p14:nvPr/>
              </p14:nvContentPartPr>
              <p14:xfrm>
                <a:off x="5941580" y="3185120"/>
                <a:ext cx="24840" cy="10224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3C5D6569-4C9C-4DFE-2F36-B537ECEDB361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5923580" y="3167120"/>
                  <a:ext cx="6048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29190C6B-ADE0-F7CE-0270-458E6BD23291}"/>
                    </a:ext>
                  </a:extLst>
                </p14:cNvPr>
                <p14:cNvContentPartPr/>
                <p14:nvPr/>
              </p14:nvContentPartPr>
              <p14:xfrm>
                <a:off x="6048140" y="3121400"/>
                <a:ext cx="149040" cy="12780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29190C6B-ADE0-F7CE-0270-458E6BD23291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6030140" y="3103760"/>
                  <a:ext cx="184680" cy="1634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23515-46FB-B87C-BEAE-024E344B2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1B45FC7-3872-2A81-4CA1-B140F17F47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55" dirty="0"/>
              <a:t>Training</a:t>
            </a:r>
            <a:r>
              <a:rPr spc="150" dirty="0"/>
              <a:t> </a:t>
            </a:r>
            <a:r>
              <a:rPr dirty="0"/>
              <a:t>of</a:t>
            </a:r>
            <a:r>
              <a:rPr spc="165" dirty="0"/>
              <a:t> </a:t>
            </a:r>
            <a:r>
              <a:rPr dirty="0"/>
              <a:t>an</a:t>
            </a:r>
            <a:r>
              <a:rPr spc="45" dirty="0"/>
              <a:t> </a:t>
            </a:r>
            <a:r>
              <a:rPr spc="80" dirty="0"/>
              <a:t>Artificial</a:t>
            </a:r>
            <a:r>
              <a:rPr spc="165" dirty="0"/>
              <a:t> </a:t>
            </a:r>
            <a:r>
              <a:rPr spc="55" dirty="0"/>
              <a:t>Neural</a:t>
            </a:r>
            <a:r>
              <a:rPr spc="140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DA3149F-39A7-51BF-E915-3991326C9D3D}"/>
              </a:ext>
            </a:extLst>
          </p:cNvPr>
          <p:cNvSpPr txBox="1"/>
          <p:nvPr/>
        </p:nvSpPr>
        <p:spPr>
          <a:xfrm>
            <a:off x="799896" y="4397121"/>
            <a:ext cx="9628505" cy="10661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 indent="-227965">
              <a:lnSpc>
                <a:spcPts val="2345"/>
              </a:lnSpc>
              <a:spcBef>
                <a:spcPts val="100"/>
              </a:spcBef>
              <a:buFont typeface="Arial"/>
              <a:buChar char="•"/>
              <a:tabLst>
                <a:tab pos="240665" algn="l"/>
              </a:tabLst>
            </a:pPr>
            <a:r>
              <a:rPr sz="2000" spc="10" dirty="0">
                <a:latin typeface="Calibri"/>
                <a:cs typeface="Calibri"/>
              </a:rPr>
              <a:t>Backpropagation</a:t>
            </a:r>
            <a:r>
              <a:rPr sz="2000" spc="210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algorithm</a:t>
            </a:r>
            <a:r>
              <a:rPr sz="2000" spc="210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a</a:t>
            </a:r>
            <a:r>
              <a:rPr sz="2000" spc="245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form</a:t>
            </a:r>
            <a:r>
              <a:rPr sz="2000" spc="245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of</a:t>
            </a:r>
            <a:r>
              <a:rPr sz="2000" spc="229" dirty="0">
                <a:latin typeface="Calibri"/>
                <a:cs typeface="Calibri"/>
              </a:rPr>
              <a:t> </a:t>
            </a:r>
            <a:r>
              <a:rPr sz="2000" spc="10" dirty="0">
                <a:latin typeface="Calibri"/>
                <a:cs typeface="Calibri"/>
              </a:rPr>
              <a:t>supervised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spc="40" dirty="0">
                <a:latin typeface="Calibri"/>
                <a:cs typeface="Calibri"/>
              </a:rPr>
              <a:t>learning</a:t>
            </a:r>
            <a:endParaRPr sz="2000">
              <a:latin typeface="Calibri"/>
              <a:cs typeface="Calibri"/>
            </a:endParaRPr>
          </a:p>
          <a:p>
            <a:pPr marL="697865" lvl="1" indent="-228600">
              <a:lnSpc>
                <a:spcPts val="1930"/>
              </a:lnSpc>
              <a:buFont typeface="Arial"/>
              <a:buChar char="•"/>
              <a:tabLst>
                <a:tab pos="697865" algn="l"/>
              </a:tabLst>
            </a:pPr>
            <a:r>
              <a:rPr sz="1700" spc="-20" dirty="0">
                <a:latin typeface="Calibri"/>
                <a:cs typeface="Calibri"/>
              </a:rPr>
              <a:t>We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45" dirty="0">
                <a:latin typeface="Calibri"/>
                <a:cs typeface="Calibri"/>
              </a:rPr>
              <a:t>initialize</a:t>
            </a:r>
            <a:r>
              <a:rPr sz="1700" spc="80" dirty="0">
                <a:latin typeface="Calibri"/>
                <a:cs typeface="Calibri"/>
              </a:rPr>
              <a:t> </a:t>
            </a:r>
            <a:r>
              <a:rPr sz="1700" spc="75" dirty="0">
                <a:latin typeface="Calibri"/>
                <a:cs typeface="Calibri"/>
              </a:rPr>
              <a:t>all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weights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of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4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ANN,</a:t>
            </a:r>
            <a:r>
              <a:rPr sz="1700" spc="-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and</a:t>
            </a:r>
            <a:r>
              <a:rPr sz="1700" spc="11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then</a:t>
            </a:r>
            <a:r>
              <a:rPr sz="1700" spc="9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feed</a:t>
            </a:r>
            <a:r>
              <a:rPr sz="1700" spc="11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1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data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into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spc="-25" dirty="0">
                <a:latin typeface="Calibri"/>
                <a:cs typeface="Calibri"/>
              </a:rPr>
              <a:t>it</a:t>
            </a:r>
            <a:endParaRPr sz="1700">
              <a:latin typeface="Calibri"/>
              <a:cs typeface="Calibri"/>
            </a:endParaRPr>
          </a:p>
          <a:p>
            <a:pPr marL="697865" lvl="1" indent="-228600">
              <a:lnSpc>
                <a:spcPts val="1925"/>
              </a:lnSpc>
              <a:buFont typeface="Arial"/>
              <a:buChar char="•"/>
              <a:tabLst>
                <a:tab pos="697865" algn="l"/>
              </a:tabLst>
            </a:pPr>
            <a:r>
              <a:rPr sz="1700" dirty="0">
                <a:latin typeface="Calibri"/>
                <a:cs typeface="Calibri"/>
              </a:rPr>
              <a:t>Each</a:t>
            </a:r>
            <a:r>
              <a:rPr sz="1700" spc="25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training</a:t>
            </a:r>
            <a:r>
              <a:rPr sz="1700" spc="22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example</a:t>
            </a:r>
            <a:r>
              <a:rPr sz="1700" spc="2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generates</a:t>
            </a:r>
            <a:r>
              <a:rPr sz="1700" spc="254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</a:t>
            </a:r>
            <a:r>
              <a:rPr sz="1700" spc="26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output.</a:t>
            </a:r>
            <a:endParaRPr sz="1700">
              <a:latin typeface="Calibri"/>
              <a:cs typeface="Calibri"/>
            </a:endParaRPr>
          </a:p>
          <a:p>
            <a:pPr marL="697865" lvl="1" indent="-228600">
              <a:lnSpc>
                <a:spcPts val="1980"/>
              </a:lnSpc>
              <a:buFont typeface="Arial"/>
              <a:buChar char="•"/>
              <a:tabLst>
                <a:tab pos="697865" algn="l"/>
              </a:tabLst>
            </a:pPr>
            <a:r>
              <a:rPr sz="1700" spc="-20" dirty="0">
                <a:latin typeface="Calibri"/>
                <a:cs typeface="Calibri"/>
              </a:rPr>
              <a:t>We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know</a:t>
            </a:r>
            <a:r>
              <a:rPr sz="1700" spc="8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correct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output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for</a:t>
            </a:r>
            <a:r>
              <a:rPr sz="1700" spc="1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those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training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samples,</a:t>
            </a:r>
            <a:r>
              <a:rPr sz="1700" spc="-3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so</a:t>
            </a:r>
            <a:r>
              <a:rPr sz="1700" spc="1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for</a:t>
            </a:r>
            <a:r>
              <a:rPr sz="1700" spc="1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each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output,</a:t>
            </a:r>
            <a:r>
              <a:rPr sz="1700" spc="-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we</a:t>
            </a:r>
            <a:r>
              <a:rPr sz="1700" spc="1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can</a:t>
            </a:r>
            <a:r>
              <a:rPr sz="1700" spc="1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define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</a:t>
            </a:r>
            <a:r>
              <a:rPr sz="1700" spc="140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error</a:t>
            </a:r>
            <a:endParaRPr sz="1700">
              <a:latin typeface="Calibri"/>
              <a:cs typeface="Calibri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4A8AEFD8-9F00-F997-2F74-4088E95E42E7}"/>
              </a:ext>
            </a:extLst>
          </p:cNvPr>
          <p:cNvSpPr txBox="1"/>
          <p:nvPr/>
        </p:nvSpPr>
        <p:spPr>
          <a:xfrm>
            <a:off x="1257096" y="5423103"/>
            <a:ext cx="9794875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40665" algn="l"/>
              </a:tabLst>
            </a:pPr>
            <a:r>
              <a:rPr sz="1700" spc="10" dirty="0">
                <a:latin typeface="Calibri"/>
                <a:cs typeface="Calibri"/>
              </a:rPr>
              <a:t>Then,</a:t>
            </a:r>
            <a:r>
              <a:rPr sz="1700" spc="-6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we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can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essentially </a:t>
            </a:r>
            <a:r>
              <a:rPr sz="1700" spc="55" dirty="0">
                <a:latin typeface="Calibri"/>
                <a:cs typeface="Calibri"/>
              </a:rPr>
              <a:t>go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backwards,</a:t>
            </a:r>
            <a:r>
              <a:rPr sz="1700" spc="-60" dirty="0">
                <a:latin typeface="Calibri"/>
                <a:cs typeface="Calibri"/>
              </a:rPr>
              <a:t> </a:t>
            </a:r>
            <a:r>
              <a:rPr sz="1700" spc="60" dirty="0">
                <a:latin typeface="Calibri"/>
                <a:cs typeface="Calibri"/>
              </a:rPr>
              <a:t>assigning</a:t>
            </a:r>
            <a:r>
              <a:rPr sz="1700" spc="80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some</a:t>
            </a:r>
            <a:r>
              <a:rPr sz="1700" spc="90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part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of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that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error</a:t>
            </a:r>
            <a:r>
              <a:rPr sz="1700" spc="110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to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the</a:t>
            </a:r>
            <a:r>
              <a:rPr sz="1700" spc="95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weights</a:t>
            </a:r>
            <a:r>
              <a:rPr sz="1700" spc="100" dirty="0">
                <a:latin typeface="Calibri"/>
                <a:cs typeface="Calibri"/>
              </a:rPr>
              <a:t> </a:t>
            </a:r>
            <a:r>
              <a:rPr sz="1700" spc="10" dirty="0">
                <a:latin typeface="Calibri"/>
                <a:cs typeface="Calibri"/>
              </a:rPr>
              <a:t>between</a:t>
            </a:r>
            <a:r>
              <a:rPr sz="1700" spc="10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output</a:t>
            </a:r>
            <a:endParaRPr sz="1700">
              <a:latin typeface="Calibri"/>
              <a:cs typeface="Calibri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66259D2B-B62A-0F4F-3B4A-B9F5F71687D7}"/>
              </a:ext>
            </a:extLst>
          </p:cNvPr>
          <p:cNvSpPr txBox="1"/>
          <p:nvPr/>
        </p:nvSpPr>
        <p:spPr>
          <a:xfrm>
            <a:off x="1257096" y="5604459"/>
            <a:ext cx="8069580" cy="530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>
              <a:lnSpc>
                <a:spcPts val="1985"/>
              </a:lnSpc>
              <a:spcBef>
                <a:spcPts val="100"/>
              </a:spcBef>
            </a:pPr>
            <a:r>
              <a:rPr sz="1700" dirty="0">
                <a:latin typeface="Calibri"/>
                <a:cs typeface="Calibri"/>
              </a:rPr>
              <a:t>neuron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and</a:t>
            </a:r>
            <a:r>
              <a:rPr sz="1700" spc="1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previous</a:t>
            </a:r>
            <a:r>
              <a:rPr sz="1700" spc="18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neurons</a:t>
            </a:r>
            <a:endParaRPr sz="1700">
              <a:latin typeface="Calibri"/>
              <a:cs typeface="Calibri"/>
            </a:endParaRPr>
          </a:p>
          <a:p>
            <a:pPr marL="240665" indent="-227965">
              <a:lnSpc>
                <a:spcPts val="1985"/>
              </a:lnSpc>
              <a:buFont typeface="Arial"/>
              <a:buChar char="•"/>
              <a:tabLst>
                <a:tab pos="240665" algn="l"/>
              </a:tabLst>
            </a:pPr>
            <a:r>
              <a:rPr sz="1700" dirty="0">
                <a:latin typeface="Calibri"/>
                <a:cs typeface="Calibri"/>
              </a:rPr>
              <a:t>Adjusting</a:t>
            </a:r>
            <a:r>
              <a:rPr sz="1700" spc="12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7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weights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allows</a:t>
            </a:r>
            <a:r>
              <a:rPr sz="1700" spc="18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us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to</a:t>
            </a:r>
            <a:r>
              <a:rPr sz="1700" spc="18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move</a:t>
            </a:r>
            <a:r>
              <a:rPr sz="1700" spc="19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towards</a:t>
            </a:r>
            <a:r>
              <a:rPr sz="1700" spc="17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the</a:t>
            </a:r>
            <a:r>
              <a:rPr sz="1700" spc="17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correct</a:t>
            </a:r>
            <a:r>
              <a:rPr sz="1700" spc="15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answer,</a:t>
            </a:r>
            <a:r>
              <a:rPr sz="1700" spc="-1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as</a:t>
            </a:r>
            <a:r>
              <a:rPr sz="1700" spc="17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defined</a:t>
            </a:r>
            <a:r>
              <a:rPr sz="1700" spc="1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by</a:t>
            </a:r>
            <a:r>
              <a:rPr sz="1700" spc="90" dirty="0">
                <a:latin typeface="Calibri"/>
                <a:cs typeface="Calibri"/>
              </a:rPr>
              <a:t> </a:t>
            </a:r>
            <a:r>
              <a:rPr sz="1700" spc="-25" dirty="0">
                <a:latin typeface="Calibri"/>
                <a:cs typeface="Calibri"/>
              </a:rPr>
              <a:t>us</a:t>
            </a:r>
            <a:endParaRPr sz="1700">
              <a:latin typeface="Calibri"/>
              <a:cs typeface="Calibri"/>
            </a:endParaRPr>
          </a:p>
        </p:txBody>
      </p:sp>
      <p:pic>
        <p:nvPicPr>
          <p:cNvPr id="6" name="object 6">
            <a:extLst>
              <a:ext uri="{FF2B5EF4-FFF2-40B4-BE49-F238E27FC236}">
                <a16:creationId xmlns:a16="http://schemas.microsoft.com/office/drawing/2014/main" id="{1C27E252-267A-BC38-3C9D-0AF66467896C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23514" y="933450"/>
            <a:ext cx="4571999" cy="3276600"/>
          </a:xfrm>
          <a:prstGeom prst="rect">
            <a:avLst/>
          </a:prstGeom>
        </p:spPr>
      </p:pic>
      <p:sp>
        <p:nvSpPr>
          <p:cNvPr id="7" name="object 7">
            <a:extLst>
              <a:ext uri="{FF2B5EF4-FFF2-40B4-BE49-F238E27FC236}">
                <a16:creationId xmlns:a16="http://schemas.microsoft.com/office/drawing/2014/main" id="{57B60876-0387-68A9-2B87-D4627C288D5E}"/>
              </a:ext>
            </a:extLst>
          </p:cNvPr>
          <p:cNvSpPr/>
          <p:nvPr/>
        </p:nvSpPr>
        <p:spPr>
          <a:xfrm>
            <a:off x="474789" y="4333113"/>
            <a:ext cx="11052175" cy="0"/>
          </a:xfrm>
          <a:custGeom>
            <a:avLst/>
            <a:gdLst/>
            <a:ahLst/>
            <a:cxnLst/>
            <a:rect l="l" t="t" r="r" b="b"/>
            <a:pathLst>
              <a:path w="11052175">
                <a:moveTo>
                  <a:pt x="0" y="0"/>
                </a:moveTo>
                <a:lnTo>
                  <a:pt x="11051984" y="0"/>
                </a:lnTo>
              </a:path>
            </a:pathLst>
          </a:custGeom>
          <a:ln w="6350">
            <a:solidFill>
              <a:srgbClr val="5B9BD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CB2D54E4-D9EC-304C-EB79-A57A6015F6B6}"/>
              </a:ext>
            </a:extLst>
          </p:cNvPr>
          <p:cNvSpPr txBox="1"/>
          <p:nvPr/>
        </p:nvSpPr>
        <p:spPr>
          <a:xfrm>
            <a:off x="6528307" y="6390233"/>
            <a:ext cx="5588635" cy="1873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050" spc="-10" dirty="0">
                <a:latin typeface="Calibri"/>
                <a:cs typeface="Calibri"/>
              </a:rPr>
              <a:t>https://github.com/rasbt/python-machine-learning-book/blob/master/faq/visual-backpropagation.md</a:t>
            </a:r>
            <a:endParaRPr sz="1050">
              <a:latin typeface="Calibri"/>
              <a:cs typeface="Calibri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7371C81-F181-02F7-F090-3D8F5C58FAF3}"/>
              </a:ext>
            </a:extLst>
          </p:cNvPr>
          <p:cNvGrpSpPr/>
          <p:nvPr/>
        </p:nvGrpSpPr>
        <p:grpSpPr>
          <a:xfrm>
            <a:off x="8290580" y="1233560"/>
            <a:ext cx="991440" cy="431640"/>
            <a:chOff x="8290580" y="1233560"/>
            <a:chExt cx="991440" cy="43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0BA1B4F-E6E2-00BC-C8A7-B73F6D410B1E}"/>
                    </a:ext>
                  </a:extLst>
                </p14:cNvPr>
                <p14:cNvContentPartPr/>
                <p14:nvPr/>
              </p14:nvContentPartPr>
              <p14:xfrm>
                <a:off x="8356460" y="1401680"/>
                <a:ext cx="26640" cy="2332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0BA1B4F-E6E2-00BC-C8A7-B73F6D410B1E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338460" y="1383680"/>
                  <a:ext cx="6228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B162137-ED4C-C6A7-E3EE-955BE871B9E7}"/>
                    </a:ext>
                  </a:extLst>
                </p14:cNvPr>
                <p14:cNvContentPartPr/>
                <p14:nvPr/>
              </p14:nvContentPartPr>
              <p14:xfrm>
                <a:off x="8290580" y="1233560"/>
                <a:ext cx="11520" cy="608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B162137-ED4C-C6A7-E3EE-955BE871B9E7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273125" y="1215560"/>
                  <a:ext cx="4608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120E6EF-0C76-DB60-099B-57B1D72331BD}"/>
                    </a:ext>
                  </a:extLst>
                </p14:cNvPr>
                <p14:cNvContentPartPr/>
                <p14:nvPr/>
              </p14:nvContentPartPr>
              <p14:xfrm>
                <a:off x="8462300" y="1413920"/>
                <a:ext cx="207720" cy="1202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120E6EF-0C76-DB60-099B-57B1D72331B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444300" y="1395920"/>
                  <a:ext cx="24336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191EFFE-A37D-9375-4EA1-33CEF8328304}"/>
                    </a:ext>
                  </a:extLst>
                </p14:cNvPr>
                <p14:cNvContentPartPr/>
                <p14:nvPr/>
              </p14:nvContentPartPr>
              <p14:xfrm>
                <a:off x="8780900" y="1442000"/>
                <a:ext cx="47520" cy="223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191EFFE-A37D-9375-4EA1-33CEF832830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762900" y="1424000"/>
                  <a:ext cx="8316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DDFB1CA-8C0D-B864-C17E-5E04A94AEED1}"/>
                    </a:ext>
                  </a:extLst>
                </p14:cNvPr>
                <p14:cNvContentPartPr/>
                <p14:nvPr/>
              </p14:nvContentPartPr>
              <p14:xfrm>
                <a:off x="8778380" y="1418240"/>
                <a:ext cx="126360" cy="1098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DDFB1CA-8C0D-B864-C17E-5E04A94AEED1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760431" y="1400240"/>
                  <a:ext cx="161899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35B4652B-A459-0E3D-B06B-DFAB84A60820}"/>
                    </a:ext>
                  </a:extLst>
                </p14:cNvPr>
                <p14:cNvContentPartPr/>
                <p14:nvPr/>
              </p14:nvContentPartPr>
              <p14:xfrm>
                <a:off x="8954060" y="1410320"/>
                <a:ext cx="141480" cy="957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35B4652B-A459-0E3D-B06B-DFAB84A6082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936060" y="1392320"/>
                  <a:ext cx="17712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EE8FE2B-8095-C6C7-4AAF-1347D5E0147F}"/>
                    </a:ext>
                  </a:extLst>
                </p14:cNvPr>
                <p14:cNvContentPartPr/>
                <p14:nvPr/>
              </p14:nvContentPartPr>
              <p14:xfrm>
                <a:off x="9229820" y="1274240"/>
                <a:ext cx="48960" cy="2664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EE8FE2B-8095-C6C7-4AAF-1347D5E0147F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211951" y="1256240"/>
                  <a:ext cx="8434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93866B3-7206-917A-B984-612F86863F40}"/>
                    </a:ext>
                  </a:extLst>
                </p14:cNvPr>
                <p14:cNvContentPartPr/>
                <p14:nvPr/>
              </p14:nvContentPartPr>
              <p14:xfrm>
                <a:off x="9183380" y="1393400"/>
                <a:ext cx="98640" cy="572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93866B3-7206-917A-B984-612F86863F40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165380" y="1375400"/>
                  <a:ext cx="134280" cy="92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D517A5A1-3510-FC6D-3A6B-39E834F66672}"/>
                  </a:ext>
                </a:extLst>
              </p14:cNvPr>
              <p14:cNvContentPartPr/>
              <p14:nvPr/>
            </p14:nvContentPartPr>
            <p14:xfrm>
              <a:off x="9684500" y="1036280"/>
              <a:ext cx="735840" cy="86724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D517A5A1-3510-FC6D-3A6B-39E834F66672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9666500" y="1018287"/>
                <a:ext cx="771480" cy="902865"/>
              </a:xfrm>
              <a:prstGeom prst="rect">
                <a:avLst/>
              </a:prstGeom>
            </p:spPr>
          </p:pic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A11A15C2-C074-421F-FABB-59ACE001CC6A}"/>
              </a:ext>
            </a:extLst>
          </p:cNvPr>
          <p:cNvGrpSpPr/>
          <p:nvPr/>
        </p:nvGrpSpPr>
        <p:grpSpPr>
          <a:xfrm>
            <a:off x="10818860" y="1188920"/>
            <a:ext cx="1119960" cy="336240"/>
            <a:chOff x="10818860" y="1188920"/>
            <a:chExt cx="1119960" cy="33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C6345F4-3D60-8442-FBE1-AB51E5D67D32}"/>
                    </a:ext>
                  </a:extLst>
                </p14:cNvPr>
                <p14:cNvContentPartPr/>
                <p14:nvPr/>
              </p14:nvContentPartPr>
              <p14:xfrm>
                <a:off x="10818860" y="1390160"/>
                <a:ext cx="81720" cy="1152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C6345F4-3D60-8442-FBE1-AB51E5D67D32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0800780" y="1372160"/>
                  <a:ext cx="117518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9B0FEE0-FABF-1214-08CB-4DA2450C3053}"/>
                    </a:ext>
                  </a:extLst>
                </p14:cNvPr>
                <p14:cNvContentPartPr/>
                <p14:nvPr/>
              </p14:nvContentPartPr>
              <p14:xfrm>
                <a:off x="11052140" y="1368560"/>
                <a:ext cx="85680" cy="1022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9B0FEE0-FABF-1214-08CB-4DA2450C3053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1034140" y="1350560"/>
                  <a:ext cx="12132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A396344B-4DEB-14F8-9D85-8C22A359B63C}"/>
                    </a:ext>
                  </a:extLst>
                </p14:cNvPr>
                <p14:cNvContentPartPr/>
                <p14:nvPr/>
              </p14:nvContentPartPr>
              <p14:xfrm>
                <a:off x="11285780" y="1247240"/>
                <a:ext cx="31320" cy="2289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A396344B-4DEB-14F8-9D85-8C22A359B63C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1267985" y="1229240"/>
                  <a:ext cx="66555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C1998817-CD89-C071-2675-E842328234E7}"/>
                    </a:ext>
                  </a:extLst>
                </p14:cNvPr>
                <p14:cNvContentPartPr/>
                <p14:nvPr/>
              </p14:nvContentPartPr>
              <p14:xfrm>
                <a:off x="11241140" y="1371800"/>
                <a:ext cx="111240" cy="45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C1998817-CD89-C071-2675-E842328234E7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1223140" y="1353800"/>
                  <a:ext cx="14688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682DB9F-5B68-E8E0-79DF-39BFDF5D951A}"/>
                    </a:ext>
                  </a:extLst>
                </p14:cNvPr>
                <p14:cNvContentPartPr/>
                <p14:nvPr/>
              </p14:nvContentPartPr>
              <p14:xfrm>
                <a:off x="11454980" y="1388000"/>
                <a:ext cx="55080" cy="137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682DB9F-5B68-E8E0-79DF-39BFDF5D951A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1436980" y="1370000"/>
                  <a:ext cx="9072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EB8E536-7ADD-5F51-4E47-89F73DA9A02C}"/>
                    </a:ext>
                  </a:extLst>
                </p14:cNvPr>
                <p14:cNvContentPartPr/>
                <p14:nvPr/>
              </p14:nvContentPartPr>
              <p14:xfrm>
                <a:off x="11475860" y="1337960"/>
                <a:ext cx="100080" cy="835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EB8E536-7ADD-5F51-4E47-89F73DA9A02C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1457860" y="1319960"/>
                  <a:ext cx="13572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8193375-C578-D93E-B290-460C25B07864}"/>
                    </a:ext>
                  </a:extLst>
                </p14:cNvPr>
                <p14:cNvContentPartPr/>
                <p14:nvPr/>
              </p14:nvContentPartPr>
              <p14:xfrm>
                <a:off x="11657300" y="1351640"/>
                <a:ext cx="90720" cy="824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8193375-C578-D93E-B290-460C25B07864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1639371" y="1333640"/>
                  <a:ext cx="126219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F215BCA-C293-C07B-7A8F-181CF1A25A44}"/>
                    </a:ext>
                  </a:extLst>
                </p14:cNvPr>
                <p14:cNvContentPartPr/>
                <p14:nvPr/>
              </p14:nvContentPartPr>
              <p14:xfrm>
                <a:off x="11813540" y="1188920"/>
                <a:ext cx="71640" cy="2088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F215BCA-C293-C07B-7A8F-181CF1A25A44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1795540" y="1170889"/>
                  <a:ext cx="107280" cy="24450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88FF609-F340-66E1-2127-ABACA642C0E5}"/>
                    </a:ext>
                  </a:extLst>
                </p14:cNvPr>
                <p14:cNvContentPartPr/>
                <p14:nvPr/>
              </p14:nvContentPartPr>
              <p14:xfrm>
                <a:off x="11778260" y="1272440"/>
                <a:ext cx="160560" cy="565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88FF609-F340-66E1-2127-ABACA642C0E5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1760260" y="1254440"/>
                  <a:ext cx="196200" cy="92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D5E07A4-2D6D-90A1-C255-5AB2CBE5E86F}"/>
              </a:ext>
            </a:extLst>
          </p:cNvPr>
          <p:cNvGrpSpPr/>
          <p:nvPr/>
        </p:nvGrpSpPr>
        <p:grpSpPr>
          <a:xfrm>
            <a:off x="8249900" y="2123840"/>
            <a:ext cx="1467720" cy="308880"/>
            <a:chOff x="8249900" y="2123840"/>
            <a:chExt cx="1467720" cy="30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2310BF4-0E01-E663-B7BC-6061BFD7CE20}"/>
                    </a:ext>
                  </a:extLst>
                </p14:cNvPr>
                <p14:cNvContentPartPr/>
                <p14:nvPr/>
              </p14:nvContentPartPr>
              <p14:xfrm>
                <a:off x="8249900" y="2123840"/>
                <a:ext cx="195120" cy="637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2310BF4-0E01-E663-B7BC-6061BFD7CE20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231900" y="2105840"/>
                  <a:ext cx="23076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0AEEAA5B-8A88-5AB8-FD13-0B681215AA3C}"/>
                    </a:ext>
                  </a:extLst>
                </p14:cNvPr>
                <p14:cNvContentPartPr/>
                <p14:nvPr/>
              </p14:nvContentPartPr>
              <p14:xfrm>
                <a:off x="8342780" y="2146520"/>
                <a:ext cx="104040" cy="2455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0AEEAA5B-8A88-5AB8-FD13-0B681215AA3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324717" y="2128494"/>
                  <a:ext cx="139804" cy="28121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56A47B9-AF77-00AE-2D36-87CE79292770}"/>
                    </a:ext>
                  </a:extLst>
                </p14:cNvPr>
                <p14:cNvContentPartPr/>
                <p14:nvPr/>
              </p14:nvContentPartPr>
              <p14:xfrm>
                <a:off x="8508740" y="2214920"/>
                <a:ext cx="51120" cy="1152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C56A47B9-AF77-00AE-2D36-87CE79292770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8490740" y="2196976"/>
                  <a:ext cx="86760" cy="150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C109AF4-A872-9CC1-F9F2-2851B2EB3983}"/>
                    </a:ext>
                  </a:extLst>
                </p14:cNvPr>
                <p14:cNvContentPartPr/>
                <p14:nvPr/>
              </p14:nvContentPartPr>
              <p14:xfrm>
                <a:off x="8667860" y="2229320"/>
                <a:ext cx="86760" cy="1116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C109AF4-A872-9CC1-F9F2-2851B2EB3983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649785" y="2211320"/>
                  <a:ext cx="122549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AE00FE2-1D85-279A-64C6-1B74F80019AA}"/>
                    </a:ext>
                  </a:extLst>
                </p14:cNvPr>
                <p14:cNvContentPartPr/>
                <p14:nvPr/>
              </p14:nvContentPartPr>
              <p14:xfrm>
                <a:off x="8865140" y="2259200"/>
                <a:ext cx="28080" cy="853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AE00FE2-1D85-279A-64C6-1B74F80019AA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846906" y="2241200"/>
                  <a:ext cx="64183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7D01102-6F8C-5C67-933A-881B539CF6B9}"/>
                    </a:ext>
                  </a:extLst>
                </p14:cNvPr>
                <p14:cNvContentPartPr/>
                <p14:nvPr/>
              </p14:nvContentPartPr>
              <p14:xfrm>
                <a:off x="8887460" y="2142920"/>
                <a:ext cx="15840" cy="291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7D01102-6F8C-5C67-933A-881B539CF6B9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869460" y="2124695"/>
                  <a:ext cx="51480" cy="6524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2E5DA44-463C-195B-68A1-313567644798}"/>
                    </a:ext>
                  </a:extLst>
                </p14:cNvPr>
                <p14:cNvContentPartPr/>
                <p14:nvPr/>
              </p14:nvContentPartPr>
              <p14:xfrm>
                <a:off x="8996540" y="2241560"/>
                <a:ext cx="133200" cy="1090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2E5DA44-463C-195B-68A1-313567644798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978491" y="2223560"/>
                  <a:ext cx="168937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73A0C55-3BE9-2F07-5896-FF37E30D9095}"/>
                    </a:ext>
                  </a:extLst>
                </p14:cNvPr>
                <p14:cNvContentPartPr/>
                <p14:nvPr/>
              </p14:nvContentPartPr>
              <p14:xfrm>
                <a:off x="9236660" y="2257400"/>
                <a:ext cx="23040" cy="993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73A0C55-3BE9-2F07-5896-FF37E30D9095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9218660" y="2239400"/>
                  <a:ext cx="5868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5E888FC-613B-166B-3EA5-C280A8F42AEE}"/>
                    </a:ext>
                  </a:extLst>
                </p14:cNvPr>
                <p14:cNvContentPartPr/>
                <p14:nvPr/>
              </p14:nvContentPartPr>
              <p14:xfrm>
                <a:off x="9221180" y="2189360"/>
                <a:ext cx="34560" cy="230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5E888FC-613B-166B-3EA5-C280A8F42AEE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9203180" y="2171360"/>
                  <a:ext cx="7020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105642F-75D3-73C5-6CAA-27DCD2C08C32}"/>
                    </a:ext>
                  </a:extLst>
                </p14:cNvPr>
                <p14:cNvContentPartPr/>
                <p14:nvPr/>
              </p14:nvContentPartPr>
              <p14:xfrm>
                <a:off x="9354380" y="2234720"/>
                <a:ext cx="176040" cy="1008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105642F-75D3-73C5-6CAA-27DCD2C08C32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336417" y="2216720"/>
                  <a:ext cx="211607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437F960-C32F-3E81-2B35-BF9592BF76D9}"/>
                    </a:ext>
                  </a:extLst>
                </p14:cNvPr>
                <p14:cNvContentPartPr/>
                <p14:nvPr/>
              </p14:nvContentPartPr>
              <p14:xfrm>
                <a:off x="9651020" y="2255960"/>
                <a:ext cx="66600" cy="1767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437F960-C32F-3E81-2B35-BF9592BF76D9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633020" y="2237960"/>
                  <a:ext cx="102240" cy="21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AC0D5442-BD39-B593-7EB0-F7CE71614487}"/>
              </a:ext>
            </a:extLst>
          </p:cNvPr>
          <p:cNvGrpSpPr/>
          <p:nvPr/>
        </p:nvGrpSpPr>
        <p:grpSpPr>
          <a:xfrm>
            <a:off x="8429180" y="2704520"/>
            <a:ext cx="101160" cy="320760"/>
            <a:chOff x="8429180" y="2704520"/>
            <a:chExt cx="101160" cy="320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D59E34A-3071-38B7-0ECD-D2E82961E325}"/>
                    </a:ext>
                  </a:extLst>
                </p14:cNvPr>
                <p14:cNvContentPartPr/>
                <p14:nvPr/>
              </p14:nvContentPartPr>
              <p14:xfrm>
                <a:off x="8465900" y="2704520"/>
                <a:ext cx="14760" cy="2930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D59E34A-3071-38B7-0ECD-D2E82961E325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8447900" y="2686520"/>
                  <a:ext cx="5040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85EA21A-605F-2E2C-A709-1DAA3000AFBC}"/>
                    </a:ext>
                  </a:extLst>
                </p14:cNvPr>
                <p14:cNvContentPartPr/>
                <p14:nvPr/>
              </p14:nvContentPartPr>
              <p14:xfrm>
                <a:off x="8429180" y="2988200"/>
                <a:ext cx="101160" cy="370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85EA21A-605F-2E2C-A709-1DAA3000AFBC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8411180" y="2970200"/>
                  <a:ext cx="136800" cy="7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86C8B93A-F81F-4250-1870-FDEA73B820D1}"/>
              </a:ext>
            </a:extLst>
          </p:cNvPr>
          <p:cNvGrpSpPr/>
          <p:nvPr/>
        </p:nvGrpSpPr>
        <p:grpSpPr>
          <a:xfrm>
            <a:off x="8931740" y="2691920"/>
            <a:ext cx="809640" cy="310680"/>
            <a:chOff x="8931740" y="2691920"/>
            <a:chExt cx="809640" cy="310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9A7E0CBD-EB6C-D728-EFCC-7C5F5EAD1B28}"/>
                    </a:ext>
                  </a:extLst>
                </p14:cNvPr>
                <p14:cNvContentPartPr/>
                <p14:nvPr/>
              </p14:nvContentPartPr>
              <p14:xfrm>
                <a:off x="8931740" y="2691920"/>
                <a:ext cx="23400" cy="3106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9A7E0CBD-EB6C-D728-EFCC-7C5F5EAD1B28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8913740" y="2673941"/>
                  <a:ext cx="59040" cy="34627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CB82EDD-8C9B-59EB-A753-9B28D16915BB}"/>
                    </a:ext>
                  </a:extLst>
                </p14:cNvPr>
                <p14:cNvContentPartPr/>
                <p14:nvPr/>
              </p14:nvContentPartPr>
              <p14:xfrm>
                <a:off x="8951900" y="2806760"/>
                <a:ext cx="105480" cy="1317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CB82EDD-8C9B-59EB-A753-9B28D16915BB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8933900" y="2788760"/>
                  <a:ext cx="14112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51CA65B4-BBA2-4B07-4825-579E7EC9B44E}"/>
                    </a:ext>
                  </a:extLst>
                </p14:cNvPr>
                <p14:cNvContentPartPr/>
                <p14:nvPr/>
              </p14:nvContentPartPr>
              <p14:xfrm>
                <a:off x="9154580" y="2831960"/>
                <a:ext cx="192600" cy="1159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51CA65B4-BBA2-4B07-4825-579E7EC9B44E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9136580" y="2813960"/>
                  <a:ext cx="22824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5BEBD5E2-8360-F89B-23BB-C0DBD736F0C0}"/>
                    </a:ext>
                  </a:extLst>
                </p14:cNvPr>
                <p14:cNvContentPartPr/>
                <p14:nvPr/>
              </p14:nvContentPartPr>
              <p14:xfrm>
                <a:off x="9446180" y="2840600"/>
                <a:ext cx="52920" cy="946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5BEBD5E2-8360-F89B-23BB-C0DBD736F0C0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9428302" y="2822668"/>
                  <a:ext cx="88319" cy="13018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B71ADEE-588F-4AAB-C6B0-554AFE0AE573}"/>
                    </a:ext>
                  </a:extLst>
                </p14:cNvPr>
                <p14:cNvContentPartPr/>
                <p14:nvPr/>
              </p14:nvContentPartPr>
              <p14:xfrm>
                <a:off x="9581180" y="2853200"/>
                <a:ext cx="160200" cy="907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B71ADEE-588F-4AAB-C6B0-554AFE0AE573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9563180" y="2835200"/>
                  <a:ext cx="195840" cy="12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9BDF388-3BBF-3971-C172-6A5431C9368E}"/>
              </a:ext>
            </a:extLst>
          </p:cNvPr>
          <p:cNvGrpSpPr/>
          <p:nvPr/>
        </p:nvGrpSpPr>
        <p:grpSpPr>
          <a:xfrm>
            <a:off x="10038020" y="2671040"/>
            <a:ext cx="569160" cy="281880"/>
            <a:chOff x="10038020" y="2671040"/>
            <a:chExt cx="569160" cy="28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F845BA4-E35B-77F9-EF01-862B17B4839D}"/>
                    </a:ext>
                  </a:extLst>
                </p14:cNvPr>
                <p14:cNvContentPartPr/>
                <p14:nvPr/>
              </p14:nvContentPartPr>
              <p14:xfrm>
                <a:off x="10038020" y="2815040"/>
                <a:ext cx="91440" cy="1378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F845BA4-E35B-77F9-EF01-862B17B4839D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0020020" y="2797040"/>
                  <a:ext cx="12708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FFA7D3C-C71B-C53B-045D-BB5F7D0CF374}"/>
                    </a:ext>
                  </a:extLst>
                </p14:cNvPr>
                <p14:cNvContentPartPr/>
                <p14:nvPr/>
              </p14:nvContentPartPr>
              <p14:xfrm>
                <a:off x="10285340" y="2845640"/>
                <a:ext cx="160200" cy="921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FFA7D3C-C71B-C53B-045D-BB5F7D0CF374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0267340" y="2827710"/>
                  <a:ext cx="195840" cy="12766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1A6695D-425D-2E35-500E-311032B6858D}"/>
                    </a:ext>
                  </a:extLst>
                </p14:cNvPr>
                <p14:cNvContentPartPr/>
                <p14:nvPr/>
              </p14:nvContentPartPr>
              <p14:xfrm>
                <a:off x="10532300" y="2671040"/>
                <a:ext cx="48240" cy="2404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1A6695D-425D-2E35-500E-311032B6858D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0514165" y="2653040"/>
                  <a:ext cx="84148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F1F55355-09E0-5772-D68B-A1B2F07E2638}"/>
                    </a:ext>
                  </a:extLst>
                </p14:cNvPr>
                <p14:cNvContentPartPr/>
                <p14:nvPr/>
              </p14:nvContentPartPr>
              <p14:xfrm>
                <a:off x="10531580" y="2830880"/>
                <a:ext cx="75600" cy="270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F1F55355-09E0-5772-D68B-A1B2F07E2638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0513580" y="2812880"/>
                  <a:ext cx="111240" cy="62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6BD656E1-BCF3-C7EC-03D7-F44F3674166C}"/>
              </a:ext>
            </a:extLst>
          </p:cNvPr>
          <p:cNvGrpSpPr/>
          <p:nvPr/>
        </p:nvGrpSpPr>
        <p:grpSpPr>
          <a:xfrm>
            <a:off x="10790420" y="2682920"/>
            <a:ext cx="556920" cy="298800"/>
            <a:chOff x="10790420" y="2682920"/>
            <a:chExt cx="556920" cy="29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12EF411-312D-C348-A174-111ECBD5C9F6}"/>
                    </a:ext>
                  </a:extLst>
                </p14:cNvPr>
                <p14:cNvContentPartPr/>
                <p14:nvPr/>
              </p14:nvContentPartPr>
              <p14:xfrm>
                <a:off x="10790420" y="2830160"/>
                <a:ext cx="40680" cy="1515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12EF411-312D-C348-A174-111ECBD5C9F6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772420" y="2812160"/>
                  <a:ext cx="7632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8DDCFA2-1AA7-9839-ADD0-21C92072DB93}"/>
                    </a:ext>
                  </a:extLst>
                </p14:cNvPr>
                <p14:cNvContentPartPr/>
                <p14:nvPr/>
              </p14:nvContentPartPr>
              <p14:xfrm>
                <a:off x="10813460" y="2791640"/>
                <a:ext cx="86400" cy="954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8DDCFA2-1AA7-9839-ADD0-21C92072DB93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795460" y="2773640"/>
                  <a:ext cx="12204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A2A8309-5FF1-BE41-9D27-AA79B9B86FB4}"/>
                    </a:ext>
                  </a:extLst>
                </p14:cNvPr>
                <p14:cNvContentPartPr/>
                <p14:nvPr/>
              </p14:nvContentPartPr>
              <p14:xfrm>
                <a:off x="10935500" y="2796680"/>
                <a:ext cx="160200" cy="95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A2A8309-5FF1-BE41-9D27-AA79B9B86FB4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917500" y="2778680"/>
                  <a:ext cx="19584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9F164987-66A8-11BF-1493-C44516BA20BD}"/>
                    </a:ext>
                  </a:extLst>
                </p14:cNvPr>
                <p14:cNvContentPartPr/>
                <p14:nvPr/>
              </p14:nvContentPartPr>
              <p14:xfrm>
                <a:off x="11162300" y="2682920"/>
                <a:ext cx="88200" cy="2095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9F164987-66A8-11BF-1493-C44516BA20BD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1144300" y="2664920"/>
                  <a:ext cx="12384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8A0F784-AB01-694A-D34C-2BD24EAF1841}"/>
                    </a:ext>
                  </a:extLst>
                </p14:cNvPr>
                <p14:cNvContentPartPr/>
                <p14:nvPr/>
              </p14:nvContentPartPr>
              <p14:xfrm>
                <a:off x="11148980" y="2770040"/>
                <a:ext cx="198360" cy="540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8A0F784-AB01-694A-D34C-2BD24EAF1841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1130980" y="2752040"/>
                  <a:ext cx="234000" cy="89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6712781-663A-60AB-931F-3B99CAAFCBE4}"/>
              </a:ext>
            </a:extLst>
          </p:cNvPr>
          <p:cNvGrpSpPr/>
          <p:nvPr/>
        </p:nvGrpSpPr>
        <p:grpSpPr>
          <a:xfrm>
            <a:off x="8492540" y="3327320"/>
            <a:ext cx="234720" cy="159480"/>
            <a:chOff x="8492540" y="3327320"/>
            <a:chExt cx="234720" cy="15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444133A-0FA4-D1F7-DFF1-CB07169A7612}"/>
                    </a:ext>
                  </a:extLst>
                </p14:cNvPr>
                <p14:cNvContentPartPr/>
                <p14:nvPr/>
              </p14:nvContentPartPr>
              <p14:xfrm>
                <a:off x="8492540" y="3327320"/>
                <a:ext cx="102600" cy="1594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444133A-0FA4-D1F7-DFF1-CB07169A7612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8474540" y="3309320"/>
                  <a:ext cx="13824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D708FE6-69BC-0230-F571-0AD74827355F}"/>
                    </a:ext>
                  </a:extLst>
                </p14:cNvPr>
                <p14:cNvContentPartPr/>
                <p14:nvPr/>
              </p14:nvContentPartPr>
              <p14:xfrm>
                <a:off x="8673620" y="3360800"/>
                <a:ext cx="53640" cy="1180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D708FE6-69BC-0230-F571-0AD74827355F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8655620" y="3342800"/>
                  <a:ext cx="89280" cy="15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DE7C785C-C036-32AB-DD41-5026AC94CF07}"/>
              </a:ext>
            </a:extLst>
          </p:cNvPr>
          <p:cNvGrpSpPr/>
          <p:nvPr/>
        </p:nvGrpSpPr>
        <p:grpSpPr>
          <a:xfrm>
            <a:off x="9024620" y="3245600"/>
            <a:ext cx="124560" cy="313920"/>
            <a:chOff x="9024620" y="3245600"/>
            <a:chExt cx="124560" cy="31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8014CC3B-713F-3A4E-04BA-3969942A9408}"/>
                    </a:ext>
                  </a:extLst>
                </p14:cNvPr>
                <p14:cNvContentPartPr/>
                <p14:nvPr/>
              </p14:nvContentPartPr>
              <p14:xfrm>
                <a:off x="9058460" y="3245600"/>
                <a:ext cx="21240" cy="2808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014CC3B-713F-3A4E-04BA-3969942A9408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9040460" y="3227623"/>
                  <a:ext cx="56880" cy="31639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97F4303-4B1F-52C6-709D-216ED22B23E2}"/>
                    </a:ext>
                  </a:extLst>
                </p14:cNvPr>
                <p14:cNvContentPartPr/>
                <p14:nvPr/>
              </p14:nvContentPartPr>
              <p14:xfrm>
                <a:off x="9024620" y="3252440"/>
                <a:ext cx="101880" cy="554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97F4303-4B1F-52C6-709D-216ED22B23E2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9006620" y="3234440"/>
                  <a:ext cx="13752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E81F71F7-1C27-A53A-ED61-F814C5113931}"/>
                    </a:ext>
                  </a:extLst>
                </p14:cNvPr>
                <p14:cNvContentPartPr/>
                <p14:nvPr/>
              </p14:nvContentPartPr>
              <p14:xfrm>
                <a:off x="9058460" y="3501920"/>
                <a:ext cx="90720" cy="576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E81F71F7-1C27-A53A-ED61-F814C5113931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040460" y="3483920"/>
                  <a:ext cx="126360" cy="93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E084A2F-DF34-E716-B766-B8311DDADA63}"/>
              </a:ext>
            </a:extLst>
          </p:cNvPr>
          <p:cNvGrpSpPr/>
          <p:nvPr/>
        </p:nvGrpSpPr>
        <p:grpSpPr>
          <a:xfrm>
            <a:off x="9462380" y="3370520"/>
            <a:ext cx="545760" cy="139680"/>
            <a:chOff x="9462380" y="3370520"/>
            <a:chExt cx="545760" cy="13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77095486-2513-CE86-A8B3-03B4828E639D}"/>
                    </a:ext>
                  </a:extLst>
                </p14:cNvPr>
                <p14:cNvContentPartPr/>
                <p14:nvPr/>
              </p14:nvContentPartPr>
              <p14:xfrm>
                <a:off x="9462380" y="3380960"/>
                <a:ext cx="80640" cy="1292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77095486-2513-CE86-A8B3-03B4828E639D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444299" y="3362960"/>
                  <a:ext cx="11644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E1CC3B1-C7D3-8625-86EA-F734753C4D48}"/>
                    </a:ext>
                  </a:extLst>
                </p14:cNvPr>
                <p14:cNvContentPartPr/>
                <p14:nvPr/>
              </p14:nvContentPartPr>
              <p14:xfrm>
                <a:off x="9642380" y="3370520"/>
                <a:ext cx="365760" cy="1058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E1CC3B1-C7D3-8625-86EA-F734753C4D48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9624398" y="3352520"/>
                  <a:ext cx="401365" cy="14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8927CF05-0720-0B19-8D29-5B7D4D07894C}"/>
              </a:ext>
            </a:extLst>
          </p:cNvPr>
          <p:cNvGrpSpPr/>
          <p:nvPr/>
        </p:nvGrpSpPr>
        <p:grpSpPr>
          <a:xfrm>
            <a:off x="10326020" y="3176840"/>
            <a:ext cx="722880" cy="347760"/>
            <a:chOff x="10326020" y="3176840"/>
            <a:chExt cx="722880" cy="347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DCB73A51-D805-3D74-57D2-032324BDBE3E}"/>
                    </a:ext>
                  </a:extLst>
                </p14:cNvPr>
                <p14:cNvContentPartPr/>
                <p14:nvPr/>
              </p14:nvContentPartPr>
              <p14:xfrm>
                <a:off x="10356260" y="3217160"/>
                <a:ext cx="87840" cy="3074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DCB73A51-D805-3D74-57D2-032324BDBE3E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0338260" y="3199160"/>
                  <a:ext cx="12348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1206BE2D-39F0-EEBD-8003-5F9FAD4676B8}"/>
                    </a:ext>
                  </a:extLst>
                </p14:cNvPr>
                <p14:cNvContentPartPr/>
                <p14:nvPr/>
              </p14:nvContentPartPr>
              <p14:xfrm>
                <a:off x="10326020" y="3391400"/>
                <a:ext cx="136080" cy="471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1206BE2D-39F0-EEBD-8003-5F9FAD4676B8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0307972" y="3373262"/>
                  <a:ext cx="171815" cy="8307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1764C055-FBB8-41FD-9911-837339AA2E02}"/>
                    </a:ext>
                  </a:extLst>
                </p14:cNvPr>
                <p14:cNvContentPartPr/>
                <p14:nvPr/>
              </p14:nvContentPartPr>
              <p14:xfrm>
                <a:off x="10525820" y="3359360"/>
                <a:ext cx="18000" cy="846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1764C055-FBB8-41FD-9911-837339AA2E02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0507820" y="3341436"/>
                  <a:ext cx="53640" cy="12008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47A9C420-BD4C-292F-1603-858028F4F759}"/>
                    </a:ext>
                  </a:extLst>
                </p14:cNvPr>
                <p14:cNvContentPartPr/>
                <p14:nvPr/>
              </p14:nvContentPartPr>
              <p14:xfrm>
                <a:off x="10528340" y="3255320"/>
                <a:ext cx="23040" cy="190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47A9C420-BD4C-292F-1603-858028F4F759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0510054" y="3236974"/>
                  <a:ext cx="59246" cy="554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38737C99-CFA5-EE95-4648-6ACE928D1ECF}"/>
                    </a:ext>
                  </a:extLst>
                </p14:cNvPr>
                <p14:cNvContentPartPr/>
                <p14:nvPr/>
              </p14:nvContentPartPr>
              <p14:xfrm>
                <a:off x="10660100" y="3316160"/>
                <a:ext cx="126720" cy="792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38737C99-CFA5-EE95-4648-6ACE928D1ECF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0642100" y="3298160"/>
                  <a:ext cx="16236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2C559A6-330F-B14A-43F1-D0C00376B44C}"/>
                    </a:ext>
                  </a:extLst>
                </p14:cNvPr>
                <p14:cNvContentPartPr/>
                <p14:nvPr/>
              </p14:nvContentPartPr>
              <p14:xfrm>
                <a:off x="10913540" y="3176840"/>
                <a:ext cx="135360" cy="2286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2C559A6-330F-B14A-43F1-D0C00376B44C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0895588" y="3158840"/>
                  <a:ext cx="170905" cy="26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F7138412-8EAC-3864-867C-78C5121CA01B}"/>
              </a:ext>
            </a:extLst>
          </p:cNvPr>
          <p:cNvGrpSpPr/>
          <p:nvPr/>
        </p:nvGrpSpPr>
        <p:grpSpPr>
          <a:xfrm>
            <a:off x="9205700" y="3698840"/>
            <a:ext cx="1536480" cy="329760"/>
            <a:chOff x="9205700" y="3698840"/>
            <a:chExt cx="1536480" cy="329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D044DCED-4556-D4BC-F1BF-11B3731E6460}"/>
                    </a:ext>
                  </a:extLst>
                </p14:cNvPr>
                <p14:cNvContentPartPr/>
                <p14:nvPr/>
              </p14:nvContentPartPr>
              <p14:xfrm>
                <a:off x="9205700" y="3848960"/>
                <a:ext cx="299520" cy="1796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D044DCED-4556-D4BC-F1BF-11B3731E6460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9187678" y="3830924"/>
                  <a:ext cx="335203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CD4D09B3-8A96-C018-FAB0-F71F73668310}"/>
                    </a:ext>
                  </a:extLst>
                </p14:cNvPr>
                <p14:cNvContentPartPr/>
                <p14:nvPr/>
              </p14:nvContentPartPr>
              <p14:xfrm>
                <a:off x="9525740" y="3837080"/>
                <a:ext cx="101160" cy="1054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CD4D09B3-8A96-C018-FAB0-F71F73668310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9507740" y="3819018"/>
                  <a:ext cx="136800" cy="1412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7E7D713A-1B4F-8B5C-8FA7-2851C2DF54AB}"/>
                    </a:ext>
                  </a:extLst>
                </p14:cNvPr>
                <p14:cNvContentPartPr/>
                <p14:nvPr/>
              </p14:nvContentPartPr>
              <p14:xfrm>
                <a:off x="9697820" y="3853280"/>
                <a:ext cx="57240" cy="734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7E7D713A-1B4F-8B5C-8FA7-2851C2DF54AB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9679820" y="3835191"/>
                  <a:ext cx="92880" cy="10925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58EB9E66-D16D-3511-27EB-F5176D3261CB}"/>
                    </a:ext>
                  </a:extLst>
                </p14:cNvPr>
                <p14:cNvContentPartPr/>
                <p14:nvPr/>
              </p14:nvContentPartPr>
              <p14:xfrm>
                <a:off x="9696740" y="3770480"/>
                <a:ext cx="19800" cy="129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58EB9E66-D16D-3511-27EB-F5176D3261CB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9678740" y="3752480"/>
                  <a:ext cx="5544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E4E74670-8AAB-8B00-9AA6-09ED26198C4A}"/>
                    </a:ext>
                  </a:extLst>
                </p14:cNvPr>
                <p14:cNvContentPartPr/>
                <p14:nvPr/>
              </p14:nvContentPartPr>
              <p14:xfrm>
                <a:off x="9879260" y="3717200"/>
                <a:ext cx="348480" cy="2516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E4E74670-8AAB-8B00-9AA6-09ED26198C4A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9861260" y="3699200"/>
                  <a:ext cx="38412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5AA47867-A590-F3B2-3897-E724939F50AD}"/>
                    </a:ext>
                  </a:extLst>
                </p14:cNvPr>
                <p14:cNvContentPartPr/>
                <p14:nvPr/>
              </p14:nvContentPartPr>
              <p14:xfrm>
                <a:off x="10332500" y="3698840"/>
                <a:ext cx="24120" cy="2091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5AA47867-A590-F3B2-3897-E724939F50AD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0314500" y="3680871"/>
                  <a:ext cx="59760" cy="24473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0FA1115E-973D-6DA7-2FD3-3165F6268267}"/>
                    </a:ext>
                  </a:extLst>
                </p14:cNvPr>
                <p14:cNvContentPartPr/>
                <p14:nvPr/>
              </p14:nvContentPartPr>
              <p14:xfrm>
                <a:off x="10285340" y="3780560"/>
                <a:ext cx="115920" cy="514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0FA1115E-973D-6DA7-2FD3-3165F6268267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0267284" y="3762560"/>
                  <a:ext cx="151671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CD2EDD98-A71C-26CB-9036-10F65BAA61AF}"/>
                    </a:ext>
                  </a:extLst>
                </p14:cNvPr>
                <p14:cNvContentPartPr/>
                <p14:nvPr/>
              </p14:nvContentPartPr>
              <p14:xfrm>
                <a:off x="10507460" y="3788120"/>
                <a:ext cx="77760" cy="148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CD2EDD98-A71C-26CB-9036-10F65BAA61AF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0489460" y="3770120"/>
                  <a:ext cx="11340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C85A33ED-BE78-ABD7-D513-F1EFC80175D0}"/>
                    </a:ext>
                  </a:extLst>
                </p14:cNvPr>
                <p14:cNvContentPartPr/>
                <p14:nvPr/>
              </p14:nvContentPartPr>
              <p14:xfrm>
                <a:off x="10707260" y="3824840"/>
                <a:ext cx="34920" cy="129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C85A33ED-BE78-ABD7-D513-F1EFC80175D0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0689444" y="3806326"/>
                  <a:ext cx="70196" cy="49618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E1075713-4352-58C4-725E-B3E1621E245D}"/>
              </a:ext>
            </a:extLst>
          </p:cNvPr>
          <p:cNvGrpSpPr/>
          <p:nvPr/>
        </p:nvGrpSpPr>
        <p:grpSpPr>
          <a:xfrm>
            <a:off x="8645180" y="4420640"/>
            <a:ext cx="198360" cy="462960"/>
            <a:chOff x="8645180" y="4420640"/>
            <a:chExt cx="198360" cy="46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91F7F97D-EB30-4D57-1D12-2E42C7D9CB97}"/>
                    </a:ext>
                  </a:extLst>
                </p14:cNvPr>
                <p14:cNvContentPartPr/>
                <p14:nvPr/>
              </p14:nvContentPartPr>
              <p14:xfrm>
                <a:off x="8713940" y="4420640"/>
                <a:ext cx="119160" cy="4629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91F7F97D-EB30-4D57-1D12-2E42C7D9CB97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8695940" y="4402640"/>
                  <a:ext cx="154800" cy="49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D89E8482-3EC4-E9A4-43D5-FACB61D7879C}"/>
                    </a:ext>
                  </a:extLst>
                </p14:cNvPr>
                <p14:cNvContentPartPr/>
                <p14:nvPr/>
              </p14:nvContentPartPr>
              <p14:xfrm>
                <a:off x="8645180" y="4608200"/>
                <a:ext cx="198360" cy="910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D89E8482-3EC4-E9A4-43D5-FACB61D7879C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8627147" y="4590200"/>
                  <a:ext cx="234065" cy="12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3880D595-6ECB-4CDE-6E3B-B938BE0A76C5}"/>
              </a:ext>
            </a:extLst>
          </p:cNvPr>
          <p:cNvGrpSpPr/>
          <p:nvPr/>
        </p:nvGrpSpPr>
        <p:grpSpPr>
          <a:xfrm>
            <a:off x="9039380" y="4457360"/>
            <a:ext cx="1295640" cy="344880"/>
            <a:chOff x="9039380" y="4457360"/>
            <a:chExt cx="1295640" cy="344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AAEFB647-F75F-3372-9870-DBBFEE3F5455}"/>
                    </a:ext>
                  </a:extLst>
                </p14:cNvPr>
                <p14:cNvContentPartPr/>
                <p14:nvPr/>
              </p14:nvContentPartPr>
              <p14:xfrm>
                <a:off x="9039380" y="4491200"/>
                <a:ext cx="132120" cy="3110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AAEFB647-F75F-3372-9870-DBBFEE3F5455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9021380" y="4473200"/>
                  <a:ext cx="16776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566251E1-7CC3-61EB-CA8B-7E89251A5C3D}"/>
                    </a:ext>
                  </a:extLst>
                </p14:cNvPr>
                <p14:cNvContentPartPr/>
                <p14:nvPr/>
              </p14:nvContentPartPr>
              <p14:xfrm>
                <a:off x="9267260" y="4530800"/>
                <a:ext cx="212400" cy="2170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566251E1-7CC3-61EB-CA8B-7E89251A5C3D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9249260" y="4512800"/>
                  <a:ext cx="24804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0F9BBBA2-3F75-ABA1-76B5-1ADCEED65BB9}"/>
                    </a:ext>
                  </a:extLst>
                </p14:cNvPr>
                <p14:cNvContentPartPr/>
                <p14:nvPr/>
              </p14:nvContentPartPr>
              <p14:xfrm>
                <a:off x="9557780" y="4644920"/>
                <a:ext cx="26640" cy="903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0F9BBBA2-3F75-ABA1-76B5-1ADCEED65BB9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9539780" y="4626991"/>
                  <a:ext cx="62280" cy="1258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B1FE9970-60A6-34B6-E2F1-6FD99062C05D}"/>
                    </a:ext>
                  </a:extLst>
                </p14:cNvPr>
                <p14:cNvContentPartPr/>
                <p14:nvPr/>
              </p14:nvContentPartPr>
              <p14:xfrm>
                <a:off x="9533660" y="4508840"/>
                <a:ext cx="25560" cy="219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B1FE9970-60A6-34B6-E2F1-6FD99062C05D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9515660" y="4490840"/>
                  <a:ext cx="6120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2790F5BA-732C-4BF3-58CF-74EE369FEB01}"/>
                    </a:ext>
                  </a:extLst>
                </p14:cNvPr>
                <p14:cNvContentPartPr/>
                <p14:nvPr/>
              </p14:nvContentPartPr>
              <p14:xfrm>
                <a:off x="9703940" y="4563200"/>
                <a:ext cx="182880" cy="1620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2790F5BA-732C-4BF3-58CF-74EE369FEB01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9685940" y="4545200"/>
                  <a:ext cx="21852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D73C62AF-8161-F548-EF8D-0B0E430897E8}"/>
                    </a:ext>
                  </a:extLst>
                </p14:cNvPr>
                <p14:cNvContentPartPr/>
                <p14:nvPr/>
              </p14:nvContentPartPr>
              <p14:xfrm>
                <a:off x="9989420" y="4612160"/>
                <a:ext cx="5400" cy="709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D73C62AF-8161-F548-EF8D-0B0E430897E8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9971420" y="4594160"/>
                  <a:ext cx="4104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64BE3F31-E693-5835-C407-76384936B3B2}"/>
                    </a:ext>
                  </a:extLst>
                </p14:cNvPr>
                <p14:cNvContentPartPr/>
                <p14:nvPr/>
              </p14:nvContentPartPr>
              <p14:xfrm>
                <a:off x="9984020" y="4457360"/>
                <a:ext cx="20880" cy="151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64BE3F31-E693-5835-C407-76384936B3B2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9966020" y="4439779"/>
                  <a:ext cx="56520" cy="4993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B2817EBC-A486-1EC5-D96A-AB143FADA8E4}"/>
                    </a:ext>
                  </a:extLst>
                </p14:cNvPr>
                <p14:cNvContentPartPr/>
                <p14:nvPr/>
              </p14:nvContentPartPr>
              <p14:xfrm>
                <a:off x="10143860" y="4598840"/>
                <a:ext cx="191160" cy="172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B2817EBC-A486-1EC5-D96A-AB143FADA8E4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0125826" y="4581207"/>
                  <a:ext cx="226867" cy="521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E71362BB-9CD0-490E-E51A-F5BD1B39BA5A}"/>
                    </a:ext>
                  </a:extLst>
                </p14:cNvPr>
                <p14:cNvContentPartPr/>
                <p14:nvPr/>
              </p14:nvContentPartPr>
              <p14:xfrm>
                <a:off x="10264100" y="4479320"/>
                <a:ext cx="55440" cy="2095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E71362BB-9CD0-490E-E51A-F5BD1B39BA5A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0246100" y="4461320"/>
                  <a:ext cx="91080" cy="24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7919AA5E-DF8D-CA00-1B45-83CEC97D0EFF}"/>
              </a:ext>
            </a:extLst>
          </p:cNvPr>
          <p:cNvGrpSpPr/>
          <p:nvPr/>
        </p:nvGrpSpPr>
        <p:grpSpPr>
          <a:xfrm>
            <a:off x="10515020" y="4388600"/>
            <a:ext cx="363960" cy="355320"/>
            <a:chOff x="10515020" y="4388600"/>
            <a:chExt cx="363960" cy="355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657A8771-7189-33F4-8A38-29F8BB127DBD}"/>
                    </a:ext>
                  </a:extLst>
                </p14:cNvPr>
                <p14:cNvContentPartPr/>
                <p14:nvPr/>
              </p14:nvContentPartPr>
              <p14:xfrm>
                <a:off x="10515020" y="4513880"/>
                <a:ext cx="116280" cy="1666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657A8771-7189-33F4-8A38-29F8BB127DBD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0497020" y="4495919"/>
                  <a:ext cx="151920" cy="20224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083527E8-7383-707C-21C2-187E4E3B910A}"/>
                    </a:ext>
                  </a:extLst>
                </p14:cNvPr>
                <p14:cNvContentPartPr/>
                <p14:nvPr/>
              </p14:nvContentPartPr>
              <p14:xfrm>
                <a:off x="10761980" y="4388600"/>
                <a:ext cx="117000" cy="3553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083527E8-7383-707C-21C2-187E4E3B910A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0743980" y="4370600"/>
                  <a:ext cx="152640" cy="39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DD0D7DB5-BD65-78C5-171A-F1CA55A4051E}"/>
              </a:ext>
            </a:extLst>
          </p:cNvPr>
          <p:cNvGrpSpPr/>
          <p:nvPr/>
        </p:nvGrpSpPr>
        <p:grpSpPr>
          <a:xfrm>
            <a:off x="7861820" y="4587680"/>
            <a:ext cx="462600" cy="263880"/>
            <a:chOff x="7861820" y="4587680"/>
            <a:chExt cx="462600" cy="26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250F6BB1-23F7-4E2B-CCFE-70F72B82AC1C}"/>
                    </a:ext>
                  </a:extLst>
                </p14:cNvPr>
                <p14:cNvContentPartPr/>
                <p14:nvPr/>
              </p14:nvContentPartPr>
              <p14:xfrm>
                <a:off x="7861820" y="4587680"/>
                <a:ext cx="193680" cy="2638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250F6BB1-23F7-4E2B-CCFE-70F72B82AC1C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7843786" y="4569655"/>
                  <a:ext cx="229386" cy="29956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C9D96ED-9750-9F7A-74D0-2439186E5D03}"/>
                    </a:ext>
                  </a:extLst>
                </p14:cNvPr>
                <p14:cNvContentPartPr/>
                <p14:nvPr/>
              </p14:nvContentPartPr>
              <p14:xfrm>
                <a:off x="8163500" y="4703240"/>
                <a:ext cx="132840" cy="316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C9D96ED-9750-9F7A-74D0-2439186E5D03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8145500" y="4685240"/>
                  <a:ext cx="16848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31097E68-A356-F4F8-D86A-5966E8870E53}"/>
                    </a:ext>
                  </a:extLst>
                </p14:cNvPr>
                <p14:cNvContentPartPr/>
                <p14:nvPr/>
              </p14:nvContentPartPr>
              <p14:xfrm>
                <a:off x="8249900" y="4765520"/>
                <a:ext cx="74520" cy="345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31097E68-A356-F4F8-D86A-5966E8870E53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231900" y="4747520"/>
                  <a:ext cx="110160" cy="7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09503D67-1122-82FC-6CCB-3EA3EF3FC0AC}"/>
              </a:ext>
            </a:extLst>
          </p:cNvPr>
          <p:cNvGrpSpPr/>
          <p:nvPr/>
        </p:nvGrpSpPr>
        <p:grpSpPr>
          <a:xfrm>
            <a:off x="8057660" y="1965440"/>
            <a:ext cx="3711960" cy="2532960"/>
            <a:chOff x="8057660" y="1965440"/>
            <a:chExt cx="3711960" cy="253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D8991983-8FC2-AAAE-76B6-90DA98AC9280}"/>
                    </a:ext>
                  </a:extLst>
                </p14:cNvPr>
                <p14:cNvContentPartPr/>
                <p14:nvPr/>
              </p14:nvContentPartPr>
              <p14:xfrm>
                <a:off x="8057660" y="1965440"/>
                <a:ext cx="3711960" cy="22960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D8991983-8FC2-AAAE-76B6-90DA98AC9280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8039662" y="1947440"/>
                  <a:ext cx="3747597" cy="233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B0F32A54-B594-6228-E97E-EECA595392E6}"/>
                    </a:ext>
                  </a:extLst>
                </p14:cNvPr>
                <p14:cNvContentPartPr/>
                <p14:nvPr/>
              </p14:nvContentPartPr>
              <p14:xfrm>
                <a:off x="9709700" y="4156040"/>
                <a:ext cx="99720" cy="3423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B0F32A54-B594-6228-E97E-EECA595392E6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9691635" y="4138040"/>
                  <a:ext cx="135489" cy="37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8A523C6A-5625-11D5-825C-E4059DC0F334}"/>
                    </a:ext>
                  </a:extLst>
                </p14:cNvPr>
                <p14:cNvContentPartPr/>
                <p14:nvPr/>
              </p14:nvContentPartPr>
              <p14:xfrm>
                <a:off x="9694220" y="4328120"/>
                <a:ext cx="217080" cy="1422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8A523C6A-5625-11D5-825C-E4059DC0F334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9676220" y="4310120"/>
                  <a:ext cx="252720" cy="17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722F6446-36D8-4D13-5F55-E95A5670BBF0}"/>
              </a:ext>
            </a:extLst>
          </p:cNvPr>
          <p:cNvGrpSpPr/>
          <p:nvPr/>
        </p:nvGrpSpPr>
        <p:grpSpPr>
          <a:xfrm>
            <a:off x="5117540" y="2752400"/>
            <a:ext cx="401040" cy="243720"/>
            <a:chOff x="5117540" y="2752400"/>
            <a:chExt cx="401040" cy="243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B19AEEC1-D253-1D70-17F1-43F4D6D712E7}"/>
                    </a:ext>
                  </a:extLst>
                </p14:cNvPr>
                <p14:cNvContentPartPr/>
                <p14:nvPr/>
              </p14:nvContentPartPr>
              <p14:xfrm>
                <a:off x="5117540" y="2752400"/>
                <a:ext cx="200520" cy="21096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B19AEEC1-D253-1D70-17F1-43F4D6D712E7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5099508" y="2734400"/>
                  <a:ext cx="236224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3F4B940C-7370-DAB1-1907-A45704791FD8}"/>
                    </a:ext>
                  </a:extLst>
                </p14:cNvPr>
                <p14:cNvContentPartPr/>
                <p14:nvPr/>
              </p14:nvContentPartPr>
              <p14:xfrm>
                <a:off x="5390780" y="2826920"/>
                <a:ext cx="127800" cy="16920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3F4B940C-7370-DAB1-1907-A45704791FD8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5372729" y="2808920"/>
                  <a:ext cx="163541" cy="20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B4D7AB1B-BCA1-A507-6D60-B4997C55468F}"/>
              </a:ext>
            </a:extLst>
          </p:cNvPr>
          <p:cNvGrpSpPr/>
          <p:nvPr/>
        </p:nvGrpSpPr>
        <p:grpSpPr>
          <a:xfrm>
            <a:off x="5033660" y="1347320"/>
            <a:ext cx="3480840" cy="1242000"/>
            <a:chOff x="5033660" y="1347320"/>
            <a:chExt cx="3480840" cy="1242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27AEDFFB-BC3C-BBED-8DB7-D18E887347D9}"/>
                    </a:ext>
                  </a:extLst>
                </p14:cNvPr>
                <p14:cNvContentPartPr/>
                <p14:nvPr/>
              </p14:nvContentPartPr>
              <p14:xfrm>
                <a:off x="5228060" y="1380440"/>
                <a:ext cx="187920" cy="1645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27AEDFFB-BC3C-BBED-8DB7-D18E887347D9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5210025" y="1362440"/>
                  <a:ext cx="223628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29082DF0-D8C4-365B-1568-9C9A0047EB5D}"/>
                    </a:ext>
                  </a:extLst>
                </p14:cNvPr>
                <p14:cNvContentPartPr/>
                <p14:nvPr/>
              </p14:nvContentPartPr>
              <p14:xfrm>
                <a:off x="5527580" y="1402400"/>
                <a:ext cx="38160" cy="11880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29082DF0-D8C4-365B-1568-9C9A0047EB5D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5509580" y="1384454"/>
                  <a:ext cx="73800" cy="15433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0D6BADB9-003E-9562-D041-8AFDB48A853E}"/>
                    </a:ext>
                  </a:extLst>
                </p14:cNvPr>
                <p14:cNvContentPartPr/>
                <p14:nvPr/>
              </p14:nvContentPartPr>
              <p14:xfrm>
                <a:off x="5033660" y="2101520"/>
                <a:ext cx="159480" cy="1580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0D6BADB9-003E-9562-D041-8AFDB48A853E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5015660" y="2083561"/>
                  <a:ext cx="195120" cy="19359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8D7B9CE0-CC58-E9B6-379E-33DC96A0FA18}"/>
                    </a:ext>
                  </a:extLst>
                </p14:cNvPr>
                <p14:cNvContentPartPr/>
                <p14:nvPr/>
              </p14:nvContentPartPr>
              <p14:xfrm>
                <a:off x="5284940" y="2096120"/>
                <a:ext cx="78840" cy="6228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8D7B9CE0-CC58-E9B6-379E-33DC96A0FA18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5266940" y="2078120"/>
                  <a:ext cx="11448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7891BF3B-5BE1-E102-0200-570EE687386C}"/>
                    </a:ext>
                  </a:extLst>
                </p14:cNvPr>
                <p14:cNvContentPartPr/>
                <p14:nvPr/>
              </p14:nvContentPartPr>
              <p14:xfrm>
                <a:off x="5605700" y="1347320"/>
                <a:ext cx="2908800" cy="12420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7891BF3B-5BE1-E102-0200-570EE687386C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5587702" y="1329320"/>
                  <a:ext cx="2944436" cy="1277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421F900A-18AC-5BE5-0DB7-2DBDF6AEFB1E}"/>
              </a:ext>
            </a:extLst>
          </p:cNvPr>
          <p:cNvGrpSpPr/>
          <p:nvPr/>
        </p:nvGrpSpPr>
        <p:grpSpPr>
          <a:xfrm>
            <a:off x="5404820" y="1636760"/>
            <a:ext cx="498600" cy="152640"/>
            <a:chOff x="5404820" y="1636760"/>
            <a:chExt cx="498600" cy="15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8B1BA438-D3F9-4661-DC59-EC7D1F57F9EF}"/>
                    </a:ext>
                  </a:extLst>
                </p14:cNvPr>
                <p14:cNvContentPartPr/>
                <p14:nvPr/>
              </p14:nvContentPartPr>
              <p14:xfrm>
                <a:off x="5404820" y="1636760"/>
                <a:ext cx="164520" cy="11088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8B1BA438-D3F9-4661-DC59-EC7D1F57F9EF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5386820" y="1618760"/>
                  <a:ext cx="2001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03A439D7-8869-D292-4C97-910C529EFD4C}"/>
                    </a:ext>
                  </a:extLst>
                </p14:cNvPr>
                <p14:cNvContentPartPr/>
                <p14:nvPr/>
              </p14:nvContentPartPr>
              <p14:xfrm>
                <a:off x="5640260" y="1683200"/>
                <a:ext cx="36360" cy="8136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03A439D7-8869-D292-4C97-910C529EFD4C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5622436" y="1665200"/>
                  <a:ext cx="71651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34F7F58C-5C93-3F52-4788-B18F78E60952}"/>
                    </a:ext>
                  </a:extLst>
                </p14:cNvPr>
                <p14:cNvContentPartPr/>
                <p14:nvPr/>
              </p14:nvContentPartPr>
              <p14:xfrm>
                <a:off x="5741060" y="1724600"/>
                <a:ext cx="14760" cy="6480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34F7F58C-5C93-3F52-4788-B18F78E60952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5723060" y="1706600"/>
                  <a:ext cx="5040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EF9D4345-C6B8-D11A-7FE9-D0F9BCB30F72}"/>
                    </a:ext>
                  </a:extLst>
                </p14:cNvPr>
                <p14:cNvContentPartPr/>
                <p14:nvPr/>
              </p14:nvContentPartPr>
              <p14:xfrm>
                <a:off x="5821340" y="1673120"/>
                <a:ext cx="82080" cy="10836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EF9D4345-C6B8-D11A-7FE9-D0F9BCB30F72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5803340" y="1655120"/>
                  <a:ext cx="117720" cy="144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C0079280-C44B-F496-13E0-5150984A14EF}"/>
              </a:ext>
            </a:extLst>
          </p:cNvPr>
          <p:cNvGrpSpPr/>
          <p:nvPr/>
        </p:nvGrpSpPr>
        <p:grpSpPr>
          <a:xfrm>
            <a:off x="5429660" y="2224280"/>
            <a:ext cx="694080" cy="195120"/>
            <a:chOff x="5429660" y="2224280"/>
            <a:chExt cx="694080" cy="195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269BB746-01B9-5FDD-A42C-998E93DE5DEE}"/>
                    </a:ext>
                  </a:extLst>
                </p14:cNvPr>
                <p14:cNvContentPartPr/>
                <p14:nvPr/>
              </p14:nvContentPartPr>
              <p14:xfrm>
                <a:off x="5429660" y="2224280"/>
                <a:ext cx="169560" cy="12204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269BB746-01B9-5FDD-A42C-998E93DE5DEE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5411660" y="2206280"/>
                  <a:ext cx="20520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3CFCF630-726C-FF02-8BF3-9ECA1D533DF0}"/>
                    </a:ext>
                  </a:extLst>
                </p14:cNvPr>
                <p14:cNvContentPartPr/>
                <p14:nvPr/>
              </p14:nvContentPartPr>
              <p14:xfrm>
                <a:off x="5664380" y="2306720"/>
                <a:ext cx="64080" cy="8460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3CFCF630-726C-FF02-8BF3-9ECA1D533DF0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5646481" y="2288720"/>
                  <a:ext cx="99521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F9E69C94-BD3B-0ADB-783B-64C0FECA954C}"/>
                    </a:ext>
                  </a:extLst>
                </p14:cNvPr>
                <p14:cNvContentPartPr/>
                <p14:nvPr/>
              </p14:nvContentPartPr>
              <p14:xfrm>
                <a:off x="5823500" y="2320760"/>
                <a:ext cx="12960" cy="853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F9E69C94-BD3B-0ADB-783B-64C0FECA954C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5804986" y="2302684"/>
                  <a:ext cx="49618" cy="12111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2C771C8A-DB1B-600B-595C-AC513993AFC5}"/>
                    </a:ext>
                  </a:extLst>
                </p14:cNvPr>
                <p14:cNvContentPartPr/>
                <p14:nvPr/>
              </p14:nvContentPartPr>
              <p14:xfrm>
                <a:off x="5957780" y="2303840"/>
                <a:ext cx="50400" cy="10080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2C771C8A-DB1B-600B-595C-AC513993AFC5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5939908" y="2285775"/>
                  <a:ext cx="85787" cy="13656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0FE35604-15FF-1417-C3A7-A97611B92E8C}"/>
                    </a:ext>
                  </a:extLst>
                </p14:cNvPr>
                <p14:cNvContentPartPr/>
                <p14:nvPr/>
              </p14:nvContentPartPr>
              <p14:xfrm>
                <a:off x="5947700" y="2306720"/>
                <a:ext cx="176040" cy="11268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0FE35604-15FF-1417-C3A7-A97611B92E8C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5929700" y="2288720"/>
                  <a:ext cx="211680" cy="14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4F8C816C-5B42-83A7-9557-342DA7F624EC}"/>
              </a:ext>
            </a:extLst>
          </p:cNvPr>
          <p:cNvGrpSpPr/>
          <p:nvPr/>
        </p:nvGrpSpPr>
        <p:grpSpPr>
          <a:xfrm>
            <a:off x="5579420" y="3025640"/>
            <a:ext cx="617760" cy="261720"/>
            <a:chOff x="5579420" y="3025640"/>
            <a:chExt cx="617760" cy="261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99A06E00-FE8E-6AB0-1663-F95C69CD471E}"/>
                    </a:ext>
                  </a:extLst>
                </p14:cNvPr>
                <p14:cNvContentPartPr/>
                <p14:nvPr/>
              </p14:nvContentPartPr>
              <p14:xfrm>
                <a:off x="5579420" y="3025640"/>
                <a:ext cx="144360" cy="10620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99A06E00-FE8E-6AB0-1663-F95C69CD471E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5561420" y="3007579"/>
                  <a:ext cx="180000" cy="14196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486B9DC5-B5DB-08BD-E54C-B27A760DF7F9}"/>
                    </a:ext>
                  </a:extLst>
                </p14:cNvPr>
                <p14:cNvContentPartPr/>
                <p14:nvPr/>
              </p14:nvContentPartPr>
              <p14:xfrm>
                <a:off x="5815580" y="3060200"/>
                <a:ext cx="97200" cy="16344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486B9DC5-B5DB-08BD-E54C-B27A760DF7F9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5797580" y="3042200"/>
                  <a:ext cx="13284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E800999E-6769-DDD7-60B9-09297FC21A06}"/>
                    </a:ext>
                  </a:extLst>
                </p14:cNvPr>
                <p14:cNvContentPartPr/>
                <p14:nvPr/>
              </p14:nvContentPartPr>
              <p14:xfrm>
                <a:off x="5941580" y="3185120"/>
                <a:ext cx="24840" cy="10224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E800999E-6769-DDD7-60B9-09297FC21A06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5923837" y="3167183"/>
                  <a:ext cx="59971" cy="1377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4823BC85-261A-FA4A-3AF1-E4A0AB793C39}"/>
                    </a:ext>
                  </a:extLst>
                </p14:cNvPr>
                <p14:cNvContentPartPr/>
                <p14:nvPr/>
              </p14:nvContentPartPr>
              <p14:xfrm>
                <a:off x="6048140" y="3121400"/>
                <a:ext cx="149040" cy="12780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4823BC85-261A-FA4A-3AF1-E4A0AB793C39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6030140" y="3103400"/>
                  <a:ext cx="184680" cy="16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8" name="Group 217">
            <a:extLst>
              <a:ext uri="{FF2B5EF4-FFF2-40B4-BE49-F238E27FC236}">
                <a16:creationId xmlns:a16="http://schemas.microsoft.com/office/drawing/2014/main" id="{33E8C538-6D00-FDBC-B35D-7DF2E81A5503}"/>
              </a:ext>
            </a:extLst>
          </p:cNvPr>
          <p:cNvGrpSpPr/>
          <p:nvPr/>
        </p:nvGrpSpPr>
        <p:grpSpPr>
          <a:xfrm>
            <a:off x="80420" y="799760"/>
            <a:ext cx="2344320" cy="1824840"/>
            <a:chOff x="80420" y="799760"/>
            <a:chExt cx="2344320" cy="1824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1EEE13D-0C0E-B676-6795-70FF70425CA2}"/>
                    </a:ext>
                  </a:extLst>
                </p14:cNvPr>
                <p14:cNvContentPartPr/>
                <p14:nvPr/>
              </p14:nvContentPartPr>
              <p14:xfrm>
                <a:off x="789620" y="859880"/>
                <a:ext cx="39960" cy="13842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1EEE13D-0C0E-B676-6795-70FF70425CA2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771980" y="842240"/>
                  <a:ext cx="75600" cy="141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55B3C61D-2BB5-9F17-0081-B295DF9D3EDF}"/>
                    </a:ext>
                  </a:extLst>
                </p14:cNvPr>
                <p14:cNvContentPartPr/>
                <p14:nvPr/>
              </p14:nvContentPartPr>
              <p14:xfrm>
                <a:off x="706100" y="2078480"/>
                <a:ext cx="1636560" cy="17892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55B3C61D-2BB5-9F17-0081-B295DF9D3EDF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688100" y="2060480"/>
                  <a:ext cx="167220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79951260-1C17-962B-D0D5-89AA4B8C4DFA}"/>
                    </a:ext>
                  </a:extLst>
                </p14:cNvPr>
                <p14:cNvContentPartPr/>
                <p14:nvPr/>
              </p14:nvContentPartPr>
              <p14:xfrm>
                <a:off x="2250140" y="2039600"/>
                <a:ext cx="111600" cy="2073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79951260-1C17-962B-D0D5-89AA4B8C4DFA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2232500" y="2021960"/>
                  <a:ext cx="14724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E92B3381-18DC-5485-CF50-F8A7B6C3AD67}"/>
                    </a:ext>
                  </a:extLst>
                </p14:cNvPr>
                <p14:cNvContentPartPr/>
                <p14:nvPr/>
              </p14:nvContentPartPr>
              <p14:xfrm>
                <a:off x="748580" y="799760"/>
                <a:ext cx="158400" cy="12348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E92B3381-18DC-5485-CF50-F8A7B6C3AD67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730580" y="782120"/>
                  <a:ext cx="19404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4A478104-8320-E5DF-F8C8-87515DE788AE}"/>
                    </a:ext>
                  </a:extLst>
                </p14:cNvPr>
                <p14:cNvContentPartPr/>
                <p14:nvPr/>
              </p14:nvContentPartPr>
              <p14:xfrm>
                <a:off x="1168700" y="2451080"/>
                <a:ext cx="17280" cy="1627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4A478104-8320-E5DF-F8C8-87515DE788AE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151060" y="2433080"/>
                  <a:ext cx="5292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9AA718D2-175E-39D1-E435-683956A90E93}"/>
                    </a:ext>
                  </a:extLst>
                </p14:cNvPr>
                <p14:cNvContentPartPr/>
                <p14:nvPr/>
              </p14:nvContentPartPr>
              <p14:xfrm>
                <a:off x="1156460" y="2408240"/>
                <a:ext cx="111600" cy="8964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9AA718D2-175E-39D1-E435-683956A90E93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1138460" y="2390600"/>
                  <a:ext cx="1472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62C19E4B-0406-6D10-7899-3407C23B615B}"/>
                    </a:ext>
                  </a:extLst>
                </p14:cNvPr>
                <p14:cNvContentPartPr/>
                <p14:nvPr/>
              </p14:nvContentPartPr>
              <p14:xfrm>
                <a:off x="1180580" y="2507240"/>
                <a:ext cx="52200" cy="4392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62C19E4B-0406-6D10-7899-3407C23B615B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162580" y="2489240"/>
                  <a:ext cx="8784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EBE9A303-D599-F4A0-8342-61C2D9EB8336}"/>
                    </a:ext>
                  </a:extLst>
                </p14:cNvPr>
                <p14:cNvContentPartPr/>
                <p14:nvPr/>
              </p14:nvContentPartPr>
              <p14:xfrm>
                <a:off x="1221980" y="2600120"/>
                <a:ext cx="74160" cy="2448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EBE9A303-D599-F4A0-8342-61C2D9EB8336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204340" y="2582120"/>
                  <a:ext cx="10980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85AD4320-1D7E-8086-5231-DFF30CF9EEC7}"/>
                    </a:ext>
                  </a:extLst>
                </p14:cNvPr>
                <p14:cNvContentPartPr/>
                <p14:nvPr/>
              </p14:nvContentPartPr>
              <p14:xfrm>
                <a:off x="1351220" y="2398160"/>
                <a:ext cx="92520" cy="21636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85AD4320-1D7E-8086-5231-DFF30CF9EEC7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1333580" y="2380160"/>
                  <a:ext cx="12816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0758A8D0-1B99-F7FF-DD0F-7E1CD5EAE580}"/>
                    </a:ext>
                  </a:extLst>
                </p14:cNvPr>
                <p14:cNvContentPartPr/>
                <p14:nvPr/>
              </p14:nvContentPartPr>
              <p14:xfrm>
                <a:off x="1538060" y="2413640"/>
                <a:ext cx="75960" cy="12384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0758A8D0-1B99-F7FF-DD0F-7E1CD5EAE580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520060" y="2396000"/>
                  <a:ext cx="11160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0B051BCE-8407-602B-56D5-E333B39C81D3}"/>
                    </a:ext>
                  </a:extLst>
                </p14:cNvPr>
                <p14:cNvContentPartPr/>
                <p14:nvPr/>
              </p14:nvContentPartPr>
              <p14:xfrm>
                <a:off x="1676660" y="2369720"/>
                <a:ext cx="185760" cy="20772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0B051BCE-8407-602B-56D5-E333B39C81D3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658660" y="2351720"/>
                  <a:ext cx="22140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091AC082-506E-2AD4-35D8-013241F354EA}"/>
                    </a:ext>
                  </a:extLst>
                </p14:cNvPr>
                <p14:cNvContentPartPr/>
                <p14:nvPr/>
              </p14:nvContentPartPr>
              <p14:xfrm>
                <a:off x="1938740" y="2367560"/>
                <a:ext cx="7560" cy="11808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091AC082-506E-2AD4-35D8-013241F354EA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921100" y="2349560"/>
                  <a:ext cx="4320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7144A0AA-97B0-EBE1-3ECE-87A33E6069F3}"/>
                    </a:ext>
                  </a:extLst>
                </p14:cNvPr>
                <p14:cNvContentPartPr/>
                <p14:nvPr/>
              </p14:nvContentPartPr>
              <p14:xfrm>
                <a:off x="1826780" y="2371160"/>
                <a:ext cx="263520" cy="15372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7144A0AA-97B0-EBE1-3ECE-87A33E6069F3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808780" y="2353160"/>
                  <a:ext cx="29916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AFF1E59D-8F26-A124-D155-037A25B265E9}"/>
                    </a:ext>
                  </a:extLst>
                </p14:cNvPr>
                <p14:cNvContentPartPr/>
                <p14:nvPr/>
              </p14:nvContentPartPr>
              <p14:xfrm>
                <a:off x="80420" y="1440560"/>
                <a:ext cx="164160" cy="17136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AFF1E59D-8F26-A124-D155-037A25B265E9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2780" y="1422920"/>
                  <a:ext cx="19980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05EEB425-E9CA-4D43-690E-B05D096E5017}"/>
                    </a:ext>
                  </a:extLst>
                </p14:cNvPr>
                <p14:cNvContentPartPr/>
                <p14:nvPr/>
              </p14:nvContentPartPr>
              <p14:xfrm>
                <a:off x="264380" y="1404920"/>
                <a:ext cx="84960" cy="9036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05EEB425-E9CA-4D43-690E-B05D096E5017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246740" y="1386920"/>
                  <a:ext cx="1206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FB0C2989-DFB1-721D-1D5D-9DAF8DC03ADB}"/>
                    </a:ext>
                  </a:extLst>
                </p14:cNvPr>
                <p14:cNvContentPartPr/>
                <p14:nvPr/>
              </p14:nvContentPartPr>
              <p14:xfrm>
                <a:off x="402980" y="1248680"/>
                <a:ext cx="101520" cy="20916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FB0C2989-DFB1-721D-1D5D-9DAF8DC03ADB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384980" y="1230680"/>
                  <a:ext cx="13716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E60B6579-A8D3-76F7-71F9-6277D98B4368}"/>
                    </a:ext>
                  </a:extLst>
                </p14:cNvPr>
                <p14:cNvContentPartPr/>
                <p14:nvPr/>
              </p14:nvContentPartPr>
              <p14:xfrm>
                <a:off x="572900" y="1145000"/>
                <a:ext cx="77400" cy="16488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E60B6579-A8D3-76F7-71F9-6277D98B4368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554900" y="1127360"/>
                  <a:ext cx="11304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78E2F466-E5D8-C0F0-B1DC-A96E20F435EF}"/>
                    </a:ext>
                  </a:extLst>
                </p14:cNvPr>
                <p14:cNvContentPartPr/>
                <p14:nvPr/>
              </p14:nvContentPartPr>
              <p14:xfrm>
                <a:off x="848300" y="1008560"/>
                <a:ext cx="1576440" cy="95112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78E2F466-E5D8-C0F0-B1DC-A96E20F435EF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830300" y="990920"/>
                  <a:ext cx="1612080" cy="986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1" name="Group 250">
            <a:extLst>
              <a:ext uri="{FF2B5EF4-FFF2-40B4-BE49-F238E27FC236}">
                <a16:creationId xmlns:a16="http://schemas.microsoft.com/office/drawing/2014/main" id="{B1BDBFF4-AF76-2D3F-F7FA-DEAF6EE364F5}"/>
              </a:ext>
            </a:extLst>
          </p:cNvPr>
          <p:cNvGrpSpPr/>
          <p:nvPr/>
        </p:nvGrpSpPr>
        <p:grpSpPr>
          <a:xfrm>
            <a:off x="1030820" y="599960"/>
            <a:ext cx="1831320" cy="1066320"/>
            <a:chOff x="1030820" y="599960"/>
            <a:chExt cx="1831320" cy="106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9842DB66-C00F-1D5A-8BC7-184EDEAD6001}"/>
                    </a:ext>
                  </a:extLst>
                </p14:cNvPr>
                <p14:cNvContentPartPr/>
                <p14:nvPr/>
              </p14:nvContentPartPr>
              <p14:xfrm>
                <a:off x="1030820" y="941600"/>
                <a:ext cx="64440" cy="9720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9842DB66-C00F-1D5A-8BC7-184EDEAD6001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1013180" y="923600"/>
                  <a:ext cx="1000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112BC31D-8BF1-5309-23F3-F817D129438A}"/>
                    </a:ext>
                  </a:extLst>
                </p14:cNvPr>
                <p14:cNvContentPartPr/>
                <p14:nvPr/>
              </p14:nvContentPartPr>
              <p14:xfrm>
                <a:off x="1124420" y="599960"/>
                <a:ext cx="185040" cy="16020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112BC31D-8BF1-5309-23F3-F817D129438A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1106420" y="582320"/>
                  <a:ext cx="22068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20561267-9D45-1687-1C95-16630FCBBECA}"/>
                    </a:ext>
                  </a:extLst>
                </p14:cNvPr>
                <p14:cNvContentPartPr/>
                <p14:nvPr/>
              </p14:nvContentPartPr>
              <p14:xfrm>
                <a:off x="1382900" y="658640"/>
                <a:ext cx="42120" cy="4104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20561267-9D45-1687-1C95-16630FCBBECA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1364900" y="641000"/>
                  <a:ext cx="7776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58E2CFF6-7B93-E9F5-9A1B-D47E0CDAEE76}"/>
                    </a:ext>
                  </a:extLst>
                </p14:cNvPr>
                <p14:cNvContentPartPr/>
                <p14:nvPr/>
              </p14:nvContentPartPr>
              <p14:xfrm>
                <a:off x="1442660" y="1047440"/>
                <a:ext cx="45360" cy="4212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58E2CFF6-7B93-E9F5-9A1B-D47E0CDAEE76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1425020" y="1029440"/>
                  <a:ext cx="8100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54BF8629-51EA-1819-3906-4C9EFB202C7E}"/>
                    </a:ext>
                  </a:extLst>
                </p14:cNvPr>
                <p14:cNvContentPartPr/>
                <p14:nvPr/>
              </p14:nvContentPartPr>
              <p14:xfrm>
                <a:off x="1567580" y="882560"/>
                <a:ext cx="163080" cy="14220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54BF8629-51EA-1819-3906-4C9EFB202C7E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1549580" y="864920"/>
                  <a:ext cx="19872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14D6FD12-333F-052F-8F0D-6A12DCB74057}"/>
                    </a:ext>
                  </a:extLst>
                </p14:cNvPr>
                <p14:cNvContentPartPr/>
                <p14:nvPr/>
              </p14:nvContentPartPr>
              <p14:xfrm>
                <a:off x="1795100" y="919280"/>
                <a:ext cx="26640" cy="6264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14D6FD12-333F-052F-8F0D-6A12DCB74057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1777100" y="901280"/>
                  <a:ext cx="6228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77E8F834-8237-C0BA-7140-E3C7BA94C82C}"/>
                    </a:ext>
                  </a:extLst>
                </p14:cNvPr>
                <p14:cNvContentPartPr/>
                <p14:nvPr/>
              </p14:nvContentPartPr>
              <p14:xfrm>
                <a:off x="1964300" y="869960"/>
                <a:ext cx="21960" cy="10044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77E8F834-8237-C0BA-7140-E3C7BA94C82C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1946660" y="852320"/>
                  <a:ext cx="5760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96AF1578-DCED-ED32-2C2F-1B7F5BE1AC93}"/>
                    </a:ext>
                  </a:extLst>
                </p14:cNvPr>
                <p14:cNvContentPartPr/>
                <p14:nvPr/>
              </p14:nvContentPartPr>
              <p14:xfrm>
                <a:off x="2019020" y="730280"/>
                <a:ext cx="126720" cy="6696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96AF1578-DCED-ED32-2C2F-1B7F5BE1AC93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2001380" y="712280"/>
                  <a:ext cx="16236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F7CAB65C-3C36-85E7-5E88-91F5B9E4BD68}"/>
                    </a:ext>
                  </a:extLst>
                </p14:cNvPr>
                <p14:cNvContentPartPr/>
                <p14:nvPr/>
              </p14:nvContentPartPr>
              <p14:xfrm>
                <a:off x="1803020" y="1309880"/>
                <a:ext cx="10440" cy="2844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F7CAB65C-3C36-85E7-5E88-91F5B9E4BD68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785380" y="1292240"/>
                  <a:ext cx="4608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87A2CA9B-5ACF-7121-DCCF-6C0BAEEACDDF}"/>
                    </a:ext>
                  </a:extLst>
                </p14:cNvPr>
                <p14:cNvContentPartPr/>
                <p14:nvPr/>
              </p14:nvContentPartPr>
              <p14:xfrm>
                <a:off x="1916420" y="1174880"/>
                <a:ext cx="146520" cy="11160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87A2CA9B-5ACF-7121-DCCF-6C0BAEEACDDF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1898420" y="1157240"/>
                  <a:ext cx="18216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85D59C31-1AC3-410B-4E86-9FFB1C526FBA}"/>
                    </a:ext>
                  </a:extLst>
                </p14:cNvPr>
                <p14:cNvContentPartPr/>
                <p14:nvPr/>
              </p14:nvContentPartPr>
              <p14:xfrm>
                <a:off x="2178140" y="1199360"/>
                <a:ext cx="14400" cy="9468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85D59C31-1AC3-410B-4E86-9FFB1C526FBA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2160500" y="1181720"/>
                  <a:ext cx="5004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393797E9-4823-DD4A-1812-71EA37C0908D}"/>
                    </a:ext>
                  </a:extLst>
                </p14:cNvPr>
                <p14:cNvContentPartPr/>
                <p14:nvPr/>
              </p14:nvContentPartPr>
              <p14:xfrm>
                <a:off x="2307740" y="1147880"/>
                <a:ext cx="34560" cy="7596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393797E9-4823-DD4A-1812-71EA37C0908D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2290100" y="1129880"/>
                  <a:ext cx="7020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B53506AA-D643-A745-EB44-D7EF07234D81}"/>
                    </a:ext>
                  </a:extLst>
                </p14:cNvPr>
                <p14:cNvContentPartPr/>
                <p14:nvPr/>
              </p14:nvContentPartPr>
              <p14:xfrm>
                <a:off x="2426900" y="1052480"/>
                <a:ext cx="92520" cy="14652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B53506AA-D643-A745-EB44-D7EF07234D81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2408900" y="1034840"/>
                  <a:ext cx="12816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1DE1C0E5-4B4F-A20E-9282-850E12F45646}"/>
                    </a:ext>
                  </a:extLst>
                </p14:cNvPr>
                <p14:cNvContentPartPr/>
                <p14:nvPr/>
              </p14:nvContentPartPr>
              <p14:xfrm>
                <a:off x="2041700" y="1593200"/>
                <a:ext cx="33480" cy="4176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1DE1C0E5-4B4F-A20E-9282-850E12F45646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2023700" y="1575560"/>
                  <a:ext cx="6912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EC3BD935-F62A-76A7-B48F-BD85D0C5CFC6}"/>
                    </a:ext>
                  </a:extLst>
                </p14:cNvPr>
                <p14:cNvContentPartPr/>
                <p14:nvPr/>
              </p14:nvContentPartPr>
              <p14:xfrm>
                <a:off x="2260220" y="1509680"/>
                <a:ext cx="171360" cy="12564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EC3BD935-F62A-76A7-B48F-BD85D0C5CFC6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2242220" y="1492040"/>
                  <a:ext cx="20700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661B26EA-A9CE-0379-7312-BFF0486F1076}"/>
                    </a:ext>
                  </a:extLst>
                </p14:cNvPr>
                <p14:cNvContentPartPr/>
                <p14:nvPr/>
              </p14:nvContentPartPr>
              <p14:xfrm>
                <a:off x="2511140" y="1576640"/>
                <a:ext cx="28440" cy="8964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661B26EA-A9CE-0379-7312-BFF0486F1076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2493500" y="1558640"/>
                  <a:ext cx="6408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5FA3D095-6E34-516A-A40A-F90464FA3B32}"/>
                    </a:ext>
                  </a:extLst>
                </p14:cNvPr>
                <p14:cNvContentPartPr/>
                <p14:nvPr/>
              </p14:nvContentPartPr>
              <p14:xfrm>
                <a:off x="2644340" y="1544600"/>
                <a:ext cx="16560" cy="8352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5FA3D095-6E34-516A-A40A-F90464FA3B32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2626340" y="1526600"/>
                  <a:ext cx="5220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64288EA2-5117-8CA5-B468-768C931B9E45}"/>
                    </a:ext>
                  </a:extLst>
                </p14:cNvPr>
                <p14:cNvContentPartPr/>
                <p14:nvPr/>
              </p14:nvContentPartPr>
              <p14:xfrm>
                <a:off x="2746220" y="1425800"/>
                <a:ext cx="115920" cy="10764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64288EA2-5117-8CA5-B468-768C931B9E45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2728220" y="1408160"/>
                  <a:ext cx="15156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A8D2A98F-53F7-EA74-36A6-CEC540B0E4D3}"/>
                    </a:ext>
                  </a:extLst>
                </p14:cNvPr>
                <p14:cNvContentPartPr/>
                <p14:nvPr/>
              </p14:nvContentPartPr>
              <p14:xfrm>
                <a:off x="2819300" y="1391240"/>
                <a:ext cx="41400" cy="17712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A8D2A98F-53F7-EA74-36A6-CEC540B0E4D3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2801300" y="1373600"/>
                  <a:ext cx="77040" cy="21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0" name="Group 249">
            <a:extLst>
              <a:ext uri="{FF2B5EF4-FFF2-40B4-BE49-F238E27FC236}">
                <a16:creationId xmlns:a16="http://schemas.microsoft.com/office/drawing/2014/main" id="{6DCA223C-D9E7-7E7D-306B-D0E4E80CA6DC}"/>
              </a:ext>
            </a:extLst>
          </p:cNvPr>
          <p:cNvGrpSpPr/>
          <p:nvPr/>
        </p:nvGrpSpPr>
        <p:grpSpPr>
          <a:xfrm>
            <a:off x="2404220" y="1802360"/>
            <a:ext cx="766080" cy="434880"/>
            <a:chOff x="2404220" y="1802360"/>
            <a:chExt cx="766080" cy="434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E57AE050-0D55-F1A6-C5A3-6BE20E012A89}"/>
                    </a:ext>
                  </a:extLst>
                </p14:cNvPr>
                <p14:cNvContentPartPr/>
                <p14:nvPr/>
              </p14:nvContentPartPr>
              <p14:xfrm>
                <a:off x="2404220" y="1955360"/>
                <a:ext cx="37800" cy="6336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E57AE050-0D55-F1A6-C5A3-6BE20E012A89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2386580" y="1937360"/>
                  <a:ext cx="7344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C14A8EFB-63AC-1A30-BBAA-DA1A304467B9}"/>
                    </a:ext>
                  </a:extLst>
                </p14:cNvPr>
                <p14:cNvContentPartPr/>
                <p14:nvPr/>
              </p14:nvContentPartPr>
              <p14:xfrm>
                <a:off x="2588540" y="1848800"/>
                <a:ext cx="184320" cy="13284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C14A8EFB-63AC-1A30-BBAA-DA1A304467B9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2570900" y="1831160"/>
                  <a:ext cx="21996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E74DC184-2E94-15E5-BC83-07DC9704BB2D}"/>
                    </a:ext>
                  </a:extLst>
                </p14:cNvPr>
                <p14:cNvContentPartPr/>
                <p14:nvPr/>
              </p14:nvContentPartPr>
              <p14:xfrm>
                <a:off x="2895620" y="1902080"/>
                <a:ext cx="36720" cy="9612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E74DC184-2E94-15E5-BC83-07DC9704BB2D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2877620" y="1884440"/>
                  <a:ext cx="7236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A38C9BA8-BAAA-CC62-803A-81CD39874CD4}"/>
                    </a:ext>
                  </a:extLst>
                </p14:cNvPr>
                <p14:cNvContentPartPr/>
                <p14:nvPr/>
              </p14:nvContentPartPr>
              <p14:xfrm>
                <a:off x="3008660" y="1865360"/>
                <a:ext cx="127080" cy="11232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A38C9BA8-BAAA-CC62-803A-81CD39874CD4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2991020" y="1847720"/>
                  <a:ext cx="16272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7FCF5E75-2EC0-ECF2-B078-8986FE716F19}"/>
                    </a:ext>
                  </a:extLst>
                </p14:cNvPr>
                <p14:cNvContentPartPr/>
                <p14:nvPr/>
              </p14:nvContentPartPr>
              <p14:xfrm>
                <a:off x="3123500" y="1901360"/>
                <a:ext cx="46800" cy="13068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7FCF5E75-2EC0-ECF2-B078-8986FE716F19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3105860" y="1883360"/>
                  <a:ext cx="8244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781D0A93-5730-B14D-E649-FF0441F9F317}"/>
                    </a:ext>
                  </a:extLst>
                </p14:cNvPr>
                <p14:cNvContentPartPr/>
                <p14:nvPr/>
              </p14:nvContentPartPr>
              <p14:xfrm>
                <a:off x="3033140" y="1802360"/>
                <a:ext cx="91080" cy="12708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781D0A93-5730-B14D-E649-FF0441F9F317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3015140" y="1784360"/>
                  <a:ext cx="12672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DFDA11EF-19AD-3F2D-0B92-3E3D42F817D0}"/>
                    </a:ext>
                  </a:extLst>
                </p14:cNvPr>
                <p14:cNvContentPartPr/>
                <p14:nvPr/>
              </p14:nvContentPartPr>
              <p14:xfrm>
                <a:off x="3038900" y="1901000"/>
                <a:ext cx="125280" cy="15480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DFDA11EF-19AD-3F2D-0B92-3E3D42F817D0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3021260" y="1883360"/>
                  <a:ext cx="16092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3E9D85CC-E657-A4B0-25B4-91CFE093FE40}"/>
                    </a:ext>
                  </a:extLst>
                </p14:cNvPr>
                <p14:cNvContentPartPr/>
                <p14:nvPr/>
              </p14:nvContentPartPr>
              <p14:xfrm>
                <a:off x="2867180" y="1917200"/>
                <a:ext cx="87480" cy="16488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3E9D85CC-E657-A4B0-25B4-91CFE093FE40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2849180" y="1899560"/>
                  <a:ext cx="12312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33BF8266-5028-3A8B-CF18-4966BD3458D4}"/>
                    </a:ext>
                  </a:extLst>
                </p14:cNvPr>
                <p14:cNvContentPartPr/>
                <p14:nvPr/>
              </p14:nvContentPartPr>
              <p14:xfrm>
                <a:off x="3018740" y="2048240"/>
                <a:ext cx="3240" cy="1080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33BF8266-5028-3A8B-CF18-4966BD3458D4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3001100" y="2030240"/>
                  <a:ext cx="3888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86C221EB-A68E-2FB5-15B8-A7BDED4ECC92}"/>
                    </a:ext>
                  </a:extLst>
                </p14:cNvPr>
                <p14:cNvContentPartPr/>
                <p14:nvPr/>
              </p14:nvContentPartPr>
              <p14:xfrm>
                <a:off x="3019460" y="2059760"/>
                <a:ext cx="25200" cy="17748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86C221EB-A68E-2FB5-15B8-A7BDED4ECC92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3001460" y="2041760"/>
                  <a:ext cx="60840" cy="2131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9595080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75" dirty="0"/>
              <a:t>Handwriting</a:t>
            </a:r>
            <a:r>
              <a:rPr spc="100" dirty="0"/>
              <a:t> </a:t>
            </a:r>
            <a:r>
              <a:rPr spc="45" dirty="0"/>
              <a:t>Recognition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70305" y="4166081"/>
            <a:ext cx="9878695" cy="121094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-10" dirty="0">
                <a:latin typeface="Calibri"/>
                <a:cs typeface="Calibri"/>
              </a:rPr>
              <a:t>We</a:t>
            </a:r>
            <a:r>
              <a:rPr sz="2800" spc="95" dirty="0">
                <a:latin typeface="Calibri"/>
                <a:cs typeface="Calibri"/>
              </a:rPr>
              <a:t> </a:t>
            </a:r>
            <a:r>
              <a:rPr sz="2800" spc="50" dirty="0">
                <a:latin typeface="Calibri"/>
                <a:cs typeface="Calibri"/>
              </a:rPr>
              <a:t>can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spc="70" dirty="0">
                <a:latin typeface="Calibri"/>
                <a:cs typeface="Calibri"/>
              </a:rPr>
              <a:t>easily</a:t>
            </a:r>
            <a:r>
              <a:rPr sz="2800" spc="5" dirty="0">
                <a:latin typeface="Calibri"/>
                <a:cs typeface="Calibri"/>
              </a:rPr>
              <a:t> </a:t>
            </a:r>
            <a:r>
              <a:rPr sz="2800" spc="45" dirty="0">
                <a:latin typeface="Calibri"/>
                <a:cs typeface="Calibri"/>
              </a:rPr>
              <a:t>recognize</a:t>
            </a:r>
            <a:r>
              <a:rPr sz="2800" spc="13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these</a:t>
            </a:r>
            <a:r>
              <a:rPr sz="2800" spc="12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numbers</a:t>
            </a:r>
            <a:endParaRPr sz="2800">
              <a:latin typeface="Calibri"/>
              <a:cs typeface="Calibri"/>
            </a:endParaRPr>
          </a:p>
          <a:p>
            <a:pPr marL="697230" lvl="1" indent="-227329">
              <a:lnSpc>
                <a:spcPts val="2735"/>
              </a:lnSpc>
              <a:spcBef>
                <a:spcPts val="234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But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this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uses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huge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number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(~billion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or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more)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even</a:t>
            </a:r>
            <a:endParaRPr sz="2400">
              <a:latin typeface="Calibri"/>
              <a:cs typeface="Calibri"/>
            </a:endParaRPr>
          </a:p>
          <a:p>
            <a:pPr marL="698500">
              <a:lnSpc>
                <a:spcPts val="2735"/>
              </a:lnSpc>
            </a:pPr>
            <a:r>
              <a:rPr sz="2400" dirty="0">
                <a:latin typeface="Calibri"/>
                <a:cs typeface="Calibri"/>
              </a:rPr>
              <a:t>larger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number</a:t>
            </a:r>
            <a:r>
              <a:rPr sz="2400" spc="2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2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connections/synapses</a:t>
            </a:r>
            <a:r>
              <a:rPr sz="2400" spc="3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(100’s</a:t>
            </a:r>
            <a:r>
              <a:rPr sz="2400" spc="2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27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billions)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72460" y="2101342"/>
            <a:ext cx="5924550" cy="1066800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791311" y="3956558"/>
            <a:ext cx="10364470" cy="0"/>
          </a:xfrm>
          <a:custGeom>
            <a:avLst/>
            <a:gdLst/>
            <a:ahLst/>
            <a:cxnLst/>
            <a:rect l="l" t="t" r="r" b="b"/>
            <a:pathLst>
              <a:path w="10364470">
                <a:moveTo>
                  <a:pt x="0" y="0"/>
                </a:moveTo>
                <a:lnTo>
                  <a:pt x="10364368" y="0"/>
                </a:lnTo>
              </a:path>
            </a:pathLst>
          </a:custGeom>
          <a:ln w="6350">
            <a:solidFill>
              <a:srgbClr val="5B9BD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Approach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931488"/>
            <a:ext cx="7418705" cy="88138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Need</a:t>
            </a:r>
            <a:r>
              <a:rPr sz="2800" spc="19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</a:t>
            </a:r>
            <a:r>
              <a:rPr sz="2800" spc="165" dirty="0">
                <a:latin typeface="Calibri"/>
                <a:cs typeface="Calibri"/>
              </a:rPr>
              <a:t> </a:t>
            </a:r>
            <a:r>
              <a:rPr sz="2800" spc="75" dirty="0">
                <a:latin typeface="Calibri"/>
                <a:cs typeface="Calibri"/>
              </a:rPr>
              <a:t>large</a:t>
            </a:r>
            <a:r>
              <a:rPr sz="2800" spc="1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set</a:t>
            </a:r>
            <a:r>
              <a:rPr sz="2800" spc="1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of</a:t>
            </a:r>
            <a:r>
              <a:rPr sz="2800" spc="160" dirty="0">
                <a:latin typeface="Calibri"/>
                <a:cs typeface="Calibri"/>
              </a:rPr>
              <a:t> </a:t>
            </a:r>
            <a:r>
              <a:rPr sz="2800" spc="55" dirty="0">
                <a:latin typeface="Calibri"/>
                <a:cs typeface="Calibri"/>
              </a:rPr>
              <a:t>training</a:t>
            </a:r>
            <a:r>
              <a:rPr sz="2800" spc="195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data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29"/>
              </a:spcBef>
              <a:buFont typeface="Arial"/>
              <a:buChar char="•"/>
              <a:tabLst>
                <a:tab pos="696595" algn="l"/>
              </a:tabLst>
            </a:pPr>
            <a:r>
              <a:rPr sz="2400" spc="55" dirty="0">
                <a:latin typeface="Calibri"/>
                <a:cs typeface="Calibri"/>
              </a:rPr>
              <a:t>Also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need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set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which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test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your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trained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model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93718" y="888641"/>
            <a:ext cx="4708338" cy="371017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Perceptron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209745"/>
            <a:ext cx="7286625" cy="17710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96085">
              <a:lnSpc>
                <a:spcPct val="100000"/>
              </a:lnSpc>
              <a:spcBef>
                <a:spcPts val="100"/>
              </a:spcBef>
            </a:pPr>
            <a:r>
              <a:rPr sz="1800" b="1" i="1" dirty="0">
                <a:latin typeface="Calibri"/>
                <a:cs typeface="Calibri"/>
              </a:rPr>
              <a:t>Mathematical</a:t>
            </a:r>
            <a:r>
              <a:rPr sz="1800" b="1" i="1" spc="-3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Definition</a:t>
            </a:r>
            <a:r>
              <a:rPr sz="1800" b="1" i="1" spc="-2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Y</a:t>
            </a:r>
            <a:r>
              <a:rPr sz="1800" b="1" i="1" spc="-1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=</a:t>
            </a:r>
            <a:r>
              <a:rPr sz="1800" b="1" i="1" spc="-1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f(w1*x1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w2*x2</a:t>
            </a:r>
            <a:r>
              <a:rPr sz="1800" b="1" i="1" spc="-2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w3*x3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+</a:t>
            </a:r>
            <a:r>
              <a:rPr sz="1800" b="1" i="1" spc="-15" dirty="0">
                <a:latin typeface="Calibri"/>
                <a:cs typeface="Calibri"/>
              </a:rPr>
              <a:t> </a:t>
            </a:r>
            <a:r>
              <a:rPr sz="1800" b="1" i="1" spc="-25" dirty="0">
                <a:latin typeface="Calibri"/>
                <a:cs typeface="Calibri"/>
              </a:rPr>
              <a:t>b)</a:t>
            </a:r>
            <a:endParaRPr sz="1800">
              <a:latin typeface="Calibri"/>
              <a:cs typeface="Calibri"/>
            </a:endParaRPr>
          </a:p>
          <a:p>
            <a:pPr marL="240029" indent="-227329">
              <a:lnSpc>
                <a:spcPct val="100000"/>
              </a:lnSpc>
              <a:spcBef>
                <a:spcPts val="198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For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25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perceptron: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54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=</a:t>
            </a:r>
            <a:r>
              <a:rPr sz="2400" spc="9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0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if</a:t>
            </a:r>
            <a:r>
              <a:rPr sz="2400" spc="75" dirty="0">
                <a:latin typeface="Calibri"/>
                <a:cs typeface="Calibri"/>
              </a:rPr>
              <a:t> </a:t>
            </a:r>
            <a:r>
              <a:rPr sz="2400" dirty="0">
                <a:latin typeface="Symbol"/>
                <a:cs typeface="Symbol"/>
              </a:rPr>
              <a:t></a:t>
            </a:r>
            <a:r>
              <a:rPr sz="2400" dirty="0">
                <a:latin typeface="Calibri"/>
                <a:cs typeface="Calibri"/>
              </a:rPr>
              <a:t>w*x</a:t>
            </a:r>
            <a:r>
              <a:rPr sz="2400" spc="2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≤threshold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19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=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1</a:t>
            </a:r>
            <a:r>
              <a:rPr sz="2400" spc="9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if</a:t>
            </a:r>
            <a:r>
              <a:rPr sz="2400" spc="85" dirty="0">
                <a:latin typeface="Calibri"/>
                <a:cs typeface="Calibri"/>
              </a:rPr>
              <a:t> </a:t>
            </a:r>
            <a:r>
              <a:rPr sz="2400" spc="-10" dirty="0">
                <a:latin typeface="Symbol"/>
                <a:cs typeface="Symbol"/>
              </a:rPr>
              <a:t></a:t>
            </a:r>
            <a:r>
              <a:rPr sz="2400" spc="-10" dirty="0">
                <a:latin typeface="Calibri"/>
                <a:cs typeface="Calibri"/>
              </a:rPr>
              <a:t>w*x</a:t>
            </a:r>
            <a:r>
              <a:rPr sz="2400" spc="3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&gt;threshold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765421" y="1461388"/>
            <a:ext cx="1670685" cy="1670685"/>
          </a:xfrm>
          <a:custGeom>
            <a:avLst/>
            <a:gdLst/>
            <a:ahLst/>
            <a:cxnLst/>
            <a:rect l="l" t="t" r="r" b="b"/>
            <a:pathLst>
              <a:path w="1670685" h="1670685">
                <a:moveTo>
                  <a:pt x="0" y="835278"/>
                </a:moveTo>
                <a:lnTo>
                  <a:pt x="1322" y="787885"/>
                </a:lnTo>
                <a:lnTo>
                  <a:pt x="5242" y="741184"/>
                </a:lnTo>
                <a:lnTo>
                  <a:pt x="11690" y="695246"/>
                </a:lnTo>
                <a:lnTo>
                  <a:pt x="20594" y="650143"/>
                </a:lnTo>
                <a:lnTo>
                  <a:pt x="31884" y="605944"/>
                </a:lnTo>
                <a:lnTo>
                  <a:pt x="45490" y="562721"/>
                </a:lnTo>
                <a:lnTo>
                  <a:pt x="61341" y="520543"/>
                </a:lnTo>
                <a:lnTo>
                  <a:pt x="79367" y="479482"/>
                </a:lnTo>
                <a:lnTo>
                  <a:pt x="99496" y="439607"/>
                </a:lnTo>
                <a:lnTo>
                  <a:pt x="121659" y="400990"/>
                </a:lnTo>
                <a:lnTo>
                  <a:pt x="145785" y="363701"/>
                </a:lnTo>
                <a:lnTo>
                  <a:pt x="171804" y="327810"/>
                </a:lnTo>
                <a:lnTo>
                  <a:pt x="199644" y="293389"/>
                </a:lnTo>
                <a:lnTo>
                  <a:pt x="229235" y="260507"/>
                </a:lnTo>
                <a:lnTo>
                  <a:pt x="260507" y="229235"/>
                </a:lnTo>
                <a:lnTo>
                  <a:pt x="293389" y="199644"/>
                </a:lnTo>
                <a:lnTo>
                  <a:pt x="327810" y="171804"/>
                </a:lnTo>
                <a:lnTo>
                  <a:pt x="363701" y="145785"/>
                </a:lnTo>
                <a:lnTo>
                  <a:pt x="400990" y="121659"/>
                </a:lnTo>
                <a:lnTo>
                  <a:pt x="439607" y="99496"/>
                </a:lnTo>
                <a:lnTo>
                  <a:pt x="479482" y="79367"/>
                </a:lnTo>
                <a:lnTo>
                  <a:pt x="520543" y="61341"/>
                </a:lnTo>
                <a:lnTo>
                  <a:pt x="562721" y="45490"/>
                </a:lnTo>
                <a:lnTo>
                  <a:pt x="605944" y="31884"/>
                </a:lnTo>
                <a:lnTo>
                  <a:pt x="650143" y="20594"/>
                </a:lnTo>
                <a:lnTo>
                  <a:pt x="695246" y="11690"/>
                </a:lnTo>
                <a:lnTo>
                  <a:pt x="741184" y="5242"/>
                </a:lnTo>
                <a:lnTo>
                  <a:pt x="787885" y="1322"/>
                </a:lnTo>
                <a:lnTo>
                  <a:pt x="835278" y="0"/>
                </a:lnTo>
                <a:lnTo>
                  <a:pt x="882672" y="1322"/>
                </a:lnTo>
                <a:lnTo>
                  <a:pt x="929373" y="5242"/>
                </a:lnTo>
                <a:lnTo>
                  <a:pt x="975311" y="11690"/>
                </a:lnTo>
                <a:lnTo>
                  <a:pt x="1020414" y="20594"/>
                </a:lnTo>
                <a:lnTo>
                  <a:pt x="1064613" y="31884"/>
                </a:lnTo>
                <a:lnTo>
                  <a:pt x="1107836" y="45490"/>
                </a:lnTo>
                <a:lnTo>
                  <a:pt x="1150014" y="61341"/>
                </a:lnTo>
                <a:lnTo>
                  <a:pt x="1191075" y="79367"/>
                </a:lnTo>
                <a:lnTo>
                  <a:pt x="1230950" y="99496"/>
                </a:lnTo>
                <a:lnTo>
                  <a:pt x="1269567" y="121659"/>
                </a:lnTo>
                <a:lnTo>
                  <a:pt x="1306856" y="145785"/>
                </a:lnTo>
                <a:lnTo>
                  <a:pt x="1342747" y="171804"/>
                </a:lnTo>
                <a:lnTo>
                  <a:pt x="1377168" y="199644"/>
                </a:lnTo>
                <a:lnTo>
                  <a:pt x="1410050" y="229235"/>
                </a:lnTo>
                <a:lnTo>
                  <a:pt x="1441322" y="260507"/>
                </a:lnTo>
                <a:lnTo>
                  <a:pt x="1470913" y="293389"/>
                </a:lnTo>
                <a:lnTo>
                  <a:pt x="1498753" y="327810"/>
                </a:lnTo>
                <a:lnTo>
                  <a:pt x="1524772" y="363701"/>
                </a:lnTo>
                <a:lnTo>
                  <a:pt x="1548898" y="400990"/>
                </a:lnTo>
                <a:lnTo>
                  <a:pt x="1571061" y="439607"/>
                </a:lnTo>
                <a:lnTo>
                  <a:pt x="1591190" y="479482"/>
                </a:lnTo>
                <a:lnTo>
                  <a:pt x="1609216" y="520543"/>
                </a:lnTo>
                <a:lnTo>
                  <a:pt x="1625067" y="562721"/>
                </a:lnTo>
                <a:lnTo>
                  <a:pt x="1638673" y="605944"/>
                </a:lnTo>
                <a:lnTo>
                  <a:pt x="1649963" y="650143"/>
                </a:lnTo>
                <a:lnTo>
                  <a:pt x="1658867" y="695246"/>
                </a:lnTo>
                <a:lnTo>
                  <a:pt x="1665315" y="741184"/>
                </a:lnTo>
                <a:lnTo>
                  <a:pt x="1669235" y="787885"/>
                </a:lnTo>
                <a:lnTo>
                  <a:pt x="1670557" y="835278"/>
                </a:lnTo>
                <a:lnTo>
                  <a:pt x="1669235" y="882672"/>
                </a:lnTo>
                <a:lnTo>
                  <a:pt x="1665315" y="929373"/>
                </a:lnTo>
                <a:lnTo>
                  <a:pt x="1658867" y="975311"/>
                </a:lnTo>
                <a:lnTo>
                  <a:pt x="1649963" y="1020414"/>
                </a:lnTo>
                <a:lnTo>
                  <a:pt x="1638673" y="1064613"/>
                </a:lnTo>
                <a:lnTo>
                  <a:pt x="1625067" y="1107836"/>
                </a:lnTo>
                <a:lnTo>
                  <a:pt x="1609216" y="1150014"/>
                </a:lnTo>
                <a:lnTo>
                  <a:pt x="1591190" y="1191075"/>
                </a:lnTo>
                <a:lnTo>
                  <a:pt x="1571061" y="1230950"/>
                </a:lnTo>
                <a:lnTo>
                  <a:pt x="1548898" y="1269567"/>
                </a:lnTo>
                <a:lnTo>
                  <a:pt x="1524772" y="1306856"/>
                </a:lnTo>
                <a:lnTo>
                  <a:pt x="1498753" y="1342747"/>
                </a:lnTo>
                <a:lnTo>
                  <a:pt x="1470913" y="1377168"/>
                </a:lnTo>
                <a:lnTo>
                  <a:pt x="1441322" y="1410050"/>
                </a:lnTo>
                <a:lnTo>
                  <a:pt x="1410050" y="1441322"/>
                </a:lnTo>
                <a:lnTo>
                  <a:pt x="1377168" y="1470913"/>
                </a:lnTo>
                <a:lnTo>
                  <a:pt x="1342747" y="1498753"/>
                </a:lnTo>
                <a:lnTo>
                  <a:pt x="1306856" y="1524772"/>
                </a:lnTo>
                <a:lnTo>
                  <a:pt x="1269567" y="1548898"/>
                </a:lnTo>
                <a:lnTo>
                  <a:pt x="1230950" y="1571061"/>
                </a:lnTo>
                <a:lnTo>
                  <a:pt x="1191075" y="1591190"/>
                </a:lnTo>
                <a:lnTo>
                  <a:pt x="1150014" y="1609216"/>
                </a:lnTo>
                <a:lnTo>
                  <a:pt x="1107836" y="1625067"/>
                </a:lnTo>
                <a:lnTo>
                  <a:pt x="1064613" y="1638673"/>
                </a:lnTo>
                <a:lnTo>
                  <a:pt x="1020414" y="1649963"/>
                </a:lnTo>
                <a:lnTo>
                  <a:pt x="975311" y="1658867"/>
                </a:lnTo>
                <a:lnTo>
                  <a:pt x="929373" y="1665315"/>
                </a:lnTo>
                <a:lnTo>
                  <a:pt x="882672" y="1669235"/>
                </a:lnTo>
                <a:lnTo>
                  <a:pt x="835278" y="1670558"/>
                </a:lnTo>
                <a:lnTo>
                  <a:pt x="787885" y="1669235"/>
                </a:lnTo>
                <a:lnTo>
                  <a:pt x="741184" y="1665315"/>
                </a:lnTo>
                <a:lnTo>
                  <a:pt x="695246" y="1658867"/>
                </a:lnTo>
                <a:lnTo>
                  <a:pt x="650143" y="1649963"/>
                </a:lnTo>
                <a:lnTo>
                  <a:pt x="605944" y="1638673"/>
                </a:lnTo>
                <a:lnTo>
                  <a:pt x="562721" y="1625067"/>
                </a:lnTo>
                <a:lnTo>
                  <a:pt x="520543" y="1609216"/>
                </a:lnTo>
                <a:lnTo>
                  <a:pt x="479482" y="1591190"/>
                </a:lnTo>
                <a:lnTo>
                  <a:pt x="439607" y="1571061"/>
                </a:lnTo>
                <a:lnTo>
                  <a:pt x="400990" y="1548898"/>
                </a:lnTo>
                <a:lnTo>
                  <a:pt x="363701" y="1524772"/>
                </a:lnTo>
                <a:lnTo>
                  <a:pt x="327810" y="1498753"/>
                </a:lnTo>
                <a:lnTo>
                  <a:pt x="293389" y="1470913"/>
                </a:lnTo>
                <a:lnTo>
                  <a:pt x="260507" y="1441322"/>
                </a:lnTo>
                <a:lnTo>
                  <a:pt x="229235" y="1410050"/>
                </a:lnTo>
                <a:lnTo>
                  <a:pt x="199644" y="1377168"/>
                </a:lnTo>
                <a:lnTo>
                  <a:pt x="171804" y="1342747"/>
                </a:lnTo>
                <a:lnTo>
                  <a:pt x="145785" y="1306856"/>
                </a:lnTo>
                <a:lnTo>
                  <a:pt x="121659" y="1269567"/>
                </a:lnTo>
                <a:lnTo>
                  <a:pt x="99496" y="1230950"/>
                </a:lnTo>
                <a:lnTo>
                  <a:pt x="79367" y="1191075"/>
                </a:lnTo>
                <a:lnTo>
                  <a:pt x="61341" y="1150014"/>
                </a:lnTo>
                <a:lnTo>
                  <a:pt x="45490" y="1107836"/>
                </a:lnTo>
                <a:lnTo>
                  <a:pt x="31884" y="1064613"/>
                </a:lnTo>
                <a:lnTo>
                  <a:pt x="20594" y="1020414"/>
                </a:lnTo>
                <a:lnTo>
                  <a:pt x="11690" y="975311"/>
                </a:lnTo>
                <a:lnTo>
                  <a:pt x="5242" y="929373"/>
                </a:lnTo>
                <a:lnTo>
                  <a:pt x="1322" y="882672"/>
                </a:lnTo>
                <a:lnTo>
                  <a:pt x="0" y="835278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238115" y="2131516"/>
            <a:ext cx="72517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Neuron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156458" y="1282572"/>
            <a:ext cx="4897755" cy="2028189"/>
          </a:xfrm>
          <a:custGeom>
            <a:avLst/>
            <a:gdLst/>
            <a:ahLst/>
            <a:cxnLst/>
            <a:rect l="l" t="t" r="r" b="b"/>
            <a:pathLst>
              <a:path w="4897755" h="2028189">
                <a:moveTo>
                  <a:pt x="1608963" y="1014095"/>
                </a:moveTo>
                <a:lnTo>
                  <a:pt x="1602613" y="1010920"/>
                </a:lnTo>
                <a:lnTo>
                  <a:pt x="1532763" y="975995"/>
                </a:lnTo>
                <a:lnTo>
                  <a:pt x="1532763" y="1010920"/>
                </a:lnTo>
                <a:lnTo>
                  <a:pt x="0" y="1010920"/>
                </a:lnTo>
                <a:lnTo>
                  <a:pt x="0" y="1017270"/>
                </a:lnTo>
                <a:lnTo>
                  <a:pt x="1532763" y="1017270"/>
                </a:lnTo>
                <a:lnTo>
                  <a:pt x="1532763" y="1052195"/>
                </a:lnTo>
                <a:lnTo>
                  <a:pt x="1602613" y="1017270"/>
                </a:lnTo>
                <a:lnTo>
                  <a:pt x="1608963" y="1014095"/>
                </a:lnTo>
                <a:close/>
              </a:path>
              <a:path w="4897755" h="2028189">
                <a:moveTo>
                  <a:pt x="1737868" y="524637"/>
                </a:moveTo>
                <a:lnTo>
                  <a:pt x="1720113" y="505841"/>
                </a:lnTo>
                <a:lnTo>
                  <a:pt x="1679448" y="462788"/>
                </a:lnTo>
                <a:lnTo>
                  <a:pt x="1667459" y="495554"/>
                </a:lnTo>
                <a:lnTo>
                  <a:pt x="308737" y="0"/>
                </a:lnTo>
                <a:lnTo>
                  <a:pt x="306578" y="5969"/>
                </a:lnTo>
                <a:lnTo>
                  <a:pt x="1665274" y="501510"/>
                </a:lnTo>
                <a:lnTo>
                  <a:pt x="1653286" y="534289"/>
                </a:lnTo>
                <a:lnTo>
                  <a:pt x="1737868" y="524637"/>
                </a:lnTo>
                <a:close/>
              </a:path>
              <a:path w="4897755" h="2028189">
                <a:moveTo>
                  <a:pt x="1749679" y="1540129"/>
                </a:moveTo>
                <a:lnTo>
                  <a:pt x="1664970" y="1530858"/>
                </a:lnTo>
                <a:lnTo>
                  <a:pt x="1677060" y="1563598"/>
                </a:lnTo>
                <a:lnTo>
                  <a:pt x="438531" y="2022221"/>
                </a:lnTo>
                <a:lnTo>
                  <a:pt x="440690" y="2028190"/>
                </a:lnTo>
                <a:lnTo>
                  <a:pt x="1679270" y="1569593"/>
                </a:lnTo>
                <a:lnTo>
                  <a:pt x="1691386" y="1602359"/>
                </a:lnTo>
                <a:lnTo>
                  <a:pt x="1731822" y="1559179"/>
                </a:lnTo>
                <a:lnTo>
                  <a:pt x="1749679" y="1540129"/>
                </a:lnTo>
                <a:close/>
              </a:path>
              <a:path w="4897755" h="2028189">
                <a:moveTo>
                  <a:pt x="4897628" y="1014095"/>
                </a:moveTo>
                <a:lnTo>
                  <a:pt x="4891278" y="1010920"/>
                </a:lnTo>
                <a:lnTo>
                  <a:pt x="4821428" y="975995"/>
                </a:lnTo>
                <a:lnTo>
                  <a:pt x="4821428" y="1010920"/>
                </a:lnTo>
                <a:lnTo>
                  <a:pt x="3288538" y="1010920"/>
                </a:lnTo>
                <a:lnTo>
                  <a:pt x="3288538" y="1017270"/>
                </a:lnTo>
                <a:lnTo>
                  <a:pt x="4821428" y="1017270"/>
                </a:lnTo>
                <a:lnTo>
                  <a:pt x="4821428" y="1052195"/>
                </a:lnTo>
                <a:lnTo>
                  <a:pt x="4891278" y="1017270"/>
                </a:lnTo>
                <a:lnTo>
                  <a:pt x="4897628" y="1014095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2816098" y="2077592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x2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235579" y="3187065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137154" y="1036446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x1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821930" y="1970023"/>
            <a:ext cx="1289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Calibri"/>
                <a:cs typeface="Calibri"/>
              </a:rPr>
              <a:t>y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3835908" y="1220977"/>
            <a:ext cx="540385" cy="534670"/>
            <a:chOff x="3835908" y="1220977"/>
            <a:chExt cx="540385" cy="534670"/>
          </a:xfrm>
        </p:grpSpPr>
        <p:sp>
          <p:nvSpPr>
            <p:cNvPr id="12" name="object 12"/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6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6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4000880" y="1375409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w1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3801998" y="2006219"/>
            <a:ext cx="540385" cy="534670"/>
            <a:chOff x="3801998" y="2006219"/>
            <a:chExt cx="540385" cy="534670"/>
          </a:xfrm>
        </p:grpSpPr>
        <p:sp>
          <p:nvSpPr>
            <p:cNvPr id="16" name="object 16"/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7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7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7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8" y="260857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3967098" y="2160523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w2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3910584" y="2809239"/>
            <a:ext cx="540385" cy="534670"/>
            <a:chOff x="3910584" y="2809239"/>
            <a:chExt cx="540385" cy="534670"/>
          </a:xfrm>
        </p:grpSpPr>
        <p:sp>
          <p:nvSpPr>
            <p:cNvPr id="20" name="object 20"/>
            <p:cNvSpPr/>
            <p:nvPr/>
          </p:nvSpPr>
          <p:spPr>
            <a:xfrm>
              <a:off x="3916934" y="281558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916934" y="281558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4075557" y="2963366"/>
            <a:ext cx="210185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w3</a:t>
            </a:r>
            <a:endParaRPr sz="1200">
              <a:latin typeface="Calibri"/>
              <a:cs typeface="Calibri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1DD855F6-17A1-0639-E322-FB072D8FF319}"/>
                  </a:ext>
                </a:extLst>
              </p14:cNvPr>
              <p14:cNvContentPartPr/>
              <p14:nvPr/>
            </p14:nvContentPartPr>
            <p14:xfrm>
              <a:off x="2417180" y="5191760"/>
              <a:ext cx="1839240" cy="11880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1DD855F6-17A1-0639-E322-FB072D8FF31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399540" y="5174120"/>
                <a:ext cx="1874880" cy="154440"/>
              </a:xfrm>
              <a:prstGeom prst="rect">
                <a:avLst/>
              </a:prstGeom>
            </p:spPr>
          </p:pic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BE6B9DB9-65D1-F2A3-5E19-61BF30703C61}"/>
              </a:ext>
            </a:extLst>
          </p:cNvPr>
          <p:cNvGrpSpPr/>
          <p:nvPr/>
        </p:nvGrpSpPr>
        <p:grpSpPr>
          <a:xfrm>
            <a:off x="8391380" y="986960"/>
            <a:ext cx="2396880" cy="2005560"/>
            <a:chOff x="8391380" y="986960"/>
            <a:chExt cx="2396880" cy="2005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E5E2EB1-2927-9C31-527C-1D317AA9416E}"/>
                    </a:ext>
                  </a:extLst>
                </p14:cNvPr>
                <p14:cNvContentPartPr/>
                <p14:nvPr/>
              </p14:nvContentPartPr>
              <p14:xfrm>
                <a:off x="9576500" y="986960"/>
                <a:ext cx="99000" cy="20055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E5E2EB1-2927-9C31-527C-1D317AA9416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558860" y="968960"/>
                  <a:ext cx="134640" cy="20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C8F0A5B-8395-BA5B-0EB2-3417569EEFD8}"/>
                    </a:ext>
                  </a:extLst>
                </p14:cNvPr>
                <p14:cNvContentPartPr/>
                <p14:nvPr/>
              </p14:nvContentPartPr>
              <p14:xfrm>
                <a:off x="8391380" y="1946000"/>
                <a:ext cx="2396880" cy="1116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C8F0A5B-8395-BA5B-0EB2-3417569EEFD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373740" y="1928000"/>
                  <a:ext cx="2432520" cy="14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3423E52-CD9F-FA5B-B49C-CD66EF3F62EE}"/>
              </a:ext>
            </a:extLst>
          </p:cNvPr>
          <p:cNvGrpSpPr/>
          <p:nvPr/>
        </p:nvGrpSpPr>
        <p:grpSpPr>
          <a:xfrm>
            <a:off x="8826260" y="1045640"/>
            <a:ext cx="1681200" cy="975960"/>
            <a:chOff x="8826260" y="1045640"/>
            <a:chExt cx="1681200" cy="97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5C9B60B-ADF4-BCDC-22F4-D89D94BEEC78}"/>
                    </a:ext>
                  </a:extLst>
                </p14:cNvPr>
                <p14:cNvContentPartPr/>
                <p14:nvPr/>
              </p14:nvContentPartPr>
              <p14:xfrm>
                <a:off x="8826260" y="1971560"/>
                <a:ext cx="907920" cy="500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5C9B60B-ADF4-BCDC-22F4-D89D94BEEC7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763620" y="1908920"/>
                  <a:ext cx="103356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B9C42F3A-D357-8EBB-7784-A3DCA42A4F97}"/>
                    </a:ext>
                  </a:extLst>
                </p14:cNvPr>
                <p14:cNvContentPartPr/>
                <p14:nvPr/>
              </p14:nvContentPartPr>
              <p14:xfrm>
                <a:off x="9673700" y="1045640"/>
                <a:ext cx="833760" cy="9565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B9C42F3A-D357-8EBB-7784-A3DCA42A4F9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611060" y="982640"/>
                  <a:ext cx="959400" cy="1082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6231A15-FFFA-6EAF-7205-588960DD0540}"/>
              </a:ext>
            </a:extLst>
          </p:cNvPr>
          <p:cNvGrpSpPr/>
          <p:nvPr/>
        </p:nvGrpSpPr>
        <p:grpSpPr>
          <a:xfrm>
            <a:off x="8646980" y="756200"/>
            <a:ext cx="749160" cy="388080"/>
            <a:chOff x="8646980" y="756200"/>
            <a:chExt cx="749160" cy="388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F3DA032-A4F6-062D-C43A-EE568CA6F42C}"/>
                    </a:ext>
                  </a:extLst>
                </p14:cNvPr>
                <p14:cNvContentPartPr/>
                <p14:nvPr/>
              </p14:nvContentPartPr>
              <p14:xfrm>
                <a:off x="8646980" y="848360"/>
                <a:ext cx="33480" cy="2959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F3DA032-A4F6-062D-C43A-EE568CA6F42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629340" y="830720"/>
                  <a:ext cx="69120" cy="33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BAE68C6-261A-E03B-2C2B-7C27FE5573AB}"/>
                    </a:ext>
                  </a:extLst>
                </p14:cNvPr>
                <p14:cNvContentPartPr/>
                <p14:nvPr/>
              </p14:nvContentPartPr>
              <p14:xfrm>
                <a:off x="8654900" y="777080"/>
                <a:ext cx="102240" cy="1947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BAE68C6-261A-E03B-2C2B-7C27FE5573AB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636900" y="759440"/>
                  <a:ext cx="13788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56A6608-B8DE-52AA-D2B7-E73BEC114CFA}"/>
                    </a:ext>
                  </a:extLst>
                </p14:cNvPr>
                <p14:cNvContentPartPr/>
                <p14:nvPr/>
              </p14:nvContentPartPr>
              <p14:xfrm>
                <a:off x="8796380" y="903440"/>
                <a:ext cx="154440" cy="1429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56A6608-B8DE-52AA-D2B7-E73BEC114CF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778740" y="885800"/>
                  <a:ext cx="19008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F63D074-8D04-9BB5-B8A4-52F9EE2376F9}"/>
                    </a:ext>
                  </a:extLst>
                </p14:cNvPr>
                <p14:cNvContentPartPr/>
                <p14:nvPr/>
              </p14:nvContentPartPr>
              <p14:xfrm>
                <a:off x="8985740" y="824600"/>
                <a:ext cx="176400" cy="1969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F63D074-8D04-9BB5-B8A4-52F9EE2376F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967740" y="806960"/>
                  <a:ext cx="21204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7474762-0678-1F01-A64F-88E1FFD3E296}"/>
                    </a:ext>
                  </a:extLst>
                </p14:cNvPr>
                <p14:cNvContentPartPr/>
                <p14:nvPr/>
              </p14:nvContentPartPr>
              <p14:xfrm>
                <a:off x="9222260" y="756200"/>
                <a:ext cx="173880" cy="2120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7474762-0678-1F01-A64F-88E1FFD3E29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204260" y="738200"/>
                  <a:ext cx="209520" cy="24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075D446-2A94-E8CD-9289-5439B83A51C0}"/>
              </a:ext>
            </a:extLst>
          </p:cNvPr>
          <p:cNvGrpSpPr/>
          <p:nvPr/>
        </p:nvGrpSpPr>
        <p:grpSpPr>
          <a:xfrm>
            <a:off x="8839220" y="3235880"/>
            <a:ext cx="1580040" cy="315360"/>
            <a:chOff x="8839220" y="3235880"/>
            <a:chExt cx="1580040" cy="315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1AB286FF-4D5B-0258-ED47-9696B9CD6A34}"/>
                    </a:ext>
                  </a:extLst>
                </p14:cNvPr>
                <p14:cNvContentPartPr/>
                <p14:nvPr/>
              </p14:nvContentPartPr>
              <p14:xfrm>
                <a:off x="8839220" y="3332000"/>
                <a:ext cx="52560" cy="2192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1AB286FF-4D5B-0258-ED47-9696B9CD6A3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821220" y="3314000"/>
                  <a:ext cx="8820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6D29F4F-31E0-4D1A-2716-B5B35CA35048}"/>
                    </a:ext>
                  </a:extLst>
                </p14:cNvPr>
                <p14:cNvContentPartPr/>
                <p14:nvPr/>
              </p14:nvContentPartPr>
              <p14:xfrm>
                <a:off x="8844260" y="3267560"/>
                <a:ext cx="110880" cy="1314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6D29F4F-31E0-4D1A-2716-B5B35CA3504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826260" y="3249560"/>
                  <a:ext cx="14652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8ED133F-1097-6F18-438B-791297955AA1}"/>
                    </a:ext>
                  </a:extLst>
                </p14:cNvPr>
                <p14:cNvContentPartPr/>
                <p14:nvPr/>
              </p14:nvContentPartPr>
              <p14:xfrm>
                <a:off x="9000140" y="3369080"/>
                <a:ext cx="122400" cy="885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8ED133F-1097-6F18-438B-791297955AA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982500" y="3351080"/>
                  <a:ext cx="15804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9161808-8448-EE87-A552-BB4866405083}"/>
                    </a:ext>
                  </a:extLst>
                </p14:cNvPr>
                <p14:cNvContentPartPr/>
                <p14:nvPr/>
              </p14:nvContentPartPr>
              <p14:xfrm>
                <a:off x="9205340" y="3333080"/>
                <a:ext cx="55440" cy="936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9161808-8448-EE87-A552-BB486640508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187340" y="3315440"/>
                  <a:ext cx="9108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1E18EE6-F60D-AC6D-A6B1-16043473AE93}"/>
                    </a:ext>
                  </a:extLst>
                </p14:cNvPr>
                <p14:cNvContentPartPr/>
                <p14:nvPr/>
              </p14:nvContentPartPr>
              <p14:xfrm>
                <a:off x="9372380" y="3348560"/>
                <a:ext cx="54720" cy="943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1E18EE6-F60D-AC6D-A6B1-16043473AE9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354380" y="3330920"/>
                  <a:ext cx="9036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13867B42-CA2D-1A85-5D07-F54A533D25EF}"/>
                    </a:ext>
                  </a:extLst>
                </p14:cNvPr>
                <p14:cNvContentPartPr/>
                <p14:nvPr/>
              </p14:nvContentPartPr>
              <p14:xfrm>
                <a:off x="9489740" y="3342800"/>
                <a:ext cx="219240" cy="1861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13867B42-CA2D-1A85-5D07-F54A533D25E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472100" y="3325160"/>
                  <a:ext cx="25488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F877388-CF9C-476A-085F-50A6434353C7}"/>
                    </a:ext>
                  </a:extLst>
                </p14:cNvPr>
                <p14:cNvContentPartPr/>
                <p14:nvPr/>
              </p14:nvContentPartPr>
              <p14:xfrm>
                <a:off x="9662900" y="3334160"/>
                <a:ext cx="74880" cy="676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F877388-CF9C-476A-085F-50A6434353C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644900" y="3316160"/>
                  <a:ext cx="11052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6DEACD1C-CEFB-7B17-12D3-5B4402C3CCC1}"/>
                    </a:ext>
                  </a:extLst>
                </p14:cNvPr>
                <p14:cNvContentPartPr/>
                <p14:nvPr/>
              </p14:nvContentPartPr>
              <p14:xfrm>
                <a:off x="9785660" y="3235880"/>
                <a:ext cx="63000" cy="2008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6DEACD1C-CEFB-7B17-12D3-5B4402C3CCC1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768020" y="3218240"/>
                  <a:ext cx="9864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27B2494-DE16-77D5-8305-AD491C4177D7}"/>
                    </a:ext>
                  </a:extLst>
                </p14:cNvPr>
                <p14:cNvContentPartPr/>
                <p14:nvPr/>
              </p14:nvContentPartPr>
              <p14:xfrm>
                <a:off x="9821300" y="3316520"/>
                <a:ext cx="67320" cy="572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27B2494-DE16-77D5-8305-AD491C4177D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803660" y="3298880"/>
                  <a:ext cx="10296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C20637CE-7003-0E09-658D-634C3D02EAAF}"/>
                    </a:ext>
                  </a:extLst>
                </p14:cNvPr>
                <p14:cNvContentPartPr/>
                <p14:nvPr/>
              </p14:nvContentPartPr>
              <p14:xfrm>
                <a:off x="9970340" y="3315800"/>
                <a:ext cx="69840" cy="918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C20637CE-7003-0E09-658D-634C3D02EAA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952700" y="3297800"/>
                  <a:ext cx="10548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5811DB72-4CD9-23DF-C662-556ED8E9373A}"/>
                    </a:ext>
                  </a:extLst>
                </p14:cNvPr>
                <p14:cNvContentPartPr/>
                <p14:nvPr/>
              </p14:nvContentPartPr>
              <p14:xfrm>
                <a:off x="10151420" y="3303200"/>
                <a:ext cx="58680" cy="698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5811DB72-4CD9-23DF-C662-556ED8E9373A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133420" y="3285200"/>
                  <a:ext cx="9432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077E9913-5CF2-3C42-C10F-FE9CC237A94D}"/>
                    </a:ext>
                  </a:extLst>
                </p14:cNvPr>
                <p14:cNvContentPartPr/>
                <p14:nvPr/>
              </p14:nvContentPartPr>
              <p14:xfrm>
                <a:off x="10309820" y="3271520"/>
                <a:ext cx="109440" cy="1072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077E9913-5CF2-3C42-C10F-FE9CC237A94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292180" y="3253520"/>
                  <a:ext cx="145080" cy="142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607C65A0-8192-3928-A05E-A59E5FFF518D}"/>
              </a:ext>
            </a:extLst>
          </p:cNvPr>
          <p:cNvGrpSpPr/>
          <p:nvPr/>
        </p:nvGrpSpPr>
        <p:grpSpPr>
          <a:xfrm>
            <a:off x="8590820" y="4390400"/>
            <a:ext cx="2934360" cy="1321200"/>
            <a:chOff x="8590820" y="4390400"/>
            <a:chExt cx="2934360" cy="1321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3F983EA-47B5-E166-0D25-51F272E5A6C2}"/>
                    </a:ext>
                  </a:extLst>
                </p14:cNvPr>
                <p14:cNvContentPartPr/>
                <p14:nvPr/>
              </p14:nvContentPartPr>
              <p14:xfrm>
                <a:off x="8590820" y="5664440"/>
                <a:ext cx="1483200" cy="471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3F983EA-47B5-E166-0D25-51F272E5A6C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528180" y="5601800"/>
                  <a:ext cx="160884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E131ED2-D00D-2C17-AA82-9C6560CD28B9}"/>
                    </a:ext>
                  </a:extLst>
                </p14:cNvPr>
                <p14:cNvContentPartPr/>
                <p14:nvPr/>
              </p14:nvContentPartPr>
              <p14:xfrm>
                <a:off x="9941180" y="4495520"/>
                <a:ext cx="147240" cy="11833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E131ED2-D00D-2C17-AA82-9C6560CD28B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878540" y="4432520"/>
                  <a:ext cx="272880" cy="130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3E114F0-F767-B799-F523-78343B50235D}"/>
                    </a:ext>
                  </a:extLst>
                </p14:cNvPr>
                <p14:cNvContentPartPr/>
                <p14:nvPr/>
              </p14:nvContentPartPr>
              <p14:xfrm>
                <a:off x="9940460" y="4390400"/>
                <a:ext cx="1584720" cy="1216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3E114F0-F767-B799-F523-78343B50235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877820" y="4327400"/>
                  <a:ext cx="1710360" cy="247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85575C2B-4FFA-BA91-7E0D-24C1C28461EE}"/>
              </a:ext>
            </a:extLst>
          </p:cNvPr>
          <p:cNvGrpSpPr/>
          <p:nvPr/>
        </p:nvGrpSpPr>
        <p:grpSpPr>
          <a:xfrm>
            <a:off x="8677220" y="3886760"/>
            <a:ext cx="2668680" cy="1814040"/>
            <a:chOff x="8677220" y="3886760"/>
            <a:chExt cx="2668680" cy="181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340E738-F40B-2638-A958-D536A8427015}"/>
                    </a:ext>
                  </a:extLst>
                </p14:cNvPr>
                <p14:cNvContentPartPr/>
                <p14:nvPr/>
              </p14:nvContentPartPr>
              <p14:xfrm>
                <a:off x="9795740" y="4149920"/>
                <a:ext cx="217800" cy="14958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340E738-F40B-2638-A958-D536A8427015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777740" y="4131920"/>
                  <a:ext cx="253440" cy="153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F74EF15-1EF1-11C1-1A96-CD2EED697BDF}"/>
                    </a:ext>
                  </a:extLst>
                </p14:cNvPr>
                <p14:cNvContentPartPr/>
                <p14:nvPr/>
              </p14:nvContentPartPr>
              <p14:xfrm>
                <a:off x="8677220" y="5543840"/>
                <a:ext cx="2668680" cy="1569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F74EF15-1EF1-11C1-1A96-CD2EED697BD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659220" y="5525840"/>
                  <a:ext cx="270432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4DA68C2-C41C-11FB-73BE-6AA2FD3E24FE}"/>
                    </a:ext>
                  </a:extLst>
                </p14:cNvPr>
                <p14:cNvContentPartPr/>
                <p14:nvPr/>
              </p14:nvContentPartPr>
              <p14:xfrm>
                <a:off x="9259340" y="5260880"/>
                <a:ext cx="221760" cy="3499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4DA68C2-C41C-11FB-73BE-6AA2FD3E24F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241340" y="5242880"/>
                  <a:ext cx="257400" cy="38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60B66E85-AA07-E8C6-48D5-269B2621A036}"/>
                    </a:ext>
                  </a:extLst>
                </p14:cNvPr>
                <p14:cNvContentPartPr/>
                <p14:nvPr/>
              </p14:nvContentPartPr>
              <p14:xfrm>
                <a:off x="10761260" y="3886760"/>
                <a:ext cx="60840" cy="3279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60B66E85-AA07-E8C6-48D5-269B2621A03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743620" y="3869120"/>
                  <a:ext cx="96480" cy="36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F804B895-AC9D-E1F3-1539-045AFD6B9DAA}"/>
                    </a:ext>
                  </a:extLst>
                </p14:cNvPr>
                <p14:cNvContentPartPr/>
                <p14:nvPr/>
              </p14:nvContentPartPr>
              <p14:xfrm>
                <a:off x="11006420" y="4043720"/>
                <a:ext cx="87840" cy="1630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F804B895-AC9D-E1F3-1539-045AFD6B9DAA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988420" y="4025720"/>
                  <a:ext cx="12348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0F10A9C-ADC5-C2B5-C90F-D315906E90DF}"/>
                    </a:ext>
                  </a:extLst>
                </p14:cNvPr>
                <p14:cNvContentPartPr/>
                <p14:nvPr/>
              </p14:nvContentPartPr>
              <p14:xfrm>
                <a:off x="9584780" y="5380400"/>
                <a:ext cx="92160" cy="1857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0F10A9C-ADC5-C2B5-C90F-D315906E90D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567140" y="5362400"/>
                  <a:ext cx="127800" cy="22140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What</a:t>
            </a:r>
            <a:r>
              <a:rPr spc="145" dirty="0"/>
              <a:t> </a:t>
            </a:r>
            <a:r>
              <a:rPr spc="60" dirty="0"/>
              <a:t>can</a:t>
            </a:r>
            <a:r>
              <a:rPr spc="165" dirty="0"/>
              <a:t> </a:t>
            </a:r>
            <a:r>
              <a:rPr dirty="0"/>
              <a:t>we</a:t>
            </a:r>
            <a:r>
              <a:rPr spc="155" dirty="0"/>
              <a:t> </a:t>
            </a:r>
            <a:r>
              <a:rPr dirty="0"/>
              <a:t>answer</a:t>
            </a:r>
            <a:r>
              <a:rPr spc="165" dirty="0"/>
              <a:t> </a:t>
            </a:r>
            <a:r>
              <a:rPr spc="50" dirty="0"/>
              <a:t>with</a:t>
            </a:r>
            <a:r>
              <a:rPr spc="150" dirty="0"/>
              <a:t> </a:t>
            </a:r>
            <a:r>
              <a:rPr dirty="0"/>
              <a:t>a</a:t>
            </a:r>
            <a:r>
              <a:rPr spc="165" dirty="0"/>
              <a:t> </a:t>
            </a:r>
            <a:r>
              <a:rPr spc="-10" dirty="0"/>
              <a:t>perceptron?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66089" y="1775586"/>
            <a:ext cx="5064760" cy="20256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Do</a:t>
            </a:r>
            <a:r>
              <a:rPr sz="2800" spc="14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16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want</a:t>
            </a:r>
            <a:r>
              <a:rPr sz="2800" spc="1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spc="95" dirty="0">
                <a:latin typeface="Calibri"/>
                <a:cs typeface="Calibri"/>
              </a:rPr>
              <a:t>go</a:t>
            </a:r>
            <a:r>
              <a:rPr sz="2800" spc="14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155" dirty="0">
                <a:latin typeface="Calibri"/>
                <a:cs typeface="Calibri"/>
              </a:rPr>
              <a:t> </a:t>
            </a:r>
            <a:r>
              <a:rPr sz="2800" spc="40" dirty="0">
                <a:latin typeface="Calibri"/>
                <a:cs typeface="Calibri"/>
              </a:rPr>
              <a:t>Coachella?</a:t>
            </a:r>
            <a:endParaRPr sz="2800" dirty="0">
              <a:latin typeface="Calibri"/>
              <a:cs typeface="Calibri"/>
            </a:endParaRPr>
          </a:p>
          <a:p>
            <a:pPr marL="697230" lvl="1" indent="-227965">
              <a:lnSpc>
                <a:spcPct val="100000"/>
              </a:lnSpc>
              <a:spcBef>
                <a:spcPts val="3315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Factor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1: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Good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weather?</a:t>
            </a:r>
            <a:endParaRPr sz="2400" dirty="0">
              <a:latin typeface="Calibri"/>
              <a:cs typeface="Calibri"/>
            </a:endParaRPr>
          </a:p>
          <a:p>
            <a:pPr marL="697230" lvl="1" indent="-227965">
              <a:lnSpc>
                <a:spcPct val="100000"/>
              </a:lnSpc>
              <a:spcBef>
                <a:spcPts val="220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Factor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2: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Friends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going?</a:t>
            </a:r>
            <a:endParaRPr sz="2400" dirty="0">
              <a:latin typeface="Calibri"/>
              <a:cs typeface="Calibri"/>
            </a:endParaRPr>
          </a:p>
          <a:p>
            <a:pPr marL="697230" lvl="1" indent="-227965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Factor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3: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Do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tickets?</a:t>
            </a:r>
            <a:endParaRPr sz="2400" dirty="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4439411" y="1921018"/>
            <a:ext cx="7399020" cy="2302510"/>
            <a:chOff x="4439411" y="1921018"/>
            <a:chExt cx="7399020" cy="2302510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11266" y="1921018"/>
              <a:ext cx="5226982" cy="2302478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4439412" y="2045334"/>
              <a:ext cx="2541905" cy="2157095"/>
            </a:xfrm>
            <a:custGeom>
              <a:avLst/>
              <a:gdLst/>
              <a:ahLst/>
              <a:cxnLst/>
              <a:rect l="l" t="t" r="r" b="b"/>
              <a:pathLst>
                <a:path w="2541904" h="2157095">
                  <a:moveTo>
                    <a:pt x="2084451" y="1023239"/>
                  </a:moveTo>
                  <a:lnTo>
                    <a:pt x="2001520" y="1003681"/>
                  </a:lnTo>
                  <a:lnTo>
                    <a:pt x="2009546" y="1037615"/>
                  </a:lnTo>
                  <a:lnTo>
                    <a:pt x="0" y="1512443"/>
                  </a:lnTo>
                  <a:lnTo>
                    <a:pt x="1397" y="1518666"/>
                  </a:lnTo>
                  <a:lnTo>
                    <a:pt x="2011006" y="1043813"/>
                  </a:lnTo>
                  <a:lnTo>
                    <a:pt x="2019046" y="1077722"/>
                  </a:lnTo>
                  <a:lnTo>
                    <a:pt x="2070722" y="1034669"/>
                  </a:lnTo>
                  <a:lnTo>
                    <a:pt x="2084451" y="1023239"/>
                  </a:lnTo>
                  <a:close/>
                </a:path>
                <a:path w="2541904" h="2157095">
                  <a:moveTo>
                    <a:pt x="2436114" y="3302"/>
                  </a:moveTo>
                  <a:lnTo>
                    <a:pt x="2351024" y="0"/>
                  </a:lnTo>
                  <a:lnTo>
                    <a:pt x="2365413" y="31813"/>
                  </a:lnTo>
                  <a:lnTo>
                    <a:pt x="140081" y="1037844"/>
                  </a:lnTo>
                  <a:lnTo>
                    <a:pt x="142748" y="1043686"/>
                  </a:lnTo>
                  <a:lnTo>
                    <a:pt x="2368029" y="37617"/>
                  </a:lnTo>
                  <a:lnTo>
                    <a:pt x="2382393" y="69342"/>
                  </a:lnTo>
                  <a:lnTo>
                    <a:pt x="2417203" y="26543"/>
                  </a:lnTo>
                  <a:lnTo>
                    <a:pt x="2436114" y="3302"/>
                  </a:lnTo>
                  <a:close/>
                </a:path>
                <a:path w="2541904" h="2157095">
                  <a:moveTo>
                    <a:pt x="2541651" y="2122170"/>
                  </a:moveTo>
                  <a:lnTo>
                    <a:pt x="2467229" y="2080641"/>
                  </a:lnTo>
                  <a:lnTo>
                    <a:pt x="2465654" y="2115629"/>
                  </a:lnTo>
                  <a:lnTo>
                    <a:pt x="800989" y="2039874"/>
                  </a:lnTo>
                  <a:lnTo>
                    <a:pt x="800608" y="2046224"/>
                  </a:lnTo>
                  <a:lnTo>
                    <a:pt x="2465362" y="2121979"/>
                  </a:lnTo>
                  <a:lnTo>
                    <a:pt x="2463800" y="2156841"/>
                  </a:lnTo>
                  <a:lnTo>
                    <a:pt x="2540787" y="2122551"/>
                  </a:lnTo>
                  <a:lnTo>
                    <a:pt x="2541651" y="212217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B1F43FAD-A887-8AFE-E1E6-0AEE313E5989}"/>
                  </a:ext>
                </a:extLst>
              </p14:cNvPr>
              <p14:cNvContentPartPr/>
              <p14:nvPr/>
            </p14:nvContentPartPr>
            <p14:xfrm>
              <a:off x="3290180" y="2756360"/>
              <a:ext cx="1171080" cy="17820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B1F43FAD-A887-8AFE-E1E6-0AEE313E598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236540" y="2648360"/>
                <a:ext cx="1278720" cy="39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3FC5077E-588E-80C3-5498-802F304B5B2F}"/>
                  </a:ext>
                </a:extLst>
              </p14:cNvPr>
              <p14:cNvContentPartPr/>
              <p14:nvPr/>
            </p14:nvContentPartPr>
            <p14:xfrm>
              <a:off x="6823940" y="1881920"/>
              <a:ext cx="450720" cy="26712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3FC5077E-588E-80C3-5498-802F304B5B2F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770300" y="1774280"/>
                <a:ext cx="558360" cy="48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EC4F4184-C068-7753-3B3D-26F0489C9BFA}"/>
                  </a:ext>
                </a:extLst>
              </p14:cNvPr>
              <p14:cNvContentPartPr/>
              <p14:nvPr/>
            </p14:nvContentPartPr>
            <p14:xfrm>
              <a:off x="2465060" y="3110240"/>
              <a:ext cx="1941120" cy="26028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EC4F4184-C068-7753-3B3D-26F0489C9BF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411060" y="3002240"/>
                <a:ext cx="2048760" cy="47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9CF71FB1-1E17-EE62-ACF0-7E96B117A695}"/>
                  </a:ext>
                </a:extLst>
              </p14:cNvPr>
              <p14:cNvContentPartPr/>
              <p14:nvPr/>
            </p14:nvContentPartPr>
            <p14:xfrm>
              <a:off x="6476540" y="3008720"/>
              <a:ext cx="413280" cy="7704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9CF71FB1-1E17-EE62-ACF0-7E96B117A695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6422900" y="2901080"/>
                <a:ext cx="520920" cy="29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74BC69E7-D7D6-B8A3-F314-624029D415F8}"/>
                  </a:ext>
                </a:extLst>
              </p14:cNvPr>
              <p14:cNvContentPartPr/>
              <p14:nvPr/>
            </p14:nvContentPartPr>
            <p14:xfrm>
              <a:off x="2541380" y="3505160"/>
              <a:ext cx="2631240" cy="25272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74BC69E7-D7D6-B8A3-F314-624029D415F8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487380" y="3397160"/>
                <a:ext cx="2738880" cy="468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FD033A52-6990-28EC-7A31-71BF9CE1FE48}"/>
                  </a:ext>
                </a:extLst>
              </p14:cNvPr>
              <p14:cNvContentPartPr/>
              <p14:nvPr/>
            </p14:nvContentPartPr>
            <p14:xfrm>
              <a:off x="7019060" y="4102040"/>
              <a:ext cx="505440" cy="17352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FD033A52-6990-28EC-7A31-71BF9CE1FE48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965060" y="3994400"/>
                <a:ext cx="613080" cy="389160"/>
              </a:xfrm>
              <a:prstGeom prst="rect">
                <a:avLst/>
              </a:prstGeom>
            </p:spPr>
          </p:pic>
        </mc:Fallback>
      </mc:AlternateContent>
      <p:grpSp>
        <p:nvGrpSpPr>
          <p:cNvPr id="43" name="Group 42">
            <a:extLst>
              <a:ext uri="{FF2B5EF4-FFF2-40B4-BE49-F238E27FC236}">
                <a16:creationId xmlns:a16="http://schemas.microsoft.com/office/drawing/2014/main" id="{444F32D1-A405-42BB-0163-22F915492BB7}"/>
              </a:ext>
            </a:extLst>
          </p:cNvPr>
          <p:cNvGrpSpPr/>
          <p:nvPr/>
        </p:nvGrpSpPr>
        <p:grpSpPr>
          <a:xfrm>
            <a:off x="7218860" y="920720"/>
            <a:ext cx="263520" cy="889560"/>
            <a:chOff x="7218860" y="920720"/>
            <a:chExt cx="263520" cy="88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750D367-501B-9CB8-CC7A-4828EE8CF917}"/>
                    </a:ext>
                  </a:extLst>
                </p14:cNvPr>
                <p14:cNvContentPartPr/>
                <p14:nvPr/>
              </p14:nvContentPartPr>
              <p14:xfrm>
                <a:off x="7295540" y="920720"/>
                <a:ext cx="186840" cy="8895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750D367-501B-9CB8-CC7A-4828EE8CF917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7277540" y="903080"/>
                  <a:ext cx="222480" cy="9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3FFC875-798A-F0AD-52D3-BDFB0D750378}"/>
                    </a:ext>
                  </a:extLst>
                </p14:cNvPr>
                <p14:cNvContentPartPr/>
                <p14:nvPr/>
              </p14:nvContentPartPr>
              <p14:xfrm>
                <a:off x="7218860" y="1647560"/>
                <a:ext cx="146880" cy="1339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3FFC875-798A-F0AD-52D3-BDFB0D750378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7200860" y="1629920"/>
                  <a:ext cx="182520" cy="16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C570BA07-20E7-2B5A-B10D-27B331E6A4F5}"/>
              </a:ext>
            </a:extLst>
          </p:cNvPr>
          <p:cNvGrpSpPr/>
          <p:nvPr/>
        </p:nvGrpSpPr>
        <p:grpSpPr>
          <a:xfrm>
            <a:off x="7447460" y="497000"/>
            <a:ext cx="458280" cy="273960"/>
            <a:chOff x="7447460" y="497000"/>
            <a:chExt cx="458280" cy="273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6B7713E-438A-1722-AF06-5F0C44841E3E}"/>
                    </a:ext>
                  </a:extLst>
                </p14:cNvPr>
                <p14:cNvContentPartPr/>
                <p14:nvPr/>
              </p14:nvContentPartPr>
              <p14:xfrm>
                <a:off x="7447460" y="579440"/>
                <a:ext cx="166680" cy="1915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6B7713E-438A-1722-AF06-5F0C44841E3E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429460" y="561440"/>
                  <a:ext cx="20232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338455A-D4F8-2851-17A2-553440B152C6}"/>
                    </a:ext>
                  </a:extLst>
                </p14:cNvPr>
                <p14:cNvContentPartPr/>
                <p14:nvPr/>
              </p14:nvContentPartPr>
              <p14:xfrm>
                <a:off x="7706660" y="628400"/>
                <a:ext cx="9360" cy="1029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338455A-D4F8-2851-17A2-553440B152C6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689020" y="610760"/>
                  <a:ext cx="4500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AC8C79B6-E55D-E942-85E9-45D1E47AA91E}"/>
                    </a:ext>
                  </a:extLst>
                </p14:cNvPr>
                <p14:cNvContentPartPr/>
                <p14:nvPr/>
              </p14:nvContentPartPr>
              <p14:xfrm>
                <a:off x="7714580" y="508160"/>
                <a:ext cx="11880" cy="313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AC8C79B6-E55D-E942-85E9-45D1E47AA91E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696940" y="490520"/>
                  <a:ext cx="4752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77FDAAD-2658-6F9B-F3BF-0806BB2A9D75}"/>
                    </a:ext>
                  </a:extLst>
                </p14:cNvPr>
                <p14:cNvContentPartPr/>
                <p14:nvPr/>
              </p14:nvContentPartPr>
              <p14:xfrm>
                <a:off x="7811780" y="497000"/>
                <a:ext cx="93960" cy="1972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77FDAAD-2658-6F9B-F3BF-0806BB2A9D75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794140" y="479360"/>
                  <a:ext cx="129600" cy="232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59F609BB-95E2-EDCC-8625-257BF1DAE4D5}"/>
              </a:ext>
            </a:extLst>
          </p:cNvPr>
          <p:cNvGrpSpPr/>
          <p:nvPr/>
        </p:nvGrpSpPr>
        <p:grpSpPr>
          <a:xfrm>
            <a:off x="8252060" y="439040"/>
            <a:ext cx="608400" cy="305640"/>
            <a:chOff x="8252060" y="439040"/>
            <a:chExt cx="608400" cy="305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798941B-3200-9186-57B3-9DF0B981AF7F}"/>
                    </a:ext>
                  </a:extLst>
                </p14:cNvPr>
                <p14:cNvContentPartPr/>
                <p14:nvPr/>
              </p14:nvContentPartPr>
              <p14:xfrm>
                <a:off x="8315780" y="464960"/>
                <a:ext cx="20160" cy="2797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798941B-3200-9186-57B3-9DF0B981AF7F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297780" y="447320"/>
                  <a:ext cx="5580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F6D779A-3177-6729-1697-A000DFD7EE5A}"/>
                    </a:ext>
                  </a:extLst>
                </p14:cNvPr>
                <p14:cNvContentPartPr/>
                <p14:nvPr/>
              </p14:nvContentPartPr>
              <p14:xfrm>
                <a:off x="8252060" y="579800"/>
                <a:ext cx="299520" cy="82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F6D779A-3177-6729-1697-A000DFD7EE5A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234420" y="562160"/>
                  <a:ext cx="33516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CEC7012-8A5C-C926-1149-283D1C3221A5}"/>
                    </a:ext>
                  </a:extLst>
                </p14:cNvPr>
                <p14:cNvContentPartPr/>
                <p14:nvPr/>
              </p14:nvContentPartPr>
              <p14:xfrm>
                <a:off x="8625380" y="439040"/>
                <a:ext cx="36720" cy="2386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CEC7012-8A5C-C926-1149-283D1C3221A5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607380" y="421040"/>
                  <a:ext cx="7236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641D948-F60A-3E7A-BD6C-4E005F2DC5D6}"/>
                    </a:ext>
                  </a:extLst>
                </p14:cNvPr>
                <p14:cNvContentPartPr/>
                <p14:nvPr/>
              </p14:nvContentPartPr>
              <p14:xfrm>
                <a:off x="8673980" y="525440"/>
                <a:ext cx="70560" cy="1076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641D948-F60A-3E7A-BD6C-4E005F2DC5D6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8655980" y="507800"/>
                  <a:ext cx="10620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9BB94CB-DDAB-0505-6375-615442CECE00}"/>
                    </a:ext>
                  </a:extLst>
                </p14:cNvPr>
                <p14:cNvContentPartPr/>
                <p14:nvPr/>
              </p14:nvContentPartPr>
              <p14:xfrm>
                <a:off x="8771540" y="603920"/>
                <a:ext cx="88920" cy="414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9BB94CB-DDAB-0505-6375-615442CECE00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8753540" y="586280"/>
                  <a:ext cx="124560" cy="77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D11CC3CC-3D62-545A-A8BD-37428399EC11}"/>
              </a:ext>
            </a:extLst>
          </p:cNvPr>
          <p:cNvGrpSpPr/>
          <p:nvPr/>
        </p:nvGrpSpPr>
        <p:grpSpPr>
          <a:xfrm>
            <a:off x="9087620" y="464600"/>
            <a:ext cx="844560" cy="224280"/>
            <a:chOff x="9087620" y="464600"/>
            <a:chExt cx="844560" cy="224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1D4C1E2-4683-C935-6702-87FC3C9B5AE5}"/>
                    </a:ext>
                  </a:extLst>
                </p14:cNvPr>
                <p14:cNvContentPartPr/>
                <p14:nvPr/>
              </p14:nvContentPartPr>
              <p14:xfrm>
                <a:off x="9087620" y="558920"/>
                <a:ext cx="110520" cy="1116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1D4C1E2-4683-C935-6702-87FC3C9B5AE5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069620" y="540920"/>
                  <a:ext cx="14616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9E0600F-3A45-75CF-C740-DC48219B8B11}"/>
                    </a:ext>
                  </a:extLst>
                </p14:cNvPr>
                <p14:cNvContentPartPr/>
                <p14:nvPr/>
              </p14:nvContentPartPr>
              <p14:xfrm>
                <a:off x="9261860" y="583040"/>
                <a:ext cx="98640" cy="885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9E0600F-3A45-75CF-C740-DC48219B8B11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9244220" y="565400"/>
                  <a:ext cx="13428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FF235A6-2F47-2DE6-B39A-A8237C1D576A}"/>
                    </a:ext>
                  </a:extLst>
                </p14:cNvPr>
                <p14:cNvContentPartPr/>
                <p14:nvPr/>
              </p14:nvContentPartPr>
              <p14:xfrm>
                <a:off x="9422060" y="464600"/>
                <a:ext cx="65160" cy="2242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FF235A6-2F47-2DE6-B39A-A8237C1D576A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9404420" y="446600"/>
                  <a:ext cx="10080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BF1EB56-4A76-923E-53BE-AB34E84CB5CA}"/>
                    </a:ext>
                  </a:extLst>
                </p14:cNvPr>
                <p14:cNvContentPartPr/>
                <p14:nvPr/>
              </p14:nvContentPartPr>
              <p14:xfrm>
                <a:off x="9546260" y="588440"/>
                <a:ext cx="102240" cy="91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BF1EB56-4A76-923E-53BE-AB34E84CB5CA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9528260" y="570440"/>
                  <a:ext cx="13788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428C62D-FA66-FEA5-5652-098B1FD59BEC}"/>
                    </a:ext>
                  </a:extLst>
                </p14:cNvPr>
                <p14:cNvContentPartPr/>
                <p14:nvPr/>
              </p14:nvContentPartPr>
              <p14:xfrm>
                <a:off x="9687380" y="582320"/>
                <a:ext cx="66240" cy="824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428C62D-FA66-FEA5-5652-098B1FD59BEC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9669380" y="564680"/>
                  <a:ext cx="10188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F7FF974-1C4F-6E1D-5DFD-8EA00BE7CEBC}"/>
                    </a:ext>
                  </a:extLst>
                </p14:cNvPr>
                <p14:cNvContentPartPr/>
                <p14:nvPr/>
              </p14:nvContentPartPr>
              <p14:xfrm>
                <a:off x="9858740" y="540920"/>
                <a:ext cx="73440" cy="1321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F7FF974-1C4F-6E1D-5DFD-8EA00BE7CEBC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9840740" y="523280"/>
                  <a:ext cx="109080" cy="167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ABFB327-037F-E87F-C553-C7E3BEF49CFA}"/>
              </a:ext>
            </a:extLst>
          </p:cNvPr>
          <p:cNvGrpSpPr/>
          <p:nvPr/>
        </p:nvGrpSpPr>
        <p:grpSpPr>
          <a:xfrm>
            <a:off x="10180940" y="511760"/>
            <a:ext cx="283320" cy="270360"/>
            <a:chOff x="10180940" y="511760"/>
            <a:chExt cx="2833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20188B3-FC2D-7206-4CAB-38B9A322B3AA}"/>
                    </a:ext>
                  </a:extLst>
                </p14:cNvPr>
                <p14:cNvContentPartPr/>
                <p14:nvPr/>
              </p14:nvContentPartPr>
              <p14:xfrm>
                <a:off x="10180940" y="596000"/>
                <a:ext cx="82080" cy="957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20188B3-FC2D-7206-4CAB-38B9A322B3AA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163300" y="578360"/>
                  <a:ext cx="11772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03DCD0BA-9B06-A187-64C8-B9CDF013DF45}"/>
                    </a:ext>
                  </a:extLst>
                </p14:cNvPr>
                <p14:cNvContentPartPr/>
                <p14:nvPr/>
              </p14:nvContentPartPr>
              <p14:xfrm>
                <a:off x="10344380" y="511760"/>
                <a:ext cx="96120" cy="2703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03DCD0BA-9B06-A187-64C8-B9CDF013DF45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0326380" y="493760"/>
                  <a:ext cx="13176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49EAF18-059D-F1C4-8EEC-D143172FD531}"/>
                    </a:ext>
                  </a:extLst>
                </p14:cNvPr>
                <p14:cNvContentPartPr/>
                <p14:nvPr/>
              </p14:nvContentPartPr>
              <p14:xfrm>
                <a:off x="10330700" y="690680"/>
                <a:ext cx="133560" cy="712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49EAF18-059D-F1C4-8EEC-D143172FD531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0313060" y="673040"/>
                  <a:ext cx="169200" cy="106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710A8CE-5364-C1D5-1941-5C92264D6A05}"/>
              </a:ext>
            </a:extLst>
          </p:cNvPr>
          <p:cNvGrpSpPr/>
          <p:nvPr/>
        </p:nvGrpSpPr>
        <p:grpSpPr>
          <a:xfrm>
            <a:off x="8587940" y="874640"/>
            <a:ext cx="982800" cy="787320"/>
            <a:chOff x="8587940" y="874640"/>
            <a:chExt cx="982800" cy="787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6DB7E1F-3505-AE57-BBE4-4EBDD0301D40}"/>
                    </a:ext>
                  </a:extLst>
                </p14:cNvPr>
                <p14:cNvContentPartPr/>
                <p14:nvPr/>
              </p14:nvContentPartPr>
              <p14:xfrm>
                <a:off x="8587940" y="1029440"/>
                <a:ext cx="162000" cy="2613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6DB7E1F-3505-AE57-BBE4-4EBDD0301D40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570300" y="1011800"/>
                  <a:ext cx="19764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F6968B0-F888-CED5-B3D4-ED07E951D93E}"/>
                    </a:ext>
                  </a:extLst>
                </p14:cNvPr>
                <p14:cNvContentPartPr/>
                <p14:nvPr/>
              </p14:nvContentPartPr>
              <p14:xfrm>
                <a:off x="8881700" y="1127000"/>
                <a:ext cx="60840" cy="1360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F6968B0-F888-CED5-B3D4-ED07E951D93E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863700" y="1109360"/>
                  <a:ext cx="9648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0D5BC06F-6AFB-432A-981A-EE1C1346A17E}"/>
                    </a:ext>
                  </a:extLst>
                </p14:cNvPr>
                <p14:cNvContentPartPr/>
                <p14:nvPr/>
              </p14:nvContentPartPr>
              <p14:xfrm>
                <a:off x="8964500" y="874640"/>
                <a:ext cx="274320" cy="7873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0D5BC06F-6AFB-432A-981A-EE1C1346A17E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946860" y="856640"/>
                  <a:ext cx="309960" cy="82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108EF70-71C4-4AF3-A7F2-550CF7DD9838}"/>
                    </a:ext>
                  </a:extLst>
                </p14:cNvPr>
                <p14:cNvContentPartPr/>
                <p14:nvPr/>
              </p14:nvContentPartPr>
              <p14:xfrm>
                <a:off x="9339980" y="1030520"/>
                <a:ext cx="22320" cy="2689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108EF70-71C4-4AF3-A7F2-550CF7DD9838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321980" y="1012520"/>
                  <a:ext cx="5796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CE86DC5-1F3A-ABFA-87FD-6B69B584363A}"/>
                    </a:ext>
                  </a:extLst>
                </p14:cNvPr>
                <p14:cNvContentPartPr/>
                <p14:nvPr/>
              </p14:nvContentPartPr>
              <p14:xfrm>
                <a:off x="9491900" y="1155800"/>
                <a:ext cx="78840" cy="1562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CE86DC5-1F3A-ABFA-87FD-6B69B584363A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9474260" y="1138160"/>
                  <a:ext cx="114480" cy="19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B1FA04B-8C8C-F92F-2DBC-0D05B1055D29}"/>
              </a:ext>
            </a:extLst>
          </p:cNvPr>
          <p:cNvGrpSpPr/>
          <p:nvPr/>
        </p:nvGrpSpPr>
        <p:grpSpPr>
          <a:xfrm>
            <a:off x="6597140" y="3099800"/>
            <a:ext cx="482760" cy="467280"/>
            <a:chOff x="6597140" y="3099800"/>
            <a:chExt cx="482760" cy="467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3389E51-C4D3-8698-2B5F-6AB88AECEFA5}"/>
                    </a:ext>
                  </a:extLst>
                </p14:cNvPr>
                <p14:cNvContentPartPr/>
                <p14:nvPr/>
              </p14:nvContentPartPr>
              <p14:xfrm>
                <a:off x="6894500" y="3237680"/>
                <a:ext cx="11880" cy="210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3389E51-C4D3-8698-2B5F-6AB88AECEFA5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6876860" y="3220040"/>
                  <a:ext cx="4752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FF553FA-8FEC-3105-F3F8-497095E0BBB6}"/>
                    </a:ext>
                  </a:extLst>
                </p14:cNvPr>
                <p14:cNvContentPartPr/>
                <p14:nvPr/>
              </p14:nvContentPartPr>
              <p14:xfrm>
                <a:off x="6738620" y="3099800"/>
                <a:ext cx="341280" cy="4672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FF553FA-8FEC-3105-F3F8-497095E0BBB6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6720980" y="3081800"/>
                  <a:ext cx="376920" cy="50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B35DF54-0F3B-A1C6-2849-D01A0AE34C32}"/>
                    </a:ext>
                  </a:extLst>
                </p14:cNvPr>
                <p14:cNvContentPartPr/>
                <p14:nvPr/>
              </p14:nvContentPartPr>
              <p14:xfrm>
                <a:off x="6597140" y="3234800"/>
                <a:ext cx="97560" cy="342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B35DF54-0F3B-A1C6-2849-D01A0AE34C32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6579500" y="3216800"/>
                  <a:ext cx="13320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F771D46-04A1-CF5A-C063-DD1411182D4A}"/>
                    </a:ext>
                  </a:extLst>
                </p14:cNvPr>
                <p14:cNvContentPartPr/>
                <p14:nvPr/>
              </p14:nvContentPartPr>
              <p14:xfrm>
                <a:off x="6602900" y="3327320"/>
                <a:ext cx="89280" cy="140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F771D46-04A1-CF5A-C063-DD1411182D4A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6585260" y="3309680"/>
                  <a:ext cx="124920" cy="49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9EB14A2-B93C-DB55-4573-022A4240A244}"/>
              </a:ext>
            </a:extLst>
          </p:cNvPr>
          <p:cNvGrpSpPr/>
          <p:nvPr/>
        </p:nvGrpSpPr>
        <p:grpSpPr>
          <a:xfrm>
            <a:off x="6754100" y="2140040"/>
            <a:ext cx="401400" cy="407520"/>
            <a:chOff x="6754100" y="2140040"/>
            <a:chExt cx="401400" cy="40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B24BFC63-501C-E345-8314-630E8D0ECC47}"/>
                    </a:ext>
                  </a:extLst>
                </p14:cNvPr>
                <p14:cNvContentPartPr/>
                <p14:nvPr/>
              </p14:nvContentPartPr>
              <p14:xfrm>
                <a:off x="7002140" y="2217800"/>
                <a:ext cx="21240" cy="1630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B24BFC63-501C-E345-8314-630E8D0ECC47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984500" y="2199800"/>
                  <a:ext cx="5688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CA21D3FD-088D-D0EB-0F0C-9582BC0B0BD4}"/>
                    </a:ext>
                  </a:extLst>
                </p14:cNvPr>
                <p14:cNvContentPartPr/>
                <p14:nvPr/>
              </p14:nvContentPartPr>
              <p14:xfrm>
                <a:off x="6813860" y="2140040"/>
                <a:ext cx="341640" cy="407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CA21D3FD-088D-D0EB-0F0C-9582BC0B0BD4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795860" y="2122400"/>
                  <a:ext cx="377280" cy="44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F3B0161-1D48-3697-37CF-3E5B4922E6F6}"/>
                    </a:ext>
                  </a:extLst>
                </p14:cNvPr>
                <p14:cNvContentPartPr/>
                <p14:nvPr/>
              </p14:nvContentPartPr>
              <p14:xfrm>
                <a:off x="6755540" y="2244440"/>
                <a:ext cx="76680" cy="57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F3B0161-1D48-3697-37CF-3E5B4922E6F6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737900" y="2226800"/>
                  <a:ext cx="11232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85082A8-5D2C-169D-A0F8-07F622AD8DD8}"/>
                    </a:ext>
                  </a:extLst>
                </p14:cNvPr>
                <p14:cNvContentPartPr/>
                <p14:nvPr/>
              </p14:nvContentPartPr>
              <p14:xfrm>
                <a:off x="6754100" y="2299880"/>
                <a:ext cx="46440" cy="36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85082A8-5D2C-169D-A0F8-07F622AD8DD8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6736100" y="2282240"/>
                  <a:ext cx="82080" cy="3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481E5FE5-6B29-4EFD-6A37-860AD0A1F411}"/>
              </a:ext>
            </a:extLst>
          </p:cNvPr>
          <p:cNvGrpSpPr/>
          <p:nvPr/>
        </p:nvGrpSpPr>
        <p:grpSpPr>
          <a:xfrm>
            <a:off x="7004300" y="4261520"/>
            <a:ext cx="492120" cy="400320"/>
            <a:chOff x="7004300" y="4261520"/>
            <a:chExt cx="492120" cy="400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A7C1C1A-8E64-BAEE-1960-337CE4149F6C}"/>
                    </a:ext>
                  </a:extLst>
                </p14:cNvPr>
                <p14:cNvContentPartPr/>
                <p14:nvPr/>
              </p14:nvContentPartPr>
              <p14:xfrm>
                <a:off x="7304900" y="4325600"/>
                <a:ext cx="24480" cy="1555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A7C1C1A-8E64-BAEE-1960-337CE4149F6C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7286900" y="4307960"/>
                  <a:ext cx="6012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D4A8ABF-A6EB-9EF7-3139-55F0B8FFDFE3}"/>
                    </a:ext>
                  </a:extLst>
                </p14:cNvPr>
                <p14:cNvContentPartPr/>
                <p14:nvPr/>
              </p14:nvContentPartPr>
              <p14:xfrm>
                <a:off x="7139660" y="4261520"/>
                <a:ext cx="356760" cy="4003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D4A8ABF-A6EB-9EF7-3139-55F0B8FFDFE3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7121660" y="4243520"/>
                  <a:ext cx="392400" cy="43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1F71B68F-2F3F-E4B3-35C8-A7E8F978F751}"/>
                    </a:ext>
                  </a:extLst>
                </p14:cNvPr>
                <p14:cNvContentPartPr/>
                <p14:nvPr/>
              </p14:nvContentPartPr>
              <p14:xfrm>
                <a:off x="7004300" y="4462040"/>
                <a:ext cx="72720" cy="104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1F71B68F-2F3F-E4B3-35C8-A7E8F978F751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6986300" y="4444040"/>
                  <a:ext cx="10836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D5C6D39F-E48A-6F64-BBD0-05F3E97DE854}"/>
                    </a:ext>
                  </a:extLst>
                </p14:cNvPr>
                <p14:cNvContentPartPr/>
                <p14:nvPr/>
              </p14:nvContentPartPr>
              <p14:xfrm>
                <a:off x="7012940" y="4554200"/>
                <a:ext cx="90360" cy="86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D5C6D39F-E48A-6F64-BBD0-05F3E97DE854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6995300" y="4536200"/>
                  <a:ext cx="126000" cy="4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4C299950-080C-5434-E812-10C9EED96D63}"/>
              </a:ext>
            </a:extLst>
          </p:cNvPr>
          <p:cNvGrpSpPr/>
          <p:nvPr/>
        </p:nvGrpSpPr>
        <p:grpSpPr>
          <a:xfrm>
            <a:off x="8109860" y="4312280"/>
            <a:ext cx="1923120" cy="1385280"/>
            <a:chOff x="8109860" y="4312280"/>
            <a:chExt cx="1923120" cy="1385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C836A76-2D1C-B9CE-DC94-B11C345E48C9}"/>
                    </a:ext>
                  </a:extLst>
                </p14:cNvPr>
                <p14:cNvContentPartPr/>
                <p14:nvPr/>
              </p14:nvContentPartPr>
              <p14:xfrm>
                <a:off x="8150900" y="4329560"/>
                <a:ext cx="296640" cy="5500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C836A76-2D1C-B9CE-DC94-B11C345E48C9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8132900" y="4311560"/>
                  <a:ext cx="332280" cy="58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BDD77C6B-80A2-CAF7-6ED2-9D8670EB8A41}"/>
                    </a:ext>
                  </a:extLst>
                </p14:cNvPr>
                <p14:cNvContentPartPr/>
                <p14:nvPr/>
              </p14:nvContentPartPr>
              <p14:xfrm>
                <a:off x="8109860" y="4312280"/>
                <a:ext cx="207720" cy="1753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BDD77C6B-80A2-CAF7-6ED2-9D8670EB8A41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092220" y="4294640"/>
                  <a:ext cx="24336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491FB1AC-6CA0-4D23-1740-CC54870996CA}"/>
                    </a:ext>
                  </a:extLst>
                </p14:cNvPr>
                <p14:cNvContentPartPr/>
                <p14:nvPr/>
              </p14:nvContentPartPr>
              <p14:xfrm>
                <a:off x="8449340" y="5074040"/>
                <a:ext cx="24120" cy="2703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491FB1AC-6CA0-4D23-1740-CC54870996CA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8431700" y="5056400"/>
                  <a:ext cx="5976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78A5F819-E3AF-D049-92ED-955FE09DB17F}"/>
                    </a:ext>
                  </a:extLst>
                </p14:cNvPr>
                <p14:cNvContentPartPr/>
                <p14:nvPr/>
              </p14:nvContentPartPr>
              <p14:xfrm>
                <a:off x="8455100" y="5079800"/>
                <a:ext cx="142560" cy="1440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78A5F819-E3AF-D049-92ED-955FE09DB17F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8437460" y="5062160"/>
                  <a:ext cx="17820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E963D778-2247-BFB8-E07E-49C3E985316A}"/>
                    </a:ext>
                  </a:extLst>
                </p14:cNvPr>
                <p14:cNvContentPartPr/>
                <p14:nvPr/>
              </p14:nvContentPartPr>
              <p14:xfrm>
                <a:off x="8487500" y="5180600"/>
                <a:ext cx="93240" cy="511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E963D778-2247-BFB8-E07E-49C3E985316A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8469860" y="5162960"/>
                  <a:ext cx="12888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0E5CA4F2-7C0F-16C3-3C0A-C9C6C44C31CA}"/>
                    </a:ext>
                  </a:extLst>
                </p14:cNvPr>
                <p14:cNvContentPartPr/>
                <p14:nvPr/>
              </p14:nvContentPartPr>
              <p14:xfrm>
                <a:off x="8672180" y="5029040"/>
                <a:ext cx="130320" cy="2109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0E5CA4F2-7C0F-16C3-3C0A-C9C6C44C31CA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8654540" y="5011400"/>
                  <a:ext cx="16596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AACD4646-8E46-41CC-3810-226F2B1F73DB}"/>
                    </a:ext>
                  </a:extLst>
                </p14:cNvPr>
                <p14:cNvContentPartPr/>
                <p14:nvPr/>
              </p14:nvContentPartPr>
              <p14:xfrm>
                <a:off x="8909780" y="5121560"/>
                <a:ext cx="64800" cy="1569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AACD4646-8E46-41CC-3810-226F2B1F73DB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8892140" y="5103560"/>
                  <a:ext cx="10044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A71BF763-FB9F-D4E3-986C-75FDD7CBD73B}"/>
                    </a:ext>
                  </a:extLst>
                </p14:cNvPr>
                <p14:cNvContentPartPr/>
                <p14:nvPr/>
              </p14:nvContentPartPr>
              <p14:xfrm>
                <a:off x="8898260" y="4973240"/>
                <a:ext cx="41400" cy="471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A71BF763-FB9F-D4E3-986C-75FDD7CBD73B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8880620" y="4955600"/>
                  <a:ext cx="7704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917C8EF-CCE2-8BCF-C871-9224D9339510}"/>
                    </a:ext>
                  </a:extLst>
                </p14:cNvPr>
                <p14:cNvContentPartPr/>
                <p14:nvPr/>
              </p14:nvContentPartPr>
              <p14:xfrm>
                <a:off x="9108140" y="5063240"/>
                <a:ext cx="82080" cy="874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917C8EF-CCE2-8BCF-C871-9224D9339510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9090500" y="5045600"/>
                  <a:ext cx="11772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33B47E96-56FD-8B62-0FB2-D668661432D8}"/>
                    </a:ext>
                  </a:extLst>
                </p14:cNvPr>
                <p14:cNvContentPartPr/>
                <p14:nvPr/>
              </p14:nvContentPartPr>
              <p14:xfrm>
                <a:off x="9302900" y="4998080"/>
                <a:ext cx="69480" cy="1202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33B47E96-56FD-8B62-0FB2-D668661432D8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9284900" y="4980440"/>
                  <a:ext cx="10512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DDB0BBFB-A4F3-C1ED-D8F4-2EAD678AEA66}"/>
                    </a:ext>
                  </a:extLst>
                </p14:cNvPr>
                <p14:cNvContentPartPr/>
                <p14:nvPr/>
              </p14:nvContentPartPr>
              <p14:xfrm>
                <a:off x="9425660" y="4869560"/>
                <a:ext cx="66240" cy="1774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DDB0BBFB-A4F3-C1ED-D8F4-2EAD678AEA66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9407660" y="4851560"/>
                  <a:ext cx="1018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71B79CAE-45FA-ABA3-F71C-1569FA5C8CAB}"/>
                    </a:ext>
                  </a:extLst>
                </p14:cNvPr>
                <p14:cNvContentPartPr/>
                <p14:nvPr/>
              </p14:nvContentPartPr>
              <p14:xfrm>
                <a:off x="9431060" y="4964240"/>
                <a:ext cx="111600" cy="514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71B79CAE-45FA-ABA3-F71C-1569FA5C8CAB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9413060" y="4946600"/>
                  <a:ext cx="14724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B7E3896-BE49-37DB-A252-D2490DF0A412}"/>
                    </a:ext>
                  </a:extLst>
                </p14:cNvPr>
                <p14:cNvContentPartPr/>
                <p14:nvPr/>
              </p14:nvContentPartPr>
              <p14:xfrm>
                <a:off x="9566780" y="4946240"/>
                <a:ext cx="22320" cy="975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B7E3896-BE49-37DB-A252-D2490DF0A412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9548780" y="4928240"/>
                  <a:ext cx="5796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465F9107-64EB-81EB-DE23-457BFD435033}"/>
                    </a:ext>
                  </a:extLst>
                </p14:cNvPr>
                <p14:cNvContentPartPr/>
                <p14:nvPr/>
              </p14:nvContentPartPr>
              <p14:xfrm>
                <a:off x="9565340" y="4851200"/>
                <a:ext cx="5760" cy="331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465F9107-64EB-81EB-DE23-457BFD435033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9547340" y="4833200"/>
                  <a:ext cx="4140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10F55D1D-3B62-7448-E801-E9746C19A273}"/>
                    </a:ext>
                  </a:extLst>
                </p14:cNvPr>
                <p14:cNvContentPartPr/>
                <p14:nvPr/>
              </p14:nvContentPartPr>
              <p14:xfrm>
                <a:off x="9686300" y="4901240"/>
                <a:ext cx="105480" cy="892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10F55D1D-3B62-7448-E801-E9746C19A273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9668300" y="4883600"/>
                  <a:ext cx="14112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470D708F-26F8-6622-A899-1C9B2E842B6F}"/>
                    </a:ext>
                  </a:extLst>
                </p14:cNvPr>
                <p14:cNvContentPartPr/>
                <p14:nvPr/>
              </p14:nvContentPartPr>
              <p14:xfrm>
                <a:off x="9868100" y="4886480"/>
                <a:ext cx="99360" cy="2448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470D708F-26F8-6622-A899-1C9B2E842B6F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9850100" y="4868840"/>
                  <a:ext cx="13500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8EEAFB3-DC6F-8E48-9F78-4F13D5B37F8F}"/>
                    </a:ext>
                  </a:extLst>
                </p14:cNvPr>
                <p14:cNvContentPartPr/>
                <p14:nvPr/>
              </p14:nvContentPartPr>
              <p14:xfrm>
                <a:off x="8936420" y="5542760"/>
                <a:ext cx="173520" cy="1548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8EEAFB3-DC6F-8E48-9F78-4F13D5B37F8F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8918780" y="5524760"/>
                  <a:ext cx="2091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40F0C1B3-1D4B-E340-6145-9BAB059A9011}"/>
                    </a:ext>
                  </a:extLst>
                </p14:cNvPr>
                <p14:cNvContentPartPr/>
                <p14:nvPr/>
              </p14:nvContentPartPr>
              <p14:xfrm>
                <a:off x="9202100" y="5498120"/>
                <a:ext cx="167760" cy="766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40F0C1B3-1D4B-E340-6145-9BAB059A9011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9184460" y="5480480"/>
                  <a:ext cx="20340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92D8CA69-454E-0FFC-FDB3-0A2AC9631F25}"/>
                    </a:ext>
                  </a:extLst>
                </p14:cNvPr>
                <p14:cNvContentPartPr/>
                <p14:nvPr/>
              </p14:nvContentPartPr>
              <p14:xfrm>
                <a:off x="9328820" y="5363120"/>
                <a:ext cx="19080" cy="309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92D8CA69-454E-0FFC-FDB3-0A2AC9631F25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9310820" y="5345120"/>
                  <a:ext cx="5472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8626843-D1CC-B0D3-4BFB-1600CFAD9AFC}"/>
                    </a:ext>
                  </a:extLst>
                </p14:cNvPr>
                <p14:cNvContentPartPr/>
                <p14:nvPr/>
              </p14:nvContentPartPr>
              <p14:xfrm>
                <a:off x="9470660" y="5297240"/>
                <a:ext cx="325800" cy="3139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8626843-D1CC-B0D3-4BFB-1600CFAD9AFC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9452660" y="5279600"/>
                  <a:ext cx="36144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A1F41D41-6F95-33DD-6200-41FCC99A4BB3}"/>
                    </a:ext>
                  </a:extLst>
                </p14:cNvPr>
                <p14:cNvContentPartPr/>
                <p14:nvPr/>
              </p14:nvContentPartPr>
              <p14:xfrm>
                <a:off x="9864500" y="5178080"/>
                <a:ext cx="48600" cy="2077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A1F41D41-6F95-33DD-6200-41FCC99A4BB3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9846860" y="5160440"/>
                  <a:ext cx="8424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80ADBD87-ADF5-027C-8203-2D3201755F83}"/>
                    </a:ext>
                  </a:extLst>
                </p14:cNvPr>
                <p14:cNvContentPartPr/>
                <p14:nvPr/>
              </p14:nvContentPartPr>
              <p14:xfrm>
                <a:off x="9836420" y="5278160"/>
                <a:ext cx="73800" cy="817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80ADBD87-ADF5-027C-8203-2D3201755F83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9818420" y="5260160"/>
                  <a:ext cx="1094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E8E4A19A-A968-1EBE-AC3F-3371A23A846E}"/>
                    </a:ext>
                  </a:extLst>
                </p14:cNvPr>
                <p14:cNvContentPartPr/>
                <p14:nvPr/>
              </p14:nvContentPartPr>
              <p14:xfrm>
                <a:off x="10004540" y="5314160"/>
                <a:ext cx="28440" cy="180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E8E4A19A-A968-1EBE-AC3F-3371A23A846E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9986900" y="5296520"/>
                  <a:ext cx="64080" cy="5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2C25B094-7DB3-1186-1DDC-AE3F977AB592}"/>
              </a:ext>
            </a:extLst>
          </p:cNvPr>
          <p:cNvGrpSpPr/>
          <p:nvPr/>
        </p:nvGrpSpPr>
        <p:grpSpPr>
          <a:xfrm>
            <a:off x="2433840" y="2373947"/>
            <a:ext cx="408600" cy="224280"/>
            <a:chOff x="2433840" y="2373947"/>
            <a:chExt cx="408600" cy="224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C70612E-EDC9-033E-9A15-A4CC3A1B4722}"/>
                    </a:ext>
                  </a:extLst>
                </p14:cNvPr>
                <p14:cNvContentPartPr/>
                <p14:nvPr/>
              </p14:nvContentPartPr>
              <p14:xfrm>
                <a:off x="2433840" y="2373947"/>
                <a:ext cx="257760" cy="2242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C70612E-EDC9-033E-9A15-A4CC3A1B4722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2416200" y="2356307"/>
                  <a:ext cx="29340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29EB184-AFB0-E2F2-4FEC-EA87F34858AD}"/>
                    </a:ext>
                  </a:extLst>
                </p14:cNvPr>
                <p14:cNvContentPartPr/>
                <p14:nvPr/>
              </p14:nvContentPartPr>
              <p14:xfrm>
                <a:off x="2803560" y="2390147"/>
                <a:ext cx="38880" cy="1299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29EB184-AFB0-E2F2-4FEC-EA87F34858AD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2785560" y="2372507"/>
                  <a:ext cx="74520" cy="16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217A91B2-3D9D-C9D4-560F-6E7DB71502BF}"/>
              </a:ext>
            </a:extLst>
          </p:cNvPr>
          <p:cNvGrpSpPr/>
          <p:nvPr/>
        </p:nvGrpSpPr>
        <p:grpSpPr>
          <a:xfrm>
            <a:off x="4692120" y="3001787"/>
            <a:ext cx="506880" cy="219600"/>
            <a:chOff x="4692120" y="3001787"/>
            <a:chExt cx="506880" cy="219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603B16B1-660F-8C57-EF39-5F0CFDAB5DC8}"/>
                    </a:ext>
                  </a:extLst>
                </p14:cNvPr>
                <p14:cNvContentPartPr/>
                <p14:nvPr/>
              </p14:nvContentPartPr>
              <p14:xfrm>
                <a:off x="4692120" y="3001787"/>
                <a:ext cx="203040" cy="21960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603B16B1-660F-8C57-EF39-5F0CFDAB5DC8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4674120" y="2983787"/>
                  <a:ext cx="23868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C46029EE-75A5-24C1-7709-53C4829F9C39}"/>
                    </a:ext>
                  </a:extLst>
                </p14:cNvPr>
                <p14:cNvContentPartPr/>
                <p14:nvPr/>
              </p14:nvContentPartPr>
              <p14:xfrm>
                <a:off x="4942680" y="3063707"/>
                <a:ext cx="256320" cy="12780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C46029EE-75A5-24C1-7709-53C4829F9C39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4925040" y="3046067"/>
                  <a:ext cx="291960" cy="16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C3CE454A-7461-8079-C6DA-A355D2575943}"/>
              </a:ext>
            </a:extLst>
          </p:cNvPr>
          <p:cNvGrpSpPr/>
          <p:nvPr/>
        </p:nvGrpSpPr>
        <p:grpSpPr>
          <a:xfrm>
            <a:off x="5049600" y="3794507"/>
            <a:ext cx="418320" cy="380880"/>
            <a:chOff x="5049600" y="3794507"/>
            <a:chExt cx="418320" cy="380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84056EB2-DB2A-DE2B-6A7F-08B0C3A35CA3}"/>
                    </a:ext>
                  </a:extLst>
                </p14:cNvPr>
                <p14:cNvContentPartPr/>
                <p14:nvPr/>
              </p14:nvContentPartPr>
              <p14:xfrm>
                <a:off x="5049600" y="3794507"/>
                <a:ext cx="183600" cy="24948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84056EB2-DB2A-DE2B-6A7F-08B0C3A35CA3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5031600" y="3776507"/>
                  <a:ext cx="21924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287A2AE7-1947-D1F6-0575-C120763EC372}"/>
                    </a:ext>
                  </a:extLst>
                </p14:cNvPr>
                <p14:cNvContentPartPr/>
                <p14:nvPr/>
              </p14:nvContentPartPr>
              <p14:xfrm>
                <a:off x="5301960" y="3880907"/>
                <a:ext cx="165960" cy="29448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287A2AE7-1947-D1F6-0575-C120763EC372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5284320" y="3862907"/>
                  <a:ext cx="201600" cy="330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3114A05A-1F7D-2EBE-70B5-11FA9D89B7E3}"/>
              </a:ext>
            </a:extLst>
          </p:cNvPr>
          <p:cNvGrpSpPr/>
          <p:nvPr/>
        </p:nvGrpSpPr>
        <p:grpSpPr>
          <a:xfrm>
            <a:off x="1072320" y="5045147"/>
            <a:ext cx="2644200" cy="525240"/>
            <a:chOff x="1072320" y="5045147"/>
            <a:chExt cx="2644200" cy="52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1D41380B-C2AA-9D10-9607-C3105EF7CE04}"/>
                    </a:ext>
                  </a:extLst>
                </p14:cNvPr>
                <p14:cNvContentPartPr/>
                <p14:nvPr/>
              </p14:nvContentPartPr>
              <p14:xfrm>
                <a:off x="1176720" y="5104187"/>
                <a:ext cx="164880" cy="46620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1D41380B-C2AA-9D10-9607-C3105EF7CE04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158720" y="5086187"/>
                  <a:ext cx="200520" cy="50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75F89209-DC0C-A41A-B119-010177F16345}"/>
                    </a:ext>
                  </a:extLst>
                </p14:cNvPr>
                <p14:cNvContentPartPr/>
                <p14:nvPr/>
              </p14:nvContentPartPr>
              <p14:xfrm>
                <a:off x="1072320" y="5341787"/>
                <a:ext cx="186840" cy="20484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75F89209-DC0C-A41A-B119-010177F16345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1054320" y="5323787"/>
                  <a:ext cx="22248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37EEB5C2-2EEA-6EB6-5D56-7E924E969DA5}"/>
                    </a:ext>
                  </a:extLst>
                </p14:cNvPr>
                <p14:cNvContentPartPr/>
                <p14:nvPr/>
              </p14:nvContentPartPr>
              <p14:xfrm>
                <a:off x="1450680" y="5077187"/>
                <a:ext cx="182880" cy="42696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37EEB5C2-2EEA-6EB6-5D56-7E924E969DA5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1432680" y="5059187"/>
                  <a:ext cx="218520" cy="46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7DFF7643-91AE-92B3-0A3C-C56EA9C4B111}"/>
                    </a:ext>
                  </a:extLst>
                </p14:cNvPr>
                <p14:cNvContentPartPr/>
                <p14:nvPr/>
              </p14:nvContentPartPr>
              <p14:xfrm>
                <a:off x="1763160" y="5159627"/>
                <a:ext cx="176400" cy="26100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7DFF7643-91AE-92B3-0A3C-C56EA9C4B111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1745520" y="5141987"/>
                  <a:ext cx="212040" cy="29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3AFEA534-F084-3375-188F-0483858CFB7E}"/>
                    </a:ext>
                  </a:extLst>
                </p14:cNvPr>
                <p14:cNvContentPartPr/>
                <p14:nvPr/>
              </p14:nvContentPartPr>
              <p14:xfrm>
                <a:off x="2077080" y="5343227"/>
                <a:ext cx="66960" cy="1296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3AFEA534-F084-3375-188F-0483858CFB7E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2059440" y="5325587"/>
                  <a:ext cx="10260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048F7076-A142-EE74-3E35-CF1EBF8F34AF}"/>
                    </a:ext>
                  </a:extLst>
                </p14:cNvPr>
                <p14:cNvContentPartPr/>
                <p14:nvPr/>
              </p14:nvContentPartPr>
              <p14:xfrm>
                <a:off x="2069520" y="5171147"/>
                <a:ext cx="6840" cy="5688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048F7076-A142-EE74-3E35-CF1EBF8F34AF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2051880" y="5153147"/>
                  <a:ext cx="4248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7F9234C8-9817-6620-8F09-C76C7A426021}"/>
                    </a:ext>
                  </a:extLst>
                </p14:cNvPr>
                <p14:cNvContentPartPr/>
                <p14:nvPr/>
              </p14:nvContentPartPr>
              <p14:xfrm>
                <a:off x="2267880" y="5241707"/>
                <a:ext cx="277560" cy="16632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7F9234C8-9817-6620-8F09-C76C7A426021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2249880" y="5223707"/>
                  <a:ext cx="31320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1A56F713-C746-2606-B3C0-DFDE339F2020}"/>
                    </a:ext>
                  </a:extLst>
                </p14:cNvPr>
                <p14:cNvContentPartPr/>
                <p14:nvPr/>
              </p14:nvContentPartPr>
              <p14:xfrm>
                <a:off x="2691600" y="5256107"/>
                <a:ext cx="29520" cy="16560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1A56F713-C746-2606-B3C0-DFDE339F2020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2673600" y="5238107"/>
                  <a:ext cx="6516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1BBEB9B2-FA12-AF94-1A10-DB4C7262B3CC}"/>
                    </a:ext>
                  </a:extLst>
                </p14:cNvPr>
                <p14:cNvContentPartPr/>
                <p14:nvPr/>
              </p14:nvContentPartPr>
              <p14:xfrm>
                <a:off x="2674680" y="5101667"/>
                <a:ext cx="17640" cy="4536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1BBEB9B2-FA12-AF94-1A10-DB4C7262B3CC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2657040" y="5084027"/>
                  <a:ext cx="5328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15629A1E-2002-3AA2-2430-2E141D13AE34}"/>
                    </a:ext>
                  </a:extLst>
                </p14:cNvPr>
                <p14:cNvContentPartPr/>
                <p14:nvPr/>
              </p14:nvContentPartPr>
              <p14:xfrm>
                <a:off x="2843520" y="5268707"/>
                <a:ext cx="250200" cy="2736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15629A1E-2002-3AA2-2430-2E141D13AE34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2825520" y="5251067"/>
                  <a:ext cx="28584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87B931FB-68C0-C856-BBB2-4CCA07B1C0F3}"/>
                    </a:ext>
                  </a:extLst>
                </p14:cNvPr>
                <p14:cNvContentPartPr/>
                <p14:nvPr/>
              </p14:nvContentPartPr>
              <p14:xfrm>
                <a:off x="2988240" y="5163947"/>
                <a:ext cx="23760" cy="23184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87B931FB-68C0-C856-BBB2-4CCA07B1C0F3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2970600" y="5145947"/>
                  <a:ext cx="5940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5AA96665-A200-7993-0CA1-9C492495B709}"/>
                    </a:ext>
                  </a:extLst>
                </p14:cNvPr>
                <p14:cNvContentPartPr/>
                <p14:nvPr/>
              </p14:nvContentPartPr>
              <p14:xfrm>
                <a:off x="3226920" y="5060627"/>
                <a:ext cx="70920" cy="40140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5AA96665-A200-7993-0CA1-9C492495B709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3208920" y="5042627"/>
                  <a:ext cx="106560" cy="43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CCECBF58-CC90-1020-2490-BFFA7C49EF1E}"/>
                    </a:ext>
                  </a:extLst>
                </p14:cNvPr>
                <p14:cNvContentPartPr/>
                <p14:nvPr/>
              </p14:nvContentPartPr>
              <p14:xfrm>
                <a:off x="3227640" y="5226227"/>
                <a:ext cx="206280" cy="22032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CCECBF58-CC90-1020-2490-BFFA7C49EF1E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3210000" y="5208587"/>
                  <a:ext cx="24192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0799DFC7-5ABC-329B-5C07-55CE20699E61}"/>
                    </a:ext>
                  </a:extLst>
                </p14:cNvPr>
                <p14:cNvContentPartPr/>
                <p14:nvPr/>
              </p14:nvContentPartPr>
              <p14:xfrm>
                <a:off x="3529320" y="5045147"/>
                <a:ext cx="187200" cy="50004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0799DFC7-5ABC-329B-5C07-55CE20699E61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3511320" y="5027147"/>
                  <a:ext cx="222840" cy="535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75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4D250431-69BF-C5A3-0618-37F80C1452B4}"/>
                  </a:ext>
                </a:extLst>
              </p14:cNvPr>
              <p14:cNvContentPartPr/>
              <p14:nvPr/>
            </p14:nvContentPartPr>
            <p14:xfrm>
              <a:off x="214440" y="5181587"/>
              <a:ext cx="196200" cy="331560"/>
            </p14:xfrm>
          </p:contentPart>
        </mc:Choice>
        <mc:Fallback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4D250431-69BF-C5A3-0618-37F80C1452B4}"/>
                  </a:ext>
                </a:extLst>
              </p:cNvPr>
              <p:cNvPicPr/>
              <p:nvPr/>
            </p:nvPicPr>
            <p:blipFill>
              <a:blip r:embed="rId176"/>
              <a:stretch>
                <a:fillRect/>
              </a:stretch>
            </p:blipFill>
            <p:spPr>
              <a:xfrm>
                <a:off x="196800" y="5163947"/>
                <a:ext cx="231840" cy="36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11" name="Group 110">
            <a:extLst>
              <a:ext uri="{FF2B5EF4-FFF2-40B4-BE49-F238E27FC236}">
                <a16:creationId xmlns:a16="http://schemas.microsoft.com/office/drawing/2014/main" id="{7A857953-93C5-7766-6571-61B32A271527}"/>
              </a:ext>
            </a:extLst>
          </p:cNvPr>
          <p:cNvGrpSpPr/>
          <p:nvPr/>
        </p:nvGrpSpPr>
        <p:grpSpPr>
          <a:xfrm>
            <a:off x="625920" y="5263667"/>
            <a:ext cx="119520" cy="95040"/>
            <a:chOff x="625920" y="5263667"/>
            <a:chExt cx="119520" cy="95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85A737FC-042F-83B2-8D32-996DA12C3AF5}"/>
                    </a:ext>
                  </a:extLst>
                </p14:cNvPr>
                <p14:cNvContentPartPr/>
                <p14:nvPr/>
              </p14:nvContentPartPr>
              <p14:xfrm>
                <a:off x="625920" y="5263667"/>
                <a:ext cx="66960" cy="1224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85A737FC-042F-83B2-8D32-996DA12C3AF5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608280" y="5245667"/>
                  <a:ext cx="10260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D30DA3D5-6605-A276-8869-8F0E0C7537D9}"/>
                    </a:ext>
                  </a:extLst>
                </p14:cNvPr>
                <p14:cNvContentPartPr/>
                <p14:nvPr/>
              </p14:nvContentPartPr>
              <p14:xfrm>
                <a:off x="683880" y="5347187"/>
                <a:ext cx="61560" cy="1152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D30DA3D5-6605-A276-8869-8F0E0C7537D9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665880" y="5329187"/>
                  <a:ext cx="97200" cy="4716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85" dirty="0"/>
              <a:t> </a:t>
            </a:r>
            <a:r>
              <a:rPr spc="55" dirty="0"/>
              <a:t>would</a:t>
            </a:r>
            <a:r>
              <a:rPr spc="175" dirty="0"/>
              <a:t> </a:t>
            </a:r>
            <a:r>
              <a:rPr dirty="0"/>
              <a:t>we</a:t>
            </a:r>
            <a:r>
              <a:rPr spc="175" dirty="0"/>
              <a:t> </a:t>
            </a:r>
            <a:r>
              <a:rPr spc="50" dirty="0"/>
              <a:t>decide</a:t>
            </a:r>
            <a:r>
              <a:rPr spc="165" dirty="0"/>
              <a:t> </a:t>
            </a:r>
            <a:r>
              <a:rPr spc="-10" dirty="0"/>
              <a:t>this?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15645" y="483234"/>
            <a:ext cx="11576304" cy="471678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15823" y="4342865"/>
            <a:ext cx="7724775" cy="127508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65" dirty="0">
                <a:latin typeface="Calibri"/>
                <a:cs typeface="Calibri"/>
              </a:rPr>
              <a:t>Each</a:t>
            </a:r>
            <a:r>
              <a:rPr sz="2800" spc="110" dirty="0">
                <a:latin typeface="Calibri"/>
                <a:cs typeface="Calibri"/>
              </a:rPr>
              <a:t> </a:t>
            </a:r>
            <a:r>
              <a:rPr sz="2800" spc="55" dirty="0">
                <a:latin typeface="Calibri"/>
                <a:cs typeface="Calibri"/>
              </a:rPr>
              <a:t>variable</a:t>
            </a:r>
            <a:r>
              <a:rPr sz="2800" spc="155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1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either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</a:t>
            </a:r>
            <a:r>
              <a:rPr sz="2800" spc="14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1</a:t>
            </a:r>
            <a:r>
              <a:rPr sz="2800" spc="13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or</a:t>
            </a:r>
            <a:r>
              <a:rPr sz="2800" spc="145" dirty="0">
                <a:latin typeface="Calibri"/>
                <a:cs typeface="Calibri"/>
              </a:rPr>
              <a:t> </a:t>
            </a:r>
            <a:r>
              <a:rPr sz="2800" spc="35" dirty="0">
                <a:latin typeface="Calibri"/>
                <a:cs typeface="Calibri"/>
              </a:rPr>
              <a:t>0</a:t>
            </a:r>
            <a:endParaRPr sz="2800">
              <a:latin typeface="Calibri"/>
              <a:cs typeface="Calibri"/>
            </a:endParaRPr>
          </a:p>
          <a:p>
            <a:pPr marL="697230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697230" algn="l"/>
              </a:tabLst>
            </a:pPr>
            <a:r>
              <a:rPr sz="2400" spc="7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decision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making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happens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40" dirty="0">
                <a:latin typeface="Calibri"/>
                <a:cs typeface="Calibri"/>
              </a:rPr>
              <a:t>weights</a:t>
            </a:r>
            <a:endParaRPr sz="2400">
              <a:latin typeface="Calibri"/>
              <a:cs typeface="Calibri"/>
            </a:endParaRPr>
          </a:p>
          <a:p>
            <a:pPr marL="697230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Here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assign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weights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threshold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value</a:t>
            </a:r>
            <a:endParaRPr sz="24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85" dirty="0"/>
              <a:t> </a:t>
            </a:r>
            <a:r>
              <a:rPr spc="55" dirty="0"/>
              <a:t>would</a:t>
            </a:r>
            <a:r>
              <a:rPr spc="175" dirty="0"/>
              <a:t> </a:t>
            </a:r>
            <a:r>
              <a:rPr dirty="0"/>
              <a:t>we</a:t>
            </a:r>
            <a:r>
              <a:rPr spc="175" dirty="0"/>
              <a:t> </a:t>
            </a:r>
            <a:r>
              <a:rPr spc="50" dirty="0"/>
              <a:t>decide</a:t>
            </a:r>
            <a:r>
              <a:rPr spc="165" dirty="0"/>
              <a:t> </a:t>
            </a:r>
            <a:r>
              <a:rPr spc="-10" dirty="0"/>
              <a:t>this?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08011" y="474344"/>
            <a:ext cx="9523349" cy="3684397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27100" y="3208299"/>
            <a:ext cx="2306320" cy="2071370"/>
          </a:xfrm>
          <a:prstGeom prst="rect">
            <a:avLst/>
          </a:prstGeom>
        </p:spPr>
        <p:txBody>
          <a:bodyPr vert="horz" wrap="square" lIns="0" tIns="984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75"/>
              </a:spcBef>
            </a:pPr>
            <a:r>
              <a:rPr sz="2800" spc="55" dirty="0">
                <a:latin typeface="Calibri"/>
                <a:cs typeface="Calibri"/>
              </a:rPr>
              <a:t>Threshold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=</a:t>
            </a:r>
            <a:r>
              <a:rPr sz="2800" spc="12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10</a:t>
            </a:r>
            <a:endParaRPr sz="2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75"/>
              </a:spcBef>
            </a:pPr>
            <a:r>
              <a:rPr sz="2800" spc="65" dirty="0">
                <a:latin typeface="Calibri"/>
                <a:cs typeface="Calibri"/>
              </a:rPr>
              <a:t>w1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=</a:t>
            </a:r>
            <a:r>
              <a:rPr sz="2800" spc="125" dirty="0">
                <a:latin typeface="Calibri"/>
                <a:cs typeface="Calibri"/>
              </a:rPr>
              <a:t> </a:t>
            </a:r>
            <a:r>
              <a:rPr sz="2800" spc="35" dirty="0">
                <a:latin typeface="Calibri"/>
                <a:cs typeface="Calibri"/>
              </a:rPr>
              <a:t>5</a:t>
            </a:r>
            <a:endParaRPr sz="2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60"/>
              </a:spcBef>
            </a:pPr>
            <a:r>
              <a:rPr sz="2800" spc="65" dirty="0">
                <a:latin typeface="Calibri"/>
                <a:cs typeface="Calibri"/>
              </a:rPr>
              <a:t>w2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=</a:t>
            </a:r>
            <a:r>
              <a:rPr sz="2800" spc="125" dirty="0">
                <a:latin typeface="Calibri"/>
                <a:cs typeface="Calibri"/>
              </a:rPr>
              <a:t> </a:t>
            </a:r>
            <a:r>
              <a:rPr sz="2800" spc="35" dirty="0">
                <a:latin typeface="Calibri"/>
                <a:cs typeface="Calibri"/>
              </a:rPr>
              <a:t>5</a:t>
            </a:r>
            <a:endParaRPr sz="2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60"/>
              </a:spcBef>
            </a:pPr>
            <a:r>
              <a:rPr sz="2800" spc="65" dirty="0">
                <a:latin typeface="Calibri"/>
                <a:cs typeface="Calibri"/>
              </a:rPr>
              <a:t>w3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=</a:t>
            </a:r>
            <a:r>
              <a:rPr sz="2800" spc="125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11</a:t>
            </a:r>
            <a:endParaRPr sz="2800">
              <a:latin typeface="Calibri"/>
              <a:cs typeface="Calibri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3888613" y="4257928"/>
            <a:ext cx="1973580" cy="707390"/>
            <a:chOff x="3888613" y="4257928"/>
            <a:chExt cx="1973580" cy="707390"/>
          </a:xfrm>
        </p:grpSpPr>
        <p:sp>
          <p:nvSpPr>
            <p:cNvPr id="6" name="object 6"/>
            <p:cNvSpPr/>
            <p:nvPr/>
          </p:nvSpPr>
          <p:spPr>
            <a:xfrm>
              <a:off x="3894963" y="4264278"/>
              <a:ext cx="1960880" cy="694690"/>
            </a:xfrm>
            <a:custGeom>
              <a:avLst/>
              <a:gdLst/>
              <a:ahLst/>
              <a:cxnLst/>
              <a:rect l="l" t="t" r="r" b="b"/>
              <a:pathLst>
                <a:path w="1960879" h="694689">
                  <a:moveTo>
                    <a:pt x="1613408" y="0"/>
                  </a:moveTo>
                  <a:lnTo>
                    <a:pt x="1613408" y="173609"/>
                  </a:lnTo>
                  <a:lnTo>
                    <a:pt x="0" y="173609"/>
                  </a:lnTo>
                  <a:lnTo>
                    <a:pt x="0" y="520954"/>
                  </a:lnTo>
                  <a:lnTo>
                    <a:pt x="1613408" y="520954"/>
                  </a:lnTo>
                  <a:lnTo>
                    <a:pt x="1613408" y="694563"/>
                  </a:lnTo>
                  <a:lnTo>
                    <a:pt x="1960752" y="347345"/>
                  </a:lnTo>
                  <a:lnTo>
                    <a:pt x="161340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894963" y="4264278"/>
              <a:ext cx="1960880" cy="694690"/>
            </a:xfrm>
            <a:custGeom>
              <a:avLst/>
              <a:gdLst/>
              <a:ahLst/>
              <a:cxnLst/>
              <a:rect l="l" t="t" r="r" b="b"/>
              <a:pathLst>
                <a:path w="1960879" h="694689">
                  <a:moveTo>
                    <a:pt x="0" y="173609"/>
                  </a:moveTo>
                  <a:lnTo>
                    <a:pt x="1613408" y="173609"/>
                  </a:lnTo>
                  <a:lnTo>
                    <a:pt x="1613408" y="0"/>
                  </a:lnTo>
                  <a:lnTo>
                    <a:pt x="1960752" y="347345"/>
                  </a:lnTo>
                  <a:lnTo>
                    <a:pt x="1613408" y="694563"/>
                  </a:lnTo>
                  <a:lnTo>
                    <a:pt x="1613408" y="520954"/>
                  </a:lnTo>
                  <a:lnTo>
                    <a:pt x="0" y="520954"/>
                  </a:lnTo>
                  <a:lnTo>
                    <a:pt x="0" y="173609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6503289" y="3300729"/>
            <a:ext cx="5152390" cy="1050290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12700" marR="5080" algn="just">
              <a:lnSpc>
                <a:spcPct val="90100"/>
              </a:lnSpc>
              <a:spcBef>
                <a:spcPts val="385"/>
              </a:spcBef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This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silly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distribution.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Either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you</a:t>
            </a:r>
            <a:r>
              <a:rPr sz="24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20" dirty="0">
                <a:solidFill>
                  <a:srgbClr val="404040"/>
                </a:solidFill>
                <a:latin typeface="Calibri"/>
                <a:cs typeface="Calibri"/>
              </a:rPr>
              <a:t>have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tickets</a:t>
            </a:r>
            <a:r>
              <a:rPr sz="2400" spc="-7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and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you’re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going,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or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you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don’t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and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you</a:t>
            </a:r>
            <a:r>
              <a:rPr sz="240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aren’t.</a:t>
            </a:r>
            <a:endParaRPr sz="2400">
              <a:latin typeface="Calibri"/>
              <a:cs typeface="Calibri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67CBA0BA-73D1-91B9-C509-D693197652BB}"/>
                  </a:ext>
                </a:extLst>
              </p14:cNvPr>
              <p14:cNvContentPartPr/>
              <p14:nvPr/>
            </p14:nvContentPartPr>
            <p14:xfrm>
              <a:off x="1254020" y="4970720"/>
              <a:ext cx="554760" cy="31824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67CBA0BA-73D1-91B9-C509-D693197652B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00020" y="4863080"/>
                <a:ext cx="662400" cy="533880"/>
              </a:xfrm>
              <a:prstGeom prst="rect">
                <a:avLst/>
              </a:prstGeom>
            </p:spPr>
          </p:pic>
        </mc:Fallback>
      </mc:AlternateContent>
      <p:grpSp>
        <p:nvGrpSpPr>
          <p:cNvPr id="38" name="Group 37">
            <a:extLst>
              <a:ext uri="{FF2B5EF4-FFF2-40B4-BE49-F238E27FC236}">
                <a16:creationId xmlns:a16="http://schemas.microsoft.com/office/drawing/2014/main" id="{4738A80D-92E4-594B-03DE-BA5FDB880EC0}"/>
              </a:ext>
            </a:extLst>
          </p:cNvPr>
          <p:cNvGrpSpPr/>
          <p:nvPr/>
        </p:nvGrpSpPr>
        <p:grpSpPr>
          <a:xfrm>
            <a:off x="2130980" y="5171600"/>
            <a:ext cx="574920" cy="409320"/>
            <a:chOff x="2130980" y="5171600"/>
            <a:chExt cx="574920" cy="40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2A31C4A-68DC-9842-0A41-6590120FD4A6}"/>
                    </a:ext>
                  </a:extLst>
                </p14:cNvPr>
                <p14:cNvContentPartPr/>
                <p14:nvPr/>
              </p14:nvContentPartPr>
              <p14:xfrm>
                <a:off x="2151860" y="5280680"/>
                <a:ext cx="554040" cy="3002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2A31C4A-68DC-9842-0A41-6590120FD4A6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133860" y="5262680"/>
                  <a:ext cx="58968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B42CB17-DD06-19D2-5664-8362A3DF1ED5}"/>
                    </a:ext>
                  </a:extLst>
                </p14:cNvPr>
                <p14:cNvContentPartPr/>
                <p14:nvPr/>
              </p14:nvContentPartPr>
              <p14:xfrm>
                <a:off x="2130980" y="5171600"/>
                <a:ext cx="287280" cy="3042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B42CB17-DD06-19D2-5664-8362A3DF1ED5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112980" y="5153960"/>
                  <a:ext cx="322920" cy="33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9F5134D-4F17-5272-C8B5-2B024CC3D4F3}"/>
              </a:ext>
            </a:extLst>
          </p:cNvPr>
          <p:cNvGrpSpPr/>
          <p:nvPr/>
        </p:nvGrpSpPr>
        <p:grpSpPr>
          <a:xfrm>
            <a:off x="3035660" y="5260160"/>
            <a:ext cx="2278080" cy="717480"/>
            <a:chOff x="3035660" y="5260160"/>
            <a:chExt cx="2278080" cy="717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82D5C4B-6CF1-C704-5E07-EEAF940F4695}"/>
                    </a:ext>
                  </a:extLst>
                </p14:cNvPr>
                <p14:cNvContentPartPr/>
                <p14:nvPr/>
              </p14:nvContentPartPr>
              <p14:xfrm>
                <a:off x="3035660" y="5403440"/>
                <a:ext cx="38880" cy="3319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82D5C4B-6CF1-C704-5E07-EEAF940F4695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3017660" y="5385800"/>
                  <a:ext cx="74520" cy="36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A1A78F4A-3638-D00E-6E09-137E6DDFE2F2}"/>
                    </a:ext>
                  </a:extLst>
                </p14:cNvPr>
                <p14:cNvContentPartPr/>
                <p14:nvPr/>
              </p14:nvContentPartPr>
              <p14:xfrm>
                <a:off x="3069140" y="5432600"/>
                <a:ext cx="117000" cy="2829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A1A78F4A-3638-D00E-6E09-137E6DDFE2F2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051500" y="5414600"/>
                  <a:ext cx="15264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7475D0A-3737-BB25-6435-F480528D7D8E}"/>
                    </a:ext>
                  </a:extLst>
                </p14:cNvPr>
                <p14:cNvContentPartPr/>
                <p14:nvPr/>
              </p14:nvContentPartPr>
              <p14:xfrm>
                <a:off x="3281540" y="5526560"/>
                <a:ext cx="131040" cy="954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7475D0A-3737-BB25-6435-F480528D7D8E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263540" y="5508920"/>
                  <a:ext cx="16668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E522F0F-271A-1D94-E7D6-77028C53C93D}"/>
                    </a:ext>
                  </a:extLst>
                </p14:cNvPr>
                <p14:cNvContentPartPr/>
                <p14:nvPr/>
              </p14:nvContentPartPr>
              <p14:xfrm>
                <a:off x="3482780" y="5396960"/>
                <a:ext cx="27000" cy="204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E522F0F-271A-1D94-E7D6-77028C53C93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464780" y="5379320"/>
                  <a:ext cx="6264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383DF34-F88C-BA26-3FE9-9DCEA56D3C09}"/>
                    </a:ext>
                  </a:extLst>
                </p14:cNvPr>
                <p14:cNvContentPartPr/>
                <p14:nvPr/>
              </p14:nvContentPartPr>
              <p14:xfrm>
                <a:off x="3424100" y="5475080"/>
                <a:ext cx="96840" cy="777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383DF34-F88C-BA26-3FE9-9DCEA56D3C09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3406460" y="5457080"/>
                  <a:ext cx="13248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18D6C63-B3BE-DB6F-19D5-4E4676489CE4}"/>
                    </a:ext>
                  </a:extLst>
                </p14:cNvPr>
                <p14:cNvContentPartPr/>
                <p14:nvPr/>
              </p14:nvContentPartPr>
              <p14:xfrm>
                <a:off x="3568100" y="5483720"/>
                <a:ext cx="146160" cy="1134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18D6C63-B3BE-DB6F-19D5-4E4676489CE4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3550460" y="5466080"/>
                  <a:ext cx="18180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91CB150-2108-F09C-B54F-D11543E69032}"/>
                    </a:ext>
                  </a:extLst>
                </p14:cNvPr>
                <p14:cNvContentPartPr/>
                <p14:nvPr/>
              </p14:nvContentPartPr>
              <p14:xfrm>
                <a:off x="3768260" y="5400560"/>
                <a:ext cx="83520" cy="1764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91CB150-2108-F09C-B54F-D11543E69032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750620" y="5382920"/>
                  <a:ext cx="11916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AB1C5DB-A58B-4635-B620-DAD1A6CC6A40}"/>
                    </a:ext>
                  </a:extLst>
                </p14:cNvPr>
                <p14:cNvContentPartPr/>
                <p14:nvPr/>
              </p14:nvContentPartPr>
              <p14:xfrm>
                <a:off x="3973100" y="5428280"/>
                <a:ext cx="26280" cy="1144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AB1C5DB-A58B-4635-B620-DAD1A6CC6A40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3955460" y="5410640"/>
                  <a:ext cx="6192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7B2AD9F-DCA6-C8EE-598B-609166B46A51}"/>
                    </a:ext>
                  </a:extLst>
                </p14:cNvPr>
                <p14:cNvContentPartPr/>
                <p14:nvPr/>
              </p14:nvContentPartPr>
              <p14:xfrm>
                <a:off x="3986060" y="5402360"/>
                <a:ext cx="221400" cy="1170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7B2AD9F-DCA6-C8EE-598B-609166B46A51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3968420" y="5384720"/>
                  <a:ext cx="25704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548033A1-1B96-08CF-1CE1-1DEF6E2EF02D}"/>
                    </a:ext>
                  </a:extLst>
                </p14:cNvPr>
                <p14:cNvContentPartPr/>
                <p14:nvPr/>
              </p14:nvContentPartPr>
              <p14:xfrm>
                <a:off x="4269020" y="5447360"/>
                <a:ext cx="32040" cy="921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548033A1-1B96-08CF-1CE1-1DEF6E2EF02D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4251380" y="5429720"/>
                  <a:ext cx="676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3346581-93F4-16AD-0E05-CA483FF33632}"/>
                    </a:ext>
                  </a:extLst>
                </p14:cNvPr>
                <p14:cNvContentPartPr/>
                <p14:nvPr/>
              </p14:nvContentPartPr>
              <p14:xfrm>
                <a:off x="4270820" y="5298320"/>
                <a:ext cx="15840" cy="547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3346581-93F4-16AD-0E05-CA483FF33632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4252820" y="5280320"/>
                  <a:ext cx="5148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CFE3CBE-77CE-D0DE-6D54-E12865389734}"/>
                    </a:ext>
                  </a:extLst>
                </p14:cNvPr>
                <p14:cNvContentPartPr/>
                <p14:nvPr/>
              </p14:nvContentPartPr>
              <p14:xfrm>
                <a:off x="4348580" y="5383640"/>
                <a:ext cx="158400" cy="1044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CFE3CBE-77CE-D0DE-6D54-E12865389734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4330940" y="5366000"/>
                  <a:ext cx="19404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F576DFD-F67D-B2D4-929C-22942148660D}"/>
                    </a:ext>
                  </a:extLst>
                </p14:cNvPr>
                <p14:cNvContentPartPr/>
                <p14:nvPr/>
              </p14:nvContentPartPr>
              <p14:xfrm>
                <a:off x="4580780" y="5291480"/>
                <a:ext cx="131400" cy="1238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F576DFD-F67D-B2D4-929C-22942148660D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4562780" y="5273480"/>
                  <a:ext cx="16704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FFB2103-E118-921C-981A-BF9FBA4F2E7B}"/>
                    </a:ext>
                  </a:extLst>
                </p14:cNvPr>
                <p14:cNvContentPartPr/>
                <p14:nvPr/>
              </p14:nvContentPartPr>
              <p14:xfrm>
                <a:off x="4799300" y="5260160"/>
                <a:ext cx="89640" cy="1987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FFB2103-E118-921C-981A-BF9FBA4F2E7B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781660" y="5242160"/>
                  <a:ext cx="12528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BB5BBC6-1A52-0186-6367-14FEEECD77AD}"/>
                    </a:ext>
                  </a:extLst>
                </p14:cNvPr>
                <p14:cNvContentPartPr/>
                <p14:nvPr/>
              </p14:nvContentPartPr>
              <p14:xfrm>
                <a:off x="3776180" y="5724200"/>
                <a:ext cx="59760" cy="2534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BB5BBC6-1A52-0186-6367-14FEEECD77AD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3758180" y="5706200"/>
                  <a:ext cx="9540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8D1FB94-D501-B148-C536-359B60A57FC8}"/>
                    </a:ext>
                  </a:extLst>
                </p14:cNvPr>
                <p14:cNvContentPartPr/>
                <p14:nvPr/>
              </p14:nvContentPartPr>
              <p14:xfrm>
                <a:off x="3743420" y="5786840"/>
                <a:ext cx="315360" cy="1033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8D1FB94-D501-B148-C536-359B60A57FC8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3725780" y="5769200"/>
                  <a:ext cx="35100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B282CCE7-8FF3-1C50-8DA3-1AB5DB249E59}"/>
                    </a:ext>
                  </a:extLst>
                </p14:cNvPr>
                <p14:cNvContentPartPr/>
                <p14:nvPr/>
              </p14:nvContentPartPr>
              <p14:xfrm>
                <a:off x="4130780" y="5765600"/>
                <a:ext cx="48240" cy="1040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B282CCE7-8FF3-1C50-8DA3-1AB5DB249E59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112780" y="5747960"/>
                  <a:ext cx="8388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14CA246-470C-8BAB-44C6-8CA5CC073504}"/>
                    </a:ext>
                  </a:extLst>
                </p14:cNvPr>
                <p14:cNvContentPartPr/>
                <p14:nvPr/>
              </p14:nvContentPartPr>
              <p14:xfrm>
                <a:off x="4536140" y="5739680"/>
                <a:ext cx="55080" cy="1166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14CA246-470C-8BAB-44C6-8CA5CC073504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4518140" y="5721680"/>
                  <a:ext cx="9072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54F4CB4-3C92-D97B-84CD-D91F16FC0271}"/>
                    </a:ext>
                  </a:extLst>
                </p14:cNvPr>
                <p14:cNvContentPartPr/>
                <p14:nvPr/>
              </p14:nvContentPartPr>
              <p14:xfrm>
                <a:off x="4631900" y="5720960"/>
                <a:ext cx="132840" cy="900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54F4CB4-3C92-D97B-84CD-D91F16FC0271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4613900" y="5703320"/>
                  <a:ext cx="16848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0DB9479-2A49-515E-5B38-AAB38B4FB15D}"/>
                    </a:ext>
                  </a:extLst>
                </p14:cNvPr>
                <p14:cNvContentPartPr/>
                <p14:nvPr/>
              </p14:nvContentPartPr>
              <p14:xfrm>
                <a:off x="4812620" y="5552480"/>
                <a:ext cx="78120" cy="2203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0DB9479-2A49-515E-5B38-AAB38B4FB15D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4794980" y="5534480"/>
                  <a:ext cx="11376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BBFBA5A-B57C-2762-4AA1-CC300E4D9690}"/>
                    </a:ext>
                  </a:extLst>
                </p14:cNvPr>
                <p14:cNvContentPartPr/>
                <p14:nvPr/>
              </p14:nvContentPartPr>
              <p14:xfrm>
                <a:off x="4821620" y="5639600"/>
                <a:ext cx="113760" cy="565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BBFBA5A-B57C-2762-4AA1-CC300E4D9690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4803980" y="5621960"/>
                  <a:ext cx="14940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8FB9F91-B6B1-8B44-139B-EB242DAE0617}"/>
                    </a:ext>
                  </a:extLst>
                </p14:cNvPr>
                <p14:cNvContentPartPr/>
                <p14:nvPr/>
              </p14:nvContentPartPr>
              <p14:xfrm>
                <a:off x="4957340" y="5651840"/>
                <a:ext cx="57960" cy="1353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8FB9F91-B6B1-8B44-139B-EB242DAE0617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4939340" y="5633840"/>
                  <a:ext cx="9360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D5A4541-6AC2-89C3-9B81-DB997A2A611B}"/>
                    </a:ext>
                  </a:extLst>
                </p14:cNvPr>
                <p14:cNvContentPartPr/>
                <p14:nvPr/>
              </p14:nvContentPartPr>
              <p14:xfrm>
                <a:off x="4964540" y="5612960"/>
                <a:ext cx="92160" cy="709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D5A4541-6AC2-89C3-9B81-DB997A2A611B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4946540" y="5594960"/>
                  <a:ext cx="12780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8DE1A21-A1A7-5125-C1AE-C826985435B1}"/>
                    </a:ext>
                  </a:extLst>
                </p14:cNvPr>
                <p14:cNvContentPartPr/>
                <p14:nvPr/>
              </p14:nvContentPartPr>
              <p14:xfrm>
                <a:off x="5112500" y="5483000"/>
                <a:ext cx="160200" cy="2062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8DE1A21-A1A7-5125-C1AE-C826985435B1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5094500" y="5465000"/>
                  <a:ext cx="19584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E45A995-A2AA-681A-866E-82AEFB4F9252}"/>
                    </a:ext>
                  </a:extLst>
                </p14:cNvPr>
                <p14:cNvContentPartPr/>
                <p14:nvPr/>
              </p14:nvContentPartPr>
              <p14:xfrm>
                <a:off x="5209340" y="5513600"/>
                <a:ext cx="104400" cy="648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E45A995-A2AA-681A-866E-82AEFB4F9252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191700" y="5495960"/>
                  <a:ext cx="140040" cy="100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AFE8BFE8-7A5F-8CB4-7B0F-B071B9F6723C}"/>
              </a:ext>
            </a:extLst>
          </p:cNvPr>
          <p:cNvGrpSpPr/>
          <p:nvPr/>
        </p:nvGrpSpPr>
        <p:grpSpPr>
          <a:xfrm>
            <a:off x="7302480" y="335987"/>
            <a:ext cx="1981800" cy="876600"/>
            <a:chOff x="7302480" y="335987"/>
            <a:chExt cx="1981800" cy="876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D83B84EF-5484-539D-BB98-BF9CA783EA42}"/>
                    </a:ext>
                  </a:extLst>
                </p14:cNvPr>
                <p14:cNvContentPartPr/>
                <p14:nvPr/>
              </p14:nvContentPartPr>
              <p14:xfrm>
                <a:off x="7302480" y="356507"/>
                <a:ext cx="246600" cy="6710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D83B84EF-5484-539D-BB98-BF9CA783EA42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284480" y="338507"/>
                  <a:ext cx="282240" cy="70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4E762DC-42B9-36F5-3AFD-F0C705CD77A7}"/>
                    </a:ext>
                  </a:extLst>
                </p14:cNvPr>
                <p14:cNvContentPartPr/>
                <p14:nvPr/>
              </p14:nvContentPartPr>
              <p14:xfrm>
                <a:off x="7599840" y="500507"/>
                <a:ext cx="60120" cy="3150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4E762DC-42B9-36F5-3AFD-F0C705CD77A7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7582200" y="482507"/>
                  <a:ext cx="95760" cy="3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3E4864C3-7A4B-E35F-D16A-189AC131F433}"/>
                    </a:ext>
                  </a:extLst>
                </p14:cNvPr>
                <p14:cNvContentPartPr/>
                <p14:nvPr/>
              </p14:nvContentPartPr>
              <p14:xfrm>
                <a:off x="7592640" y="513107"/>
                <a:ext cx="122400" cy="2498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3E4864C3-7A4B-E35F-D16A-189AC131F433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575000" y="495107"/>
                  <a:ext cx="15804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1E3A8FF-64F4-C303-FB42-12851E5ED2AC}"/>
                    </a:ext>
                  </a:extLst>
                </p14:cNvPr>
                <p14:cNvContentPartPr/>
                <p14:nvPr/>
              </p14:nvContentPartPr>
              <p14:xfrm>
                <a:off x="7701720" y="600227"/>
                <a:ext cx="159480" cy="1479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1E3A8FF-64F4-C303-FB42-12851E5ED2AC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684080" y="582587"/>
                  <a:ext cx="19512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0939FEC-CB3E-1067-7A15-72F24C5B7BFD}"/>
                    </a:ext>
                  </a:extLst>
                </p14:cNvPr>
                <p14:cNvContentPartPr/>
                <p14:nvPr/>
              </p14:nvContentPartPr>
              <p14:xfrm>
                <a:off x="7959120" y="643787"/>
                <a:ext cx="201240" cy="1191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0939FEC-CB3E-1067-7A15-72F24C5B7BFD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941120" y="626147"/>
                  <a:ext cx="23688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9B8178D4-4A96-2559-9FCE-C08CC93534BF}"/>
                    </a:ext>
                  </a:extLst>
                </p14:cNvPr>
                <p14:cNvContentPartPr/>
                <p14:nvPr/>
              </p14:nvContentPartPr>
              <p14:xfrm>
                <a:off x="8116080" y="531107"/>
                <a:ext cx="33120" cy="547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9B8178D4-4A96-2559-9FCE-C08CC93534BF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8098440" y="513467"/>
                  <a:ext cx="6876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7CBB97D-A092-4B5A-4633-D506D6617EC7}"/>
                    </a:ext>
                  </a:extLst>
                </p14:cNvPr>
                <p14:cNvContentPartPr/>
                <p14:nvPr/>
              </p14:nvContentPartPr>
              <p14:xfrm>
                <a:off x="8218680" y="501587"/>
                <a:ext cx="132480" cy="2080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7CBB97D-A092-4B5A-4633-D506D6617EC7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8200680" y="483947"/>
                  <a:ext cx="16812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A71EB247-FFF2-72D4-391D-13AFA2FFB1B5}"/>
                    </a:ext>
                  </a:extLst>
                </p14:cNvPr>
                <p14:cNvContentPartPr/>
                <p14:nvPr/>
              </p14:nvContentPartPr>
              <p14:xfrm>
                <a:off x="8408040" y="575027"/>
                <a:ext cx="132120" cy="1436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A71EB247-FFF2-72D4-391D-13AFA2FFB1B5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8390040" y="557387"/>
                  <a:ext cx="16776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5B5A70FA-F2FF-1247-CE0C-E6C02BBFD43E}"/>
                    </a:ext>
                  </a:extLst>
                </p14:cNvPr>
                <p14:cNvContentPartPr/>
                <p14:nvPr/>
              </p14:nvContentPartPr>
              <p14:xfrm>
                <a:off x="8696400" y="335987"/>
                <a:ext cx="144720" cy="4662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5B5A70FA-F2FF-1247-CE0C-E6C02BBFD43E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8678400" y="318347"/>
                  <a:ext cx="180360" cy="50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DAC3C4B1-DD6A-7852-7DAF-CEEC870D08A3}"/>
                    </a:ext>
                  </a:extLst>
                </p14:cNvPr>
                <p14:cNvContentPartPr/>
                <p14:nvPr/>
              </p14:nvContentPartPr>
              <p14:xfrm>
                <a:off x="7894680" y="969227"/>
                <a:ext cx="22320" cy="2433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DAC3C4B1-DD6A-7852-7DAF-CEEC870D08A3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7877040" y="951587"/>
                  <a:ext cx="5796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AABC62C1-45D2-6BB9-7B7C-B99A56FE8C68}"/>
                    </a:ext>
                  </a:extLst>
                </p14:cNvPr>
                <p14:cNvContentPartPr/>
                <p14:nvPr/>
              </p14:nvContentPartPr>
              <p14:xfrm>
                <a:off x="7844280" y="1059587"/>
                <a:ext cx="136800" cy="918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AABC62C1-45D2-6BB9-7B7C-B99A56FE8C68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7826640" y="1041947"/>
                  <a:ext cx="17244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913A3F0-2667-5D93-A025-4BFB61377758}"/>
                    </a:ext>
                  </a:extLst>
                </p14:cNvPr>
                <p14:cNvContentPartPr/>
                <p14:nvPr/>
              </p14:nvContentPartPr>
              <p14:xfrm>
                <a:off x="8058840" y="1007387"/>
                <a:ext cx="169560" cy="1969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913A3F0-2667-5D93-A025-4BFB61377758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040840" y="989387"/>
                  <a:ext cx="20520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41C3A53-EA69-076E-FDFA-D37D51930B7A}"/>
                    </a:ext>
                  </a:extLst>
                </p14:cNvPr>
                <p14:cNvContentPartPr/>
                <p14:nvPr/>
              </p14:nvContentPartPr>
              <p14:xfrm>
                <a:off x="8260440" y="1053107"/>
                <a:ext cx="110520" cy="1098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41C3A53-EA69-076E-FDFA-D37D51930B7A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242440" y="1035107"/>
                  <a:ext cx="1461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9C409DBD-09B3-9CFD-7F60-871FB60738A7}"/>
                    </a:ext>
                  </a:extLst>
                </p14:cNvPr>
                <p14:cNvContentPartPr/>
                <p14:nvPr/>
              </p14:nvContentPartPr>
              <p14:xfrm>
                <a:off x="8402640" y="1027547"/>
                <a:ext cx="89280" cy="12888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9C409DBD-09B3-9CFD-7F60-871FB60738A7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8385000" y="1009907"/>
                  <a:ext cx="12492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06E7A51-7AEF-A766-5108-EC0423F57208}"/>
                    </a:ext>
                  </a:extLst>
                </p14:cNvPr>
                <p14:cNvContentPartPr/>
                <p14:nvPr/>
              </p14:nvContentPartPr>
              <p14:xfrm>
                <a:off x="8570400" y="991907"/>
                <a:ext cx="81000" cy="14436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06E7A51-7AEF-A766-5108-EC0423F57208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8552400" y="973907"/>
                  <a:ext cx="11664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CBD554D5-A748-657D-D3FB-DD684EAA050C}"/>
                    </a:ext>
                  </a:extLst>
                </p14:cNvPr>
                <p14:cNvContentPartPr/>
                <p14:nvPr/>
              </p14:nvContentPartPr>
              <p14:xfrm>
                <a:off x="8655000" y="951587"/>
                <a:ext cx="165600" cy="1800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CBD554D5-A748-657D-D3FB-DD684EAA050C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8637000" y="933947"/>
                  <a:ext cx="20124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96B91FA3-8A39-474D-3B45-F01EDE886A38}"/>
                    </a:ext>
                  </a:extLst>
                </p14:cNvPr>
                <p14:cNvContentPartPr/>
                <p14:nvPr/>
              </p14:nvContentPartPr>
              <p14:xfrm>
                <a:off x="8868120" y="1025387"/>
                <a:ext cx="87480" cy="1044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96B91FA3-8A39-474D-3B45-F01EDE886A38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850480" y="1007747"/>
                  <a:ext cx="12312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A3F6C89-B184-5C68-7C2E-D9F2A30F0145}"/>
                    </a:ext>
                  </a:extLst>
                </p14:cNvPr>
                <p14:cNvContentPartPr/>
                <p14:nvPr/>
              </p14:nvContentPartPr>
              <p14:xfrm>
                <a:off x="8988000" y="921347"/>
                <a:ext cx="50760" cy="2235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A3F6C89-B184-5C68-7C2E-D9F2A30F0145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8970360" y="903707"/>
                  <a:ext cx="8640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2B48678-67EA-4E17-5711-CB1B6DF7E5A6}"/>
                    </a:ext>
                  </a:extLst>
                </p14:cNvPr>
                <p14:cNvContentPartPr/>
                <p14:nvPr/>
              </p14:nvContentPartPr>
              <p14:xfrm>
                <a:off x="9144600" y="880307"/>
                <a:ext cx="139680" cy="29700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2B48678-67EA-4E17-5711-CB1B6DF7E5A6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9126600" y="862307"/>
                  <a:ext cx="175320" cy="332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8607FB1C-78B1-1BFE-EF13-B8801D8CF177}"/>
              </a:ext>
            </a:extLst>
          </p:cNvPr>
          <p:cNvGrpSpPr/>
          <p:nvPr/>
        </p:nvGrpSpPr>
        <p:grpSpPr>
          <a:xfrm>
            <a:off x="5463600" y="452267"/>
            <a:ext cx="730080" cy="291960"/>
            <a:chOff x="5463600" y="452267"/>
            <a:chExt cx="730080" cy="291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FD4BC32-E84E-30DE-3065-F43046D13F12}"/>
                    </a:ext>
                  </a:extLst>
                </p14:cNvPr>
                <p14:cNvContentPartPr/>
                <p14:nvPr/>
              </p14:nvContentPartPr>
              <p14:xfrm>
                <a:off x="5466480" y="616427"/>
                <a:ext cx="29160" cy="1188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FD4BC32-E84E-30DE-3065-F43046D13F12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5448480" y="598787"/>
                  <a:ext cx="6480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E213C48-0F65-8512-0898-A625502E6EDF}"/>
                    </a:ext>
                  </a:extLst>
                </p14:cNvPr>
                <p14:cNvContentPartPr/>
                <p14:nvPr/>
              </p14:nvContentPartPr>
              <p14:xfrm>
                <a:off x="5463600" y="505187"/>
                <a:ext cx="20520" cy="1692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E213C48-0F65-8512-0898-A625502E6EDF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5445960" y="487187"/>
                  <a:ext cx="5616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94339D25-EABD-920E-3D86-546C168D1ED4}"/>
                    </a:ext>
                  </a:extLst>
                </p14:cNvPr>
                <p14:cNvContentPartPr/>
                <p14:nvPr/>
              </p14:nvContentPartPr>
              <p14:xfrm>
                <a:off x="5618760" y="608867"/>
                <a:ext cx="125280" cy="13536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94339D25-EABD-920E-3D86-546C168D1ED4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5600760" y="591227"/>
                  <a:ext cx="16092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F656517C-CCA8-822C-EC5F-D4A424D04F2D}"/>
                    </a:ext>
                  </a:extLst>
                </p14:cNvPr>
                <p14:cNvContentPartPr/>
                <p14:nvPr/>
              </p14:nvContentPartPr>
              <p14:xfrm>
                <a:off x="5814960" y="607787"/>
                <a:ext cx="33480" cy="1256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F656517C-CCA8-822C-EC5F-D4A424D04F2D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5796960" y="589787"/>
                  <a:ext cx="6912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7D5CCEDA-D3A8-90FE-7BEF-74F2B2C14108}"/>
                    </a:ext>
                  </a:extLst>
                </p14:cNvPr>
                <p14:cNvContentPartPr/>
                <p14:nvPr/>
              </p14:nvContentPartPr>
              <p14:xfrm>
                <a:off x="5803440" y="573227"/>
                <a:ext cx="95400" cy="1112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7D5CCEDA-D3A8-90FE-7BEF-74F2B2C14108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5785440" y="555227"/>
                  <a:ext cx="13104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BB083C74-FAF3-B4DB-11A6-A5954EB849D9}"/>
                    </a:ext>
                  </a:extLst>
                </p14:cNvPr>
                <p14:cNvContentPartPr/>
                <p14:nvPr/>
              </p14:nvContentPartPr>
              <p14:xfrm>
                <a:off x="5938080" y="591947"/>
                <a:ext cx="117720" cy="766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BB083C74-FAF3-B4DB-11A6-A5954EB849D9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5920440" y="574307"/>
                  <a:ext cx="15336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5ACEFEA9-55A7-539E-6C80-E4FCBC01ACF9}"/>
                    </a:ext>
                  </a:extLst>
                </p14:cNvPr>
                <p14:cNvContentPartPr/>
                <p14:nvPr/>
              </p14:nvContentPartPr>
              <p14:xfrm>
                <a:off x="6098280" y="458387"/>
                <a:ext cx="65520" cy="2098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5ACEFEA9-55A7-539E-6C80-E4FCBC01ACF9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6080640" y="440747"/>
                  <a:ext cx="10116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ED7A79FE-790B-044D-3310-C3AC33268FB4}"/>
                    </a:ext>
                  </a:extLst>
                </p14:cNvPr>
                <p14:cNvContentPartPr/>
                <p14:nvPr/>
              </p14:nvContentPartPr>
              <p14:xfrm>
                <a:off x="6063720" y="452267"/>
                <a:ext cx="129960" cy="781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ED7A79FE-790B-044D-3310-C3AC33268FB4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6045720" y="434627"/>
                  <a:ext cx="165600" cy="11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E528E9BA-D319-F388-E930-1DC432584432}"/>
              </a:ext>
            </a:extLst>
          </p:cNvPr>
          <p:cNvGrpSpPr/>
          <p:nvPr/>
        </p:nvGrpSpPr>
        <p:grpSpPr>
          <a:xfrm>
            <a:off x="6533880" y="462347"/>
            <a:ext cx="743040" cy="401400"/>
            <a:chOff x="6533880" y="462347"/>
            <a:chExt cx="743040" cy="401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903259E4-816A-A48F-E486-D0918B201F58}"/>
                    </a:ext>
                  </a:extLst>
                </p14:cNvPr>
                <p14:cNvContentPartPr/>
                <p14:nvPr/>
              </p14:nvContentPartPr>
              <p14:xfrm>
                <a:off x="6533880" y="724067"/>
                <a:ext cx="174600" cy="13968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903259E4-816A-A48F-E486-D0918B201F58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6516240" y="706067"/>
                  <a:ext cx="21024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98322ADB-E846-A6A7-E93D-A109A04FD836}"/>
                    </a:ext>
                  </a:extLst>
                </p14:cNvPr>
                <p14:cNvContentPartPr/>
                <p14:nvPr/>
              </p14:nvContentPartPr>
              <p14:xfrm>
                <a:off x="6778680" y="669347"/>
                <a:ext cx="83520" cy="1263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98322ADB-E846-A6A7-E93D-A109A04FD836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6760680" y="651347"/>
                  <a:ext cx="1191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892C4735-D3B9-522B-7935-6D1C36619DEB}"/>
                    </a:ext>
                  </a:extLst>
                </p14:cNvPr>
                <p14:cNvContentPartPr/>
                <p14:nvPr/>
              </p14:nvContentPartPr>
              <p14:xfrm>
                <a:off x="6883080" y="688787"/>
                <a:ext cx="43200" cy="4680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892C4735-D3B9-522B-7935-6D1C36619DEB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6865080" y="670787"/>
                  <a:ext cx="7884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923890FB-C69C-4F27-7E0E-F4FE965A8921}"/>
                    </a:ext>
                  </a:extLst>
                </p14:cNvPr>
                <p14:cNvContentPartPr/>
                <p14:nvPr/>
              </p14:nvContentPartPr>
              <p14:xfrm>
                <a:off x="6856080" y="559187"/>
                <a:ext cx="22320" cy="2592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923890FB-C69C-4F27-7E0E-F4FE965A8921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6838440" y="541187"/>
                  <a:ext cx="5796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54F59C89-8350-75D4-4E83-561E30ADC53A}"/>
                    </a:ext>
                  </a:extLst>
                </p14:cNvPr>
                <p14:cNvContentPartPr/>
                <p14:nvPr/>
              </p14:nvContentPartPr>
              <p14:xfrm>
                <a:off x="6982080" y="504107"/>
                <a:ext cx="202680" cy="25128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54F59C89-8350-75D4-4E83-561E30ADC53A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6964080" y="486467"/>
                  <a:ext cx="238320" cy="2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6F019378-E596-7C2A-4EFD-249166D75827}"/>
                    </a:ext>
                  </a:extLst>
                </p14:cNvPr>
                <p14:cNvContentPartPr/>
                <p14:nvPr/>
              </p14:nvContentPartPr>
              <p14:xfrm>
                <a:off x="7195560" y="462347"/>
                <a:ext cx="57600" cy="14472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6F019378-E596-7C2A-4EFD-249166D75827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7177560" y="444347"/>
                  <a:ext cx="9324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31CE0DAF-6B9C-CBB5-DF7B-1277F9CB26B3}"/>
                    </a:ext>
                  </a:extLst>
                </p14:cNvPr>
                <p14:cNvContentPartPr/>
                <p14:nvPr/>
              </p14:nvContentPartPr>
              <p14:xfrm>
                <a:off x="7112760" y="494027"/>
                <a:ext cx="164160" cy="795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31CE0DAF-6B9C-CBB5-DF7B-1277F9CB26B3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7095120" y="476387"/>
                  <a:ext cx="199800" cy="115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7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0D328BF9-192E-B30E-23B7-FDBAF26149EE}"/>
                  </a:ext>
                </a:extLst>
              </p14:cNvPr>
              <p14:cNvContentPartPr/>
              <p14:nvPr/>
            </p14:nvContentPartPr>
            <p14:xfrm>
              <a:off x="9367800" y="1513907"/>
              <a:ext cx="451080" cy="569880"/>
            </p14:xfrm>
          </p:contentPart>
        </mc:Choice>
        <mc:Fallback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0D328BF9-192E-B30E-23B7-FDBAF26149EE}"/>
                  </a:ext>
                </a:extLst>
              </p:cNvPr>
              <p:cNvPicPr/>
              <p:nvPr/>
            </p:nvPicPr>
            <p:blipFill>
              <a:blip r:embed="rId128"/>
              <a:stretch>
                <a:fillRect/>
              </a:stretch>
            </p:blipFill>
            <p:spPr>
              <a:xfrm>
                <a:off x="9349800" y="1496267"/>
                <a:ext cx="486720" cy="605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9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A21DF278-6023-CB60-F06F-A7980F97DC6F}"/>
                  </a:ext>
                </a:extLst>
              </p14:cNvPr>
              <p14:cNvContentPartPr/>
              <p14:nvPr/>
            </p14:nvContentPartPr>
            <p14:xfrm>
              <a:off x="6562320" y="6267707"/>
              <a:ext cx="611640" cy="516600"/>
            </p14:xfrm>
          </p:contentPart>
        </mc:Choice>
        <mc:Fallback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A21DF278-6023-CB60-F06F-A7980F97DC6F}"/>
                  </a:ext>
                </a:extLst>
              </p:cNvPr>
              <p:cNvPicPr/>
              <p:nvPr/>
            </p:nvPicPr>
            <p:blipFill>
              <a:blip r:embed="rId130"/>
              <a:stretch>
                <a:fillRect/>
              </a:stretch>
            </p:blipFill>
            <p:spPr>
              <a:xfrm>
                <a:off x="6508680" y="6159707"/>
                <a:ext cx="719280" cy="732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1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08905B90-F7D0-26C4-EBB9-2165C0F66E00}"/>
                  </a:ext>
                </a:extLst>
              </p14:cNvPr>
              <p14:cNvContentPartPr/>
              <p14:nvPr/>
            </p14:nvContentPartPr>
            <p14:xfrm>
              <a:off x="6547560" y="6090227"/>
              <a:ext cx="581040" cy="545040"/>
            </p14:xfrm>
          </p:contentPart>
        </mc:Choice>
        <mc:Fallback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08905B90-F7D0-26C4-EBB9-2165C0F66E00}"/>
                  </a:ext>
                </a:extLst>
              </p:cNvPr>
              <p:cNvPicPr/>
              <p:nvPr/>
            </p:nvPicPr>
            <p:blipFill>
              <a:blip r:embed="rId132"/>
              <a:stretch>
                <a:fillRect/>
              </a:stretch>
            </p:blipFill>
            <p:spPr>
              <a:xfrm>
                <a:off x="6493920" y="5982227"/>
                <a:ext cx="688680" cy="760680"/>
              </a:xfrm>
              <a:prstGeom prst="rect">
                <a:avLst/>
              </a:prstGeom>
            </p:spPr>
          </p:pic>
        </mc:Fallback>
      </mc:AlternateContent>
      <p:grpSp>
        <p:nvGrpSpPr>
          <p:cNvPr id="173" name="Group 172">
            <a:extLst>
              <a:ext uri="{FF2B5EF4-FFF2-40B4-BE49-F238E27FC236}">
                <a16:creationId xmlns:a16="http://schemas.microsoft.com/office/drawing/2014/main" id="{CD5DCB2B-B958-FED9-FFFC-303B51D1BCD7}"/>
              </a:ext>
            </a:extLst>
          </p:cNvPr>
          <p:cNvGrpSpPr/>
          <p:nvPr/>
        </p:nvGrpSpPr>
        <p:grpSpPr>
          <a:xfrm>
            <a:off x="6660240" y="4519907"/>
            <a:ext cx="5461200" cy="2097360"/>
            <a:chOff x="6660240" y="4519907"/>
            <a:chExt cx="5461200" cy="2097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FB15A21A-1E9E-0074-3A8E-4506927C996D}"/>
                    </a:ext>
                  </a:extLst>
                </p14:cNvPr>
                <p14:cNvContentPartPr/>
                <p14:nvPr/>
              </p14:nvContentPartPr>
              <p14:xfrm>
                <a:off x="6660240" y="4703867"/>
                <a:ext cx="172080" cy="34632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FB15A21A-1E9E-0074-3A8E-4506927C996D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6642240" y="4686227"/>
                  <a:ext cx="207720" cy="38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DCA8EEB2-D2A4-38E8-DEB3-7174F7A5987F}"/>
                    </a:ext>
                  </a:extLst>
                </p14:cNvPr>
                <p14:cNvContentPartPr/>
                <p14:nvPr/>
              </p14:nvContentPartPr>
              <p14:xfrm>
                <a:off x="7004400" y="4856507"/>
                <a:ext cx="9000" cy="10872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DCA8EEB2-D2A4-38E8-DEB3-7174F7A5987F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6986760" y="4838507"/>
                  <a:ext cx="4464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A8CD0A1B-E256-1D20-358D-972A323FE74B}"/>
                    </a:ext>
                  </a:extLst>
                </p14:cNvPr>
                <p14:cNvContentPartPr/>
                <p14:nvPr/>
              </p14:nvContentPartPr>
              <p14:xfrm>
                <a:off x="7020240" y="4651307"/>
                <a:ext cx="9000" cy="2988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A8CD0A1B-E256-1D20-358D-972A323FE74B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7002240" y="4633307"/>
                  <a:ext cx="4464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0C569F1A-5E55-C1D6-E683-B9C04A12874B}"/>
                    </a:ext>
                  </a:extLst>
                </p14:cNvPr>
                <p14:cNvContentPartPr/>
                <p14:nvPr/>
              </p14:nvContentPartPr>
              <p14:xfrm>
                <a:off x="7487160" y="4722587"/>
                <a:ext cx="282600" cy="21564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0C569F1A-5E55-C1D6-E683-B9C04A12874B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7469160" y="4704947"/>
                  <a:ext cx="31824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654D9053-066A-CEC8-69C3-E9A17ECC38A7}"/>
                    </a:ext>
                  </a:extLst>
                </p14:cNvPr>
                <p14:cNvContentPartPr/>
                <p14:nvPr/>
              </p14:nvContentPartPr>
              <p14:xfrm>
                <a:off x="7894320" y="4802867"/>
                <a:ext cx="25560" cy="19872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654D9053-066A-CEC8-69C3-E9A17ECC38A7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7876320" y="4784867"/>
                  <a:ext cx="6120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F85F2A38-6D28-E40B-7722-A882C20CEFD1}"/>
                    </a:ext>
                  </a:extLst>
                </p14:cNvPr>
                <p14:cNvContentPartPr/>
                <p14:nvPr/>
              </p14:nvContentPartPr>
              <p14:xfrm>
                <a:off x="7880280" y="4670747"/>
                <a:ext cx="16560" cy="2088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F85F2A38-6D28-E40B-7722-A882C20CEFD1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7862640" y="4653107"/>
                  <a:ext cx="5220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8E5C8DFD-50A7-2A7D-B5F5-1CF6A5FE8A09}"/>
                    </a:ext>
                  </a:extLst>
                </p14:cNvPr>
                <p14:cNvContentPartPr/>
                <p14:nvPr/>
              </p14:nvContentPartPr>
              <p14:xfrm>
                <a:off x="6867600" y="5369507"/>
                <a:ext cx="12240" cy="2012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8E5C8DFD-50A7-2A7D-B5F5-1CF6A5FE8A09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6849600" y="5351507"/>
                  <a:ext cx="4788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16FC5D3-54DB-3C97-4A9C-4E2BC6B7132B}"/>
                    </a:ext>
                  </a:extLst>
                </p14:cNvPr>
                <p14:cNvContentPartPr/>
                <p14:nvPr/>
              </p14:nvContentPartPr>
              <p14:xfrm>
                <a:off x="6858960" y="5837507"/>
                <a:ext cx="3600" cy="18756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16FC5D3-54DB-3C97-4A9C-4E2BC6B7132B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6840960" y="5819507"/>
                  <a:ext cx="3924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F9C522EF-C67C-3C8D-BCC5-E662C260BBA9}"/>
                    </a:ext>
                  </a:extLst>
                </p14:cNvPr>
                <p14:cNvContentPartPr/>
                <p14:nvPr/>
              </p14:nvContentPartPr>
              <p14:xfrm>
                <a:off x="6845280" y="6314867"/>
                <a:ext cx="20520" cy="30240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F9C522EF-C67C-3C8D-BCC5-E662C260BBA9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6827640" y="6297227"/>
                  <a:ext cx="5616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E0304266-ED3A-4E3D-2B9F-955B5A6DCAE0}"/>
                    </a:ext>
                  </a:extLst>
                </p14:cNvPr>
                <p14:cNvContentPartPr/>
                <p14:nvPr/>
              </p14:nvContentPartPr>
              <p14:xfrm>
                <a:off x="7646280" y="5363747"/>
                <a:ext cx="157680" cy="4320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E0304266-ED3A-4E3D-2B9F-955B5A6DCAE0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7628640" y="5345747"/>
                  <a:ext cx="19332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04EC2DF7-5BF4-9B0B-6EEA-FEBBC754A90B}"/>
                    </a:ext>
                  </a:extLst>
                </p14:cNvPr>
                <p14:cNvContentPartPr/>
                <p14:nvPr/>
              </p14:nvContentPartPr>
              <p14:xfrm>
                <a:off x="7618200" y="5403347"/>
                <a:ext cx="145800" cy="23004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04EC2DF7-5BF4-9B0B-6EEA-FEBBC754A90B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7600200" y="5385347"/>
                  <a:ext cx="18144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EA9FC43B-C486-05B4-03F1-4DDC9B6A2B79}"/>
                    </a:ext>
                  </a:extLst>
                </p14:cNvPr>
                <p14:cNvContentPartPr/>
                <p14:nvPr/>
              </p14:nvContentPartPr>
              <p14:xfrm>
                <a:off x="7677240" y="5776667"/>
                <a:ext cx="188280" cy="7992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EA9FC43B-C486-05B4-03F1-4DDC9B6A2B79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7659600" y="5759027"/>
                  <a:ext cx="22392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1309CC1C-24D5-BC46-57E2-2596B73067C4}"/>
                    </a:ext>
                  </a:extLst>
                </p14:cNvPr>
                <p14:cNvContentPartPr/>
                <p14:nvPr/>
              </p14:nvContentPartPr>
              <p14:xfrm>
                <a:off x="7659240" y="5836067"/>
                <a:ext cx="81000" cy="20160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1309CC1C-24D5-BC46-57E2-2596B73067C4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7641600" y="5818427"/>
                  <a:ext cx="11664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C2E6A2D9-8A4F-6A6B-3A3C-3A407097401E}"/>
                    </a:ext>
                  </a:extLst>
                </p14:cNvPr>
                <p14:cNvContentPartPr/>
                <p14:nvPr/>
              </p14:nvContentPartPr>
              <p14:xfrm>
                <a:off x="7587600" y="6300107"/>
                <a:ext cx="65160" cy="24984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C2E6A2D9-8A4F-6A6B-3A3C-3A407097401E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7569600" y="6282107"/>
                  <a:ext cx="10080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4CEE5993-FE69-DB0F-5B4E-C106BE10BD39}"/>
                    </a:ext>
                  </a:extLst>
                </p14:cNvPr>
                <p14:cNvContentPartPr/>
                <p14:nvPr/>
              </p14:nvContentPartPr>
              <p14:xfrm>
                <a:off x="7771560" y="6331427"/>
                <a:ext cx="23400" cy="18180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4CEE5993-FE69-DB0F-5B4E-C106BE10BD39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7753920" y="6313427"/>
                  <a:ext cx="5904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3F4CA748-C9A3-F2B7-3D75-F84710ED9D7A}"/>
                    </a:ext>
                  </a:extLst>
                </p14:cNvPr>
                <p14:cNvContentPartPr/>
                <p14:nvPr/>
              </p14:nvContentPartPr>
              <p14:xfrm>
                <a:off x="8545200" y="6344027"/>
                <a:ext cx="65160" cy="26064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3F4CA748-C9A3-F2B7-3D75-F84710ED9D7A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8527200" y="6326027"/>
                  <a:ext cx="10080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E2BC3DA4-FA7E-7F1A-0591-B3A855CD147F}"/>
                    </a:ext>
                  </a:extLst>
                </p14:cNvPr>
                <p14:cNvContentPartPr/>
                <p14:nvPr/>
              </p14:nvContentPartPr>
              <p14:xfrm>
                <a:off x="8733120" y="6350147"/>
                <a:ext cx="171000" cy="12384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E2BC3DA4-FA7E-7F1A-0591-B3A855CD147F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8715120" y="6332147"/>
                  <a:ext cx="20664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70F753B3-6657-A2ED-0C77-2075CC801F58}"/>
                    </a:ext>
                  </a:extLst>
                </p14:cNvPr>
                <p14:cNvContentPartPr/>
                <p14:nvPr/>
              </p14:nvContentPartPr>
              <p14:xfrm>
                <a:off x="8793600" y="6313067"/>
                <a:ext cx="82440" cy="18756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70F753B3-6657-A2ED-0C77-2075CC801F58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775960" y="6295067"/>
                  <a:ext cx="11808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C6D8C051-8C70-3E6B-3248-98053EB382EB}"/>
                    </a:ext>
                  </a:extLst>
                </p14:cNvPr>
                <p14:cNvContentPartPr/>
                <p14:nvPr/>
              </p14:nvContentPartPr>
              <p14:xfrm>
                <a:off x="9063240" y="6260867"/>
                <a:ext cx="176760" cy="3636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C6D8C051-8C70-3E6B-3248-98053EB382EB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9045240" y="6243227"/>
                  <a:ext cx="21240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E9A48C73-C0D3-C359-2910-E5FB97B1D05F}"/>
                    </a:ext>
                  </a:extLst>
                </p14:cNvPr>
                <p14:cNvContentPartPr/>
                <p14:nvPr/>
              </p14:nvContentPartPr>
              <p14:xfrm>
                <a:off x="9058920" y="6304427"/>
                <a:ext cx="106920" cy="20016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E9A48C73-C0D3-C359-2910-E5FB97B1D05F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9040920" y="6286427"/>
                  <a:ext cx="14256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3A642B0F-E543-AD0C-8B21-9739479DCEC7}"/>
                    </a:ext>
                  </a:extLst>
                </p14:cNvPr>
                <p14:cNvContentPartPr/>
                <p14:nvPr/>
              </p14:nvContentPartPr>
              <p14:xfrm>
                <a:off x="9341880" y="6394787"/>
                <a:ext cx="115200" cy="2520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3A642B0F-E543-AD0C-8B21-9739479DCEC7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9323880" y="6377147"/>
                  <a:ext cx="15084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1471063C-E447-F6C3-6C70-DED5BE790D6F}"/>
                    </a:ext>
                  </a:extLst>
                </p14:cNvPr>
                <p14:cNvContentPartPr/>
                <p14:nvPr/>
              </p14:nvContentPartPr>
              <p14:xfrm>
                <a:off x="9423240" y="6339347"/>
                <a:ext cx="28800" cy="16416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1471063C-E447-F6C3-6C70-DED5BE790D6F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9405600" y="6321347"/>
                  <a:ext cx="6444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5508CAF-3384-9276-FE11-F8B809C77DDB}"/>
                    </a:ext>
                  </a:extLst>
                </p14:cNvPr>
                <p14:cNvContentPartPr/>
                <p14:nvPr/>
              </p14:nvContentPartPr>
              <p14:xfrm>
                <a:off x="9757320" y="6295067"/>
                <a:ext cx="32040" cy="21132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5508CAF-3384-9276-FE11-F8B809C77DDB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9739680" y="6277427"/>
                  <a:ext cx="6768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737021A-1825-10B8-FBE4-FB8681CCCA34}"/>
                    </a:ext>
                  </a:extLst>
                </p14:cNvPr>
                <p14:cNvContentPartPr/>
                <p14:nvPr/>
              </p14:nvContentPartPr>
              <p14:xfrm>
                <a:off x="9902040" y="6349427"/>
                <a:ext cx="115920" cy="11268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737021A-1825-10B8-FBE4-FB8681CCCA34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9884040" y="6331427"/>
                  <a:ext cx="15156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7E99F04F-A558-AF43-6983-073A0E6C576E}"/>
                    </a:ext>
                  </a:extLst>
                </p14:cNvPr>
                <p14:cNvContentPartPr/>
                <p14:nvPr/>
              </p14:nvContentPartPr>
              <p14:xfrm>
                <a:off x="9949200" y="6371387"/>
                <a:ext cx="100080" cy="16416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7E99F04F-A558-AF43-6983-073A0E6C576E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9931200" y="6353387"/>
                  <a:ext cx="13572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B5F9490D-092A-987A-EA60-C4C9C021EA9C}"/>
                    </a:ext>
                  </a:extLst>
                </p14:cNvPr>
                <p14:cNvContentPartPr/>
                <p14:nvPr/>
              </p14:nvContentPartPr>
              <p14:xfrm>
                <a:off x="10207680" y="6331067"/>
                <a:ext cx="124560" cy="432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B5F9490D-092A-987A-EA60-C4C9C021EA9C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10190040" y="6313067"/>
                  <a:ext cx="1602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7B5664CF-B9DD-118C-0DB4-3153C0208E9B}"/>
                    </a:ext>
                  </a:extLst>
                </p14:cNvPr>
                <p14:cNvContentPartPr/>
                <p14:nvPr/>
              </p14:nvContentPartPr>
              <p14:xfrm>
                <a:off x="10176720" y="6328907"/>
                <a:ext cx="91800" cy="22464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7B5664CF-B9DD-118C-0DB4-3153C0208E9B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10158720" y="6311267"/>
                  <a:ext cx="12744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66843352-B275-BBB0-4985-E1BD7A1848A8}"/>
                    </a:ext>
                  </a:extLst>
                </p14:cNvPr>
                <p14:cNvContentPartPr/>
                <p14:nvPr/>
              </p14:nvContentPartPr>
              <p14:xfrm>
                <a:off x="10459680" y="6424307"/>
                <a:ext cx="222120" cy="2304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66843352-B275-BBB0-4985-E1BD7A1848A8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10441680" y="6406307"/>
                  <a:ext cx="25776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05D72991-75B3-A1B5-DB71-0ECCE57FC6EF}"/>
                    </a:ext>
                  </a:extLst>
                </p14:cNvPr>
                <p14:cNvContentPartPr/>
                <p14:nvPr/>
              </p14:nvContentPartPr>
              <p14:xfrm>
                <a:off x="10578840" y="6345467"/>
                <a:ext cx="31680" cy="19260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05D72991-75B3-A1B5-DB71-0ECCE57FC6EF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0560840" y="6327827"/>
                  <a:ext cx="6732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894F1005-B011-7C5E-5650-D6F63FCB6025}"/>
                    </a:ext>
                  </a:extLst>
                </p14:cNvPr>
                <p14:cNvContentPartPr/>
                <p14:nvPr/>
              </p14:nvContentPartPr>
              <p14:xfrm>
                <a:off x="10796280" y="6341147"/>
                <a:ext cx="43920" cy="21672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894F1005-B011-7C5E-5650-D6F63FCB6025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10778640" y="6323507"/>
                  <a:ext cx="7956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AA81D755-F99C-0774-81F8-BB27ABDD3D37}"/>
                    </a:ext>
                  </a:extLst>
                </p14:cNvPr>
                <p14:cNvContentPartPr/>
                <p14:nvPr/>
              </p14:nvContentPartPr>
              <p14:xfrm>
                <a:off x="10926600" y="6353747"/>
                <a:ext cx="168480" cy="15084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AA81D755-F99C-0774-81F8-BB27ABDD3D37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0908960" y="6335747"/>
                  <a:ext cx="20412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AD0B52E1-3D3C-4819-46FC-B95559DCD8A8}"/>
                    </a:ext>
                  </a:extLst>
                </p14:cNvPr>
                <p14:cNvContentPartPr/>
                <p14:nvPr/>
              </p14:nvContentPartPr>
              <p14:xfrm>
                <a:off x="11005800" y="6374987"/>
                <a:ext cx="91800" cy="14508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AD0B52E1-3D3C-4819-46FC-B95559DCD8A8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0988160" y="6356987"/>
                  <a:ext cx="12744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C8EBB277-E07E-1E76-9C2B-AC778D1197A1}"/>
                    </a:ext>
                  </a:extLst>
                </p14:cNvPr>
                <p14:cNvContentPartPr/>
                <p14:nvPr/>
              </p14:nvContentPartPr>
              <p14:xfrm>
                <a:off x="11252760" y="6335387"/>
                <a:ext cx="31320" cy="18180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C8EBB277-E07E-1E76-9C2B-AC778D1197A1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1235120" y="6317387"/>
                  <a:ext cx="6696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0F003F3A-1D9A-BD16-0279-2A0595C59956}"/>
                    </a:ext>
                  </a:extLst>
                </p14:cNvPr>
                <p14:cNvContentPartPr/>
                <p14:nvPr/>
              </p14:nvContentPartPr>
              <p14:xfrm>
                <a:off x="11423040" y="6341867"/>
                <a:ext cx="18360" cy="18288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0F003F3A-1D9A-BD16-0279-2A0595C59956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1405040" y="6323867"/>
                  <a:ext cx="5400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A5C065E7-9B8B-5C8D-2C37-2E9B340FDE8F}"/>
                    </a:ext>
                  </a:extLst>
                </p14:cNvPr>
                <p14:cNvContentPartPr/>
                <p14:nvPr/>
              </p14:nvContentPartPr>
              <p14:xfrm>
                <a:off x="11601600" y="6410627"/>
                <a:ext cx="86040" cy="2880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A5C065E7-9B8B-5C8D-2C37-2E9B340FDE8F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1583600" y="6392987"/>
                  <a:ext cx="12168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D35D041F-4B29-1ABB-1666-543FDFD8C31C}"/>
                    </a:ext>
                  </a:extLst>
                </p14:cNvPr>
                <p14:cNvContentPartPr/>
                <p14:nvPr/>
              </p14:nvContentPartPr>
              <p14:xfrm>
                <a:off x="11572800" y="6504227"/>
                <a:ext cx="99000" cy="1656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D35D041F-4B29-1ABB-1666-543FDFD8C31C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11555160" y="6486227"/>
                  <a:ext cx="13464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33C5F67A-AD2D-536A-5E5D-6CC13DEC7D03}"/>
                    </a:ext>
                  </a:extLst>
                </p14:cNvPr>
                <p14:cNvContentPartPr/>
                <p14:nvPr/>
              </p14:nvContentPartPr>
              <p14:xfrm>
                <a:off x="11839560" y="6308387"/>
                <a:ext cx="136800" cy="17460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33C5F67A-AD2D-536A-5E5D-6CC13DEC7D03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11821560" y="6290747"/>
                  <a:ext cx="17244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BB0E7082-F1B7-5E86-8256-1F6BEAA4B9EE}"/>
                    </a:ext>
                  </a:extLst>
                </p14:cNvPr>
                <p14:cNvContentPartPr/>
                <p14:nvPr/>
              </p14:nvContentPartPr>
              <p14:xfrm>
                <a:off x="12058800" y="6297227"/>
                <a:ext cx="37800" cy="24768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BB0E7082-F1B7-5E86-8256-1F6BEAA4B9EE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12040800" y="6279587"/>
                  <a:ext cx="7344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A734E4AB-DE73-B348-E1DE-C355BFE3FD19}"/>
                    </a:ext>
                  </a:extLst>
                </p14:cNvPr>
                <p14:cNvContentPartPr/>
                <p14:nvPr/>
              </p14:nvContentPartPr>
              <p14:xfrm>
                <a:off x="8724120" y="4705307"/>
                <a:ext cx="23760" cy="1332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A734E4AB-DE73-B348-E1DE-C355BFE3FD19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8706120" y="4687667"/>
                  <a:ext cx="5940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B796026C-771F-5E59-FE3C-1DF520B5AABD}"/>
                    </a:ext>
                  </a:extLst>
                </p14:cNvPr>
                <p14:cNvContentPartPr/>
                <p14:nvPr/>
              </p14:nvContentPartPr>
              <p14:xfrm>
                <a:off x="8669760" y="4722587"/>
                <a:ext cx="210960" cy="316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B796026C-771F-5E59-FE3C-1DF520B5AABD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8652120" y="4704587"/>
                  <a:ext cx="24660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2F16B363-3234-3A6E-FEF9-D210CD7E1BC2}"/>
                    </a:ext>
                  </a:extLst>
                </p14:cNvPr>
                <p14:cNvContentPartPr/>
                <p14:nvPr/>
              </p14:nvContentPartPr>
              <p14:xfrm>
                <a:off x="8798280" y="4697387"/>
                <a:ext cx="32400" cy="20160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2F16B363-3234-3A6E-FEF9-D210CD7E1BC2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8780640" y="4679387"/>
                  <a:ext cx="6804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309AD4A8-10DB-8BF7-0F71-DA256E884404}"/>
                    </a:ext>
                  </a:extLst>
                </p14:cNvPr>
                <p14:cNvContentPartPr/>
                <p14:nvPr/>
              </p14:nvContentPartPr>
              <p14:xfrm>
                <a:off x="8964960" y="4713227"/>
                <a:ext cx="123480" cy="14868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309AD4A8-10DB-8BF7-0F71-DA256E884404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8947320" y="4695587"/>
                  <a:ext cx="15912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7327E91-66BE-9BA8-980F-79A090A73DFA}"/>
                    </a:ext>
                  </a:extLst>
                </p14:cNvPr>
                <p14:cNvContentPartPr/>
                <p14:nvPr/>
              </p14:nvContentPartPr>
              <p14:xfrm>
                <a:off x="9144600" y="4762547"/>
                <a:ext cx="95760" cy="12132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7327E91-66BE-9BA8-980F-79A090A73DFA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9126600" y="4744907"/>
                  <a:ext cx="13140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C44B130E-D66E-8659-CDFA-54DDF8CBD70A}"/>
                    </a:ext>
                  </a:extLst>
                </p14:cNvPr>
                <p14:cNvContentPartPr/>
                <p14:nvPr/>
              </p14:nvContentPartPr>
              <p14:xfrm>
                <a:off x="9337200" y="4747787"/>
                <a:ext cx="48600" cy="10800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C44B130E-D66E-8659-CDFA-54DDF8CBD70A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9319560" y="4729787"/>
                  <a:ext cx="8424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562EF9C4-D248-0EEF-2DAE-5028E607D667}"/>
                    </a:ext>
                  </a:extLst>
                </p14:cNvPr>
                <p14:cNvContentPartPr/>
                <p14:nvPr/>
              </p14:nvContentPartPr>
              <p14:xfrm>
                <a:off x="9470400" y="4732307"/>
                <a:ext cx="85320" cy="17280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562EF9C4-D248-0EEF-2DAE-5028E607D667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9452760" y="4714307"/>
                  <a:ext cx="12096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BF22433-57E3-C14C-EC62-1ECA13779A35}"/>
                    </a:ext>
                  </a:extLst>
                </p14:cNvPr>
                <p14:cNvContentPartPr/>
                <p14:nvPr/>
              </p14:nvContentPartPr>
              <p14:xfrm>
                <a:off x="9629880" y="4681907"/>
                <a:ext cx="135360" cy="17604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BF22433-57E3-C14C-EC62-1ECA13779A35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9611880" y="4664267"/>
                  <a:ext cx="17100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508767F7-A69F-DDCC-17E6-228DD0673658}"/>
                    </a:ext>
                  </a:extLst>
                </p14:cNvPr>
                <p14:cNvContentPartPr/>
                <p14:nvPr/>
              </p14:nvContentPartPr>
              <p14:xfrm>
                <a:off x="9871080" y="4724027"/>
                <a:ext cx="65520" cy="9504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508767F7-A69F-DDCC-17E6-228DD0673658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9853440" y="4706387"/>
                  <a:ext cx="10116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B8EF9188-765B-17EF-753B-0C7D1ECFD3A7}"/>
                    </a:ext>
                  </a:extLst>
                </p14:cNvPr>
                <p14:cNvContentPartPr/>
                <p14:nvPr/>
              </p14:nvContentPartPr>
              <p14:xfrm>
                <a:off x="10028760" y="4629707"/>
                <a:ext cx="44280" cy="18252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B8EF9188-765B-17EF-753B-0C7D1ECFD3A7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0011120" y="4612067"/>
                  <a:ext cx="7992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19C7E61-090A-8FC8-42BE-66D1AADB14C2}"/>
                    </a:ext>
                  </a:extLst>
                </p14:cNvPr>
                <p14:cNvContentPartPr/>
                <p14:nvPr/>
              </p14:nvContentPartPr>
              <p14:xfrm>
                <a:off x="10201200" y="4664987"/>
                <a:ext cx="12240" cy="11052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19C7E61-090A-8FC8-42BE-66D1AADB14C2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0183560" y="4646987"/>
                  <a:ext cx="4788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5A24DE53-9B19-8F8C-ADF8-F24E5B02D7EC}"/>
                    </a:ext>
                  </a:extLst>
                </p14:cNvPr>
                <p14:cNvContentPartPr/>
                <p14:nvPr/>
              </p14:nvContentPartPr>
              <p14:xfrm>
                <a:off x="10144680" y="4575347"/>
                <a:ext cx="142200" cy="22212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5A24DE53-9B19-8F8C-ADF8-F24E5B02D7EC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10126680" y="4557347"/>
                  <a:ext cx="17784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28C36836-8EF8-8191-8565-7E1526262CFC}"/>
                    </a:ext>
                  </a:extLst>
                </p14:cNvPr>
                <p14:cNvContentPartPr/>
                <p14:nvPr/>
              </p14:nvContentPartPr>
              <p14:xfrm>
                <a:off x="9422520" y="5608547"/>
                <a:ext cx="16920" cy="27252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28C36836-8EF8-8191-8565-7E1526262CFC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9404520" y="5590547"/>
                  <a:ext cx="5256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CC460817-7915-CB0D-4A88-5066204FA200}"/>
                    </a:ext>
                  </a:extLst>
                </p14:cNvPr>
                <p14:cNvContentPartPr/>
                <p14:nvPr/>
              </p14:nvContentPartPr>
              <p14:xfrm>
                <a:off x="9575160" y="5580107"/>
                <a:ext cx="177840" cy="25740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CC460817-7915-CB0D-4A88-5066204FA200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9557520" y="5562107"/>
                  <a:ext cx="21348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CE4159CD-1733-5D4F-5D22-BE961BA84389}"/>
                    </a:ext>
                  </a:extLst>
                </p14:cNvPr>
                <p14:cNvContentPartPr/>
                <p14:nvPr/>
              </p14:nvContentPartPr>
              <p14:xfrm>
                <a:off x="8406960" y="5619347"/>
                <a:ext cx="192960" cy="17640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CE4159CD-1733-5D4F-5D22-BE961BA84389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8389320" y="5601707"/>
                  <a:ext cx="22860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D1C874AF-3E86-8C49-2FA7-1C63D3F4AA02}"/>
                    </a:ext>
                  </a:extLst>
                </p14:cNvPr>
                <p14:cNvContentPartPr/>
                <p14:nvPr/>
              </p14:nvContentPartPr>
              <p14:xfrm>
                <a:off x="8660760" y="5608907"/>
                <a:ext cx="64440" cy="24840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D1C874AF-3E86-8C49-2FA7-1C63D3F4AA02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8643120" y="5591267"/>
                  <a:ext cx="10008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FF20C622-2FFC-DB45-8455-1519C40E8CE4}"/>
                    </a:ext>
                  </a:extLst>
                </p14:cNvPr>
                <p14:cNvContentPartPr/>
                <p14:nvPr/>
              </p14:nvContentPartPr>
              <p14:xfrm>
                <a:off x="8874960" y="5576867"/>
                <a:ext cx="260640" cy="33408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FF20C622-2FFC-DB45-8455-1519C40E8C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8856960" y="5559227"/>
                  <a:ext cx="296280" cy="36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357B0E13-2EC3-653C-CFEA-4767E366DF69}"/>
                    </a:ext>
                  </a:extLst>
                </p14:cNvPr>
                <p14:cNvContentPartPr/>
                <p14:nvPr/>
              </p14:nvContentPartPr>
              <p14:xfrm>
                <a:off x="10285440" y="5586587"/>
                <a:ext cx="465120" cy="2592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357B0E13-2EC3-653C-CFEA-4767E366DF69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0267800" y="5568947"/>
                  <a:ext cx="50076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FA1486B7-65DD-B7DD-E5B2-6ED071E032B1}"/>
                    </a:ext>
                  </a:extLst>
                </p14:cNvPr>
                <p14:cNvContentPartPr/>
                <p14:nvPr/>
              </p14:nvContentPartPr>
              <p14:xfrm>
                <a:off x="10624560" y="5532587"/>
                <a:ext cx="138600" cy="18324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FA1486B7-65DD-B7DD-E5B2-6ED071E032B1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10606920" y="5514947"/>
                  <a:ext cx="17424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1547D2A4-258A-4A5C-E8C1-C5C9761C8CFA}"/>
                    </a:ext>
                  </a:extLst>
                </p14:cNvPr>
                <p14:cNvContentPartPr/>
                <p14:nvPr/>
              </p14:nvContentPartPr>
              <p14:xfrm>
                <a:off x="11001120" y="5410547"/>
                <a:ext cx="239760" cy="26640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1547D2A4-258A-4A5C-E8C1-C5C9761C8CF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10983480" y="5392907"/>
                  <a:ext cx="27540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997C70DF-4740-741E-D290-93F26A9BD569}"/>
                    </a:ext>
                  </a:extLst>
                </p14:cNvPr>
                <p14:cNvContentPartPr/>
                <p14:nvPr/>
              </p14:nvContentPartPr>
              <p14:xfrm>
                <a:off x="11358960" y="5429987"/>
                <a:ext cx="160560" cy="21708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997C70DF-4740-741E-D290-93F26A9BD569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11341320" y="5412347"/>
                  <a:ext cx="19620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7E674E85-23FD-CF65-B70A-E4073FFB86F9}"/>
                    </a:ext>
                  </a:extLst>
                </p14:cNvPr>
                <p14:cNvContentPartPr/>
                <p14:nvPr/>
              </p14:nvContentPartPr>
              <p14:xfrm>
                <a:off x="10756320" y="5209667"/>
                <a:ext cx="1140480" cy="70416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7E674E85-23FD-CF65-B70A-E4073FFB86F9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10738680" y="5192027"/>
                  <a:ext cx="1176120" cy="73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AE5A9D9D-9D1A-063B-3073-104B309F9E89}"/>
                    </a:ext>
                  </a:extLst>
                </p14:cNvPr>
                <p14:cNvContentPartPr/>
                <p14:nvPr/>
              </p14:nvContentPartPr>
              <p14:xfrm>
                <a:off x="10829400" y="5315147"/>
                <a:ext cx="58680" cy="62064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AE5A9D9D-9D1A-063B-3073-104B309F9E89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10811400" y="5297147"/>
                  <a:ext cx="94320" cy="65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F1689523-7DA7-5507-E92B-FF825E6F09F5}"/>
                    </a:ext>
                  </a:extLst>
                </p14:cNvPr>
                <p14:cNvContentPartPr/>
                <p14:nvPr/>
              </p14:nvContentPartPr>
              <p14:xfrm>
                <a:off x="8603880" y="5115707"/>
                <a:ext cx="63000" cy="26352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F1689523-7DA7-5507-E92B-FF825E6F09F5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8586240" y="5097707"/>
                  <a:ext cx="9864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0F0FC6EF-5B36-FC4E-8A37-D6DD03F94728}"/>
                    </a:ext>
                  </a:extLst>
                </p14:cNvPr>
                <p14:cNvContentPartPr/>
                <p14:nvPr/>
              </p14:nvContentPartPr>
              <p14:xfrm>
                <a:off x="8795040" y="5078267"/>
                <a:ext cx="134640" cy="26280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0F0FC6EF-5B36-FC4E-8A37-D6DD03F94728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8777040" y="5060627"/>
                  <a:ext cx="17028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839C4CEE-0FDC-A4E3-9F36-8EDEFF1E11A4}"/>
                    </a:ext>
                  </a:extLst>
                </p14:cNvPr>
                <p14:cNvContentPartPr/>
                <p14:nvPr/>
              </p14:nvContentPartPr>
              <p14:xfrm>
                <a:off x="9026880" y="4996907"/>
                <a:ext cx="252000" cy="37368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839C4CEE-0FDC-A4E3-9F36-8EDEFF1E11A4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9008880" y="4978907"/>
                  <a:ext cx="287640" cy="40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0AE34EB2-E0A7-45BB-3130-E8AE61FCE7F0}"/>
                    </a:ext>
                  </a:extLst>
                </p14:cNvPr>
                <p14:cNvContentPartPr/>
                <p14:nvPr/>
              </p14:nvContentPartPr>
              <p14:xfrm>
                <a:off x="9355560" y="5112467"/>
                <a:ext cx="36720" cy="28404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0AE34EB2-E0A7-45BB-3130-E8AE61FCE7F0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9337560" y="5094827"/>
                  <a:ext cx="7236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7FED480-4708-BC45-AFB6-17D6A3ABE4F4}"/>
                    </a:ext>
                  </a:extLst>
                </p14:cNvPr>
                <p14:cNvContentPartPr/>
                <p14:nvPr/>
              </p14:nvContentPartPr>
              <p14:xfrm>
                <a:off x="9498480" y="5129747"/>
                <a:ext cx="126360" cy="16956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7FED480-4708-BC45-AFB6-17D6A3ABE4F4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9480840" y="5111747"/>
                  <a:ext cx="16200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E4001A46-7019-37E7-8449-5EA03FDB5EA0}"/>
                    </a:ext>
                  </a:extLst>
                </p14:cNvPr>
                <p14:cNvContentPartPr/>
                <p14:nvPr/>
              </p14:nvContentPartPr>
              <p14:xfrm>
                <a:off x="9857040" y="5081507"/>
                <a:ext cx="621000" cy="5940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E4001A46-7019-37E7-8449-5EA03FDB5EA0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9839040" y="5063507"/>
                  <a:ext cx="65664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D88240F7-616A-FA55-009B-D9D2F6CB99B2}"/>
                    </a:ext>
                  </a:extLst>
                </p14:cNvPr>
                <p14:cNvContentPartPr/>
                <p14:nvPr/>
              </p14:nvContentPartPr>
              <p14:xfrm>
                <a:off x="10402080" y="4941827"/>
                <a:ext cx="109800" cy="26424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D88240F7-616A-FA55-009B-D9D2F6CB99B2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0384440" y="4924187"/>
                  <a:ext cx="14544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13B27C25-09BF-2F26-9467-64A130E7413F}"/>
                    </a:ext>
                  </a:extLst>
                </p14:cNvPr>
                <p14:cNvContentPartPr/>
                <p14:nvPr/>
              </p14:nvContentPartPr>
              <p14:xfrm>
                <a:off x="10682880" y="4778387"/>
                <a:ext cx="63000" cy="31824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13B27C25-09BF-2F26-9467-64A130E7413F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10665240" y="4760387"/>
                  <a:ext cx="98640" cy="35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26B02F3B-22E7-6544-FC82-68B6752FDD71}"/>
                    </a:ext>
                  </a:extLst>
                </p14:cNvPr>
                <p14:cNvContentPartPr/>
                <p14:nvPr/>
              </p14:nvContentPartPr>
              <p14:xfrm>
                <a:off x="10694400" y="4770827"/>
                <a:ext cx="249480" cy="20232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26B02F3B-22E7-6544-FC82-68B6752FDD71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10676400" y="4752827"/>
                  <a:ext cx="28512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725DF831-6509-D8C7-A065-331D39DB437E}"/>
                    </a:ext>
                  </a:extLst>
                </p14:cNvPr>
                <p14:cNvContentPartPr/>
                <p14:nvPr/>
              </p14:nvContentPartPr>
              <p14:xfrm>
                <a:off x="11045760" y="4689467"/>
                <a:ext cx="186120" cy="29808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725DF831-6509-D8C7-A065-331D39DB437E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11027760" y="4671827"/>
                  <a:ext cx="221760" cy="3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1C25600F-FB77-4FE8-D9D0-B6D891FB0FC9}"/>
                    </a:ext>
                  </a:extLst>
                </p14:cNvPr>
                <p14:cNvContentPartPr/>
                <p14:nvPr/>
              </p14:nvContentPartPr>
              <p14:xfrm>
                <a:off x="11505120" y="4714307"/>
                <a:ext cx="180720" cy="25740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1C25600F-FB77-4FE8-D9D0-B6D891FB0FC9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11487120" y="4696667"/>
                  <a:ext cx="21636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B77CEC21-6218-E479-BA06-7055AA4DE9E2}"/>
                    </a:ext>
                  </a:extLst>
                </p14:cNvPr>
                <p14:cNvContentPartPr/>
                <p14:nvPr/>
              </p14:nvContentPartPr>
              <p14:xfrm>
                <a:off x="11796360" y="4764707"/>
                <a:ext cx="125640" cy="18396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B77CEC21-6218-E479-BA06-7055AA4DE9E2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11778720" y="4747067"/>
                  <a:ext cx="16128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E091069F-7A99-767D-9F43-6573930DD4F3}"/>
                    </a:ext>
                  </a:extLst>
                </p14:cNvPr>
                <p14:cNvContentPartPr/>
                <p14:nvPr/>
              </p14:nvContentPartPr>
              <p14:xfrm>
                <a:off x="10444560" y="4519907"/>
                <a:ext cx="1676880" cy="69444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E091069F-7A99-767D-9F43-6573930DD4F3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10426920" y="4502267"/>
                  <a:ext cx="1712520" cy="73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EC31EA08-6BB6-7A12-5A8D-DD9ACA53F223}"/>
                    </a:ext>
                  </a:extLst>
                </p14:cNvPr>
                <p14:cNvContentPartPr/>
                <p14:nvPr/>
              </p14:nvContentPartPr>
              <p14:xfrm>
                <a:off x="7017000" y="5150987"/>
                <a:ext cx="1513440" cy="138600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EC31EA08-6BB6-7A12-5A8D-DD9ACA53F223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6999000" y="5133347"/>
                  <a:ext cx="1549080" cy="14216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85" dirty="0"/>
              <a:t> </a:t>
            </a:r>
            <a:r>
              <a:rPr spc="55" dirty="0"/>
              <a:t>would</a:t>
            </a:r>
            <a:r>
              <a:rPr spc="175" dirty="0"/>
              <a:t> </a:t>
            </a:r>
            <a:r>
              <a:rPr dirty="0"/>
              <a:t>we</a:t>
            </a:r>
            <a:r>
              <a:rPr spc="175" dirty="0"/>
              <a:t> </a:t>
            </a:r>
            <a:r>
              <a:rPr spc="50" dirty="0"/>
              <a:t>decide</a:t>
            </a:r>
            <a:r>
              <a:rPr spc="165" dirty="0"/>
              <a:t> </a:t>
            </a:r>
            <a:r>
              <a:rPr spc="-10" dirty="0"/>
              <a:t>this?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08011" y="474344"/>
            <a:ext cx="9523349" cy="3684397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27100" y="3208299"/>
            <a:ext cx="2306320" cy="2071370"/>
          </a:xfrm>
          <a:prstGeom prst="rect">
            <a:avLst/>
          </a:prstGeom>
        </p:spPr>
        <p:txBody>
          <a:bodyPr vert="horz" wrap="square" lIns="0" tIns="984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75"/>
              </a:spcBef>
            </a:pPr>
            <a:r>
              <a:rPr sz="2800" spc="55" dirty="0">
                <a:latin typeface="Calibri"/>
                <a:cs typeface="Calibri"/>
              </a:rPr>
              <a:t>Threshold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=</a:t>
            </a:r>
            <a:r>
              <a:rPr sz="2800" spc="12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12</a:t>
            </a:r>
            <a:endParaRPr sz="2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75"/>
              </a:spcBef>
            </a:pPr>
            <a:r>
              <a:rPr sz="2800" spc="65" dirty="0">
                <a:latin typeface="Calibri"/>
                <a:cs typeface="Calibri"/>
              </a:rPr>
              <a:t>w1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=</a:t>
            </a:r>
            <a:r>
              <a:rPr sz="2800" spc="125" dirty="0">
                <a:latin typeface="Calibri"/>
                <a:cs typeface="Calibri"/>
              </a:rPr>
              <a:t> </a:t>
            </a:r>
            <a:r>
              <a:rPr sz="2800" spc="35" dirty="0">
                <a:latin typeface="Calibri"/>
                <a:cs typeface="Calibri"/>
              </a:rPr>
              <a:t>5</a:t>
            </a:r>
            <a:endParaRPr sz="2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60"/>
              </a:spcBef>
            </a:pPr>
            <a:r>
              <a:rPr sz="2800" spc="65" dirty="0">
                <a:latin typeface="Calibri"/>
                <a:cs typeface="Calibri"/>
              </a:rPr>
              <a:t>w2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=</a:t>
            </a:r>
            <a:r>
              <a:rPr sz="2800" spc="125" dirty="0">
                <a:latin typeface="Calibri"/>
                <a:cs typeface="Calibri"/>
              </a:rPr>
              <a:t> </a:t>
            </a:r>
            <a:r>
              <a:rPr sz="2800" spc="35" dirty="0">
                <a:latin typeface="Calibri"/>
                <a:cs typeface="Calibri"/>
              </a:rPr>
              <a:t>5</a:t>
            </a:r>
            <a:endParaRPr sz="2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60"/>
              </a:spcBef>
            </a:pPr>
            <a:r>
              <a:rPr sz="2800" spc="65" dirty="0">
                <a:latin typeface="Calibri"/>
                <a:cs typeface="Calibri"/>
              </a:rPr>
              <a:t>w3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=</a:t>
            </a:r>
            <a:r>
              <a:rPr sz="2800" spc="125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11</a:t>
            </a:r>
            <a:endParaRPr sz="2800">
              <a:latin typeface="Calibri"/>
              <a:cs typeface="Calibri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3888613" y="4257928"/>
            <a:ext cx="1973580" cy="707390"/>
            <a:chOff x="3888613" y="4257928"/>
            <a:chExt cx="1973580" cy="707390"/>
          </a:xfrm>
        </p:grpSpPr>
        <p:sp>
          <p:nvSpPr>
            <p:cNvPr id="6" name="object 6"/>
            <p:cNvSpPr/>
            <p:nvPr/>
          </p:nvSpPr>
          <p:spPr>
            <a:xfrm>
              <a:off x="3894963" y="4264278"/>
              <a:ext cx="1960880" cy="694690"/>
            </a:xfrm>
            <a:custGeom>
              <a:avLst/>
              <a:gdLst/>
              <a:ahLst/>
              <a:cxnLst/>
              <a:rect l="l" t="t" r="r" b="b"/>
              <a:pathLst>
                <a:path w="1960879" h="694689">
                  <a:moveTo>
                    <a:pt x="1613408" y="0"/>
                  </a:moveTo>
                  <a:lnTo>
                    <a:pt x="1613408" y="173609"/>
                  </a:lnTo>
                  <a:lnTo>
                    <a:pt x="0" y="173609"/>
                  </a:lnTo>
                  <a:lnTo>
                    <a:pt x="0" y="520954"/>
                  </a:lnTo>
                  <a:lnTo>
                    <a:pt x="1613408" y="520954"/>
                  </a:lnTo>
                  <a:lnTo>
                    <a:pt x="1613408" y="694563"/>
                  </a:lnTo>
                  <a:lnTo>
                    <a:pt x="1960752" y="347345"/>
                  </a:lnTo>
                  <a:lnTo>
                    <a:pt x="161340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894963" y="4264278"/>
              <a:ext cx="1960880" cy="694690"/>
            </a:xfrm>
            <a:custGeom>
              <a:avLst/>
              <a:gdLst/>
              <a:ahLst/>
              <a:cxnLst/>
              <a:rect l="l" t="t" r="r" b="b"/>
              <a:pathLst>
                <a:path w="1960879" h="694689">
                  <a:moveTo>
                    <a:pt x="0" y="173609"/>
                  </a:moveTo>
                  <a:lnTo>
                    <a:pt x="1613408" y="173609"/>
                  </a:lnTo>
                  <a:lnTo>
                    <a:pt x="1613408" y="0"/>
                  </a:lnTo>
                  <a:lnTo>
                    <a:pt x="1960752" y="347345"/>
                  </a:lnTo>
                  <a:lnTo>
                    <a:pt x="1613408" y="694563"/>
                  </a:lnTo>
                  <a:lnTo>
                    <a:pt x="1613408" y="520954"/>
                  </a:lnTo>
                  <a:lnTo>
                    <a:pt x="0" y="520954"/>
                  </a:lnTo>
                  <a:lnTo>
                    <a:pt x="0" y="173609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6503289" y="3300729"/>
            <a:ext cx="5456555" cy="2216150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12700" marR="5080">
              <a:lnSpc>
                <a:spcPct val="90100"/>
              </a:lnSpc>
              <a:spcBef>
                <a:spcPts val="385"/>
              </a:spcBef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Now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this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basically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says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that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we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only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go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if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we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have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tickets</a:t>
            </a:r>
            <a:r>
              <a:rPr sz="2400" spc="-7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AND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one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the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other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conditions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are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true,</a:t>
            </a:r>
            <a:r>
              <a:rPr sz="2400" spc="-5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but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not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both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of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them.</a:t>
            </a:r>
            <a:endParaRPr sz="2400">
              <a:latin typeface="Calibri"/>
              <a:cs typeface="Calibri"/>
            </a:endParaRPr>
          </a:p>
          <a:p>
            <a:pPr marL="12700" marR="224790">
              <a:lnSpc>
                <a:spcPts val="2590"/>
              </a:lnSpc>
              <a:spcBef>
                <a:spcPts val="1445"/>
              </a:spcBef>
            </a:pP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This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is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400" spc="-4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silly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example,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but</a:t>
            </a:r>
            <a:r>
              <a:rPr sz="2400" spc="-2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reasonable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starting</a:t>
            </a:r>
            <a:r>
              <a:rPr sz="2400" spc="-5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point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to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think</a:t>
            </a:r>
            <a:r>
              <a:rPr sz="2400" spc="-4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about</a:t>
            </a:r>
            <a:r>
              <a:rPr sz="2400" spc="-3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how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we</a:t>
            </a:r>
            <a:r>
              <a:rPr sz="2400" spc="-3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build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up</a:t>
            </a:r>
            <a:r>
              <a:rPr sz="2400" spc="-60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complex</a:t>
            </a:r>
            <a:r>
              <a:rPr sz="2400" spc="-6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404040"/>
                </a:solidFill>
                <a:latin typeface="Calibri"/>
                <a:cs typeface="Calibri"/>
              </a:rPr>
              <a:t>decision</a:t>
            </a:r>
            <a:r>
              <a:rPr sz="2400" spc="-75" dirty="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sz="2400" spc="-10" dirty="0">
                <a:solidFill>
                  <a:srgbClr val="404040"/>
                </a:solidFill>
                <a:latin typeface="Calibri"/>
                <a:cs typeface="Calibri"/>
              </a:rPr>
              <a:t>making.</a:t>
            </a:r>
            <a:endParaRPr sz="2400">
              <a:latin typeface="Calibri"/>
              <a:cs typeface="Calibri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B3640D28-26E1-D65A-1A97-041C618282C5}"/>
                  </a:ext>
                </a:extLst>
              </p14:cNvPr>
              <p14:cNvContentPartPr/>
              <p14:nvPr/>
            </p14:nvContentPartPr>
            <p14:xfrm>
              <a:off x="1349060" y="4917440"/>
              <a:ext cx="452880" cy="29808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B3640D28-26E1-D65A-1A97-041C618282C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95420" y="4809800"/>
                <a:ext cx="560520" cy="51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906AB88D-ACB8-9923-693E-CD9772123E58}"/>
                  </a:ext>
                </a:extLst>
              </p14:cNvPr>
              <p14:cNvContentPartPr/>
              <p14:nvPr/>
            </p14:nvContentPartPr>
            <p14:xfrm>
              <a:off x="1327100" y="3899360"/>
              <a:ext cx="311040" cy="25920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906AB88D-ACB8-9923-693E-CD9772123E58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273100" y="3791360"/>
                <a:ext cx="418680" cy="474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AF236BE4-F5AE-FDA0-AE17-84A9263D4AF2}"/>
                  </a:ext>
                </a:extLst>
              </p14:cNvPr>
              <p14:cNvContentPartPr/>
              <p14:nvPr/>
            </p14:nvContentPartPr>
            <p14:xfrm>
              <a:off x="1283900" y="4395440"/>
              <a:ext cx="352800" cy="329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AF236BE4-F5AE-FDA0-AE17-84A9263D4AF2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230260" y="4287440"/>
                <a:ext cx="460440" cy="544680"/>
              </a:xfrm>
              <a:prstGeom prst="rect">
                <a:avLst/>
              </a:prstGeom>
            </p:spPr>
          </p:pic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C453D149-EFCA-83B8-C661-0FD903F3380E}"/>
              </a:ext>
            </a:extLst>
          </p:cNvPr>
          <p:cNvGrpSpPr/>
          <p:nvPr/>
        </p:nvGrpSpPr>
        <p:grpSpPr>
          <a:xfrm>
            <a:off x="1837220" y="4077920"/>
            <a:ext cx="887760" cy="1316880"/>
            <a:chOff x="1837220" y="4077920"/>
            <a:chExt cx="887760" cy="1316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8A048B6-FB3A-D98E-806E-F2DF0F1EBABD}"/>
                    </a:ext>
                  </a:extLst>
                </p14:cNvPr>
                <p14:cNvContentPartPr/>
                <p14:nvPr/>
              </p14:nvContentPartPr>
              <p14:xfrm>
                <a:off x="1837220" y="4077920"/>
                <a:ext cx="279360" cy="13168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8A048B6-FB3A-D98E-806E-F2DF0F1EBABD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819580" y="4060280"/>
                  <a:ext cx="315000" cy="135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82C4E79-5E1E-D0F4-08D7-BF84B3C88327}"/>
                    </a:ext>
                  </a:extLst>
                </p14:cNvPr>
                <p14:cNvContentPartPr/>
                <p14:nvPr/>
              </p14:nvContentPartPr>
              <p14:xfrm>
                <a:off x="2011820" y="4684880"/>
                <a:ext cx="317520" cy="576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82C4E79-5E1E-D0F4-08D7-BF84B3C88327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994180" y="4666880"/>
                  <a:ext cx="35316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F7A7C54-55FF-74F6-E182-2A27DA2551D8}"/>
                    </a:ext>
                  </a:extLst>
                </p14:cNvPr>
                <p14:cNvContentPartPr/>
                <p14:nvPr/>
              </p14:nvContentPartPr>
              <p14:xfrm>
                <a:off x="2255180" y="4609280"/>
                <a:ext cx="124200" cy="1688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F7A7C54-55FF-74F6-E182-2A27DA2551D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237180" y="4591640"/>
                  <a:ext cx="15984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9324286-99D7-564E-A2F7-B4C16B6F3D6A}"/>
                    </a:ext>
                  </a:extLst>
                </p14:cNvPr>
                <p14:cNvContentPartPr/>
                <p14:nvPr/>
              </p14:nvContentPartPr>
              <p14:xfrm>
                <a:off x="2458580" y="4595960"/>
                <a:ext cx="45360" cy="2278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9324286-99D7-564E-A2F7-B4C16B6F3D6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440580" y="4577960"/>
                  <a:ext cx="8100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D474CDE-9D16-D3E8-B44C-1B9F03CEDB73}"/>
                    </a:ext>
                  </a:extLst>
                </p14:cNvPr>
                <p14:cNvContentPartPr/>
                <p14:nvPr/>
              </p14:nvContentPartPr>
              <p14:xfrm>
                <a:off x="2471180" y="4566800"/>
                <a:ext cx="136800" cy="1486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D474CDE-9D16-D3E8-B44C-1B9F03CEDB73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453180" y="4548800"/>
                  <a:ext cx="17244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DE62C98-0289-A133-8F72-07A17C484B3B}"/>
                    </a:ext>
                  </a:extLst>
                </p14:cNvPr>
                <p14:cNvContentPartPr/>
                <p14:nvPr/>
              </p14:nvContentPartPr>
              <p14:xfrm>
                <a:off x="2640380" y="4561760"/>
                <a:ext cx="84600" cy="1339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DE62C98-0289-A133-8F72-07A17C484B3B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2622380" y="4544120"/>
                  <a:ext cx="120240" cy="16956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Addition</a:t>
            </a:r>
            <a:r>
              <a:rPr spc="260" dirty="0"/>
              <a:t> </a:t>
            </a:r>
            <a:r>
              <a:rPr dirty="0"/>
              <a:t>of</a:t>
            </a:r>
            <a:r>
              <a:rPr spc="265" dirty="0"/>
              <a:t> </a:t>
            </a:r>
            <a:r>
              <a:rPr dirty="0"/>
              <a:t>other</a:t>
            </a:r>
            <a:r>
              <a:rPr spc="250" dirty="0"/>
              <a:t> </a:t>
            </a:r>
            <a:r>
              <a:rPr dirty="0"/>
              <a:t>nodes</a:t>
            </a:r>
            <a:r>
              <a:rPr spc="265" dirty="0"/>
              <a:t> </a:t>
            </a:r>
            <a:r>
              <a:rPr spc="50" dirty="0"/>
              <a:t>increases</a:t>
            </a:r>
            <a:r>
              <a:rPr spc="260" dirty="0"/>
              <a:t> </a:t>
            </a:r>
            <a:r>
              <a:rPr spc="60" dirty="0"/>
              <a:t>complexity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5061915"/>
            <a:ext cx="9655175" cy="836294"/>
          </a:xfrm>
          <a:prstGeom prst="rect">
            <a:avLst/>
          </a:prstGeom>
        </p:spPr>
        <p:txBody>
          <a:bodyPr vert="horz" wrap="square" lIns="0" tIns="60325" rIns="0" bIns="0" rtlCol="0">
            <a:spAutoFit/>
          </a:bodyPr>
          <a:lstStyle/>
          <a:p>
            <a:pPr marL="239395" marR="5080" indent="-227329">
              <a:lnSpc>
                <a:spcPts val="3030"/>
              </a:lnSpc>
              <a:spcBef>
                <a:spcPts val="475"/>
              </a:spcBef>
              <a:buFont typeface="Arial"/>
              <a:buChar char="•"/>
              <a:tabLst>
                <a:tab pos="240665" algn="l"/>
              </a:tabLst>
            </a:pPr>
            <a:r>
              <a:rPr sz="2800" spc="-10" dirty="0">
                <a:latin typeface="Calibri"/>
                <a:cs typeface="Calibri"/>
              </a:rPr>
              <a:t>We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spc="50" dirty="0">
                <a:latin typeface="Calibri"/>
                <a:cs typeface="Calibri"/>
              </a:rPr>
              <a:t>can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now</a:t>
            </a:r>
            <a:r>
              <a:rPr sz="2800" spc="13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make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spc="55" dirty="0">
                <a:latin typeface="Calibri"/>
                <a:cs typeface="Calibri"/>
              </a:rPr>
              <a:t>decisions</a:t>
            </a:r>
            <a:r>
              <a:rPr sz="2800" spc="2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based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on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more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inputs,</a:t>
            </a:r>
            <a:r>
              <a:rPr sz="2800" spc="-3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and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have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spc="-50" dirty="0">
                <a:latin typeface="Calibri"/>
                <a:cs typeface="Calibri"/>
              </a:rPr>
              <a:t>a 	</a:t>
            </a:r>
            <a:r>
              <a:rPr sz="2800" dirty="0">
                <a:latin typeface="Calibri"/>
                <a:cs typeface="Calibri"/>
              </a:rPr>
              <a:t>more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nuanced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way</a:t>
            </a:r>
            <a:r>
              <a:rPr sz="2800" spc="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of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spc="80" dirty="0">
                <a:latin typeface="Calibri"/>
                <a:cs typeface="Calibri"/>
              </a:rPr>
              <a:t>getting</a:t>
            </a:r>
            <a:r>
              <a:rPr sz="2800" spc="2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outputs.</a:t>
            </a:r>
            <a:endParaRPr sz="28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43587" y="1228839"/>
            <a:ext cx="8193197" cy="3032311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240" dirty="0"/>
              <a:t> </a:t>
            </a:r>
            <a:r>
              <a:rPr dirty="0"/>
              <a:t>does</a:t>
            </a:r>
            <a:r>
              <a:rPr spc="335" dirty="0"/>
              <a:t> </a:t>
            </a:r>
            <a:r>
              <a:rPr dirty="0"/>
              <a:t>information</a:t>
            </a:r>
            <a:r>
              <a:rPr spc="335" dirty="0"/>
              <a:t> </a:t>
            </a:r>
            <a:r>
              <a:rPr spc="75" dirty="0"/>
              <a:t>change</a:t>
            </a:r>
            <a:r>
              <a:rPr spc="335" dirty="0"/>
              <a:t> </a:t>
            </a:r>
            <a:r>
              <a:rPr dirty="0"/>
              <a:t>through</a:t>
            </a:r>
            <a:r>
              <a:rPr spc="300" dirty="0"/>
              <a:t> </a:t>
            </a:r>
            <a:r>
              <a:rPr spc="-10" dirty="0"/>
              <a:t>layers?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5220715"/>
            <a:ext cx="9542145" cy="835660"/>
          </a:xfrm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239395" marR="5080" indent="-227329">
              <a:lnSpc>
                <a:spcPts val="3020"/>
              </a:lnSpc>
              <a:spcBef>
                <a:spcPts val="480"/>
              </a:spcBef>
              <a:buFont typeface="Arial"/>
              <a:buChar char="•"/>
              <a:tabLst>
                <a:tab pos="240665" algn="l"/>
              </a:tabLst>
            </a:pPr>
            <a:r>
              <a:rPr sz="2800" dirty="0">
                <a:latin typeface="Calibri"/>
                <a:cs typeface="Calibri"/>
              </a:rPr>
              <a:t>As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22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move</a:t>
            </a:r>
            <a:r>
              <a:rPr sz="2800" spc="2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through</a:t>
            </a:r>
            <a:r>
              <a:rPr sz="2800" spc="25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22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layers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of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24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DNN,</a:t>
            </a:r>
            <a:r>
              <a:rPr sz="2800" spc="-3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229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are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somewhat 	</a:t>
            </a:r>
            <a:r>
              <a:rPr sz="2800" spc="80" dirty="0">
                <a:latin typeface="Calibri"/>
                <a:cs typeface="Calibri"/>
              </a:rPr>
              <a:t>making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spc="50" dirty="0">
                <a:latin typeface="Calibri"/>
                <a:cs typeface="Calibri"/>
              </a:rPr>
              <a:t>decisions</a:t>
            </a:r>
            <a:r>
              <a:rPr sz="2800" spc="2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on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more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and</a:t>
            </a:r>
            <a:r>
              <a:rPr sz="2800" spc="2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more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abstract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items</a:t>
            </a:r>
            <a:endParaRPr sz="28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02721" y="837501"/>
            <a:ext cx="6365510" cy="307549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70CB0-7C71-7B61-D314-79E2F9034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4FC2C4D5-3015-098D-6159-9BD2D85EF8C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Perceptrons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B6446410-CAD1-53F3-D64F-4CD37621DF73}"/>
              </a:ext>
            </a:extLst>
          </p:cNvPr>
          <p:cNvSpPr txBox="1"/>
          <p:nvPr/>
        </p:nvSpPr>
        <p:spPr>
          <a:xfrm>
            <a:off x="1150924" y="3576039"/>
            <a:ext cx="7279005" cy="234696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65430" algn="l"/>
              </a:tabLst>
            </a:pPr>
            <a:r>
              <a:rPr sz="2800" spc="-10" dirty="0">
                <a:latin typeface="Calibri"/>
                <a:cs typeface="Calibri"/>
              </a:rPr>
              <a:t>We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spc="50" dirty="0">
                <a:latin typeface="Calibri"/>
                <a:cs typeface="Calibri"/>
              </a:rPr>
              <a:t>can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assume</a:t>
            </a:r>
            <a:endParaRPr sz="2800">
              <a:latin typeface="Calibri"/>
              <a:cs typeface="Calibri"/>
            </a:endParaRPr>
          </a:p>
          <a:p>
            <a:pPr marL="721995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721995" algn="l"/>
              </a:tabLst>
            </a:pPr>
            <a:r>
              <a:rPr sz="2400" dirty="0">
                <a:latin typeface="Calibri"/>
                <a:cs typeface="Calibri"/>
              </a:rPr>
              <a:t>Inputs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vector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195" dirty="0">
                <a:latin typeface="Calibri"/>
                <a:cs typeface="Calibri"/>
              </a:rPr>
              <a:t>x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=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{x1,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x2,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spc="95" dirty="0">
                <a:latin typeface="Calibri"/>
                <a:cs typeface="Calibri"/>
              </a:rPr>
              <a:t>x3}</a:t>
            </a:r>
            <a:endParaRPr sz="2400">
              <a:latin typeface="Calibri"/>
              <a:cs typeface="Calibri"/>
            </a:endParaRPr>
          </a:p>
          <a:p>
            <a:pPr marL="7219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721995" algn="l"/>
              </a:tabLst>
            </a:pPr>
            <a:r>
              <a:rPr sz="2400" dirty="0">
                <a:latin typeface="Calibri"/>
                <a:cs typeface="Calibri"/>
              </a:rPr>
              <a:t>Weights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as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vector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=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{w1,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w2,w3}</a:t>
            </a:r>
            <a:endParaRPr sz="2400">
              <a:latin typeface="Calibri"/>
              <a:cs typeface="Calibri"/>
            </a:endParaRPr>
          </a:p>
          <a:p>
            <a:pPr marL="7219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721995" algn="l"/>
                <a:tab pos="6229350" algn="l"/>
              </a:tabLst>
            </a:pPr>
            <a:r>
              <a:rPr sz="2400" spc="60" dirty="0">
                <a:latin typeface="Calibri"/>
                <a:cs typeface="Calibri"/>
              </a:rPr>
              <a:t>Then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sum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is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just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dot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product,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the</a:t>
            </a:r>
            <a:r>
              <a:rPr sz="2400" dirty="0">
                <a:latin typeface="Calibri"/>
                <a:cs typeface="Calibri"/>
              </a:rPr>
              <a:t>	</a:t>
            </a:r>
            <a:r>
              <a:rPr sz="2400" spc="-10" dirty="0">
                <a:latin typeface="Calibri"/>
                <a:cs typeface="Calibri"/>
              </a:rPr>
              <a:t>become</a:t>
            </a:r>
            <a:endParaRPr sz="2400">
              <a:latin typeface="Calibri"/>
              <a:cs typeface="Calibri"/>
            </a:endParaRPr>
          </a:p>
          <a:p>
            <a:pPr marL="1180465" lvl="2" indent="-228600">
              <a:lnSpc>
                <a:spcPct val="100000"/>
              </a:lnSpc>
              <a:spcBef>
                <a:spcPts val="280"/>
              </a:spcBef>
              <a:buFont typeface="Arial"/>
              <a:buChar char="•"/>
              <a:tabLst>
                <a:tab pos="1180465" algn="l"/>
                <a:tab pos="2782570" algn="l"/>
              </a:tabLst>
            </a:pPr>
            <a:r>
              <a:rPr sz="2000" spc="70" dirty="0">
                <a:latin typeface="Calibri"/>
                <a:cs typeface="Calibri"/>
              </a:rPr>
              <a:t>0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when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when</a:t>
            </a:r>
            <a:r>
              <a:rPr sz="2000" dirty="0">
                <a:latin typeface="Calibri"/>
                <a:cs typeface="Calibri"/>
              </a:rPr>
              <a:t>	</a:t>
            </a:r>
            <a:r>
              <a:rPr sz="2000" spc="35" dirty="0">
                <a:latin typeface="Calibri"/>
                <a:cs typeface="Calibri"/>
              </a:rPr>
              <a:t>x</a:t>
            </a:r>
            <a:r>
              <a:rPr sz="975" spc="52" baseline="25641" dirty="0">
                <a:latin typeface="Arial"/>
                <a:cs typeface="Arial"/>
              </a:rPr>
              <a:t>●</a:t>
            </a:r>
            <a:r>
              <a:rPr sz="2000" spc="35" dirty="0">
                <a:latin typeface="Calibri"/>
                <a:cs typeface="Calibri"/>
              </a:rPr>
              <a:t>w+b≤0</a:t>
            </a:r>
            <a:endParaRPr sz="2000">
              <a:latin typeface="Calibri"/>
              <a:cs typeface="Calibri"/>
            </a:endParaRPr>
          </a:p>
          <a:p>
            <a:pPr marL="1180465" lvl="2" indent="-228600">
              <a:lnSpc>
                <a:spcPct val="100000"/>
              </a:lnSpc>
              <a:spcBef>
                <a:spcPts val="265"/>
              </a:spcBef>
              <a:buFont typeface="Arial"/>
              <a:buChar char="•"/>
              <a:tabLst>
                <a:tab pos="1180465" algn="l"/>
                <a:tab pos="2782570" algn="l"/>
              </a:tabLst>
            </a:pPr>
            <a:r>
              <a:rPr sz="2000" spc="70" dirty="0">
                <a:latin typeface="Calibri"/>
                <a:cs typeface="Calibri"/>
              </a:rPr>
              <a:t>1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when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when</a:t>
            </a:r>
            <a:r>
              <a:rPr sz="2000" dirty="0">
                <a:latin typeface="Calibri"/>
                <a:cs typeface="Calibri"/>
              </a:rPr>
              <a:t>	</a:t>
            </a:r>
            <a:r>
              <a:rPr sz="2000" spc="-15" dirty="0">
                <a:latin typeface="Calibri"/>
                <a:cs typeface="Calibri"/>
              </a:rPr>
              <a:t>x</a:t>
            </a:r>
            <a:r>
              <a:rPr sz="750" spc="-7" baseline="27777" dirty="0">
                <a:latin typeface="Arial"/>
                <a:cs typeface="Arial"/>
              </a:rPr>
              <a:t>●</a:t>
            </a:r>
            <a:r>
              <a:rPr sz="2000" spc="-10" dirty="0">
                <a:latin typeface="Calibri"/>
                <a:cs typeface="Calibri"/>
              </a:rPr>
              <a:t>w+</a:t>
            </a:r>
            <a:r>
              <a:rPr sz="2000" spc="-15" dirty="0">
                <a:latin typeface="Calibri"/>
                <a:cs typeface="Calibri"/>
              </a:rPr>
              <a:t>b&gt;0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BF0C9497-8947-B3A5-48EB-7D7FE9149249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138111" y="932704"/>
            <a:ext cx="5224730" cy="2302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9546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Perceptrons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50924" y="3576039"/>
            <a:ext cx="7279005" cy="234696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65430" algn="l"/>
              </a:tabLst>
            </a:pPr>
            <a:r>
              <a:rPr sz="2800" spc="-10" dirty="0">
                <a:latin typeface="Calibri"/>
                <a:cs typeface="Calibri"/>
              </a:rPr>
              <a:t>We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spc="50" dirty="0">
                <a:latin typeface="Calibri"/>
                <a:cs typeface="Calibri"/>
              </a:rPr>
              <a:t>can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assume</a:t>
            </a:r>
            <a:endParaRPr sz="2800">
              <a:latin typeface="Calibri"/>
              <a:cs typeface="Calibri"/>
            </a:endParaRPr>
          </a:p>
          <a:p>
            <a:pPr marL="721995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721995" algn="l"/>
              </a:tabLst>
            </a:pPr>
            <a:r>
              <a:rPr sz="2400" dirty="0">
                <a:latin typeface="Calibri"/>
                <a:cs typeface="Calibri"/>
              </a:rPr>
              <a:t>Inputs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vector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195" dirty="0">
                <a:latin typeface="Calibri"/>
                <a:cs typeface="Calibri"/>
              </a:rPr>
              <a:t>x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=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{x1,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x2,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spc="95" dirty="0">
                <a:latin typeface="Calibri"/>
                <a:cs typeface="Calibri"/>
              </a:rPr>
              <a:t>x3}</a:t>
            </a:r>
            <a:endParaRPr sz="2400">
              <a:latin typeface="Calibri"/>
              <a:cs typeface="Calibri"/>
            </a:endParaRPr>
          </a:p>
          <a:p>
            <a:pPr marL="7219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721995" algn="l"/>
              </a:tabLst>
            </a:pPr>
            <a:r>
              <a:rPr sz="2400" dirty="0">
                <a:latin typeface="Calibri"/>
                <a:cs typeface="Calibri"/>
              </a:rPr>
              <a:t>Weights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as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vector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=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{w1,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w2,w3}</a:t>
            </a:r>
            <a:endParaRPr sz="2400">
              <a:latin typeface="Calibri"/>
              <a:cs typeface="Calibri"/>
            </a:endParaRPr>
          </a:p>
          <a:p>
            <a:pPr marL="7219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721995" algn="l"/>
                <a:tab pos="6229350" algn="l"/>
              </a:tabLst>
            </a:pPr>
            <a:r>
              <a:rPr sz="2400" spc="60" dirty="0">
                <a:latin typeface="Calibri"/>
                <a:cs typeface="Calibri"/>
              </a:rPr>
              <a:t>Then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sum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is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just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dot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product,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the</a:t>
            </a:r>
            <a:r>
              <a:rPr sz="2400" dirty="0">
                <a:latin typeface="Calibri"/>
                <a:cs typeface="Calibri"/>
              </a:rPr>
              <a:t>	</a:t>
            </a:r>
            <a:r>
              <a:rPr sz="2400" spc="-10" dirty="0">
                <a:latin typeface="Calibri"/>
                <a:cs typeface="Calibri"/>
              </a:rPr>
              <a:t>become</a:t>
            </a:r>
            <a:endParaRPr sz="2400">
              <a:latin typeface="Calibri"/>
              <a:cs typeface="Calibri"/>
            </a:endParaRPr>
          </a:p>
          <a:p>
            <a:pPr marL="1180465" lvl="2" indent="-228600">
              <a:lnSpc>
                <a:spcPct val="100000"/>
              </a:lnSpc>
              <a:spcBef>
                <a:spcPts val="280"/>
              </a:spcBef>
              <a:buFont typeface="Arial"/>
              <a:buChar char="•"/>
              <a:tabLst>
                <a:tab pos="1180465" algn="l"/>
                <a:tab pos="2782570" algn="l"/>
              </a:tabLst>
            </a:pPr>
            <a:r>
              <a:rPr sz="2000" spc="70" dirty="0">
                <a:latin typeface="Calibri"/>
                <a:cs typeface="Calibri"/>
              </a:rPr>
              <a:t>0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when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when</a:t>
            </a:r>
            <a:r>
              <a:rPr sz="2000" dirty="0">
                <a:latin typeface="Calibri"/>
                <a:cs typeface="Calibri"/>
              </a:rPr>
              <a:t>	</a:t>
            </a:r>
            <a:r>
              <a:rPr sz="2000" spc="35" dirty="0">
                <a:latin typeface="Calibri"/>
                <a:cs typeface="Calibri"/>
              </a:rPr>
              <a:t>x</a:t>
            </a:r>
            <a:r>
              <a:rPr sz="975" spc="52" baseline="25641" dirty="0">
                <a:latin typeface="Arial"/>
                <a:cs typeface="Arial"/>
              </a:rPr>
              <a:t>●</a:t>
            </a:r>
            <a:r>
              <a:rPr sz="2000" spc="35" dirty="0">
                <a:latin typeface="Calibri"/>
                <a:cs typeface="Calibri"/>
              </a:rPr>
              <a:t>w+b≤0</a:t>
            </a:r>
            <a:endParaRPr sz="2000">
              <a:latin typeface="Calibri"/>
              <a:cs typeface="Calibri"/>
            </a:endParaRPr>
          </a:p>
          <a:p>
            <a:pPr marL="1180465" lvl="2" indent="-228600">
              <a:lnSpc>
                <a:spcPct val="100000"/>
              </a:lnSpc>
              <a:spcBef>
                <a:spcPts val="265"/>
              </a:spcBef>
              <a:buFont typeface="Arial"/>
              <a:buChar char="•"/>
              <a:tabLst>
                <a:tab pos="1180465" algn="l"/>
                <a:tab pos="2782570" algn="l"/>
              </a:tabLst>
            </a:pPr>
            <a:r>
              <a:rPr sz="2000" spc="70" dirty="0">
                <a:latin typeface="Calibri"/>
                <a:cs typeface="Calibri"/>
              </a:rPr>
              <a:t>1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when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when</a:t>
            </a:r>
            <a:r>
              <a:rPr sz="2000" dirty="0">
                <a:latin typeface="Calibri"/>
                <a:cs typeface="Calibri"/>
              </a:rPr>
              <a:t>	</a:t>
            </a:r>
            <a:r>
              <a:rPr sz="2000" spc="-15" dirty="0">
                <a:latin typeface="Calibri"/>
                <a:cs typeface="Calibri"/>
              </a:rPr>
              <a:t>x</a:t>
            </a:r>
            <a:r>
              <a:rPr sz="750" spc="-7" baseline="27777" dirty="0">
                <a:latin typeface="Arial"/>
                <a:cs typeface="Arial"/>
              </a:rPr>
              <a:t>●</a:t>
            </a:r>
            <a:r>
              <a:rPr sz="2000" spc="-10" dirty="0">
                <a:latin typeface="Calibri"/>
                <a:cs typeface="Calibri"/>
              </a:rPr>
              <a:t>w+</a:t>
            </a:r>
            <a:r>
              <a:rPr sz="2000" spc="-15" dirty="0">
                <a:latin typeface="Calibri"/>
                <a:cs typeface="Calibri"/>
              </a:rPr>
              <a:t>b&gt;0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138111" y="932704"/>
            <a:ext cx="5224730" cy="2302478"/>
          </a:xfrm>
          <a:prstGeom prst="rect">
            <a:avLst/>
          </a:prstGeom>
        </p:spPr>
      </p:pic>
      <p:grpSp>
        <p:nvGrpSpPr>
          <p:cNvPr id="45" name="Group 44">
            <a:extLst>
              <a:ext uri="{FF2B5EF4-FFF2-40B4-BE49-F238E27FC236}">
                <a16:creationId xmlns:a16="http://schemas.microsoft.com/office/drawing/2014/main" id="{C34227A3-900D-564B-6A7E-34B712150422}"/>
              </a:ext>
            </a:extLst>
          </p:cNvPr>
          <p:cNvGrpSpPr/>
          <p:nvPr/>
        </p:nvGrpSpPr>
        <p:grpSpPr>
          <a:xfrm>
            <a:off x="9203900" y="3577520"/>
            <a:ext cx="2248920" cy="898920"/>
            <a:chOff x="9203900" y="3577520"/>
            <a:chExt cx="2248920" cy="89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56F0D56-5398-34E2-0906-7C714DCB7C6A}"/>
                    </a:ext>
                  </a:extLst>
                </p14:cNvPr>
                <p14:cNvContentPartPr/>
                <p14:nvPr/>
              </p14:nvContentPartPr>
              <p14:xfrm>
                <a:off x="9900140" y="3897200"/>
                <a:ext cx="82080" cy="5792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56F0D56-5398-34E2-0906-7C714DCB7C6A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9882500" y="3879560"/>
                  <a:ext cx="117720" cy="61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103C3EC-B234-5E69-C07A-96B558F35ABB}"/>
                    </a:ext>
                  </a:extLst>
                </p14:cNvPr>
                <p14:cNvContentPartPr/>
                <p14:nvPr/>
              </p14:nvContentPartPr>
              <p14:xfrm>
                <a:off x="9901940" y="3937160"/>
                <a:ext cx="540360" cy="5378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103C3EC-B234-5E69-C07A-96B558F35ABB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9883940" y="3919520"/>
                  <a:ext cx="576000" cy="57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DBE4FDE-7C38-7B39-F734-F93EE2DD9AF8}"/>
                    </a:ext>
                  </a:extLst>
                </p14:cNvPr>
                <p14:cNvContentPartPr/>
                <p14:nvPr/>
              </p14:nvContentPartPr>
              <p14:xfrm>
                <a:off x="10442660" y="4145240"/>
                <a:ext cx="163080" cy="2070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DBE4FDE-7C38-7B39-F734-F93EE2DD9AF8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0425020" y="4127240"/>
                  <a:ext cx="19872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4F7AD209-E865-7931-6084-BA51AE292AB9}"/>
                    </a:ext>
                  </a:extLst>
                </p14:cNvPr>
                <p14:cNvContentPartPr/>
                <p14:nvPr/>
              </p14:nvContentPartPr>
              <p14:xfrm>
                <a:off x="10626260" y="4197440"/>
                <a:ext cx="826560" cy="205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4F7AD209-E865-7931-6084-BA51AE292AB9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0608620" y="4179800"/>
                  <a:ext cx="86220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54711BF-224F-4CB2-B19B-FEBCA127A8BD}"/>
                    </a:ext>
                  </a:extLst>
                </p14:cNvPr>
                <p14:cNvContentPartPr/>
                <p14:nvPr/>
              </p14:nvContentPartPr>
              <p14:xfrm>
                <a:off x="9203900" y="4204280"/>
                <a:ext cx="761040" cy="327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54711BF-224F-4CB2-B19B-FEBCA127A8BD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9186260" y="4186640"/>
                  <a:ext cx="79668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07A58DB-A6E1-1C3A-2666-BF6533DB3C4D}"/>
                    </a:ext>
                  </a:extLst>
                </p14:cNvPr>
                <p14:cNvContentPartPr/>
                <p14:nvPr/>
              </p14:nvContentPartPr>
              <p14:xfrm>
                <a:off x="9695300" y="3655280"/>
                <a:ext cx="15840" cy="1800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07A58DB-A6E1-1C3A-2666-BF6533DB3C4D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9677660" y="3637280"/>
                  <a:ext cx="5148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7DCA5F1-5418-DDF8-BBBB-F9AE071687BE}"/>
                    </a:ext>
                  </a:extLst>
                </p14:cNvPr>
                <p14:cNvContentPartPr/>
                <p14:nvPr/>
              </p14:nvContentPartPr>
              <p14:xfrm>
                <a:off x="9700340" y="3601280"/>
                <a:ext cx="185040" cy="1760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7DCA5F1-5418-DDF8-BBBB-F9AE071687BE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682340" y="3583280"/>
                  <a:ext cx="22068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3DC8484-0910-5486-30DA-C5B99FF0DDE1}"/>
                    </a:ext>
                  </a:extLst>
                </p14:cNvPr>
                <p14:cNvContentPartPr/>
                <p14:nvPr/>
              </p14:nvContentPartPr>
              <p14:xfrm>
                <a:off x="10017860" y="3617840"/>
                <a:ext cx="39600" cy="1666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3DC8484-0910-5486-30DA-C5B99FF0DDE1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999860" y="3600200"/>
                  <a:ext cx="7524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C4F6F1C-4C65-8B5D-1889-0B6B781FEFFC}"/>
                    </a:ext>
                  </a:extLst>
                </p14:cNvPr>
                <p14:cNvContentPartPr/>
                <p14:nvPr/>
              </p14:nvContentPartPr>
              <p14:xfrm>
                <a:off x="10057460" y="3591200"/>
                <a:ext cx="120240" cy="2181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C4F6F1C-4C65-8B5D-1889-0B6B781FEFFC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039460" y="3573560"/>
                  <a:ext cx="15588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7C98715-93FA-008E-6352-2850E82B5098}"/>
                    </a:ext>
                  </a:extLst>
                </p14:cNvPr>
                <p14:cNvContentPartPr/>
                <p14:nvPr/>
              </p14:nvContentPartPr>
              <p14:xfrm>
                <a:off x="10005260" y="3702440"/>
                <a:ext cx="150840" cy="626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7C98715-93FA-008E-6352-2850E82B5098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987260" y="3684440"/>
                  <a:ext cx="18648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9B17390-E6DB-F767-8DAD-B8236D5352FD}"/>
                    </a:ext>
                  </a:extLst>
                </p14:cNvPr>
                <p14:cNvContentPartPr/>
                <p14:nvPr/>
              </p14:nvContentPartPr>
              <p14:xfrm>
                <a:off x="10283900" y="3626480"/>
                <a:ext cx="23400" cy="1386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9B17390-E6DB-F767-8DAD-B8236D5352FD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0265900" y="3608840"/>
                  <a:ext cx="5904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0BB6E780-1E1F-6192-36F1-9C44398B18FD}"/>
                    </a:ext>
                  </a:extLst>
                </p14:cNvPr>
                <p14:cNvContentPartPr/>
                <p14:nvPr/>
              </p14:nvContentPartPr>
              <p14:xfrm>
                <a:off x="10278860" y="3577520"/>
                <a:ext cx="181800" cy="1846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0BB6E780-1E1F-6192-36F1-9C44398B18FD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0260860" y="3559880"/>
                  <a:ext cx="21744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27DF56B-70E0-54AC-2ECF-B3C3B9EADD48}"/>
                    </a:ext>
                  </a:extLst>
                </p14:cNvPr>
                <p14:cNvContentPartPr/>
                <p14:nvPr/>
              </p14:nvContentPartPr>
              <p14:xfrm>
                <a:off x="10578740" y="3588320"/>
                <a:ext cx="52920" cy="2001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27DF56B-70E0-54AC-2ECF-B3C3B9EADD48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0560740" y="3570680"/>
                  <a:ext cx="8856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8434239F-B4E0-4BBC-EB19-89B8F1DA81C2}"/>
                    </a:ext>
                  </a:extLst>
                </p14:cNvPr>
                <p14:cNvContentPartPr/>
                <p14:nvPr/>
              </p14:nvContentPartPr>
              <p14:xfrm>
                <a:off x="10540940" y="3582200"/>
                <a:ext cx="240120" cy="1954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8434239F-B4E0-4BBC-EB19-89B8F1DA81C2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0523300" y="3564560"/>
                  <a:ext cx="27576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A706814-5EBE-1D40-9450-2B923EBD38D6}"/>
                    </a:ext>
                  </a:extLst>
                </p14:cNvPr>
                <p14:cNvContentPartPr/>
                <p14:nvPr/>
              </p14:nvContentPartPr>
              <p14:xfrm>
                <a:off x="9419180" y="4343600"/>
                <a:ext cx="593280" cy="309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A706814-5EBE-1D40-9450-2B923EBD38D6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401540" y="4325960"/>
                  <a:ext cx="628920" cy="6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D9D4B9E-8F39-937C-BA5C-9F7E65415D86}"/>
              </a:ext>
            </a:extLst>
          </p:cNvPr>
          <p:cNvGrpSpPr/>
          <p:nvPr/>
        </p:nvGrpSpPr>
        <p:grpSpPr>
          <a:xfrm>
            <a:off x="7985300" y="322760"/>
            <a:ext cx="1001880" cy="470880"/>
            <a:chOff x="7985300" y="322760"/>
            <a:chExt cx="1001880" cy="47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40271B0-C2A7-A279-9DBB-B0FE554B4A42}"/>
                    </a:ext>
                  </a:extLst>
                </p14:cNvPr>
                <p14:cNvContentPartPr/>
                <p14:nvPr/>
              </p14:nvContentPartPr>
              <p14:xfrm>
                <a:off x="7985300" y="322760"/>
                <a:ext cx="42120" cy="4363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40271B0-C2A7-A279-9DBB-B0FE554B4A42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967660" y="304760"/>
                  <a:ext cx="77760" cy="47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14D9850-6DB9-A5A9-897C-4730909DD9D2}"/>
                    </a:ext>
                  </a:extLst>
                </p14:cNvPr>
                <p14:cNvContentPartPr/>
                <p14:nvPr/>
              </p14:nvContentPartPr>
              <p14:xfrm>
                <a:off x="8124980" y="589880"/>
                <a:ext cx="111960" cy="2037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14D9850-6DB9-A5A9-897C-4730909DD9D2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8107340" y="571880"/>
                  <a:ext cx="14760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78E293A-57EE-10CF-4B34-888A2C082349}"/>
                    </a:ext>
                  </a:extLst>
                </p14:cNvPr>
                <p14:cNvContentPartPr/>
                <p14:nvPr/>
              </p14:nvContentPartPr>
              <p14:xfrm>
                <a:off x="8464460" y="351560"/>
                <a:ext cx="285120" cy="4258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78E293A-57EE-10CF-4B34-888A2C082349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8446820" y="333560"/>
                  <a:ext cx="320760" cy="46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5C2658C-A4BF-D9E1-1A76-62E58996759A}"/>
                    </a:ext>
                  </a:extLst>
                </p14:cNvPr>
                <p14:cNvContentPartPr/>
                <p14:nvPr/>
              </p14:nvContentPartPr>
              <p14:xfrm>
                <a:off x="8896460" y="513560"/>
                <a:ext cx="90720" cy="1713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5C2658C-A4BF-D9E1-1A76-62E58996759A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878820" y="495560"/>
                  <a:ext cx="126360" cy="20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3970DE9F-B813-B701-323A-D5A79B01ADCF}"/>
              </a:ext>
            </a:extLst>
          </p:cNvPr>
          <p:cNvGrpSpPr/>
          <p:nvPr/>
        </p:nvGrpSpPr>
        <p:grpSpPr>
          <a:xfrm>
            <a:off x="8729780" y="1008560"/>
            <a:ext cx="2324880" cy="2371680"/>
            <a:chOff x="8729780" y="1008560"/>
            <a:chExt cx="2324880" cy="2371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B682BC0-3F89-5712-4082-952D540A952B}"/>
                    </a:ext>
                  </a:extLst>
                </p14:cNvPr>
                <p14:cNvContentPartPr/>
                <p14:nvPr/>
              </p14:nvContentPartPr>
              <p14:xfrm>
                <a:off x="9679820" y="1559720"/>
                <a:ext cx="32400" cy="5961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B682BC0-3F89-5712-4082-952D540A952B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9662180" y="1541720"/>
                  <a:ext cx="68040" cy="63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D7FDF66-42A8-C299-C9BD-D3D8492E6029}"/>
                    </a:ext>
                  </a:extLst>
                </p14:cNvPr>
                <p14:cNvContentPartPr/>
                <p14:nvPr/>
              </p14:nvContentPartPr>
              <p14:xfrm>
                <a:off x="9610700" y="1550720"/>
                <a:ext cx="668520" cy="6148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D7FDF66-42A8-C299-C9BD-D3D8492E6029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9593060" y="1532720"/>
                  <a:ext cx="704160" cy="65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58CFC43-B55D-9F0A-27BE-84541A2D68D3}"/>
                    </a:ext>
                  </a:extLst>
                </p14:cNvPr>
                <p14:cNvContentPartPr/>
                <p14:nvPr/>
              </p14:nvContentPartPr>
              <p14:xfrm>
                <a:off x="10299740" y="1755200"/>
                <a:ext cx="617040" cy="496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58CFC43-B55D-9F0A-27BE-84541A2D68D3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282100" y="1737560"/>
                  <a:ext cx="65268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6A3F308-C695-FA1D-1128-95B19AAB541C}"/>
                    </a:ext>
                  </a:extLst>
                </p14:cNvPr>
                <p14:cNvContentPartPr/>
                <p14:nvPr/>
              </p14:nvContentPartPr>
              <p14:xfrm>
                <a:off x="9140900" y="1739000"/>
                <a:ext cx="547200" cy="129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6A3F308-C695-FA1D-1128-95B19AAB541C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9123260" y="1721000"/>
                  <a:ext cx="58284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FD04D96A-DCF6-0E8B-4F7A-8653E4EC6285}"/>
                    </a:ext>
                  </a:extLst>
                </p14:cNvPr>
                <p14:cNvContentPartPr/>
                <p14:nvPr/>
              </p14:nvContentPartPr>
              <p14:xfrm>
                <a:off x="9144860" y="2025560"/>
                <a:ext cx="552240" cy="662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FD04D96A-DCF6-0E8B-4F7A-8653E4EC6285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9127220" y="2007920"/>
                  <a:ext cx="58788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DDC415D-E094-9F8D-1EE4-10A511E8C0B7}"/>
                    </a:ext>
                  </a:extLst>
                </p14:cNvPr>
                <p14:cNvContentPartPr/>
                <p14:nvPr/>
              </p14:nvContentPartPr>
              <p14:xfrm>
                <a:off x="9525740" y="1008560"/>
                <a:ext cx="43920" cy="3056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DDC415D-E094-9F8D-1EE4-10A511E8C0B7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9507740" y="990560"/>
                  <a:ext cx="79560" cy="34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CCA72CF-7709-A668-83F8-1B36A306CE01}"/>
                    </a:ext>
                  </a:extLst>
                </p14:cNvPr>
                <p14:cNvContentPartPr/>
                <p14:nvPr/>
              </p14:nvContentPartPr>
              <p14:xfrm>
                <a:off x="9522500" y="1028720"/>
                <a:ext cx="194760" cy="3020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CCA72CF-7709-A668-83F8-1B36A306CE01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9504860" y="1011080"/>
                  <a:ext cx="23040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1EF6441-8E08-B257-F329-0E620CCF28B7}"/>
                    </a:ext>
                  </a:extLst>
                </p14:cNvPr>
                <p14:cNvContentPartPr/>
                <p14:nvPr/>
              </p14:nvContentPartPr>
              <p14:xfrm>
                <a:off x="9512420" y="1232120"/>
                <a:ext cx="162000" cy="349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1EF6441-8E08-B257-F329-0E620CCF28B7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9494780" y="1214480"/>
                  <a:ext cx="19764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0DEFF87-E0EA-4708-1F68-7521597F7E82}"/>
                    </a:ext>
                  </a:extLst>
                </p14:cNvPr>
                <p14:cNvContentPartPr/>
                <p14:nvPr/>
              </p14:nvContentPartPr>
              <p14:xfrm>
                <a:off x="9779180" y="1197920"/>
                <a:ext cx="51840" cy="55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0DEFF87-E0EA-4708-1F68-7521597F7E82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761180" y="1180280"/>
                  <a:ext cx="8748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5075EF6-02D9-A1E5-191E-CF88898873FC}"/>
                    </a:ext>
                  </a:extLst>
                </p14:cNvPr>
                <p14:cNvContentPartPr/>
                <p14:nvPr/>
              </p14:nvContentPartPr>
              <p14:xfrm>
                <a:off x="9778460" y="1058960"/>
                <a:ext cx="182520" cy="2541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5075EF6-02D9-A1E5-191E-CF88898873FC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760820" y="1041320"/>
                  <a:ext cx="218160" cy="2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069AA818-F6CE-66F4-B249-EB96A05A1FBA}"/>
                    </a:ext>
                  </a:extLst>
                </p14:cNvPr>
                <p14:cNvContentPartPr/>
                <p14:nvPr/>
              </p14:nvContentPartPr>
              <p14:xfrm>
                <a:off x="10092380" y="1060400"/>
                <a:ext cx="36000" cy="1699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069AA818-F6CE-66F4-B249-EB96A05A1FBA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0074740" y="1042400"/>
                  <a:ext cx="7164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30B200E-8FCA-9297-E476-3E5E9BF7F219}"/>
                    </a:ext>
                  </a:extLst>
                </p14:cNvPr>
                <p14:cNvContentPartPr/>
                <p14:nvPr/>
              </p14:nvContentPartPr>
              <p14:xfrm>
                <a:off x="10083020" y="1031960"/>
                <a:ext cx="150480" cy="2458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30B200E-8FCA-9297-E476-3E5E9BF7F219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0065020" y="1013960"/>
                  <a:ext cx="18612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9D64147-6B7E-2C79-A67C-BB8FA8722BC9}"/>
                    </a:ext>
                  </a:extLst>
                </p14:cNvPr>
                <p14:cNvContentPartPr/>
                <p14:nvPr/>
              </p14:nvContentPartPr>
              <p14:xfrm>
                <a:off x="9768020" y="2911520"/>
                <a:ext cx="153720" cy="4521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9D64147-6B7E-2C79-A67C-BB8FA8722BC9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750380" y="2893520"/>
                  <a:ext cx="189360" cy="48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6793220-9319-3021-46A8-84C01F2BC241}"/>
                    </a:ext>
                  </a:extLst>
                </p14:cNvPr>
                <p14:cNvContentPartPr/>
                <p14:nvPr/>
              </p14:nvContentPartPr>
              <p14:xfrm>
                <a:off x="9773060" y="2898920"/>
                <a:ext cx="542160" cy="4813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6793220-9319-3021-46A8-84C01F2BC241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9755420" y="2880920"/>
                  <a:ext cx="577800" cy="51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5110BD8B-76C6-327E-C70E-DDE5CFD618AC}"/>
                    </a:ext>
                  </a:extLst>
                </p14:cNvPr>
                <p14:cNvContentPartPr/>
                <p14:nvPr/>
              </p14:nvContentPartPr>
              <p14:xfrm>
                <a:off x="10346180" y="3015920"/>
                <a:ext cx="708480" cy="1065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5110BD8B-76C6-327E-C70E-DDE5CFD618AC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0328180" y="2998280"/>
                  <a:ext cx="7441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E27738C-667E-8109-8556-E15A84324C32}"/>
                    </a:ext>
                  </a:extLst>
                </p14:cNvPr>
                <p14:cNvContentPartPr/>
                <p14:nvPr/>
              </p14:nvContentPartPr>
              <p14:xfrm>
                <a:off x="9417020" y="2979920"/>
                <a:ext cx="444240" cy="403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E27738C-667E-8109-8556-E15A84324C32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9399020" y="2961920"/>
                  <a:ext cx="47988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44D209B-DF6A-1B28-2745-F01E56B37E79}"/>
                    </a:ext>
                  </a:extLst>
                </p14:cNvPr>
                <p14:cNvContentPartPr/>
                <p14:nvPr/>
              </p14:nvContentPartPr>
              <p14:xfrm>
                <a:off x="9357980" y="3199160"/>
                <a:ext cx="551880" cy="414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44D209B-DF6A-1B28-2745-F01E56B37E79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9339980" y="3181520"/>
                  <a:ext cx="58752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ECCBD4D-540D-6463-D46D-3BED7488F0E3}"/>
                    </a:ext>
                  </a:extLst>
                </p14:cNvPr>
                <p14:cNvContentPartPr/>
                <p14:nvPr/>
              </p14:nvContentPartPr>
              <p14:xfrm>
                <a:off x="9768740" y="2500400"/>
                <a:ext cx="238320" cy="2656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ECCBD4D-540D-6463-D46D-3BED7488F0E3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9751100" y="2482400"/>
                  <a:ext cx="27396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A15BE35-FC9B-7D68-F952-08371BC31D28}"/>
                    </a:ext>
                  </a:extLst>
                </p14:cNvPr>
                <p14:cNvContentPartPr/>
                <p14:nvPr/>
              </p14:nvContentPartPr>
              <p14:xfrm>
                <a:off x="10150700" y="2507240"/>
                <a:ext cx="40320" cy="2480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A15BE35-FC9B-7D68-F952-08371BC31D28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0132700" y="2489240"/>
                  <a:ext cx="7596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3BB25C9F-2706-5E23-ABCD-14E30671272C}"/>
                    </a:ext>
                  </a:extLst>
                </p14:cNvPr>
                <p14:cNvContentPartPr/>
                <p14:nvPr/>
              </p14:nvContentPartPr>
              <p14:xfrm>
                <a:off x="10145300" y="2437760"/>
                <a:ext cx="236520" cy="2401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3BB25C9F-2706-5E23-ABCD-14E30671272C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0127300" y="2420120"/>
                  <a:ext cx="27216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E124AE53-4A2D-FAD1-5B10-43948D300F0E}"/>
                    </a:ext>
                  </a:extLst>
                </p14:cNvPr>
                <p14:cNvContentPartPr/>
                <p14:nvPr/>
              </p14:nvContentPartPr>
              <p14:xfrm>
                <a:off x="8729780" y="1458200"/>
                <a:ext cx="163440" cy="2235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E124AE53-4A2D-FAD1-5B10-43948D300F0E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711780" y="1440200"/>
                  <a:ext cx="19908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2AAC22D7-4834-B3B2-9574-A6980F84C3B3}"/>
                    </a:ext>
                  </a:extLst>
                </p14:cNvPr>
                <p14:cNvContentPartPr/>
                <p14:nvPr/>
              </p14:nvContentPartPr>
              <p14:xfrm>
                <a:off x="8752100" y="1443800"/>
                <a:ext cx="169920" cy="2718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2AAC22D7-4834-B3B2-9574-A6980F84C3B3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734460" y="1425800"/>
                  <a:ext cx="20556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F6C7FAB0-EA2F-53EE-3476-981AC4B81B4A}"/>
                    </a:ext>
                  </a:extLst>
                </p14:cNvPr>
                <p14:cNvContentPartPr/>
                <p14:nvPr/>
              </p14:nvContentPartPr>
              <p14:xfrm>
                <a:off x="9014900" y="1652960"/>
                <a:ext cx="15480" cy="220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F6C7FAB0-EA2F-53EE-3476-981AC4B81B4A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8996900" y="1634960"/>
                  <a:ext cx="5112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9ED058E5-43E0-DFDD-E0D5-8CF749A61D74}"/>
                    </a:ext>
                  </a:extLst>
                </p14:cNvPr>
                <p14:cNvContentPartPr/>
                <p14:nvPr/>
              </p14:nvContentPartPr>
              <p14:xfrm>
                <a:off x="8732300" y="2060840"/>
                <a:ext cx="119880" cy="1918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9ED058E5-43E0-DFDD-E0D5-8CF749A61D74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8714300" y="2042840"/>
                  <a:ext cx="15552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3C054C82-9C89-AB1F-4170-CDBB28DAF133}"/>
                    </a:ext>
                  </a:extLst>
                </p14:cNvPr>
                <p14:cNvContentPartPr/>
                <p14:nvPr/>
              </p14:nvContentPartPr>
              <p14:xfrm>
                <a:off x="8746340" y="2050400"/>
                <a:ext cx="117720" cy="1908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3C054C82-9C89-AB1F-4170-CDBB28DAF133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8728340" y="2032400"/>
                  <a:ext cx="15336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B8C23B8-AAA3-67F5-817A-B72F076E54A1}"/>
                    </a:ext>
                  </a:extLst>
                </p14:cNvPr>
                <p14:cNvContentPartPr/>
                <p14:nvPr/>
              </p14:nvContentPartPr>
              <p14:xfrm>
                <a:off x="8959100" y="2195840"/>
                <a:ext cx="122400" cy="1609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B8C23B8-AAA3-67F5-817A-B72F076E54A1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941460" y="2177840"/>
                  <a:ext cx="158040" cy="19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0B124B14-1A83-E755-4FA4-ABC72AEAAAD5}"/>
              </a:ext>
            </a:extLst>
          </p:cNvPr>
          <p:cNvGrpSpPr/>
          <p:nvPr/>
        </p:nvGrpSpPr>
        <p:grpSpPr>
          <a:xfrm>
            <a:off x="10989140" y="1514000"/>
            <a:ext cx="182160" cy="368280"/>
            <a:chOff x="10989140" y="1514000"/>
            <a:chExt cx="182160" cy="368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CF144D4-34A9-E5BD-7578-A9C06505F878}"/>
                    </a:ext>
                  </a:extLst>
                </p14:cNvPr>
                <p14:cNvContentPartPr/>
                <p14:nvPr/>
              </p14:nvContentPartPr>
              <p14:xfrm>
                <a:off x="10989140" y="1514000"/>
                <a:ext cx="182160" cy="1684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CF144D4-34A9-E5BD-7578-A9C06505F878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0971500" y="1496360"/>
                  <a:ext cx="21780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D836DB7D-3BA7-62B7-D1BD-AC316855A27F}"/>
                    </a:ext>
                  </a:extLst>
                </p14:cNvPr>
                <p14:cNvContentPartPr/>
                <p14:nvPr/>
              </p14:nvContentPartPr>
              <p14:xfrm>
                <a:off x="11088860" y="1670600"/>
                <a:ext cx="24120" cy="2116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D836DB7D-3BA7-62B7-D1BD-AC316855A27F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1070860" y="1652600"/>
                  <a:ext cx="59760" cy="24732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0" name="Group 149">
            <a:extLst>
              <a:ext uri="{FF2B5EF4-FFF2-40B4-BE49-F238E27FC236}">
                <a16:creationId xmlns:a16="http://schemas.microsoft.com/office/drawing/2014/main" id="{C2ABA29C-6ADB-CE04-2BEB-6DAA665C2DB3}"/>
              </a:ext>
            </a:extLst>
          </p:cNvPr>
          <p:cNvGrpSpPr/>
          <p:nvPr/>
        </p:nvGrpSpPr>
        <p:grpSpPr>
          <a:xfrm>
            <a:off x="318080" y="102707"/>
            <a:ext cx="11086560" cy="5630040"/>
            <a:chOff x="318080" y="102707"/>
            <a:chExt cx="11086560" cy="5630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F80CD705-84C3-C3C2-D4E2-6D31909C1F67}"/>
                    </a:ext>
                  </a:extLst>
                </p14:cNvPr>
                <p14:cNvContentPartPr/>
                <p14:nvPr/>
              </p14:nvContentPartPr>
              <p14:xfrm>
                <a:off x="2096840" y="688067"/>
                <a:ext cx="42120" cy="69012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F80CD705-84C3-C3C2-D4E2-6D31909C1F67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078840" y="670067"/>
                  <a:ext cx="77760" cy="72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B35A5F3D-9B96-B97A-258D-8955E80E9274}"/>
                    </a:ext>
                  </a:extLst>
                </p14:cNvPr>
                <p14:cNvContentPartPr/>
                <p14:nvPr/>
              </p14:nvContentPartPr>
              <p14:xfrm>
                <a:off x="2054000" y="723347"/>
                <a:ext cx="534960" cy="6966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B35A5F3D-9B96-B97A-258D-8955E80E927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036360" y="705347"/>
                  <a:ext cx="570600" cy="73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35B163C-DC00-A906-3D29-B7B79CEE7E88}"/>
                    </a:ext>
                  </a:extLst>
                </p14:cNvPr>
                <p14:cNvContentPartPr/>
                <p14:nvPr/>
              </p14:nvContentPartPr>
              <p14:xfrm>
                <a:off x="2606600" y="994067"/>
                <a:ext cx="1002240" cy="2988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35B163C-DC00-A906-3D29-B7B79CEE7E8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588600" y="976427"/>
                  <a:ext cx="10378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693C42E-CDA9-F712-0D74-0BCCF8512FD7}"/>
                    </a:ext>
                  </a:extLst>
                </p14:cNvPr>
                <p14:cNvContentPartPr/>
                <p14:nvPr/>
              </p14:nvContentPartPr>
              <p14:xfrm>
                <a:off x="1548920" y="891467"/>
                <a:ext cx="546120" cy="313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693C42E-CDA9-F712-0D74-0BCCF8512FD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530920" y="873827"/>
                  <a:ext cx="58176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1D8BA0D-BA59-816B-14F6-33FBEA28C1AD}"/>
                    </a:ext>
                  </a:extLst>
                </p14:cNvPr>
                <p14:cNvContentPartPr/>
                <p14:nvPr/>
              </p14:nvContentPartPr>
              <p14:xfrm>
                <a:off x="1535600" y="1150307"/>
                <a:ext cx="609480" cy="684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1D8BA0D-BA59-816B-14F6-33FBEA28C1AD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517600" y="1132307"/>
                  <a:ext cx="64512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58683CE-2CCA-A7FF-1C17-13CEB088EC92}"/>
                    </a:ext>
                  </a:extLst>
                </p14:cNvPr>
                <p14:cNvContentPartPr/>
                <p14:nvPr/>
              </p14:nvContentPartPr>
              <p14:xfrm>
                <a:off x="2888480" y="578987"/>
                <a:ext cx="223920" cy="1875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58683CE-2CCA-A7FF-1C17-13CEB088EC9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870480" y="560987"/>
                  <a:ext cx="25956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A220558-038F-232C-C11D-F545ED630AD1}"/>
                    </a:ext>
                  </a:extLst>
                </p14:cNvPr>
                <p14:cNvContentPartPr/>
                <p14:nvPr/>
              </p14:nvContentPartPr>
              <p14:xfrm>
                <a:off x="3052280" y="767627"/>
                <a:ext cx="28800" cy="1530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A220558-038F-232C-C11D-F545ED630AD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034640" y="749987"/>
                  <a:ext cx="6444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444C96B-0197-C378-3044-FB8EE993BEC8}"/>
                    </a:ext>
                  </a:extLst>
                </p14:cNvPr>
                <p14:cNvContentPartPr/>
                <p14:nvPr/>
              </p14:nvContentPartPr>
              <p14:xfrm>
                <a:off x="1166240" y="770867"/>
                <a:ext cx="147240" cy="1184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444C96B-0197-C378-3044-FB8EE993BEC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148600" y="752867"/>
                  <a:ext cx="1828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3E7A831-488E-D0D4-1FDC-79FE9CBB5DD2}"/>
                    </a:ext>
                  </a:extLst>
                </p14:cNvPr>
                <p14:cNvContentPartPr/>
                <p14:nvPr/>
              </p14:nvContentPartPr>
              <p14:xfrm>
                <a:off x="1194320" y="726587"/>
                <a:ext cx="86040" cy="1879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3E7A831-488E-D0D4-1FDC-79FE9CBB5DD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176320" y="708587"/>
                  <a:ext cx="12168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F64D708-FBDE-30C0-C2D2-58C64F1E7A42}"/>
                    </a:ext>
                  </a:extLst>
                </p14:cNvPr>
                <p14:cNvContentPartPr/>
                <p14:nvPr/>
              </p14:nvContentPartPr>
              <p14:xfrm>
                <a:off x="1422200" y="811187"/>
                <a:ext cx="10800" cy="1746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F64D708-FBDE-30C0-C2D2-58C64F1E7A4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404560" y="793187"/>
                  <a:ext cx="4644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CBC4B8F-8043-4935-EFA5-4FD1E7D768AE}"/>
                    </a:ext>
                  </a:extLst>
                </p14:cNvPr>
                <p14:cNvContentPartPr/>
                <p14:nvPr/>
              </p14:nvContentPartPr>
              <p14:xfrm>
                <a:off x="1201880" y="1321667"/>
                <a:ext cx="124200" cy="662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CBC4B8F-8043-4935-EFA5-4FD1E7D768A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183880" y="1303667"/>
                  <a:ext cx="15984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497467F-4084-EA31-9613-DAA6784D6112}"/>
                    </a:ext>
                  </a:extLst>
                </p14:cNvPr>
                <p14:cNvContentPartPr/>
                <p14:nvPr/>
              </p14:nvContentPartPr>
              <p14:xfrm>
                <a:off x="1287920" y="1278107"/>
                <a:ext cx="64080" cy="16524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497467F-4084-EA31-9613-DAA6784D611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270280" y="1260107"/>
                  <a:ext cx="9972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282AFD4-5E46-79FF-D4B3-A449B489F694}"/>
                    </a:ext>
                  </a:extLst>
                </p14:cNvPr>
                <p14:cNvContentPartPr/>
                <p14:nvPr/>
              </p14:nvContentPartPr>
              <p14:xfrm>
                <a:off x="1424000" y="1369547"/>
                <a:ext cx="160560" cy="1231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282AFD4-5E46-79FF-D4B3-A449B489F69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406360" y="1351547"/>
                  <a:ext cx="19620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E56C1D70-0FEE-DB80-DBE6-B54B6191711A}"/>
                    </a:ext>
                  </a:extLst>
                </p14:cNvPr>
                <p14:cNvContentPartPr/>
                <p14:nvPr/>
              </p14:nvContentPartPr>
              <p14:xfrm>
                <a:off x="5057480" y="689867"/>
                <a:ext cx="93600" cy="6318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E56C1D70-0FEE-DB80-DBE6-B54B6191711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039480" y="672227"/>
                  <a:ext cx="129240" cy="66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65AD8EC-8E3D-D863-5CDD-472A514DDA4A}"/>
                    </a:ext>
                  </a:extLst>
                </p14:cNvPr>
                <p14:cNvContentPartPr/>
                <p14:nvPr/>
              </p14:nvContentPartPr>
              <p14:xfrm>
                <a:off x="5035520" y="681947"/>
                <a:ext cx="551160" cy="65304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65AD8EC-8E3D-D863-5CDD-472A514DDA4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017880" y="664307"/>
                  <a:ext cx="586800" cy="68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0E2CCD8-CC91-5B67-C31E-586A90A6473E}"/>
                    </a:ext>
                  </a:extLst>
                </p14:cNvPr>
                <p14:cNvContentPartPr/>
                <p14:nvPr/>
              </p14:nvContentPartPr>
              <p14:xfrm>
                <a:off x="5596760" y="892187"/>
                <a:ext cx="150840" cy="1663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0E2CCD8-CC91-5B67-C31E-586A90A6473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579120" y="874187"/>
                  <a:ext cx="18648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D3344C1-3EC7-CE71-886B-AB7F15F950F4}"/>
                    </a:ext>
                  </a:extLst>
                </p14:cNvPr>
                <p14:cNvContentPartPr/>
                <p14:nvPr/>
              </p14:nvContentPartPr>
              <p14:xfrm>
                <a:off x="5747960" y="917747"/>
                <a:ext cx="509040" cy="201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D3344C1-3EC7-CE71-886B-AB7F15F950F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729960" y="900107"/>
                  <a:ext cx="54468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47106EA-7F4F-76EF-6229-314AE0280E9C}"/>
                    </a:ext>
                  </a:extLst>
                </p14:cNvPr>
                <p14:cNvContentPartPr/>
                <p14:nvPr/>
              </p14:nvContentPartPr>
              <p14:xfrm>
                <a:off x="5920760" y="566027"/>
                <a:ext cx="162720" cy="1317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47106EA-7F4F-76EF-6229-314AE0280E9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902760" y="548387"/>
                  <a:ext cx="19836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4A16F99-6159-8F9F-7370-7CA13976D6B4}"/>
                    </a:ext>
                  </a:extLst>
                </p14:cNvPr>
                <p14:cNvContentPartPr/>
                <p14:nvPr/>
              </p14:nvContentPartPr>
              <p14:xfrm>
                <a:off x="6037040" y="652067"/>
                <a:ext cx="39960" cy="1900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4A16F99-6159-8F9F-7370-7CA13976D6B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019400" y="634427"/>
                  <a:ext cx="7560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93BFE88-54DB-248C-490A-031E4B437826}"/>
                    </a:ext>
                  </a:extLst>
                </p14:cNvPr>
                <p14:cNvContentPartPr/>
                <p14:nvPr/>
              </p14:nvContentPartPr>
              <p14:xfrm>
                <a:off x="4365920" y="836387"/>
                <a:ext cx="750600" cy="738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93BFE88-54DB-248C-490A-031E4B43782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348280" y="818387"/>
                  <a:ext cx="78624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7DFC7D6-8943-D780-4E2B-E4232E0AA529}"/>
                    </a:ext>
                  </a:extLst>
                </p14:cNvPr>
                <p14:cNvContentPartPr/>
                <p14:nvPr/>
              </p14:nvContentPartPr>
              <p14:xfrm>
                <a:off x="4274120" y="571067"/>
                <a:ext cx="221760" cy="1263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7DFC7D6-8943-D780-4E2B-E4232E0AA529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256480" y="553067"/>
                  <a:ext cx="2574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D0F20EA8-4453-A616-07FA-0F9A562A2BCD}"/>
                    </a:ext>
                  </a:extLst>
                </p14:cNvPr>
                <p14:cNvContentPartPr/>
                <p14:nvPr/>
              </p14:nvContentPartPr>
              <p14:xfrm>
                <a:off x="4355840" y="496907"/>
                <a:ext cx="141120" cy="2379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D0F20EA8-4453-A616-07FA-0F9A562A2BC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337840" y="479267"/>
                  <a:ext cx="17676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FD28E82-4DD5-ABD7-0F71-041A476A5CCB}"/>
                    </a:ext>
                  </a:extLst>
                </p14:cNvPr>
                <p14:cNvContentPartPr/>
                <p14:nvPr/>
              </p14:nvContentPartPr>
              <p14:xfrm>
                <a:off x="4595600" y="599147"/>
                <a:ext cx="19080" cy="1220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FD28E82-4DD5-ABD7-0F71-041A476A5CC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577600" y="581147"/>
                  <a:ext cx="5472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2F804FE-8F26-E1C2-8335-AE24DAE1253E}"/>
                    </a:ext>
                  </a:extLst>
                </p14:cNvPr>
                <p14:cNvContentPartPr/>
                <p14:nvPr/>
              </p14:nvContentPartPr>
              <p14:xfrm>
                <a:off x="4629440" y="1166147"/>
                <a:ext cx="480960" cy="806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2F804FE-8F26-E1C2-8335-AE24DAE1253E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611440" y="1148507"/>
                  <a:ext cx="51660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9AEF56C0-C935-6413-64FB-3849B8983619}"/>
                    </a:ext>
                  </a:extLst>
                </p14:cNvPr>
                <p14:cNvContentPartPr/>
                <p14:nvPr/>
              </p14:nvContentPartPr>
              <p14:xfrm>
                <a:off x="4551320" y="1387907"/>
                <a:ext cx="124920" cy="1047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9AEF56C0-C935-6413-64FB-3849B898361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533320" y="1370267"/>
                  <a:ext cx="16056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A3099B5D-3EDE-956C-686A-C8223DFB01E7}"/>
                    </a:ext>
                  </a:extLst>
                </p14:cNvPr>
                <p14:cNvContentPartPr/>
                <p14:nvPr/>
              </p14:nvContentPartPr>
              <p14:xfrm>
                <a:off x="4587320" y="1377827"/>
                <a:ext cx="151560" cy="1605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A3099B5D-3EDE-956C-686A-C8223DFB01E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569680" y="1360187"/>
                  <a:ext cx="18720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C263054-19D9-6385-B0D6-754E7D9C216B}"/>
                    </a:ext>
                  </a:extLst>
                </p14:cNvPr>
                <p14:cNvContentPartPr/>
                <p14:nvPr/>
              </p14:nvContentPartPr>
              <p14:xfrm>
                <a:off x="4797560" y="1430747"/>
                <a:ext cx="114480" cy="1000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C263054-19D9-6385-B0D6-754E7D9C216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779920" y="1412747"/>
                  <a:ext cx="15012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80D1684A-F8B5-C379-ADC9-0FA6730519C2}"/>
                    </a:ext>
                  </a:extLst>
                </p14:cNvPr>
                <p14:cNvContentPartPr/>
                <p14:nvPr/>
              </p14:nvContentPartPr>
              <p14:xfrm>
                <a:off x="1664840" y="188387"/>
                <a:ext cx="56520" cy="31752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80D1684A-F8B5-C379-ADC9-0FA6730519C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646840" y="170387"/>
                  <a:ext cx="92160" cy="35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B797768A-7757-4289-544E-540AAFCD1061}"/>
                    </a:ext>
                  </a:extLst>
                </p14:cNvPr>
                <p14:cNvContentPartPr/>
                <p14:nvPr/>
              </p14:nvContentPartPr>
              <p14:xfrm>
                <a:off x="1699040" y="185507"/>
                <a:ext cx="148320" cy="2509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B797768A-7757-4289-544E-540AAFCD106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681400" y="167867"/>
                  <a:ext cx="18396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F87928DD-B2DA-2CD9-B06A-B3D02DAB96DB}"/>
                    </a:ext>
                  </a:extLst>
                </p14:cNvPr>
                <p14:cNvContentPartPr/>
                <p14:nvPr/>
              </p14:nvContentPartPr>
              <p14:xfrm>
                <a:off x="1737920" y="323027"/>
                <a:ext cx="91080" cy="511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F87928DD-B2DA-2CD9-B06A-B3D02DAB96D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719920" y="305387"/>
                  <a:ext cx="12672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1D26B61A-36BC-DE3D-08FC-F2ABA32F2944}"/>
                    </a:ext>
                  </a:extLst>
                </p14:cNvPr>
                <p14:cNvContentPartPr/>
                <p14:nvPr/>
              </p14:nvContentPartPr>
              <p14:xfrm>
                <a:off x="1918280" y="249227"/>
                <a:ext cx="33480" cy="1501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1D26B61A-36BC-DE3D-08FC-F2ABA32F294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900280" y="231587"/>
                  <a:ext cx="6912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11997BE6-315D-6AC3-B48A-2CA2763FB406}"/>
                    </a:ext>
                  </a:extLst>
                </p14:cNvPr>
                <p14:cNvContentPartPr/>
                <p14:nvPr/>
              </p14:nvContentPartPr>
              <p14:xfrm>
                <a:off x="1925840" y="189827"/>
                <a:ext cx="114120" cy="1911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1997BE6-315D-6AC3-B48A-2CA2763FB40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908200" y="171827"/>
                  <a:ext cx="14976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50ACE2D7-9831-5658-A736-52E1EB56452B}"/>
                    </a:ext>
                  </a:extLst>
                </p14:cNvPr>
                <p14:cNvContentPartPr/>
                <p14:nvPr/>
              </p14:nvContentPartPr>
              <p14:xfrm>
                <a:off x="2123120" y="207467"/>
                <a:ext cx="20160" cy="1598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50ACE2D7-9831-5658-A736-52E1EB56452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105120" y="189827"/>
                  <a:ext cx="5580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95EDC7D-8604-352D-5C6A-F9001B54E992}"/>
                    </a:ext>
                  </a:extLst>
                </p14:cNvPr>
                <p14:cNvContentPartPr/>
                <p14:nvPr/>
              </p14:nvContentPartPr>
              <p14:xfrm>
                <a:off x="2109800" y="185507"/>
                <a:ext cx="123480" cy="21636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95EDC7D-8604-352D-5C6A-F9001B54E992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91800" y="167507"/>
                  <a:ext cx="15912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EFA38718-550B-AFF0-FAE7-5D91A41C1753}"/>
                    </a:ext>
                  </a:extLst>
                </p14:cNvPr>
                <p14:cNvContentPartPr/>
                <p14:nvPr/>
              </p14:nvContentPartPr>
              <p14:xfrm>
                <a:off x="4817000" y="219707"/>
                <a:ext cx="20880" cy="2361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EFA38718-550B-AFF0-FAE7-5D91A41C175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799360" y="202067"/>
                  <a:ext cx="5652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3FDFDC3F-5EB0-0D54-4992-D2207F22B5A2}"/>
                    </a:ext>
                  </a:extLst>
                </p14:cNvPr>
                <p14:cNvContentPartPr/>
                <p14:nvPr/>
              </p14:nvContentPartPr>
              <p14:xfrm>
                <a:off x="4810880" y="186947"/>
                <a:ext cx="158760" cy="1814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3FDFDC3F-5EB0-0D54-4992-D2207F22B5A2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793240" y="169307"/>
                  <a:ext cx="19440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D88CE880-33E8-F116-E351-D7D630173F88}"/>
                    </a:ext>
                  </a:extLst>
                </p14:cNvPr>
                <p14:cNvContentPartPr/>
                <p14:nvPr/>
              </p14:nvContentPartPr>
              <p14:xfrm>
                <a:off x="5065760" y="185147"/>
                <a:ext cx="61560" cy="17964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D88CE880-33E8-F116-E351-D7D630173F8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048120" y="167147"/>
                  <a:ext cx="9720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2891FA1-9879-4A35-A515-837691E52A34}"/>
                    </a:ext>
                  </a:extLst>
                </p14:cNvPr>
                <p14:cNvContentPartPr/>
                <p14:nvPr/>
              </p14:nvContentPartPr>
              <p14:xfrm>
                <a:off x="5067200" y="184787"/>
                <a:ext cx="117000" cy="17172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2891FA1-9879-4A35-A515-837691E52A34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049200" y="166787"/>
                  <a:ext cx="15264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87B4077-40B7-2CEC-71E5-A7A8F202CC5A}"/>
                    </a:ext>
                  </a:extLst>
                </p14:cNvPr>
                <p14:cNvContentPartPr/>
                <p14:nvPr/>
              </p14:nvContentPartPr>
              <p14:xfrm>
                <a:off x="5094560" y="286667"/>
                <a:ext cx="86040" cy="6300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87B4077-40B7-2CEC-71E5-A7A8F202CC5A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076560" y="269027"/>
                  <a:ext cx="12168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EFEC8C06-3164-E123-C0FC-6A276FBCDE62}"/>
                    </a:ext>
                  </a:extLst>
                </p14:cNvPr>
                <p14:cNvContentPartPr/>
                <p14:nvPr/>
              </p14:nvContentPartPr>
              <p14:xfrm>
                <a:off x="5273120" y="207467"/>
                <a:ext cx="31680" cy="1695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EFEC8C06-3164-E123-C0FC-6A276FBCDE62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255480" y="189467"/>
                  <a:ext cx="6732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5FDEF0F2-7495-D435-A0A4-E04BEA1F42F8}"/>
                    </a:ext>
                  </a:extLst>
                </p14:cNvPr>
                <p14:cNvContentPartPr/>
                <p14:nvPr/>
              </p14:nvContentPartPr>
              <p14:xfrm>
                <a:off x="5272760" y="138347"/>
                <a:ext cx="134280" cy="21852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5FDEF0F2-7495-D435-A0A4-E04BEA1F42F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254760" y="120707"/>
                  <a:ext cx="16992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587F88D2-8D9F-A27B-D13F-1A06B958ED3D}"/>
                    </a:ext>
                  </a:extLst>
                </p14:cNvPr>
                <p14:cNvContentPartPr/>
                <p14:nvPr/>
              </p14:nvContentPartPr>
              <p14:xfrm>
                <a:off x="5486600" y="185147"/>
                <a:ext cx="14400" cy="14184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587F88D2-8D9F-A27B-D13F-1A06B958ED3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468600" y="167147"/>
                  <a:ext cx="5004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1A24EAFE-DBDF-1919-7504-AB4B72717060}"/>
                    </a:ext>
                  </a:extLst>
                </p14:cNvPr>
                <p14:cNvContentPartPr/>
                <p14:nvPr/>
              </p14:nvContentPartPr>
              <p14:xfrm>
                <a:off x="5472920" y="143747"/>
                <a:ext cx="167040" cy="19476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1A24EAFE-DBDF-1919-7504-AB4B72717060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455280" y="126107"/>
                  <a:ext cx="20268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7B9EE33F-0FFE-3A22-B238-5A0AD4B1BAF8}"/>
                    </a:ext>
                  </a:extLst>
                </p14:cNvPr>
                <p14:cNvContentPartPr/>
                <p14:nvPr/>
              </p14:nvContentPartPr>
              <p14:xfrm>
                <a:off x="7642640" y="796427"/>
                <a:ext cx="380880" cy="64656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7B9EE33F-0FFE-3A22-B238-5A0AD4B1BAF8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624640" y="778427"/>
                  <a:ext cx="416520" cy="68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C2F787E9-4B77-6277-0541-6E541A823CB2}"/>
                    </a:ext>
                  </a:extLst>
                </p14:cNvPr>
                <p14:cNvContentPartPr/>
                <p14:nvPr/>
              </p14:nvContentPartPr>
              <p14:xfrm>
                <a:off x="7630040" y="766907"/>
                <a:ext cx="736920" cy="7174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C2F787E9-4B77-6277-0541-6E541A823CB2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612040" y="748907"/>
                  <a:ext cx="772560" cy="75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9FFB4467-55A0-40D9-D2D6-5A8B10EE7F33}"/>
                    </a:ext>
                  </a:extLst>
                </p14:cNvPr>
                <p14:cNvContentPartPr/>
                <p14:nvPr/>
              </p14:nvContentPartPr>
              <p14:xfrm>
                <a:off x="8347520" y="1031507"/>
                <a:ext cx="922320" cy="2016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9FFB4467-55A0-40D9-D2D6-5A8B10EE7F33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329880" y="1013867"/>
                  <a:ext cx="95796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B2195651-5CD4-CDD6-98CF-E2F6EC14807C}"/>
                    </a:ext>
                  </a:extLst>
                </p14:cNvPr>
                <p14:cNvContentPartPr/>
                <p14:nvPr/>
              </p14:nvContentPartPr>
              <p14:xfrm>
                <a:off x="8682320" y="573587"/>
                <a:ext cx="210600" cy="15732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B2195651-5CD4-CDD6-98CF-E2F6EC14807C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664320" y="555587"/>
                  <a:ext cx="24624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456E5651-2EA8-BF1C-3493-B4364A867803}"/>
                    </a:ext>
                  </a:extLst>
                </p14:cNvPr>
                <p14:cNvContentPartPr/>
                <p14:nvPr/>
              </p14:nvContentPartPr>
              <p14:xfrm>
                <a:off x="8811920" y="734507"/>
                <a:ext cx="29520" cy="20484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456E5651-2EA8-BF1C-3493-B4364A867803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793920" y="716867"/>
                  <a:ext cx="6516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0D4FBF6C-4505-69EA-5846-02458C999E63}"/>
                    </a:ext>
                  </a:extLst>
                </p14:cNvPr>
                <p14:cNvContentPartPr/>
                <p14:nvPr/>
              </p14:nvContentPartPr>
              <p14:xfrm>
                <a:off x="7146560" y="905867"/>
                <a:ext cx="659880" cy="6588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0D4FBF6C-4505-69EA-5846-02458C999E63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128560" y="888227"/>
                  <a:ext cx="69552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DE25C269-902F-3B63-5193-5F3949AAAE1E}"/>
                    </a:ext>
                  </a:extLst>
                </p14:cNvPr>
                <p14:cNvContentPartPr/>
                <p14:nvPr/>
              </p14:nvContentPartPr>
              <p14:xfrm>
                <a:off x="7161320" y="1192067"/>
                <a:ext cx="712080" cy="950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DE25C269-902F-3B63-5193-5F3949AAAE1E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143680" y="1174067"/>
                  <a:ext cx="74772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3C5AEB0C-0B6B-12C2-7A1C-273E67FD2BB4}"/>
                    </a:ext>
                  </a:extLst>
                </p14:cNvPr>
                <p14:cNvContentPartPr/>
                <p14:nvPr/>
              </p14:nvContentPartPr>
              <p14:xfrm>
                <a:off x="6970880" y="507347"/>
                <a:ext cx="228600" cy="12132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3C5AEB0C-0B6B-12C2-7A1C-273E67FD2BB4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952880" y="489707"/>
                  <a:ext cx="26424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6ABA1926-D424-9349-BB54-CC40A72F0109}"/>
                    </a:ext>
                  </a:extLst>
                </p14:cNvPr>
                <p14:cNvContentPartPr/>
                <p14:nvPr/>
              </p14:nvContentPartPr>
              <p14:xfrm>
                <a:off x="7024880" y="494747"/>
                <a:ext cx="154800" cy="19872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6ABA1926-D424-9349-BB54-CC40A72F0109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006880" y="477107"/>
                  <a:ext cx="19044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3315D6AD-8CE2-69E8-1774-BF2FC07B02DA}"/>
                    </a:ext>
                  </a:extLst>
                </p14:cNvPr>
                <p14:cNvContentPartPr/>
                <p14:nvPr/>
              </p14:nvContentPartPr>
              <p14:xfrm>
                <a:off x="7324760" y="562787"/>
                <a:ext cx="25920" cy="18360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3315D6AD-8CE2-69E8-1774-BF2FC07B02DA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306760" y="544787"/>
                  <a:ext cx="6156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52A38E-4969-C928-367B-F11939A91F89}"/>
                    </a:ext>
                  </a:extLst>
                </p14:cNvPr>
                <p14:cNvContentPartPr/>
                <p14:nvPr/>
              </p14:nvContentPartPr>
              <p14:xfrm>
                <a:off x="7122800" y="1540547"/>
                <a:ext cx="142920" cy="6624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52A38E-4969-C928-367B-F11939A91F89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105160" y="1522907"/>
                  <a:ext cx="17856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C2A440DC-2835-F0AE-BED2-B9F8A4A654D2}"/>
                    </a:ext>
                  </a:extLst>
                </p14:cNvPr>
                <p14:cNvContentPartPr/>
                <p14:nvPr/>
              </p14:nvContentPartPr>
              <p14:xfrm>
                <a:off x="7155920" y="1487627"/>
                <a:ext cx="104760" cy="16380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C2A440DC-2835-F0AE-BED2-B9F8A4A654D2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138280" y="1469627"/>
                  <a:ext cx="14040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592531A-BA5A-3BCD-FB8A-8345FB01522F}"/>
                    </a:ext>
                  </a:extLst>
                </p14:cNvPr>
                <p14:cNvContentPartPr/>
                <p14:nvPr/>
              </p14:nvContentPartPr>
              <p14:xfrm>
                <a:off x="7340240" y="1545587"/>
                <a:ext cx="71640" cy="7200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592531A-BA5A-3BCD-FB8A-8345FB01522F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322600" y="1527587"/>
                  <a:ext cx="10728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1EB3B174-3CD7-B2EF-6EF6-5AB5F831741B}"/>
                    </a:ext>
                  </a:extLst>
                </p14:cNvPr>
                <p14:cNvContentPartPr/>
                <p14:nvPr/>
              </p14:nvContentPartPr>
              <p14:xfrm>
                <a:off x="7694480" y="102707"/>
                <a:ext cx="199080" cy="2757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1EB3B174-3CD7-B2EF-6EF6-5AB5F831741B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676840" y="85067"/>
                  <a:ext cx="23472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B58C2264-0DCD-D264-71A1-752EF1E3F0FE}"/>
                    </a:ext>
                  </a:extLst>
                </p14:cNvPr>
                <p14:cNvContentPartPr/>
                <p14:nvPr/>
              </p14:nvContentPartPr>
              <p14:xfrm>
                <a:off x="7968800" y="139427"/>
                <a:ext cx="23760" cy="2257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B58C2264-0DCD-D264-71A1-752EF1E3F0F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950800" y="121787"/>
                  <a:ext cx="5940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3E29F4D3-248C-8AD9-3619-F4482EFC884D}"/>
                    </a:ext>
                  </a:extLst>
                </p14:cNvPr>
                <p14:cNvContentPartPr/>
                <p14:nvPr/>
              </p14:nvContentPartPr>
              <p14:xfrm>
                <a:off x="7972040" y="130067"/>
                <a:ext cx="113760" cy="15768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3E29F4D3-248C-8AD9-3619-F4482EFC884D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954040" y="112067"/>
                  <a:ext cx="14940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80842A9F-25E9-D403-140F-C0B281806B2B}"/>
                    </a:ext>
                  </a:extLst>
                </p14:cNvPr>
                <p14:cNvContentPartPr/>
                <p14:nvPr/>
              </p14:nvContentPartPr>
              <p14:xfrm>
                <a:off x="6540680" y="2343707"/>
                <a:ext cx="4863960" cy="4500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80842A9F-25E9-D403-140F-C0B281806B2B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523040" y="2326067"/>
                  <a:ext cx="489960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364DA168-BCF1-F5DE-C1E4-D86425B84F44}"/>
                    </a:ext>
                  </a:extLst>
                </p14:cNvPr>
                <p14:cNvContentPartPr/>
                <p14:nvPr/>
              </p14:nvContentPartPr>
              <p14:xfrm>
                <a:off x="6506120" y="3125627"/>
                <a:ext cx="4698360" cy="11232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364DA168-BCF1-F5DE-C1E4-D86425B84F44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488480" y="3107987"/>
                  <a:ext cx="473400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A50D188-1294-AC88-6C96-B1EB6BFA2B21}"/>
                    </a:ext>
                  </a:extLst>
                </p14:cNvPr>
                <p14:cNvContentPartPr/>
                <p14:nvPr/>
              </p14:nvContentPartPr>
              <p14:xfrm>
                <a:off x="6573080" y="4045067"/>
                <a:ext cx="4604040" cy="9252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A50D188-1294-AC88-6C96-B1EB6BFA2B21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555440" y="4027067"/>
                  <a:ext cx="463968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F3EA73F7-C5AD-B4AA-2C31-FDFC1B2FA122}"/>
                    </a:ext>
                  </a:extLst>
                </p14:cNvPr>
                <p14:cNvContentPartPr/>
                <p14:nvPr/>
              </p14:nvContentPartPr>
              <p14:xfrm>
                <a:off x="6636080" y="4685147"/>
                <a:ext cx="4757400" cy="11808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F3EA73F7-C5AD-B4AA-2C31-FDFC1B2FA122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618080" y="4667507"/>
                  <a:ext cx="479304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031A8DCB-DE00-4431-C147-89B7C11FDA1E}"/>
                    </a:ext>
                  </a:extLst>
                </p14:cNvPr>
                <p14:cNvContentPartPr/>
                <p14:nvPr/>
              </p14:nvContentPartPr>
              <p14:xfrm>
                <a:off x="6880880" y="1770947"/>
                <a:ext cx="200520" cy="388332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031A8DCB-DE00-4431-C147-89B7C11FDA1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862880" y="1753307"/>
                  <a:ext cx="236160" cy="39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7A543B81-8716-84FA-59FF-4E761BC86EA2}"/>
                    </a:ext>
                  </a:extLst>
                </p14:cNvPr>
                <p14:cNvContentPartPr/>
                <p14:nvPr/>
              </p14:nvContentPartPr>
              <p14:xfrm>
                <a:off x="7672880" y="1894067"/>
                <a:ext cx="348480" cy="362160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7A543B81-8716-84FA-59FF-4E761BC86EA2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655240" y="1876067"/>
                  <a:ext cx="384120" cy="36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C5A1ED61-6B91-8650-9076-48F53E9089AE}"/>
                    </a:ext>
                  </a:extLst>
                </p14:cNvPr>
                <p14:cNvContentPartPr/>
                <p14:nvPr/>
              </p14:nvContentPartPr>
              <p14:xfrm>
                <a:off x="8441120" y="1828547"/>
                <a:ext cx="223560" cy="377028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C5A1ED61-6B91-8650-9076-48F53E9089AE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423480" y="1810547"/>
                  <a:ext cx="259200" cy="38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19B96FE6-BE68-D461-22B9-5A47429AACB2}"/>
                    </a:ext>
                  </a:extLst>
                </p14:cNvPr>
                <p14:cNvContentPartPr/>
                <p14:nvPr/>
              </p14:nvContentPartPr>
              <p14:xfrm>
                <a:off x="9244280" y="1912067"/>
                <a:ext cx="442080" cy="343296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19B96FE6-BE68-D461-22B9-5A47429AACB2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9226280" y="1894067"/>
                  <a:ext cx="477720" cy="346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D6ACB415-7FDA-1EA2-DC49-60A36B9CB1A4}"/>
                    </a:ext>
                  </a:extLst>
                </p14:cNvPr>
                <p14:cNvContentPartPr/>
                <p14:nvPr/>
              </p14:nvContentPartPr>
              <p14:xfrm>
                <a:off x="7068800" y="1923587"/>
                <a:ext cx="257040" cy="26712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D6ACB415-7FDA-1EA2-DC49-60A36B9CB1A4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050800" y="1905947"/>
                  <a:ext cx="29268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B94E0FF9-1D10-C13F-D51F-FFD2D77EE4E7}"/>
                    </a:ext>
                  </a:extLst>
                </p14:cNvPr>
                <p14:cNvContentPartPr/>
                <p14:nvPr/>
              </p14:nvContentPartPr>
              <p14:xfrm>
                <a:off x="7087160" y="1983347"/>
                <a:ext cx="213480" cy="26604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B94E0FF9-1D10-C13F-D51F-FFD2D77EE4E7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069160" y="1965347"/>
                  <a:ext cx="24912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D35268AF-2F8C-52D8-CFEF-B9441A548677}"/>
                    </a:ext>
                  </a:extLst>
                </p14:cNvPr>
                <p14:cNvContentPartPr/>
                <p14:nvPr/>
              </p14:nvContentPartPr>
              <p14:xfrm>
                <a:off x="7391000" y="2067947"/>
                <a:ext cx="19800" cy="19116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D35268AF-2F8C-52D8-CFEF-B9441A548677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373000" y="2049947"/>
                  <a:ext cx="5544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22B0DF34-DC31-90E0-3710-610F7931EF83}"/>
                    </a:ext>
                  </a:extLst>
                </p14:cNvPr>
                <p14:cNvContentPartPr/>
                <p14:nvPr/>
              </p14:nvContentPartPr>
              <p14:xfrm>
                <a:off x="7936040" y="2005667"/>
                <a:ext cx="115560" cy="9072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22B0DF34-DC31-90E0-3710-610F7931EF83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918040" y="1988027"/>
                  <a:ext cx="15120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538A5677-7B66-81FB-CD19-F89A4D7AFD4C}"/>
                    </a:ext>
                  </a:extLst>
                </p14:cNvPr>
                <p14:cNvContentPartPr/>
                <p14:nvPr/>
              </p14:nvContentPartPr>
              <p14:xfrm>
                <a:off x="7958360" y="1985867"/>
                <a:ext cx="144000" cy="18900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538A5677-7B66-81FB-CD19-F89A4D7AFD4C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940720" y="1967867"/>
                  <a:ext cx="17964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13F2B5F9-0FDC-5946-FC23-425C20B9750A}"/>
                    </a:ext>
                  </a:extLst>
                </p14:cNvPr>
                <p14:cNvContentPartPr/>
                <p14:nvPr/>
              </p14:nvContentPartPr>
              <p14:xfrm>
                <a:off x="8184440" y="2052467"/>
                <a:ext cx="131040" cy="11844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13F2B5F9-0FDC-5946-FC23-425C20B9750A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166800" y="2034827"/>
                  <a:ext cx="166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1812D7F5-D1C2-3454-6305-B155998F75C7}"/>
                    </a:ext>
                  </a:extLst>
                </p14:cNvPr>
                <p14:cNvContentPartPr/>
                <p14:nvPr/>
              </p14:nvContentPartPr>
              <p14:xfrm>
                <a:off x="8705720" y="1884347"/>
                <a:ext cx="200160" cy="13140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1812D7F5-D1C2-3454-6305-B155998F75C7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8688080" y="1866347"/>
                  <a:ext cx="23580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18E585A3-202E-7366-BCEA-4C526EC8AE2D}"/>
                    </a:ext>
                  </a:extLst>
                </p14:cNvPr>
                <p14:cNvContentPartPr/>
                <p14:nvPr/>
              </p14:nvContentPartPr>
              <p14:xfrm>
                <a:off x="8801840" y="2020067"/>
                <a:ext cx="9360" cy="14832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18E585A3-202E-7366-BCEA-4C526EC8AE2D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8783840" y="2002427"/>
                  <a:ext cx="4500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6959021D-BF5D-7472-E452-CFCE150C7C22}"/>
                    </a:ext>
                  </a:extLst>
                </p14:cNvPr>
                <p14:cNvContentPartPr/>
                <p14:nvPr/>
              </p14:nvContentPartPr>
              <p14:xfrm>
                <a:off x="7162760" y="2519747"/>
                <a:ext cx="242640" cy="32616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6959021D-BF5D-7472-E452-CFCE150C7C2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7145120" y="2501747"/>
                  <a:ext cx="278280" cy="36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B54D815B-4662-6B68-2970-97C20654EC8A}"/>
                    </a:ext>
                  </a:extLst>
                </p14:cNvPr>
                <p14:cNvContentPartPr/>
                <p14:nvPr/>
              </p14:nvContentPartPr>
              <p14:xfrm>
                <a:off x="7955840" y="2549267"/>
                <a:ext cx="218880" cy="28728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B54D815B-4662-6B68-2970-97C20654EC8A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937840" y="2531627"/>
                  <a:ext cx="25452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A92A5BA5-BD50-38A7-0908-63CC4905D2D7}"/>
                    </a:ext>
                  </a:extLst>
                </p14:cNvPr>
                <p14:cNvContentPartPr/>
                <p14:nvPr/>
              </p14:nvContentPartPr>
              <p14:xfrm>
                <a:off x="7190120" y="3451787"/>
                <a:ext cx="223200" cy="33516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A92A5BA5-BD50-38A7-0908-63CC4905D2D7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172120" y="3434147"/>
                  <a:ext cx="258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D58610B8-933D-C180-745B-809D36EDE2A0}"/>
                    </a:ext>
                  </a:extLst>
                </p14:cNvPr>
                <p14:cNvContentPartPr/>
                <p14:nvPr/>
              </p14:nvContentPartPr>
              <p14:xfrm>
                <a:off x="8227280" y="3450347"/>
                <a:ext cx="25560" cy="27468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D58610B8-933D-C180-745B-809D36EDE2A0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8209640" y="3432347"/>
                  <a:ext cx="6120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611E977A-8B33-4BBE-C521-1B60FDCDB2C5}"/>
                    </a:ext>
                  </a:extLst>
                </p14:cNvPr>
                <p14:cNvContentPartPr/>
                <p14:nvPr/>
              </p14:nvContentPartPr>
              <p14:xfrm>
                <a:off x="7418720" y="4330547"/>
                <a:ext cx="36720" cy="18396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611E977A-8B33-4BBE-C521-1B60FDCDB2C5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400720" y="4312547"/>
                  <a:ext cx="7236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9557899D-C295-0B78-BD89-6224EA819820}"/>
                    </a:ext>
                  </a:extLst>
                </p14:cNvPr>
                <p14:cNvContentPartPr/>
                <p14:nvPr/>
              </p14:nvContentPartPr>
              <p14:xfrm>
                <a:off x="8193800" y="4289147"/>
                <a:ext cx="174240" cy="19872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9557899D-C295-0B78-BD89-6224EA81982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175800" y="4271507"/>
                  <a:ext cx="20988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FAC8E829-1F9D-8CD1-67DD-A5AE43FDA1F7}"/>
                    </a:ext>
                  </a:extLst>
                </p14:cNvPr>
                <p14:cNvContentPartPr/>
                <p14:nvPr/>
              </p14:nvContentPartPr>
              <p14:xfrm>
                <a:off x="7388120" y="5065307"/>
                <a:ext cx="41040" cy="33804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FAC8E829-1F9D-8CD1-67DD-A5AE43FDA1F7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7370120" y="5047307"/>
                  <a:ext cx="7668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9B23DC71-91B4-9589-A384-D0C514CE8E05}"/>
                    </a:ext>
                  </a:extLst>
                </p14:cNvPr>
                <p14:cNvContentPartPr/>
                <p14:nvPr/>
              </p14:nvContentPartPr>
              <p14:xfrm>
                <a:off x="8246720" y="5135867"/>
                <a:ext cx="57240" cy="18720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9B23DC71-91B4-9589-A384-D0C514CE8E05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228720" y="5118227"/>
                  <a:ext cx="9288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AE88B20-8114-A88A-85AA-7292EF67D74F}"/>
                    </a:ext>
                  </a:extLst>
                </p14:cNvPr>
                <p14:cNvContentPartPr/>
                <p14:nvPr/>
              </p14:nvContentPartPr>
              <p14:xfrm>
                <a:off x="727040" y="2261987"/>
                <a:ext cx="205200" cy="3250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AE88B20-8114-A88A-85AA-7292EF67D74F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709400" y="2244347"/>
                  <a:ext cx="240840" cy="36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52954489-6A2E-2401-F83D-E3CEC04D8400}"/>
                    </a:ext>
                  </a:extLst>
                </p14:cNvPr>
                <p14:cNvContentPartPr/>
                <p14:nvPr/>
              </p14:nvContentPartPr>
              <p14:xfrm>
                <a:off x="1008560" y="2470427"/>
                <a:ext cx="14040" cy="1832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52954489-6A2E-2401-F83D-E3CEC04D8400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990560" y="2452427"/>
                  <a:ext cx="4968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432390A-5986-A7DE-BD11-25C804901E01}"/>
                    </a:ext>
                  </a:extLst>
                </p14:cNvPr>
                <p14:cNvContentPartPr/>
                <p14:nvPr/>
              </p14:nvContentPartPr>
              <p14:xfrm>
                <a:off x="1801640" y="2254787"/>
                <a:ext cx="167400" cy="1933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432390A-5986-A7DE-BD11-25C804901E0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784000" y="2236787"/>
                  <a:ext cx="20304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528688E-C8E7-10E7-8428-51692889BB76}"/>
                    </a:ext>
                  </a:extLst>
                </p14:cNvPr>
                <p14:cNvContentPartPr/>
                <p14:nvPr/>
              </p14:nvContentPartPr>
              <p14:xfrm>
                <a:off x="2020880" y="2387627"/>
                <a:ext cx="157680" cy="1263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528688E-C8E7-10E7-8428-51692889BB7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2002880" y="2369987"/>
                  <a:ext cx="19332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B0A4828-8BAD-F5C1-FA93-A85FDC03989A}"/>
                    </a:ext>
                  </a:extLst>
                </p14:cNvPr>
                <p14:cNvContentPartPr/>
                <p14:nvPr/>
              </p14:nvContentPartPr>
              <p14:xfrm>
                <a:off x="2539640" y="1960307"/>
                <a:ext cx="72720" cy="37724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B0A4828-8BAD-F5C1-FA93-A85FDC03989A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2522000" y="1942667"/>
                  <a:ext cx="108360" cy="38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872B3DD-645D-8C55-325A-DC37BCA49FD3}"/>
                    </a:ext>
                  </a:extLst>
                </p14:cNvPr>
                <p14:cNvContentPartPr/>
                <p14:nvPr/>
              </p14:nvContentPartPr>
              <p14:xfrm>
                <a:off x="3055520" y="2191067"/>
                <a:ext cx="166680" cy="1065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872B3DD-645D-8C55-325A-DC37BCA49FD3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3037520" y="2173427"/>
                  <a:ext cx="2023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0DDB5D7-08D2-8C83-2443-10D7ECAFC7C6}"/>
                    </a:ext>
                  </a:extLst>
                </p14:cNvPr>
                <p14:cNvContentPartPr/>
                <p14:nvPr/>
              </p14:nvContentPartPr>
              <p14:xfrm>
                <a:off x="3166400" y="2300867"/>
                <a:ext cx="8640" cy="1537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0DDB5D7-08D2-8C83-2443-10D7ECAFC7C6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3148760" y="2282867"/>
                  <a:ext cx="4428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09207D37-1331-269D-A85F-86DC567ACCA2}"/>
                    </a:ext>
                  </a:extLst>
                </p14:cNvPr>
                <p14:cNvContentPartPr/>
                <p14:nvPr/>
              </p14:nvContentPartPr>
              <p14:xfrm>
                <a:off x="3779840" y="1887227"/>
                <a:ext cx="196560" cy="35956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09207D37-1331-269D-A85F-86DC567ACCA2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762200" y="1869587"/>
                  <a:ext cx="232200" cy="36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71D7CCC-CBED-12BD-35D0-6DCE7F1EE4A3}"/>
                    </a:ext>
                  </a:extLst>
                </p14:cNvPr>
                <p14:cNvContentPartPr/>
                <p14:nvPr/>
              </p14:nvContentPartPr>
              <p14:xfrm>
                <a:off x="4256480" y="2102147"/>
                <a:ext cx="188280" cy="1688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71D7CCC-CBED-12BD-35D0-6DCE7F1EE4A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4238840" y="2084507"/>
                  <a:ext cx="22392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84486DF2-351C-DE51-97DA-960DA2E68808}"/>
                    </a:ext>
                  </a:extLst>
                </p14:cNvPr>
                <p14:cNvContentPartPr/>
                <p14:nvPr/>
              </p14:nvContentPartPr>
              <p14:xfrm>
                <a:off x="4374560" y="2272067"/>
                <a:ext cx="27000" cy="1411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84486DF2-351C-DE51-97DA-960DA2E68808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4356560" y="2254067"/>
                  <a:ext cx="6264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0F99FF63-AECB-4AED-E065-2552ABA30FCD}"/>
                    </a:ext>
                  </a:extLst>
                </p14:cNvPr>
                <p14:cNvContentPartPr/>
                <p14:nvPr/>
              </p14:nvContentPartPr>
              <p14:xfrm>
                <a:off x="4210760" y="1945907"/>
                <a:ext cx="148680" cy="248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0F99FF63-AECB-4AED-E065-2552ABA30FCD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4192760" y="1927907"/>
                  <a:ext cx="18432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4889B7C-1623-B1BF-3D28-EC2D3809F401}"/>
                    </a:ext>
                  </a:extLst>
                </p14:cNvPr>
                <p14:cNvContentPartPr/>
                <p14:nvPr/>
              </p14:nvContentPartPr>
              <p14:xfrm>
                <a:off x="376400" y="2591747"/>
                <a:ext cx="4785120" cy="2041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4889B7C-1623-B1BF-3D28-EC2D3809F401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58760" y="2573747"/>
                  <a:ext cx="482076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ACD3D56-B157-7507-896F-1FA7C636FE9D}"/>
                    </a:ext>
                  </a:extLst>
                </p14:cNvPr>
                <p14:cNvContentPartPr/>
                <p14:nvPr/>
              </p14:nvContentPartPr>
              <p14:xfrm>
                <a:off x="1370720" y="2056427"/>
                <a:ext cx="214560" cy="36399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ACD3D56-B157-7507-896F-1FA7C636FE9D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353080" y="2038787"/>
                  <a:ext cx="250200" cy="36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1461E3D-D9C7-1AA9-C8F0-3A96BFFA0517}"/>
                    </a:ext>
                  </a:extLst>
                </p14:cNvPr>
                <p14:cNvContentPartPr/>
                <p14:nvPr/>
              </p14:nvContentPartPr>
              <p14:xfrm>
                <a:off x="318080" y="3296627"/>
                <a:ext cx="5131800" cy="2444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1461E3D-D9C7-1AA9-C8F0-3A96BFFA0517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300080" y="3278627"/>
                  <a:ext cx="516744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D7F9DF7-5F52-A5CE-0527-048CFCF3100C}"/>
                    </a:ext>
                  </a:extLst>
                </p14:cNvPr>
                <p14:cNvContentPartPr/>
                <p14:nvPr/>
              </p14:nvContentPartPr>
              <p14:xfrm>
                <a:off x="390080" y="4089347"/>
                <a:ext cx="4972680" cy="1789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D7F9DF7-5F52-A5CE-0527-048CFCF3100C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372440" y="4071347"/>
                  <a:ext cx="500832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2BA7ACC-6458-3F73-CDF3-7CF604F61023}"/>
                    </a:ext>
                  </a:extLst>
                </p14:cNvPr>
                <p14:cNvContentPartPr/>
                <p14:nvPr/>
              </p14:nvContentPartPr>
              <p14:xfrm>
                <a:off x="438320" y="4650587"/>
                <a:ext cx="4993560" cy="2912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2BA7ACC-6458-3F73-CDF3-7CF604F61023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420680" y="4632947"/>
                  <a:ext cx="5029200" cy="3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B3B6CDF9-3F9A-3938-D419-00898A102AE8}"/>
                    </a:ext>
                  </a:extLst>
                </p14:cNvPr>
                <p14:cNvContentPartPr/>
                <p14:nvPr/>
              </p14:nvContentPartPr>
              <p14:xfrm>
                <a:off x="695360" y="3032027"/>
                <a:ext cx="228240" cy="28368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B3B6CDF9-3F9A-3938-D419-00898A102AE8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677360" y="3014027"/>
                  <a:ext cx="26388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95431681-D470-B45A-346A-466EB54D8B65}"/>
                    </a:ext>
                  </a:extLst>
                </p14:cNvPr>
                <p14:cNvContentPartPr/>
                <p14:nvPr/>
              </p14:nvContentPartPr>
              <p14:xfrm>
                <a:off x="1672760" y="2910707"/>
                <a:ext cx="279360" cy="26892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95431681-D470-B45A-346A-466EB54D8B65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654760" y="2893067"/>
                  <a:ext cx="31500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807F63D-3F3A-F20B-0B9B-646F2151F1C3}"/>
                    </a:ext>
                  </a:extLst>
                </p14:cNvPr>
                <p14:cNvContentPartPr/>
                <p14:nvPr/>
              </p14:nvContentPartPr>
              <p14:xfrm>
                <a:off x="786080" y="3699467"/>
                <a:ext cx="266760" cy="28440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807F63D-3F3A-F20B-0B9B-646F2151F1C3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768080" y="3681827"/>
                  <a:ext cx="302400" cy="32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08B3DFCB-EC9B-F0F0-B50D-D80F15580446}"/>
                    </a:ext>
                  </a:extLst>
                </p14:cNvPr>
                <p14:cNvContentPartPr/>
                <p14:nvPr/>
              </p14:nvContentPartPr>
              <p14:xfrm>
                <a:off x="1863200" y="3758147"/>
                <a:ext cx="32040" cy="23976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08B3DFCB-EC9B-F0F0-B50D-D80F15580446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845560" y="3740507"/>
                  <a:ext cx="6768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F6C37B09-7473-3926-5E82-0F2A0ECF2AE9}"/>
                    </a:ext>
                  </a:extLst>
                </p14:cNvPr>
                <p14:cNvContentPartPr/>
                <p14:nvPr/>
              </p14:nvContentPartPr>
              <p14:xfrm>
                <a:off x="870680" y="4410107"/>
                <a:ext cx="80640" cy="25380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F6C37B09-7473-3926-5E82-0F2A0ECF2AE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852680" y="4392467"/>
                  <a:ext cx="11628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A2BA59CF-CC45-E7E6-A798-EB4610D0FEB0}"/>
                    </a:ext>
                  </a:extLst>
                </p14:cNvPr>
                <p14:cNvContentPartPr/>
                <p14:nvPr/>
              </p14:nvContentPartPr>
              <p14:xfrm>
                <a:off x="1911800" y="4366187"/>
                <a:ext cx="159120" cy="18936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A2BA59CF-CC45-E7E6-A798-EB4610D0FEB0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894160" y="4348187"/>
                  <a:ext cx="19476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6D47AFC5-05A4-DCCF-C122-F10C0F9A4A89}"/>
                    </a:ext>
                  </a:extLst>
                </p14:cNvPr>
                <p14:cNvContentPartPr/>
                <p14:nvPr/>
              </p14:nvContentPartPr>
              <p14:xfrm>
                <a:off x="940520" y="5208227"/>
                <a:ext cx="46440" cy="22176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6D47AFC5-05A4-DCCF-C122-F10C0F9A4A89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922520" y="5190587"/>
                  <a:ext cx="8208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C42B98FF-0255-8962-0243-CC3EF3A1297C}"/>
                    </a:ext>
                  </a:extLst>
                </p14:cNvPr>
                <p14:cNvContentPartPr/>
                <p14:nvPr/>
              </p14:nvContentPartPr>
              <p14:xfrm>
                <a:off x="1905320" y="5129027"/>
                <a:ext cx="25920" cy="21312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C42B98FF-0255-8962-0243-CC3EF3A1297C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887680" y="5111027"/>
                  <a:ext cx="6156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01F78A2B-B984-5896-0272-80ABE4A46F60}"/>
                    </a:ext>
                  </a:extLst>
                </p14:cNvPr>
                <p14:cNvContentPartPr/>
                <p14:nvPr/>
              </p14:nvContentPartPr>
              <p14:xfrm>
                <a:off x="2905040" y="2909267"/>
                <a:ext cx="229680" cy="38916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01F78A2B-B984-5896-0272-80ABE4A46F60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887040" y="2891627"/>
                  <a:ext cx="265320" cy="42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01374CE5-9427-2552-E47C-31FAC868D22E}"/>
                    </a:ext>
                  </a:extLst>
                </p14:cNvPr>
                <p14:cNvContentPartPr/>
                <p14:nvPr/>
              </p14:nvContentPartPr>
              <p14:xfrm>
                <a:off x="3026720" y="3657707"/>
                <a:ext cx="200880" cy="23220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01374CE5-9427-2552-E47C-31FAC868D22E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3009080" y="3640067"/>
                  <a:ext cx="23652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F515E69F-7E31-000A-AE81-8745E02A1EDE}"/>
                    </a:ext>
                  </a:extLst>
                </p14:cNvPr>
                <p14:cNvContentPartPr/>
                <p14:nvPr/>
              </p14:nvContentPartPr>
              <p14:xfrm>
                <a:off x="3110960" y="4278347"/>
                <a:ext cx="187560" cy="24732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F515E69F-7E31-000A-AE81-8745E02A1EDE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3093320" y="4260707"/>
                  <a:ext cx="22320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3E235870-9B85-18DC-964C-758754D2AF4C}"/>
                    </a:ext>
                  </a:extLst>
                </p14:cNvPr>
                <p14:cNvContentPartPr/>
                <p14:nvPr/>
              </p14:nvContentPartPr>
              <p14:xfrm>
                <a:off x="3161720" y="5064947"/>
                <a:ext cx="27720" cy="35928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3E235870-9B85-18DC-964C-758754D2AF4C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3144080" y="5046947"/>
                  <a:ext cx="63360" cy="39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C2969D74-70E1-FC6B-1811-231AA70ABAAB}"/>
                    </a:ext>
                  </a:extLst>
                </p14:cNvPr>
                <p14:cNvContentPartPr/>
                <p14:nvPr/>
              </p14:nvContentPartPr>
              <p14:xfrm>
                <a:off x="4581200" y="2767427"/>
                <a:ext cx="11520" cy="19368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C2969D74-70E1-FC6B-1811-231AA70ABAAB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563560" y="2749427"/>
                  <a:ext cx="4716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F0C56F79-C594-1E92-5FFB-3FCDCF7344F9}"/>
                    </a:ext>
                  </a:extLst>
                </p14:cNvPr>
                <p14:cNvContentPartPr/>
                <p14:nvPr/>
              </p14:nvContentPartPr>
              <p14:xfrm>
                <a:off x="4539080" y="3677867"/>
                <a:ext cx="8640" cy="21132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F0C56F79-C594-1E92-5FFB-3FCDCF7344F9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4521440" y="3660227"/>
                  <a:ext cx="4428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DD1FDA73-11C2-3244-158B-8BDE5038DE64}"/>
                    </a:ext>
                  </a:extLst>
                </p14:cNvPr>
                <p14:cNvContentPartPr/>
                <p14:nvPr/>
              </p14:nvContentPartPr>
              <p14:xfrm>
                <a:off x="4602080" y="4372667"/>
                <a:ext cx="20160" cy="18828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DD1FDA73-11C2-3244-158B-8BDE5038DE64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4584440" y="4355027"/>
                  <a:ext cx="5580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C9EBA532-5846-4CE7-D207-20B228F16E9C}"/>
                    </a:ext>
                  </a:extLst>
                </p14:cNvPr>
                <p14:cNvContentPartPr/>
                <p14:nvPr/>
              </p14:nvContentPartPr>
              <p14:xfrm>
                <a:off x="4583720" y="4976387"/>
                <a:ext cx="312120" cy="39204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C9EBA532-5846-4CE7-D207-20B228F16E9C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4565720" y="4958387"/>
                  <a:ext cx="347760" cy="42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BF885C04-2EA5-2370-61CA-E42F1004E370}"/>
                    </a:ext>
                  </a:extLst>
                </p14:cNvPr>
                <p14:cNvContentPartPr/>
                <p14:nvPr/>
              </p14:nvContentPartPr>
              <p14:xfrm>
                <a:off x="8825240" y="2522267"/>
                <a:ext cx="225000" cy="25884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BF885C04-2EA5-2370-61CA-E42F1004E370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8807240" y="2504627"/>
                  <a:ext cx="26064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84DD1F67-5A22-5819-EFEC-0A9DD8325E8D}"/>
                    </a:ext>
                  </a:extLst>
                </p14:cNvPr>
                <p14:cNvContentPartPr/>
                <p14:nvPr/>
              </p14:nvContentPartPr>
              <p14:xfrm>
                <a:off x="8959160" y="3356747"/>
                <a:ext cx="50760" cy="34416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84DD1F67-5A22-5819-EFEC-0A9DD8325E8D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8941160" y="3338747"/>
                  <a:ext cx="86400" cy="37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1391710A-998D-BD90-A843-949CE44290AF}"/>
                    </a:ext>
                  </a:extLst>
                </p14:cNvPr>
                <p14:cNvContentPartPr/>
                <p14:nvPr/>
              </p14:nvContentPartPr>
              <p14:xfrm>
                <a:off x="9008480" y="4312907"/>
                <a:ext cx="30600" cy="29052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1391710A-998D-BD90-A843-949CE44290AF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8990840" y="4294907"/>
                  <a:ext cx="66240" cy="32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B433ED9F-8327-A9F3-1E32-623F5D0AA8BF}"/>
                    </a:ext>
                  </a:extLst>
                </p14:cNvPr>
                <p14:cNvContentPartPr/>
                <p14:nvPr/>
              </p14:nvContentPartPr>
              <p14:xfrm>
                <a:off x="9158240" y="5046947"/>
                <a:ext cx="49680" cy="30204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B433ED9F-8327-A9F3-1E32-623F5D0AA8BF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9140600" y="5029307"/>
                  <a:ext cx="85320" cy="337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4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E0C74DA2-54FC-D0CD-8B1F-B628F5084A84}"/>
                  </a:ext>
                </a:extLst>
              </p14:cNvPr>
              <p14:cNvContentPartPr/>
              <p14:nvPr/>
            </p14:nvContentPartPr>
            <p14:xfrm>
              <a:off x="4155680" y="2027627"/>
              <a:ext cx="399960" cy="413280"/>
            </p14:xfrm>
          </p:contentPart>
        </mc:Choice>
        <mc:Fallback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E0C74DA2-54FC-D0CD-8B1F-B628F5084A84}"/>
                  </a:ext>
                </a:extLst>
              </p:cNvPr>
              <p:cNvPicPr/>
              <p:nvPr/>
            </p:nvPicPr>
            <p:blipFill>
              <a:blip r:embed="rId241"/>
              <a:stretch>
                <a:fillRect/>
              </a:stretch>
            </p:blipFill>
            <p:spPr>
              <a:xfrm>
                <a:off x="4102040" y="1919987"/>
                <a:ext cx="507600" cy="62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CF5DCFFC-002B-2331-E9EA-96447648A2F0}"/>
                  </a:ext>
                </a:extLst>
              </p14:cNvPr>
              <p14:cNvContentPartPr/>
              <p14:nvPr/>
            </p14:nvContentPartPr>
            <p14:xfrm>
              <a:off x="5949560" y="420227"/>
              <a:ext cx="186120" cy="521280"/>
            </p14:xfrm>
          </p:contentPart>
        </mc:Choice>
        <mc:Fallback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CF5DCFFC-002B-2331-E9EA-96447648A2F0}"/>
                  </a:ext>
                </a:extLst>
              </p:cNvPr>
              <p:cNvPicPr/>
              <p:nvPr/>
            </p:nvPicPr>
            <p:blipFill>
              <a:blip r:embed="rId243"/>
              <a:stretch>
                <a:fillRect/>
              </a:stretch>
            </p:blipFill>
            <p:spPr>
              <a:xfrm>
                <a:off x="5895560" y="312227"/>
                <a:ext cx="293760" cy="73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4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4966D45C-1322-556A-91F5-E34A3C6543B5}"/>
                  </a:ext>
                </a:extLst>
              </p14:cNvPr>
              <p14:cNvContentPartPr/>
              <p14:nvPr/>
            </p14:nvContentPartPr>
            <p14:xfrm>
              <a:off x="4160000" y="1800467"/>
              <a:ext cx="356760" cy="435240"/>
            </p14:xfrm>
          </p:contentPart>
        </mc:Choice>
        <mc:Fallback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4966D45C-1322-556A-91F5-E34A3C6543B5}"/>
                  </a:ext>
                </a:extLst>
              </p:cNvPr>
              <p:cNvPicPr/>
              <p:nvPr/>
            </p:nvPicPr>
            <p:blipFill>
              <a:blip r:embed="rId245"/>
              <a:stretch>
                <a:fillRect/>
              </a:stretch>
            </p:blipFill>
            <p:spPr>
              <a:xfrm>
                <a:off x="4106360" y="1692467"/>
                <a:ext cx="464400" cy="65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6">
            <p14:nvContentPartPr>
              <p14:cNvPr id="154" name="Ink 153">
                <a:extLst>
                  <a:ext uri="{FF2B5EF4-FFF2-40B4-BE49-F238E27FC236}">
                    <a16:creationId xmlns:a16="http://schemas.microsoft.com/office/drawing/2014/main" id="{B5B6E45F-2FFC-B574-3DE6-D3F810C88D62}"/>
                  </a:ext>
                </a:extLst>
              </p14:cNvPr>
              <p14:cNvContentPartPr/>
              <p14:nvPr/>
            </p14:nvContentPartPr>
            <p14:xfrm>
              <a:off x="4293200" y="2155067"/>
              <a:ext cx="534600" cy="3613680"/>
            </p14:xfrm>
          </p:contentPart>
        </mc:Choice>
        <mc:Fallback>
          <p:pic>
            <p:nvPicPr>
              <p:cNvPr id="154" name="Ink 153">
                <a:extLst>
                  <a:ext uri="{FF2B5EF4-FFF2-40B4-BE49-F238E27FC236}">
                    <a16:creationId xmlns:a16="http://schemas.microsoft.com/office/drawing/2014/main" id="{B5B6E45F-2FFC-B574-3DE6-D3F810C88D62}"/>
                  </a:ext>
                </a:extLst>
              </p:cNvPr>
              <p:cNvPicPr/>
              <p:nvPr/>
            </p:nvPicPr>
            <p:blipFill>
              <a:blip r:embed="rId247"/>
              <a:stretch>
                <a:fillRect/>
              </a:stretch>
            </p:blipFill>
            <p:spPr>
              <a:xfrm>
                <a:off x="4239200" y="2047427"/>
                <a:ext cx="642240" cy="382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8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F990F47A-C675-D04E-3D7F-F9FBF50B9572}"/>
                  </a:ext>
                </a:extLst>
              </p14:cNvPr>
              <p14:cNvContentPartPr/>
              <p14:nvPr/>
            </p14:nvContentPartPr>
            <p14:xfrm>
              <a:off x="4337120" y="2380427"/>
              <a:ext cx="313200" cy="2284200"/>
            </p14:xfrm>
          </p:contentPart>
        </mc:Choice>
        <mc:Fallback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F990F47A-C675-D04E-3D7F-F9FBF50B9572}"/>
                  </a:ext>
                </a:extLst>
              </p:cNvPr>
              <p:cNvPicPr/>
              <p:nvPr/>
            </p:nvPicPr>
            <p:blipFill>
              <a:blip r:embed="rId249"/>
              <a:stretch>
                <a:fillRect/>
              </a:stretch>
            </p:blipFill>
            <p:spPr>
              <a:xfrm>
                <a:off x="4283120" y="2272427"/>
                <a:ext cx="420840" cy="24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0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59B2C6F1-07ED-037E-106F-EB3CB1F86B42}"/>
                  </a:ext>
                </a:extLst>
              </p14:cNvPr>
              <p14:cNvContentPartPr/>
              <p14:nvPr/>
            </p14:nvContentPartPr>
            <p14:xfrm>
              <a:off x="2900360" y="474587"/>
              <a:ext cx="355320" cy="567000"/>
            </p14:xfrm>
          </p:contentPart>
        </mc:Choice>
        <mc:Fallback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59B2C6F1-07ED-037E-106F-EB3CB1F86B42}"/>
                  </a:ext>
                </a:extLst>
              </p:cNvPr>
              <p:cNvPicPr/>
              <p:nvPr/>
            </p:nvPicPr>
            <p:blipFill>
              <a:blip r:embed="rId251"/>
              <a:stretch>
                <a:fillRect/>
              </a:stretch>
            </p:blipFill>
            <p:spPr>
              <a:xfrm>
                <a:off x="2846360" y="366587"/>
                <a:ext cx="462960" cy="78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2">
            <p14:nvContentPartPr>
              <p14:cNvPr id="157" name="Ink 156">
                <a:extLst>
                  <a:ext uri="{FF2B5EF4-FFF2-40B4-BE49-F238E27FC236}">
                    <a16:creationId xmlns:a16="http://schemas.microsoft.com/office/drawing/2014/main" id="{597AD646-90CA-3050-F388-F00A19A598C6}"/>
                  </a:ext>
                </a:extLst>
              </p14:cNvPr>
              <p14:cNvContentPartPr/>
              <p14:nvPr/>
            </p14:nvContentPartPr>
            <p14:xfrm>
              <a:off x="2910080" y="1897667"/>
              <a:ext cx="412200" cy="3894840"/>
            </p14:xfrm>
          </p:contentPart>
        </mc:Choice>
        <mc:Fallback>
          <p:pic>
            <p:nvPicPr>
              <p:cNvPr id="157" name="Ink 156">
                <a:extLst>
                  <a:ext uri="{FF2B5EF4-FFF2-40B4-BE49-F238E27FC236}">
                    <a16:creationId xmlns:a16="http://schemas.microsoft.com/office/drawing/2014/main" id="{597AD646-90CA-3050-F388-F00A19A598C6}"/>
                  </a:ext>
                </a:extLst>
              </p:cNvPr>
              <p:cNvPicPr/>
              <p:nvPr/>
            </p:nvPicPr>
            <p:blipFill>
              <a:blip r:embed="rId253"/>
              <a:stretch>
                <a:fillRect/>
              </a:stretch>
            </p:blipFill>
            <p:spPr>
              <a:xfrm>
                <a:off x="2856080" y="1790027"/>
                <a:ext cx="519840" cy="411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4">
            <p14:nvContentPartPr>
              <p14:cNvPr id="158" name="Ink 157">
                <a:extLst>
                  <a:ext uri="{FF2B5EF4-FFF2-40B4-BE49-F238E27FC236}">
                    <a16:creationId xmlns:a16="http://schemas.microsoft.com/office/drawing/2014/main" id="{41B21219-F945-025C-021B-B4B8031CAF85}"/>
                  </a:ext>
                </a:extLst>
              </p14:cNvPr>
              <p14:cNvContentPartPr/>
              <p14:nvPr/>
            </p14:nvContentPartPr>
            <p14:xfrm>
              <a:off x="8579360" y="576467"/>
              <a:ext cx="392760" cy="411120"/>
            </p14:xfrm>
          </p:contentPart>
        </mc:Choice>
        <mc:Fallback>
          <p:pic>
            <p:nvPicPr>
              <p:cNvPr id="158" name="Ink 157">
                <a:extLst>
                  <a:ext uri="{FF2B5EF4-FFF2-40B4-BE49-F238E27FC236}">
                    <a16:creationId xmlns:a16="http://schemas.microsoft.com/office/drawing/2014/main" id="{41B21219-F945-025C-021B-B4B8031CAF85}"/>
                  </a:ext>
                </a:extLst>
              </p:cNvPr>
              <p:cNvPicPr/>
              <p:nvPr/>
            </p:nvPicPr>
            <p:blipFill>
              <a:blip r:embed="rId255"/>
              <a:stretch>
                <a:fillRect/>
              </a:stretch>
            </p:blipFill>
            <p:spPr>
              <a:xfrm>
                <a:off x="8525720" y="468827"/>
                <a:ext cx="500400" cy="62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6">
            <p14:nvContentPartPr>
              <p14:cNvPr id="159" name="Ink 158">
                <a:extLst>
                  <a:ext uri="{FF2B5EF4-FFF2-40B4-BE49-F238E27FC236}">
                    <a16:creationId xmlns:a16="http://schemas.microsoft.com/office/drawing/2014/main" id="{C3586E4F-53CE-96F0-0EC5-97CEC052C093}"/>
                  </a:ext>
                </a:extLst>
              </p14:cNvPr>
              <p14:cNvContentPartPr/>
              <p14:nvPr/>
            </p14:nvContentPartPr>
            <p14:xfrm>
              <a:off x="8670440" y="1777427"/>
              <a:ext cx="653400" cy="3925080"/>
            </p14:xfrm>
          </p:contentPart>
        </mc:Choice>
        <mc:Fallback>
          <p:pic>
            <p:nvPicPr>
              <p:cNvPr id="159" name="Ink 158">
                <a:extLst>
                  <a:ext uri="{FF2B5EF4-FFF2-40B4-BE49-F238E27FC236}">
                    <a16:creationId xmlns:a16="http://schemas.microsoft.com/office/drawing/2014/main" id="{C3586E4F-53CE-96F0-0EC5-97CEC052C093}"/>
                  </a:ext>
                </a:extLst>
              </p:cNvPr>
              <p:cNvPicPr/>
              <p:nvPr/>
            </p:nvPicPr>
            <p:blipFill>
              <a:blip r:embed="rId257"/>
              <a:stretch>
                <a:fillRect/>
              </a:stretch>
            </p:blipFill>
            <p:spPr>
              <a:xfrm>
                <a:off x="8616800" y="1669787"/>
                <a:ext cx="761040" cy="4140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301753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0F4B45-5D5B-B803-A415-DDDCE5209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DC527B25-D046-2870-84B2-9296D36B15A0}"/>
                  </a:ext>
                </a:extLst>
              </p14:cNvPr>
              <p14:cNvContentPartPr/>
              <p14:nvPr/>
            </p14:nvContentPartPr>
            <p14:xfrm>
              <a:off x="3626060" y="4863080"/>
              <a:ext cx="29880" cy="3308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DC527B25-D046-2870-84B2-9296D36B15A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608420" y="4845440"/>
                <a:ext cx="65520" cy="366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01" name="Group 100">
            <a:extLst>
              <a:ext uri="{FF2B5EF4-FFF2-40B4-BE49-F238E27FC236}">
                <a16:creationId xmlns:a16="http://schemas.microsoft.com/office/drawing/2014/main" id="{F7AA0E08-8E82-1D9E-9365-C6071C12B8CB}"/>
              </a:ext>
            </a:extLst>
          </p:cNvPr>
          <p:cNvGrpSpPr/>
          <p:nvPr/>
        </p:nvGrpSpPr>
        <p:grpSpPr>
          <a:xfrm>
            <a:off x="5813060" y="604280"/>
            <a:ext cx="3988800" cy="4830120"/>
            <a:chOff x="5813060" y="604280"/>
            <a:chExt cx="3988800" cy="4830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48CEAE7-2032-143D-07BA-E2825EC3A5E6}"/>
                    </a:ext>
                  </a:extLst>
                </p14:cNvPr>
                <p14:cNvContentPartPr/>
                <p14:nvPr/>
              </p14:nvContentPartPr>
              <p14:xfrm>
                <a:off x="6939140" y="1230680"/>
                <a:ext cx="300240" cy="5425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48CEAE7-2032-143D-07BA-E2825EC3A5E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921500" y="1213040"/>
                  <a:ext cx="335880" cy="57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E172796B-B8E0-09B1-3AD5-F9C97FEDC28E}"/>
                    </a:ext>
                  </a:extLst>
                </p14:cNvPr>
                <p14:cNvContentPartPr/>
                <p14:nvPr/>
              </p14:nvContentPartPr>
              <p14:xfrm>
                <a:off x="7031660" y="1216640"/>
                <a:ext cx="648000" cy="6667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E172796B-B8E0-09B1-3AD5-F9C97FEDC28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013660" y="1198640"/>
                  <a:ext cx="683640" cy="70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F74A8F1-2176-38F0-6D66-47995FCF0CF3}"/>
                    </a:ext>
                  </a:extLst>
                </p14:cNvPr>
                <p14:cNvContentPartPr/>
                <p14:nvPr/>
              </p14:nvContentPartPr>
              <p14:xfrm>
                <a:off x="7711340" y="1471520"/>
                <a:ext cx="843480" cy="385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F74A8F1-2176-38F0-6D66-47995FCF0CF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693340" y="1453880"/>
                  <a:ext cx="87912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2B4FFA1-3CC4-82CC-79F2-7C62B7F57A83}"/>
                    </a:ext>
                  </a:extLst>
                </p14:cNvPr>
                <p14:cNvContentPartPr/>
                <p14:nvPr/>
              </p14:nvContentPartPr>
              <p14:xfrm>
                <a:off x="6431180" y="1388000"/>
                <a:ext cx="734400" cy="381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2B4FFA1-3CC4-82CC-79F2-7C62B7F57A8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413180" y="1370000"/>
                  <a:ext cx="77004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9DF7BB73-48BB-A30C-F5AF-32D81F3304C1}"/>
                    </a:ext>
                  </a:extLst>
                </p14:cNvPr>
                <p14:cNvContentPartPr/>
                <p14:nvPr/>
              </p14:nvContentPartPr>
              <p14:xfrm>
                <a:off x="6169100" y="1633880"/>
                <a:ext cx="989280" cy="1454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9DF7BB73-48BB-A30C-F5AF-32D81F3304C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151100" y="1615880"/>
                  <a:ext cx="102492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AB609E5-C666-3C1C-630C-4CCBCE25674C}"/>
                    </a:ext>
                  </a:extLst>
                </p14:cNvPr>
                <p14:cNvContentPartPr/>
                <p14:nvPr/>
              </p14:nvContentPartPr>
              <p14:xfrm>
                <a:off x="6962900" y="695000"/>
                <a:ext cx="180720" cy="3535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AB609E5-C666-3C1C-630C-4CCBCE25674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944900" y="677000"/>
                  <a:ext cx="216360" cy="38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5675DDB2-9E76-5681-9F7F-0D7A18CAFB17}"/>
                    </a:ext>
                  </a:extLst>
                </p14:cNvPr>
                <p14:cNvContentPartPr/>
                <p14:nvPr/>
              </p14:nvContentPartPr>
              <p14:xfrm>
                <a:off x="7254860" y="728840"/>
                <a:ext cx="47160" cy="2037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5675DDB2-9E76-5681-9F7F-0D7A18CAFB1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236860" y="711200"/>
                  <a:ext cx="8280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C4AF3820-54B6-C92B-0948-E2A5BD2F0C95}"/>
                    </a:ext>
                  </a:extLst>
                </p14:cNvPr>
                <p14:cNvContentPartPr/>
                <p14:nvPr/>
              </p14:nvContentPartPr>
              <p14:xfrm>
                <a:off x="7265660" y="604280"/>
                <a:ext cx="216360" cy="2408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C4AF3820-54B6-C92B-0948-E2A5BD2F0C9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248020" y="586640"/>
                  <a:ext cx="25200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90B4A11F-A01B-55E4-14B8-31496350FF15}"/>
                    </a:ext>
                  </a:extLst>
                </p14:cNvPr>
                <p14:cNvContentPartPr/>
                <p14:nvPr/>
              </p14:nvContentPartPr>
              <p14:xfrm>
                <a:off x="6105380" y="1124840"/>
                <a:ext cx="203400" cy="1638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90B4A11F-A01B-55E4-14B8-31496350FF1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087740" y="1106840"/>
                  <a:ext cx="23904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288DA0E-0795-A284-727F-3431DC38A0C6}"/>
                    </a:ext>
                  </a:extLst>
                </p14:cNvPr>
                <p14:cNvContentPartPr/>
                <p14:nvPr/>
              </p14:nvContentPartPr>
              <p14:xfrm>
                <a:off x="6179180" y="1082360"/>
                <a:ext cx="128520" cy="2318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288DA0E-0795-A284-727F-3431DC38A0C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161180" y="1064720"/>
                  <a:ext cx="16416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05E1188-D6FD-BC32-6433-758B217A8209}"/>
                    </a:ext>
                  </a:extLst>
                </p14:cNvPr>
                <p14:cNvContentPartPr/>
                <p14:nvPr/>
              </p14:nvContentPartPr>
              <p14:xfrm>
                <a:off x="6373580" y="1208000"/>
                <a:ext cx="32040" cy="1184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05E1188-D6FD-BC32-6433-758B217A820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355580" y="1190000"/>
                  <a:ext cx="67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E9068FC-2C15-B8EA-A3E3-52B169E1D086}"/>
                    </a:ext>
                  </a:extLst>
                </p14:cNvPr>
                <p14:cNvContentPartPr/>
                <p14:nvPr/>
              </p14:nvContentPartPr>
              <p14:xfrm>
                <a:off x="5813060" y="1703360"/>
                <a:ext cx="176760" cy="1278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E9068FC-2C15-B8EA-A3E3-52B169E1D086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795420" y="1685720"/>
                  <a:ext cx="21240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E2147CAA-F09B-1254-2A5D-3AB416432CAC}"/>
                    </a:ext>
                  </a:extLst>
                </p14:cNvPr>
                <p14:cNvContentPartPr/>
                <p14:nvPr/>
              </p14:nvContentPartPr>
              <p14:xfrm>
                <a:off x="5896940" y="1663040"/>
                <a:ext cx="81000" cy="2775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E2147CAA-F09B-1254-2A5D-3AB416432CA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879300" y="1645400"/>
                  <a:ext cx="11664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F2AF586C-E4E2-AC63-799C-CF7D2B63F524}"/>
                    </a:ext>
                  </a:extLst>
                </p14:cNvPr>
                <p14:cNvContentPartPr/>
                <p14:nvPr/>
              </p14:nvContentPartPr>
              <p14:xfrm>
                <a:off x="6061100" y="1847360"/>
                <a:ext cx="106920" cy="1342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F2AF586C-E4E2-AC63-799C-CF7D2B63F52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043100" y="1829360"/>
                  <a:ext cx="14256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B6C1F4D-1267-A49F-437F-01071235EBB2}"/>
                    </a:ext>
                  </a:extLst>
                </p14:cNvPr>
                <p14:cNvContentPartPr/>
                <p14:nvPr/>
              </p14:nvContentPartPr>
              <p14:xfrm>
                <a:off x="8662100" y="1263440"/>
                <a:ext cx="115200" cy="932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B6C1F4D-1267-A49F-437F-01071235EBB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644100" y="1245800"/>
                  <a:ext cx="15084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EBD434B-FF9C-B860-0AD7-8854C016DD53}"/>
                    </a:ext>
                  </a:extLst>
                </p14:cNvPr>
                <p14:cNvContentPartPr/>
                <p14:nvPr/>
              </p14:nvContentPartPr>
              <p14:xfrm>
                <a:off x="8692700" y="1383320"/>
                <a:ext cx="12240" cy="1591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EBD434B-FF9C-B860-0AD7-8854C016DD5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675060" y="1365320"/>
                  <a:ext cx="4788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D2964AEA-B7CC-184E-00D6-67348D0230A4}"/>
                    </a:ext>
                  </a:extLst>
                </p14:cNvPr>
                <p14:cNvContentPartPr/>
                <p14:nvPr/>
              </p14:nvContentPartPr>
              <p14:xfrm>
                <a:off x="6138500" y="2576000"/>
                <a:ext cx="3663360" cy="1234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D2964AEA-B7CC-184E-00D6-67348D0230A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120500" y="2558000"/>
                  <a:ext cx="36990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621A662A-4396-CAB8-D4F2-2699165D6B22}"/>
                    </a:ext>
                  </a:extLst>
                </p14:cNvPr>
                <p14:cNvContentPartPr/>
                <p14:nvPr/>
              </p14:nvContentPartPr>
              <p14:xfrm>
                <a:off x="8092220" y="1999280"/>
                <a:ext cx="56880" cy="34351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621A662A-4396-CAB8-D4F2-2699165D6B2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074580" y="1981280"/>
                  <a:ext cx="92520" cy="347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334FAB52-03A9-F406-FA13-3796ADE40485}"/>
                    </a:ext>
                  </a:extLst>
                </p14:cNvPr>
                <p14:cNvContentPartPr/>
                <p14:nvPr/>
              </p14:nvContentPartPr>
              <p14:xfrm>
                <a:off x="6386540" y="2203400"/>
                <a:ext cx="241200" cy="1353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334FAB52-03A9-F406-FA13-3796ADE40485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368540" y="2185760"/>
                  <a:ext cx="27684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1D67CE6C-77A5-27F4-C16E-C95EFED320E3}"/>
                    </a:ext>
                  </a:extLst>
                </p14:cNvPr>
                <p14:cNvContentPartPr/>
                <p14:nvPr/>
              </p14:nvContentPartPr>
              <p14:xfrm>
                <a:off x="6514700" y="2140040"/>
                <a:ext cx="82080" cy="2268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1D67CE6C-77A5-27F4-C16E-C95EFED320E3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496700" y="2122040"/>
                  <a:ext cx="11772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D089DFD1-BB6B-96AA-5E7F-537515C4E74F}"/>
                    </a:ext>
                  </a:extLst>
                </p14:cNvPr>
                <p14:cNvContentPartPr/>
                <p14:nvPr/>
              </p14:nvContentPartPr>
              <p14:xfrm>
                <a:off x="6821420" y="2285840"/>
                <a:ext cx="2880" cy="1303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D089DFD1-BB6B-96AA-5E7F-537515C4E74F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803420" y="2267840"/>
                  <a:ext cx="3852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C512DD9-D326-5E49-B2DC-E62506ED2AB8}"/>
                    </a:ext>
                  </a:extLst>
                </p14:cNvPr>
                <p14:cNvContentPartPr/>
                <p14:nvPr/>
              </p14:nvContentPartPr>
              <p14:xfrm>
                <a:off x="7372940" y="2150480"/>
                <a:ext cx="142560" cy="1429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C512DD9-D326-5E49-B2DC-E62506ED2AB8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355300" y="2132840"/>
                  <a:ext cx="17820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4DB2083B-B723-E77E-DC77-232829477D3B}"/>
                    </a:ext>
                  </a:extLst>
                </p14:cNvPr>
                <p14:cNvContentPartPr/>
                <p14:nvPr/>
              </p14:nvContentPartPr>
              <p14:xfrm>
                <a:off x="7451420" y="2146520"/>
                <a:ext cx="91800" cy="1789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4DB2083B-B723-E77E-DC77-232829477D3B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433780" y="2128520"/>
                  <a:ext cx="12744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95309E93-BFBC-7D83-EBE5-0F4727DDDF51}"/>
                    </a:ext>
                  </a:extLst>
                </p14:cNvPr>
                <p14:cNvContentPartPr/>
                <p14:nvPr/>
              </p14:nvContentPartPr>
              <p14:xfrm>
                <a:off x="7699100" y="2246240"/>
                <a:ext cx="131760" cy="781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95309E93-BFBC-7D83-EBE5-0F4727DDDF5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681460" y="2228600"/>
                  <a:ext cx="16740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140E6A0E-E872-02C2-5801-909D84C4EC9F}"/>
                    </a:ext>
                  </a:extLst>
                </p14:cNvPr>
                <p14:cNvContentPartPr/>
                <p14:nvPr/>
              </p14:nvContentPartPr>
              <p14:xfrm>
                <a:off x="6346220" y="3064520"/>
                <a:ext cx="3345120" cy="3042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140E6A0E-E872-02C2-5801-909D84C4EC9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328220" y="3046880"/>
                  <a:ext cx="3380760" cy="33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94D0C20-813D-0137-F3BB-CD86139E74E7}"/>
                    </a:ext>
                  </a:extLst>
                </p14:cNvPr>
                <p14:cNvContentPartPr/>
                <p14:nvPr/>
              </p14:nvContentPartPr>
              <p14:xfrm>
                <a:off x="6693260" y="2804600"/>
                <a:ext cx="184320" cy="1962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94D0C20-813D-0137-F3BB-CD86139E74E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675620" y="2786600"/>
                  <a:ext cx="21996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CC459B06-E35F-DBC5-FABE-D4EDF3A496C4}"/>
                    </a:ext>
                  </a:extLst>
                </p14:cNvPr>
                <p14:cNvContentPartPr/>
                <p14:nvPr/>
              </p14:nvContentPartPr>
              <p14:xfrm>
                <a:off x="7368260" y="2725040"/>
                <a:ext cx="137160" cy="2199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CC459B06-E35F-DBC5-FABE-D4EDF3A496C4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350260" y="2707400"/>
                  <a:ext cx="17280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6CE56B43-4DA9-8F86-E207-9ADFBA2D253E}"/>
                    </a:ext>
                  </a:extLst>
                </p14:cNvPr>
                <p14:cNvContentPartPr/>
                <p14:nvPr/>
              </p14:nvContentPartPr>
              <p14:xfrm>
                <a:off x="6902060" y="3545120"/>
                <a:ext cx="114840" cy="1832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6CE56B43-4DA9-8F86-E207-9ADFBA2D253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884420" y="3527480"/>
                  <a:ext cx="15048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B762BDF-D857-F9A2-94FB-5AFB29C84084}"/>
                    </a:ext>
                  </a:extLst>
                </p14:cNvPr>
                <p14:cNvContentPartPr/>
                <p14:nvPr/>
              </p14:nvContentPartPr>
              <p14:xfrm>
                <a:off x="7440620" y="3478880"/>
                <a:ext cx="29880" cy="1875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B762BDF-D857-F9A2-94FB-5AFB29C84084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422620" y="3460880"/>
                  <a:ext cx="6552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1B6A3EA2-AEEA-5055-F164-04A708D56611}"/>
                    </a:ext>
                  </a:extLst>
                </p14:cNvPr>
                <p14:cNvContentPartPr/>
                <p14:nvPr/>
              </p14:nvContentPartPr>
              <p14:xfrm>
                <a:off x="6489500" y="3959840"/>
                <a:ext cx="3071520" cy="1418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1B6A3EA2-AEEA-5055-F164-04A708D5661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471860" y="3942200"/>
                  <a:ext cx="310716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39018DA5-D7AA-AF21-597F-3F4C6BFA4C63}"/>
                    </a:ext>
                  </a:extLst>
                </p14:cNvPr>
                <p14:cNvContentPartPr/>
                <p14:nvPr/>
              </p14:nvContentPartPr>
              <p14:xfrm>
                <a:off x="7047860" y="4279880"/>
                <a:ext cx="19440" cy="2152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39018DA5-D7AA-AF21-597F-3F4C6BFA4C63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029860" y="4261880"/>
                  <a:ext cx="5508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07505D63-DBA7-0025-87FC-05B67E902B02}"/>
                    </a:ext>
                  </a:extLst>
                </p14:cNvPr>
                <p14:cNvContentPartPr/>
                <p14:nvPr/>
              </p14:nvContentPartPr>
              <p14:xfrm>
                <a:off x="7404260" y="4223720"/>
                <a:ext cx="167760" cy="2455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07505D63-DBA7-0025-87FC-05B67E902B0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386620" y="4205720"/>
                  <a:ext cx="20340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669101CC-831A-013A-ACA9-45694BBE6D27}"/>
                    </a:ext>
                  </a:extLst>
                </p14:cNvPr>
                <p14:cNvContentPartPr/>
                <p14:nvPr/>
              </p14:nvContentPartPr>
              <p14:xfrm>
                <a:off x="6512540" y="4714760"/>
                <a:ext cx="3013920" cy="921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669101CC-831A-013A-ACA9-45694BBE6D27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494540" y="4696760"/>
                  <a:ext cx="30495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517818F0-FC07-8BFE-B233-40998CF36185}"/>
                    </a:ext>
                  </a:extLst>
                </p14:cNvPr>
                <p14:cNvContentPartPr/>
                <p14:nvPr/>
              </p14:nvContentPartPr>
              <p14:xfrm>
                <a:off x="7052180" y="4962800"/>
                <a:ext cx="24480" cy="2721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517818F0-FC07-8BFE-B233-40998CF3618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034540" y="4944800"/>
                  <a:ext cx="6012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9B28D0C5-4AC5-E382-C17E-B44E322C61CC}"/>
                    </a:ext>
                  </a:extLst>
                </p14:cNvPr>
                <p14:cNvContentPartPr/>
                <p14:nvPr/>
              </p14:nvContentPartPr>
              <p14:xfrm>
                <a:off x="7367180" y="4983320"/>
                <a:ext cx="14400" cy="2217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9B28D0C5-4AC5-E382-C17E-B44E322C61C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349540" y="4965680"/>
                  <a:ext cx="50040" cy="257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0C80BAC4-EF32-66E5-A2A0-68A713D48664}"/>
                  </a:ext>
                </a:extLst>
              </p14:cNvPr>
              <p14:cNvContentPartPr/>
              <p14:nvPr/>
            </p14:nvContentPartPr>
            <p14:xfrm>
              <a:off x="8697740" y="5022560"/>
              <a:ext cx="26640" cy="35604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0C80BAC4-EF32-66E5-A2A0-68A713D48664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8679740" y="5004560"/>
                <a:ext cx="62280" cy="391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A1C59F69-6840-86B1-AB07-E46BDFBB5AD5}"/>
                  </a:ext>
                </a:extLst>
              </p14:cNvPr>
              <p14:cNvContentPartPr/>
              <p14:nvPr/>
            </p14:nvContentPartPr>
            <p14:xfrm>
              <a:off x="8777300" y="4207520"/>
              <a:ext cx="21960" cy="21672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A1C59F69-6840-86B1-AB07-E46BDFBB5AD5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8759660" y="4189520"/>
                <a:ext cx="57600" cy="25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F827E26A-F711-A8AB-6769-749E8B2202AC}"/>
                  </a:ext>
                </a:extLst>
              </p14:cNvPr>
              <p14:cNvContentPartPr/>
              <p14:nvPr/>
            </p14:nvContentPartPr>
            <p14:xfrm>
              <a:off x="8788460" y="3390680"/>
              <a:ext cx="49680" cy="19116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F827E26A-F711-A8AB-6769-749E8B2202AC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770460" y="3373040"/>
                <a:ext cx="85320" cy="22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7AE0C161-8043-A57C-93C2-B11F2E0BD398}"/>
                  </a:ext>
                </a:extLst>
              </p14:cNvPr>
              <p14:cNvContentPartPr/>
              <p14:nvPr/>
            </p14:nvContentPartPr>
            <p14:xfrm>
              <a:off x="8771900" y="2666720"/>
              <a:ext cx="252720" cy="230400"/>
            </p14:xfrm>
          </p:contentPart>
        </mc:Choice>
        <mc:Fallback xmlns=""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7AE0C161-8043-A57C-93C2-B11F2E0BD398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8754260" y="2649080"/>
                <a:ext cx="288360" cy="266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4D68D6DC-B7A0-E6D0-1CEF-9C3DA902A2BD}"/>
                  </a:ext>
                </a:extLst>
              </p14:cNvPr>
              <p14:cNvContentPartPr/>
              <p14:nvPr/>
            </p14:nvContentPartPr>
            <p14:xfrm>
              <a:off x="2513660" y="662600"/>
              <a:ext cx="64800" cy="25128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4D68D6DC-B7A0-E6D0-1CEF-9C3DA902A2BD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2495660" y="644960"/>
                <a:ext cx="100440" cy="28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41B13CEB-9C63-C0AB-AB86-C06EF51D4B37}"/>
                  </a:ext>
                </a:extLst>
              </p14:cNvPr>
              <p14:cNvContentPartPr/>
              <p14:nvPr/>
            </p14:nvContentPartPr>
            <p14:xfrm>
              <a:off x="2568380" y="645320"/>
              <a:ext cx="155520" cy="251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41B13CEB-9C63-C0AB-AB86-C06EF51D4B37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2550740" y="627320"/>
                <a:ext cx="191160" cy="28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6A2AF161-A725-BBCA-AE7E-3A1B1A28815C}"/>
                  </a:ext>
                </a:extLst>
              </p14:cNvPr>
              <p14:cNvContentPartPr/>
              <p14:nvPr/>
            </p14:nvContentPartPr>
            <p14:xfrm>
              <a:off x="2531300" y="767720"/>
              <a:ext cx="204480" cy="1101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6A2AF161-A725-BBCA-AE7E-3A1B1A28815C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2513300" y="749720"/>
                <a:ext cx="240120" cy="145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9C47D6B8-511B-8C1F-5593-3E0CECEC98C1}"/>
                  </a:ext>
                </a:extLst>
              </p14:cNvPr>
              <p14:cNvContentPartPr/>
              <p14:nvPr/>
            </p14:nvContentPartPr>
            <p14:xfrm>
              <a:off x="2792660" y="693920"/>
              <a:ext cx="23760" cy="1670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9C47D6B8-511B-8C1F-5593-3E0CECEC98C1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2774660" y="675920"/>
                <a:ext cx="59400" cy="20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FAD91149-9502-A6A9-F5EF-7920316F41E5}"/>
                  </a:ext>
                </a:extLst>
              </p14:cNvPr>
              <p14:cNvContentPartPr/>
              <p14:nvPr/>
            </p14:nvContentPartPr>
            <p14:xfrm>
              <a:off x="2816420" y="688880"/>
              <a:ext cx="180000" cy="20448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FAD91149-9502-A6A9-F5EF-7920316F41E5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2798780" y="670880"/>
                <a:ext cx="215640" cy="24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B38F7398-2785-51BD-BC70-BD8AC3DDF04E}"/>
                  </a:ext>
                </a:extLst>
              </p14:cNvPr>
              <p14:cNvContentPartPr/>
              <p14:nvPr/>
            </p14:nvContentPartPr>
            <p14:xfrm>
              <a:off x="3070940" y="743960"/>
              <a:ext cx="54720" cy="20340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B38F7398-2785-51BD-BC70-BD8AC3DDF04E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3053300" y="726320"/>
                <a:ext cx="90360" cy="23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FE3491EC-7396-554D-AF45-FC3E9CE5F047}"/>
                  </a:ext>
                </a:extLst>
              </p14:cNvPr>
              <p14:cNvContentPartPr/>
              <p14:nvPr/>
            </p14:nvContentPartPr>
            <p14:xfrm>
              <a:off x="3091100" y="709760"/>
              <a:ext cx="202680" cy="2714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FE3491EC-7396-554D-AF45-FC3E9CE5F047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3073460" y="692120"/>
                <a:ext cx="238320" cy="307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D0BA1D2A-802D-27A3-D309-E90FE3E646C8}"/>
                  </a:ext>
                </a:extLst>
              </p14:cNvPr>
              <p14:cNvContentPartPr/>
              <p14:nvPr/>
            </p14:nvContentPartPr>
            <p14:xfrm>
              <a:off x="2614820" y="1145000"/>
              <a:ext cx="48600" cy="6278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D0BA1D2A-802D-27A3-D309-E90FE3E646C8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2596820" y="1127000"/>
                <a:ext cx="84240" cy="66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0BB78E26-3AC1-07B1-9BCE-51934BFB0273}"/>
                  </a:ext>
                </a:extLst>
              </p14:cNvPr>
              <p14:cNvContentPartPr/>
              <p14:nvPr/>
            </p14:nvContentPartPr>
            <p14:xfrm>
              <a:off x="2602220" y="1183520"/>
              <a:ext cx="469080" cy="6804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0BB78E26-3AC1-07B1-9BCE-51934BFB0273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2584220" y="1165520"/>
                <a:ext cx="504720" cy="716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07417DCA-C312-2AE2-FDF3-DA57C6658F44}"/>
                  </a:ext>
                </a:extLst>
              </p14:cNvPr>
              <p14:cNvContentPartPr/>
              <p14:nvPr/>
            </p14:nvContentPartPr>
            <p14:xfrm>
              <a:off x="3133940" y="1512920"/>
              <a:ext cx="904680" cy="3204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07417DCA-C312-2AE2-FDF3-DA57C6658F44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3116300" y="1494920"/>
                <a:ext cx="940320" cy="6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833333F1-106B-B518-23F8-BA7F0AF47CB0}"/>
                  </a:ext>
                </a:extLst>
              </p14:cNvPr>
              <p14:cNvContentPartPr/>
              <p14:nvPr/>
            </p14:nvContentPartPr>
            <p14:xfrm>
              <a:off x="2012900" y="1360640"/>
              <a:ext cx="596520" cy="1584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833333F1-106B-B518-23F8-BA7F0AF47CB0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1995260" y="1343000"/>
                <a:ext cx="632160" cy="5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2E8470E1-0F0B-AFF7-B5EA-14EE808056A6}"/>
                  </a:ext>
                </a:extLst>
              </p14:cNvPr>
              <p14:cNvContentPartPr/>
              <p14:nvPr/>
            </p14:nvContentPartPr>
            <p14:xfrm>
              <a:off x="1988060" y="1678160"/>
              <a:ext cx="611640" cy="5256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2E8470E1-0F0B-AFF7-B5EA-14EE808056A6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1970060" y="1660160"/>
                <a:ext cx="647280" cy="8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860AED5D-73F5-5F4C-6922-1A42A7E69863}"/>
                  </a:ext>
                </a:extLst>
              </p14:cNvPr>
              <p14:cNvContentPartPr/>
              <p14:nvPr/>
            </p14:nvContentPartPr>
            <p14:xfrm>
              <a:off x="642740" y="2566280"/>
              <a:ext cx="4141440" cy="22140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860AED5D-73F5-5F4C-6922-1A42A7E69863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625100" y="2548640"/>
                <a:ext cx="4177080" cy="2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DFE798C4-3FF8-682F-7A27-3BA569236827}"/>
                  </a:ext>
                </a:extLst>
              </p14:cNvPr>
              <p14:cNvContentPartPr/>
              <p14:nvPr/>
            </p14:nvContentPartPr>
            <p14:xfrm>
              <a:off x="2769980" y="2092520"/>
              <a:ext cx="137880" cy="31575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DFE798C4-3FF8-682F-7A27-3BA569236827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751980" y="2074520"/>
                <a:ext cx="173520" cy="31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5A497E2E-24D6-71CA-10D8-F1E4CC0B0AB3}"/>
                  </a:ext>
                </a:extLst>
              </p14:cNvPr>
              <p14:cNvContentPartPr/>
              <p14:nvPr/>
            </p14:nvContentPartPr>
            <p14:xfrm>
              <a:off x="939020" y="2384840"/>
              <a:ext cx="305640" cy="6660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5A497E2E-24D6-71CA-10D8-F1E4CC0B0AB3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921020" y="2366840"/>
                <a:ext cx="341280" cy="102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4F9CE6B3-4211-146B-3330-CC58EB07DC03}"/>
                  </a:ext>
                </a:extLst>
              </p14:cNvPr>
              <p14:cNvContentPartPr/>
              <p14:nvPr/>
            </p14:nvContentPartPr>
            <p14:xfrm>
              <a:off x="1077260" y="2356400"/>
              <a:ext cx="82080" cy="22896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4F9CE6B3-4211-146B-3330-CC58EB07DC03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1059260" y="2338400"/>
                <a:ext cx="117720" cy="26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04A65A94-AB87-DA25-45FC-DE50D3080FE6}"/>
                  </a:ext>
                </a:extLst>
              </p14:cNvPr>
              <p14:cNvContentPartPr/>
              <p14:nvPr/>
            </p14:nvContentPartPr>
            <p14:xfrm>
              <a:off x="1289660" y="2410760"/>
              <a:ext cx="31680" cy="13968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04A65A94-AB87-DA25-45FC-DE50D3080FE6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1272020" y="2393120"/>
                <a:ext cx="67320" cy="175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D828F503-F648-8007-F49E-C170D45D478F}"/>
                  </a:ext>
                </a:extLst>
              </p14:cNvPr>
              <p14:cNvContentPartPr/>
              <p14:nvPr/>
            </p14:nvContentPartPr>
            <p14:xfrm>
              <a:off x="1803020" y="2274320"/>
              <a:ext cx="207360" cy="14760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D828F503-F648-8007-F49E-C170D45D478F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1785380" y="2256320"/>
                <a:ext cx="243000" cy="18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95B381E6-24A1-E214-AB37-CAFA5B101F80}"/>
                  </a:ext>
                </a:extLst>
              </p14:cNvPr>
              <p14:cNvContentPartPr/>
              <p14:nvPr/>
            </p14:nvContentPartPr>
            <p14:xfrm>
              <a:off x="1866380" y="2263160"/>
              <a:ext cx="146520" cy="20844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95B381E6-24A1-E214-AB37-CAFA5B101F80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848740" y="2245160"/>
                <a:ext cx="182160" cy="244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2781CA2C-78BC-F868-4FF7-FD60C6D0834A}"/>
                  </a:ext>
                </a:extLst>
              </p14:cNvPr>
              <p14:cNvContentPartPr/>
              <p14:nvPr/>
            </p14:nvContentPartPr>
            <p14:xfrm>
              <a:off x="2176340" y="2372600"/>
              <a:ext cx="153000" cy="16092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2781CA2C-78BC-F868-4FF7-FD60C6D0834A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2158340" y="2354960"/>
                <a:ext cx="188640" cy="196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A4C16BAC-BA8A-36EA-C77F-97CBA9B34D4F}"/>
                  </a:ext>
                </a:extLst>
              </p14:cNvPr>
              <p14:cNvContentPartPr/>
              <p14:nvPr/>
            </p14:nvContentPartPr>
            <p14:xfrm>
              <a:off x="1512500" y="1209440"/>
              <a:ext cx="277920" cy="14868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A4C16BAC-BA8A-36EA-C77F-97CBA9B34D4F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494500" y="1191800"/>
                <a:ext cx="313560" cy="18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69DC7D92-65BB-F35E-3B85-41BAC34E42DC}"/>
                  </a:ext>
                </a:extLst>
              </p14:cNvPr>
              <p14:cNvContentPartPr/>
              <p14:nvPr/>
            </p14:nvContentPartPr>
            <p14:xfrm>
              <a:off x="1669100" y="1176320"/>
              <a:ext cx="94320" cy="21312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69DC7D92-65BB-F35E-3B85-41BAC34E42DC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1651100" y="1158680"/>
                <a:ext cx="129960" cy="24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7F8B17AF-2F61-11C5-2A73-0A6913786F52}"/>
                  </a:ext>
                </a:extLst>
              </p14:cNvPr>
              <p14:cNvContentPartPr/>
              <p14:nvPr/>
            </p14:nvContentPartPr>
            <p14:xfrm>
              <a:off x="1838660" y="1304120"/>
              <a:ext cx="57600" cy="19332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7F8B17AF-2F61-11C5-2A73-0A6913786F52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1821020" y="1286120"/>
                <a:ext cx="93240" cy="22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61FE4B72-37A9-898A-B3AC-99897EAF067B}"/>
                  </a:ext>
                </a:extLst>
              </p14:cNvPr>
              <p14:cNvContentPartPr/>
              <p14:nvPr/>
            </p14:nvContentPartPr>
            <p14:xfrm>
              <a:off x="1475060" y="1687160"/>
              <a:ext cx="152640" cy="1180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61FE4B72-37A9-898A-B3AC-99897EAF067B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1457420" y="1669160"/>
                <a:ext cx="188280" cy="15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F4FA2CC0-A325-6E74-C0E6-7BDC5B77CAE7}"/>
                  </a:ext>
                </a:extLst>
              </p14:cNvPr>
              <p14:cNvContentPartPr/>
              <p14:nvPr/>
            </p14:nvContentPartPr>
            <p14:xfrm>
              <a:off x="1561460" y="1646840"/>
              <a:ext cx="91800" cy="25704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F4FA2CC0-A325-6E74-C0E6-7BDC5B77CAE7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1543820" y="1629200"/>
                <a:ext cx="127440" cy="29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AD9E8E65-4CB0-DA1C-C290-6ACF1267E2AD}"/>
                  </a:ext>
                </a:extLst>
              </p14:cNvPr>
              <p14:cNvContentPartPr/>
              <p14:nvPr/>
            </p14:nvContentPartPr>
            <p14:xfrm>
              <a:off x="1769900" y="1793000"/>
              <a:ext cx="136440" cy="15192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AD9E8E65-4CB0-DA1C-C290-6ACF1267E2AD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1752260" y="1775000"/>
                <a:ext cx="172080" cy="18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A8551C80-1D30-990E-B7F9-2F48A521FED8}"/>
                  </a:ext>
                </a:extLst>
              </p14:cNvPr>
              <p14:cNvContentPartPr/>
              <p14:nvPr/>
            </p14:nvContentPartPr>
            <p14:xfrm>
              <a:off x="3718580" y="1181000"/>
              <a:ext cx="187200" cy="12312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A8551C80-1D30-990E-B7F9-2F48A521FED8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700940" y="1163360"/>
                <a:ext cx="222840" cy="15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79584954-6999-29D4-4EE1-89ACBAC05DD0}"/>
                  </a:ext>
                </a:extLst>
              </p14:cNvPr>
              <p14:cNvContentPartPr/>
              <p14:nvPr/>
            </p14:nvContentPartPr>
            <p14:xfrm>
              <a:off x="3855020" y="1260200"/>
              <a:ext cx="16920" cy="22140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79584954-6999-29D4-4EE1-89ACBAC05DD0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837380" y="1242560"/>
                <a:ext cx="52560" cy="2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9DCE9944-9753-BA7B-6403-C6973823419F}"/>
                  </a:ext>
                </a:extLst>
              </p14:cNvPr>
              <p14:cNvContentPartPr/>
              <p14:nvPr/>
            </p14:nvContentPartPr>
            <p14:xfrm>
              <a:off x="694580" y="3397160"/>
              <a:ext cx="3570840" cy="5688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9DCE9944-9753-BA7B-6403-C6973823419F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676940" y="3379160"/>
                <a:ext cx="3606480" cy="92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5BBAF823-10DA-5EFC-6FA3-6AEBD3827B67}"/>
                  </a:ext>
                </a:extLst>
              </p14:cNvPr>
              <p14:cNvContentPartPr/>
              <p14:nvPr/>
            </p14:nvContentPartPr>
            <p14:xfrm>
              <a:off x="1116140" y="2906840"/>
              <a:ext cx="186480" cy="28476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5BBAF823-10DA-5EFC-6FA3-6AEBD3827B67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1098500" y="2888840"/>
                <a:ext cx="222120" cy="32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D45D31C3-EBEF-7092-6F7E-9A44BA73667C}"/>
                  </a:ext>
                </a:extLst>
              </p14:cNvPr>
              <p14:cNvContentPartPr/>
              <p14:nvPr/>
            </p14:nvContentPartPr>
            <p14:xfrm>
              <a:off x="1827140" y="2864360"/>
              <a:ext cx="204480" cy="19476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D45D31C3-EBEF-7092-6F7E-9A44BA73667C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1809500" y="2846360"/>
                <a:ext cx="240120" cy="23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64A71569-21AD-0836-ADCC-09AA87433595}"/>
                  </a:ext>
                </a:extLst>
              </p14:cNvPr>
              <p14:cNvContentPartPr/>
              <p14:nvPr/>
            </p14:nvContentPartPr>
            <p14:xfrm>
              <a:off x="3202340" y="2203400"/>
              <a:ext cx="176400" cy="16200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64A71569-21AD-0836-ADCC-09AA87433595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184700" y="2185760"/>
                <a:ext cx="2120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C85F4575-07DC-C216-369F-C03611B4C09F}"/>
                  </a:ext>
                </a:extLst>
              </p14:cNvPr>
              <p14:cNvContentPartPr/>
              <p14:nvPr/>
            </p14:nvContentPartPr>
            <p14:xfrm>
              <a:off x="3374420" y="2356040"/>
              <a:ext cx="28080" cy="15264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C85F4575-07DC-C216-369F-C03611B4C09F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356780" y="2338040"/>
                <a:ext cx="63720" cy="18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62787092-CBC4-8F4E-9965-33FE1F186D9D}"/>
                  </a:ext>
                </a:extLst>
              </p14:cNvPr>
              <p14:cNvContentPartPr/>
              <p14:nvPr/>
            </p14:nvContentPartPr>
            <p14:xfrm>
              <a:off x="3513020" y="2784080"/>
              <a:ext cx="136080" cy="38520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62787092-CBC4-8F4E-9965-33FE1F186D9D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3495020" y="2766080"/>
                <a:ext cx="171720" cy="42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C02A8650-7AEA-8C62-4948-D3A39D450A9B}"/>
                  </a:ext>
                </a:extLst>
              </p14:cNvPr>
              <p14:cNvContentPartPr/>
              <p14:nvPr/>
            </p14:nvContentPartPr>
            <p14:xfrm>
              <a:off x="3910820" y="2118440"/>
              <a:ext cx="108720" cy="3260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C02A8650-7AEA-8C62-4948-D3A39D450A9B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3892820" y="2100800"/>
                <a:ext cx="144360" cy="3296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1" name="Group 110">
            <a:extLst>
              <a:ext uri="{FF2B5EF4-FFF2-40B4-BE49-F238E27FC236}">
                <a16:creationId xmlns:a16="http://schemas.microsoft.com/office/drawing/2014/main" id="{1C2D7DF8-9273-2AC4-1E3E-40410A6C4727}"/>
              </a:ext>
            </a:extLst>
          </p:cNvPr>
          <p:cNvGrpSpPr/>
          <p:nvPr/>
        </p:nvGrpSpPr>
        <p:grpSpPr>
          <a:xfrm>
            <a:off x="4296020" y="2028800"/>
            <a:ext cx="198000" cy="476280"/>
            <a:chOff x="4296020" y="2028800"/>
            <a:chExt cx="198000" cy="47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90011E1E-3E09-14E4-15B9-6FD9D51D7301}"/>
                    </a:ext>
                  </a:extLst>
                </p14:cNvPr>
                <p14:cNvContentPartPr/>
                <p14:nvPr/>
              </p14:nvContentPartPr>
              <p14:xfrm>
                <a:off x="4296020" y="2177120"/>
                <a:ext cx="181080" cy="17316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90011E1E-3E09-14E4-15B9-6FD9D51D7301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278020" y="2159120"/>
                  <a:ext cx="21672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1F41DF94-630D-4F25-D4FB-3D31AAB736A2}"/>
                    </a:ext>
                  </a:extLst>
                </p14:cNvPr>
                <p14:cNvContentPartPr/>
                <p14:nvPr/>
              </p14:nvContentPartPr>
              <p14:xfrm>
                <a:off x="4412300" y="2351000"/>
                <a:ext cx="15840" cy="1540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1F41DF94-630D-4F25-D4FB-3D31AAB736A2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394660" y="2333000"/>
                  <a:ext cx="5148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093C27DE-189F-AB15-8973-633A81826599}"/>
                    </a:ext>
                  </a:extLst>
                </p14:cNvPr>
                <p14:cNvContentPartPr/>
                <p14:nvPr/>
              </p14:nvContentPartPr>
              <p14:xfrm>
                <a:off x="4352180" y="2028800"/>
                <a:ext cx="141840" cy="190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093C27DE-189F-AB15-8973-633A81826599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334540" y="2011160"/>
                  <a:ext cx="177480" cy="5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6A316418-3DD4-28D7-FDCC-C117B4DEBB06}"/>
              </a:ext>
            </a:extLst>
          </p:cNvPr>
          <p:cNvGrpSpPr/>
          <p:nvPr/>
        </p:nvGrpSpPr>
        <p:grpSpPr>
          <a:xfrm>
            <a:off x="4234820" y="896240"/>
            <a:ext cx="1284120" cy="611640"/>
            <a:chOff x="4234820" y="896240"/>
            <a:chExt cx="1284120" cy="61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0C08B3DE-B9EF-0113-5F60-19C01E7A7445}"/>
                    </a:ext>
                  </a:extLst>
                </p14:cNvPr>
                <p14:cNvContentPartPr/>
                <p14:nvPr/>
              </p14:nvContentPartPr>
              <p14:xfrm>
                <a:off x="4576100" y="896240"/>
                <a:ext cx="51840" cy="61164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0C08B3DE-B9EF-0113-5F60-19C01E7A7445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4558100" y="878600"/>
                  <a:ext cx="87480" cy="64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F27FA77F-2DB3-3084-5CD8-CB62B2532C1A}"/>
                    </a:ext>
                  </a:extLst>
                </p14:cNvPr>
                <p14:cNvContentPartPr/>
                <p14:nvPr/>
              </p14:nvContentPartPr>
              <p14:xfrm>
                <a:off x="4618940" y="919280"/>
                <a:ext cx="311760" cy="5518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F27FA77F-2DB3-3084-5CD8-CB62B2532C1A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4600940" y="901280"/>
                  <a:ext cx="347400" cy="58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094769F8-D313-1ED2-655B-7FC6DE195C4A}"/>
                    </a:ext>
                  </a:extLst>
                </p14:cNvPr>
                <p14:cNvContentPartPr/>
                <p14:nvPr/>
              </p14:nvContentPartPr>
              <p14:xfrm>
                <a:off x="4946180" y="1073720"/>
                <a:ext cx="168840" cy="19116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094769F8-D313-1ED2-655B-7FC6DE195C4A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928540" y="1055720"/>
                  <a:ext cx="20448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CF67B2EC-AB00-B8C4-5FC7-F58A42DB1297}"/>
                    </a:ext>
                  </a:extLst>
                </p14:cNvPr>
                <p14:cNvContentPartPr/>
                <p14:nvPr/>
              </p14:nvContentPartPr>
              <p14:xfrm>
                <a:off x="5146340" y="1163000"/>
                <a:ext cx="372600" cy="306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CF67B2EC-AB00-B8C4-5FC7-F58A42DB1297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128700" y="1145360"/>
                  <a:ext cx="40824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49B219C9-C47B-1260-1D92-022B6EE2CDFC}"/>
                    </a:ext>
                  </a:extLst>
                </p14:cNvPr>
                <p14:cNvContentPartPr/>
                <p14:nvPr/>
              </p14:nvContentPartPr>
              <p14:xfrm>
                <a:off x="4302500" y="1059320"/>
                <a:ext cx="304920" cy="208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49B219C9-C47B-1260-1D92-022B6EE2CDFC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284860" y="1041680"/>
                  <a:ext cx="34056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1C2409DF-6DBB-0267-AD78-540C5FBDB33B}"/>
                    </a:ext>
                  </a:extLst>
                </p14:cNvPr>
                <p14:cNvContentPartPr/>
                <p14:nvPr/>
              </p14:nvContentPartPr>
              <p14:xfrm>
                <a:off x="4234820" y="1298000"/>
                <a:ext cx="387720" cy="759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1C2409DF-6DBB-0267-AD78-540C5FBDB33B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216820" y="1280000"/>
                  <a:ext cx="423360" cy="111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70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8EC17B4F-7EEB-62FC-B52F-5CB167960AF3}"/>
                  </a:ext>
                </a:extLst>
              </p14:cNvPr>
              <p14:cNvContentPartPr/>
              <p14:nvPr/>
            </p14:nvContentPartPr>
            <p14:xfrm>
              <a:off x="4422020" y="2880200"/>
              <a:ext cx="26280" cy="211680"/>
            </p14:xfrm>
          </p:contentPart>
        </mc:Choice>
        <mc:Fallback xmlns=""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8EC17B4F-7EEB-62FC-B52F-5CB167960AF3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4404380" y="2862560"/>
                <a:ext cx="61920" cy="247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24" name="Group 123">
            <a:extLst>
              <a:ext uri="{FF2B5EF4-FFF2-40B4-BE49-F238E27FC236}">
                <a16:creationId xmlns:a16="http://schemas.microsoft.com/office/drawing/2014/main" id="{A1E0F0D0-0B04-68BE-57A4-31D39EEA1BAC}"/>
              </a:ext>
            </a:extLst>
          </p:cNvPr>
          <p:cNvGrpSpPr/>
          <p:nvPr/>
        </p:nvGrpSpPr>
        <p:grpSpPr>
          <a:xfrm>
            <a:off x="521060" y="3635480"/>
            <a:ext cx="4215240" cy="1668240"/>
            <a:chOff x="521060" y="3635480"/>
            <a:chExt cx="4215240" cy="166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42CE48C-BA86-7FAE-C231-E714C231FA82}"/>
                    </a:ext>
                  </a:extLst>
                </p14:cNvPr>
                <p14:cNvContentPartPr/>
                <p14:nvPr/>
              </p14:nvContentPartPr>
              <p14:xfrm>
                <a:off x="521060" y="4062440"/>
                <a:ext cx="3983040" cy="1015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42CE48C-BA86-7FAE-C231-E714C231FA82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03420" y="4044800"/>
                  <a:ext cx="401868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509B49C-B8CE-0626-69D5-C87BC2AAAC05}"/>
                    </a:ext>
                  </a:extLst>
                </p14:cNvPr>
                <p14:cNvContentPartPr/>
                <p14:nvPr/>
              </p14:nvContentPartPr>
              <p14:xfrm>
                <a:off x="796460" y="4662200"/>
                <a:ext cx="3939840" cy="2196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509B49C-B8CE-0626-69D5-C87BC2AAAC05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78460" y="4644560"/>
                  <a:ext cx="397548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629E668-D6AE-CA89-C028-3358B5438524}"/>
                    </a:ext>
                  </a:extLst>
                </p14:cNvPr>
                <p14:cNvContentPartPr/>
                <p14:nvPr/>
              </p14:nvContentPartPr>
              <p14:xfrm>
                <a:off x="1319540" y="3658520"/>
                <a:ext cx="190800" cy="2181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629E668-D6AE-CA89-C028-3358B5438524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301900" y="3640880"/>
                  <a:ext cx="22644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B047873F-5C4C-E960-B642-C0855BA508D9}"/>
                    </a:ext>
                  </a:extLst>
                </p14:cNvPr>
                <p14:cNvContentPartPr/>
                <p14:nvPr/>
              </p14:nvContentPartPr>
              <p14:xfrm>
                <a:off x="1997060" y="3653120"/>
                <a:ext cx="59040" cy="3240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B047873F-5C4C-E960-B642-C0855BA508D9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979420" y="3635120"/>
                  <a:ext cx="94680" cy="3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A8C252B2-8C6D-58A1-8D8A-B2EC76706C15}"/>
                    </a:ext>
                  </a:extLst>
                </p14:cNvPr>
                <p14:cNvContentPartPr/>
                <p14:nvPr/>
              </p14:nvContentPartPr>
              <p14:xfrm>
                <a:off x="1490180" y="4306160"/>
                <a:ext cx="50400" cy="2599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A8C252B2-8C6D-58A1-8D8A-B2EC76706C15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472540" y="4288160"/>
                  <a:ext cx="8604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B99E01F-4495-7A01-F5A5-726221A5C237}"/>
                    </a:ext>
                  </a:extLst>
                </p14:cNvPr>
                <p14:cNvContentPartPr/>
                <p14:nvPr/>
              </p14:nvContentPartPr>
              <p14:xfrm>
                <a:off x="1977620" y="4314080"/>
                <a:ext cx="159120" cy="212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B99E01F-4495-7A01-F5A5-726221A5C237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959620" y="4296440"/>
                  <a:ext cx="19476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AAD0A1A-4499-1B07-27B8-6BB9A77E69D9}"/>
                    </a:ext>
                  </a:extLst>
                </p14:cNvPr>
                <p14:cNvContentPartPr/>
                <p14:nvPr/>
              </p14:nvContentPartPr>
              <p14:xfrm>
                <a:off x="1564700" y="5048840"/>
                <a:ext cx="53280" cy="2548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AAD0A1A-4499-1B07-27B8-6BB9A77E69D9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547060" y="5030840"/>
                  <a:ext cx="8892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1350AC5-BA49-3559-6D38-79C64DD6036C}"/>
                    </a:ext>
                  </a:extLst>
                </p14:cNvPr>
                <p14:cNvContentPartPr/>
                <p14:nvPr/>
              </p14:nvContentPartPr>
              <p14:xfrm>
                <a:off x="2084180" y="5018960"/>
                <a:ext cx="47520" cy="2548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1350AC5-BA49-3559-6D38-79C64DD6036C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2066540" y="5001320"/>
                  <a:ext cx="8316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B78B27D0-A7E8-BE31-51D4-D80A9F282288}"/>
                    </a:ext>
                  </a:extLst>
                </p14:cNvPr>
                <p14:cNvContentPartPr/>
                <p14:nvPr/>
              </p14:nvContentPartPr>
              <p14:xfrm>
                <a:off x="3622820" y="3635480"/>
                <a:ext cx="154800" cy="2595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B78B27D0-A7E8-BE31-51D4-D80A9F282288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604820" y="3617480"/>
                  <a:ext cx="19044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1ABEC64-5B99-EA44-A9BA-38FD43DCD7E5}"/>
                    </a:ext>
                  </a:extLst>
                </p14:cNvPr>
                <p14:cNvContentPartPr/>
                <p14:nvPr/>
              </p14:nvContentPartPr>
              <p14:xfrm>
                <a:off x="3647660" y="4316240"/>
                <a:ext cx="164880" cy="2325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1ABEC64-5B99-EA44-A9BA-38FD43DCD7E5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630020" y="4298240"/>
                  <a:ext cx="20052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02EB47C4-FDD8-B006-673F-C11D1958F5EB}"/>
                    </a:ext>
                  </a:extLst>
                </p14:cNvPr>
                <p14:cNvContentPartPr/>
                <p14:nvPr/>
              </p14:nvContentPartPr>
              <p14:xfrm>
                <a:off x="4387100" y="3650240"/>
                <a:ext cx="17280" cy="2325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02EB47C4-FDD8-B006-673F-C11D1958F5EB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4369100" y="3632600"/>
                  <a:ext cx="5292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D0875EED-4B29-A418-B287-C486BA749E72}"/>
                    </a:ext>
                  </a:extLst>
                </p14:cNvPr>
                <p14:cNvContentPartPr/>
                <p14:nvPr/>
              </p14:nvContentPartPr>
              <p14:xfrm>
                <a:off x="4385300" y="4318040"/>
                <a:ext cx="20880" cy="21456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D0875EED-4B29-A418-B287-C486BA749E72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4367660" y="4300400"/>
                  <a:ext cx="5652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A5064E13-A303-9314-78C5-CD678165AA4A}"/>
                    </a:ext>
                  </a:extLst>
                </p14:cNvPr>
                <p14:cNvContentPartPr/>
                <p14:nvPr/>
              </p14:nvContentPartPr>
              <p14:xfrm>
                <a:off x="4320140" y="4970000"/>
                <a:ext cx="212040" cy="30492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A5064E13-A303-9314-78C5-CD678165AA4A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4302140" y="4952000"/>
                  <a:ext cx="247680" cy="340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1796652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Perceptrons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608074" y="3593718"/>
            <a:ext cx="6327775" cy="1826260"/>
          </a:xfrm>
          <a:prstGeom prst="rect">
            <a:avLst/>
          </a:prstGeom>
        </p:spPr>
        <p:txBody>
          <a:bodyPr vert="horz" wrap="square" lIns="0" tIns="38735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305"/>
              </a:spcBef>
              <a:buFont typeface="Arial"/>
              <a:buChar char="•"/>
              <a:tabLst>
                <a:tab pos="265430" algn="l"/>
                <a:tab pos="2182495" algn="l"/>
              </a:tabLst>
            </a:pPr>
            <a:r>
              <a:rPr sz="2400" spc="80" dirty="0">
                <a:latin typeface="Calibri"/>
                <a:cs typeface="Calibri"/>
              </a:rPr>
              <a:t>0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when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when</a:t>
            </a:r>
            <a:r>
              <a:rPr sz="2400" dirty="0">
                <a:latin typeface="Calibri"/>
                <a:cs typeface="Calibri"/>
              </a:rPr>
              <a:t>	</a:t>
            </a:r>
            <a:r>
              <a:rPr sz="2400" spc="40" dirty="0">
                <a:latin typeface="Calibri"/>
                <a:cs typeface="Calibri"/>
              </a:rPr>
              <a:t>x</a:t>
            </a:r>
            <a:r>
              <a:rPr sz="1800" spc="60" baseline="25462" dirty="0">
                <a:latin typeface="Arial"/>
                <a:cs typeface="Arial"/>
              </a:rPr>
              <a:t>●</a:t>
            </a:r>
            <a:r>
              <a:rPr sz="2400" spc="40" dirty="0">
                <a:latin typeface="Calibri"/>
                <a:cs typeface="Calibri"/>
              </a:rPr>
              <a:t>w+b≤0</a:t>
            </a:r>
            <a:endParaRPr sz="240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00"/>
              </a:spcBef>
              <a:buFont typeface="Arial"/>
              <a:buChar char="•"/>
              <a:tabLst>
                <a:tab pos="265430" algn="l"/>
                <a:tab pos="2182495" algn="l"/>
              </a:tabLst>
            </a:pPr>
            <a:r>
              <a:rPr sz="2400" spc="80" dirty="0">
                <a:latin typeface="Calibri"/>
                <a:cs typeface="Calibri"/>
              </a:rPr>
              <a:t>1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when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when</a:t>
            </a:r>
            <a:r>
              <a:rPr sz="2400" dirty="0">
                <a:latin typeface="Calibri"/>
                <a:cs typeface="Calibri"/>
              </a:rPr>
              <a:t>	</a:t>
            </a:r>
            <a:r>
              <a:rPr sz="2400" spc="40" dirty="0">
                <a:latin typeface="Calibri"/>
                <a:cs typeface="Calibri"/>
              </a:rPr>
              <a:t>x</a:t>
            </a:r>
            <a:r>
              <a:rPr sz="1575" spc="60" baseline="26455" dirty="0">
                <a:latin typeface="Arial"/>
                <a:cs typeface="Arial"/>
              </a:rPr>
              <a:t>●</a:t>
            </a:r>
            <a:r>
              <a:rPr sz="2400" spc="40" dirty="0">
                <a:latin typeface="Calibri"/>
                <a:cs typeface="Calibri"/>
              </a:rPr>
              <a:t>w+b&gt;0</a:t>
            </a:r>
            <a:endParaRPr sz="2400">
              <a:latin typeface="Calibri"/>
              <a:cs typeface="Calibri"/>
            </a:endParaRPr>
          </a:p>
          <a:p>
            <a:pPr marL="723265" lvl="1" indent="-227965">
              <a:lnSpc>
                <a:spcPct val="100000"/>
              </a:lnSpc>
              <a:spcBef>
                <a:spcPts val="295"/>
              </a:spcBef>
              <a:buFont typeface="Arial"/>
              <a:buChar char="•"/>
              <a:tabLst>
                <a:tab pos="723265" algn="l"/>
              </a:tabLst>
            </a:pPr>
            <a:r>
              <a:rPr sz="2000" dirty="0">
                <a:latin typeface="Calibri"/>
                <a:cs typeface="Calibri"/>
              </a:rPr>
              <a:t>b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can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be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thought</a:t>
            </a:r>
            <a:r>
              <a:rPr sz="2000" spc="1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bias</a:t>
            </a:r>
            <a:endParaRPr sz="2000">
              <a:latin typeface="Calibri"/>
              <a:cs typeface="Calibri"/>
            </a:endParaRPr>
          </a:p>
          <a:p>
            <a:pPr marL="723265" lvl="1" indent="-227965">
              <a:lnSpc>
                <a:spcPct val="100000"/>
              </a:lnSpc>
              <a:spcBef>
                <a:spcPts val="254"/>
              </a:spcBef>
              <a:buFont typeface="Arial"/>
              <a:buChar char="•"/>
              <a:tabLst>
                <a:tab pos="723265" algn="l"/>
              </a:tabLst>
            </a:pPr>
            <a:r>
              <a:rPr sz="2000" spc="55" dirty="0">
                <a:latin typeface="Calibri"/>
                <a:cs typeface="Calibri"/>
              </a:rPr>
              <a:t>Large</a:t>
            </a:r>
            <a:r>
              <a:rPr sz="2000" spc="1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positive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b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spc="95" dirty="0">
                <a:latin typeface="Calibri"/>
                <a:cs typeface="Calibri"/>
              </a:rPr>
              <a:t>-</a:t>
            </a:r>
            <a:r>
              <a:rPr sz="2000" dirty="0">
                <a:latin typeface="Calibri"/>
                <a:cs typeface="Calibri"/>
              </a:rPr>
              <a:t>&gt;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neuron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that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fires</a:t>
            </a:r>
            <a:r>
              <a:rPr sz="2000" spc="1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on</a:t>
            </a:r>
            <a:r>
              <a:rPr sz="2000" spc="18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most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inputs</a:t>
            </a:r>
            <a:endParaRPr sz="2000">
              <a:latin typeface="Calibri"/>
              <a:cs typeface="Calibri"/>
            </a:endParaRPr>
          </a:p>
          <a:p>
            <a:pPr marL="723265" lvl="1" indent="-227965">
              <a:lnSpc>
                <a:spcPct val="100000"/>
              </a:lnSpc>
              <a:spcBef>
                <a:spcPts val="260"/>
              </a:spcBef>
              <a:buFont typeface="Arial"/>
              <a:buChar char="•"/>
              <a:tabLst>
                <a:tab pos="723265" algn="l"/>
              </a:tabLst>
            </a:pPr>
            <a:r>
              <a:rPr sz="2000" dirty="0">
                <a:latin typeface="Calibri"/>
                <a:cs typeface="Calibri"/>
              </a:rPr>
              <a:t>Negative</a:t>
            </a:r>
            <a:r>
              <a:rPr sz="2000" spc="185" dirty="0">
                <a:latin typeface="Calibri"/>
                <a:cs typeface="Calibri"/>
              </a:rPr>
              <a:t> </a:t>
            </a:r>
            <a:r>
              <a:rPr sz="2000" spc="65" dirty="0">
                <a:latin typeface="Calibri"/>
                <a:cs typeface="Calibri"/>
              </a:rPr>
              <a:t>b-</a:t>
            </a:r>
            <a:r>
              <a:rPr sz="2000" dirty="0">
                <a:latin typeface="Calibri"/>
                <a:cs typeface="Calibri"/>
              </a:rPr>
              <a:t>&gt;</a:t>
            </a:r>
            <a:r>
              <a:rPr sz="2000" spc="2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neuron</a:t>
            </a:r>
            <a:r>
              <a:rPr sz="2000" spc="2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that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rarely</a:t>
            </a:r>
            <a:r>
              <a:rPr sz="2000" spc="10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fires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62216" y="873776"/>
            <a:ext cx="5224730" cy="2302478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883AE026-7FE0-07A0-1E8F-81C73DE4942E}"/>
              </a:ext>
            </a:extLst>
          </p:cNvPr>
          <p:cNvGrpSpPr/>
          <p:nvPr/>
        </p:nvGrpSpPr>
        <p:grpSpPr>
          <a:xfrm>
            <a:off x="7296620" y="2944640"/>
            <a:ext cx="644040" cy="709560"/>
            <a:chOff x="7296620" y="2944640"/>
            <a:chExt cx="644040" cy="70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D14A40E-0E3F-4E03-BECD-A915414A4E2B}"/>
                    </a:ext>
                  </a:extLst>
                </p14:cNvPr>
                <p14:cNvContentPartPr/>
                <p14:nvPr/>
              </p14:nvContentPartPr>
              <p14:xfrm>
                <a:off x="7296620" y="2944640"/>
                <a:ext cx="313920" cy="7095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D14A40E-0E3F-4E03-BECD-A915414A4E2B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278620" y="2926640"/>
                  <a:ext cx="349560" cy="74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2A93A3C2-AA93-D005-5256-F40BEA09A8F7}"/>
                    </a:ext>
                  </a:extLst>
                </p14:cNvPr>
                <p14:cNvContentPartPr/>
                <p14:nvPr/>
              </p14:nvContentPartPr>
              <p14:xfrm>
                <a:off x="7734740" y="3164240"/>
                <a:ext cx="140400" cy="302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2A93A3C2-AA93-D005-5256-F40BEA09A8F7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717100" y="3146240"/>
                  <a:ext cx="17604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34EB5E-2128-FB46-89D3-C2F6398B423C}"/>
                    </a:ext>
                  </a:extLst>
                </p14:cNvPr>
                <p14:cNvContentPartPr/>
                <p14:nvPr/>
              </p14:nvContentPartPr>
              <p14:xfrm>
                <a:off x="7821860" y="3264320"/>
                <a:ext cx="118800" cy="486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34EB5E-2128-FB46-89D3-C2F6398B423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803860" y="3246680"/>
                  <a:ext cx="154440" cy="8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2246555-BEA7-332D-BE2B-EE698B8532C4}"/>
              </a:ext>
            </a:extLst>
          </p:cNvPr>
          <p:cNvGrpSpPr/>
          <p:nvPr/>
        </p:nvGrpSpPr>
        <p:grpSpPr>
          <a:xfrm>
            <a:off x="8334500" y="2914040"/>
            <a:ext cx="189000" cy="475200"/>
            <a:chOff x="8334500" y="2914040"/>
            <a:chExt cx="189000" cy="47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6BE147C-40DB-4834-87DD-D25C51E29D1D}"/>
                    </a:ext>
                  </a:extLst>
                </p14:cNvPr>
                <p14:cNvContentPartPr/>
                <p14:nvPr/>
              </p14:nvContentPartPr>
              <p14:xfrm>
                <a:off x="8437460" y="2914040"/>
                <a:ext cx="86040" cy="4752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6BE147C-40DB-4834-87DD-D25C51E29D1D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419820" y="2896400"/>
                  <a:ext cx="121680" cy="51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DB41D1F-735F-8A6B-9B7B-691A1E6B621C}"/>
                    </a:ext>
                  </a:extLst>
                </p14:cNvPr>
                <p14:cNvContentPartPr/>
                <p14:nvPr/>
              </p14:nvContentPartPr>
              <p14:xfrm>
                <a:off x="8334500" y="3123920"/>
                <a:ext cx="180360" cy="993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DB41D1F-735F-8A6B-9B7B-691A1E6B621C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316500" y="3105920"/>
                  <a:ext cx="216000" cy="135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4C084D80-CF9C-2B8A-B84C-E4007185327A}"/>
                  </a:ext>
                </a:extLst>
              </p14:cNvPr>
              <p14:cNvContentPartPr/>
              <p14:nvPr/>
            </p14:nvContentPartPr>
            <p14:xfrm>
              <a:off x="8782700" y="2949680"/>
              <a:ext cx="181080" cy="3837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4C084D80-CF9C-2B8A-B84C-E4007185327A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8765060" y="2932040"/>
                <a:ext cx="216720" cy="419400"/>
              </a:xfrm>
              <a:prstGeom prst="rect">
                <a:avLst/>
              </a:prstGeom>
            </p:spPr>
          </p:pic>
        </mc:Fallback>
      </mc:AlternateContent>
      <p:grpSp>
        <p:nvGrpSpPr>
          <p:cNvPr id="27" name="Group 26">
            <a:extLst>
              <a:ext uri="{FF2B5EF4-FFF2-40B4-BE49-F238E27FC236}">
                <a16:creationId xmlns:a16="http://schemas.microsoft.com/office/drawing/2014/main" id="{4035E664-2C61-2E51-2B8D-17FE8ABA3EFB}"/>
              </a:ext>
            </a:extLst>
          </p:cNvPr>
          <p:cNvGrpSpPr/>
          <p:nvPr/>
        </p:nvGrpSpPr>
        <p:grpSpPr>
          <a:xfrm>
            <a:off x="9083660" y="2843480"/>
            <a:ext cx="1784160" cy="450360"/>
            <a:chOff x="9083660" y="2843480"/>
            <a:chExt cx="1784160" cy="45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CCBDBA7-78AA-37DC-AF78-73E7438CB5BA}"/>
                    </a:ext>
                  </a:extLst>
                </p14:cNvPr>
                <p14:cNvContentPartPr/>
                <p14:nvPr/>
              </p14:nvContentPartPr>
              <p14:xfrm>
                <a:off x="9083660" y="2922680"/>
                <a:ext cx="190800" cy="2851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CCBDBA7-78AA-37DC-AF78-73E7438CB5B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065660" y="2905040"/>
                  <a:ext cx="22644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8D44478-6A4B-E513-0090-BA21AADAC32A}"/>
                    </a:ext>
                  </a:extLst>
                </p14:cNvPr>
                <p14:cNvContentPartPr/>
                <p14:nvPr/>
              </p14:nvContentPartPr>
              <p14:xfrm>
                <a:off x="9395060" y="3086120"/>
                <a:ext cx="32400" cy="1098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8D44478-6A4B-E513-0090-BA21AADAC32A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377060" y="3068480"/>
                  <a:ext cx="680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457DE8E-7245-F20B-91E7-583085F16238}"/>
                    </a:ext>
                  </a:extLst>
                </p14:cNvPr>
                <p14:cNvContentPartPr/>
                <p14:nvPr/>
              </p14:nvContentPartPr>
              <p14:xfrm>
                <a:off x="9393980" y="2968760"/>
                <a:ext cx="5400" cy="223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457DE8E-7245-F20B-91E7-583085F16238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376340" y="2950760"/>
                  <a:ext cx="4104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C839A971-250D-66A6-F369-067C5E2696AD}"/>
                    </a:ext>
                  </a:extLst>
                </p14:cNvPr>
                <p14:cNvContentPartPr/>
                <p14:nvPr/>
              </p14:nvContentPartPr>
              <p14:xfrm>
                <a:off x="9555980" y="2996480"/>
                <a:ext cx="248760" cy="1879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C839A971-250D-66A6-F369-067C5E2696AD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537980" y="2978480"/>
                  <a:ext cx="28440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ABF5E48-6B09-86CB-75C2-51CC59797231}"/>
                    </a:ext>
                  </a:extLst>
                </p14:cNvPr>
                <p14:cNvContentPartPr/>
                <p14:nvPr/>
              </p14:nvContentPartPr>
              <p14:xfrm>
                <a:off x="9873140" y="3090080"/>
                <a:ext cx="27000" cy="1062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ABF5E48-6B09-86CB-75C2-51CC59797231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855140" y="3072440"/>
                  <a:ext cx="6264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BB3FFB6-72B9-E3AB-7F95-F24775A3EBBA}"/>
                    </a:ext>
                  </a:extLst>
                </p14:cNvPr>
                <p14:cNvContentPartPr/>
                <p14:nvPr/>
              </p14:nvContentPartPr>
              <p14:xfrm>
                <a:off x="9906620" y="2929880"/>
                <a:ext cx="19800" cy="154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BB3FFB6-72B9-E3AB-7F95-F24775A3EBBA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888980" y="2912240"/>
                  <a:ext cx="5544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6CD4FC9-382C-73CB-C2C8-DC14BB56DFF3}"/>
                    </a:ext>
                  </a:extLst>
                </p14:cNvPr>
                <p14:cNvContentPartPr/>
                <p14:nvPr/>
              </p14:nvContentPartPr>
              <p14:xfrm>
                <a:off x="10033340" y="3073880"/>
                <a:ext cx="250560" cy="194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6CD4FC9-382C-73CB-C2C8-DC14BB56DFF3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0015340" y="3055880"/>
                  <a:ext cx="28620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B4D15B6-7040-3565-A996-4C935F74BDBE}"/>
                    </a:ext>
                  </a:extLst>
                </p14:cNvPr>
                <p14:cNvContentPartPr/>
                <p14:nvPr/>
              </p14:nvContentPartPr>
              <p14:xfrm>
                <a:off x="10181300" y="2974160"/>
                <a:ext cx="42120" cy="253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B4D15B6-7040-3565-A996-4C935F74BDBE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0163660" y="2956520"/>
                  <a:ext cx="7776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709155F-6F01-60D2-8175-E26028D31401}"/>
                    </a:ext>
                  </a:extLst>
                </p14:cNvPr>
                <p14:cNvContentPartPr/>
                <p14:nvPr/>
              </p14:nvContentPartPr>
              <p14:xfrm>
                <a:off x="10427180" y="2958320"/>
                <a:ext cx="83160" cy="2440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709155F-6F01-60D2-8175-E26028D31401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0409540" y="2940680"/>
                  <a:ext cx="11880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544A3C0-AFC1-8C0C-968F-55DA822BABAF}"/>
                    </a:ext>
                  </a:extLst>
                </p14:cNvPr>
                <p14:cNvContentPartPr/>
                <p14:nvPr/>
              </p14:nvContentPartPr>
              <p14:xfrm>
                <a:off x="10439420" y="3069920"/>
                <a:ext cx="157320" cy="1612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544A3C0-AFC1-8C0C-968F-55DA822BABAF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0421780" y="3052280"/>
                  <a:ext cx="19296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C5BE75A-33D9-6470-1FC0-389F00FB25A9}"/>
                    </a:ext>
                  </a:extLst>
                </p14:cNvPr>
                <p14:cNvContentPartPr/>
                <p14:nvPr/>
              </p14:nvContentPartPr>
              <p14:xfrm>
                <a:off x="10648940" y="2843480"/>
                <a:ext cx="218880" cy="4503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5C5BE75A-33D9-6470-1FC0-389F00FB25A9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631300" y="2825840"/>
                  <a:ext cx="254520" cy="486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4404B774-9B1C-09F4-0537-192F94FD480E}"/>
                  </a:ext>
                </a:extLst>
              </p14:cNvPr>
              <p14:cNvContentPartPr/>
              <p14:nvPr/>
            </p14:nvContentPartPr>
            <p14:xfrm>
              <a:off x="3696620" y="4008440"/>
              <a:ext cx="1223640" cy="11412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4404B774-9B1C-09F4-0537-192F94FD480E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3678620" y="3990440"/>
                <a:ext cx="1259280" cy="149760"/>
              </a:xfrm>
              <a:prstGeom prst="rect">
                <a:avLst/>
              </a:prstGeom>
            </p:spPr>
          </p:pic>
        </mc:Fallback>
      </mc:AlternateContent>
      <p:grpSp>
        <p:nvGrpSpPr>
          <p:cNvPr id="31" name="Group 30">
            <a:extLst>
              <a:ext uri="{FF2B5EF4-FFF2-40B4-BE49-F238E27FC236}">
                <a16:creationId xmlns:a16="http://schemas.microsoft.com/office/drawing/2014/main" id="{617F28D3-184D-D2C1-605B-A67FF6371E22}"/>
              </a:ext>
            </a:extLst>
          </p:cNvPr>
          <p:cNvGrpSpPr/>
          <p:nvPr/>
        </p:nvGrpSpPr>
        <p:grpSpPr>
          <a:xfrm>
            <a:off x="8238740" y="4028600"/>
            <a:ext cx="2950560" cy="2394360"/>
            <a:chOff x="8238740" y="4028600"/>
            <a:chExt cx="2950560" cy="239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85C0C86C-5B9D-D4D3-40F2-EDADFF3FDF02}"/>
                    </a:ext>
                  </a:extLst>
                </p14:cNvPr>
                <p14:cNvContentPartPr/>
                <p14:nvPr/>
              </p14:nvContentPartPr>
              <p14:xfrm>
                <a:off x="9540500" y="4028600"/>
                <a:ext cx="172440" cy="23943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85C0C86C-5B9D-D4D3-40F2-EDADFF3FDF02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9522860" y="4010960"/>
                  <a:ext cx="208080" cy="243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63869883-7A11-9E74-31B1-662D50F6B14B}"/>
                    </a:ext>
                  </a:extLst>
                </p14:cNvPr>
                <p14:cNvContentPartPr/>
                <p14:nvPr/>
              </p14:nvContentPartPr>
              <p14:xfrm>
                <a:off x="8238740" y="5259440"/>
                <a:ext cx="2950560" cy="1710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63869883-7A11-9E74-31B1-662D50F6B14B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220740" y="5241800"/>
                  <a:ext cx="2986200" cy="206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74D58C3B-EFC9-00EF-6FFB-9525FCE89FD5}"/>
                  </a:ext>
                </a:extLst>
              </p14:cNvPr>
              <p14:cNvContentPartPr/>
              <p14:nvPr/>
            </p14:nvContentPartPr>
            <p14:xfrm>
              <a:off x="9056300" y="3569600"/>
              <a:ext cx="289440" cy="39492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74D58C3B-EFC9-00EF-6FFB-9525FCE89FD5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9038300" y="3551960"/>
                <a:ext cx="325080" cy="43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41693337-BD4A-297A-7003-4C83EA674929}"/>
                  </a:ext>
                </a:extLst>
              </p14:cNvPr>
              <p14:cNvContentPartPr/>
              <p14:nvPr/>
            </p14:nvContentPartPr>
            <p14:xfrm>
              <a:off x="8596940" y="5270240"/>
              <a:ext cx="1107000" cy="12348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41693337-BD4A-297A-7003-4C83EA674929}"/>
                  </a:ext>
                </a:extLst>
              </p:cNvPr>
              <p:cNvPicPr/>
              <p:nvPr/>
            </p:nvPicPr>
            <p:blipFill>
              <a:blip r:embed="rId46"/>
              <a:stretch>
                <a:fillRect/>
              </a:stretch>
            </p:blipFill>
            <p:spPr>
              <a:xfrm>
                <a:off x="8578940" y="5252240"/>
                <a:ext cx="1142640" cy="15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7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A8588296-7350-4218-7AE9-ABF2D2674C09}"/>
                  </a:ext>
                </a:extLst>
              </p14:cNvPr>
              <p14:cNvContentPartPr/>
              <p14:nvPr/>
            </p14:nvContentPartPr>
            <p14:xfrm>
              <a:off x="9513140" y="4189520"/>
              <a:ext cx="1496880" cy="11880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A8588296-7350-4218-7AE9-ABF2D2674C09}"/>
                  </a:ext>
                </a:extLst>
              </p:cNvPr>
              <p:cNvPicPr/>
              <p:nvPr/>
            </p:nvPicPr>
            <p:blipFill>
              <a:blip r:embed="rId48"/>
              <a:stretch>
                <a:fillRect/>
              </a:stretch>
            </p:blipFill>
            <p:spPr>
              <a:xfrm>
                <a:off x="9495500" y="4171880"/>
                <a:ext cx="1532520" cy="154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9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D5810FF9-6D95-D84E-7DC7-B8A626B5F3F2}"/>
                  </a:ext>
                </a:extLst>
              </p14:cNvPr>
              <p14:cNvContentPartPr/>
              <p14:nvPr/>
            </p14:nvContentPartPr>
            <p14:xfrm>
              <a:off x="4997300" y="3626120"/>
              <a:ext cx="287640" cy="73152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D5810FF9-6D95-D84E-7DC7-B8A626B5F3F2}"/>
                  </a:ext>
                </a:extLst>
              </p:cNvPr>
              <p:cNvPicPr/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4979660" y="3608120"/>
                <a:ext cx="323280" cy="767160"/>
              </a:xfrm>
              <a:prstGeom prst="rect">
                <a:avLst/>
              </a:prstGeom>
            </p:spPr>
          </p:pic>
        </mc:Fallback>
      </mc:AlternateContent>
      <p:grpSp>
        <p:nvGrpSpPr>
          <p:cNvPr id="47" name="Group 46">
            <a:extLst>
              <a:ext uri="{FF2B5EF4-FFF2-40B4-BE49-F238E27FC236}">
                <a16:creationId xmlns:a16="http://schemas.microsoft.com/office/drawing/2014/main" id="{DC315F2E-DA54-7C58-21ED-47D0836385C7}"/>
              </a:ext>
            </a:extLst>
          </p:cNvPr>
          <p:cNvGrpSpPr/>
          <p:nvPr/>
        </p:nvGrpSpPr>
        <p:grpSpPr>
          <a:xfrm>
            <a:off x="5559980" y="3845360"/>
            <a:ext cx="1612080" cy="368640"/>
            <a:chOff x="5559980" y="3845360"/>
            <a:chExt cx="1612080" cy="36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39EA372-6A36-3FE5-3646-744B15F8588B}"/>
                    </a:ext>
                  </a:extLst>
                </p14:cNvPr>
                <p14:cNvContentPartPr/>
                <p14:nvPr/>
              </p14:nvContentPartPr>
              <p14:xfrm>
                <a:off x="5637020" y="3907640"/>
                <a:ext cx="73800" cy="3063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39EA372-6A36-3FE5-3646-744B15F8588B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5619020" y="3889640"/>
                  <a:ext cx="109440" cy="34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23862F2-5640-B530-2556-ABB1E75F9892}"/>
                    </a:ext>
                  </a:extLst>
                </p14:cNvPr>
                <p14:cNvContentPartPr/>
                <p14:nvPr/>
              </p14:nvContentPartPr>
              <p14:xfrm>
                <a:off x="5559980" y="4039400"/>
                <a:ext cx="159120" cy="763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23862F2-5640-B530-2556-ABB1E75F9892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5541980" y="4021400"/>
                  <a:ext cx="19476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DDFDCA93-6B17-049F-EC85-0E530BC1B4BB}"/>
                    </a:ext>
                  </a:extLst>
                </p14:cNvPr>
                <p14:cNvContentPartPr/>
                <p14:nvPr/>
              </p14:nvContentPartPr>
              <p14:xfrm>
                <a:off x="5799380" y="3948320"/>
                <a:ext cx="159840" cy="1965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DDFDCA93-6B17-049F-EC85-0E530BC1B4BB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5781740" y="3930680"/>
                  <a:ext cx="19548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772A4C6-C251-F7CF-26BE-EF27879E5DDC}"/>
                    </a:ext>
                  </a:extLst>
                </p14:cNvPr>
                <p14:cNvContentPartPr/>
                <p14:nvPr/>
              </p14:nvContentPartPr>
              <p14:xfrm>
                <a:off x="5987660" y="3998720"/>
                <a:ext cx="93600" cy="1278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772A4C6-C251-F7CF-26BE-EF27879E5DDC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970020" y="3980720"/>
                  <a:ext cx="12924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D87FA57-30F8-58C9-0082-08B83B31D07E}"/>
                    </a:ext>
                  </a:extLst>
                </p14:cNvPr>
                <p14:cNvContentPartPr/>
                <p14:nvPr/>
              </p14:nvContentPartPr>
              <p14:xfrm>
                <a:off x="6126260" y="3991520"/>
                <a:ext cx="75240" cy="1299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D87FA57-30F8-58C9-0082-08B83B31D07E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6108620" y="3973880"/>
                  <a:ext cx="11088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4D9BFE1-70FC-803C-D882-365EF21A23AE}"/>
                    </a:ext>
                  </a:extLst>
                </p14:cNvPr>
                <p14:cNvContentPartPr/>
                <p14:nvPr/>
              </p14:nvContentPartPr>
              <p14:xfrm>
                <a:off x="6290420" y="3864440"/>
                <a:ext cx="277920" cy="2620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4D9BFE1-70FC-803C-D882-365EF21A23AE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6272420" y="3846440"/>
                  <a:ext cx="31356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0CBF5D5-1224-5C20-9A7C-D344BC0DFEA9}"/>
                    </a:ext>
                  </a:extLst>
                </p14:cNvPr>
                <p14:cNvContentPartPr/>
                <p14:nvPr/>
              </p14:nvContentPartPr>
              <p14:xfrm>
                <a:off x="6654380" y="4000160"/>
                <a:ext cx="53640" cy="752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0CBF5D5-1224-5C20-9A7C-D344BC0DFEA9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6636380" y="3982160"/>
                  <a:ext cx="8928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EB21DB2-E1BA-3EFE-4F77-19E5E4592B19}"/>
                    </a:ext>
                  </a:extLst>
                </p14:cNvPr>
                <p14:cNvContentPartPr/>
                <p14:nvPr/>
              </p14:nvContentPartPr>
              <p14:xfrm>
                <a:off x="6774980" y="3845360"/>
                <a:ext cx="24120" cy="2541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EB21DB2-E1BA-3EFE-4F77-19E5E4592B19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6757340" y="3827360"/>
                  <a:ext cx="59760" cy="2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DEE9BCC-406C-7DC7-5D44-8AD2E01590F1}"/>
                    </a:ext>
                  </a:extLst>
                </p14:cNvPr>
                <p14:cNvContentPartPr/>
                <p14:nvPr/>
              </p14:nvContentPartPr>
              <p14:xfrm>
                <a:off x="6891620" y="3875600"/>
                <a:ext cx="161640" cy="2797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DEE9BCC-406C-7DC7-5D44-8AD2E01590F1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6873980" y="3857600"/>
                  <a:ext cx="19728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D0E0424-6E84-EADB-D06B-6ADD60162B34}"/>
                    </a:ext>
                  </a:extLst>
                </p14:cNvPr>
                <p14:cNvContentPartPr/>
                <p14:nvPr/>
              </p14:nvContentPartPr>
              <p14:xfrm>
                <a:off x="7149740" y="4091960"/>
                <a:ext cx="22320" cy="75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D0E0424-6E84-EADB-D06B-6ADD60162B34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7132100" y="4074320"/>
                  <a:ext cx="57960" cy="43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1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C3993819-469B-889F-D1EE-66370B609C82}"/>
                  </a:ext>
                </a:extLst>
              </p14:cNvPr>
              <p14:cNvContentPartPr/>
              <p14:nvPr/>
            </p14:nvContentPartPr>
            <p14:xfrm>
              <a:off x="10287500" y="2634680"/>
              <a:ext cx="452520" cy="89028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C3993819-469B-889F-D1EE-66370B609C82}"/>
                  </a:ext>
                </a:extLst>
              </p:cNvPr>
              <p:cNvPicPr/>
              <p:nvPr/>
            </p:nvPicPr>
            <p:blipFill>
              <a:blip r:embed="rId72"/>
              <a:stretch>
                <a:fillRect/>
              </a:stretch>
            </p:blipFill>
            <p:spPr>
              <a:xfrm>
                <a:off x="10269860" y="2617040"/>
                <a:ext cx="488160" cy="925920"/>
              </a:xfrm>
              <a:prstGeom prst="rect">
                <a:avLst/>
              </a:prstGeom>
            </p:spPr>
          </p:pic>
        </mc:Fallback>
      </mc:AlternateContent>
      <p:grpSp>
        <p:nvGrpSpPr>
          <p:cNvPr id="54" name="Group 53">
            <a:extLst>
              <a:ext uri="{FF2B5EF4-FFF2-40B4-BE49-F238E27FC236}">
                <a16:creationId xmlns:a16="http://schemas.microsoft.com/office/drawing/2014/main" id="{2922F642-497F-D80C-5CEC-DF781493A6A3}"/>
              </a:ext>
            </a:extLst>
          </p:cNvPr>
          <p:cNvGrpSpPr/>
          <p:nvPr/>
        </p:nvGrpSpPr>
        <p:grpSpPr>
          <a:xfrm>
            <a:off x="10267340" y="2012240"/>
            <a:ext cx="530640" cy="379080"/>
            <a:chOff x="10267340" y="2012240"/>
            <a:chExt cx="530640" cy="37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BA478A5-6537-DE8E-05BA-1C0D57BF7F88}"/>
                    </a:ext>
                  </a:extLst>
                </p14:cNvPr>
                <p14:cNvContentPartPr/>
                <p14:nvPr/>
              </p14:nvContentPartPr>
              <p14:xfrm>
                <a:off x="10272380" y="2027000"/>
                <a:ext cx="47520" cy="3531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BA478A5-6537-DE8E-05BA-1C0D57BF7F88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0254380" y="2009360"/>
                  <a:ext cx="83160" cy="38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6775E1F-F196-0924-9A73-3705F8A4D4AD}"/>
                    </a:ext>
                  </a:extLst>
                </p14:cNvPr>
                <p14:cNvContentPartPr/>
                <p14:nvPr/>
              </p14:nvContentPartPr>
              <p14:xfrm>
                <a:off x="10267340" y="2012240"/>
                <a:ext cx="233280" cy="3474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6775E1F-F196-0924-9A73-3705F8A4D4AD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0249340" y="1994600"/>
                  <a:ext cx="268920" cy="38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2498A33-EF26-1800-B7F4-A21F586860C1}"/>
                    </a:ext>
                  </a:extLst>
                </p14:cNvPr>
                <p14:cNvContentPartPr/>
                <p14:nvPr/>
              </p14:nvContentPartPr>
              <p14:xfrm>
                <a:off x="10567940" y="2217800"/>
                <a:ext cx="33840" cy="1638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2498A33-EF26-1800-B7F4-A21F586860C1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0550300" y="2200160"/>
                  <a:ext cx="6948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A2945DC-05E1-AC20-D055-543CEAA568DE}"/>
                    </a:ext>
                  </a:extLst>
                </p14:cNvPr>
                <p14:cNvContentPartPr/>
                <p14:nvPr/>
              </p14:nvContentPartPr>
              <p14:xfrm>
                <a:off x="10609700" y="2109080"/>
                <a:ext cx="15840" cy="50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A2945DC-05E1-AC20-D055-543CEAA568DE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0592060" y="2091080"/>
                  <a:ext cx="5148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006189F-756C-6767-9760-8D742B9F2F4A}"/>
                    </a:ext>
                  </a:extLst>
                </p14:cNvPr>
                <p14:cNvContentPartPr/>
                <p14:nvPr/>
              </p14:nvContentPartPr>
              <p14:xfrm>
                <a:off x="10652900" y="2142560"/>
                <a:ext cx="145080" cy="2487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006189F-756C-6767-9760-8D742B9F2F4A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0635260" y="2124920"/>
                  <a:ext cx="180720" cy="284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0008C24-0D01-74D9-4725-8AE0BFA74791}"/>
              </a:ext>
            </a:extLst>
          </p:cNvPr>
          <p:cNvGrpSpPr/>
          <p:nvPr/>
        </p:nvGrpSpPr>
        <p:grpSpPr>
          <a:xfrm>
            <a:off x="10425380" y="1535240"/>
            <a:ext cx="192240" cy="324000"/>
            <a:chOff x="10425380" y="1535240"/>
            <a:chExt cx="192240" cy="32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DFA1CA1-CC2B-1937-1166-3699918E2720}"/>
                    </a:ext>
                  </a:extLst>
                </p14:cNvPr>
                <p14:cNvContentPartPr/>
                <p14:nvPr/>
              </p14:nvContentPartPr>
              <p14:xfrm>
                <a:off x="10473260" y="1543880"/>
                <a:ext cx="36720" cy="3153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DFA1CA1-CC2B-1937-1166-3699918E2720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455260" y="1525880"/>
                  <a:ext cx="72360" cy="35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D8936FEB-1FE7-FB7F-2DF6-DEBBF5D1597E}"/>
                    </a:ext>
                  </a:extLst>
                </p14:cNvPr>
                <p14:cNvContentPartPr/>
                <p14:nvPr/>
              </p14:nvContentPartPr>
              <p14:xfrm>
                <a:off x="10425380" y="1535240"/>
                <a:ext cx="192240" cy="1249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D8936FEB-1FE7-FB7F-2DF6-DEBBF5D1597E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407740" y="1517600"/>
                  <a:ext cx="227880" cy="16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BC68CE4A-B85D-485B-CF03-5AB44269EFC9}"/>
              </a:ext>
            </a:extLst>
          </p:cNvPr>
          <p:cNvGrpSpPr/>
          <p:nvPr/>
        </p:nvGrpSpPr>
        <p:grpSpPr>
          <a:xfrm>
            <a:off x="10193540" y="1067240"/>
            <a:ext cx="523080" cy="304920"/>
            <a:chOff x="10193540" y="1067240"/>
            <a:chExt cx="523080" cy="304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F88E0B0-1A92-1B7F-E6BA-26A20C65CDEC}"/>
                    </a:ext>
                  </a:extLst>
                </p14:cNvPr>
                <p14:cNvContentPartPr/>
                <p14:nvPr/>
              </p14:nvContentPartPr>
              <p14:xfrm>
                <a:off x="10193540" y="1067240"/>
                <a:ext cx="75600" cy="3049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F88E0B0-1A92-1B7F-E6BA-26A20C65CDEC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175540" y="1049240"/>
                  <a:ext cx="11124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5BE5FF8D-D62B-71DE-0BB4-2EF8D2899F62}"/>
                    </a:ext>
                  </a:extLst>
                </p14:cNvPr>
                <p14:cNvContentPartPr/>
                <p14:nvPr/>
              </p14:nvContentPartPr>
              <p14:xfrm>
                <a:off x="10195700" y="1253360"/>
                <a:ext cx="82440" cy="716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5BE5FF8D-D62B-71DE-0BB4-2EF8D2899F62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0178060" y="1235360"/>
                  <a:ext cx="11808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A50FA8E7-F4B3-7481-8EF0-83844ECA9C85}"/>
                    </a:ext>
                  </a:extLst>
                </p14:cNvPr>
                <p14:cNvContentPartPr/>
                <p14:nvPr/>
              </p14:nvContentPartPr>
              <p14:xfrm>
                <a:off x="10387220" y="1221680"/>
                <a:ext cx="34920" cy="792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A50FA8E7-F4B3-7481-8EF0-83844ECA9C85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0369580" y="1203680"/>
                  <a:ext cx="7056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0B64F5-769D-280F-52BD-3160C3217C27}"/>
                    </a:ext>
                  </a:extLst>
                </p14:cNvPr>
                <p14:cNvContentPartPr/>
                <p14:nvPr/>
              </p14:nvContentPartPr>
              <p14:xfrm>
                <a:off x="10398380" y="1083800"/>
                <a:ext cx="24840" cy="288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0B64F5-769D-280F-52BD-3160C3217C27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0380740" y="1066160"/>
                  <a:ext cx="6048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5D6929D5-4D41-A91B-4A55-C558742DDE6A}"/>
                    </a:ext>
                  </a:extLst>
                </p14:cNvPr>
                <p14:cNvContentPartPr/>
                <p14:nvPr/>
              </p14:nvContentPartPr>
              <p14:xfrm>
                <a:off x="10461020" y="1170200"/>
                <a:ext cx="94320" cy="1180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5D6929D5-4D41-A91B-4A55-C558742DDE6A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0443380" y="1152200"/>
                  <a:ext cx="12996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0C5AF6D0-3EFF-751B-A9B2-5E36E9F524C7}"/>
                    </a:ext>
                  </a:extLst>
                </p14:cNvPr>
                <p14:cNvContentPartPr/>
                <p14:nvPr/>
              </p14:nvContentPartPr>
              <p14:xfrm>
                <a:off x="10628060" y="1180640"/>
                <a:ext cx="88560" cy="849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0C5AF6D0-3EFF-751B-A9B2-5E36E9F524C7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0610420" y="1163000"/>
                  <a:ext cx="124200" cy="12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89E9E3C5-3503-D78D-2BCE-A565630B3BD7}"/>
              </a:ext>
            </a:extLst>
          </p:cNvPr>
          <p:cNvGrpSpPr/>
          <p:nvPr/>
        </p:nvGrpSpPr>
        <p:grpSpPr>
          <a:xfrm>
            <a:off x="11086700" y="1074440"/>
            <a:ext cx="555840" cy="303480"/>
            <a:chOff x="11086700" y="1074440"/>
            <a:chExt cx="555840" cy="303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07F64EC5-B1BC-27E8-1922-B6EC4CE58501}"/>
                    </a:ext>
                  </a:extLst>
                </p14:cNvPr>
                <p14:cNvContentPartPr/>
                <p14:nvPr/>
              </p14:nvContentPartPr>
              <p14:xfrm>
                <a:off x="11086700" y="1200440"/>
                <a:ext cx="112320" cy="867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07F64EC5-B1BC-27E8-1922-B6EC4CE58501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1068700" y="1182440"/>
                  <a:ext cx="14796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2324A26D-B0AD-F651-7979-FAC12A984AD7}"/>
                    </a:ext>
                  </a:extLst>
                </p14:cNvPr>
                <p14:cNvContentPartPr/>
                <p14:nvPr/>
              </p14:nvContentPartPr>
              <p14:xfrm>
                <a:off x="11295860" y="1076240"/>
                <a:ext cx="60120" cy="3016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2324A26D-B0AD-F651-7979-FAC12A984AD7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1277860" y="1058240"/>
                  <a:ext cx="9576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6B2C2983-C570-946E-1EF5-9DD7F8D964A4}"/>
                    </a:ext>
                  </a:extLst>
                </p14:cNvPr>
                <p14:cNvContentPartPr/>
                <p14:nvPr/>
              </p14:nvContentPartPr>
              <p14:xfrm>
                <a:off x="11420780" y="1248320"/>
                <a:ext cx="87840" cy="878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6B2C2983-C570-946E-1EF5-9DD7F8D964A4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1403140" y="1230320"/>
                  <a:ext cx="12348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6777158F-E6A1-B42F-9C83-256A7439FA7B}"/>
                    </a:ext>
                  </a:extLst>
                </p14:cNvPr>
                <p14:cNvContentPartPr/>
                <p14:nvPr/>
              </p14:nvContentPartPr>
              <p14:xfrm>
                <a:off x="11569100" y="1074440"/>
                <a:ext cx="63360" cy="2808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6777158F-E6A1-B42F-9C83-256A7439FA7B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1551460" y="1056800"/>
                  <a:ext cx="9900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6BC77C74-55A8-A7B4-58F9-07130C24C426}"/>
                    </a:ext>
                  </a:extLst>
                </p14:cNvPr>
                <p14:cNvContentPartPr/>
                <p14:nvPr/>
              </p14:nvContentPartPr>
              <p14:xfrm>
                <a:off x="11511500" y="1205120"/>
                <a:ext cx="131040" cy="511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6BC77C74-55A8-A7B4-58F9-07130C24C426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1493860" y="1187120"/>
                  <a:ext cx="166680" cy="86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E2FA538E-BD53-0122-6B05-B8F65EADFD34}"/>
              </a:ext>
            </a:extLst>
          </p:cNvPr>
          <p:cNvGrpSpPr/>
          <p:nvPr/>
        </p:nvGrpSpPr>
        <p:grpSpPr>
          <a:xfrm>
            <a:off x="10357340" y="3394640"/>
            <a:ext cx="946440" cy="597240"/>
            <a:chOff x="10357340" y="3394640"/>
            <a:chExt cx="946440" cy="597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22DBEBF-1E9F-299D-B337-E0500D3C4AB2}"/>
                    </a:ext>
                  </a:extLst>
                </p14:cNvPr>
                <p14:cNvContentPartPr/>
                <p14:nvPr/>
              </p14:nvContentPartPr>
              <p14:xfrm>
                <a:off x="10357340" y="3730880"/>
                <a:ext cx="120960" cy="2610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22DBEBF-1E9F-299D-B337-E0500D3C4AB2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0339700" y="3713240"/>
                  <a:ext cx="156600" cy="29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5FBB8D99-F78D-371A-465F-A4FB46D76E59}"/>
                    </a:ext>
                  </a:extLst>
                </p14:cNvPr>
                <p14:cNvContentPartPr/>
                <p14:nvPr/>
              </p14:nvContentPartPr>
              <p14:xfrm>
                <a:off x="10584140" y="3826280"/>
                <a:ext cx="249840" cy="1026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5FBB8D99-F78D-371A-465F-A4FB46D76E59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0566500" y="3808640"/>
                  <a:ext cx="28548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BEF5C76B-BD5F-26D9-B58C-73413489AFC5}"/>
                    </a:ext>
                  </a:extLst>
                </p14:cNvPr>
                <p14:cNvContentPartPr/>
                <p14:nvPr/>
              </p14:nvContentPartPr>
              <p14:xfrm>
                <a:off x="10939100" y="3631160"/>
                <a:ext cx="364680" cy="2458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BEF5C76B-BD5F-26D9-B58C-73413489AFC5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0921100" y="3613520"/>
                  <a:ext cx="40032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24FC9DC9-5011-41B4-6F07-2AE094432558}"/>
                    </a:ext>
                  </a:extLst>
                </p14:cNvPr>
                <p14:cNvContentPartPr/>
                <p14:nvPr/>
              </p14:nvContentPartPr>
              <p14:xfrm>
                <a:off x="10666940" y="3394640"/>
                <a:ext cx="131760" cy="2512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24FC9DC9-5011-41B4-6F07-2AE094432558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0649300" y="3377000"/>
                  <a:ext cx="167400" cy="2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CD2FB13C-B11B-7C2D-070F-EC4CB60BAB9B}"/>
                    </a:ext>
                  </a:extLst>
                </p14:cNvPr>
                <p14:cNvContentPartPr/>
                <p14:nvPr/>
              </p14:nvContentPartPr>
              <p14:xfrm>
                <a:off x="10758020" y="3512360"/>
                <a:ext cx="145080" cy="133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CD2FB13C-B11B-7C2D-070F-EC4CB60BAB9B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0740020" y="3494720"/>
                  <a:ext cx="180720" cy="16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0E1696DE-8E4E-4CE5-BF27-E9C531112154}"/>
              </a:ext>
            </a:extLst>
          </p:cNvPr>
          <p:cNvGrpSpPr/>
          <p:nvPr/>
        </p:nvGrpSpPr>
        <p:grpSpPr>
          <a:xfrm>
            <a:off x="10810220" y="4371680"/>
            <a:ext cx="601920" cy="210240"/>
            <a:chOff x="10810220" y="4371680"/>
            <a:chExt cx="601920" cy="21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34D076D5-C6CF-CA80-9256-94159BC79056}"/>
                    </a:ext>
                  </a:extLst>
                </p14:cNvPr>
                <p14:cNvContentPartPr/>
                <p14:nvPr/>
              </p14:nvContentPartPr>
              <p14:xfrm>
                <a:off x="10810220" y="4390400"/>
                <a:ext cx="36000" cy="1915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34D076D5-C6CF-CA80-9256-94159BC79056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0792220" y="4372760"/>
                  <a:ext cx="7164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E9B671E8-C5D7-1C59-7AFA-174D24EFE7C2}"/>
                    </a:ext>
                  </a:extLst>
                </p14:cNvPr>
                <p14:cNvContentPartPr/>
                <p14:nvPr/>
              </p14:nvContentPartPr>
              <p14:xfrm>
                <a:off x="10910660" y="4427120"/>
                <a:ext cx="134280" cy="132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E9B671E8-C5D7-1C59-7AFA-174D24EFE7C2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0892660" y="4409480"/>
                  <a:ext cx="1699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F2FF8138-34EF-FB0D-1409-527FD2AB1159}"/>
                    </a:ext>
                  </a:extLst>
                </p14:cNvPr>
                <p14:cNvContentPartPr/>
                <p14:nvPr/>
              </p14:nvContentPartPr>
              <p14:xfrm>
                <a:off x="11133140" y="4381760"/>
                <a:ext cx="124200" cy="1641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F2FF8138-34EF-FB0D-1409-527FD2AB1159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1115140" y="4364120"/>
                  <a:ext cx="15984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CBA4822-5451-D913-BBAB-2E2221D36242}"/>
                    </a:ext>
                  </a:extLst>
                </p14:cNvPr>
                <p14:cNvContentPartPr/>
                <p14:nvPr/>
              </p14:nvContentPartPr>
              <p14:xfrm>
                <a:off x="11340860" y="4371680"/>
                <a:ext cx="71280" cy="1339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CBA4822-5451-D913-BBAB-2E2221D36242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1323220" y="4354040"/>
                  <a:ext cx="106920" cy="16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0EF6C55F-B5F2-87F3-0CF8-82AF30169512}"/>
              </a:ext>
            </a:extLst>
          </p:cNvPr>
          <p:cNvGrpSpPr/>
          <p:nvPr/>
        </p:nvGrpSpPr>
        <p:grpSpPr>
          <a:xfrm>
            <a:off x="11659820" y="4100600"/>
            <a:ext cx="535320" cy="325800"/>
            <a:chOff x="11659820" y="4100600"/>
            <a:chExt cx="535320" cy="325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7DA02435-9C5A-691C-DBAA-D0934ECA2C56}"/>
                    </a:ext>
                  </a:extLst>
                </p14:cNvPr>
                <p14:cNvContentPartPr/>
                <p14:nvPr/>
              </p14:nvContentPartPr>
              <p14:xfrm>
                <a:off x="11682500" y="4169360"/>
                <a:ext cx="30960" cy="2570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7DA02435-9C5A-691C-DBAA-D0934ECA2C56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1664500" y="4151360"/>
                  <a:ext cx="6660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0E948C97-F886-F552-ADB9-DE843A1ACEE9}"/>
                    </a:ext>
                  </a:extLst>
                </p14:cNvPr>
                <p14:cNvContentPartPr/>
                <p14:nvPr/>
              </p14:nvContentPartPr>
              <p14:xfrm>
                <a:off x="11659820" y="4286360"/>
                <a:ext cx="149760" cy="633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0E948C97-F886-F552-ADB9-DE843A1ACEE9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1641820" y="4268720"/>
                  <a:ext cx="18540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55E3248-4E1A-68CE-86DD-EE427B357637}"/>
                    </a:ext>
                  </a:extLst>
                </p14:cNvPr>
                <p14:cNvContentPartPr/>
                <p14:nvPr/>
              </p14:nvContentPartPr>
              <p14:xfrm>
                <a:off x="11789780" y="4160360"/>
                <a:ext cx="15480" cy="194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55E3248-4E1A-68CE-86DD-EE427B357637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1772140" y="4142360"/>
                  <a:ext cx="5112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9610923E-8B16-1BF1-91F5-0F197E0AAAD6}"/>
                    </a:ext>
                  </a:extLst>
                </p14:cNvPr>
                <p14:cNvContentPartPr/>
                <p14:nvPr/>
              </p14:nvContentPartPr>
              <p14:xfrm>
                <a:off x="11854580" y="4231640"/>
                <a:ext cx="55440" cy="7020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9610923E-8B16-1BF1-91F5-0F197E0AAAD6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1836940" y="4213640"/>
                  <a:ext cx="9108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43BE3794-7001-AACA-2625-F6C7990E7852}"/>
                    </a:ext>
                  </a:extLst>
                </p14:cNvPr>
                <p14:cNvContentPartPr/>
                <p14:nvPr/>
              </p14:nvContentPartPr>
              <p14:xfrm>
                <a:off x="11985260" y="4174760"/>
                <a:ext cx="30960" cy="547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43BE3794-7001-AACA-2625-F6C7990E7852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1967260" y="4157120"/>
                  <a:ext cx="6660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D930E6F4-0FF4-CAD3-E3D6-DF6AED3DC671}"/>
                    </a:ext>
                  </a:extLst>
                </p14:cNvPr>
                <p14:cNvContentPartPr/>
                <p14:nvPr/>
              </p14:nvContentPartPr>
              <p14:xfrm>
                <a:off x="11977700" y="4100600"/>
                <a:ext cx="3240" cy="432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D930E6F4-0FF4-CAD3-E3D6-DF6AED3DC671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1959700" y="4082600"/>
                  <a:ext cx="3888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3D3EBAD7-3036-F1F9-A5DB-919203C13C24}"/>
                    </a:ext>
                  </a:extLst>
                </p14:cNvPr>
                <p14:cNvContentPartPr/>
                <p14:nvPr/>
              </p14:nvContentPartPr>
              <p14:xfrm>
                <a:off x="12048980" y="4154240"/>
                <a:ext cx="146160" cy="232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3D3EBAD7-3036-F1F9-A5DB-919203C13C24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2031340" y="4136600"/>
                  <a:ext cx="181800" cy="26856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Perceptrons</a:t>
            </a:r>
            <a:r>
              <a:rPr spc="160" dirty="0"/>
              <a:t> </a:t>
            </a:r>
            <a:r>
              <a:rPr dirty="0"/>
              <a:t>for</a:t>
            </a:r>
            <a:r>
              <a:rPr spc="210" dirty="0"/>
              <a:t> </a:t>
            </a:r>
            <a:r>
              <a:rPr spc="120" dirty="0"/>
              <a:t>logical</a:t>
            </a:r>
            <a:r>
              <a:rPr spc="210" dirty="0"/>
              <a:t> </a:t>
            </a:r>
            <a:r>
              <a:rPr spc="-10" dirty="0"/>
              <a:t>functions?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95527" y="3577648"/>
            <a:ext cx="3574415" cy="1449070"/>
          </a:xfrm>
          <a:prstGeom prst="rect">
            <a:avLst/>
          </a:prstGeom>
        </p:spPr>
        <p:txBody>
          <a:bodyPr vert="horz" wrap="square" lIns="0" tIns="54610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430"/>
              </a:spcBef>
              <a:buFont typeface="Arial"/>
              <a:buChar char="•"/>
              <a:tabLst>
                <a:tab pos="240029" algn="l"/>
              </a:tabLst>
            </a:pPr>
            <a:r>
              <a:rPr sz="2400" dirty="0">
                <a:latin typeface="Calibri"/>
                <a:cs typeface="Calibri"/>
              </a:rPr>
              <a:t>How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could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implement</a:t>
            </a:r>
            <a:endParaRPr sz="24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280"/>
              </a:spcBef>
              <a:buFont typeface="Arial"/>
              <a:buChar char="•"/>
              <a:tabLst>
                <a:tab pos="697865" algn="l"/>
              </a:tabLst>
            </a:pPr>
            <a:r>
              <a:rPr sz="2000" spc="-25" dirty="0">
                <a:latin typeface="Calibri"/>
                <a:cs typeface="Calibri"/>
              </a:rPr>
              <a:t>AND</a:t>
            </a:r>
            <a:endParaRPr sz="20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265"/>
              </a:spcBef>
              <a:buFont typeface="Arial"/>
              <a:buChar char="•"/>
              <a:tabLst>
                <a:tab pos="697865" algn="l"/>
              </a:tabLst>
            </a:pPr>
            <a:r>
              <a:rPr sz="2000" spc="40" dirty="0">
                <a:latin typeface="Calibri"/>
                <a:cs typeface="Calibri"/>
              </a:rPr>
              <a:t>OR</a:t>
            </a:r>
            <a:endParaRPr sz="20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250"/>
              </a:spcBef>
              <a:buFont typeface="Arial"/>
              <a:buChar char="•"/>
              <a:tabLst>
                <a:tab pos="697865" algn="l"/>
              </a:tabLst>
            </a:pPr>
            <a:r>
              <a:rPr sz="2000" spc="-20" dirty="0">
                <a:latin typeface="Calibri"/>
                <a:cs typeface="Calibri"/>
              </a:rPr>
              <a:t>NAND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765421" y="1461388"/>
            <a:ext cx="1670685" cy="1670685"/>
          </a:xfrm>
          <a:custGeom>
            <a:avLst/>
            <a:gdLst/>
            <a:ahLst/>
            <a:cxnLst/>
            <a:rect l="l" t="t" r="r" b="b"/>
            <a:pathLst>
              <a:path w="1670685" h="1670685">
                <a:moveTo>
                  <a:pt x="0" y="835278"/>
                </a:moveTo>
                <a:lnTo>
                  <a:pt x="1322" y="787885"/>
                </a:lnTo>
                <a:lnTo>
                  <a:pt x="5242" y="741184"/>
                </a:lnTo>
                <a:lnTo>
                  <a:pt x="11690" y="695246"/>
                </a:lnTo>
                <a:lnTo>
                  <a:pt x="20594" y="650143"/>
                </a:lnTo>
                <a:lnTo>
                  <a:pt x="31884" y="605944"/>
                </a:lnTo>
                <a:lnTo>
                  <a:pt x="45490" y="562721"/>
                </a:lnTo>
                <a:lnTo>
                  <a:pt x="61341" y="520543"/>
                </a:lnTo>
                <a:lnTo>
                  <a:pt x="79367" y="479482"/>
                </a:lnTo>
                <a:lnTo>
                  <a:pt x="99496" y="439607"/>
                </a:lnTo>
                <a:lnTo>
                  <a:pt x="121659" y="400990"/>
                </a:lnTo>
                <a:lnTo>
                  <a:pt x="145785" y="363701"/>
                </a:lnTo>
                <a:lnTo>
                  <a:pt x="171804" y="327810"/>
                </a:lnTo>
                <a:lnTo>
                  <a:pt x="199644" y="293389"/>
                </a:lnTo>
                <a:lnTo>
                  <a:pt x="229235" y="260507"/>
                </a:lnTo>
                <a:lnTo>
                  <a:pt x="260507" y="229235"/>
                </a:lnTo>
                <a:lnTo>
                  <a:pt x="293389" y="199644"/>
                </a:lnTo>
                <a:lnTo>
                  <a:pt x="327810" y="171804"/>
                </a:lnTo>
                <a:lnTo>
                  <a:pt x="363701" y="145785"/>
                </a:lnTo>
                <a:lnTo>
                  <a:pt x="400990" y="121659"/>
                </a:lnTo>
                <a:lnTo>
                  <a:pt x="439607" y="99496"/>
                </a:lnTo>
                <a:lnTo>
                  <a:pt x="479482" y="79367"/>
                </a:lnTo>
                <a:lnTo>
                  <a:pt x="520543" y="61341"/>
                </a:lnTo>
                <a:lnTo>
                  <a:pt x="562721" y="45490"/>
                </a:lnTo>
                <a:lnTo>
                  <a:pt x="605944" y="31884"/>
                </a:lnTo>
                <a:lnTo>
                  <a:pt x="650143" y="20594"/>
                </a:lnTo>
                <a:lnTo>
                  <a:pt x="695246" y="11690"/>
                </a:lnTo>
                <a:lnTo>
                  <a:pt x="741184" y="5242"/>
                </a:lnTo>
                <a:lnTo>
                  <a:pt x="787885" y="1322"/>
                </a:lnTo>
                <a:lnTo>
                  <a:pt x="835278" y="0"/>
                </a:lnTo>
                <a:lnTo>
                  <a:pt x="882672" y="1322"/>
                </a:lnTo>
                <a:lnTo>
                  <a:pt x="929373" y="5242"/>
                </a:lnTo>
                <a:lnTo>
                  <a:pt x="975311" y="11690"/>
                </a:lnTo>
                <a:lnTo>
                  <a:pt x="1020414" y="20594"/>
                </a:lnTo>
                <a:lnTo>
                  <a:pt x="1064613" y="31884"/>
                </a:lnTo>
                <a:lnTo>
                  <a:pt x="1107836" y="45490"/>
                </a:lnTo>
                <a:lnTo>
                  <a:pt x="1150014" y="61341"/>
                </a:lnTo>
                <a:lnTo>
                  <a:pt x="1191075" y="79367"/>
                </a:lnTo>
                <a:lnTo>
                  <a:pt x="1230950" y="99496"/>
                </a:lnTo>
                <a:lnTo>
                  <a:pt x="1269567" y="121659"/>
                </a:lnTo>
                <a:lnTo>
                  <a:pt x="1306856" y="145785"/>
                </a:lnTo>
                <a:lnTo>
                  <a:pt x="1342747" y="171804"/>
                </a:lnTo>
                <a:lnTo>
                  <a:pt x="1377168" y="199644"/>
                </a:lnTo>
                <a:lnTo>
                  <a:pt x="1410050" y="229235"/>
                </a:lnTo>
                <a:lnTo>
                  <a:pt x="1441322" y="260507"/>
                </a:lnTo>
                <a:lnTo>
                  <a:pt x="1470913" y="293389"/>
                </a:lnTo>
                <a:lnTo>
                  <a:pt x="1498753" y="327810"/>
                </a:lnTo>
                <a:lnTo>
                  <a:pt x="1524772" y="363701"/>
                </a:lnTo>
                <a:lnTo>
                  <a:pt x="1548898" y="400990"/>
                </a:lnTo>
                <a:lnTo>
                  <a:pt x="1571061" y="439607"/>
                </a:lnTo>
                <a:lnTo>
                  <a:pt x="1591190" y="479482"/>
                </a:lnTo>
                <a:lnTo>
                  <a:pt x="1609216" y="520543"/>
                </a:lnTo>
                <a:lnTo>
                  <a:pt x="1625067" y="562721"/>
                </a:lnTo>
                <a:lnTo>
                  <a:pt x="1638673" y="605944"/>
                </a:lnTo>
                <a:lnTo>
                  <a:pt x="1649963" y="650143"/>
                </a:lnTo>
                <a:lnTo>
                  <a:pt x="1658867" y="695246"/>
                </a:lnTo>
                <a:lnTo>
                  <a:pt x="1665315" y="741184"/>
                </a:lnTo>
                <a:lnTo>
                  <a:pt x="1669235" y="787885"/>
                </a:lnTo>
                <a:lnTo>
                  <a:pt x="1670557" y="835278"/>
                </a:lnTo>
                <a:lnTo>
                  <a:pt x="1669235" y="882672"/>
                </a:lnTo>
                <a:lnTo>
                  <a:pt x="1665315" y="929373"/>
                </a:lnTo>
                <a:lnTo>
                  <a:pt x="1658867" y="975311"/>
                </a:lnTo>
                <a:lnTo>
                  <a:pt x="1649963" y="1020414"/>
                </a:lnTo>
                <a:lnTo>
                  <a:pt x="1638673" y="1064613"/>
                </a:lnTo>
                <a:lnTo>
                  <a:pt x="1625067" y="1107836"/>
                </a:lnTo>
                <a:lnTo>
                  <a:pt x="1609216" y="1150014"/>
                </a:lnTo>
                <a:lnTo>
                  <a:pt x="1591190" y="1191075"/>
                </a:lnTo>
                <a:lnTo>
                  <a:pt x="1571061" y="1230950"/>
                </a:lnTo>
                <a:lnTo>
                  <a:pt x="1548898" y="1269567"/>
                </a:lnTo>
                <a:lnTo>
                  <a:pt x="1524772" y="1306856"/>
                </a:lnTo>
                <a:lnTo>
                  <a:pt x="1498753" y="1342747"/>
                </a:lnTo>
                <a:lnTo>
                  <a:pt x="1470913" y="1377168"/>
                </a:lnTo>
                <a:lnTo>
                  <a:pt x="1441322" y="1410050"/>
                </a:lnTo>
                <a:lnTo>
                  <a:pt x="1410050" y="1441322"/>
                </a:lnTo>
                <a:lnTo>
                  <a:pt x="1377168" y="1470913"/>
                </a:lnTo>
                <a:lnTo>
                  <a:pt x="1342747" y="1498753"/>
                </a:lnTo>
                <a:lnTo>
                  <a:pt x="1306856" y="1524772"/>
                </a:lnTo>
                <a:lnTo>
                  <a:pt x="1269567" y="1548898"/>
                </a:lnTo>
                <a:lnTo>
                  <a:pt x="1230950" y="1571061"/>
                </a:lnTo>
                <a:lnTo>
                  <a:pt x="1191075" y="1591190"/>
                </a:lnTo>
                <a:lnTo>
                  <a:pt x="1150014" y="1609216"/>
                </a:lnTo>
                <a:lnTo>
                  <a:pt x="1107836" y="1625067"/>
                </a:lnTo>
                <a:lnTo>
                  <a:pt x="1064613" y="1638673"/>
                </a:lnTo>
                <a:lnTo>
                  <a:pt x="1020414" y="1649963"/>
                </a:lnTo>
                <a:lnTo>
                  <a:pt x="975311" y="1658867"/>
                </a:lnTo>
                <a:lnTo>
                  <a:pt x="929373" y="1665315"/>
                </a:lnTo>
                <a:lnTo>
                  <a:pt x="882672" y="1669235"/>
                </a:lnTo>
                <a:lnTo>
                  <a:pt x="835278" y="1670558"/>
                </a:lnTo>
                <a:lnTo>
                  <a:pt x="787885" y="1669235"/>
                </a:lnTo>
                <a:lnTo>
                  <a:pt x="741184" y="1665315"/>
                </a:lnTo>
                <a:lnTo>
                  <a:pt x="695246" y="1658867"/>
                </a:lnTo>
                <a:lnTo>
                  <a:pt x="650143" y="1649963"/>
                </a:lnTo>
                <a:lnTo>
                  <a:pt x="605944" y="1638673"/>
                </a:lnTo>
                <a:lnTo>
                  <a:pt x="562721" y="1625067"/>
                </a:lnTo>
                <a:lnTo>
                  <a:pt x="520543" y="1609216"/>
                </a:lnTo>
                <a:lnTo>
                  <a:pt x="479482" y="1591190"/>
                </a:lnTo>
                <a:lnTo>
                  <a:pt x="439607" y="1571061"/>
                </a:lnTo>
                <a:lnTo>
                  <a:pt x="400990" y="1548898"/>
                </a:lnTo>
                <a:lnTo>
                  <a:pt x="363701" y="1524772"/>
                </a:lnTo>
                <a:lnTo>
                  <a:pt x="327810" y="1498753"/>
                </a:lnTo>
                <a:lnTo>
                  <a:pt x="293389" y="1470913"/>
                </a:lnTo>
                <a:lnTo>
                  <a:pt x="260507" y="1441322"/>
                </a:lnTo>
                <a:lnTo>
                  <a:pt x="229235" y="1410050"/>
                </a:lnTo>
                <a:lnTo>
                  <a:pt x="199644" y="1377168"/>
                </a:lnTo>
                <a:lnTo>
                  <a:pt x="171804" y="1342747"/>
                </a:lnTo>
                <a:lnTo>
                  <a:pt x="145785" y="1306856"/>
                </a:lnTo>
                <a:lnTo>
                  <a:pt x="121659" y="1269567"/>
                </a:lnTo>
                <a:lnTo>
                  <a:pt x="99496" y="1230950"/>
                </a:lnTo>
                <a:lnTo>
                  <a:pt x="79367" y="1191075"/>
                </a:lnTo>
                <a:lnTo>
                  <a:pt x="61341" y="1150014"/>
                </a:lnTo>
                <a:lnTo>
                  <a:pt x="45490" y="1107836"/>
                </a:lnTo>
                <a:lnTo>
                  <a:pt x="31884" y="1064613"/>
                </a:lnTo>
                <a:lnTo>
                  <a:pt x="20594" y="1020414"/>
                </a:lnTo>
                <a:lnTo>
                  <a:pt x="11690" y="975311"/>
                </a:lnTo>
                <a:lnTo>
                  <a:pt x="5242" y="929373"/>
                </a:lnTo>
                <a:lnTo>
                  <a:pt x="1322" y="882672"/>
                </a:lnTo>
                <a:lnTo>
                  <a:pt x="0" y="835278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238115" y="2131516"/>
            <a:ext cx="72517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Neuron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156458" y="1282572"/>
            <a:ext cx="4897755" cy="1052195"/>
          </a:xfrm>
          <a:custGeom>
            <a:avLst/>
            <a:gdLst/>
            <a:ahLst/>
            <a:cxnLst/>
            <a:rect l="l" t="t" r="r" b="b"/>
            <a:pathLst>
              <a:path w="4897755" h="1052195">
                <a:moveTo>
                  <a:pt x="1608963" y="1014095"/>
                </a:moveTo>
                <a:lnTo>
                  <a:pt x="1602613" y="1010920"/>
                </a:lnTo>
                <a:lnTo>
                  <a:pt x="1532763" y="975995"/>
                </a:lnTo>
                <a:lnTo>
                  <a:pt x="1532763" y="1010920"/>
                </a:lnTo>
                <a:lnTo>
                  <a:pt x="0" y="1010920"/>
                </a:lnTo>
                <a:lnTo>
                  <a:pt x="0" y="1017270"/>
                </a:lnTo>
                <a:lnTo>
                  <a:pt x="1532763" y="1017270"/>
                </a:lnTo>
                <a:lnTo>
                  <a:pt x="1532763" y="1052195"/>
                </a:lnTo>
                <a:lnTo>
                  <a:pt x="1602613" y="1017270"/>
                </a:lnTo>
                <a:lnTo>
                  <a:pt x="1608963" y="1014095"/>
                </a:lnTo>
                <a:close/>
              </a:path>
              <a:path w="4897755" h="1052195">
                <a:moveTo>
                  <a:pt x="1737868" y="524637"/>
                </a:moveTo>
                <a:lnTo>
                  <a:pt x="1720113" y="505841"/>
                </a:lnTo>
                <a:lnTo>
                  <a:pt x="1679448" y="462788"/>
                </a:lnTo>
                <a:lnTo>
                  <a:pt x="1667459" y="495554"/>
                </a:lnTo>
                <a:lnTo>
                  <a:pt x="308737" y="0"/>
                </a:lnTo>
                <a:lnTo>
                  <a:pt x="306578" y="5969"/>
                </a:lnTo>
                <a:lnTo>
                  <a:pt x="1665274" y="501510"/>
                </a:lnTo>
                <a:lnTo>
                  <a:pt x="1653286" y="534289"/>
                </a:lnTo>
                <a:lnTo>
                  <a:pt x="1737868" y="524637"/>
                </a:lnTo>
                <a:close/>
              </a:path>
              <a:path w="4897755" h="1052195">
                <a:moveTo>
                  <a:pt x="4897628" y="1014095"/>
                </a:moveTo>
                <a:lnTo>
                  <a:pt x="4891278" y="1010920"/>
                </a:lnTo>
                <a:lnTo>
                  <a:pt x="4821428" y="975995"/>
                </a:lnTo>
                <a:lnTo>
                  <a:pt x="4821428" y="1010920"/>
                </a:lnTo>
                <a:lnTo>
                  <a:pt x="3288538" y="1010920"/>
                </a:lnTo>
                <a:lnTo>
                  <a:pt x="3288538" y="1017270"/>
                </a:lnTo>
                <a:lnTo>
                  <a:pt x="4821428" y="1017270"/>
                </a:lnTo>
                <a:lnTo>
                  <a:pt x="4821428" y="1052195"/>
                </a:lnTo>
                <a:lnTo>
                  <a:pt x="4891278" y="1017270"/>
                </a:lnTo>
                <a:lnTo>
                  <a:pt x="4897628" y="1014095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2816098" y="2077592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x2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137154" y="1036446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x1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821930" y="1970023"/>
            <a:ext cx="1289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Calibri"/>
                <a:cs typeface="Calibri"/>
              </a:rPr>
              <a:t>y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3835908" y="1220977"/>
            <a:ext cx="540385" cy="534670"/>
            <a:chOff x="3835908" y="1220977"/>
            <a:chExt cx="540385" cy="534670"/>
          </a:xfrm>
        </p:grpSpPr>
        <p:sp>
          <p:nvSpPr>
            <p:cNvPr id="11" name="object 11"/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6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7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3842258" y="1227327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7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6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4000880" y="1375409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w1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3801998" y="2006219"/>
            <a:ext cx="540385" cy="534670"/>
            <a:chOff x="3801998" y="2006219"/>
            <a:chExt cx="540385" cy="534670"/>
          </a:xfrm>
        </p:grpSpPr>
        <p:sp>
          <p:nvSpPr>
            <p:cNvPr id="15" name="object 15"/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7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7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3808348" y="2012569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7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8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8" y="260857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3967098" y="2160523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w2</a:t>
            </a:r>
            <a:endParaRPr sz="1200">
              <a:latin typeface="Calibri"/>
              <a:cs typeface="Calibri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D5410EE6-A5E9-F04B-9BD2-B17AF09C8050}"/>
                  </a:ext>
                </a:extLst>
              </p14:cNvPr>
              <p14:cNvContentPartPr/>
              <p14:nvPr/>
            </p14:nvContentPartPr>
            <p14:xfrm>
              <a:off x="367700" y="583040"/>
              <a:ext cx="1881720" cy="1335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D5410EE6-A5E9-F04B-9BD2-B17AF09C805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50060" y="565400"/>
                <a:ext cx="1917360" cy="169200"/>
              </a:xfrm>
              <a:prstGeom prst="rect">
                <a:avLst/>
              </a:prstGeom>
            </p:spPr>
          </p:pic>
        </mc:Fallback>
      </mc:AlternateContent>
      <p:grpSp>
        <p:nvGrpSpPr>
          <p:cNvPr id="22" name="Group 21">
            <a:extLst>
              <a:ext uri="{FF2B5EF4-FFF2-40B4-BE49-F238E27FC236}">
                <a16:creationId xmlns:a16="http://schemas.microsoft.com/office/drawing/2014/main" id="{2B6D6E5B-CD35-56EC-0EA6-6DCA873C9606}"/>
              </a:ext>
            </a:extLst>
          </p:cNvPr>
          <p:cNvGrpSpPr/>
          <p:nvPr/>
        </p:nvGrpSpPr>
        <p:grpSpPr>
          <a:xfrm>
            <a:off x="1119380" y="905240"/>
            <a:ext cx="455040" cy="838080"/>
            <a:chOff x="1119380" y="905240"/>
            <a:chExt cx="455040" cy="838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07B1B79-A1A7-4D96-6F2D-B5A69C7395DF}"/>
                    </a:ext>
                  </a:extLst>
                </p14:cNvPr>
                <p14:cNvContentPartPr/>
                <p14:nvPr/>
              </p14:nvContentPartPr>
              <p14:xfrm>
                <a:off x="1197500" y="1214480"/>
                <a:ext cx="19800" cy="597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07B1B79-A1A7-4D96-6F2D-B5A69C7395D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179500" y="1196840"/>
                  <a:ext cx="5544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85001EE-9391-70CD-7FB4-5950EDC86AAC}"/>
                    </a:ext>
                  </a:extLst>
                </p14:cNvPr>
                <p14:cNvContentPartPr/>
                <p14:nvPr/>
              </p14:nvContentPartPr>
              <p14:xfrm>
                <a:off x="1274900" y="905240"/>
                <a:ext cx="47880" cy="7473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85001EE-9391-70CD-7FB4-5950EDC86AA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257260" y="887240"/>
                  <a:ext cx="83520" cy="78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1123240-7F5E-F41B-019B-2B7D64ED53F0}"/>
                    </a:ext>
                  </a:extLst>
                </p14:cNvPr>
                <p14:cNvContentPartPr/>
                <p14:nvPr/>
              </p14:nvContentPartPr>
              <p14:xfrm>
                <a:off x="1119380" y="1558280"/>
                <a:ext cx="455040" cy="1850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1123240-7F5E-F41B-019B-2B7D64ED53F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101740" y="1540280"/>
                  <a:ext cx="490680" cy="220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D08E508E-8FC7-03A9-73B1-70CBEA51B8E5}"/>
              </a:ext>
            </a:extLst>
          </p:cNvPr>
          <p:cNvGrpSpPr/>
          <p:nvPr/>
        </p:nvGrpSpPr>
        <p:grpSpPr>
          <a:xfrm>
            <a:off x="652100" y="2100800"/>
            <a:ext cx="1107720" cy="547920"/>
            <a:chOff x="652100" y="2100800"/>
            <a:chExt cx="1107720" cy="547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A782BAF-59C0-DC6A-BB3D-EA4D176C4D42}"/>
                    </a:ext>
                  </a:extLst>
                </p14:cNvPr>
                <p14:cNvContentPartPr/>
                <p14:nvPr/>
              </p14:nvContentPartPr>
              <p14:xfrm>
                <a:off x="850460" y="2100800"/>
                <a:ext cx="108360" cy="4806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A782BAF-59C0-DC6A-BB3D-EA4D176C4D4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32820" y="2083160"/>
                  <a:ext cx="144000" cy="51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85B7842-5582-78DC-5848-8747A5089479}"/>
                    </a:ext>
                  </a:extLst>
                </p14:cNvPr>
                <p14:cNvContentPartPr/>
                <p14:nvPr/>
              </p14:nvContentPartPr>
              <p14:xfrm>
                <a:off x="834980" y="2105840"/>
                <a:ext cx="421920" cy="5428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85B7842-5582-78DC-5848-8747A508947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16980" y="2087840"/>
                  <a:ext cx="457560" cy="57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1D69238-A066-0281-274E-066E331FA78B}"/>
                    </a:ext>
                  </a:extLst>
                </p14:cNvPr>
                <p14:cNvContentPartPr/>
                <p14:nvPr/>
              </p14:nvContentPartPr>
              <p14:xfrm>
                <a:off x="1290020" y="2243000"/>
                <a:ext cx="469800" cy="453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1D69238-A066-0281-274E-066E331FA78B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272020" y="2225360"/>
                  <a:ext cx="50544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D3FC3B2C-76F6-E413-0023-5485AD50A69A}"/>
                    </a:ext>
                  </a:extLst>
                </p14:cNvPr>
                <p14:cNvContentPartPr/>
                <p14:nvPr/>
              </p14:nvContentPartPr>
              <p14:xfrm>
                <a:off x="652100" y="2271800"/>
                <a:ext cx="224280" cy="216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3FC3B2C-76F6-E413-0023-5485AD50A69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34460" y="2253800"/>
                  <a:ext cx="25992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4DD7AB7-42FF-449C-C22C-E353C546D313}"/>
                    </a:ext>
                  </a:extLst>
                </p14:cNvPr>
                <p14:cNvContentPartPr/>
                <p14:nvPr/>
              </p14:nvContentPartPr>
              <p14:xfrm>
                <a:off x="680900" y="2402840"/>
                <a:ext cx="277920" cy="626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4DD7AB7-42FF-449C-C22C-E353C546D31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62900" y="2384840"/>
                  <a:ext cx="313560" cy="98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A5246C77-5A9D-726E-5B67-01AD15E8FFAA}"/>
              </a:ext>
            </a:extLst>
          </p:cNvPr>
          <p:cNvGrpSpPr/>
          <p:nvPr/>
        </p:nvGrpSpPr>
        <p:grpSpPr>
          <a:xfrm>
            <a:off x="640580" y="2899640"/>
            <a:ext cx="1292040" cy="429120"/>
            <a:chOff x="640580" y="2899640"/>
            <a:chExt cx="1292040" cy="42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F091B76E-65CE-B654-C146-EDCBD3BA29E0}"/>
                    </a:ext>
                  </a:extLst>
                </p14:cNvPr>
                <p14:cNvContentPartPr/>
                <p14:nvPr/>
              </p14:nvContentPartPr>
              <p14:xfrm>
                <a:off x="972500" y="2939600"/>
                <a:ext cx="111960" cy="2480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F091B76E-65CE-B654-C146-EDCBD3BA29E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54860" y="2921960"/>
                  <a:ext cx="14760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39C1D52-33F2-9B3B-9000-8E3365A4DC50}"/>
                    </a:ext>
                  </a:extLst>
                </p14:cNvPr>
                <p14:cNvContentPartPr/>
                <p14:nvPr/>
              </p14:nvContentPartPr>
              <p14:xfrm>
                <a:off x="954500" y="2899640"/>
                <a:ext cx="339840" cy="4291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39C1D52-33F2-9B3B-9000-8E3365A4DC5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36860" y="2882000"/>
                  <a:ext cx="375480" cy="46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8045F39-6C45-6A29-D033-8D0001846378}"/>
                    </a:ext>
                  </a:extLst>
                </p14:cNvPr>
                <p14:cNvContentPartPr/>
                <p14:nvPr/>
              </p14:nvContentPartPr>
              <p14:xfrm>
                <a:off x="1335380" y="3085760"/>
                <a:ext cx="597240" cy="435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8045F39-6C45-6A29-D033-8D000184637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317740" y="3067760"/>
                  <a:ext cx="63288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0E803F54-D460-4CA7-4724-1903634BC21A}"/>
                    </a:ext>
                  </a:extLst>
                </p14:cNvPr>
                <p14:cNvContentPartPr/>
                <p14:nvPr/>
              </p14:nvContentPartPr>
              <p14:xfrm>
                <a:off x="668660" y="2994320"/>
                <a:ext cx="417600" cy="385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0E803F54-D460-4CA7-4724-1903634BC21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51020" y="2976680"/>
                  <a:ext cx="45324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BDE513F-306B-B739-EB54-7942A372D6B3}"/>
                    </a:ext>
                  </a:extLst>
                </p14:cNvPr>
                <p14:cNvContentPartPr/>
                <p14:nvPr/>
              </p14:nvContentPartPr>
              <p14:xfrm>
                <a:off x="640580" y="3106280"/>
                <a:ext cx="458280" cy="867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BDE513F-306B-B739-EB54-7942A372D6B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2940" y="3088280"/>
                  <a:ext cx="493920" cy="12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1C744EEB-FDD9-FBBD-BFCC-E9C083591C45}"/>
              </a:ext>
            </a:extLst>
          </p:cNvPr>
          <p:cNvGrpSpPr/>
          <p:nvPr/>
        </p:nvGrpSpPr>
        <p:grpSpPr>
          <a:xfrm>
            <a:off x="785300" y="3513440"/>
            <a:ext cx="1044720" cy="279000"/>
            <a:chOff x="785300" y="3513440"/>
            <a:chExt cx="1044720" cy="27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74AC210-E22A-028C-12CB-280FC955CD00}"/>
                    </a:ext>
                  </a:extLst>
                </p14:cNvPr>
                <p14:cNvContentPartPr/>
                <p14:nvPr/>
              </p14:nvContentPartPr>
              <p14:xfrm>
                <a:off x="1066100" y="3523880"/>
                <a:ext cx="51120" cy="2401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74AC210-E22A-028C-12CB-280FC955CD0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048100" y="3506240"/>
                  <a:ext cx="8676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F6C17B3-D4CE-6054-B5DF-BC7277735E8A}"/>
                    </a:ext>
                  </a:extLst>
                </p14:cNvPr>
                <p14:cNvContentPartPr/>
                <p14:nvPr/>
              </p14:nvContentPartPr>
              <p14:xfrm>
                <a:off x="1033340" y="3513440"/>
                <a:ext cx="254520" cy="2790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F6C17B3-D4CE-6054-B5DF-BC7277735E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15340" y="3495440"/>
                  <a:ext cx="29016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68F59F1-B47C-102A-7E9F-49DD3DE38F1A}"/>
                    </a:ext>
                  </a:extLst>
                </p14:cNvPr>
                <p14:cNvContentPartPr/>
                <p14:nvPr/>
              </p14:nvContentPartPr>
              <p14:xfrm>
                <a:off x="1310900" y="3588680"/>
                <a:ext cx="118440" cy="81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68F59F1-B47C-102A-7E9F-49DD3DE38F1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293260" y="3570680"/>
                  <a:ext cx="15408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472F984-BD09-2C5E-539E-740B9BCF6B99}"/>
                    </a:ext>
                  </a:extLst>
                </p14:cNvPr>
                <p14:cNvContentPartPr/>
                <p14:nvPr/>
              </p14:nvContentPartPr>
              <p14:xfrm>
                <a:off x="1458500" y="3590840"/>
                <a:ext cx="371520" cy="284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472F984-BD09-2C5E-539E-740B9BCF6B9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440860" y="3573200"/>
                  <a:ext cx="40716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B51DE4B-EF9B-702C-CFBA-32C05AAF36BD}"/>
                    </a:ext>
                  </a:extLst>
                </p14:cNvPr>
                <p14:cNvContentPartPr/>
                <p14:nvPr/>
              </p14:nvContentPartPr>
              <p14:xfrm>
                <a:off x="791060" y="3594440"/>
                <a:ext cx="291960" cy="334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B51DE4B-EF9B-702C-CFBA-32C05AAF36B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73420" y="3576800"/>
                  <a:ext cx="32760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AF998018-BC2F-26C2-1F13-46BB41C56A78}"/>
                    </a:ext>
                  </a:extLst>
                </p14:cNvPr>
                <p14:cNvContentPartPr/>
                <p14:nvPr/>
              </p14:nvContentPartPr>
              <p14:xfrm>
                <a:off x="785300" y="3655640"/>
                <a:ext cx="300600" cy="504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AF998018-BC2F-26C2-1F13-46BB41C56A7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67300" y="3637640"/>
                  <a:ext cx="336240" cy="860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D7336-5744-9814-16DB-6B488D6BE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B09F34-7707-3A80-402C-40313C76D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39" y="14986"/>
            <a:ext cx="10328275" cy="492443"/>
          </a:xfrm>
        </p:spPr>
        <p:txBody>
          <a:bodyPr/>
          <a:lstStyle/>
          <a:p>
            <a:r>
              <a:rPr lang="en-US" dirty="0"/>
              <a:t>AND gate</a:t>
            </a:r>
          </a:p>
        </p:txBody>
      </p:sp>
      <p:pic>
        <p:nvPicPr>
          <p:cNvPr id="5" name="Picture 4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B073C92E-D502-50BF-B55E-9CEBA5EEB6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1143000"/>
            <a:ext cx="4288545" cy="4498857"/>
          </a:xfrm>
          <a:prstGeom prst="rect">
            <a:avLst/>
          </a:prstGeom>
        </p:spPr>
      </p:pic>
      <p:pic>
        <p:nvPicPr>
          <p:cNvPr id="7" name="Picture 6" descr="A white background with black and white numbers&#10;&#10;AI-generated content may be incorrect.">
            <a:extLst>
              <a:ext uri="{FF2B5EF4-FFF2-40B4-BE49-F238E27FC236}">
                <a16:creationId xmlns:a16="http://schemas.microsoft.com/office/drawing/2014/main" id="{AD162F33-D5F3-03E0-49B8-30A63D8111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5348" y="3392428"/>
            <a:ext cx="7167640" cy="3241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7027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08F828-3BDB-AB6A-1157-723B95E58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39" y="14986"/>
            <a:ext cx="10328275" cy="492443"/>
          </a:xfrm>
        </p:spPr>
        <p:txBody>
          <a:bodyPr/>
          <a:lstStyle/>
          <a:p>
            <a:r>
              <a:rPr lang="en-US" dirty="0"/>
              <a:t>AND gate</a:t>
            </a:r>
          </a:p>
        </p:txBody>
      </p:sp>
      <p:pic>
        <p:nvPicPr>
          <p:cNvPr id="5" name="Picture 4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8DA0FDD5-6227-04C8-54CD-E48C52518A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1143000"/>
            <a:ext cx="4288545" cy="4498857"/>
          </a:xfrm>
          <a:prstGeom prst="rect">
            <a:avLst/>
          </a:prstGeom>
        </p:spPr>
      </p:pic>
      <p:pic>
        <p:nvPicPr>
          <p:cNvPr id="7" name="Picture 6" descr="A white background with black and white numbers&#10;&#10;AI-generated content may be incorrect.">
            <a:extLst>
              <a:ext uri="{FF2B5EF4-FFF2-40B4-BE49-F238E27FC236}">
                <a16:creationId xmlns:a16="http://schemas.microsoft.com/office/drawing/2014/main" id="{D12D983B-411A-FF6C-085D-E6A10DB418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5348" y="3392428"/>
            <a:ext cx="7167640" cy="3241646"/>
          </a:xfrm>
          <a:prstGeom prst="rect">
            <a:avLst/>
          </a:prstGeom>
        </p:spPr>
      </p:pic>
      <p:grpSp>
        <p:nvGrpSpPr>
          <p:cNvPr id="44" name="Group 43">
            <a:extLst>
              <a:ext uri="{FF2B5EF4-FFF2-40B4-BE49-F238E27FC236}">
                <a16:creationId xmlns:a16="http://schemas.microsoft.com/office/drawing/2014/main" id="{502E60FA-20A2-022D-2A22-CF82B376F083}"/>
              </a:ext>
            </a:extLst>
          </p:cNvPr>
          <p:cNvGrpSpPr/>
          <p:nvPr/>
        </p:nvGrpSpPr>
        <p:grpSpPr>
          <a:xfrm>
            <a:off x="4569980" y="166520"/>
            <a:ext cx="2262960" cy="2982240"/>
            <a:chOff x="4569980" y="166520"/>
            <a:chExt cx="2262960" cy="298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8A6C5BE-C5A6-04FC-3057-6C87A7EE5A41}"/>
                    </a:ext>
                  </a:extLst>
                </p14:cNvPr>
                <p14:cNvContentPartPr/>
                <p14:nvPr/>
              </p14:nvContentPartPr>
              <p14:xfrm>
                <a:off x="5493740" y="340760"/>
                <a:ext cx="73800" cy="538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8A6C5BE-C5A6-04FC-3057-6C87A7EE5A4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475740" y="322760"/>
                  <a:ext cx="109440" cy="57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59F6116F-8592-0DA3-9A64-5BE2985FCF2B}"/>
                    </a:ext>
                  </a:extLst>
                </p14:cNvPr>
                <p14:cNvContentPartPr/>
                <p14:nvPr/>
              </p14:nvContentPartPr>
              <p14:xfrm>
                <a:off x="5452340" y="365600"/>
                <a:ext cx="378720" cy="5173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59F6116F-8592-0DA3-9A64-5BE2985FCF2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434700" y="347960"/>
                  <a:ext cx="414360" cy="55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CD3324DD-BAF5-DB9E-9762-E551005BE12E}"/>
                    </a:ext>
                  </a:extLst>
                </p14:cNvPr>
                <p14:cNvContentPartPr/>
                <p14:nvPr/>
              </p14:nvContentPartPr>
              <p14:xfrm>
                <a:off x="5890100" y="532280"/>
                <a:ext cx="593280" cy="288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CD3324DD-BAF5-DB9E-9762-E551005BE12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872100" y="514280"/>
                  <a:ext cx="62892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927BD84-C82D-BDEB-54B2-66A8341DAE8E}"/>
                    </a:ext>
                  </a:extLst>
                </p14:cNvPr>
                <p14:cNvContentPartPr/>
                <p14:nvPr/>
              </p14:nvContentPartPr>
              <p14:xfrm>
                <a:off x="5021780" y="537680"/>
                <a:ext cx="531360" cy="313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927BD84-C82D-BDEB-54B2-66A8341DAE8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003780" y="519680"/>
                  <a:ext cx="56700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EA32F960-4736-53D8-510E-BE3B2D258242}"/>
                    </a:ext>
                  </a:extLst>
                </p14:cNvPr>
                <p14:cNvContentPartPr/>
                <p14:nvPr/>
              </p14:nvContentPartPr>
              <p14:xfrm>
                <a:off x="4985060" y="692840"/>
                <a:ext cx="534960" cy="77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EA32F960-4736-53D8-510E-BE3B2D25824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967420" y="674840"/>
                  <a:ext cx="57060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9036F6E-237E-5F21-C513-9740312F036B}"/>
                    </a:ext>
                  </a:extLst>
                </p14:cNvPr>
                <p14:cNvContentPartPr/>
                <p14:nvPr/>
              </p14:nvContentPartPr>
              <p14:xfrm>
                <a:off x="4601660" y="294680"/>
                <a:ext cx="169200" cy="1310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9036F6E-237E-5F21-C513-9740312F036B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584020" y="277040"/>
                  <a:ext cx="20484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AE8FC9D-76A6-D189-F8D8-65078F452886}"/>
                    </a:ext>
                  </a:extLst>
                </p14:cNvPr>
                <p14:cNvContentPartPr/>
                <p14:nvPr/>
              </p14:nvContentPartPr>
              <p14:xfrm>
                <a:off x="4623260" y="260120"/>
                <a:ext cx="141120" cy="187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AE8FC9D-76A6-D189-F8D8-65078F45288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605620" y="242120"/>
                  <a:ext cx="17676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AB9A5224-499A-7420-D274-2FA5915599EF}"/>
                    </a:ext>
                  </a:extLst>
                </p14:cNvPr>
                <p14:cNvContentPartPr/>
                <p14:nvPr/>
              </p14:nvContentPartPr>
              <p14:xfrm>
                <a:off x="4885340" y="301160"/>
                <a:ext cx="21240" cy="1749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AB9A5224-499A-7420-D274-2FA5915599E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867340" y="283160"/>
                  <a:ext cx="568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15B3322-D2FF-8778-66B1-B041EA78749A}"/>
                    </a:ext>
                  </a:extLst>
                </p14:cNvPr>
                <p14:cNvContentPartPr/>
                <p14:nvPr/>
              </p14:nvContentPartPr>
              <p14:xfrm>
                <a:off x="4569980" y="793280"/>
                <a:ext cx="141120" cy="900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15B3322-D2FF-8778-66B1-B041EA78749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52340" y="775280"/>
                  <a:ext cx="17676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ACF5CCB-3FAF-5A43-D5EB-389B02FC738D}"/>
                    </a:ext>
                  </a:extLst>
                </p14:cNvPr>
                <p14:cNvContentPartPr/>
                <p14:nvPr/>
              </p14:nvContentPartPr>
              <p14:xfrm>
                <a:off x="4642340" y="727760"/>
                <a:ext cx="99720" cy="1818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ACF5CCB-3FAF-5A43-D5EB-389B02FC738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624700" y="710120"/>
                  <a:ext cx="13536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8A81D78-3EC0-1174-FC64-19F8635FF596}"/>
                    </a:ext>
                  </a:extLst>
                </p14:cNvPr>
                <p14:cNvContentPartPr/>
                <p14:nvPr/>
              </p14:nvContentPartPr>
              <p14:xfrm>
                <a:off x="4802180" y="875360"/>
                <a:ext cx="152640" cy="1454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8A81D78-3EC0-1174-FC64-19F8635FF59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784180" y="857720"/>
                  <a:ext cx="18828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29E9188-8A59-0AE5-8425-5A5819CFFAF5}"/>
                    </a:ext>
                  </a:extLst>
                </p14:cNvPr>
                <p14:cNvContentPartPr/>
                <p14:nvPr/>
              </p14:nvContentPartPr>
              <p14:xfrm>
                <a:off x="6331820" y="166520"/>
                <a:ext cx="154440" cy="918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29E9188-8A59-0AE5-8425-5A5819CFFAF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314180" y="148880"/>
                  <a:ext cx="19008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B287608-93BD-0576-44D8-ADC6F188FAC6}"/>
                    </a:ext>
                  </a:extLst>
                </p14:cNvPr>
                <p14:cNvContentPartPr/>
                <p14:nvPr/>
              </p14:nvContentPartPr>
              <p14:xfrm>
                <a:off x="6448820" y="266960"/>
                <a:ext cx="29520" cy="1062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B287608-93BD-0576-44D8-ADC6F188FAC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430820" y="248960"/>
                  <a:ext cx="6516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6D1DAE4A-23C1-A90A-E9ED-FE35E180BD92}"/>
                    </a:ext>
                  </a:extLst>
                </p14:cNvPr>
                <p14:cNvContentPartPr/>
                <p14:nvPr/>
              </p14:nvContentPartPr>
              <p14:xfrm>
                <a:off x="5918180" y="1142480"/>
                <a:ext cx="103680" cy="19202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6D1DAE4A-23C1-A90A-E9ED-FE35E180BD9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900180" y="1124480"/>
                  <a:ext cx="139320" cy="19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823820A-56EF-15D7-38D1-A9CD70DAF58A}"/>
                    </a:ext>
                  </a:extLst>
                </p14:cNvPr>
                <p14:cNvContentPartPr/>
                <p14:nvPr/>
              </p14:nvContentPartPr>
              <p14:xfrm>
                <a:off x="4878500" y="1481240"/>
                <a:ext cx="1954440" cy="1364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823820A-56EF-15D7-38D1-A9CD70DAF5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860500" y="1463240"/>
                  <a:ext cx="199008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88674AD-E650-DC3E-6D68-A915CA2887F4}"/>
                    </a:ext>
                  </a:extLst>
                </p14:cNvPr>
                <p14:cNvContentPartPr/>
                <p14:nvPr/>
              </p14:nvContentPartPr>
              <p14:xfrm>
                <a:off x="4851500" y="1350560"/>
                <a:ext cx="219600" cy="766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88674AD-E650-DC3E-6D68-A915CA2887F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833500" y="1332560"/>
                  <a:ext cx="25524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2EE6D27-244B-EEE2-41C5-7DC0910FCB8C}"/>
                    </a:ext>
                  </a:extLst>
                </p14:cNvPr>
                <p14:cNvContentPartPr/>
                <p14:nvPr/>
              </p14:nvContentPartPr>
              <p14:xfrm>
                <a:off x="4920260" y="1256960"/>
                <a:ext cx="146880" cy="257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2EE6D27-244B-EEE2-41C5-7DC0910FCB8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902260" y="1239320"/>
                  <a:ext cx="18252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DF99339-41AC-B0DA-BD2A-C72365EF9374}"/>
                    </a:ext>
                  </a:extLst>
                </p14:cNvPr>
                <p14:cNvContentPartPr/>
                <p14:nvPr/>
              </p14:nvContentPartPr>
              <p14:xfrm>
                <a:off x="5168300" y="1405280"/>
                <a:ext cx="11520" cy="705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DF99339-41AC-B0DA-BD2A-C72365EF937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150660" y="1387640"/>
                  <a:ext cx="471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BAAD3A6-FE0A-CE3F-B09B-4B62D19C2B71}"/>
                    </a:ext>
                  </a:extLst>
                </p14:cNvPr>
                <p14:cNvContentPartPr/>
                <p14:nvPr/>
              </p14:nvContentPartPr>
              <p14:xfrm>
                <a:off x="5446940" y="1270280"/>
                <a:ext cx="146880" cy="1368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BAAD3A6-FE0A-CE3F-B09B-4B62D19C2B71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429300" y="1252640"/>
                  <a:ext cx="18252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9B8E203-8F80-1B49-09FC-DAFA8D947699}"/>
                    </a:ext>
                  </a:extLst>
                </p14:cNvPr>
                <p14:cNvContentPartPr/>
                <p14:nvPr/>
              </p14:nvContentPartPr>
              <p14:xfrm>
                <a:off x="5522180" y="1268480"/>
                <a:ext cx="83160" cy="1533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9B8E203-8F80-1B49-09FC-DAFA8D947699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504540" y="1250480"/>
                  <a:ext cx="11880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138A1B0-607D-5005-A54E-BCBCECF5CB8A}"/>
                    </a:ext>
                  </a:extLst>
                </p14:cNvPr>
                <p14:cNvContentPartPr/>
                <p14:nvPr/>
              </p14:nvContentPartPr>
              <p14:xfrm>
                <a:off x="5664380" y="1343720"/>
                <a:ext cx="126000" cy="738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138A1B0-607D-5005-A54E-BCBCECF5CB8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646380" y="1326080"/>
                  <a:ext cx="16164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38FC51B4-3930-BF01-B5C4-C347E3C7336D}"/>
                    </a:ext>
                  </a:extLst>
                </p14:cNvPr>
                <p14:cNvContentPartPr/>
                <p14:nvPr/>
              </p14:nvContentPartPr>
              <p14:xfrm>
                <a:off x="6266300" y="1148240"/>
                <a:ext cx="159480" cy="1040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38FC51B4-3930-BF01-B5C4-C347E3C7336D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248660" y="1130600"/>
                  <a:ext cx="19512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5758832-B497-BC21-AD35-1289FE1DD630}"/>
                    </a:ext>
                  </a:extLst>
                </p14:cNvPr>
                <p14:cNvContentPartPr/>
                <p14:nvPr/>
              </p14:nvContentPartPr>
              <p14:xfrm>
                <a:off x="6371060" y="1220960"/>
                <a:ext cx="19080" cy="1785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5758832-B497-BC21-AD35-1289FE1DD63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353420" y="1203320"/>
                  <a:ext cx="5472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4F6C8A09-301A-9D6A-E3D3-554B16A5CA67}"/>
                    </a:ext>
                  </a:extLst>
                </p14:cNvPr>
                <p14:cNvContentPartPr/>
                <p14:nvPr/>
              </p14:nvContentPartPr>
              <p14:xfrm>
                <a:off x="4982540" y="1815320"/>
                <a:ext cx="127080" cy="1706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4F6C8A09-301A-9D6A-E3D3-554B16A5CA6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964540" y="1797680"/>
                  <a:ext cx="16272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BC6CBDB-D7CF-282A-02BC-2110967CF829}"/>
                    </a:ext>
                  </a:extLst>
                </p14:cNvPr>
                <p14:cNvContentPartPr/>
                <p14:nvPr/>
              </p14:nvContentPartPr>
              <p14:xfrm>
                <a:off x="5411300" y="1785080"/>
                <a:ext cx="137520" cy="1612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BC6CBDB-D7CF-282A-02BC-2110967CF829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393660" y="1767440"/>
                  <a:ext cx="17316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AAC4573-6602-B5DB-5737-D9E4583EA94C}"/>
                    </a:ext>
                  </a:extLst>
                </p14:cNvPr>
                <p14:cNvContentPartPr/>
                <p14:nvPr/>
              </p14:nvContentPartPr>
              <p14:xfrm>
                <a:off x="5004860" y="2200880"/>
                <a:ext cx="164160" cy="1465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AAC4573-6602-B5DB-5737-D9E4583EA94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986860" y="2182880"/>
                  <a:ext cx="19980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FBF4F7A-FECC-BA32-5C3F-A2C445467574}"/>
                    </a:ext>
                  </a:extLst>
                </p14:cNvPr>
                <p14:cNvContentPartPr/>
                <p14:nvPr/>
              </p14:nvContentPartPr>
              <p14:xfrm>
                <a:off x="5486540" y="2171360"/>
                <a:ext cx="49680" cy="1526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FBF4F7A-FECC-BA32-5C3F-A2C445467574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468900" y="2153720"/>
                  <a:ext cx="8532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C4063F8-100E-1A6E-D510-D40CCECAA6F0}"/>
                    </a:ext>
                  </a:extLst>
                </p14:cNvPr>
                <p14:cNvContentPartPr/>
                <p14:nvPr/>
              </p14:nvContentPartPr>
              <p14:xfrm>
                <a:off x="5116460" y="2603000"/>
                <a:ext cx="20880" cy="119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C4063F8-100E-1A6E-D510-D40CCECAA6F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098460" y="2585360"/>
                  <a:ext cx="5652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290A64C-3FFC-E9C4-CA51-238FFCA0E616}"/>
                    </a:ext>
                  </a:extLst>
                </p14:cNvPr>
                <p14:cNvContentPartPr/>
                <p14:nvPr/>
              </p14:nvContentPartPr>
              <p14:xfrm>
                <a:off x="5443700" y="2514800"/>
                <a:ext cx="117720" cy="1947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290A64C-3FFC-E9C4-CA51-238FFCA0E61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425700" y="2496800"/>
                  <a:ext cx="15336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1D36A55D-3525-F00B-E0FE-99FD5749C325}"/>
                    </a:ext>
                  </a:extLst>
                </p14:cNvPr>
                <p14:cNvContentPartPr/>
                <p14:nvPr/>
              </p14:nvContentPartPr>
              <p14:xfrm>
                <a:off x="5123660" y="2990720"/>
                <a:ext cx="22680" cy="1580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1D36A55D-3525-F00B-E0FE-99FD5749C32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106020" y="2973080"/>
                  <a:ext cx="5832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F2BD375-C8F6-BA09-0C8F-BC57333AC7A3}"/>
                    </a:ext>
                  </a:extLst>
                </p14:cNvPr>
                <p14:cNvContentPartPr/>
                <p14:nvPr/>
              </p14:nvContentPartPr>
              <p14:xfrm>
                <a:off x="5476460" y="2943920"/>
                <a:ext cx="18360" cy="1504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F2BD375-C8F6-BA09-0C8F-BC57333AC7A3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458460" y="2926280"/>
                  <a:ext cx="5400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75380686-ED42-FD3F-FDA2-DE916F7EE209}"/>
                    </a:ext>
                  </a:extLst>
                </p14:cNvPr>
                <p14:cNvContentPartPr/>
                <p14:nvPr/>
              </p14:nvContentPartPr>
              <p14:xfrm>
                <a:off x="6246500" y="1712720"/>
                <a:ext cx="141120" cy="1490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75380686-ED42-FD3F-FDA2-DE916F7EE20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228500" y="1695080"/>
                  <a:ext cx="17676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90E64D6-8438-11F8-EFE5-843FCFC51B25}"/>
                    </a:ext>
                  </a:extLst>
                </p14:cNvPr>
                <p14:cNvContentPartPr/>
                <p14:nvPr/>
              </p14:nvContentPartPr>
              <p14:xfrm>
                <a:off x="6299060" y="2044280"/>
                <a:ext cx="105840" cy="1609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90E64D6-8438-11F8-EFE5-843FCFC51B2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281060" y="2026640"/>
                  <a:ext cx="14148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F479E5D-D331-8A2D-C4AA-A083F0763474}"/>
                    </a:ext>
                  </a:extLst>
                </p14:cNvPr>
                <p14:cNvContentPartPr/>
                <p14:nvPr/>
              </p14:nvContentPartPr>
              <p14:xfrm>
                <a:off x="6302660" y="2452520"/>
                <a:ext cx="113040" cy="1515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F479E5D-D331-8A2D-C4AA-A083F0763474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284660" y="2434880"/>
                  <a:ext cx="14868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38FC8B0-91E2-D783-6902-182E63413120}"/>
                    </a:ext>
                  </a:extLst>
                </p14:cNvPr>
                <p14:cNvContentPartPr/>
                <p14:nvPr/>
              </p14:nvContentPartPr>
              <p14:xfrm>
                <a:off x="6384020" y="2852120"/>
                <a:ext cx="29880" cy="2559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38FC8B0-91E2-D783-6902-182E63413120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366020" y="2834120"/>
                  <a:ext cx="65520" cy="29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14157C1-F9E2-C841-55B5-93E3598D3737}"/>
              </a:ext>
            </a:extLst>
          </p:cNvPr>
          <p:cNvGrpSpPr/>
          <p:nvPr/>
        </p:nvGrpSpPr>
        <p:grpSpPr>
          <a:xfrm>
            <a:off x="7481300" y="356960"/>
            <a:ext cx="2198160" cy="1894320"/>
            <a:chOff x="7481300" y="356960"/>
            <a:chExt cx="2198160" cy="189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CC85616E-EF0B-6587-93E3-499D398960E5}"/>
                    </a:ext>
                  </a:extLst>
                </p14:cNvPr>
                <p14:cNvContentPartPr/>
                <p14:nvPr/>
              </p14:nvContentPartPr>
              <p14:xfrm>
                <a:off x="7543940" y="486200"/>
                <a:ext cx="151560" cy="15919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CC85616E-EF0B-6587-93E3-499D398960E5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526300" y="468200"/>
                  <a:ext cx="187200" cy="162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1764036-1816-CD55-C669-E0CD9E2F8C2E}"/>
                    </a:ext>
                  </a:extLst>
                </p14:cNvPr>
                <p14:cNvContentPartPr/>
                <p14:nvPr/>
              </p14:nvContentPartPr>
              <p14:xfrm>
                <a:off x="7481300" y="2065520"/>
                <a:ext cx="2184480" cy="828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1764036-1816-CD55-C669-E0CD9E2F8C2E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463660" y="2047880"/>
                  <a:ext cx="222012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5D8D978-A74A-088D-4EC8-27811EF6C607}"/>
                    </a:ext>
                  </a:extLst>
                </p14:cNvPr>
                <p14:cNvContentPartPr/>
                <p14:nvPr/>
              </p14:nvContentPartPr>
              <p14:xfrm>
                <a:off x="9524300" y="2036000"/>
                <a:ext cx="155160" cy="2152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5D8D978-A74A-088D-4EC8-27811EF6C60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506660" y="2018360"/>
                  <a:ext cx="19080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AF334B9-5D74-EE60-1EDE-749422934696}"/>
                    </a:ext>
                  </a:extLst>
                </p14:cNvPr>
                <p14:cNvContentPartPr/>
                <p14:nvPr/>
              </p14:nvContentPartPr>
              <p14:xfrm>
                <a:off x="7551140" y="356960"/>
                <a:ext cx="230760" cy="1843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AF334B9-5D74-EE60-1EDE-749422934696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533140" y="338960"/>
                  <a:ext cx="266400" cy="21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61E4AF8-C753-488F-18D9-9455CDF401C4}"/>
              </a:ext>
            </a:extLst>
          </p:cNvPr>
          <p:cNvGrpSpPr/>
          <p:nvPr/>
        </p:nvGrpSpPr>
        <p:grpSpPr>
          <a:xfrm>
            <a:off x="9276980" y="2278280"/>
            <a:ext cx="367200" cy="335880"/>
            <a:chOff x="9276980" y="2278280"/>
            <a:chExt cx="367200" cy="335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459CA12-1307-8E9A-D193-9BA868FD68BC}"/>
                    </a:ext>
                  </a:extLst>
                </p14:cNvPr>
                <p14:cNvContentPartPr/>
                <p14:nvPr/>
              </p14:nvContentPartPr>
              <p14:xfrm>
                <a:off x="9276980" y="2278280"/>
                <a:ext cx="231480" cy="2880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459CA12-1307-8E9A-D193-9BA868FD68BC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258980" y="2260280"/>
                  <a:ext cx="26712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753D114D-A3AF-668A-734B-B5AE5BB8A091}"/>
                    </a:ext>
                  </a:extLst>
                </p14:cNvPr>
                <p14:cNvContentPartPr/>
                <p14:nvPr/>
              </p14:nvContentPartPr>
              <p14:xfrm>
                <a:off x="9310820" y="2321840"/>
                <a:ext cx="174600" cy="2509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753D114D-A3AF-668A-734B-B5AE5BB8A091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292820" y="2303840"/>
                  <a:ext cx="21024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6DE88B6-7D5C-92D3-B468-5BEF3AFB2112}"/>
                    </a:ext>
                  </a:extLst>
                </p14:cNvPr>
                <p14:cNvContentPartPr/>
                <p14:nvPr/>
              </p14:nvContentPartPr>
              <p14:xfrm>
                <a:off x="9622580" y="2455040"/>
                <a:ext cx="21600" cy="1591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6DE88B6-7D5C-92D3-B468-5BEF3AFB2112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604580" y="2437040"/>
                  <a:ext cx="57240" cy="194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B72888F-0FB5-0563-8411-8D6D4816BDB8}"/>
              </a:ext>
            </a:extLst>
          </p:cNvPr>
          <p:cNvGrpSpPr/>
          <p:nvPr/>
        </p:nvGrpSpPr>
        <p:grpSpPr>
          <a:xfrm>
            <a:off x="7125260" y="525440"/>
            <a:ext cx="418320" cy="355320"/>
            <a:chOff x="7125260" y="525440"/>
            <a:chExt cx="418320" cy="355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27639FD-CE8D-A300-D095-E46992492800}"/>
                    </a:ext>
                  </a:extLst>
                </p14:cNvPr>
                <p14:cNvContentPartPr/>
                <p14:nvPr/>
              </p14:nvContentPartPr>
              <p14:xfrm>
                <a:off x="7125260" y="525440"/>
                <a:ext cx="129960" cy="1670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27639FD-CE8D-A300-D095-E4699249280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107260" y="507800"/>
                  <a:ext cx="16560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4DD67B43-F14F-232C-B0F8-F58F3B03C56F}"/>
                    </a:ext>
                  </a:extLst>
                </p14:cNvPr>
                <p14:cNvContentPartPr/>
                <p14:nvPr/>
              </p14:nvContentPartPr>
              <p14:xfrm>
                <a:off x="7243700" y="642440"/>
                <a:ext cx="15840" cy="2383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4DD67B43-F14F-232C-B0F8-F58F3B03C56F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225700" y="624440"/>
                  <a:ext cx="5148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FBDB8D1-A5D0-B99A-A854-C679D1DF993C}"/>
                    </a:ext>
                  </a:extLst>
                </p14:cNvPr>
                <p14:cNvContentPartPr/>
                <p14:nvPr/>
              </p14:nvContentPartPr>
              <p14:xfrm>
                <a:off x="7150820" y="602480"/>
                <a:ext cx="236160" cy="1990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FBDB8D1-A5D0-B99A-A854-C679D1DF993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7132820" y="584840"/>
                  <a:ext cx="27180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DCF5431-59E8-A2A6-D8A1-C4F10B7C390A}"/>
                    </a:ext>
                  </a:extLst>
                </p14:cNvPr>
                <p14:cNvContentPartPr/>
                <p14:nvPr/>
              </p14:nvContentPartPr>
              <p14:xfrm>
                <a:off x="7393460" y="643160"/>
                <a:ext cx="150120" cy="74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DCF5431-59E8-A2A6-D8A1-C4F10B7C39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375460" y="625160"/>
                  <a:ext cx="185760" cy="109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7367875E-7E62-D246-FBFA-3D0316F8AE39}"/>
                  </a:ext>
                </a:extLst>
              </p14:cNvPr>
              <p14:cNvContentPartPr/>
              <p14:nvPr/>
            </p14:nvContentPartPr>
            <p14:xfrm>
              <a:off x="7528100" y="2062280"/>
              <a:ext cx="129600" cy="896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7367875E-7E62-D246-FBFA-3D0316F8AE39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7510460" y="2044280"/>
                <a:ext cx="165240" cy="12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F9FEE290-5695-006D-41A1-C251061DFB4B}"/>
                  </a:ext>
                </a:extLst>
              </p14:cNvPr>
              <p14:cNvContentPartPr/>
              <p14:nvPr/>
            </p14:nvContentPartPr>
            <p14:xfrm>
              <a:off x="8701340" y="2035640"/>
              <a:ext cx="49680" cy="8244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F9FEE290-5695-006D-41A1-C251061DFB4B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8683700" y="2018000"/>
                <a:ext cx="85320" cy="118080"/>
              </a:xfrm>
              <a:prstGeom prst="rect">
                <a:avLst/>
              </a:prstGeom>
            </p:spPr>
          </p:pic>
        </mc:Fallback>
      </mc:AlternateContent>
      <p:grpSp>
        <p:nvGrpSpPr>
          <p:cNvPr id="67" name="Group 66">
            <a:extLst>
              <a:ext uri="{FF2B5EF4-FFF2-40B4-BE49-F238E27FC236}">
                <a16:creationId xmlns:a16="http://schemas.microsoft.com/office/drawing/2014/main" id="{4117ED42-FC9F-4FFE-2CF6-FA076E4691B2}"/>
              </a:ext>
            </a:extLst>
          </p:cNvPr>
          <p:cNvGrpSpPr/>
          <p:nvPr/>
        </p:nvGrpSpPr>
        <p:grpSpPr>
          <a:xfrm>
            <a:off x="8627180" y="976520"/>
            <a:ext cx="79920" cy="104760"/>
            <a:chOff x="8627180" y="976520"/>
            <a:chExt cx="79920" cy="10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D5154038-2AEF-6FF5-6573-1B81F5C23C18}"/>
                    </a:ext>
                  </a:extLst>
                </p14:cNvPr>
                <p14:cNvContentPartPr/>
                <p14:nvPr/>
              </p14:nvContentPartPr>
              <p14:xfrm>
                <a:off x="8627180" y="976520"/>
                <a:ext cx="78480" cy="1047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D5154038-2AEF-6FF5-6573-1B81F5C23C1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609540" y="958880"/>
                  <a:ext cx="11412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9EE1E6B0-8F84-5D77-712E-411A5FC989AE}"/>
                    </a:ext>
                  </a:extLst>
                </p14:cNvPr>
                <p14:cNvContentPartPr/>
                <p14:nvPr/>
              </p14:nvContentPartPr>
              <p14:xfrm>
                <a:off x="8701340" y="1013240"/>
                <a:ext cx="5760" cy="90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9EE1E6B0-8F84-5D77-712E-411A5FC989AE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683700" y="995240"/>
                  <a:ext cx="41400" cy="4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A1097589-C1B1-B2A7-1B59-0A309B3B1223}"/>
              </a:ext>
            </a:extLst>
          </p:cNvPr>
          <p:cNvGrpSpPr/>
          <p:nvPr/>
        </p:nvGrpSpPr>
        <p:grpSpPr>
          <a:xfrm>
            <a:off x="7429100" y="2309600"/>
            <a:ext cx="586440" cy="399960"/>
            <a:chOff x="7429100" y="2309600"/>
            <a:chExt cx="586440" cy="39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A99C7088-960C-FE22-08B7-842695023003}"/>
                    </a:ext>
                  </a:extLst>
                </p14:cNvPr>
                <p14:cNvContentPartPr/>
                <p14:nvPr/>
              </p14:nvContentPartPr>
              <p14:xfrm>
                <a:off x="7429100" y="2309600"/>
                <a:ext cx="111240" cy="3762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A99C7088-960C-FE22-08B7-842695023003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411100" y="2291960"/>
                  <a:ext cx="146880" cy="41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FC49A2EB-0721-8142-B00A-754062B5208B}"/>
                    </a:ext>
                  </a:extLst>
                </p14:cNvPr>
                <p14:cNvContentPartPr/>
                <p14:nvPr/>
              </p14:nvContentPartPr>
              <p14:xfrm>
                <a:off x="7617740" y="2432720"/>
                <a:ext cx="80280" cy="1713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C49A2EB-0721-8142-B00A-754062B5208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600100" y="2414720"/>
                  <a:ext cx="11592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72AB82DF-155F-709C-F1F5-F506CE2C4755}"/>
                    </a:ext>
                  </a:extLst>
                </p14:cNvPr>
                <p14:cNvContentPartPr/>
                <p14:nvPr/>
              </p14:nvContentPartPr>
              <p14:xfrm>
                <a:off x="7762820" y="2583200"/>
                <a:ext cx="15480" cy="1263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72AB82DF-155F-709C-F1F5-F506CE2C4755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745180" y="2565200"/>
                  <a:ext cx="5112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E08BF1B4-1673-2B06-345C-8A3583C5957B}"/>
                    </a:ext>
                  </a:extLst>
                </p14:cNvPr>
                <p14:cNvContentPartPr/>
                <p14:nvPr/>
              </p14:nvContentPartPr>
              <p14:xfrm>
                <a:off x="7876580" y="2450000"/>
                <a:ext cx="70920" cy="1620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E08BF1B4-1673-2B06-345C-8A3583C5957B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858940" y="2432000"/>
                  <a:ext cx="10656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F64259B1-6BD4-6577-8FB7-5D4566D59E6D}"/>
                    </a:ext>
                  </a:extLst>
                </p14:cNvPr>
                <p14:cNvContentPartPr/>
                <p14:nvPr/>
              </p14:nvContentPartPr>
              <p14:xfrm>
                <a:off x="7974500" y="2404640"/>
                <a:ext cx="41040" cy="2023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F64259B1-6BD4-6577-8FB7-5D4566D59E6D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956500" y="2387000"/>
                  <a:ext cx="76680" cy="23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50A7C489-9619-DBEF-1321-B7A04F4D33F1}"/>
              </a:ext>
            </a:extLst>
          </p:cNvPr>
          <p:cNvGrpSpPr/>
          <p:nvPr/>
        </p:nvGrpSpPr>
        <p:grpSpPr>
          <a:xfrm>
            <a:off x="8528900" y="2282600"/>
            <a:ext cx="505080" cy="318960"/>
            <a:chOff x="8528900" y="2282600"/>
            <a:chExt cx="505080" cy="31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6F1EA681-6C7F-38F3-F0C4-B51CDF712D23}"/>
                    </a:ext>
                  </a:extLst>
                </p14:cNvPr>
                <p14:cNvContentPartPr/>
                <p14:nvPr/>
              </p14:nvContentPartPr>
              <p14:xfrm>
                <a:off x="8528900" y="2282600"/>
                <a:ext cx="69120" cy="3142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6F1EA681-6C7F-38F3-F0C4-B51CDF712D23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510900" y="2264960"/>
                  <a:ext cx="104760" cy="34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B6558617-97AE-D39F-DC71-8F8EA8D54C5F}"/>
                    </a:ext>
                  </a:extLst>
                </p14:cNvPr>
                <p14:cNvContentPartPr/>
                <p14:nvPr/>
              </p14:nvContentPartPr>
              <p14:xfrm>
                <a:off x="8684420" y="2384120"/>
                <a:ext cx="16920" cy="1386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B6558617-97AE-D39F-DC71-8F8EA8D54C5F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8666420" y="2366480"/>
                  <a:ext cx="5256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B2CE06F-BCC9-5AF2-C886-12B6C12E1C4B}"/>
                    </a:ext>
                  </a:extLst>
                </p14:cNvPr>
                <p14:cNvContentPartPr/>
                <p14:nvPr/>
              </p14:nvContentPartPr>
              <p14:xfrm>
                <a:off x="8768660" y="2469440"/>
                <a:ext cx="29160" cy="1044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B2CE06F-BCC9-5AF2-C886-12B6C12E1C4B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751020" y="2451800"/>
                  <a:ext cx="648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D4031F9D-D919-49F3-F05C-7B5C2F2D9FE1}"/>
                    </a:ext>
                  </a:extLst>
                </p14:cNvPr>
                <p14:cNvContentPartPr/>
                <p14:nvPr/>
              </p14:nvContentPartPr>
              <p14:xfrm>
                <a:off x="8868020" y="2423000"/>
                <a:ext cx="68400" cy="1555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D4031F9D-D919-49F3-F05C-7B5C2F2D9FE1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850020" y="2405000"/>
                  <a:ext cx="10404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C597A2A7-0288-1A0D-6480-C4AD2BD72AE3}"/>
                    </a:ext>
                  </a:extLst>
                </p14:cNvPr>
                <p14:cNvContentPartPr/>
                <p14:nvPr/>
              </p14:nvContentPartPr>
              <p14:xfrm>
                <a:off x="8992220" y="2371160"/>
                <a:ext cx="41760" cy="2304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C597A2A7-0288-1A0D-6480-C4AD2BD72AE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974580" y="2353160"/>
                  <a:ext cx="77400" cy="26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38788730-34E9-1039-BB8F-A362328926DF}"/>
              </a:ext>
            </a:extLst>
          </p:cNvPr>
          <p:cNvGrpSpPr/>
          <p:nvPr/>
        </p:nvGrpSpPr>
        <p:grpSpPr>
          <a:xfrm>
            <a:off x="8712140" y="527600"/>
            <a:ext cx="561960" cy="334080"/>
            <a:chOff x="8712140" y="527600"/>
            <a:chExt cx="561960" cy="33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E461103B-030F-4698-01B5-EB2B91A7D249}"/>
                    </a:ext>
                  </a:extLst>
                </p14:cNvPr>
                <p14:cNvContentPartPr/>
                <p14:nvPr/>
              </p14:nvContentPartPr>
              <p14:xfrm>
                <a:off x="8712140" y="582680"/>
                <a:ext cx="88560" cy="2790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E461103B-030F-4698-01B5-EB2B91A7D249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8694500" y="565040"/>
                  <a:ext cx="12420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2134D592-1EAC-D944-5B38-534857D7FDE0}"/>
                    </a:ext>
                  </a:extLst>
                </p14:cNvPr>
                <p14:cNvContentPartPr/>
                <p14:nvPr/>
              </p14:nvContentPartPr>
              <p14:xfrm>
                <a:off x="8882420" y="631640"/>
                <a:ext cx="20880" cy="1335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2134D592-1EAC-D944-5B38-534857D7FDE0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8864420" y="613640"/>
                  <a:ext cx="565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8416A861-E260-3D35-035F-8ADDD803358D}"/>
                    </a:ext>
                  </a:extLst>
                </p14:cNvPr>
                <p14:cNvContentPartPr/>
                <p14:nvPr/>
              </p14:nvContentPartPr>
              <p14:xfrm>
                <a:off x="9010220" y="724880"/>
                <a:ext cx="12240" cy="648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8416A861-E260-3D35-035F-8ADDD803358D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992580" y="707240"/>
                  <a:ext cx="4788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3D0C063-7EA3-4B95-2A99-2912E9E75755}"/>
                    </a:ext>
                  </a:extLst>
                </p14:cNvPr>
                <p14:cNvContentPartPr/>
                <p14:nvPr/>
              </p14:nvContentPartPr>
              <p14:xfrm>
                <a:off x="9128300" y="611840"/>
                <a:ext cx="18720" cy="777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3D0C063-7EA3-4B95-2A99-2912E9E7575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9110300" y="594200"/>
                  <a:ext cx="5436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AE4BD897-40D8-565A-D65F-A72F73B9189B}"/>
                    </a:ext>
                  </a:extLst>
                </p14:cNvPr>
                <p14:cNvContentPartPr/>
                <p14:nvPr/>
              </p14:nvContentPartPr>
              <p14:xfrm>
                <a:off x="9207860" y="527600"/>
                <a:ext cx="66240" cy="1519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AE4BD897-40D8-565A-D65F-A72F73B9189B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9189860" y="509600"/>
                  <a:ext cx="101880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197A4ACC-90C8-D5F5-90BD-C5CA8E20884D}"/>
              </a:ext>
            </a:extLst>
          </p:cNvPr>
          <p:cNvGrpSpPr/>
          <p:nvPr/>
        </p:nvGrpSpPr>
        <p:grpSpPr>
          <a:xfrm>
            <a:off x="7017980" y="967520"/>
            <a:ext cx="613800" cy="359280"/>
            <a:chOff x="7017980" y="967520"/>
            <a:chExt cx="613800" cy="35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74215012-3E3C-9994-9139-1D6E90CBE687}"/>
                    </a:ext>
                  </a:extLst>
                </p14:cNvPr>
                <p14:cNvContentPartPr/>
                <p14:nvPr/>
              </p14:nvContentPartPr>
              <p14:xfrm>
                <a:off x="7592180" y="1001720"/>
                <a:ext cx="39600" cy="889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74215012-3E3C-9994-9139-1D6E90CBE687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574540" y="983720"/>
                  <a:ext cx="7524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5EA9AC4B-44FF-170E-E087-DC597A3DF9CE}"/>
                    </a:ext>
                  </a:extLst>
                </p14:cNvPr>
                <p14:cNvContentPartPr/>
                <p14:nvPr/>
              </p14:nvContentPartPr>
              <p14:xfrm>
                <a:off x="7531700" y="967520"/>
                <a:ext cx="84240" cy="770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5EA9AC4B-44FF-170E-E087-DC597A3DF9CE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514060" y="949520"/>
                  <a:ext cx="11988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62A829AB-D845-D9E3-D9EF-27A610E279B3}"/>
                    </a:ext>
                  </a:extLst>
                </p14:cNvPr>
                <p14:cNvContentPartPr/>
                <p14:nvPr/>
              </p14:nvContentPartPr>
              <p14:xfrm>
                <a:off x="7017980" y="1007120"/>
                <a:ext cx="101880" cy="3196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62A829AB-D845-D9E3-D9EF-27A610E279B3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000340" y="989480"/>
                  <a:ext cx="137520" cy="35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DB03664D-952E-70F0-6A77-108A49CE44FD}"/>
                    </a:ext>
                  </a:extLst>
                </p14:cNvPr>
                <p14:cNvContentPartPr/>
                <p14:nvPr/>
              </p14:nvContentPartPr>
              <p14:xfrm>
                <a:off x="7182140" y="1054640"/>
                <a:ext cx="76680" cy="1749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DB03664D-952E-70F0-6A77-108A49CE44FD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164140" y="1036640"/>
                  <a:ext cx="11232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BFD1A23A-9FB1-DAF8-670F-8A0F74AE5047}"/>
                    </a:ext>
                  </a:extLst>
                </p14:cNvPr>
                <p14:cNvContentPartPr/>
                <p14:nvPr/>
              </p14:nvContentPartPr>
              <p14:xfrm>
                <a:off x="7331180" y="1172360"/>
                <a:ext cx="11520" cy="1098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BFD1A23A-9FB1-DAF8-670F-8A0F74AE5047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313180" y="1154720"/>
                  <a:ext cx="471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E2C32D6E-C530-FA54-91C2-76714F8A8B61}"/>
                    </a:ext>
                  </a:extLst>
                </p14:cNvPr>
                <p14:cNvContentPartPr/>
                <p14:nvPr/>
              </p14:nvContentPartPr>
              <p14:xfrm>
                <a:off x="7395980" y="1065440"/>
                <a:ext cx="15840" cy="1245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E2C32D6E-C530-FA54-91C2-76714F8A8B61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377980" y="1047440"/>
                  <a:ext cx="514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4B003FBD-DF02-D618-C0C3-0FE819C57B53}"/>
                    </a:ext>
                  </a:extLst>
                </p14:cNvPr>
                <p14:cNvContentPartPr/>
                <p14:nvPr/>
              </p14:nvContentPartPr>
              <p14:xfrm>
                <a:off x="7380500" y="998120"/>
                <a:ext cx="120240" cy="3254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4B003FBD-DF02-D618-C0C3-0FE819C57B53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362860" y="980120"/>
                  <a:ext cx="155880" cy="361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8B9C2C40-35C5-D4A5-F2A0-D998C6D8AEDA}"/>
                  </a:ext>
                </a:extLst>
              </p14:cNvPr>
              <p14:cNvContentPartPr/>
              <p14:nvPr/>
            </p14:nvContentPartPr>
            <p14:xfrm>
              <a:off x="7439540" y="847280"/>
              <a:ext cx="344520" cy="37044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8B9C2C40-35C5-D4A5-F2A0-D998C6D8AEDA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7421900" y="829640"/>
                <a:ext cx="380160" cy="40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2A37B1D2-3859-9963-C926-A72F8FC46490}"/>
                  </a:ext>
                </a:extLst>
              </p14:cNvPr>
              <p14:cNvContentPartPr/>
              <p14:nvPr/>
            </p14:nvContentPartPr>
            <p14:xfrm>
              <a:off x="7475180" y="1904600"/>
              <a:ext cx="275400" cy="38988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2A37B1D2-3859-9963-C926-A72F8FC4649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7457180" y="1886960"/>
                <a:ext cx="311040" cy="425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0F9CEDF9-DEB4-9132-2874-9126CCF31D6C}"/>
                  </a:ext>
                </a:extLst>
              </p14:cNvPr>
              <p14:cNvContentPartPr/>
              <p14:nvPr/>
            </p14:nvContentPartPr>
            <p14:xfrm>
              <a:off x="8569580" y="1884080"/>
              <a:ext cx="343440" cy="4096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0F9CEDF9-DEB4-9132-2874-9126CCF31D6C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8551940" y="1866440"/>
                <a:ext cx="379080" cy="445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BF744629-EAF1-4CB3-74F4-EA635150F79F}"/>
                  </a:ext>
                </a:extLst>
              </p14:cNvPr>
              <p14:cNvContentPartPr/>
              <p14:nvPr/>
            </p14:nvContentPartPr>
            <p14:xfrm>
              <a:off x="7442420" y="819560"/>
              <a:ext cx="326880" cy="37332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BF744629-EAF1-4CB3-74F4-EA635150F79F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7424420" y="801920"/>
                <a:ext cx="36252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BE4DAD7-3527-9320-92C5-F0BC9FD43407}"/>
                  </a:ext>
                </a:extLst>
              </p14:cNvPr>
              <p14:cNvContentPartPr/>
              <p14:nvPr/>
            </p14:nvContentPartPr>
            <p14:xfrm>
              <a:off x="7468700" y="1940240"/>
              <a:ext cx="245520" cy="30420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BE4DAD7-3527-9320-92C5-F0BC9FD43407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7451060" y="1922240"/>
                <a:ext cx="281160" cy="339840"/>
              </a:xfrm>
              <a:prstGeom prst="rect">
                <a:avLst/>
              </a:prstGeom>
            </p:spPr>
          </p:pic>
        </mc:Fallback>
      </mc:AlternateContent>
      <p:grpSp>
        <p:nvGrpSpPr>
          <p:cNvPr id="104" name="Group 103">
            <a:extLst>
              <a:ext uri="{FF2B5EF4-FFF2-40B4-BE49-F238E27FC236}">
                <a16:creationId xmlns:a16="http://schemas.microsoft.com/office/drawing/2014/main" id="{5735E5AB-482D-51D0-6D98-3A5E0A9890BC}"/>
              </a:ext>
            </a:extLst>
          </p:cNvPr>
          <p:cNvGrpSpPr/>
          <p:nvPr/>
        </p:nvGrpSpPr>
        <p:grpSpPr>
          <a:xfrm>
            <a:off x="8583980" y="1930160"/>
            <a:ext cx="264960" cy="289440"/>
            <a:chOff x="8583980" y="1930160"/>
            <a:chExt cx="26496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65269186-B88D-2F9A-2DDF-A9BD2709E0CF}"/>
                    </a:ext>
                  </a:extLst>
                </p14:cNvPr>
                <p14:cNvContentPartPr/>
                <p14:nvPr/>
              </p14:nvContentPartPr>
              <p14:xfrm>
                <a:off x="8583980" y="1930160"/>
                <a:ext cx="264960" cy="2894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65269186-B88D-2F9A-2DDF-A9BD2709E0C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8566340" y="1912520"/>
                  <a:ext cx="30060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71BF7C51-C396-5DB8-5CB7-25472BA0DCA3}"/>
                    </a:ext>
                  </a:extLst>
                </p14:cNvPr>
                <p14:cNvContentPartPr/>
                <p14:nvPr/>
              </p14:nvContentPartPr>
              <p14:xfrm>
                <a:off x="8706020" y="2028440"/>
                <a:ext cx="22320" cy="158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71BF7C51-C396-5DB8-5CB7-25472BA0DCA3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688020" y="2010800"/>
                  <a:ext cx="57960" cy="5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D30DA24F-BD81-5FA5-EFEF-EACEF6A2E85F}"/>
              </a:ext>
            </a:extLst>
          </p:cNvPr>
          <p:cNvGrpSpPr/>
          <p:nvPr/>
        </p:nvGrpSpPr>
        <p:grpSpPr>
          <a:xfrm>
            <a:off x="8496860" y="812360"/>
            <a:ext cx="427680" cy="470520"/>
            <a:chOff x="8496860" y="812360"/>
            <a:chExt cx="427680" cy="470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B2379172-3FAD-AAC0-419A-59DCA1F7851D}"/>
                    </a:ext>
                  </a:extLst>
                </p14:cNvPr>
                <p14:cNvContentPartPr/>
                <p14:nvPr/>
              </p14:nvContentPartPr>
              <p14:xfrm>
                <a:off x="8496860" y="812360"/>
                <a:ext cx="39240" cy="4705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B2379172-3FAD-AAC0-419A-59DCA1F7851D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479220" y="794720"/>
                  <a:ext cx="74880" cy="50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D96A409E-3635-72CE-B5A0-1BDAD6242DA5}"/>
                    </a:ext>
                  </a:extLst>
                </p14:cNvPr>
                <p14:cNvContentPartPr/>
                <p14:nvPr/>
              </p14:nvContentPartPr>
              <p14:xfrm>
                <a:off x="8496860" y="867440"/>
                <a:ext cx="411480" cy="522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D96A409E-3635-72CE-B5A0-1BDAD6242DA5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478860" y="849800"/>
                  <a:ext cx="44712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299AB5BA-DE26-7E87-7F47-58FA7FEADDA5}"/>
                    </a:ext>
                  </a:extLst>
                </p14:cNvPr>
                <p14:cNvContentPartPr/>
                <p14:nvPr/>
              </p14:nvContentPartPr>
              <p14:xfrm>
                <a:off x="8875940" y="891560"/>
                <a:ext cx="48600" cy="3837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299AB5BA-DE26-7E87-7F47-58FA7FEADDA5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857940" y="873920"/>
                  <a:ext cx="84240" cy="41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5F562A6E-B8AE-5BE0-1B45-6F41DACB199B}"/>
                    </a:ext>
                  </a:extLst>
                </p14:cNvPr>
                <p14:cNvContentPartPr/>
                <p14:nvPr/>
              </p14:nvContentPartPr>
              <p14:xfrm>
                <a:off x="8564900" y="1217000"/>
                <a:ext cx="321120" cy="450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5F562A6E-B8AE-5BE0-1B45-6F41DACB199B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547260" y="1199360"/>
                  <a:ext cx="35676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CFDFEEE3-CE2C-8D42-ED8A-15AE9D725B61}"/>
                    </a:ext>
                  </a:extLst>
                </p14:cNvPr>
                <p14:cNvContentPartPr/>
                <p14:nvPr/>
              </p14:nvContentPartPr>
              <p14:xfrm>
                <a:off x="8506940" y="884360"/>
                <a:ext cx="391320" cy="3607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CFDFEEE3-CE2C-8D42-ED8A-15AE9D725B61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8488940" y="866360"/>
                  <a:ext cx="426960" cy="39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16F22B95-B117-2B48-DFC2-E5D02D045805}"/>
              </a:ext>
            </a:extLst>
          </p:cNvPr>
          <p:cNvGrpSpPr/>
          <p:nvPr/>
        </p:nvGrpSpPr>
        <p:grpSpPr>
          <a:xfrm>
            <a:off x="7275380" y="188840"/>
            <a:ext cx="482400" cy="565200"/>
            <a:chOff x="7275380" y="188840"/>
            <a:chExt cx="482400" cy="56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8A734884-0B82-8E4D-AA86-7968DF36EA08}"/>
                    </a:ext>
                  </a:extLst>
                </p14:cNvPr>
                <p14:cNvContentPartPr/>
                <p14:nvPr/>
              </p14:nvContentPartPr>
              <p14:xfrm>
                <a:off x="7406420" y="279920"/>
                <a:ext cx="9000" cy="54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8A734884-0B82-8E4D-AA86-7968DF36EA08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388420" y="262280"/>
                  <a:ext cx="4464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897B705F-5CA7-82A6-CF44-8C5DEFFEDC50}"/>
                    </a:ext>
                  </a:extLst>
                </p14:cNvPr>
                <p14:cNvContentPartPr/>
                <p14:nvPr/>
              </p14:nvContentPartPr>
              <p14:xfrm>
                <a:off x="7275380" y="188840"/>
                <a:ext cx="240480" cy="2746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897B705F-5CA7-82A6-CF44-8C5DEFFEDC50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257380" y="171200"/>
                  <a:ext cx="27612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C59E5DB9-ECEC-67F6-42F0-C1FDC7B865DF}"/>
                    </a:ext>
                  </a:extLst>
                </p14:cNvPr>
                <p14:cNvContentPartPr/>
                <p14:nvPr/>
              </p14:nvContentPartPr>
              <p14:xfrm>
                <a:off x="7668500" y="593480"/>
                <a:ext cx="89280" cy="1605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C59E5DB9-ECEC-67F6-42F0-C1FDC7B865DF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650860" y="575480"/>
                  <a:ext cx="124920" cy="19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3E236513-CA10-BCE2-72FE-BDEFE621BE78}"/>
              </a:ext>
            </a:extLst>
          </p:cNvPr>
          <p:cNvGrpSpPr/>
          <p:nvPr/>
        </p:nvGrpSpPr>
        <p:grpSpPr>
          <a:xfrm>
            <a:off x="7866860" y="894080"/>
            <a:ext cx="1902240" cy="1523160"/>
            <a:chOff x="7866860" y="894080"/>
            <a:chExt cx="1902240" cy="1523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B3337B84-07EB-0EDF-E873-BE5B241F1B74}"/>
                    </a:ext>
                  </a:extLst>
                </p14:cNvPr>
                <p14:cNvContentPartPr/>
                <p14:nvPr/>
              </p14:nvContentPartPr>
              <p14:xfrm>
                <a:off x="7866860" y="894080"/>
                <a:ext cx="149040" cy="188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B3337B84-07EB-0EDF-E873-BE5B241F1B74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849220" y="876440"/>
                  <a:ext cx="18468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8CA09775-9669-6ED7-9DBF-1084414A9BC9}"/>
                    </a:ext>
                  </a:extLst>
                </p14:cNvPr>
                <p14:cNvContentPartPr/>
                <p14:nvPr/>
              </p14:nvContentPartPr>
              <p14:xfrm>
                <a:off x="8127860" y="1210880"/>
                <a:ext cx="203400" cy="1882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8CA09775-9669-6ED7-9DBF-1084414A9BC9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110220" y="1193240"/>
                  <a:ext cx="23904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FE7F6B2E-1B60-30FE-2D45-4BE988484CBA}"/>
                    </a:ext>
                  </a:extLst>
                </p14:cNvPr>
                <p14:cNvContentPartPr/>
                <p14:nvPr/>
              </p14:nvContentPartPr>
              <p14:xfrm>
                <a:off x="8451860" y="1478720"/>
                <a:ext cx="211680" cy="1641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FE7F6B2E-1B60-30FE-2D45-4BE988484CBA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8434220" y="1460720"/>
                  <a:ext cx="24732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D8572CA5-3E42-7F82-6C55-A579B4775FEF}"/>
                    </a:ext>
                  </a:extLst>
                </p14:cNvPr>
                <p14:cNvContentPartPr/>
                <p14:nvPr/>
              </p14:nvContentPartPr>
              <p14:xfrm>
                <a:off x="8869100" y="1769600"/>
                <a:ext cx="169200" cy="1098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D8572CA5-3E42-7F82-6C55-A579B4775FEF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8851460" y="1751600"/>
                  <a:ext cx="2048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59DBB167-1F70-0EA4-D498-070E3EECB49C}"/>
                    </a:ext>
                  </a:extLst>
                </p14:cNvPr>
                <p14:cNvContentPartPr/>
                <p14:nvPr/>
              </p14:nvContentPartPr>
              <p14:xfrm>
                <a:off x="9166100" y="1996400"/>
                <a:ext cx="257040" cy="2156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59DBB167-1F70-0EA4-D498-070E3EECB49C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9148100" y="1978760"/>
                  <a:ext cx="29268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41221B7A-DB6D-ED2A-03F0-7587237B8BCA}"/>
                    </a:ext>
                  </a:extLst>
                </p14:cNvPr>
                <p14:cNvContentPartPr/>
                <p14:nvPr/>
              </p14:nvContentPartPr>
              <p14:xfrm>
                <a:off x="9564260" y="2289800"/>
                <a:ext cx="204840" cy="1274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41221B7A-DB6D-ED2A-03F0-7587237B8BCA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9546260" y="2271800"/>
                  <a:ext cx="240480" cy="163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0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7EFD3056-E669-8678-218F-BCD279410F93}"/>
                  </a:ext>
                </a:extLst>
              </p14:cNvPr>
              <p14:cNvContentPartPr/>
              <p14:nvPr/>
            </p14:nvContentPartPr>
            <p14:xfrm>
              <a:off x="10025060" y="2549360"/>
              <a:ext cx="167040" cy="12924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7EFD3056-E669-8678-218F-BCD279410F93}"/>
                  </a:ext>
                </a:extLst>
              </p:cNvPr>
              <p:cNvPicPr/>
              <p:nvPr/>
            </p:nvPicPr>
            <p:blipFill>
              <a:blip r:embed="rId191"/>
              <a:stretch>
                <a:fillRect/>
              </a:stretch>
            </p:blipFill>
            <p:spPr>
              <a:xfrm>
                <a:off x="10007420" y="2531360"/>
                <a:ext cx="202680" cy="164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33" name="Group 132">
            <a:extLst>
              <a:ext uri="{FF2B5EF4-FFF2-40B4-BE49-F238E27FC236}">
                <a16:creationId xmlns:a16="http://schemas.microsoft.com/office/drawing/2014/main" id="{E9E57EC0-62E5-12F2-7A6D-9DC4CCF91459}"/>
              </a:ext>
            </a:extLst>
          </p:cNvPr>
          <p:cNvGrpSpPr/>
          <p:nvPr/>
        </p:nvGrpSpPr>
        <p:grpSpPr>
          <a:xfrm>
            <a:off x="2511860" y="2717120"/>
            <a:ext cx="1909440" cy="442800"/>
            <a:chOff x="2511860" y="2717120"/>
            <a:chExt cx="1909440" cy="44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77990256-D2DA-266A-5E41-9B2D1B356677}"/>
                    </a:ext>
                  </a:extLst>
                </p14:cNvPr>
                <p14:cNvContentPartPr/>
                <p14:nvPr/>
              </p14:nvContentPartPr>
              <p14:xfrm>
                <a:off x="2511860" y="2842760"/>
                <a:ext cx="258480" cy="2548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77990256-D2DA-266A-5E41-9B2D1B356677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2493860" y="2825120"/>
                  <a:ext cx="29412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1D434A2A-5AB4-FA5B-32BE-465D9248564E}"/>
                    </a:ext>
                  </a:extLst>
                </p14:cNvPr>
                <p14:cNvContentPartPr/>
                <p14:nvPr/>
              </p14:nvContentPartPr>
              <p14:xfrm>
                <a:off x="2855660" y="2975600"/>
                <a:ext cx="80280" cy="18324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1D434A2A-5AB4-FA5B-32BE-465D9248564E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2838020" y="2957960"/>
                  <a:ext cx="11592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02772847-3AA5-11A9-2323-95FC65350185}"/>
                    </a:ext>
                  </a:extLst>
                </p14:cNvPr>
                <p14:cNvContentPartPr/>
                <p14:nvPr/>
              </p14:nvContentPartPr>
              <p14:xfrm>
                <a:off x="3018380" y="3010880"/>
                <a:ext cx="165960" cy="421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02772847-3AA5-11A9-2323-95FC65350185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3000380" y="2992880"/>
                  <a:ext cx="20160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CA57C805-7277-94E1-1EF8-D71E73132FD5}"/>
                    </a:ext>
                  </a:extLst>
                </p14:cNvPr>
                <p14:cNvContentPartPr/>
                <p14:nvPr/>
              </p14:nvContentPartPr>
              <p14:xfrm>
                <a:off x="3145100" y="2909720"/>
                <a:ext cx="55800" cy="2502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CA57C805-7277-94E1-1EF8-D71E73132FD5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3127460" y="2891720"/>
                  <a:ext cx="9144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2093A4E3-EDC7-E3EB-DF05-977FA34C1B3F}"/>
                    </a:ext>
                  </a:extLst>
                </p14:cNvPr>
                <p14:cNvContentPartPr/>
                <p14:nvPr/>
              </p14:nvContentPartPr>
              <p14:xfrm>
                <a:off x="3263540" y="2866520"/>
                <a:ext cx="141840" cy="1832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2093A4E3-EDC7-E3EB-DF05-977FA34C1B3F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3245540" y="2848520"/>
                  <a:ext cx="17748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3F020712-E110-F725-0693-34E1C8F535A0}"/>
                    </a:ext>
                  </a:extLst>
                </p14:cNvPr>
                <p14:cNvContentPartPr/>
                <p14:nvPr/>
              </p14:nvContentPartPr>
              <p14:xfrm>
                <a:off x="3494300" y="2958680"/>
                <a:ext cx="179280" cy="11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3F020712-E110-F725-0693-34E1C8F535A0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3476660" y="2940680"/>
                  <a:ext cx="21492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D3F4C990-CD13-4258-EDDB-72E074BC6BAC}"/>
                    </a:ext>
                  </a:extLst>
                </p14:cNvPr>
                <p14:cNvContentPartPr/>
                <p14:nvPr/>
              </p14:nvContentPartPr>
              <p14:xfrm>
                <a:off x="3752420" y="2810000"/>
                <a:ext cx="79920" cy="352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D3F4C990-CD13-4258-EDDB-72E074BC6BA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3734420" y="2792000"/>
                  <a:ext cx="11556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1D9EF9F3-8397-D5FF-7CB1-5519FF20DB16}"/>
                    </a:ext>
                  </a:extLst>
                </p14:cNvPr>
                <p14:cNvContentPartPr/>
                <p14:nvPr/>
              </p14:nvContentPartPr>
              <p14:xfrm>
                <a:off x="3833780" y="2874800"/>
                <a:ext cx="64800" cy="435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1D9EF9F3-8397-D5FF-7CB1-5519FF20DB16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3816140" y="2856800"/>
                  <a:ext cx="10044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9F2F3846-1039-25A7-FDB0-9FC8D322F10C}"/>
                    </a:ext>
                  </a:extLst>
                </p14:cNvPr>
                <p14:cNvContentPartPr/>
                <p14:nvPr/>
              </p14:nvContentPartPr>
              <p14:xfrm>
                <a:off x="3975980" y="2717120"/>
                <a:ext cx="78840" cy="2797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9F2F3846-1039-25A7-FDB0-9FC8D322F10C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3957980" y="2699120"/>
                  <a:ext cx="11448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E093F184-6399-1B4F-5D70-C65451326730}"/>
                    </a:ext>
                  </a:extLst>
                </p14:cNvPr>
                <p14:cNvContentPartPr/>
                <p14:nvPr/>
              </p14:nvContentPartPr>
              <p14:xfrm>
                <a:off x="4134380" y="2807840"/>
                <a:ext cx="7560" cy="1188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E093F184-6399-1B4F-5D70-C65451326730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4116380" y="2790200"/>
                  <a:ext cx="4320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786F04E2-0B0A-4E59-9BEF-A02298DC6EFE}"/>
                    </a:ext>
                  </a:extLst>
                </p14:cNvPr>
                <p14:cNvContentPartPr/>
                <p14:nvPr/>
              </p14:nvContentPartPr>
              <p14:xfrm>
                <a:off x="4301060" y="2727200"/>
                <a:ext cx="100080" cy="291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786F04E2-0B0A-4E59-9BEF-A02298DC6EFE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4283060" y="2709200"/>
                  <a:ext cx="13572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2E6FE705-F434-9FCC-EED6-AD8E1905586C}"/>
                    </a:ext>
                  </a:extLst>
                </p14:cNvPr>
                <p14:cNvContentPartPr/>
                <p14:nvPr/>
              </p14:nvContentPartPr>
              <p14:xfrm>
                <a:off x="4307900" y="2755280"/>
                <a:ext cx="113400" cy="1980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2E6FE705-F434-9FCC-EED6-AD8E1905586C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4289900" y="2737280"/>
                  <a:ext cx="149040" cy="233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6">
            <p14:nvContentPartPr>
              <p14:cNvPr id="134" name="Ink 133">
                <a:extLst>
                  <a:ext uri="{FF2B5EF4-FFF2-40B4-BE49-F238E27FC236}">
                    <a16:creationId xmlns:a16="http://schemas.microsoft.com/office/drawing/2014/main" id="{2A057BA2-3A17-E1EB-E85C-B6D2F0452EF5}"/>
                  </a:ext>
                </a:extLst>
              </p14:cNvPr>
              <p14:cNvContentPartPr/>
              <p14:nvPr/>
            </p14:nvContentPartPr>
            <p14:xfrm>
              <a:off x="2234300" y="1377200"/>
              <a:ext cx="2692440" cy="2869200"/>
            </p14:xfrm>
          </p:contentPart>
        </mc:Choice>
        <mc:Fallback xmlns="">
          <p:pic>
            <p:nvPicPr>
              <p:cNvPr id="134" name="Ink 133">
                <a:extLst>
                  <a:ext uri="{FF2B5EF4-FFF2-40B4-BE49-F238E27FC236}">
                    <a16:creationId xmlns:a16="http://schemas.microsoft.com/office/drawing/2014/main" id="{2A057BA2-3A17-E1EB-E85C-B6D2F0452EF5}"/>
                  </a:ext>
                </a:extLst>
              </p:cNvPr>
              <p:cNvPicPr/>
              <p:nvPr/>
            </p:nvPicPr>
            <p:blipFill>
              <a:blip r:embed="rId217"/>
              <a:stretch>
                <a:fillRect/>
              </a:stretch>
            </p:blipFill>
            <p:spPr>
              <a:xfrm>
                <a:off x="2216300" y="1359560"/>
                <a:ext cx="2728080" cy="2904840"/>
              </a:xfrm>
              <a:prstGeom prst="rect">
                <a:avLst/>
              </a:prstGeom>
            </p:spPr>
          </p:pic>
        </mc:Fallback>
      </mc:AlternateContent>
      <p:grpSp>
        <p:nvGrpSpPr>
          <p:cNvPr id="149" name="Group 148">
            <a:extLst>
              <a:ext uri="{FF2B5EF4-FFF2-40B4-BE49-F238E27FC236}">
                <a16:creationId xmlns:a16="http://schemas.microsoft.com/office/drawing/2014/main" id="{257EF9C6-E486-FF2E-38C9-7D928DB13023}"/>
              </a:ext>
            </a:extLst>
          </p:cNvPr>
          <p:cNvGrpSpPr/>
          <p:nvPr/>
        </p:nvGrpSpPr>
        <p:grpSpPr>
          <a:xfrm>
            <a:off x="2656580" y="1755920"/>
            <a:ext cx="1840320" cy="518760"/>
            <a:chOff x="2656580" y="1755920"/>
            <a:chExt cx="1840320" cy="51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0286264B-986A-0BE7-A6AB-D35F557C62C1}"/>
                    </a:ext>
                  </a:extLst>
                </p14:cNvPr>
                <p14:cNvContentPartPr/>
                <p14:nvPr/>
              </p14:nvContentPartPr>
              <p14:xfrm>
                <a:off x="2656580" y="2027720"/>
                <a:ext cx="156960" cy="1962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0286264B-986A-0BE7-A6AB-D35F557C62C1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638580" y="2010080"/>
                  <a:ext cx="19260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15DC6A4D-2DDE-A6AA-EC65-67215B656781}"/>
                    </a:ext>
                  </a:extLst>
                </p14:cNvPr>
                <p14:cNvContentPartPr/>
                <p14:nvPr/>
              </p14:nvContentPartPr>
              <p14:xfrm>
                <a:off x="2921900" y="2071280"/>
                <a:ext cx="50040" cy="2034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15DC6A4D-2DDE-A6AA-EC65-67215B656781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2903900" y="2053280"/>
                  <a:ext cx="8568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BBD213F-B644-DDA5-A09B-ECB409D1AF99}"/>
                    </a:ext>
                  </a:extLst>
                </p14:cNvPr>
                <p14:cNvContentPartPr/>
                <p14:nvPr/>
              </p14:nvContentPartPr>
              <p14:xfrm>
                <a:off x="3061220" y="2004320"/>
                <a:ext cx="124920" cy="3528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BBD213F-B644-DDA5-A09B-ECB409D1AF99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3043220" y="1986680"/>
                  <a:ext cx="16056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D6D45D8F-DF26-ACDE-0D69-8D847A6645B0}"/>
                    </a:ext>
                  </a:extLst>
                </p14:cNvPr>
                <p14:cNvContentPartPr/>
                <p14:nvPr/>
              </p14:nvContentPartPr>
              <p14:xfrm>
                <a:off x="3178580" y="1960400"/>
                <a:ext cx="46440" cy="20088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D6D45D8F-DF26-ACDE-0D69-8D847A6645B0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3160580" y="1942760"/>
                  <a:ext cx="8208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63AB581B-95E4-9BFE-6FBE-0F46D3062C63}"/>
                    </a:ext>
                  </a:extLst>
                </p14:cNvPr>
                <p14:cNvContentPartPr/>
                <p14:nvPr/>
              </p14:nvContentPartPr>
              <p14:xfrm>
                <a:off x="3305660" y="1923680"/>
                <a:ext cx="160560" cy="1940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63AB581B-95E4-9BFE-6FBE-0F46D3062C63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3287660" y="1905680"/>
                  <a:ext cx="19620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734174BE-3B48-74F9-18E2-F3FFCAF69BC3}"/>
                    </a:ext>
                  </a:extLst>
                </p14:cNvPr>
                <p14:cNvContentPartPr/>
                <p14:nvPr/>
              </p14:nvContentPartPr>
              <p14:xfrm>
                <a:off x="3575300" y="2010080"/>
                <a:ext cx="119880" cy="1324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734174BE-3B48-74F9-18E2-F3FFCAF69BC3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3557300" y="1992080"/>
                  <a:ext cx="1555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848F105-E872-810B-F113-0EF9AC20A878}"/>
                    </a:ext>
                  </a:extLst>
                </p14:cNvPr>
                <p14:cNvContentPartPr/>
                <p14:nvPr/>
              </p14:nvContentPartPr>
              <p14:xfrm>
                <a:off x="3730460" y="1928000"/>
                <a:ext cx="73800" cy="349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848F105-E872-810B-F113-0EF9AC20A878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712820" y="1910360"/>
                  <a:ext cx="10944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2A516D33-29AE-5DF8-42E2-9A5987204906}"/>
                    </a:ext>
                  </a:extLst>
                </p14:cNvPr>
                <p14:cNvContentPartPr/>
                <p14:nvPr/>
              </p14:nvContentPartPr>
              <p14:xfrm>
                <a:off x="3781220" y="1978040"/>
                <a:ext cx="52560" cy="511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2A516D33-29AE-5DF8-42E2-9A5987204906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3763220" y="1960040"/>
                  <a:ext cx="8820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0D42E27F-3195-FEEC-3B5F-377B1B57B81C}"/>
                    </a:ext>
                  </a:extLst>
                </p14:cNvPr>
                <p14:cNvContentPartPr/>
                <p14:nvPr/>
              </p14:nvContentPartPr>
              <p14:xfrm>
                <a:off x="3905060" y="1855280"/>
                <a:ext cx="51120" cy="2206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0D42E27F-3195-FEEC-3B5F-377B1B57B81C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3887420" y="1837640"/>
                  <a:ext cx="8676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41DF27C2-E49C-5A1F-E7F9-83AD756B1792}"/>
                    </a:ext>
                  </a:extLst>
                </p14:cNvPr>
                <p14:cNvContentPartPr/>
                <p14:nvPr/>
              </p14:nvContentPartPr>
              <p14:xfrm>
                <a:off x="4042220" y="1926560"/>
                <a:ext cx="7920" cy="792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41DF27C2-E49C-5A1F-E7F9-83AD756B1792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4024580" y="1908920"/>
                  <a:ext cx="435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C203544B-6816-9E8E-25FF-F668D59FAD7C}"/>
                    </a:ext>
                  </a:extLst>
                </p14:cNvPr>
                <p14:cNvContentPartPr/>
                <p14:nvPr/>
              </p14:nvContentPartPr>
              <p14:xfrm>
                <a:off x="4124660" y="1820360"/>
                <a:ext cx="172080" cy="17820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C203544B-6816-9E8E-25FF-F668D59FAD7C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4107020" y="1802360"/>
                  <a:ext cx="2077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8D35C1EB-EAC2-167F-C79E-1024795EE625}"/>
                    </a:ext>
                  </a:extLst>
                </p14:cNvPr>
                <p14:cNvContentPartPr/>
                <p14:nvPr/>
              </p14:nvContentPartPr>
              <p14:xfrm>
                <a:off x="4210700" y="1925120"/>
                <a:ext cx="70560" cy="457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8D35C1EB-EAC2-167F-C79E-1024795EE625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4192700" y="1907480"/>
                  <a:ext cx="10620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5199A1DB-A821-2222-0A85-189E5375A42C}"/>
                    </a:ext>
                  </a:extLst>
                </p14:cNvPr>
                <p14:cNvContentPartPr/>
                <p14:nvPr/>
              </p14:nvContentPartPr>
              <p14:xfrm>
                <a:off x="4400420" y="1755920"/>
                <a:ext cx="72000" cy="5508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5199A1DB-A821-2222-0A85-189E5375A42C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4382420" y="1737920"/>
                  <a:ext cx="10764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7B05C4F5-5431-1BBF-D53C-E14597096ABF}"/>
                    </a:ext>
                  </a:extLst>
                </p14:cNvPr>
                <p14:cNvContentPartPr/>
                <p14:nvPr/>
              </p14:nvContentPartPr>
              <p14:xfrm>
                <a:off x="4403300" y="1777520"/>
                <a:ext cx="93600" cy="21816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7B05C4F5-5431-1BBF-D53C-E14597096ABF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4385300" y="1759520"/>
                  <a:ext cx="129240" cy="253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46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F7A6B65-906A-C445-F8BC-766C7C528DB9}"/>
                  </a:ext>
                </a:extLst>
              </p14:cNvPr>
              <p14:cNvContentPartPr/>
              <p14:nvPr/>
            </p14:nvContentPartPr>
            <p14:xfrm>
              <a:off x="825260" y="53480"/>
              <a:ext cx="129960" cy="173052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F7A6B65-906A-C445-F8BC-766C7C528DB9}"/>
                  </a:ext>
                </a:extLst>
              </p:cNvPr>
              <p:cNvPicPr/>
              <p:nvPr/>
            </p:nvPicPr>
            <p:blipFill>
              <a:blip r:embed="rId247"/>
              <a:stretch>
                <a:fillRect/>
              </a:stretch>
            </p:blipFill>
            <p:spPr>
              <a:xfrm>
                <a:off x="807620" y="35840"/>
                <a:ext cx="165600" cy="1766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53" name="Group 152">
            <a:extLst>
              <a:ext uri="{FF2B5EF4-FFF2-40B4-BE49-F238E27FC236}">
                <a16:creationId xmlns:a16="http://schemas.microsoft.com/office/drawing/2014/main" id="{B6EA78DD-05BE-F0BF-8F54-78E362F14732}"/>
              </a:ext>
            </a:extLst>
          </p:cNvPr>
          <p:cNvGrpSpPr/>
          <p:nvPr/>
        </p:nvGrpSpPr>
        <p:grpSpPr>
          <a:xfrm>
            <a:off x="4343180" y="5280680"/>
            <a:ext cx="2904840" cy="319680"/>
            <a:chOff x="4343180" y="5280680"/>
            <a:chExt cx="2904840" cy="31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03BF26EB-271A-069D-AEF2-5F805C77CE12}"/>
                    </a:ext>
                  </a:extLst>
                </p14:cNvPr>
                <p14:cNvContentPartPr/>
                <p14:nvPr/>
              </p14:nvContentPartPr>
              <p14:xfrm>
                <a:off x="4343180" y="5280680"/>
                <a:ext cx="2904840" cy="19656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03BF26EB-271A-069D-AEF2-5F805C77CE12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4325540" y="5263040"/>
                  <a:ext cx="294048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D14C65F8-3287-3DB5-9A9A-9A0D000B3260}"/>
                    </a:ext>
                  </a:extLst>
                </p14:cNvPr>
                <p14:cNvContentPartPr/>
                <p14:nvPr/>
              </p14:nvContentPartPr>
              <p14:xfrm>
                <a:off x="7080620" y="5367080"/>
                <a:ext cx="156600" cy="2332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D14C65F8-3287-3DB5-9A9A-9A0D000B3260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7062980" y="5349080"/>
                  <a:ext cx="192240" cy="26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B0948ADF-C898-6BEB-03F9-E45AC07A6344}"/>
              </a:ext>
            </a:extLst>
          </p:cNvPr>
          <p:cNvGrpSpPr/>
          <p:nvPr/>
        </p:nvGrpSpPr>
        <p:grpSpPr>
          <a:xfrm>
            <a:off x="322340" y="552080"/>
            <a:ext cx="1600920" cy="1197360"/>
            <a:chOff x="322340" y="552080"/>
            <a:chExt cx="1600920" cy="1197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3581F68C-18F0-8DB1-E9C6-78B6D000390B}"/>
                    </a:ext>
                  </a:extLst>
                </p14:cNvPr>
                <p14:cNvContentPartPr/>
                <p14:nvPr/>
              </p14:nvContentPartPr>
              <p14:xfrm>
                <a:off x="771260" y="789320"/>
                <a:ext cx="1152000" cy="96012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3581F68C-18F0-8DB1-E9C6-78B6D000390B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753260" y="771320"/>
                  <a:ext cx="1187640" cy="9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1EB451A8-E49A-1D37-9FEE-11BEE1E1F266}"/>
                    </a:ext>
                  </a:extLst>
                </p14:cNvPr>
                <p14:cNvContentPartPr/>
                <p14:nvPr/>
              </p14:nvContentPartPr>
              <p14:xfrm>
                <a:off x="322340" y="747560"/>
                <a:ext cx="147240" cy="14004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1EB451A8-E49A-1D37-9FEE-11BEE1E1F266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304340" y="729920"/>
                  <a:ext cx="18288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03251A5A-0C73-4A0D-5CF6-7DABF821C297}"/>
                    </a:ext>
                  </a:extLst>
                </p14:cNvPr>
                <p14:cNvContentPartPr/>
                <p14:nvPr/>
              </p14:nvContentPartPr>
              <p14:xfrm>
                <a:off x="415220" y="702200"/>
                <a:ext cx="23040" cy="1908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03251A5A-0C73-4A0D-5CF6-7DABF821C297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397220" y="684560"/>
                  <a:ext cx="5868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EF540564-A50F-33E0-5540-F743F62722EC}"/>
                    </a:ext>
                  </a:extLst>
                </p14:cNvPr>
                <p14:cNvContentPartPr/>
                <p14:nvPr/>
              </p14:nvContentPartPr>
              <p14:xfrm>
                <a:off x="459860" y="552080"/>
                <a:ext cx="13680" cy="6084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EF540564-A50F-33E0-5540-F743F62722EC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442220" y="534440"/>
                  <a:ext cx="4932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47834198-2956-5FDD-7386-6FBA787E106D}"/>
                    </a:ext>
                  </a:extLst>
                </p14:cNvPr>
                <p14:cNvContentPartPr/>
                <p14:nvPr/>
              </p14:nvContentPartPr>
              <p14:xfrm>
                <a:off x="450860" y="576200"/>
                <a:ext cx="101160" cy="1011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47834198-2956-5FDD-7386-6FBA787E106D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432860" y="558560"/>
                  <a:ext cx="136800" cy="13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F296EF0E-7D3F-638A-E719-9FF66AEDE229}"/>
              </a:ext>
            </a:extLst>
          </p:cNvPr>
          <p:cNvGrpSpPr/>
          <p:nvPr/>
        </p:nvGrpSpPr>
        <p:grpSpPr>
          <a:xfrm>
            <a:off x="4252820" y="4140560"/>
            <a:ext cx="1504440" cy="1713960"/>
            <a:chOff x="4252820" y="4140560"/>
            <a:chExt cx="1504440" cy="1713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3AB0AAA3-8A8E-0458-BEB6-CB651DE10999}"/>
                    </a:ext>
                  </a:extLst>
                </p14:cNvPr>
                <p14:cNvContentPartPr/>
                <p14:nvPr/>
              </p14:nvContentPartPr>
              <p14:xfrm>
                <a:off x="4252820" y="4140560"/>
                <a:ext cx="51840" cy="2232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3AB0AAA3-8A8E-0458-BEB6-CB651DE10999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4234820" y="4122920"/>
                  <a:ext cx="8748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BBB63430-C00C-8C45-D3B7-5442B30FDB26}"/>
                    </a:ext>
                  </a:extLst>
                </p14:cNvPr>
                <p14:cNvContentPartPr/>
                <p14:nvPr/>
              </p14:nvContentPartPr>
              <p14:xfrm>
                <a:off x="4318700" y="4157480"/>
                <a:ext cx="1186920" cy="122400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BBB63430-C00C-8C45-D3B7-5442B30FDB26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4301060" y="4139480"/>
                  <a:ext cx="1222560" cy="12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9295A608-D7E2-4269-054E-4850B05466C6}"/>
                    </a:ext>
                  </a:extLst>
                </p14:cNvPr>
                <p14:cNvContentPartPr/>
                <p14:nvPr/>
              </p14:nvContentPartPr>
              <p14:xfrm>
                <a:off x="5439380" y="5723840"/>
                <a:ext cx="146880" cy="13068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9295A608-D7E2-4269-054E-4850B05466C6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5421740" y="5705840"/>
                  <a:ext cx="18252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94B9227B-5AF1-7CDF-D120-C290917A7D54}"/>
                    </a:ext>
                  </a:extLst>
                </p14:cNvPr>
                <p14:cNvContentPartPr/>
                <p14:nvPr/>
              </p14:nvContentPartPr>
              <p14:xfrm>
                <a:off x="5582660" y="5696840"/>
                <a:ext cx="2880" cy="900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94B9227B-5AF1-7CDF-D120-C290917A7D54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5564660" y="5679200"/>
                  <a:ext cx="3852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E9F5735B-0DEB-41D5-BD44-DA67A43B6AA3}"/>
                    </a:ext>
                  </a:extLst>
                </p14:cNvPr>
                <p14:cNvContentPartPr/>
                <p14:nvPr/>
              </p14:nvContentPartPr>
              <p14:xfrm>
                <a:off x="5625140" y="5518640"/>
                <a:ext cx="132120" cy="14004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E9F5735B-0DEB-41D5-BD44-DA67A43B6AA3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5607140" y="5501000"/>
                  <a:ext cx="167760" cy="175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72">
            <p14:nvContentPartPr>
              <p14:cNvPr id="168" name="Ink 167">
                <a:extLst>
                  <a:ext uri="{FF2B5EF4-FFF2-40B4-BE49-F238E27FC236}">
                    <a16:creationId xmlns:a16="http://schemas.microsoft.com/office/drawing/2014/main" id="{F9A5AAAF-753E-E9A6-D9B6-4DFFC4D17375}"/>
                  </a:ext>
                </a:extLst>
              </p14:cNvPr>
              <p14:cNvContentPartPr/>
              <p14:nvPr/>
            </p14:nvContentPartPr>
            <p14:xfrm>
              <a:off x="4974980" y="4207520"/>
              <a:ext cx="1164960" cy="1174320"/>
            </p14:xfrm>
          </p:contentPart>
        </mc:Choice>
        <mc:Fallback xmlns="">
          <p:pic>
            <p:nvPicPr>
              <p:cNvPr id="168" name="Ink 167">
                <a:extLst>
                  <a:ext uri="{FF2B5EF4-FFF2-40B4-BE49-F238E27FC236}">
                    <a16:creationId xmlns:a16="http://schemas.microsoft.com/office/drawing/2014/main" id="{F9A5AAAF-753E-E9A6-D9B6-4DFFC4D17375}"/>
                  </a:ext>
                </a:extLst>
              </p:cNvPr>
              <p:cNvPicPr/>
              <p:nvPr/>
            </p:nvPicPr>
            <p:blipFill>
              <a:blip r:embed="rId273"/>
              <a:stretch>
                <a:fillRect/>
              </a:stretch>
            </p:blipFill>
            <p:spPr>
              <a:xfrm>
                <a:off x="4957340" y="4189520"/>
                <a:ext cx="1200600" cy="1209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76" name="Group 175">
            <a:extLst>
              <a:ext uri="{FF2B5EF4-FFF2-40B4-BE49-F238E27FC236}">
                <a16:creationId xmlns:a16="http://schemas.microsoft.com/office/drawing/2014/main" id="{39608B07-7C9A-04B0-854C-E2F9C3A1C873}"/>
              </a:ext>
            </a:extLst>
          </p:cNvPr>
          <p:cNvGrpSpPr/>
          <p:nvPr/>
        </p:nvGrpSpPr>
        <p:grpSpPr>
          <a:xfrm>
            <a:off x="6263780" y="5503160"/>
            <a:ext cx="388440" cy="520200"/>
            <a:chOff x="6263780" y="5503160"/>
            <a:chExt cx="388440" cy="52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5466A82B-3637-9029-1012-23C372943A89}"/>
                    </a:ext>
                  </a:extLst>
                </p14:cNvPr>
                <p14:cNvContentPartPr/>
                <p14:nvPr/>
              </p14:nvContentPartPr>
              <p14:xfrm>
                <a:off x="6263780" y="5713040"/>
                <a:ext cx="30600" cy="1836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5466A82B-3637-9029-1012-23C372943A89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6246140" y="5695040"/>
                  <a:ext cx="6624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24B2471B-7B78-0430-F188-8F75B2F1CC38}"/>
                    </a:ext>
                  </a:extLst>
                </p14:cNvPr>
                <p14:cNvContentPartPr/>
                <p14:nvPr/>
              </p14:nvContentPartPr>
              <p14:xfrm>
                <a:off x="6394460" y="5607920"/>
                <a:ext cx="98280" cy="10980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24B2471B-7B78-0430-F188-8F75B2F1CC38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6376460" y="5590280"/>
                  <a:ext cx="13392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EA88E1BA-3C07-FB03-52F5-D74C83AF0161}"/>
                    </a:ext>
                  </a:extLst>
                </p14:cNvPr>
                <p14:cNvContentPartPr/>
                <p14:nvPr/>
              </p14:nvContentPartPr>
              <p14:xfrm>
                <a:off x="6335780" y="5577320"/>
                <a:ext cx="237960" cy="2401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EA88E1BA-3C07-FB03-52F5-D74C83AF0161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6318140" y="5559320"/>
                  <a:ext cx="27360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AB465DFD-6C15-59CE-022B-C23F938FE118}"/>
                    </a:ext>
                  </a:extLst>
                </p14:cNvPr>
                <p14:cNvContentPartPr/>
                <p14:nvPr/>
              </p14:nvContentPartPr>
              <p14:xfrm>
                <a:off x="6463220" y="5638160"/>
                <a:ext cx="49680" cy="10620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AB465DFD-6C15-59CE-022B-C23F938FE118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6445580" y="5620520"/>
                  <a:ext cx="8532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36B1BB5C-374F-037F-818E-18004B385D21}"/>
                    </a:ext>
                  </a:extLst>
                </p14:cNvPr>
                <p14:cNvContentPartPr/>
                <p14:nvPr/>
              </p14:nvContentPartPr>
              <p14:xfrm>
                <a:off x="6531260" y="5503160"/>
                <a:ext cx="27000" cy="7488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36B1BB5C-374F-037F-818E-18004B385D21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6513260" y="5485520"/>
                  <a:ext cx="6264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B50888A1-1526-966D-D9FA-BCC99072CFE4}"/>
                    </a:ext>
                  </a:extLst>
                </p14:cNvPr>
                <p14:cNvContentPartPr/>
                <p14:nvPr/>
              </p14:nvContentPartPr>
              <p14:xfrm>
                <a:off x="6558260" y="5533400"/>
                <a:ext cx="93960" cy="10692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B50888A1-1526-966D-D9FA-BCC99072CFE4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6540260" y="5515400"/>
                  <a:ext cx="1296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D123634E-6F2F-D1A6-5B19-7B4E122CB803}"/>
                    </a:ext>
                  </a:extLst>
                </p14:cNvPr>
                <p14:cNvContentPartPr/>
                <p14:nvPr/>
              </p14:nvContentPartPr>
              <p14:xfrm>
                <a:off x="6268460" y="5822480"/>
                <a:ext cx="208800" cy="20088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D123634E-6F2F-D1A6-5B19-7B4E122CB803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6250460" y="5804840"/>
                  <a:ext cx="244440" cy="23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7972D89E-8654-52DD-A187-0677308BA26D}"/>
              </a:ext>
            </a:extLst>
          </p:cNvPr>
          <p:cNvGrpSpPr/>
          <p:nvPr/>
        </p:nvGrpSpPr>
        <p:grpSpPr>
          <a:xfrm>
            <a:off x="461660" y="4160"/>
            <a:ext cx="1596240" cy="1175400"/>
            <a:chOff x="461660" y="4160"/>
            <a:chExt cx="1596240" cy="1175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624EF428-CCE9-1E30-5E9E-377D68D0F567}"/>
                    </a:ext>
                  </a:extLst>
                </p14:cNvPr>
                <p14:cNvContentPartPr/>
                <p14:nvPr/>
              </p14:nvContentPartPr>
              <p14:xfrm>
                <a:off x="978620" y="181640"/>
                <a:ext cx="1079280" cy="99792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624EF428-CCE9-1E30-5E9E-377D68D0F567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960980" y="163640"/>
                  <a:ext cx="1114920" cy="10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8222D6AD-E9DF-4C33-8B1C-A925EABC1540}"/>
                    </a:ext>
                  </a:extLst>
                </p14:cNvPr>
                <p14:cNvContentPartPr/>
                <p14:nvPr/>
              </p14:nvContentPartPr>
              <p14:xfrm>
                <a:off x="461660" y="194960"/>
                <a:ext cx="135000" cy="16200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8222D6AD-E9DF-4C33-8B1C-A925EABC1540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444020" y="177320"/>
                  <a:ext cx="17064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7E10B031-6D64-194C-600B-8B5ABF44A81C}"/>
                    </a:ext>
                  </a:extLst>
                </p14:cNvPr>
                <p14:cNvContentPartPr/>
                <p14:nvPr/>
              </p14:nvContentPartPr>
              <p14:xfrm>
                <a:off x="568220" y="182720"/>
                <a:ext cx="11520" cy="1800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7E10B031-6D64-194C-600B-8B5ABF44A81C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550220" y="164720"/>
                  <a:ext cx="4716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2C2A6394-07B0-8A23-8F0E-270C4CC4CAFC}"/>
                    </a:ext>
                  </a:extLst>
                </p14:cNvPr>
                <p14:cNvContentPartPr/>
                <p14:nvPr/>
              </p14:nvContentPartPr>
              <p14:xfrm>
                <a:off x="568940" y="45200"/>
                <a:ext cx="134640" cy="16308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2C2A6394-07B0-8A23-8F0E-270C4CC4CAFC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550940" y="27200"/>
                  <a:ext cx="17028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101A15AF-1FAA-FCF9-82DC-84E40B4E7005}"/>
                    </a:ext>
                  </a:extLst>
                </p14:cNvPr>
                <p14:cNvContentPartPr/>
                <p14:nvPr/>
              </p14:nvContentPartPr>
              <p14:xfrm>
                <a:off x="624020" y="57080"/>
                <a:ext cx="55080" cy="13284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101A15AF-1FAA-FCF9-82DC-84E40B4E7005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606380" y="39080"/>
                  <a:ext cx="9072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34FF4E7C-C849-73C5-05A8-6BA04242B4B1}"/>
                    </a:ext>
                  </a:extLst>
                </p14:cNvPr>
                <p14:cNvContentPartPr/>
                <p14:nvPr/>
              </p14:nvContentPartPr>
              <p14:xfrm>
                <a:off x="711860" y="4160"/>
                <a:ext cx="69840" cy="9612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34FF4E7C-C849-73C5-05A8-6BA04242B4B1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694220" y="-13480"/>
                  <a:ext cx="105480" cy="131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0">
            <p14:nvContentPartPr>
              <p14:cNvPr id="184" name="Ink 183">
                <a:extLst>
                  <a:ext uri="{FF2B5EF4-FFF2-40B4-BE49-F238E27FC236}">
                    <a16:creationId xmlns:a16="http://schemas.microsoft.com/office/drawing/2014/main" id="{7E434CC6-8E5D-1298-4E9F-C6643F8942F2}"/>
                  </a:ext>
                </a:extLst>
              </p14:cNvPr>
              <p14:cNvContentPartPr/>
              <p14:nvPr/>
            </p14:nvContentPartPr>
            <p14:xfrm>
              <a:off x="181220" y="2212760"/>
              <a:ext cx="4220280" cy="3865320"/>
            </p14:xfrm>
          </p:contentPart>
        </mc:Choice>
        <mc:Fallback xmlns="">
          <p:pic>
            <p:nvPicPr>
              <p:cNvPr id="184" name="Ink 183">
                <a:extLst>
                  <a:ext uri="{FF2B5EF4-FFF2-40B4-BE49-F238E27FC236}">
                    <a16:creationId xmlns:a16="http://schemas.microsoft.com/office/drawing/2014/main" id="{7E434CC6-8E5D-1298-4E9F-C6643F8942F2}"/>
                  </a:ext>
                </a:extLst>
              </p:cNvPr>
              <p:cNvPicPr/>
              <p:nvPr/>
            </p:nvPicPr>
            <p:blipFill>
              <a:blip r:embed="rId301"/>
              <a:stretch>
                <a:fillRect/>
              </a:stretch>
            </p:blipFill>
            <p:spPr>
              <a:xfrm>
                <a:off x="163220" y="2195120"/>
                <a:ext cx="4255920" cy="3900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4" name="Group 193">
            <a:extLst>
              <a:ext uri="{FF2B5EF4-FFF2-40B4-BE49-F238E27FC236}">
                <a16:creationId xmlns:a16="http://schemas.microsoft.com/office/drawing/2014/main" id="{C2E2CB32-0A0D-E47A-A99A-FAF6BFCAD376}"/>
              </a:ext>
            </a:extLst>
          </p:cNvPr>
          <p:cNvGrpSpPr/>
          <p:nvPr/>
        </p:nvGrpSpPr>
        <p:grpSpPr>
          <a:xfrm>
            <a:off x="2103260" y="3716840"/>
            <a:ext cx="1074960" cy="744120"/>
            <a:chOff x="2103260" y="3716840"/>
            <a:chExt cx="1074960" cy="744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1B4715DD-8BF9-3F0B-F3A8-226CB491D175}"/>
                    </a:ext>
                  </a:extLst>
                </p14:cNvPr>
                <p14:cNvContentPartPr/>
                <p14:nvPr/>
              </p14:nvContentPartPr>
              <p14:xfrm>
                <a:off x="2103260" y="4194560"/>
                <a:ext cx="225000" cy="26640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1B4715DD-8BF9-3F0B-F3A8-226CB491D175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2085260" y="4176920"/>
                  <a:ext cx="26064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3A2ADF1C-FFD6-D495-12AF-C8A77C5E89A1}"/>
                    </a:ext>
                  </a:extLst>
                </p14:cNvPr>
                <p14:cNvContentPartPr/>
                <p14:nvPr/>
              </p14:nvContentPartPr>
              <p14:xfrm>
                <a:off x="2414300" y="4287440"/>
                <a:ext cx="102240" cy="16164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3A2ADF1C-FFD6-D495-12AF-C8A77C5E89A1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2396300" y="4269440"/>
                  <a:ext cx="13788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0D56BF02-81B7-073E-4B27-EAB00FE49C2B}"/>
                    </a:ext>
                  </a:extLst>
                </p14:cNvPr>
                <p14:cNvContentPartPr/>
                <p14:nvPr/>
              </p14:nvContentPartPr>
              <p14:xfrm>
                <a:off x="2549660" y="4122200"/>
                <a:ext cx="60840" cy="748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0D56BF02-81B7-073E-4B27-EAB00FE49C2B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2531660" y="4104200"/>
                  <a:ext cx="9648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55085E3E-95BE-70A1-DBD1-55E7A2591D53}"/>
                    </a:ext>
                  </a:extLst>
                </p14:cNvPr>
                <p14:cNvContentPartPr/>
                <p14:nvPr/>
              </p14:nvContentPartPr>
              <p14:xfrm>
                <a:off x="2534900" y="4077920"/>
                <a:ext cx="86040" cy="11592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55085E3E-95BE-70A1-DBD1-55E7A2591D53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2517260" y="4060280"/>
                  <a:ext cx="12168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507ACBB8-894B-840A-BF26-8C26EC6127D1}"/>
                    </a:ext>
                  </a:extLst>
                </p14:cNvPr>
                <p14:cNvContentPartPr/>
                <p14:nvPr/>
              </p14:nvContentPartPr>
              <p14:xfrm>
                <a:off x="2644340" y="3897920"/>
                <a:ext cx="141120" cy="17928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507ACBB8-894B-840A-BF26-8C26EC6127D1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2626340" y="3880280"/>
                  <a:ext cx="17676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DAC016B8-2AB4-E51D-063F-041CE351CFE4}"/>
                    </a:ext>
                  </a:extLst>
                </p14:cNvPr>
                <p14:cNvContentPartPr/>
                <p14:nvPr/>
              </p14:nvContentPartPr>
              <p14:xfrm>
                <a:off x="2827580" y="3954080"/>
                <a:ext cx="93600" cy="9828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DAC016B8-2AB4-E51D-063F-041CE351CFE4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2809580" y="3936440"/>
                  <a:ext cx="12924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2811D281-9669-0B86-CC1B-8FBAF58CB111}"/>
                    </a:ext>
                  </a:extLst>
                </p14:cNvPr>
                <p14:cNvContentPartPr/>
                <p14:nvPr/>
              </p14:nvContentPartPr>
              <p14:xfrm>
                <a:off x="3001460" y="3820520"/>
                <a:ext cx="22680" cy="1368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2811D281-9669-0B86-CC1B-8FBAF58CB111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2983460" y="3802520"/>
                  <a:ext cx="5832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6051FAD4-0FF4-6D3B-9FCC-C134CC37A4B1}"/>
                    </a:ext>
                  </a:extLst>
                </p14:cNvPr>
                <p14:cNvContentPartPr/>
                <p14:nvPr/>
              </p14:nvContentPartPr>
              <p14:xfrm>
                <a:off x="3010460" y="3851120"/>
                <a:ext cx="76680" cy="6300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6051FAD4-0FF4-6D3B-9FCC-C134CC37A4B1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2992460" y="3833120"/>
                  <a:ext cx="11232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9BBF5192-FE46-0258-ACF0-9A9906F4DC18}"/>
                    </a:ext>
                  </a:extLst>
                </p14:cNvPr>
                <p14:cNvContentPartPr/>
                <p14:nvPr/>
              </p14:nvContentPartPr>
              <p14:xfrm>
                <a:off x="3116660" y="3716840"/>
                <a:ext cx="61560" cy="18360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9BBF5192-FE46-0258-ACF0-9A9906F4DC18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3099020" y="3699200"/>
                  <a:ext cx="97200" cy="2192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6244720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59166-9695-0D1C-083B-4E6B387CE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F51B0-25A2-7860-8E6B-C90CC70F3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39" y="14986"/>
            <a:ext cx="10328275" cy="492443"/>
          </a:xfrm>
        </p:spPr>
        <p:txBody>
          <a:bodyPr/>
          <a:lstStyle/>
          <a:p>
            <a:r>
              <a:rPr lang="en-US" dirty="0"/>
              <a:t>AND gate</a:t>
            </a:r>
          </a:p>
        </p:txBody>
      </p:sp>
      <p:pic>
        <p:nvPicPr>
          <p:cNvPr id="5" name="Picture 4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0CF4FF91-7538-F959-52EA-0C6EDD1E03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1143000"/>
            <a:ext cx="4288545" cy="4498857"/>
          </a:xfrm>
          <a:prstGeom prst="rect">
            <a:avLst/>
          </a:prstGeom>
        </p:spPr>
      </p:pic>
      <p:pic>
        <p:nvPicPr>
          <p:cNvPr id="7" name="Picture 6" descr="A white background with black and white numbers&#10;&#10;AI-generated content may be incorrect.">
            <a:extLst>
              <a:ext uri="{FF2B5EF4-FFF2-40B4-BE49-F238E27FC236}">
                <a16:creationId xmlns:a16="http://schemas.microsoft.com/office/drawing/2014/main" id="{F19A485A-9FD4-1BE8-6298-4D3D2999DF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5348" y="3392428"/>
            <a:ext cx="7167640" cy="3241646"/>
          </a:xfrm>
          <a:prstGeom prst="rect">
            <a:avLst/>
          </a:prstGeom>
        </p:spPr>
      </p:pic>
      <p:grpSp>
        <p:nvGrpSpPr>
          <p:cNvPr id="44" name="Group 43">
            <a:extLst>
              <a:ext uri="{FF2B5EF4-FFF2-40B4-BE49-F238E27FC236}">
                <a16:creationId xmlns:a16="http://schemas.microsoft.com/office/drawing/2014/main" id="{CCC2C865-3DFC-8396-375A-A597EA645E7E}"/>
              </a:ext>
            </a:extLst>
          </p:cNvPr>
          <p:cNvGrpSpPr/>
          <p:nvPr/>
        </p:nvGrpSpPr>
        <p:grpSpPr>
          <a:xfrm>
            <a:off x="4569980" y="166520"/>
            <a:ext cx="2262960" cy="2982240"/>
            <a:chOff x="4569980" y="166520"/>
            <a:chExt cx="2262960" cy="298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2BBC889-F2A0-7638-940B-556C25B47F96}"/>
                    </a:ext>
                  </a:extLst>
                </p14:cNvPr>
                <p14:cNvContentPartPr/>
                <p14:nvPr/>
              </p14:nvContentPartPr>
              <p14:xfrm>
                <a:off x="5493740" y="340760"/>
                <a:ext cx="73800" cy="538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2BBC889-F2A0-7638-940B-556C25B47F9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475740" y="322760"/>
                  <a:ext cx="109440" cy="57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C0B7B3C6-CCFD-C18E-B73E-42757728A33C}"/>
                    </a:ext>
                  </a:extLst>
                </p14:cNvPr>
                <p14:cNvContentPartPr/>
                <p14:nvPr/>
              </p14:nvContentPartPr>
              <p14:xfrm>
                <a:off x="5452340" y="365600"/>
                <a:ext cx="378720" cy="5173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C0B7B3C6-CCFD-C18E-B73E-42757728A33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434340" y="347587"/>
                  <a:ext cx="414360" cy="55298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E97FAC53-9603-3A39-BA51-5876349F276D}"/>
                    </a:ext>
                  </a:extLst>
                </p14:cNvPr>
                <p14:cNvContentPartPr/>
                <p14:nvPr/>
              </p14:nvContentPartPr>
              <p14:xfrm>
                <a:off x="5890100" y="532280"/>
                <a:ext cx="593280" cy="288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E97FAC53-9603-3A39-BA51-5876349F276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872100" y="514502"/>
                  <a:ext cx="628920" cy="6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F4177EE-7093-5335-88DA-B78592ECF339}"/>
                    </a:ext>
                  </a:extLst>
                </p14:cNvPr>
                <p14:cNvContentPartPr/>
                <p14:nvPr/>
              </p14:nvContentPartPr>
              <p14:xfrm>
                <a:off x="5021780" y="537680"/>
                <a:ext cx="531360" cy="313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F4177EE-7093-5335-88DA-B78592ECF33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003780" y="519885"/>
                  <a:ext cx="567000" cy="665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CA01E583-AB50-E245-7D7F-74A51DC3DF49}"/>
                    </a:ext>
                  </a:extLst>
                </p14:cNvPr>
                <p14:cNvContentPartPr/>
                <p14:nvPr/>
              </p14:nvContentPartPr>
              <p14:xfrm>
                <a:off x="4985060" y="692840"/>
                <a:ext cx="534960" cy="77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CA01E583-AB50-E245-7D7F-74A51DC3DF4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967060" y="674840"/>
                  <a:ext cx="57060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80FD5AF-1853-8964-07F0-3E913C7CC3A8}"/>
                    </a:ext>
                  </a:extLst>
                </p14:cNvPr>
                <p14:cNvContentPartPr/>
                <p14:nvPr/>
              </p14:nvContentPartPr>
              <p14:xfrm>
                <a:off x="4601660" y="294680"/>
                <a:ext cx="169200" cy="1310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80FD5AF-1853-8964-07F0-3E913C7CC3A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583622" y="276680"/>
                  <a:ext cx="204916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6743FE9-5D66-0746-83BA-75E0955DA8D3}"/>
                    </a:ext>
                  </a:extLst>
                </p14:cNvPr>
                <p14:cNvContentPartPr/>
                <p14:nvPr/>
              </p14:nvContentPartPr>
              <p14:xfrm>
                <a:off x="4623260" y="260120"/>
                <a:ext cx="141120" cy="187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6743FE9-5D66-0746-83BA-75E0955DA8D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605214" y="242120"/>
                  <a:ext cx="176851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0CF7EBF-CDDD-BEFA-60B9-2D112D5F59A0}"/>
                    </a:ext>
                  </a:extLst>
                </p14:cNvPr>
                <p14:cNvContentPartPr/>
                <p14:nvPr/>
              </p14:nvContentPartPr>
              <p14:xfrm>
                <a:off x="4885340" y="301160"/>
                <a:ext cx="21240" cy="1749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0CF7EBF-CDDD-BEFA-60B9-2D112D5F59A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867340" y="283197"/>
                  <a:ext cx="56880" cy="21052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2E1A3DE-E1FE-1A4C-77F5-6AD1D6C99A18}"/>
                    </a:ext>
                  </a:extLst>
                </p14:cNvPr>
                <p14:cNvContentPartPr/>
                <p14:nvPr/>
              </p14:nvContentPartPr>
              <p14:xfrm>
                <a:off x="4569980" y="793280"/>
                <a:ext cx="141120" cy="900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2E1A3DE-E1FE-1A4C-77F5-6AD1D6C99A1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51934" y="775280"/>
                  <a:ext cx="176851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50D86BC-505E-9748-67E5-94532A36B326}"/>
                    </a:ext>
                  </a:extLst>
                </p14:cNvPr>
                <p14:cNvContentPartPr/>
                <p14:nvPr/>
              </p14:nvContentPartPr>
              <p14:xfrm>
                <a:off x="4642340" y="727760"/>
                <a:ext cx="99720" cy="1818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50D86BC-505E-9748-67E5-94532A36B32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624340" y="709760"/>
                  <a:ext cx="13536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D423CCC-12DE-565B-79A4-4E34F4BB0B87}"/>
                    </a:ext>
                  </a:extLst>
                </p14:cNvPr>
                <p14:cNvContentPartPr/>
                <p14:nvPr/>
              </p14:nvContentPartPr>
              <p14:xfrm>
                <a:off x="4802180" y="875360"/>
                <a:ext cx="152640" cy="1454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D423CCC-12DE-565B-79A4-4E34F4BB0B8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784180" y="857360"/>
                  <a:ext cx="18828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FA5C2A7-A429-CB31-58F7-2005145FC646}"/>
                    </a:ext>
                  </a:extLst>
                </p14:cNvPr>
                <p14:cNvContentPartPr/>
                <p14:nvPr/>
              </p14:nvContentPartPr>
              <p14:xfrm>
                <a:off x="6331820" y="166520"/>
                <a:ext cx="154440" cy="918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FA5C2A7-A429-CB31-58F7-2005145FC646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313778" y="148520"/>
                  <a:ext cx="190163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65BD00D-ECB0-FD41-4EBE-F9B0ABAA664C}"/>
                    </a:ext>
                  </a:extLst>
                </p14:cNvPr>
                <p14:cNvContentPartPr/>
                <p14:nvPr/>
              </p14:nvContentPartPr>
              <p14:xfrm>
                <a:off x="6448820" y="266960"/>
                <a:ext cx="29520" cy="1062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65BD00D-ECB0-FD41-4EBE-F9B0ABAA664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430820" y="249021"/>
                  <a:ext cx="65160" cy="14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BCD0CAE-6AE6-CAFE-1DC4-09D75F18D0F2}"/>
                    </a:ext>
                  </a:extLst>
                </p14:cNvPr>
                <p14:cNvContentPartPr/>
                <p14:nvPr/>
              </p14:nvContentPartPr>
              <p14:xfrm>
                <a:off x="5918180" y="1142480"/>
                <a:ext cx="103680" cy="19202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BCD0CAE-6AE6-CAFE-1DC4-09D75F18D0F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900180" y="1124480"/>
                  <a:ext cx="139320" cy="19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DBF301D-D492-DFAC-0F88-3C4FD032546B}"/>
                    </a:ext>
                  </a:extLst>
                </p14:cNvPr>
                <p14:cNvContentPartPr/>
                <p14:nvPr/>
              </p14:nvContentPartPr>
              <p14:xfrm>
                <a:off x="4878500" y="1481240"/>
                <a:ext cx="1954440" cy="1364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DBF301D-D492-DFAC-0F88-3C4FD032546B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860500" y="1463240"/>
                  <a:ext cx="199008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EDBE8A8-E90E-5D7D-0A26-97DE6F4D341E}"/>
                    </a:ext>
                  </a:extLst>
                </p14:cNvPr>
                <p14:cNvContentPartPr/>
                <p14:nvPr/>
              </p14:nvContentPartPr>
              <p14:xfrm>
                <a:off x="4851500" y="1350560"/>
                <a:ext cx="219600" cy="766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EDBE8A8-E90E-5D7D-0A26-97DE6F4D341E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833529" y="1332560"/>
                  <a:ext cx="255182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163A7294-C115-AEE3-4462-1B553EDF4E0D}"/>
                    </a:ext>
                  </a:extLst>
                </p14:cNvPr>
                <p14:cNvContentPartPr/>
                <p14:nvPr/>
              </p14:nvContentPartPr>
              <p14:xfrm>
                <a:off x="4920260" y="1256960"/>
                <a:ext cx="146880" cy="257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163A7294-C115-AEE3-4462-1B553EDF4E0D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902260" y="1238960"/>
                  <a:ext cx="18252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54741D2-FCCF-398D-DC5C-1DF27665A027}"/>
                    </a:ext>
                  </a:extLst>
                </p14:cNvPr>
                <p14:cNvContentPartPr/>
                <p14:nvPr/>
              </p14:nvContentPartPr>
              <p14:xfrm>
                <a:off x="5168300" y="1405280"/>
                <a:ext cx="11520" cy="705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54741D2-FCCF-398D-DC5C-1DF27665A02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150300" y="1387280"/>
                  <a:ext cx="471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4F8488E-613B-12D6-05EF-C03E0699B82B}"/>
                    </a:ext>
                  </a:extLst>
                </p14:cNvPr>
                <p14:cNvContentPartPr/>
                <p14:nvPr/>
              </p14:nvContentPartPr>
              <p14:xfrm>
                <a:off x="5446940" y="1270280"/>
                <a:ext cx="146880" cy="1368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4F8488E-613B-12D6-05EF-C03E0699B82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428940" y="1252280"/>
                  <a:ext cx="18252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50D6D4F-E1D9-8230-47B6-1D29B5E709E9}"/>
                    </a:ext>
                  </a:extLst>
                </p14:cNvPr>
                <p14:cNvContentPartPr/>
                <p14:nvPr/>
              </p14:nvContentPartPr>
              <p14:xfrm>
                <a:off x="5522180" y="1268480"/>
                <a:ext cx="83160" cy="1533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50D6D4F-E1D9-8230-47B6-1D29B5E709E9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504180" y="1250480"/>
                  <a:ext cx="11880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25732D1-99FD-F5E7-CC95-B5AAFA53BEB1}"/>
                    </a:ext>
                  </a:extLst>
                </p14:cNvPr>
                <p14:cNvContentPartPr/>
                <p14:nvPr/>
              </p14:nvContentPartPr>
              <p14:xfrm>
                <a:off x="5664380" y="1343720"/>
                <a:ext cx="126000" cy="738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25732D1-99FD-F5E7-CC95-B5AAFA53BEB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646380" y="1325720"/>
                  <a:ext cx="16164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87A8D96-E280-763C-498D-9A79EBF1849E}"/>
                    </a:ext>
                  </a:extLst>
                </p14:cNvPr>
                <p14:cNvContentPartPr/>
                <p14:nvPr/>
              </p14:nvContentPartPr>
              <p14:xfrm>
                <a:off x="6266300" y="1148240"/>
                <a:ext cx="159480" cy="1040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87A8D96-E280-763C-498D-9A79EBF1849E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248300" y="1130240"/>
                  <a:ext cx="19512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E40540F-992E-5498-241C-A7E01B794A00}"/>
                    </a:ext>
                  </a:extLst>
                </p14:cNvPr>
                <p14:cNvContentPartPr/>
                <p14:nvPr/>
              </p14:nvContentPartPr>
              <p14:xfrm>
                <a:off x="6371060" y="1220960"/>
                <a:ext cx="19080" cy="1785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E40540F-992E-5498-241C-A7E01B794A0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353060" y="1202960"/>
                  <a:ext cx="5472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62B58C8A-6B93-E68E-DF64-9EB103CE1789}"/>
                    </a:ext>
                  </a:extLst>
                </p14:cNvPr>
                <p14:cNvContentPartPr/>
                <p14:nvPr/>
              </p14:nvContentPartPr>
              <p14:xfrm>
                <a:off x="4982540" y="1815320"/>
                <a:ext cx="127080" cy="1706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62B58C8A-6B93-E68E-DF64-9EB103CE178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964591" y="1797320"/>
                  <a:ext cx="162619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8B2659A8-5E5A-45FF-C912-D1764C5F1A97}"/>
                    </a:ext>
                  </a:extLst>
                </p14:cNvPr>
                <p14:cNvContentPartPr/>
                <p14:nvPr/>
              </p14:nvContentPartPr>
              <p14:xfrm>
                <a:off x="5411300" y="1785080"/>
                <a:ext cx="137520" cy="1612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8B2659A8-5E5A-45FF-C912-D1764C5F1A9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393300" y="1767080"/>
                  <a:ext cx="17316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9D76D8E-D2E4-FE4E-D409-C3D56DA3520E}"/>
                    </a:ext>
                  </a:extLst>
                </p14:cNvPr>
                <p14:cNvContentPartPr/>
                <p14:nvPr/>
              </p14:nvContentPartPr>
              <p14:xfrm>
                <a:off x="5004860" y="2200880"/>
                <a:ext cx="164160" cy="1465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9D76D8E-D2E4-FE4E-D409-C3D56DA3520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986899" y="2182880"/>
                  <a:ext cx="199722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B074686-BC7F-022C-5FAB-1C2D9739E64A}"/>
                    </a:ext>
                  </a:extLst>
                </p14:cNvPr>
                <p14:cNvContentPartPr/>
                <p14:nvPr/>
              </p14:nvContentPartPr>
              <p14:xfrm>
                <a:off x="5486540" y="2171360"/>
                <a:ext cx="49680" cy="1526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B074686-BC7F-022C-5FAB-1C2D9739E64A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468409" y="2153360"/>
                  <a:ext cx="8558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FCDF889E-E7E1-6004-63D7-02FDB24BC8DB}"/>
                    </a:ext>
                  </a:extLst>
                </p14:cNvPr>
                <p14:cNvContentPartPr/>
                <p14:nvPr/>
              </p14:nvContentPartPr>
              <p14:xfrm>
                <a:off x="5116460" y="2603000"/>
                <a:ext cx="20880" cy="119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FCDF889E-E7E1-6004-63D7-02FDB24BC8D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098765" y="2585000"/>
                  <a:ext cx="55916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35919DD-EF5A-1003-A399-7562DE20A1F0}"/>
                    </a:ext>
                  </a:extLst>
                </p14:cNvPr>
                <p14:cNvContentPartPr/>
                <p14:nvPr/>
              </p14:nvContentPartPr>
              <p14:xfrm>
                <a:off x="5443700" y="2514800"/>
                <a:ext cx="117720" cy="1947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35919DD-EF5A-1003-A399-7562DE20A1F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425700" y="2496833"/>
                  <a:ext cx="153360" cy="2303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4ADEBFF-8B11-02E7-E47C-A697018E6FD6}"/>
                    </a:ext>
                  </a:extLst>
                </p14:cNvPr>
                <p14:cNvContentPartPr/>
                <p14:nvPr/>
              </p14:nvContentPartPr>
              <p14:xfrm>
                <a:off x="5123660" y="2990720"/>
                <a:ext cx="22680" cy="1580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4ADEBFF-8B11-02E7-E47C-A697018E6FD6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105660" y="2972720"/>
                  <a:ext cx="5832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4A6D54B-0D72-28DD-0D27-5BFB30817394}"/>
                    </a:ext>
                  </a:extLst>
                </p14:cNvPr>
                <p14:cNvContentPartPr/>
                <p14:nvPr/>
              </p14:nvContentPartPr>
              <p14:xfrm>
                <a:off x="5476460" y="2943920"/>
                <a:ext cx="18360" cy="1504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4A6D54B-0D72-28DD-0D27-5BFB3081739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458806" y="2925920"/>
                  <a:ext cx="53315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C8634BB-0DDA-CBAB-1355-49BFDD565F99}"/>
                    </a:ext>
                  </a:extLst>
                </p14:cNvPr>
                <p14:cNvContentPartPr/>
                <p14:nvPr/>
              </p14:nvContentPartPr>
              <p14:xfrm>
                <a:off x="6246500" y="1712720"/>
                <a:ext cx="141120" cy="1490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C8634BB-0DDA-CBAB-1355-49BFDD565F9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228500" y="1694720"/>
                  <a:ext cx="17676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E2F54BB5-3AD5-50BB-9AE3-13DA08BE2E31}"/>
                    </a:ext>
                  </a:extLst>
                </p14:cNvPr>
                <p14:cNvContentPartPr/>
                <p14:nvPr/>
              </p14:nvContentPartPr>
              <p14:xfrm>
                <a:off x="6299060" y="2044280"/>
                <a:ext cx="105840" cy="1609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E2F54BB5-3AD5-50BB-9AE3-13DA08BE2E3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281060" y="2026280"/>
                  <a:ext cx="14148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84F0F08D-65A1-9CE5-BF8B-D8E80324DF5F}"/>
                    </a:ext>
                  </a:extLst>
                </p14:cNvPr>
                <p14:cNvContentPartPr/>
                <p14:nvPr/>
              </p14:nvContentPartPr>
              <p14:xfrm>
                <a:off x="6302660" y="2452520"/>
                <a:ext cx="113040" cy="1515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84F0F08D-65A1-9CE5-BF8B-D8E80324DF5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284660" y="2434520"/>
                  <a:ext cx="14868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A1C2B95-0E23-9578-0434-5A04481A2959}"/>
                    </a:ext>
                  </a:extLst>
                </p14:cNvPr>
                <p14:cNvContentPartPr/>
                <p14:nvPr/>
              </p14:nvContentPartPr>
              <p14:xfrm>
                <a:off x="6384020" y="2852120"/>
                <a:ext cx="29880" cy="2559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A1C2B95-0E23-9578-0434-5A04481A295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366234" y="2834145"/>
                  <a:ext cx="65096" cy="2915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E12CCE9B-D88E-2E0C-5351-47AE6E18FA46}"/>
              </a:ext>
            </a:extLst>
          </p:cNvPr>
          <p:cNvGrpSpPr/>
          <p:nvPr/>
        </p:nvGrpSpPr>
        <p:grpSpPr>
          <a:xfrm>
            <a:off x="2511860" y="2717120"/>
            <a:ext cx="1909440" cy="442800"/>
            <a:chOff x="2511860" y="2717120"/>
            <a:chExt cx="1909440" cy="44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E43B152A-8DD6-8196-E96C-FF24AF286E6C}"/>
                    </a:ext>
                  </a:extLst>
                </p14:cNvPr>
                <p14:cNvContentPartPr/>
                <p14:nvPr/>
              </p14:nvContentPartPr>
              <p14:xfrm>
                <a:off x="2511860" y="2842760"/>
                <a:ext cx="258480" cy="2548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E43B152A-8DD6-8196-E96C-FF24AF286E6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493860" y="2824735"/>
                  <a:ext cx="294120" cy="29057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6529FA51-710B-D56F-EFA5-BABA847B3396}"/>
                    </a:ext>
                  </a:extLst>
                </p14:cNvPr>
                <p14:cNvContentPartPr/>
                <p14:nvPr/>
              </p14:nvContentPartPr>
              <p14:xfrm>
                <a:off x="2855660" y="2975600"/>
                <a:ext cx="80280" cy="18324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6529FA51-710B-D56F-EFA5-BABA847B3396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837579" y="2957565"/>
                  <a:ext cx="116081" cy="2189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43E7B3B3-60E7-DB04-5A8C-48F637E518F8}"/>
                    </a:ext>
                  </a:extLst>
                </p14:cNvPr>
                <p14:cNvContentPartPr/>
                <p14:nvPr/>
              </p14:nvContentPartPr>
              <p14:xfrm>
                <a:off x="3018380" y="3010880"/>
                <a:ext cx="165960" cy="421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43E7B3B3-60E7-DB04-5A8C-48F637E518F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000380" y="2992880"/>
                  <a:ext cx="20160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239C58BF-6D34-604C-CF4A-D95B70E99E7F}"/>
                    </a:ext>
                  </a:extLst>
                </p14:cNvPr>
                <p14:cNvContentPartPr/>
                <p14:nvPr/>
              </p14:nvContentPartPr>
              <p14:xfrm>
                <a:off x="3145100" y="2909720"/>
                <a:ext cx="55800" cy="2502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239C58BF-6D34-604C-CF4A-D95B70E99E7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127100" y="2891720"/>
                  <a:ext cx="9144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BE603879-E672-E34F-41AC-0719E28D9ADB}"/>
                    </a:ext>
                  </a:extLst>
                </p14:cNvPr>
                <p14:cNvContentPartPr/>
                <p14:nvPr/>
              </p14:nvContentPartPr>
              <p14:xfrm>
                <a:off x="3263540" y="2866520"/>
                <a:ext cx="141840" cy="1832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BE603879-E672-E34F-41AC-0719E28D9ADB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245586" y="2848555"/>
                  <a:ext cx="177390" cy="21881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11C5EDD4-8BBC-C064-0A95-61B5E63E1D9E}"/>
                    </a:ext>
                  </a:extLst>
                </p14:cNvPr>
                <p14:cNvContentPartPr/>
                <p14:nvPr/>
              </p14:nvContentPartPr>
              <p14:xfrm>
                <a:off x="3494300" y="2958680"/>
                <a:ext cx="179280" cy="11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11C5EDD4-8BBC-C064-0A95-61B5E63E1D9E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476264" y="2940680"/>
                  <a:ext cx="214992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DC47D3AD-C1B0-6051-4CF2-86E8B4B85B36}"/>
                    </a:ext>
                  </a:extLst>
                </p14:cNvPr>
                <p14:cNvContentPartPr/>
                <p14:nvPr/>
              </p14:nvContentPartPr>
              <p14:xfrm>
                <a:off x="3752420" y="2810000"/>
                <a:ext cx="79920" cy="352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DC47D3AD-C1B0-6051-4CF2-86E8B4B85B3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734420" y="2792000"/>
                  <a:ext cx="11556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2462F34C-D41A-9A59-0DC7-EAC226BC4B11}"/>
                    </a:ext>
                  </a:extLst>
                </p14:cNvPr>
                <p14:cNvContentPartPr/>
                <p14:nvPr/>
              </p14:nvContentPartPr>
              <p14:xfrm>
                <a:off x="3833780" y="2874800"/>
                <a:ext cx="64800" cy="435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2462F34C-D41A-9A59-0DC7-EAC226BC4B1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815679" y="2856800"/>
                  <a:ext cx="100639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944830FC-D67D-0A10-8760-A2B58FA24A6C}"/>
                    </a:ext>
                  </a:extLst>
                </p14:cNvPr>
                <p14:cNvContentPartPr/>
                <p14:nvPr/>
              </p14:nvContentPartPr>
              <p14:xfrm>
                <a:off x="3975980" y="2717120"/>
                <a:ext cx="78840" cy="2797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944830FC-D67D-0A10-8760-A2B58FA24A6C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957980" y="2699120"/>
                  <a:ext cx="11448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4B0921C2-9920-360F-218C-6019FF964782}"/>
                    </a:ext>
                  </a:extLst>
                </p14:cNvPr>
                <p14:cNvContentPartPr/>
                <p14:nvPr/>
              </p14:nvContentPartPr>
              <p14:xfrm>
                <a:off x="4134380" y="2807840"/>
                <a:ext cx="7560" cy="1188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4B0921C2-9920-360F-218C-6019FF964782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116380" y="2789840"/>
                  <a:ext cx="4320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952E71D9-0CB5-51E7-E5B1-B61325EF2254}"/>
                    </a:ext>
                  </a:extLst>
                </p14:cNvPr>
                <p14:cNvContentPartPr/>
                <p14:nvPr/>
              </p14:nvContentPartPr>
              <p14:xfrm>
                <a:off x="4301060" y="2727200"/>
                <a:ext cx="100080" cy="291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952E71D9-0CB5-51E7-E5B1-B61325EF225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283060" y="2709200"/>
                  <a:ext cx="13572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FEB1C2D1-E5BC-C3EF-A2C6-09832680A704}"/>
                    </a:ext>
                  </a:extLst>
                </p14:cNvPr>
                <p14:cNvContentPartPr/>
                <p14:nvPr/>
              </p14:nvContentPartPr>
              <p14:xfrm>
                <a:off x="4307900" y="2755280"/>
                <a:ext cx="113400" cy="1980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FEB1C2D1-E5BC-C3EF-A2C6-09832680A704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289900" y="2737280"/>
                  <a:ext cx="149040" cy="23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63EB9EE6-24CF-7AB7-6EEA-67C965CC679C}"/>
              </a:ext>
            </a:extLst>
          </p:cNvPr>
          <p:cNvGrpSpPr/>
          <p:nvPr/>
        </p:nvGrpSpPr>
        <p:grpSpPr>
          <a:xfrm>
            <a:off x="2656580" y="1755920"/>
            <a:ext cx="1840320" cy="518760"/>
            <a:chOff x="2656580" y="1755920"/>
            <a:chExt cx="1840320" cy="51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85F24F79-5C47-01D5-2256-86EF9E1F2D2D}"/>
                    </a:ext>
                  </a:extLst>
                </p14:cNvPr>
                <p14:cNvContentPartPr/>
                <p14:nvPr/>
              </p14:nvContentPartPr>
              <p14:xfrm>
                <a:off x="2656580" y="2027720"/>
                <a:ext cx="156960" cy="1962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85F24F79-5C47-01D5-2256-86EF9E1F2D2D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638580" y="2009720"/>
                  <a:ext cx="19260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2B9E5DD4-02CA-F916-8716-13CF750AA7EA}"/>
                    </a:ext>
                  </a:extLst>
                </p14:cNvPr>
                <p14:cNvContentPartPr/>
                <p14:nvPr/>
              </p14:nvContentPartPr>
              <p14:xfrm>
                <a:off x="2921900" y="2071280"/>
                <a:ext cx="50040" cy="2034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2B9E5DD4-02CA-F916-8716-13CF750AA7E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904029" y="2053280"/>
                  <a:ext cx="85425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070EB789-D658-286C-A54F-A3660411B231}"/>
                    </a:ext>
                  </a:extLst>
                </p14:cNvPr>
                <p14:cNvContentPartPr/>
                <p14:nvPr/>
              </p14:nvContentPartPr>
              <p14:xfrm>
                <a:off x="3061220" y="2004320"/>
                <a:ext cx="124920" cy="3528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070EB789-D658-286C-A54F-A3660411B23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043220" y="1986320"/>
                  <a:ext cx="16056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0116E08D-8EC9-F96B-5954-91C3119B4531}"/>
                    </a:ext>
                  </a:extLst>
                </p14:cNvPr>
                <p14:cNvContentPartPr/>
                <p14:nvPr/>
              </p14:nvContentPartPr>
              <p14:xfrm>
                <a:off x="3178580" y="1960400"/>
                <a:ext cx="46440" cy="20088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0116E08D-8EC9-F96B-5954-91C3119B4531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160718" y="1942400"/>
                  <a:ext cx="81806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F92E618C-E456-2772-84A3-E9760F278785}"/>
                    </a:ext>
                  </a:extLst>
                </p14:cNvPr>
                <p14:cNvContentPartPr/>
                <p14:nvPr/>
              </p14:nvContentPartPr>
              <p14:xfrm>
                <a:off x="3305660" y="1923680"/>
                <a:ext cx="160560" cy="1940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F92E618C-E456-2772-84A3-E9760F27878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287660" y="1905680"/>
                  <a:ext cx="19620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B95B6DA3-FEBA-196D-98B5-09690B95488C}"/>
                    </a:ext>
                  </a:extLst>
                </p14:cNvPr>
                <p14:cNvContentPartPr/>
                <p14:nvPr/>
              </p14:nvContentPartPr>
              <p14:xfrm>
                <a:off x="3575300" y="2010080"/>
                <a:ext cx="119880" cy="1324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B95B6DA3-FEBA-196D-98B5-09690B95488C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557300" y="1992129"/>
                  <a:ext cx="155520" cy="16802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5037F3AD-750D-CC9E-A78C-1DD6343ECB1E}"/>
                    </a:ext>
                  </a:extLst>
                </p14:cNvPr>
                <p14:cNvContentPartPr/>
                <p14:nvPr/>
              </p14:nvContentPartPr>
              <p14:xfrm>
                <a:off x="3730460" y="1928000"/>
                <a:ext cx="73800" cy="349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5037F3AD-750D-CC9E-A78C-1DD6343ECB1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12372" y="1910000"/>
                  <a:ext cx="109615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0EAD524D-9FBA-0031-43B6-51DCF328A440}"/>
                    </a:ext>
                  </a:extLst>
                </p14:cNvPr>
                <p14:cNvContentPartPr/>
                <p14:nvPr/>
              </p14:nvContentPartPr>
              <p14:xfrm>
                <a:off x="3781220" y="1978040"/>
                <a:ext cx="52560" cy="511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0EAD524D-9FBA-0031-43B6-51DCF328A440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63220" y="1960040"/>
                  <a:ext cx="8820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9DF53381-88CA-8E22-A944-DE2A231B41C2}"/>
                    </a:ext>
                  </a:extLst>
                </p14:cNvPr>
                <p14:cNvContentPartPr/>
                <p14:nvPr/>
              </p14:nvContentPartPr>
              <p14:xfrm>
                <a:off x="3905060" y="1855280"/>
                <a:ext cx="51120" cy="2206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9DF53381-88CA-8E22-A944-DE2A231B41C2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887060" y="1837280"/>
                  <a:ext cx="8676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F5513440-6F87-283C-A445-37E200AD946C}"/>
                    </a:ext>
                  </a:extLst>
                </p14:cNvPr>
                <p14:cNvContentPartPr/>
                <p14:nvPr/>
              </p14:nvContentPartPr>
              <p14:xfrm>
                <a:off x="4042220" y="1926560"/>
                <a:ext cx="7920" cy="792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F5513440-6F87-283C-A445-37E200AD946C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024220" y="1908560"/>
                  <a:ext cx="435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EEB9159D-D511-09C7-1B28-74FEFE924BA3}"/>
                    </a:ext>
                  </a:extLst>
                </p14:cNvPr>
                <p14:cNvContentPartPr/>
                <p14:nvPr/>
              </p14:nvContentPartPr>
              <p14:xfrm>
                <a:off x="4124660" y="1820360"/>
                <a:ext cx="172080" cy="17820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EEB9159D-D511-09C7-1B28-74FEFE924BA3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4106660" y="1802360"/>
                  <a:ext cx="2077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6A097D7F-154B-EFF2-A46F-AE0B0AF26A20}"/>
                    </a:ext>
                  </a:extLst>
                </p14:cNvPr>
                <p14:cNvContentPartPr/>
                <p14:nvPr/>
              </p14:nvContentPartPr>
              <p14:xfrm>
                <a:off x="4210700" y="1925120"/>
                <a:ext cx="70560" cy="457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6A097D7F-154B-EFF2-A46F-AE0B0AF26A20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192700" y="1906977"/>
                  <a:ext cx="106200" cy="8164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CC849FF0-6C00-68DB-B1F9-B2C853E1A238}"/>
                    </a:ext>
                  </a:extLst>
                </p14:cNvPr>
                <p14:cNvContentPartPr/>
                <p14:nvPr/>
              </p14:nvContentPartPr>
              <p14:xfrm>
                <a:off x="4400420" y="1755920"/>
                <a:ext cx="72000" cy="5508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CC849FF0-6C00-68DB-B1F9-B2C853E1A238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382510" y="1737920"/>
                  <a:ext cx="107463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15019B44-B5EB-36FF-A696-DC49B43AA9BD}"/>
                    </a:ext>
                  </a:extLst>
                </p14:cNvPr>
                <p14:cNvContentPartPr/>
                <p14:nvPr/>
              </p14:nvContentPartPr>
              <p14:xfrm>
                <a:off x="4403300" y="1777520"/>
                <a:ext cx="93600" cy="21816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15019B44-B5EB-36FF-A696-DC49B43AA9BD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385300" y="1759550"/>
                  <a:ext cx="129240" cy="253741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BE035C28-677A-E661-0303-FC77C6182CA6}"/>
                  </a:ext>
                </a:extLst>
              </p14:cNvPr>
              <p14:cNvContentPartPr/>
              <p14:nvPr/>
            </p14:nvContentPartPr>
            <p14:xfrm>
              <a:off x="825260" y="53480"/>
              <a:ext cx="129960" cy="173052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BE035C28-677A-E661-0303-FC77C6182CA6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807260" y="35476"/>
                <a:ext cx="165600" cy="1766167"/>
              </a:xfrm>
              <a:prstGeom prst="rect">
                <a:avLst/>
              </a:prstGeom>
            </p:spPr>
          </p:pic>
        </mc:Fallback>
      </mc:AlternateContent>
      <p:grpSp>
        <p:nvGrpSpPr>
          <p:cNvPr id="153" name="Group 152">
            <a:extLst>
              <a:ext uri="{FF2B5EF4-FFF2-40B4-BE49-F238E27FC236}">
                <a16:creationId xmlns:a16="http://schemas.microsoft.com/office/drawing/2014/main" id="{6E90646C-6EA3-0C78-AD46-48FD3E654E40}"/>
              </a:ext>
            </a:extLst>
          </p:cNvPr>
          <p:cNvGrpSpPr/>
          <p:nvPr/>
        </p:nvGrpSpPr>
        <p:grpSpPr>
          <a:xfrm>
            <a:off x="4343180" y="5280680"/>
            <a:ext cx="2904840" cy="319680"/>
            <a:chOff x="4343180" y="5280680"/>
            <a:chExt cx="2904840" cy="31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0C7CE731-D9F5-BD6F-F06B-1ED1DE34ED1F}"/>
                    </a:ext>
                  </a:extLst>
                </p14:cNvPr>
                <p14:cNvContentPartPr/>
                <p14:nvPr/>
              </p14:nvContentPartPr>
              <p14:xfrm>
                <a:off x="4343180" y="5280680"/>
                <a:ext cx="2904840" cy="19656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0C7CE731-D9F5-BD6F-F06B-1ED1DE34ED1F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325180" y="5262647"/>
                  <a:ext cx="2940480" cy="23226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85534A14-8071-6196-0C4A-510F095B70A8}"/>
                    </a:ext>
                  </a:extLst>
                </p14:cNvPr>
                <p14:cNvContentPartPr/>
                <p14:nvPr/>
              </p14:nvContentPartPr>
              <p14:xfrm>
                <a:off x="7080620" y="5367080"/>
                <a:ext cx="156600" cy="2332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85534A14-8071-6196-0C4A-510F095B70A8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062620" y="5349080"/>
                  <a:ext cx="192240" cy="26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175B1F78-EECD-2142-8CF7-9FD96F85BC01}"/>
              </a:ext>
            </a:extLst>
          </p:cNvPr>
          <p:cNvGrpSpPr/>
          <p:nvPr/>
        </p:nvGrpSpPr>
        <p:grpSpPr>
          <a:xfrm>
            <a:off x="322340" y="552080"/>
            <a:ext cx="1600920" cy="1197360"/>
            <a:chOff x="322340" y="552080"/>
            <a:chExt cx="1600920" cy="1197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32DA1031-7CF5-C85B-3D8B-2E0DC6C2D59B}"/>
                    </a:ext>
                  </a:extLst>
                </p14:cNvPr>
                <p14:cNvContentPartPr/>
                <p14:nvPr/>
              </p14:nvContentPartPr>
              <p14:xfrm>
                <a:off x="771260" y="789320"/>
                <a:ext cx="1152000" cy="96012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32DA1031-7CF5-C85B-3D8B-2E0DC6C2D59B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53260" y="771320"/>
                  <a:ext cx="1187640" cy="9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6B2DF55C-19CF-D747-BB18-A2E47FC18E28}"/>
                    </a:ext>
                  </a:extLst>
                </p14:cNvPr>
                <p14:cNvContentPartPr/>
                <p14:nvPr/>
              </p14:nvContentPartPr>
              <p14:xfrm>
                <a:off x="322340" y="747560"/>
                <a:ext cx="147240" cy="14004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6B2DF55C-19CF-D747-BB18-A2E47FC18E2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04340" y="729560"/>
                  <a:ext cx="18288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D661DA22-9278-A439-0198-2AFFC886C020}"/>
                    </a:ext>
                  </a:extLst>
                </p14:cNvPr>
                <p14:cNvContentPartPr/>
                <p14:nvPr/>
              </p14:nvContentPartPr>
              <p14:xfrm>
                <a:off x="415220" y="702200"/>
                <a:ext cx="23040" cy="1908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D661DA22-9278-A439-0198-2AFFC886C020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97220" y="683854"/>
                  <a:ext cx="58680" cy="554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2E707DF1-5FB7-7ADC-EE8B-4E5CA1129A82}"/>
                    </a:ext>
                  </a:extLst>
                </p14:cNvPr>
                <p14:cNvContentPartPr/>
                <p14:nvPr/>
              </p14:nvContentPartPr>
              <p14:xfrm>
                <a:off x="459860" y="552080"/>
                <a:ext cx="13680" cy="6084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2E707DF1-5FB7-7ADC-EE8B-4E5CA1129A82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41860" y="533973"/>
                  <a:ext cx="49320" cy="9669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E71BD56E-EAA8-9A35-6D77-4DC82CBC2456}"/>
                    </a:ext>
                  </a:extLst>
                </p14:cNvPr>
                <p14:cNvContentPartPr/>
                <p14:nvPr/>
              </p14:nvContentPartPr>
              <p14:xfrm>
                <a:off x="450860" y="576200"/>
                <a:ext cx="101160" cy="1011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E71BD56E-EAA8-9A35-6D77-4DC82CBC2456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32924" y="558200"/>
                  <a:ext cx="136674" cy="13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7A89B672-29F8-5E9A-0346-ACF04CD9CA09}"/>
              </a:ext>
            </a:extLst>
          </p:cNvPr>
          <p:cNvGrpSpPr/>
          <p:nvPr/>
        </p:nvGrpSpPr>
        <p:grpSpPr>
          <a:xfrm>
            <a:off x="4252820" y="4140560"/>
            <a:ext cx="1504440" cy="1713960"/>
            <a:chOff x="4252820" y="4140560"/>
            <a:chExt cx="1504440" cy="1713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E29B4003-6D30-620C-BA02-E55BD49D98BD}"/>
                    </a:ext>
                  </a:extLst>
                </p14:cNvPr>
                <p14:cNvContentPartPr/>
                <p14:nvPr/>
              </p14:nvContentPartPr>
              <p14:xfrm>
                <a:off x="4252820" y="4140560"/>
                <a:ext cx="51840" cy="2232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E29B4003-6D30-620C-BA02-E55BD49D98BD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234944" y="4122560"/>
                  <a:ext cx="87234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F52BE3A1-03E1-F0B1-2589-C05702E9149B}"/>
                    </a:ext>
                  </a:extLst>
                </p14:cNvPr>
                <p14:cNvContentPartPr/>
                <p14:nvPr/>
              </p14:nvContentPartPr>
              <p14:xfrm>
                <a:off x="4318700" y="4157480"/>
                <a:ext cx="1186920" cy="122400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F52BE3A1-03E1-F0B1-2589-C05702E9149B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4300695" y="4139480"/>
                  <a:ext cx="1222571" cy="12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FE65F48E-25B1-349A-B7DC-CBD8AC6641A1}"/>
                    </a:ext>
                  </a:extLst>
                </p14:cNvPr>
                <p14:cNvContentPartPr/>
                <p14:nvPr/>
              </p14:nvContentPartPr>
              <p14:xfrm>
                <a:off x="5439380" y="5723840"/>
                <a:ext cx="146880" cy="13068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FE65F48E-25B1-349A-B7DC-CBD8AC6641A1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421380" y="5705840"/>
                  <a:ext cx="18252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10B8EADF-6A31-0629-E4E2-EF08CAE222D8}"/>
                    </a:ext>
                  </a:extLst>
                </p14:cNvPr>
                <p14:cNvContentPartPr/>
                <p14:nvPr/>
              </p14:nvContentPartPr>
              <p14:xfrm>
                <a:off x="5582660" y="5696840"/>
                <a:ext cx="2880" cy="900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10B8EADF-6A31-0629-E4E2-EF08CAE222D8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64660" y="5678840"/>
                  <a:ext cx="3852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5202088D-4025-DDD3-C533-BC5EBE3648D8}"/>
                    </a:ext>
                  </a:extLst>
                </p14:cNvPr>
                <p14:cNvContentPartPr/>
                <p14:nvPr/>
              </p14:nvContentPartPr>
              <p14:xfrm>
                <a:off x="5625140" y="5518640"/>
                <a:ext cx="132120" cy="14004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5202088D-4025-DDD3-C533-BC5EBE3648D8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607140" y="5500594"/>
                  <a:ext cx="167760" cy="17577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44A351-2612-2EB2-3877-2DB52512FFA5}"/>
              </a:ext>
            </a:extLst>
          </p:cNvPr>
          <p:cNvGrpSpPr/>
          <p:nvPr/>
        </p:nvGrpSpPr>
        <p:grpSpPr>
          <a:xfrm>
            <a:off x="6263780" y="5503160"/>
            <a:ext cx="388440" cy="520200"/>
            <a:chOff x="6263780" y="5503160"/>
            <a:chExt cx="388440" cy="52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85E7419C-E343-6DCF-1C42-8C4AB42AC946}"/>
                    </a:ext>
                  </a:extLst>
                </p14:cNvPr>
                <p14:cNvContentPartPr/>
                <p14:nvPr/>
              </p14:nvContentPartPr>
              <p14:xfrm>
                <a:off x="6263780" y="5713040"/>
                <a:ext cx="30600" cy="1836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85E7419C-E343-6DCF-1C42-8C4AB42AC946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6245780" y="5695386"/>
                  <a:ext cx="66240" cy="5331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292D2188-A4D7-ADE5-1D62-EDE45CABDCDA}"/>
                    </a:ext>
                  </a:extLst>
                </p14:cNvPr>
                <p14:cNvContentPartPr/>
                <p14:nvPr/>
              </p14:nvContentPartPr>
              <p14:xfrm>
                <a:off x="6394460" y="5607920"/>
                <a:ext cx="98280" cy="10980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292D2188-A4D7-ADE5-1D62-EDE45CABDCDA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376460" y="5589920"/>
                  <a:ext cx="13392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9CFD7465-C184-7142-109C-721D580889CA}"/>
                    </a:ext>
                  </a:extLst>
                </p14:cNvPr>
                <p14:cNvContentPartPr/>
                <p14:nvPr/>
              </p14:nvContentPartPr>
              <p14:xfrm>
                <a:off x="6335780" y="5577320"/>
                <a:ext cx="237960" cy="2401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9CFD7465-C184-7142-109C-721D580889CA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6317753" y="5559320"/>
                  <a:ext cx="273654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C436D110-CA14-9A89-309D-B5CD2BA2902B}"/>
                    </a:ext>
                  </a:extLst>
                </p14:cNvPr>
                <p14:cNvContentPartPr/>
                <p14:nvPr/>
              </p14:nvContentPartPr>
              <p14:xfrm>
                <a:off x="6463220" y="5638160"/>
                <a:ext cx="49680" cy="10620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C436D110-CA14-9A89-309D-B5CD2BA2902B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6445089" y="5620160"/>
                  <a:ext cx="8558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7AE95E44-87D2-6C31-03BB-E354471204AC}"/>
                    </a:ext>
                  </a:extLst>
                </p14:cNvPr>
                <p14:cNvContentPartPr/>
                <p14:nvPr/>
              </p14:nvContentPartPr>
              <p14:xfrm>
                <a:off x="6531260" y="5503160"/>
                <a:ext cx="27000" cy="7488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7AE95E44-87D2-6C31-03BB-E354471204AC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6513260" y="5485160"/>
                  <a:ext cx="6264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27E34852-9756-4B2B-17AF-ACC6549D3BCD}"/>
                    </a:ext>
                  </a:extLst>
                </p14:cNvPr>
                <p14:cNvContentPartPr/>
                <p14:nvPr/>
              </p14:nvContentPartPr>
              <p14:xfrm>
                <a:off x="6558260" y="5533400"/>
                <a:ext cx="93960" cy="10692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27E34852-9756-4B2B-17AF-ACC6549D3BCD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6540260" y="5515400"/>
                  <a:ext cx="1296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B09F58FE-9B59-7B0F-2840-852ECED6DB2B}"/>
                    </a:ext>
                  </a:extLst>
                </p14:cNvPr>
                <p14:cNvContentPartPr/>
                <p14:nvPr/>
              </p14:nvContentPartPr>
              <p14:xfrm>
                <a:off x="6268460" y="5822480"/>
                <a:ext cx="208800" cy="20088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B09F58FE-9B59-7B0F-2840-852ECED6DB2B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6250460" y="5804448"/>
                  <a:ext cx="244440" cy="236584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6">
            <p14:nvContentPartPr>
              <p14:cNvPr id="184" name="Ink 183">
                <a:extLst>
                  <a:ext uri="{FF2B5EF4-FFF2-40B4-BE49-F238E27FC236}">
                    <a16:creationId xmlns:a16="http://schemas.microsoft.com/office/drawing/2014/main" id="{24D8550C-64D4-F317-D51F-EA27C2650AFB}"/>
                  </a:ext>
                </a:extLst>
              </p14:cNvPr>
              <p14:cNvContentPartPr/>
              <p14:nvPr/>
            </p14:nvContentPartPr>
            <p14:xfrm>
              <a:off x="181220" y="2212760"/>
              <a:ext cx="4220280" cy="3865320"/>
            </p14:xfrm>
          </p:contentPart>
        </mc:Choice>
        <mc:Fallback xmlns="">
          <p:pic>
            <p:nvPicPr>
              <p:cNvPr id="184" name="Ink 183">
                <a:extLst>
                  <a:ext uri="{FF2B5EF4-FFF2-40B4-BE49-F238E27FC236}">
                    <a16:creationId xmlns:a16="http://schemas.microsoft.com/office/drawing/2014/main" id="{24D8550C-64D4-F317-D51F-EA27C2650AFB}"/>
                  </a:ext>
                </a:extLst>
              </p:cNvPr>
              <p:cNvPicPr/>
              <p:nvPr/>
            </p:nvPicPr>
            <p:blipFill>
              <a:blip r:embed="rId167"/>
              <a:stretch>
                <a:fillRect/>
              </a:stretch>
            </p:blipFill>
            <p:spPr>
              <a:xfrm>
                <a:off x="163220" y="2194760"/>
                <a:ext cx="4255920" cy="3900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4" name="Group 193">
            <a:extLst>
              <a:ext uri="{FF2B5EF4-FFF2-40B4-BE49-F238E27FC236}">
                <a16:creationId xmlns:a16="http://schemas.microsoft.com/office/drawing/2014/main" id="{5F2239D0-5AF4-70F4-8C1C-7A264753DFD5}"/>
              </a:ext>
            </a:extLst>
          </p:cNvPr>
          <p:cNvGrpSpPr/>
          <p:nvPr/>
        </p:nvGrpSpPr>
        <p:grpSpPr>
          <a:xfrm>
            <a:off x="2103260" y="3716840"/>
            <a:ext cx="1074960" cy="744120"/>
            <a:chOff x="2103260" y="3716840"/>
            <a:chExt cx="1074960" cy="744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1B01EF74-3B7C-73CE-2E36-390191AC7DD3}"/>
                    </a:ext>
                  </a:extLst>
                </p14:cNvPr>
                <p14:cNvContentPartPr/>
                <p14:nvPr/>
              </p14:nvContentPartPr>
              <p14:xfrm>
                <a:off x="2103260" y="4194560"/>
                <a:ext cx="225000" cy="26640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1B01EF74-3B7C-73CE-2E36-390191AC7DD3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2085260" y="4176560"/>
                  <a:ext cx="26064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C78AD75F-97F1-C774-9C0B-26B1D2A5BDBD}"/>
                    </a:ext>
                  </a:extLst>
                </p14:cNvPr>
                <p14:cNvContentPartPr/>
                <p14:nvPr/>
              </p14:nvContentPartPr>
              <p14:xfrm>
                <a:off x="2414300" y="4287440"/>
                <a:ext cx="102240" cy="16164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C78AD75F-97F1-C774-9C0B-26B1D2A5BDBD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2396363" y="4269440"/>
                  <a:ext cx="137755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A9BD7988-C5CA-6BBD-15FA-30F019227B84}"/>
                    </a:ext>
                  </a:extLst>
                </p14:cNvPr>
                <p14:cNvContentPartPr/>
                <p14:nvPr/>
              </p14:nvContentPartPr>
              <p14:xfrm>
                <a:off x="2549660" y="4122200"/>
                <a:ext cx="60840" cy="748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A9BD7988-C5CA-6BBD-15FA-30F019227B84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2531660" y="4104286"/>
                  <a:ext cx="96480" cy="11034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72A64A81-E214-49A3-D6F6-9CEBEE880FA5}"/>
                    </a:ext>
                  </a:extLst>
                </p14:cNvPr>
                <p14:cNvContentPartPr/>
                <p14:nvPr/>
              </p14:nvContentPartPr>
              <p14:xfrm>
                <a:off x="2534900" y="4077920"/>
                <a:ext cx="86040" cy="11592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72A64A81-E214-49A3-D6F6-9CEBEE880FA5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2516900" y="4059864"/>
                  <a:ext cx="121680" cy="15167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33F81FD8-5D0E-AD8B-D772-53465A659D4C}"/>
                    </a:ext>
                  </a:extLst>
                </p14:cNvPr>
                <p14:cNvContentPartPr/>
                <p14:nvPr/>
              </p14:nvContentPartPr>
              <p14:xfrm>
                <a:off x="2644340" y="3897920"/>
                <a:ext cx="141120" cy="17928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33F81FD8-5D0E-AD8B-D772-53465A659D4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2626340" y="3879920"/>
                  <a:ext cx="17676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C645E102-FE00-6889-6E1C-52234A4C9648}"/>
                    </a:ext>
                  </a:extLst>
                </p14:cNvPr>
                <p14:cNvContentPartPr/>
                <p14:nvPr/>
              </p14:nvContentPartPr>
              <p14:xfrm>
                <a:off x="2827580" y="3954080"/>
                <a:ext cx="93600" cy="9828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C645E102-FE00-6889-6E1C-52234A4C9648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2809649" y="3936080"/>
                  <a:ext cx="129103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B048A095-3597-869A-1878-F31BE47E7141}"/>
                    </a:ext>
                  </a:extLst>
                </p14:cNvPr>
                <p14:cNvContentPartPr/>
                <p14:nvPr/>
              </p14:nvContentPartPr>
              <p14:xfrm>
                <a:off x="3001460" y="3820520"/>
                <a:ext cx="22680" cy="1368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B048A095-3597-869A-1878-F31BE47E7141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2983460" y="3802982"/>
                  <a:ext cx="58320" cy="4840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CA028C94-9AFB-9ED7-C6D5-B13889183A7F}"/>
                    </a:ext>
                  </a:extLst>
                </p14:cNvPr>
                <p14:cNvContentPartPr/>
                <p14:nvPr/>
              </p14:nvContentPartPr>
              <p14:xfrm>
                <a:off x="3010460" y="3851120"/>
                <a:ext cx="76680" cy="6300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CA028C94-9AFB-9ED7-C6D5-B13889183A7F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2992460" y="3833222"/>
                  <a:ext cx="112320" cy="9843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230D0FB5-0A26-C641-646D-C737F2332992}"/>
                    </a:ext>
                  </a:extLst>
                </p14:cNvPr>
                <p14:cNvContentPartPr/>
                <p14:nvPr/>
              </p14:nvContentPartPr>
              <p14:xfrm>
                <a:off x="3116660" y="3716840"/>
                <a:ext cx="61560" cy="18360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230D0FB5-0A26-C641-646D-C737F2332992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98660" y="3698840"/>
                  <a:ext cx="97200" cy="219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3F4D653F-52AA-30A2-FD44-FEE51C29DED5}"/>
                  </a:ext>
                </a:extLst>
              </p14:cNvPr>
              <p14:cNvContentPartPr/>
              <p14:nvPr/>
            </p14:nvContentPartPr>
            <p14:xfrm>
              <a:off x="7438100" y="652160"/>
              <a:ext cx="210240" cy="3229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3F4D653F-52AA-30A2-FD44-FEE51C29DED5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7420100" y="634160"/>
                <a:ext cx="245880" cy="358560"/>
              </a:xfrm>
              <a:prstGeom prst="rect">
                <a:avLst/>
              </a:prstGeom>
            </p:spPr>
          </p:pic>
        </mc:Fallback>
      </mc:AlternateContent>
      <p:grpSp>
        <p:nvGrpSpPr>
          <p:cNvPr id="31" name="Group 30">
            <a:extLst>
              <a:ext uri="{FF2B5EF4-FFF2-40B4-BE49-F238E27FC236}">
                <a16:creationId xmlns:a16="http://schemas.microsoft.com/office/drawing/2014/main" id="{955378BC-9448-1F3A-4E07-A08DB7192010}"/>
              </a:ext>
            </a:extLst>
          </p:cNvPr>
          <p:cNvGrpSpPr/>
          <p:nvPr/>
        </p:nvGrpSpPr>
        <p:grpSpPr>
          <a:xfrm>
            <a:off x="7872260" y="769160"/>
            <a:ext cx="99000" cy="86760"/>
            <a:chOff x="7872260" y="769160"/>
            <a:chExt cx="99000" cy="8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B2215F5-0CF1-3A7C-2327-E528FE5EE9BA}"/>
                    </a:ext>
                  </a:extLst>
                </p14:cNvPr>
                <p14:cNvContentPartPr/>
                <p14:nvPr/>
              </p14:nvContentPartPr>
              <p14:xfrm>
                <a:off x="7872260" y="769160"/>
                <a:ext cx="51840" cy="6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B2215F5-0CF1-3A7C-2327-E528FE5EE9BA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7854620" y="751160"/>
                  <a:ext cx="8748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EF284D5-25CC-2CD7-A534-C19EBBA92B63}"/>
                    </a:ext>
                  </a:extLst>
                </p14:cNvPr>
                <p14:cNvContentPartPr/>
                <p14:nvPr/>
              </p14:nvContentPartPr>
              <p14:xfrm>
                <a:off x="7897100" y="823880"/>
                <a:ext cx="74160" cy="320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EF284D5-25CC-2CD7-A534-C19EBBA92B63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7879100" y="805880"/>
                  <a:ext cx="109800" cy="6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167410B5-D8C5-432A-2565-C87223A79090}"/>
              </a:ext>
            </a:extLst>
          </p:cNvPr>
          <p:cNvGrpSpPr/>
          <p:nvPr/>
        </p:nvGrpSpPr>
        <p:grpSpPr>
          <a:xfrm>
            <a:off x="8185100" y="518600"/>
            <a:ext cx="1301040" cy="334440"/>
            <a:chOff x="8185100" y="518600"/>
            <a:chExt cx="1301040" cy="334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AF708E95-4C27-6088-E6F2-75126DBC65AB}"/>
                    </a:ext>
                  </a:extLst>
                </p14:cNvPr>
                <p14:cNvContentPartPr/>
                <p14:nvPr/>
              </p14:nvContentPartPr>
              <p14:xfrm>
                <a:off x="8291300" y="563600"/>
                <a:ext cx="51480" cy="2894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AF708E95-4C27-6088-E6F2-75126DBC65AB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8273660" y="545960"/>
                  <a:ext cx="8712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03292A2-76F2-B44A-F201-E9A21D7E2E9D}"/>
                    </a:ext>
                  </a:extLst>
                </p14:cNvPr>
                <p14:cNvContentPartPr/>
                <p14:nvPr/>
              </p14:nvContentPartPr>
              <p14:xfrm>
                <a:off x="8185100" y="695720"/>
                <a:ext cx="200880" cy="889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03292A2-76F2-B44A-F201-E9A21D7E2E9D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8167460" y="678080"/>
                  <a:ext cx="23652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70C224E2-92D7-8756-1C5E-133B308BA56E}"/>
                    </a:ext>
                  </a:extLst>
                </p14:cNvPr>
                <p14:cNvContentPartPr/>
                <p14:nvPr/>
              </p14:nvContentPartPr>
              <p14:xfrm>
                <a:off x="8523140" y="518600"/>
                <a:ext cx="208800" cy="3132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70C224E2-92D7-8756-1C5E-133B308BA56E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8505500" y="500960"/>
                  <a:ext cx="24444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468A580F-F5E3-6580-68D7-125FC1C9EE70}"/>
                    </a:ext>
                  </a:extLst>
                </p14:cNvPr>
                <p14:cNvContentPartPr/>
                <p14:nvPr/>
              </p14:nvContentPartPr>
              <p14:xfrm>
                <a:off x="8772980" y="586280"/>
                <a:ext cx="131040" cy="1558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468A580F-F5E3-6580-68D7-125FC1C9EE70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8754980" y="568280"/>
                  <a:ext cx="16668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9207D2C0-D2F3-678E-575C-9BB641FBBD82}"/>
                    </a:ext>
                  </a:extLst>
                </p14:cNvPr>
                <p14:cNvContentPartPr/>
                <p14:nvPr/>
              </p14:nvContentPartPr>
              <p14:xfrm>
                <a:off x="8994740" y="680960"/>
                <a:ext cx="16560" cy="5832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9207D2C0-D2F3-678E-575C-9BB641FBBD82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8977100" y="662960"/>
                  <a:ext cx="5220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1EDC4C16-8879-801E-FB28-19E4B58F85C8}"/>
                    </a:ext>
                  </a:extLst>
                </p14:cNvPr>
                <p14:cNvContentPartPr/>
                <p14:nvPr/>
              </p14:nvContentPartPr>
              <p14:xfrm>
                <a:off x="9010940" y="562880"/>
                <a:ext cx="20880" cy="5004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1EDC4C16-8879-801E-FB28-19E4B58F85C8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8992940" y="544880"/>
                  <a:ext cx="5652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ED866D32-15D8-3C58-352F-C1F206273D50}"/>
                    </a:ext>
                  </a:extLst>
                </p14:cNvPr>
                <p14:cNvContentPartPr/>
                <p14:nvPr/>
              </p14:nvContentPartPr>
              <p14:xfrm>
                <a:off x="9151700" y="597800"/>
                <a:ext cx="230760" cy="1238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ED866D32-15D8-3C58-352F-C1F206273D50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9134060" y="579800"/>
                  <a:ext cx="26640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220633D2-072D-E5D4-58C1-7313713D861F}"/>
                    </a:ext>
                  </a:extLst>
                </p14:cNvPr>
                <p14:cNvContentPartPr/>
                <p14:nvPr/>
              </p14:nvContentPartPr>
              <p14:xfrm>
                <a:off x="9467780" y="672320"/>
                <a:ext cx="18360" cy="5220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220633D2-072D-E5D4-58C1-7313713D861F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9450140" y="654320"/>
                  <a:ext cx="5400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B0A0F98A-D4A3-6AD4-9B01-6153824EEFE1}"/>
                    </a:ext>
                  </a:extLst>
                </p14:cNvPr>
                <p14:cNvContentPartPr/>
                <p14:nvPr/>
              </p14:nvContentPartPr>
              <p14:xfrm>
                <a:off x="9473900" y="546320"/>
                <a:ext cx="10080" cy="1800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B0A0F98A-D4A3-6AD4-9B01-6153824EEFE1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9455900" y="528320"/>
                  <a:ext cx="45720" cy="5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C15015FB-5CC9-E064-7016-EF13BA69494D}"/>
              </a:ext>
            </a:extLst>
          </p:cNvPr>
          <p:cNvGrpSpPr/>
          <p:nvPr/>
        </p:nvGrpSpPr>
        <p:grpSpPr>
          <a:xfrm>
            <a:off x="9653540" y="454880"/>
            <a:ext cx="585360" cy="379440"/>
            <a:chOff x="9653540" y="454880"/>
            <a:chExt cx="585360" cy="37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7FB20485-8B6A-7BE0-BEBC-BA8D26C0C743}"/>
                    </a:ext>
                  </a:extLst>
                </p14:cNvPr>
                <p14:cNvContentPartPr/>
                <p14:nvPr/>
              </p14:nvContentPartPr>
              <p14:xfrm>
                <a:off x="9653540" y="651440"/>
                <a:ext cx="117000" cy="1476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7FB20485-8B6A-7BE0-BEBC-BA8D26C0C743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9635900" y="633800"/>
                  <a:ext cx="15264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F4030DE5-0748-53CD-EC88-2F2BB31A5E06}"/>
                    </a:ext>
                  </a:extLst>
                </p14:cNvPr>
                <p14:cNvContentPartPr/>
                <p14:nvPr/>
              </p14:nvContentPartPr>
              <p14:xfrm>
                <a:off x="9732020" y="555680"/>
                <a:ext cx="23040" cy="18216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F4030DE5-0748-53CD-EC88-2F2BB31A5E06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9714380" y="538040"/>
                  <a:ext cx="586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3990648D-19EB-D2F9-74A3-F07BD45ED3E0}"/>
                    </a:ext>
                  </a:extLst>
                </p14:cNvPr>
                <p14:cNvContentPartPr/>
                <p14:nvPr/>
              </p14:nvContentPartPr>
              <p14:xfrm>
                <a:off x="9930380" y="529400"/>
                <a:ext cx="113760" cy="18972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3990648D-19EB-D2F9-74A3-F07BD45ED3E0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912380" y="511760"/>
                  <a:ext cx="14940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43BE1EFA-74CC-7BE2-16C5-16DD37415E68}"/>
                    </a:ext>
                  </a:extLst>
                </p14:cNvPr>
                <p14:cNvContentPartPr/>
                <p14:nvPr/>
              </p14:nvContentPartPr>
              <p14:xfrm>
                <a:off x="10086980" y="454880"/>
                <a:ext cx="151920" cy="37944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43BE1EFA-74CC-7BE2-16C5-16DD37415E68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0069340" y="436880"/>
                  <a:ext cx="187560" cy="41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35A0D2D1-3A8B-E0F6-8E25-541D0C4D013F}"/>
              </a:ext>
            </a:extLst>
          </p:cNvPr>
          <p:cNvGrpSpPr/>
          <p:nvPr/>
        </p:nvGrpSpPr>
        <p:grpSpPr>
          <a:xfrm>
            <a:off x="6859580" y="1009640"/>
            <a:ext cx="502200" cy="276480"/>
            <a:chOff x="6859580" y="1009640"/>
            <a:chExt cx="502200" cy="27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A7791B37-A50C-223F-E6CE-7E25AA22B884}"/>
                    </a:ext>
                  </a:extLst>
                </p14:cNvPr>
                <p14:cNvContentPartPr/>
                <p14:nvPr/>
              </p14:nvContentPartPr>
              <p14:xfrm>
                <a:off x="6873260" y="1009640"/>
                <a:ext cx="488520" cy="20916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A7791B37-A50C-223F-E6CE-7E25AA22B884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6855260" y="991640"/>
                  <a:ext cx="52416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C0B768C3-193E-FF5B-DBE4-65B8B09D88C2}"/>
                    </a:ext>
                  </a:extLst>
                </p14:cNvPr>
                <p14:cNvContentPartPr/>
                <p14:nvPr/>
              </p14:nvContentPartPr>
              <p14:xfrm>
                <a:off x="6859580" y="1108640"/>
                <a:ext cx="144000" cy="17748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C0B768C3-193E-FF5B-DBE4-65B8B09D88C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6841940" y="1091000"/>
                  <a:ext cx="179640" cy="21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512C508C-6992-38E6-1FD6-DBDF0D754CCF}"/>
              </a:ext>
            </a:extLst>
          </p:cNvPr>
          <p:cNvGrpSpPr/>
          <p:nvPr/>
        </p:nvGrpSpPr>
        <p:grpSpPr>
          <a:xfrm>
            <a:off x="6960020" y="1525520"/>
            <a:ext cx="472320" cy="274680"/>
            <a:chOff x="6960020" y="1525520"/>
            <a:chExt cx="472320" cy="27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8E2AC880-269F-855B-7F10-31C640161A88}"/>
                    </a:ext>
                  </a:extLst>
                </p14:cNvPr>
                <p14:cNvContentPartPr/>
                <p14:nvPr/>
              </p14:nvContentPartPr>
              <p14:xfrm>
                <a:off x="6960020" y="1558640"/>
                <a:ext cx="18000" cy="24156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8E2AC880-269F-855B-7F10-31C640161A88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6942020" y="1540640"/>
                  <a:ext cx="5364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08FA1B0E-CF80-AFA7-569B-4524FEA2B76D}"/>
                    </a:ext>
                  </a:extLst>
                </p14:cNvPr>
                <p14:cNvContentPartPr/>
                <p14:nvPr/>
              </p14:nvContentPartPr>
              <p14:xfrm>
                <a:off x="6969380" y="1588520"/>
                <a:ext cx="133920" cy="14976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08FA1B0E-CF80-AFA7-569B-4524FEA2B76D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6951740" y="1570520"/>
                  <a:ext cx="16956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78D0E471-F92F-9EC6-4039-2B07DDA38936}"/>
                    </a:ext>
                  </a:extLst>
                </p14:cNvPr>
                <p14:cNvContentPartPr/>
                <p14:nvPr/>
              </p14:nvContentPartPr>
              <p14:xfrm>
                <a:off x="6975140" y="1676000"/>
                <a:ext cx="114480" cy="6156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78D0E471-F92F-9EC6-4039-2B07DDA38936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6957140" y="1658360"/>
                  <a:ext cx="15012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D7A57155-23A2-F303-6752-0D7C5FFEB647}"/>
                    </a:ext>
                  </a:extLst>
                </p14:cNvPr>
                <p14:cNvContentPartPr/>
                <p14:nvPr/>
              </p14:nvContentPartPr>
              <p14:xfrm>
                <a:off x="7125620" y="1604360"/>
                <a:ext cx="144000" cy="9144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D7A57155-23A2-F303-6752-0D7C5FFEB647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7107980" y="1586360"/>
                  <a:ext cx="1796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58FDD3FF-1BCC-A826-CB6E-54C279D3F884}"/>
                    </a:ext>
                  </a:extLst>
                </p14:cNvPr>
                <p14:cNvContentPartPr/>
                <p14:nvPr/>
              </p14:nvContentPartPr>
              <p14:xfrm>
                <a:off x="7344140" y="1525520"/>
                <a:ext cx="88200" cy="21276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58FDD3FF-1BCC-A826-CB6E-54C279D3F884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7326140" y="1507880"/>
                  <a:ext cx="123840" cy="248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5" name="Group 214">
            <a:extLst>
              <a:ext uri="{FF2B5EF4-FFF2-40B4-BE49-F238E27FC236}">
                <a16:creationId xmlns:a16="http://schemas.microsoft.com/office/drawing/2014/main" id="{6F8F66FB-22DF-8B2D-96C8-E44899845547}"/>
              </a:ext>
            </a:extLst>
          </p:cNvPr>
          <p:cNvGrpSpPr/>
          <p:nvPr/>
        </p:nvGrpSpPr>
        <p:grpSpPr>
          <a:xfrm>
            <a:off x="8005100" y="1269920"/>
            <a:ext cx="464400" cy="489960"/>
            <a:chOff x="8005100" y="1269920"/>
            <a:chExt cx="464400" cy="48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F96BE25A-E2FA-BC29-A36B-BC95369F748D}"/>
                    </a:ext>
                  </a:extLst>
                </p14:cNvPr>
                <p14:cNvContentPartPr/>
                <p14:nvPr/>
              </p14:nvContentPartPr>
              <p14:xfrm>
                <a:off x="8230100" y="1406360"/>
                <a:ext cx="31320" cy="18324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F96BE25A-E2FA-BC29-A36B-BC95369F748D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8212100" y="1388720"/>
                  <a:ext cx="6696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4C6A5677-D063-797F-A662-3F06EB7A2D73}"/>
                    </a:ext>
                  </a:extLst>
                </p14:cNvPr>
                <p14:cNvContentPartPr/>
                <p14:nvPr/>
              </p14:nvContentPartPr>
              <p14:xfrm>
                <a:off x="8005100" y="1269920"/>
                <a:ext cx="464400" cy="48996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4C6A5677-D063-797F-A662-3F06EB7A2D73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7987460" y="1252280"/>
                  <a:ext cx="500040" cy="52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0" name="Group 259">
            <a:extLst>
              <a:ext uri="{FF2B5EF4-FFF2-40B4-BE49-F238E27FC236}">
                <a16:creationId xmlns:a16="http://schemas.microsoft.com/office/drawing/2014/main" id="{8B4DD97C-4FC2-E0AF-8B25-7FF30475707B}"/>
              </a:ext>
            </a:extLst>
          </p:cNvPr>
          <p:cNvGrpSpPr/>
          <p:nvPr/>
        </p:nvGrpSpPr>
        <p:grpSpPr>
          <a:xfrm>
            <a:off x="8857940" y="1361000"/>
            <a:ext cx="747360" cy="241200"/>
            <a:chOff x="8857940" y="1361000"/>
            <a:chExt cx="747360" cy="241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9E087165-0736-E378-2A33-29C468CFB111}"/>
                    </a:ext>
                  </a:extLst>
                </p14:cNvPr>
                <p14:cNvContentPartPr/>
                <p14:nvPr/>
              </p14:nvContentPartPr>
              <p14:xfrm>
                <a:off x="8871260" y="1427600"/>
                <a:ext cx="46440" cy="17460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9E087165-0736-E378-2A33-29C468CFB111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8853620" y="1409600"/>
                  <a:ext cx="8208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3999BCBB-79CC-CFB2-5C42-FC384C4A6BB3}"/>
                    </a:ext>
                  </a:extLst>
                </p14:cNvPr>
                <p14:cNvContentPartPr/>
                <p14:nvPr/>
              </p14:nvContentPartPr>
              <p14:xfrm>
                <a:off x="8857940" y="1372160"/>
                <a:ext cx="111240" cy="9720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3999BCBB-79CC-CFB2-5C42-FC384C4A6BB3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8839940" y="1354520"/>
                  <a:ext cx="1468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65DA0E5E-AAD6-C5F9-D24E-DB7E0EAA0078}"/>
                    </a:ext>
                  </a:extLst>
                </p14:cNvPr>
                <p14:cNvContentPartPr/>
                <p14:nvPr/>
              </p14:nvContentPartPr>
              <p14:xfrm>
                <a:off x="8932100" y="1486280"/>
                <a:ext cx="82080" cy="3816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65DA0E5E-AAD6-C5F9-D24E-DB7E0EAA0078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8914100" y="1468280"/>
                  <a:ext cx="11772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7CF387F2-B939-C6CD-D2D8-39D6F33C22AF}"/>
                    </a:ext>
                  </a:extLst>
                </p14:cNvPr>
                <p14:cNvContentPartPr/>
                <p14:nvPr/>
              </p14:nvContentPartPr>
              <p14:xfrm>
                <a:off x="9111380" y="1476560"/>
                <a:ext cx="48240" cy="9252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7CF387F2-B939-C6CD-D2D8-39D6F33C22AF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9093380" y="1458920"/>
                  <a:ext cx="8388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CC97BE72-FAA5-3A80-5DC0-8053ADCF2720}"/>
                    </a:ext>
                  </a:extLst>
                </p14:cNvPr>
                <p14:cNvContentPartPr/>
                <p14:nvPr/>
              </p14:nvContentPartPr>
              <p14:xfrm>
                <a:off x="9149900" y="1363880"/>
                <a:ext cx="19440" cy="2196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CC97BE72-FAA5-3A80-5DC0-8053ADCF2720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9131900" y="1345880"/>
                  <a:ext cx="5508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47468BF9-7129-00DC-AF8A-A49092847D17}"/>
                    </a:ext>
                  </a:extLst>
                </p14:cNvPr>
                <p14:cNvContentPartPr/>
                <p14:nvPr/>
              </p14:nvContentPartPr>
              <p14:xfrm>
                <a:off x="9252860" y="1485560"/>
                <a:ext cx="103320" cy="8352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47468BF9-7129-00DC-AF8A-A49092847D17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9234860" y="1467920"/>
                  <a:ext cx="13896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B88538BE-FD8E-FEC1-A6F1-E96EE8CA5D29}"/>
                    </a:ext>
                  </a:extLst>
                </p14:cNvPr>
                <p14:cNvContentPartPr/>
                <p14:nvPr/>
              </p14:nvContentPartPr>
              <p14:xfrm>
                <a:off x="9497660" y="1361000"/>
                <a:ext cx="107640" cy="21996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B88538BE-FD8E-FEC1-A6F1-E96EE8CA5D29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9480020" y="1343360"/>
                  <a:ext cx="143280" cy="25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CE088D72-023A-4E3E-BF42-14F201C74EAE}"/>
              </a:ext>
            </a:extLst>
          </p:cNvPr>
          <p:cNvGrpSpPr/>
          <p:nvPr/>
        </p:nvGrpSpPr>
        <p:grpSpPr>
          <a:xfrm>
            <a:off x="10044500" y="1249760"/>
            <a:ext cx="1292040" cy="331560"/>
            <a:chOff x="10044500" y="1249760"/>
            <a:chExt cx="1292040" cy="331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4A8AB819-5E58-7F5F-7466-0D6E8CBD118F}"/>
                    </a:ext>
                  </a:extLst>
                </p14:cNvPr>
                <p14:cNvContentPartPr/>
                <p14:nvPr/>
              </p14:nvContentPartPr>
              <p14:xfrm>
                <a:off x="10044500" y="1444160"/>
                <a:ext cx="186120" cy="13716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4A8AB819-5E58-7F5F-7466-0D6E8CBD118F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0026860" y="1426160"/>
                  <a:ext cx="22176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0122BCC6-AEFD-B832-1BF9-40CBBB67B9F5}"/>
                    </a:ext>
                  </a:extLst>
                </p14:cNvPr>
                <p14:cNvContentPartPr/>
                <p14:nvPr/>
              </p14:nvContentPartPr>
              <p14:xfrm>
                <a:off x="10271300" y="1438760"/>
                <a:ext cx="177840" cy="10512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0122BCC6-AEFD-B832-1BF9-40CBBB67B9F5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0253300" y="1420760"/>
                  <a:ext cx="21348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71D0E81C-0A7D-3E9E-121D-873E8BD9E515}"/>
                    </a:ext>
                  </a:extLst>
                </p14:cNvPr>
                <p14:cNvContentPartPr/>
                <p14:nvPr/>
              </p14:nvContentPartPr>
              <p14:xfrm>
                <a:off x="10484780" y="1457480"/>
                <a:ext cx="51120" cy="6156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71D0E81C-0A7D-3E9E-121D-873E8BD9E515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0466780" y="1439480"/>
                  <a:ext cx="8676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075805A1-A4E6-F63B-507B-407D4CD0FD42}"/>
                    </a:ext>
                  </a:extLst>
                </p14:cNvPr>
                <p14:cNvContentPartPr/>
                <p14:nvPr/>
              </p14:nvContentPartPr>
              <p14:xfrm>
                <a:off x="10497380" y="1332920"/>
                <a:ext cx="14040" cy="2736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075805A1-A4E6-F63B-507B-407D4CD0FD42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0479380" y="1315280"/>
                  <a:ext cx="49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CF6B0CC8-110B-089A-7B84-4653002857F8}"/>
                    </a:ext>
                  </a:extLst>
                </p14:cNvPr>
                <p14:cNvContentPartPr/>
                <p14:nvPr/>
              </p14:nvContentPartPr>
              <p14:xfrm>
                <a:off x="10606100" y="1297640"/>
                <a:ext cx="344160" cy="28152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CF6B0CC8-110B-089A-7B84-4653002857F8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0588100" y="1280000"/>
                  <a:ext cx="37980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B8D56433-8745-6FBB-8EED-2BFFD9EEA27B}"/>
                    </a:ext>
                  </a:extLst>
                </p14:cNvPr>
                <p14:cNvContentPartPr/>
                <p14:nvPr/>
              </p14:nvContentPartPr>
              <p14:xfrm>
                <a:off x="11084180" y="1249760"/>
                <a:ext cx="68040" cy="18252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B8D56433-8745-6FBB-8EED-2BFFD9EEA27B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1066540" y="1232120"/>
                  <a:ext cx="10368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2B675735-DC63-115F-7C6A-F836CE79391B}"/>
                    </a:ext>
                  </a:extLst>
                </p14:cNvPr>
                <p14:cNvContentPartPr/>
                <p14:nvPr/>
              </p14:nvContentPartPr>
              <p14:xfrm>
                <a:off x="11055740" y="1385840"/>
                <a:ext cx="106200" cy="3384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2B675735-DC63-115F-7C6A-F836CE79391B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1037740" y="1367840"/>
                  <a:ext cx="14184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647FD93B-20B1-6056-DFB9-5B39677048A1}"/>
                    </a:ext>
                  </a:extLst>
                </p14:cNvPr>
                <p14:cNvContentPartPr/>
                <p14:nvPr/>
              </p14:nvContentPartPr>
              <p14:xfrm>
                <a:off x="11263820" y="1330040"/>
                <a:ext cx="72720" cy="14184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647FD93B-20B1-6056-DFB9-5B39677048A1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1246180" y="1312400"/>
                  <a:ext cx="108360" cy="17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8" name="Group 257">
            <a:extLst>
              <a:ext uri="{FF2B5EF4-FFF2-40B4-BE49-F238E27FC236}">
                <a16:creationId xmlns:a16="http://schemas.microsoft.com/office/drawing/2014/main" id="{E67F08B5-E083-8981-BAC9-E46415637385}"/>
              </a:ext>
            </a:extLst>
          </p:cNvPr>
          <p:cNvGrpSpPr/>
          <p:nvPr/>
        </p:nvGrpSpPr>
        <p:grpSpPr>
          <a:xfrm>
            <a:off x="9080060" y="1793720"/>
            <a:ext cx="635400" cy="261720"/>
            <a:chOff x="9080060" y="1793720"/>
            <a:chExt cx="635400" cy="261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4BF90918-0EBD-28DE-9B23-1C316E7B65BB}"/>
                    </a:ext>
                  </a:extLst>
                </p14:cNvPr>
                <p14:cNvContentPartPr/>
                <p14:nvPr/>
              </p14:nvContentPartPr>
              <p14:xfrm>
                <a:off x="9080060" y="1946360"/>
                <a:ext cx="428760" cy="10908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4BF90918-0EBD-28DE-9B23-1C316E7B65BB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9062420" y="1928360"/>
                  <a:ext cx="46440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B7869AC2-E02E-2F73-974F-19309586BA1B}"/>
                    </a:ext>
                  </a:extLst>
                </p14:cNvPr>
                <p14:cNvContentPartPr/>
                <p14:nvPr/>
              </p14:nvContentPartPr>
              <p14:xfrm>
                <a:off x="9642020" y="1793720"/>
                <a:ext cx="73440" cy="24228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B7869AC2-E02E-2F73-974F-19309586BA1B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9624020" y="1775720"/>
                  <a:ext cx="109080" cy="277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7" name="Group 256">
            <a:extLst>
              <a:ext uri="{FF2B5EF4-FFF2-40B4-BE49-F238E27FC236}">
                <a16:creationId xmlns:a16="http://schemas.microsoft.com/office/drawing/2014/main" id="{47DAA217-CA14-08E6-3DA7-38031D212EB4}"/>
              </a:ext>
            </a:extLst>
          </p:cNvPr>
          <p:cNvGrpSpPr/>
          <p:nvPr/>
        </p:nvGrpSpPr>
        <p:grpSpPr>
          <a:xfrm>
            <a:off x="10170140" y="1811720"/>
            <a:ext cx="666720" cy="213480"/>
            <a:chOff x="10170140" y="1811720"/>
            <a:chExt cx="666720" cy="213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E852BAEB-E251-D42F-45F2-BDC0EC045884}"/>
                    </a:ext>
                  </a:extLst>
                </p14:cNvPr>
                <p14:cNvContentPartPr/>
                <p14:nvPr/>
              </p14:nvContentPartPr>
              <p14:xfrm>
                <a:off x="10170140" y="1875440"/>
                <a:ext cx="226080" cy="13824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E852BAEB-E251-D42F-45F2-BDC0EC045884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152140" y="1857440"/>
                  <a:ext cx="26172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CEA06D7C-A0D5-0B85-C3EE-B4607E9DA7B3}"/>
                    </a:ext>
                  </a:extLst>
                </p14:cNvPr>
                <p14:cNvContentPartPr/>
                <p14:nvPr/>
              </p14:nvContentPartPr>
              <p14:xfrm>
                <a:off x="10350140" y="1811720"/>
                <a:ext cx="3240" cy="1728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CEA06D7C-A0D5-0B85-C3EE-B4607E9DA7B3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0332140" y="1793720"/>
                  <a:ext cx="3888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AE8933B1-84FE-E34E-7158-0ECD7E0B46FA}"/>
                    </a:ext>
                  </a:extLst>
                </p14:cNvPr>
                <p14:cNvContentPartPr/>
                <p14:nvPr/>
              </p14:nvContentPartPr>
              <p14:xfrm>
                <a:off x="10507820" y="1895600"/>
                <a:ext cx="128160" cy="9684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AE8933B1-84FE-E34E-7158-0ECD7E0B46FA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0489820" y="1877960"/>
                  <a:ext cx="16380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4AD3B137-9BD5-14C2-818F-869CF25A4FCE}"/>
                    </a:ext>
                  </a:extLst>
                </p14:cNvPr>
                <p14:cNvContentPartPr/>
                <p14:nvPr/>
              </p14:nvContentPartPr>
              <p14:xfrm>
                <a:off x="10749740" y="1861760"/>
                <a:ext cx="87120" cy="16344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4AD3B137-9BD5-14C2-818F-869CF25A4FCE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0732100" y="1844120"/>
                  <a:ext cx="122760" cy="199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6" name="Group 255">
            <a:extLst>
              <a:ext uri="{FF2B5EF4-FFF2-40B4-BE49-F238E27FC236}">
                <a16:creationId xmlns:a16="http://schemas.microsoft.com/office/drawing/2014/main" id="{CF2DCD11-A566-CC33-6885-81E086D87B75}"/>
              </a:ext>
            </a:extLst>
          </p:cNvPr>
          <p:cNvGrpSpPr/>
          <p:nvPr/>
        </p:nvGrpSpPr>
        <p:grpSpPr>
          <a:xfrm>
            <a:off x="9162500" y="2323640"/>
            <a:ext cx="457560" cy="278640"/>
            <a:chOff x="9162500" y="2323640"/>
            <a:chExt cx="457560" cy="27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80F9628F-4AD3-6A84-CCB1-E33053C3C7F4}"/>
                    </a:ext>
                  </a:extLst>
                </p14:cNvPr>
                <p14:cNvContentPartPr/>
                <p14:nvPr/>
              </p14:nvContentPartPr>
              <p14:xfrm>
                <a:off x="9211460" y="2323640"/>
                <a:ext cx="88920" cy="27864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80F9628F-4AD3-6A84-CCB1-E33053C3C7F4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9193460" y="2305640"/>
                  <a:ext cx="12456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A11D1DCD-8DDD-3F52-CB65-F039C747F9B5}"/>
                    </a:ext>
                  </a:extLst>
                </p14:cNvPr>
                <p14:cNvContentPartPr/>
                <p14:nvPr/>
              </p14:nvContentPartPr>
              <p14:xfrm>
                <a:off x="9162500" y="2398520"/>
                <a:ext cx="311760" cy="12492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A11D1DCD-8DDD-3F52-CB65-F039C747F9B5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9144500" y="2380880"/>
                  <a:ext cx="34740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FB346527-FC3D-F193-FA7B-DE1A68D5B2CF}"/>
                    </a:ext>
                  </a:extLst>
                </p14:cNvPr>
                <p14:cNvContentPartPr/>
                <p14:nvPr/>
              </p14:nvContentPartPr>
              <p14:xfrm>
                <a:off x="9538700" y="2399240"/>
                <a:ext cx="81360" cy="10224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FB346527-FC3D-F193-FA7B-DE1A68D5B2CF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9520700" y="2381240"/>
                  <a:ext cx="117000" cy="13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C5E21F53-A057-3E43-D839-EFD494795AD9}"/>
              </a:ext>
            </a:extLst>
          </p:cNvPr>
          <p:cNvGrpSpPr/>
          <p:nvPr/>
        </p:nvGrpSpPr>
        <p:grpSpPr>
          <a:xfrm>
            <a:off x="10043420" y="2272520"/>
            <a:ext cx="484920" cy="207360"/>
            <a:chOff x="10043420" y="2272520"/>
            <a:chExt cx="484920" cy="207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8A270316-2B65-4B73-D836-54FE1628DC81}"/>
                    </a:ext>
                  </a:extLst>
                </p14:cNvPr>
                <p14:cNvContentPartPr/>
                <p14:nvPr/>
              </p14:nvContentPartPr>
              <p14:xfrm>
                <a:off x="10062500" y="2272520"/>
                <a:ext cx="40680" cy="19656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8A270316-2B65-4B73-D836-54FE1628DC81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0044500" y="2254880"/>
                  <a:ext cx="7632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AB3629FC-389B-9CB0-5D9B-566577D21D4E}"/>
                    </a:ext>
                  </a:extLst>
                </p14:cNvPr>
                <p14:cNvContentPartPr/>
                <p14:nvPr/>
              </p14:nvContentPartPr>
              <p14:xfrm>
                <a:off x="10043420" y="2320760"/>
                <a:ext cx="318240" cy="13104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AB3629FC-389B-9CB0-5D9B-566577D21D4E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0025420" y="2302760"/>
                  <a:ext cx="35388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B36D47A8-0D48-8AEA-61CC-8442A4256B8B}"/>
                    </a:ext>
                  </a:extLst>
                </p14:cNvPr>
                <p14:cNvContentPartPr/>
                <p14:nvPr/>
              </p14:nvContentPartPr>
              <p14:xfrm>
                <a:off x="10449140" y="2347040"/>
                <a:ext cx="79200" cy="13284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B36D47A8-0D48-8AEA-61CC-8442A4256B8B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0431140" y="2329040"/>
                  <a:ext cx="114840" cy="16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B88468C8-8301-7ABA-E67C-4CCAE15F8AF8}"/>
              </a:ext>
            </a:extLst>
          </p:cNvPr>
          <p:cNvGrpSpPr/>
          <p:nvPr/>
        </p:nvGrpSpPr>
        <p:grpSpPr>
          <a:xfrm>
            <a:off x="10888340" y="2166320"/>
            <a:ext cx="1286640" cy="298440"/>
            <a:chOff x="10888340" y="2166320"/>
            <a:chExt cx="1286640" cy="29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C1BF0369-38ED-EFDC-18B5-70EA3D412BFD}"/>
                    </a:ext>
                  </a:extLst>
                </p14:cNvPr>
                <p14:cNvContentPartPr/>
                <p14:nvPr/>
              </p14:nvContentPartPr>
              <p14:xfrm>
                <a:off x="10888340" y="2340200"/>
                <a:ext cx="170640" cy="12456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C1BF0369-38ED-EFDC-18B5-70EA3D412BFD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10870700" y="2322560"/>
                  <a:ext cx="2062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CDB12B0A-188B-A727-4509-93CD6A42FD44}"/>
                    </a:ext>
                  </a:extLst>
                </p14:cNvPr>
                <p14:cNvContentPartPr/>
                <p14:nvPr/>
              </p14:nvContentPartPr>
              <p14:xfrm>
                <a:off x="11120540" y="2329400"/>
                <a:ext cx="73440" cy="12636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CDB12B0A-188B-A727-4509-93CD6A42FD44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11102900" y="2311400"/>
                  <a:ext cx="10908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B642FE81-9F90-E5D9-F1DB-41873F282E76}"/>
                    </a:ext>
                  </a:extLst>
                </p14:cNvPr>
                <p14:cNvContentPartPr/>
                <p14:nvPr/>
              </p14:nvContentPartPr>
              <p14:xfrm>
                <a:off x="11325740" y="2203400"/>
                <a:ext cx="19440" cy="2736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B642FE81-9F90-E5D9-F1DB-41873F282E76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1308100" y="2185400"/>
                  <a:ext cx="550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FAF0EF91-6E86-ABFD-D242-F80283F20DB0}"/>
                    </a:ext>
                  </a:extLst>
                </p14:cNvPr>
                <p14:cNvContentPartPr/>
                <p14:nvPr/>
              </p14:nvContentPartPr>
              <p14:xfrm>
                <a:off x="11343380" y="2166320"/>
                <a:ext cx="25200" cy="26784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FAF0EF91-6E86-ABFD-D242-F80283F20DB0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1325380" y="2148320"/>
                  <a:ext cx="6084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CB8E4CB7-1F4C-25E0-9440-373EFF1A5863}"/>
                    </a:ext>
                  </a:extLst>
                </p14:cNvPr>
                <p14:cNvContentPartPr/>
                <p14:nvPr/>
              </p14:nvContentPartPr>
              <p14:xfrm>
                <a:off x="11308460" y="2274320"/>
                <a:ext cx="118080" cy="8856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CB8E4CB7-1F4C-25E0-9440-373EFF1A5863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11290820" y="2256320"/>
                  <a:ext cx="15372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C3E4FE3B-5F37-8CFE-946B-A6BFDB4F8D00}"/>
                    </a:ext>
                  </a:extLst>
                </p14:cNvPr>
                <p14:cNvContentPartPr/>
                <p14:nvPr/>
              </p14:nvContentPartPr>
              <p14:xfrm>
                <a:off x="11462900" y="2313200"/>
                <a:ext cx="191520" cy="10728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C3E4FE3B-5F37-8CFE-946B-A6BFDB4F8D00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1445260" y="2295200"/>
                  <a:ext cx="22716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C615648F-F564-5E1C-E452-E1F898AA210C}"/>
                    </a:ext>
                  </a:extLst>
                </p14:cNvPr>
                <p14:cNvContentPartPr/>
                <p14:nvPr/>
              </p14:nvContentPartPr>
              <p14:xfrm>
                <a:off x="11724260" y="2293040"/>
                <a:ext cx="59760" cy="10836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C615648F-F564-5E1C-E452-E1F898AA210C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1706620" y="2275400"/>
                  <a:ext cx="9540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DE575A49-BC10-27E3-D02C-A0E4A3144A27}"/>
                    </a:ext>
                  </a:extLst>
                </p14:cNvPr>
                <p14:cNvContentPartPr/>
                <p14:nvPr/>
              </p14:nvContentPartPr>
              <p14:xfrm>
                <a:off x="11805260" y="2312840"/>
                <a:ext cx="90000" cy="6588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DE575A49-BC10-27E3-D02C-A0E4A3144A27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1787620" y="2294840"/>
                  <a:ext cx="12564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9CF30C7C-EE69-1B84-7B65-145DED2D9BEB}"/>
                    </a:ext>
                  </a:extLst>
                </p14:cNvPr>
                <p14:cNvContentPartPr/>
                <p14:nvPr/>
              </p14:nvContentPartPr>
              <p14:xfrm>
                <a:off x="12016940" y="2185400"/>
                <a:ext cx="24480" cy="17244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9CF30C7C-EE69-1B84-7B65-145DED2D9BEB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1998940" y="2167400"/>
                  <a:ext cx="6012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CBE0A8E0-E10B-0311-0B69-09962F0C11D4}"/>
                    </a:ext>
                  </a:extLst>
                </p14:cNvPr>
                <p14:cNvContentPartPr/>
                <p14:nvPr/>
              </p14:nvContentPartPr>
              <p14:xfrm>
                <a:off x="12039260" y="2266400"/>
                <a:ext cx="63360" cy="6732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CBE0A8E0-E10B-0311-0B69-09962F0C11D4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2021620" y="2248760"/>
                  <a:ext cx="9900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DA74BDD2-BEF7-D3C9-C694-14F188099DA4}"/>
                    </a:ext>
                  </a:extLst>
                </p14:cNvPr>
                <p14:cNvContentPartPr/>
                <p14:nvPr/>
              </p14:nvContentPartPr>
              <p14:xfrm>
                <a:off x="12170660" y="2381240"/>
                <a:ext cx="4320" cy="324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DA74BDD2-BEF7-D3C9-C694-14F188099DA4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2152660" y="2363240"/>
                  <a:ext cx="39960" cy="3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" name="Group 276">
            <a:extLst>
              <a:ext uri="{FF2B5EF4-FFF2-40B4-BE49-F238E27FC236}">
                <a16:creationId xmlns:a16="http://schemas.microsoft.com/office/drawing/2014/main" id="{C30D34D2-1BAC-F3B7-5812-E76674D68499}"/>
              </a:ext>
            </a:extLst>
          </p:cNvPr>
          <p:cNvGrpSpPr/>
          <p:nvPr/>
        </p:nvGrpSpPr>
        <p:grpSpPr>
          <a:xfrm>
            <a:off x="8047220" y="2817700"/>
            <a:ext cx="470160" cy="386640"/>
            <a:chOff x="8047220" y="2817700"/>
            <a:chExt cx="470160" cy="38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209AD43B-22E4-2878-07AF-3961299B34AC}"/>
                    </a:ext>
                  </a:extLst>
                </p14:cNvPr>
                <p14:cNvContentPartPr/>
                <p14:nvPr/>
              </p14:nvContentPartPr>
              <p14:xfrm>
                <a:off x="8203820" y="2904100"/>
                <a:ext cx="154440" cy="17604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209AD43B-22E4-2878-07AF-3961299B34AC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8186180" y="2886100"/>
                  <a:ext cx="19008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C4299BDC-0BD9-BF7D-8260-98B4C2C9D33B}"/>
                    </a:ext>
                  </a:extLst>
                </p14:cNvPr>
                <p14:cNvContentPartPr/>
                <p14:nvPr/>
              </p14:nvContentPartPr>
              <p14:xfrm>
                <a:off x="8047220" y="2817700"/>
                <a:ext cx="470160" cy="38664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C4299BDC-0BD9-BF7D-8260-98B4C2C9D33B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8029220" y="2799700"/>
                  <a:ext cx="505800" cy="42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" name="Group 275">
            <a:extLst>
              <a:ext uri="{FF2B5EF4-FFF2-40B4-BE49-F238E27FC236}">
                <a16:creationId xmlns:a16="http://schemas.microsoft.com/office/drawing/2014/main" id="{796B45F0-AD4B-4F10-9810-F16DB5675633}"/>
              </a:ext>
            </a:extLst>
          </p:cNvPr>
          <p:cNvGrpSpPr/>
          <p:nvPr/>
        </p:nvGrpSpPr>
        <p:grpSpPr>
          <a:xfrm>
            <a:off x="8744180" y="2810860"/>
            <a:ext cx="950400" cy="273960"/>
            <a:chOff x="8744180" y="2810860"/>
            <a:chExt cx="950400" cy="273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966DA2C9-43B8-BA70-0B55-113CBECAF22D}"/>
                    </a:ext>
                  </a:extLst>
                </p14:cNvPr>
                <p14:cNvContentPartPr/>
                <p14:nvPr/>
              </p14:nvContentPartPr>
              <p14:xfrm>
                <a:off x="8744180" y="2865940"/>
                <a:ext cx="297360" cy="21888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966DA2C9-43B8-BA70-0B55-113CBECAF22D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8726180" y="2847940"/>
                  <a:ext cx="33300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F5DE1E00-0408-44BE-E676-263923797488}"/>
                    </a:ext>
                  </a:extLst>
                </p14:cNvPr>
                <p14:cNvContentPartPr/>
                <p14:nvPr/>
              </p14:nvContentPartPr>
              <p14:xfrm>
                <a:off x="9138020" y="2842540"/>
                <a:ext cx="163440" cy="13284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F5DE1E00-0408-44BE-E676-263923797488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9120020" y="2824540"/>
                  <a:ext cx="19908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F16106CF-549C-D7C1-059D-BD9E44198B30}"/>
                    </a:ext>
                  </a:extLst>
                </p14:cNvPr>
                <p14:cNvContentPartPr/>
                <p14:nvPr/>
              </p14:nvContentPartPr>
              <p14:xfrm>
                <a:off x="9405500" y="2869180"/>
                <a:ext cx="123120" cy="11592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F16106CF-549C-D7C1-059D-BD9E44198B30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9387500" y="2851540"/>
                  <a:ext cx="15876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42FCD375-C0C3-DCF3-7998-E67FDA9AADBA}"/>
                    </a:ext>
                  </a:extLst>
                </p14:cNvPr>
                <p14:cNvContentPartPr/>
                <p14:nvPr/>
              </p14:nvContentPartPr>
              <p14:xfrm>
                <a:off x="9628700" y="2810860"/>
                <a:ext cx="64440" cy="16632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42FCD375-C0C3-DCF3-7998-E67FDA9AADBA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9610700" y="2792860"/>
                  <a:ext cx="10008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14EE9E9B-9F53-A719-47BE-5AE7909F1989}"/>
                    </a:ext>
                  </a:extLst>
                </p14:cNvPr>
                <p14:cNvContentPartPr/>
                <p14:nvPr/>
              </p14:nvContentPartPr>
              <p14:xfrm>
                <a:off x="9594860" y="2900140"/>
                <a:ext cx="99720" cy="2052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14EE9E9B-9F53-A719-47BE-5AE7909F1989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9577220" y="2882140"/>
                  <a:ext cx="135360" cy="56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5" name="Group 274">
            <a:extLst>
              <a:ext uri="{FF2B5EF4-FFF2-40B4-BE49-F238E27FC236}">
                <a16:creationId xmlns:a16="http://schemas.microsoft.com/office/drawing/2014/main" id="{19FC0251-F097-CED6-E63E-8EA113582153}"/>
              </a:ext>
            </a:extLst>
          </p:cNvPr>
          <p:cNvGrpSpPr/>
          <p:nvPr/>
        </p:nvGrpSpPr>
        <p:grpSpPr>
          <a:xfrm>
            <a:off x="9996620" y="2780980"/>
            <a:ext cx="255960" cy="222480"/>
            <a:chOff x="9996620" y="2780980"/>
            <a:chExt cx="255960" cy="222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E1B7C343-303C-BA68-D3AA-A2A3C3443CF3}"/>
                    </a:ext>
                  </a:extLst>
                </p14:cNvPr>
                <p14:cNvContentPartPr/>
                <p14:nvPr/>
              </p14:nvContentPartPr>
              <p14:xfrm>
                <a:off x="10044140" y="2894020"/>
                <a:ext cx="18720" cy="10080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E1B7C343-303C-BA68-D3AA-A2A3C3443CF3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10026500" y="2876380"/>
                  <a:ext cx="5436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F8BF4D7A-D267-2CB4-613C-B611969080F1}"/>
                    </a:ext>
                  </a:extLst>
                </p14:cNvPr>
                <p14:cNvContentPartPr/>
                <p14:nvPr/>
              </p14:nvContentPartPr>
              <p14:xfrm>
                <a:off x="9996620" y="2780980"/>
                <a:ext cx="27360" cy="1224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F8BF4D7A-D267-2CB4-613C-B611969080F1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9978620" y="2763340"/>
                  <a:ext cx="6300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4414A651-0143-6693-CCDB-3CA6E5123947}"/>
                    </a:ext>
                  </a:extLst>
                </p14:cNvPr>
                <p14:cNvContentPartPr/>
                <p14:nvPr/>
              </p14:nvContentPartPr>
              <p14:xfrm>
                <a:off x="10153940" y="2820220"/>
                <a:ext cx="98640" cy="18324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4414A651-0143-6693-CCDB-3CA6E5123947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10136300" y="2802580"/>
                  <a:ext cx="134280" cy="21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4" name="Group 273">
            <a:extLst>
              <a:ext uri="{FF2B5EF4-FFF2-40B4-BE49-F238E27FC236}">
                <a16:creationId xmlns:a16="http://schemas.microsoft.com/office/drawing/2014/main" id="{DA98927F-4516-1556-87FF-40A3D1CF7DF1}"/>
              </a:ext>
            </a:extLst>
          </p:cNvPr>
          <p:cNvGrpSpPr/>
          <p:nvPr/>
        </p:nvGrpSpPr>
        <p:grpSpPr>
          <a:xfrm>
            <a:off x="10611500" y="2784220"/>
            <a:ext cx="550440" cy="173520"/>
            <a:chOff x="10611500" y="2784220"/>
            <a:chExt cx="550440" cy="17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820ECEFA-981F-20F7-8026-4445B512DF2E}"/>
                    </a:ext>
                  </a:extLst>
                </p14:cNvPr>
                <p14:cNvContentPartPr/>
                <p14:nvPr/>
              </p14:nvContentPartPr>
              <p14:xfrm>
                <a:off x="10677380" y="2784220"/>
                <a:ext cx="6480" cy="16956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820ECEFA-981F-20F7-8026-4445B512DF2E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10659740" y="2766220"/>
                  <a:ext cx="4212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A9A1AB42-62C4-4534-0529-300BFBE3C255}"/>
                    </a:ext>
                  </a:extLst>
                </p14:cNvPr>
                <p14:cNvContentPartPr/>
                <p14:nvPr/>
              </p14:nvContentPartPr>
              <p14:xfrm>
                <a:off x="10611500" y="2827780"/>
                <a:ext cx="392760" cy="12384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A9A1AB42-62C4-4534-0529-300BFBE3C255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10593860" y="2810140"/>
                  <a:ext cx="42840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FF97C71A-CEFC-468C-FFEE-BCC14B4D3AE6}"/>
                    </a:ext>
                  </a:extLst>
                </p14:cNvPr>
                <p14:cNvContentPartPr/>
                <p14:nvPr/>
              </p14:nvContentPartPr>
              <p14:xfrm>
                <a:off x="11045660" y="2841100"/>
                <a:ext cx="116280" cy="11664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FF97C71A-CEFC-468C-FFEE-BCC14B4D3AE6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11027660" y="2823100"/>
                  <a:ext cx="151920" cy="15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2" name="Group 301">
            <a:extLst>
              <a:ext uri="{FF2B5EF4-FFF2-40B4-BE49-F238E27FC236}">
                <a16:creationId xmlns:a16="http://schemas.microsoft.com/office/drawing/2014/main" id="{1AE60AEC-B3B8-4571-B56A-FFC78AD7DED6}"/>
              </a:ext>
            </a:extLst>
          </p:cNvPr>
          <p:cNvGrpSpPr/>
          <p:nvPr/>
        </p:nvGrpSpPr>
        <p:grpSpPr>
          <a:xfrm>
            <a:off x="9222260" y="3288580"/>
            <a:ext cx="525240" cy="207720"/>
            <a:chOff x="9222260" y="3288580"/>
            <a:chExt cx="525240" cy="207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A83F3309-61DE-21EB-133F-8681A286D55B}"/>
                    </a:ext>
                  </a:extLst>
                </p14:cNvPr>
                <p14:cNvContentPartPr/>
                <p14:nvPr/>
              </p14:nvContentPartPr>
              <p14:xfrm>
                <a:off x="9222260" y="3288580"/>
                <a:ext cx="41760" cy="19980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A83F3309-61DE-21EB-133F-8681A286D55B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9204620" y="3270940"/>
                  <a:ext cx="7740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348B8F23-1B6C-CB0D-B570-80ABFB1F03D1}"/>
                    </a:ext>
                  </a:extLst>
                </p14:cNvPr>
                <p14:cNvContentPartPr/>
                <p14:nvPr/>
              </p14:nvContentPartPr>
              <p14:xfrm>
                <a:off x="9422060" y="3392620"/>
                <a:ext cx="10440" cy="10368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348B8F23-1B6C-CB0D-B570-80ABFB1F03D1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9404060" y="3374980"/>
                  <a:ext cx="4608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71FD846A-8CDA-FDA6-8DB1-E3B40969D20C}"/>
                    </a:ext>
                  </a:extLst>
                </p14:cNvPr>
                <p14:cNvContentPartPr/>
                <p14:nvPr/>
              </p14:nvContentPartPr>
              <p14:xfrm>
                <a:off x="9409100" y="3297940"/>
                <a:ext cx="16920" cy="504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71FD846A-8CDA-FDA6-8DB1-E3B40969D20C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9391100" y="3279940"/>
                  <a:ext cx="5256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D99B2BA4-8F53-6166-728E-62178DE7D480}"/>
                    </a:ext>
                  </a:extLst>
                </p14:cNvPr>
                <p14:cNvContentPartPr/>
                <p14:nvPr/>
              </p14:nvContentPartPr>
              <p14:xfrm>
                <a:off x="9508460" y="3366700"/>
                <a:ext cx="117360" cy="6912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D99B2BA4-8F53-6166-728E-62178DE7D480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9490820" y="3348700"/>
                  <a:ext cx="15300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577E35A9-64CD-209B-F108-D37EA8309A54}"/>
                    </a:ext>
                  </a:extLst>
                </p14:cNvPr>
                <p14:cNvContentPartPr/>
                <p14:nvPr/>
              </p14:nvContentPartPr>
              <p14:xfrm>
                <a:off x="9698180" y="3333220"/>
                <a:ext cx="49320" cy="10152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577E35A9-64CD-209B-F108-D37EA8309A54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9680540" y="3315580"/>
                  <a:ext cx="84960" cy="13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1" name="Group 300">
            <a:extLst>
              <a:ext uri="{FF2B5EF4-FFF2-40B4-BE49-F238E27FC236}">
                <a16:creationId xmlns:a16="http://schemas.microsoft.com/office/drawing/2014/main" id="{BAFCF9A9-EC6F-2E96-8577-C1C8278DC713}"/>
              </a:ext>
            </a:extLst>
          </p:cNvPr>
          <p:cNvGrpSpPr/>
          <p:nvPr/>
        </p:nvGrpSpPr>
        <p:grpSpPr>
          <a:xfrm>
            <a:off x="10084820" y="3221620"/>
            <a:ext cx="821160" cy="259920"/>
            <a:chOff x="10084820" y="3221620"/>
            <a:chExt cx="821160" cy="259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8FF20B36-9CED-CA46-6BAA-051D3A75C28D}"/>
                    </a:ext>
                  </a:extLst>
                </p14:cNvPr>
                <p14:cNvContentPartPr/>
                <p14:nvPr/>
              </p14:nvContentPartPr>
              <p14:xfrm>
                <a:off x="10085540" y="3269860"/>
                <a:ext cx="105840" cy="21168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8FF20B36-9CED-CA46-6BAA-051D3A75C28D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10067540" y="3252220"/>
                  <a:ext cx="14148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6FA4D8CC-EE43-4765-1391-8E9BBE402C90}"/>
                    </a:ext>
                  </a:extLst>
                </p14:cNvPr>
                <p14:cNvContentPartPr/>
                <p14:nvPr/>
              </p14:nvContentPartPr>
              <p14:xfrm>
                <a:off x="10084820" y="3301180"/>
                <a:ext cx="404640" cy="12564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6FA4D8CC-EE43-4765-1391-8E9BBE402C90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10067180" y="3283180"/>
                  <a:ext cx="44028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8A49AD34-EEE4-B56F-0AD3-EDF5F9D812C9}"/>
                    </a:ext>
                  </a:extLst>
                </p14:cNvPr>
                <p14:cNvContentPartPr/>
                <p14:nvPr/>
              </p14:nvContentPartPr>
              <p14:xfrm>
                <a:off x="10526540" y="3315940"/>
                <a:ext cx="97200" cy="10764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8A49AD34-EEE4-B56F-0AD3-EDF5F9D812C9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10508540" y="3297940"/>
                  <a:ext cx="13284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3E2B375D-8C2A-E99B-EFD9-A9BC8FE1C726}"/>
                    </a:ext>
                  </a:extLst>
                </p14:cNvPr>
                <p14:cNvContentPartPr/>
                <p14:nvPr/>
              </p14:nvContentPartPr>
              <p14:xfrm>
                <a:off x="10788260" y="3221620"/>
                <a:ext cx="51480" cy="20520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3E2B375D-8C2A-E99B-EFD9-A9BC8FE1C726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10770260" y="3203620"/>
                  <a:ext cx="8712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46F37E23-1E84-0141-9E4A-E5A14D063C93}"/>
                    </a:ext>
                  </a:extLst>
                </p14:cNvPr>
                <p14:cNvContentPartPr/>
                <p14:nvPr/>
              </p14:nvContentPartPr>
              <p14:xfrm>
                <a:off x="10768460" y="3315220"/>
                <a:ext cx="137520" cy="6480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46F37E23-1E84-0141-9E4A-E5A14D063C93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10750460" y="3297580"/>
                  <a:ext cx="173160" cy="100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0" name="Group 299">
            <a:extLst>
              <a:ext uri="{FF2B5EF4-FFF2-40B4-BE49-F238E27FC236}">
                <a16:creationId xmlns:a16="http://schemas.microsoft.com/office/drawing/2014/main" id="{899ACA99-CDD5-7B38-A9A8-D409CF6239C9}"/>
              </a:ext>
            </a:extLst>
          </p:cNvPr>
          <p:cNvGrpSpPr/>
          <p:nvPr/>
        </p:nvGrpSpPr>
        <p:grpSpPr>
          <a:xfrm>
            <a:off x="9638780" y="3593140"/>
            <a:ext cx="1746720" cy="253800"/>
            <a:chOff x="9638780" y="3593140"/>
            <a:chExt cx="1746720" cy="25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3C361802-632D-16EF-A473-42E61120FFF2}"/>
                    </a:ext>
                  </a:extLst>
                </p14:cNvPr>
                <p14:cNvContentPartPr/>
                <p14:nvPr/>
              </p14:nvContentPartPr>
              <p14:xfrm>
                <a:off x="9638780" y="3666940"/>
                <a:ext cx="92520" cy="16128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3C361802-632D-16EF-A473-42E61120FFF2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9620780" y="3649300"/>
                  <a:ext cx="12816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C26C328E-5527-E9DB-FCB0-0F04DB5657BF}"/>
                    </a:ext>
                  </a:extLst>
                </p14:cNvPr>
                <p14:cNvContentPartPr/>
                <p14:nvPr/>
              </p14:nvContentPartPr>
              <p14:xfrm>
                <a:off x="9810860" y="3663700"/>
                <a:ext cx="159120" cy="9792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C26C328E-5527-E9DB-FCB0-0F04DB5657BF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9792860" y="3646060"/>
                  <a:ext cx="19476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7FD2DFFE-D4E9-2170-9449-AB138C519F05}"/>
                    </a:ext>
                  </a:extLst>
                </p14:cNvPr>
                <p14:cNvContentPartPr/>
                <p14:nvPr/>
              </p14:nvContentPartPr>
              <p14:xfrm>
                <a:off x="10091660" y="3668020"/>
                <a:ext cx="14400" cy="17892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7FD2DFFE-D4E9-2170-9449-AB138C519F05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10073660" y="3650380"/>
                  <a:ext cx="5004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7457A041-C161-A6E9-AED9-70DBEF1A3077}"/>
                    </a:ext>
                  </a:extLst>
                </p14:cNvPr>
                <p14:cNvContentPartPr/>
                <p14:nvPr/>
              </p14:nvContentPartPr>
              <p14:xfrm>
                <a:off x="10075100" y="3650740"/>
                <a:ext cx="99000" cy="10296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7457A041-C161-A6E9-AED9-70DBEF1A3077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10057100" y="3633100"/>
                  <a:ext cx="1346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87AABBCD-DAE1-E126-2FA8-D8591FDA8A42}"/>
                    </a:ext>
                  </a:extLst>
                </p14:cNvPr>
                <p14:cNvContentPartPr/>
                <p14:nvPr/>
              </p14:nvContentPartPr>
              <p14:xfrm>
                <a:off x="10235660" y="3697900"/>
                <a:ext cx="87840" cy="7596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87AABBCD-DAE1-E126-2FA8-D8591FDA8A42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10217660" y="3680260"/>
                  <a:ext cx="12348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4BE8D771-AA27-E711-4CFD-4285EF6389D3}"/>
                    </a:ext>
                  </a:extLst>
                </p14:cNvPr>
                <p14:cNvContentPartPr/>
                <p14:nvPr/>
              </p14:nvContentPartPr>
              <p14:xfrm>
                <a:off x="10431860" y="3704020"/>
                <a:ext cx="51120" cy="9108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4BE8D771-AA27-E711-4CFD-4285EF6389D3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10414220" y="3686380"/>
                  <a:ext cx="8676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C36DD825-520F-9027-740D-5A3F91DEC51A}"/>
                    </a:ext>
                  </a:extLst>
                </p14:cNvPr>
                <p14:cNvContentPartPr/>
                <p14:nvPr/>
              </p14:nvContentPartPr>
              <p14:xfrm>
                <a:off x="10581980" y="3706180"/>
                <a:ext cx="119880" cy="7272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C36DD825-520F-9027-740D-5A3F91DEC51A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10563980" y="3688180"/>
                  <a:ext cx="15552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0C4D876A-7796-90C8-F236-1F9172F6A125}"/>
                    </a:ext>
                  </a:extLst>
                </p14:cNvPr>
                <p14:cNvContentPartPr/>
                <p14:nvPr/>
              </p14:nvContentPartPr>
              <p14:xfrm>
                <a:off x="10809140" y="3593140"/>
                <a:ext cx="50040" cy="17136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0C4D876A-7796-90C8-F236-1F9172F6A125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10791140" y="3575500"/>
                  <a:ext cx="8568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A71A0131-2172-FCEF-0EA9-7D1D3C88E8BB}"/>
                    </a:ext>
                  </a:extLst>
                </p14:cNvPr>
                <p14:cNvContentPartPr/>
                <p14:nvPr/>
              </p14:nvContentPartPr>
              <p14:xfrm>
                <a:off x="10773860" y="3658660"/>
                <a:ext cx="127440" cy="6336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A71A0131-2172-FCEF-0EA9-7D1D3C88E8BB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10756220" y="3640660"/>
                  <a:ext cx="16308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2CB4D1EE-4D8D-1E61-0AD4-95FB12C1405E}"/>
                    </a:ext>
                  </a:extLst>
                </p14:cNvPr>
                <p14:cNvContentPartPr/>
                <p14:nvPr/>
              </p14:nvContentPartPr>
              <p14:xfrm>
                <a:off x="10941260" y="3656140"/>
                <a:ext cx="95760" cy="8496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2CB4D1EE-4D8D-1E61-0AD4-95FB12C1405E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10923260" y="3638140"/>
                  <a:ext cx="13140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38D120D5-A3BA-9A31-9795-C982D0B76606}"/>
                    </a:ext>
                  </a:extLst>
                </p14:cNvPr>
                <p14:cNvContentPartPr/>
                <p14:nvPr/>
              </p14:nvContentPartPr>
              <p14:xfrm>
                <a:off x="11197940" y="3615100"/>
                <a:ext cx="65520" cy="15264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38D120D5-A3BA-9A31-9795-C982D0B76606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11179940" y="3597100"/>
                  <a:ext cx="10116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64F989AD-299B-7AFD-6A93-75361933EA15}"/>
                    </a:ext>
                  </a:extLst>
                </p14:cNvPr>
                <p14:cNvContentPartPr/>
                <p14:nvPr/>
              </p14:nvContentPartPr>
              <p14:xfrm>
                <a:off x="11374700" y="3652900"/>
                <a:ext cx="10800" cy="2952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64F989AD-299B-7AFD-6A93-75361933EA15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11356700" y="3634900"/>
                  <a:ext cx="46440" cy="65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346630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7041F9-9F95-EC41-A7E4-103A22C4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43947-5689-BEA1-19B5-3A0C848A21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39" y="14986"/>
            <a:ext cx="10328275" cy="492443"/>
          </a:xfrm>
        </p:spPr>
        <p:txBody>
          <a:bodyPr/>
          <a:lstStyle/>
          <a:p>
            <a:r>
              <a:rPr lang="en-US" dirty="0"/>
              <a:t>AND gate</a:t>
            </a:r>
          </a:p>
        </p:txBody>
      </p:sp>
      <p:pic>
        <p:nvPicPr>
          <p:cNvPr id="5" name="Picture 4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E483AC7F-2099-1455-4D46-61A66B3A45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1143000"/>
            <a:ext cx="4288545" cy="4498857"/>
          </a:xfrm>
          <a:prstGeom prst="rect">
            <a:avLst/>
          </a:prstGeom>
        </p:spPr>
      </p:pic>
      <p:pic>
        <p:nvPicPr>
          <p:cNvPr id="7" name="Picture 6" descr="A white background with black and white numbers&#10;&#10;AI-generated content may be incorrect.">
            <a:extLst>
              <a:ext uri="{FF2B5EF4-FFF2-40B4-BE49-F238E27FC236}">
                <a16:creationId xmlns:a16="http://schemas.microsoft.com/office/drawing/2014/main" id="{EDF3D66D-F3F9-6296-BB4D-88E77AED76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5348" y="3392428"/>
            <a:ext cx="7167640" cy="3241646"/>
          </a:xfrm>
          <a:prstGeom prst="rect">
            <a:avLst/>
          </a:prstGeom>
        </p:spPr>
      </p:pic>
      <p:grpSp>
        <p:nvGrpSpPr>
          <p:cNvPr id="44" name="Group 43">
            <a:extLst>
              <a:ext uri="{FF2B5EF4-FFF2-40B4-BE49-F238E27FC236}">
                <a16:creationId xmlns:a16="http://schemas.microsoft.com/office/drawing/2014/main" id="{F5956DDC-8D0D-3E53-F8A1-A2E231E17B46}"/>
              </a:ext>
            </a:extLst>
          </p:cNvPr>
          <p:cNvGrpSpPr/>
          <p:nvPr/>
        </p:nvGrpSpPr>
        <p:grpSpPr>
          <a:xfrm>
            <a:off x="4569980" y="166520"/>
            <a:ext cx="2262960" cy="2982240"/>
            <a:chOff x="4569980" y="166520"/>
            <a:chExt cx="2262960" cy="298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678BCCB-8A03-A49A-0CD7-771AF86D0ACD}"/>
                    </a:ext>
                  </a:extLst>
                </p14:cNvPr>
                <p14:cNvContentPartPr/>
                <p14:nvPr/>
              </p14:nvContentPartPr>
              <p14:xfrm>
                <a:off x="5493740" y="340760"/>
                <a:ext cx="73800" cy="538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678BCCB-8A03-A49A-0CD7-771AF86D0AC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475740" y="322760"/>
                  <a:ext cx="109440" cy="57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D443958E-5869-94D1-C08A-EFBE79A57D1A}"/>
                    </a:ext>
                  </a:extLst>
                </p14:cNvPr>
                <p14:cNvContentPartPr/>
                <p14:nvPr/>
              </p14:nvContentPartPr>
              <p14:xfrm>
                <a:off x="5452340" y="365600"/>
                <a:ext cx="378720" cy="5173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D443958E-5869-94D1-C08A-EFBE79A57D1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434340" y="347587"/>
                  <a:ext cx="414360" cy="55298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835A64E3-44A1-ED70-AD5B-63AD215E030C}"/>
                    </a:ext>
                  </a:extLst>
                </p14:cNvPr>
                <p14:cNvContentPartPr/>
                <p14:nvPr/>
              </p14:nvContentPartPr>
              <p14:xfrm>
                <a:off x="5890100" y="532280"/>
                <a:ext cx="593280" cy="288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835A64E3-44A1-ED70-AD5B-63AD215E030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872100" y="514502"/>
                  <a:ext cx="628920" cy="6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62FC76C-100F-9C0F-1187-CE5D51A464BA}"/>
                    </a:ext>
                  </a:extLst>
                </p14:cNvPr>
                <p14:cNvContentPartPr/>
                <p14:nvPr/>
              </p14:nvContentPartPr>
              <p14:xfrm>
                <a:off x="5021780" y="537680"/>
                <a:ext cx="531360" cy="313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62FC76C-100F-9C0F-1187-CE5D51A464B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003780" y="519885"/>
                  <a:ext cx="567000" cy="665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87B6576-315C-279B-CDB7-D64DF778ADB0}"/>
                    </a:ext>
                  </a:extLst>
                </p14:cNvPr>
                <p14:cNvContentPartPr/>
                <p14:nvPr/>
              </p14:nvContentPartPr>
              <p14:xfrm>
                <a:off x="4985060" y="692840"/>
                <a:ext cx="534960" cy="77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87B6576-315C-279B-CDB7-D64DF778ADB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967060" y="674840"/>
                  <a:ext cx="57060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D0E9512-A183-5F69-7815-5D7BC8EDBB92}"/>
                    </a:ext>
                  </a:extLst>
                </p14:cNvPr>
                <p14:cNvContentPartPr/>
                <p14:nvPr/>
              </p14:nvContentPartPr>
              <p14:xfrm>
                <a:off x="4601660" y="294680"/>
                <a:ext cx="169200" cy="1310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D0E9512-A183-5F69-7815-5D7BC8EDBB9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583622" y="276680"/>
                  <a:ext cx="204916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10C444D-9E05-2911-EB3D-93492CFB5467}"/>
                    </a:ext>
                  </a:extLst>
                </p14:cNvPr>
                <p14:cNvContentPartPr/>
                <p14:nvPr/>
              </p14:nvContentPartPr>
              <p14:xfrm>
                <a:off x="4623260" y="260120"/>
                <a:ext cx="141120" cy="187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10C444D-9E05-2911-EB3D-93492CFB546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605214" y="242120"/>
                  <a:ext cx="176851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0313948-01D4-D4A2-D736-B18A69E660B6}"/>
                    </a:ext>
                  </a:extLst>
                </p14:cNvPr>
                <p14:cNvContentPartPr/>
                <p14:nvPr/>
              </p14:nvContentPartPr>
              <p14:xfrm>
                <a:off x="4885340" y="301160"/>
                <a:ext cx="21240" cy="1749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0313948-01D4-D4A2-D736-B18A69E660B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867340" y="283197"/>
                  <a:ext cx="56880" cy="21052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24F2968-BA40-F129-C6B1-9487EFC7803D}"/>
                    </a:ext>
                  </a:extLst>
                </p14:cNvPr>
                <p14:cNvContentPartPr/>
                <p14:nvPr/>
              </p14:nvContentPartPr>
              <p14:xfrm>
                <a:off x="4569980" y="793280"/>
                <a:ext cx="141120" cy="900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24F2968-BA40-F129-C6B1-9487EFC7803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51934" y="775280"/>
                  <a:ext cx="176851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291670E9-9232-6BCE-D2AC-E8B2569BEE69}"/>
                    </a:ext>
                  </a:extLst>
                </p14:cNvPr>
                <p14:cNvContentPartPr/>
                <p14:nvPr/>
              </p14:nvContentPartPr>
              <p14:xfrm>
                <a:off x="4642340" y="727760"/>
                <a:ext cx="99720" cy="1818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291670E9-9232-6BCE-D2AC-E8B2569BEE6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624340" y="709760"/>
                  <a:ext cx="13536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3B086BA-3750-CF1A-CB16-E475DAB26C79}"/>
                    </a:ext>
                  </a:extLst>
                </p14:cNvPr>
                <p14:cNvContentPartPr/>
                <p14:nvPr/>
              </p14:nvContentPartPr>
              <p14:xfrm>
                <a:off x="4802180" y="875360"/>
                <a:ext cx="152640" cy="1454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3B086BA-3750-CF1A-CB16-E475DAB26C7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784180" y="857360"/>
                  <a:ext cx="18828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FE5F87D-35D0-D649-CB1C-C76B65DEFCCC}"/>
                    </a:ext>
                  </a:extLst>
                </p14:cNvPr>
                <p14:cNvContentPartPr/>
                <p14:nvPr/>
              </p14:nvContentPartPr>
              <p14:xfrm>
                <a:off x="6331820" y="166520"/>
                <a:ext cx="154440" cy="918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FE5F87D-35D0-D649-CB1C-C76B65DEFCC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313778" y="148520"/>
                  <a:ext cx="190163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4047CA4-49B8-D741-24DF-B5C71EBB2B53}"/>
                    </a:ext>
                  </a:extLst>
                </p14:cNvPr>
                <p14:cNvContentPartPr/>
                <p14:nvPr/>
              </p14:nvContentPartPr>
              <p14:xfrm>
                <a:off x="6448820" y="266960"/>
                <a:ext cx="29520" cy="1062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4047CA4-49B8-D741-24DF-B5C71EBB2B5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430820" y="249021"/>
                  <a:ext cx="65160" cy="14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906D34E-590E-1900-EC49-5DFFD51790C2}"/>
                    </a:ext>
                  </a:extLst>
                </p14:cNvPr>
                <p14:cNvContentPartPr/>
                <p14:nvPr/>
              </p14:nvContentPartPr>
              <p14:xfrm>
                <a:off x="5918180" y="1142480"/>
                <a:ext cx="103680" cy="19202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906D34E-590E-1900-EC49-5DFFD51790C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900180" y="1124480"/>
                  <a:ext cx="139320" cy="19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9529E98-6ACB-0144-0245-0113B85335D7}"/>
                    </a:ext>
                  </a:extLst>
                </p14:cNvPr>
                <p14:cNvContentPartPr/>
                <p14:nvPr/>
              </p14:nvContentPartPr>
              <p14:xfrm>
                <a:off x="4878500" y="1481240"/>
                <a:ext cx="1954440" cy="1364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9529E98-6ACB-0144-0245-0113B85335D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860500" y="1463240"/>
                  <a:ext cx="199008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5873D46-20A0-AC5B-90E5-E080A9630243}"/>
                    </a:ext>
                  </a:extLst>
                </p14:cNvPr>
                <p14:cNvContentPartPr/>
                <p14:nvPr/>
              </p14:nvContentPartPr>
              <p14:xfrm>
                <a:off x="4851500" y="1350560"/>
                <a:ext cx="219600" cy="766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5873D46-20A0-AC5B-90E5-E080A963024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833529" y="1332560"/>
                  <a:ext cx="255182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7433854-2FD8-E577-35B7-56C64E55B678}"/>
                    </a:ext>
                  </a:extLst>
                </p14:cNvPr>
                <p14:cNvContentPartPr/>
                <p14:nvPr/>
              </p14:nvContentPartPr>
              <p14:xfrm>
                <a:off x="4920260" y="1256960"/>
                <a:ext cx="146880" cy="257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7433854-2FD8-E577-35B7-56C64E55B67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902260" y="1238960"/>
                  <a:ext cx="18252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8CF04473-0DBF-99C2-6FD6-2AF85D8F8DCE}"/>
                    </a:ext>
                  </a:extLst>
                </p14:cNvPr>
                <p14:cNvContentPartPr/>
                <p14:nvPr/>
              </p14:nvContentPartPr>
              <p14:xfrm>
                <a:off x="5168300" y="1405280"/>
                <a:ext cx="11520" cy="705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8CF04473-0DBF-99C2-6FD6-2AF85D8F8DCE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150300" y="1387280"/>
                  <a:ext cx="471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9B2A18B-0A4C-F0E2-C3B0-EAAED06D7EAF}"/>
                    </a:ext>
                  </a:extLst>
                </p14:cNvPr>
                <p14:cNvContentPartPr/>
                <p14:nvPr/>
              </p14:nvContentPartPr>
              <p14:xfrm>
                <a:off x="5446940" y="1270280"/>
                <a:ext cx="146880" cy="1368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9B2A18B-0A4C-F0E2-C3B0-EAAED06D7EA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428940" y="1252280"/>
                  <a:ext cx="18252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3F28066-77C8-6F19-926E-BAAF419B3D0B}"/>
                    </a:ext>
                  </a:extLst>
                </p14:cNvPr>
                <p14:cNvContentPartPr/>
                <p14:nvPr/>
              </p14:nvContentPartPr>
              <p14:xfrm>
                <a:off x="5522180" y="1268480"/>
                <a:ext cx="83160" cy="1533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3F28066-77C8-6F19-926E-BAAF419B3D0B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504180" y="1250480"/>
                  <a:ext cx="11880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65A19CA-863D-EC62-1999-7CE272553AEA}"/>
                    </a:ext>
                  </a:extLst>
                </p14:cNvPr>
                <p14:cNvContentPartPr/>
                <p14:nvPr/>
              </p14:nvContentPartPr>
              <p14:xfrm>
                <a:off x="5664380" y="1343720"/>
                <a:ext cx="126000" cy="738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65A19CA-863D-EC62-1999-7CE272553AE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646380" y="1325720"/>
                  <a:ext cx="16164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C14C6A7-5353-05F9-9896-C7024A63FED9}"/>
                    </a:ext>
                  </a:extLst>
                </p14:cNvPr>
                <p14:cNvContentPartPr/>
                <p14:nvPr/>
              </p14:nvContentPartPr>
              <p14:xfrm>
                <a:off x="6266300" y="1148240"/>
                <a:ext cx="159480" cy="1040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C14C6A7-5353-05F9-9896-C7024A63FED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248300" y="1130240"/>
                  <a:ext cx="19512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B6D36EE-BBA2-BC1F-6BD8-DF52A920FD3C}"/>
                    </a:ext>
                  </a:extLst>
                </p14:cNvPr>
                <p14:cNvContentPartPr/>
                <p14:nvPr/>
              </p14:nvContentPartPr>
              <p14:xfrm>
                <a:off x="6371060" y="1220960"/>
                <a:ext cx="19080" cy="1785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B6D36EE-BBA2-BC1F-6BD8-DF52A920FD3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353060" y="1202960"/>
                  <a:ext cx="5472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9072F2B-3843-297D-88DA-ED1F18F263E7}"/>
                    </a:ext>
                  </a:extLst>
                </p14:cNvPr>
                <p14:cNvContentPartPr/>
                <p14:nvPr/>
              </p14:nvContentPartPr>
              <p14:xfrm>
                <a:off x="4982540" y="1815320"/>
                <a:ext cx="127080" cy="1706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9072F2B-3843-297D-88DA-ED1F18F263E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964591" y="1797320"/>
                  <a:ext cx="162619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27BFB71-4C6F-212B-45CC-77D9EADF3126}"/>
                    </a:ext>
                  </a:extLst>
                </p14:cNvPr>
                <p14:cNvContentPartPr/>
                <p14:nvPr/>
              </p14:nvContentPartPr>
              <p14:xfrm>
                <a:off x="5411300" y="1785080"/>
                <a:ext cx="137520" cy="1612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27BFB71-4C6F-212B-45CC-77D9EADF312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393300" y="1767080"/>
                  <a:ext cx="17316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543E885F-B618-6BDE-05E8-931CB37F86AE}"/>
                    </a:ext>
                  </a:extLst>
                </p14:cNvPr>
                <p14:cNvContentPartPr/>
                <p14:nvPr/>
              </p14:nvContentPartPr>
              <p14:xfrm>
                <a:off x="5004860" y="2200880"/>
                <a:ext cx="164160" cy="1465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543E885F-B618-6BDE-05E8-931CB37F86A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986899" y="2182880"/>
                  <a:ext cx="199722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C7A304A-3461-1688-F11E-7943081CF697}"/>
                    </a:ext>
                  </a:extLst>
                </p14:cNvPr>
                <p14:cNvContentPartPr/>
                <p14:nvPr/>
              </p14:nvContentPartPr>
              <p14:xfrm>
                <a:off x="5486540" y="2171360"/>
                <a:ext cx="49680" cy="1526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C7A304A-3461-1688-F11E-7943081CF69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468409" y="2153360"/>
                  <a:ext cx="8558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D402C19-C6ED-A308-3BE3-A124781FA99B}"/>
                    </a:ext>
                  </a:extLst>
                </p14:cNvPr>
                <p14:cNvContentPartPr/>
                <p14:nvPr/>
              </p14:nvContentPartPr>
              <p14:xfrm>
                <a:off x="5116460" y="2603000"/>
                <a:ext cx="20880" cy="119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D402C19-C6ED-A308-3BE3-A124781FA99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098765" y="2585000"/>
                  <a:ext cx="55916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FCB8EC0-3A1B-A657-9DAF-95D6836CB156}"/>
                    </a:ext>
                  </a:extLst>
                </p14:cNvPr>
                <p14:cNvContentPartPr/>
                <p14:nvPr/>
              </p14:nvContentPartPr>
              <p14:xfrm>
                <a:off x="5443700" y="2514800"/>
                <a:ext cx="117720" cy="1947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FCB8EC0-3A1B-A657-9DAF-95D6836CB15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425700" y="2496833"/>
                  <a:ext cx="153360" cy="2303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CEBB2B9-76FB-52E8-D558-72A05E6868EF}"/>
                    </a:ext>
                  </a:extLst>
                </p14:cNvPr>
                <p14:cNvContentPartPr/>
                <p14:nvPr/>
              </p14:nvContentPartPr>
              <p14:xfrm>
                <a:off x="5123660" y="2990720"/>
                <a:ext cx="22680" cy="1580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CEBB2B9-76FB-52E8-D558-72A05E6868E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105660" y="2972720"/>
                  <a:ext cx="5832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A657F3B-754E-91F8-A3B3-06FDC75B6EA4}"/>
                    </a:ext>
                  </a:extLst>
                </p14:cNvPr>
                <p14:cNvContentPartPr/>
                <p14:nvPr/>
              </p14:nvContentPartPr>
              <p14:xfrm>
                <a:off x="5476460" y="2943920"/>
                <a:ext cx="18360" cy="1504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A657F3B-754E-91F8-A3B3-06FDC75B6EA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458806" y="2925920"/>
                  <a:ext cx="53315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CAAB98F-AFA8-BA19-C6A3-EE64F8B26C82}"/>
                    </a:ext>
                  </a:extLst>
                </p14:cNvPr>
                <p14:cNvContentPartPr/>
                <p14:nvPr/>
              </p14:nvContentPartPr>
              <p14:xfrm>
                <a:off x="6246500" y="1712720"/>
                <a:ext cx="141120" cy="1490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CAAB98F-AFA8-BA19-C6A3-EE64F8B26C8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228500" y="1694720"/>
                  <a:ext cx="17676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3156EEB3-D31B-4181-3F44-8EF752BF7D7B}"/>
                    </a:ext>
                  </a:extLst>
                </p14:cNvPr>
                <p14:cNvContentPartPr/>
                <p14:nvPr/>
              </p14:nvContentPartPr>
              <p14:xfrm>
                <a:off x="6299060" y="2044280"/>
                <a:ext cx="105840" cy="1609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3156EEB3-D31B-4181-3F44-8EF752BF7D7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281060" y="2026280"/>
                  <a:ext cx="14148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B99F7458-C3D4-FFC7-D574-192106ED89B7}"/>
                    </a:ext>
                  </a:extLst>
                </p14:cNvPr>
                <p14:cNvContentPartPr/>
                <p14:nvPr/>
              </p14:nvContentPartPr>
              <p14:xfrm>
                <a:off x="6302660" y="2452520"/>
                <a:ext cx="113040" cy="1515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B99F7458-C3D4-FFC7-D574-192106ED89B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284660" y="2434520"/>
                  <a:ext cx="14868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74ED1F3E-A8CB-A852-A0F4-13524D2F8565}"/>
                    </a:ext>
                  </a:extLst>
                </p14:cNvPr>
                <p14:cNvContentPartPr/>
                <p14:nvPr/>
              </p14:nvContentPartPr>
              <p14:xfrm>
                <a:off x="6384020" y="2852120"/>
                <a:ext cx="29880" cy="2559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74ED1F3E-A8CB-A852-A0F4-13524D2F856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366234" y="2834145"/>
                  <a:ext cx="65096" cy="2915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2A09C8EC-A8CE-8A7E-4969-4C66331DEF65}"/>
              </a:ext>
            </a:extLst>
          </p:cNvPr>
          <p:cNvGrpSpPr/>
          <p:nvPr/>
        </p:nvGrpSpPr>
        <p:grpSpPr>
          <a:xfrm>
            <a:off x="2511860" y="2717120"/>
            <a:ext cx="1909440" cy="442800"/>
            <a:chOff x="2511860" y="2717120"/>
            <a:chExt cx="1909440" cy="44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5F0FD484-5363-DF05-1D36-AC032A4690AC}"/>
                    </a:ext>
                  </a:extLst>
                </p14:cNvPr>
                <p14:cNvContentPartPr/>
                <p14:nvPr/>
              </p14:nvContentPartPr>
              <p14:xfrm>
                <a:off x="2511860" y="2842760"/>
                <a:ext cx="258480" cy="2548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5F0FD484-5363-DF05-1D36-AC032A4690A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493860" y="2824735"/>
                  <a:ext cx="294120" cy="29057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E4712844-5A64-0343-C293-B118F94CE150}"/>
                    </a:ext>
                  </a:extLst>
                </p14:cNvPr>
                <p14:cNvContentPartPr/>
                <p14:nvPr/>
              </p14:nvContentPartPr>
              <p14:xfrm>
                <a:off x="2855660" y="2975600"/>
                <a:ext cx="80280" cy="18324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E4712844-5A64-0343-C293-B118F94CE150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837579" y="2957565"/>
                  <a:ext cx="116081" cy="2189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5444CF45-0FFF-9988-5F72-67FE3983A60F}"/>
                    </a:ext>
                  </a:extLst>
                </p14:cNvPr>
                <p14:cNvContentPartPr/>
                <p14:nvPr/>
              </p14:nvContentPartPr>
              <p14:xfrm>
                <a:off x="3018380" y="3010880"/>
                <a:ext cx="165960" cy="421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5444CF45-0FFF-9988-5F72-67FE3983A60F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000380" y="2992880"/>
                  <a:ext cx="20160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CBDD350B-9D42-0084-F693-AD14E7041AAB}"/>
                    </a:ext>
                  </a:extLst>
                </p14:cNvPr>
                <p14:cNvContentPartPr/>
                <p14:nvPr/>
              </p14:nvContentPartPr>
              <p14:xfrm>
                <a:off x="3145100" y="2909720"/>
                <a:ext cx="55800" cy="2502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CBDD350B-9D42-0084-F693-AD14E7041AAB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127100" y="2891720"/>
                  <a:ext cx="9144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40AD4E33-6AA2-E5A9-EB61-2DA823C98E94}"/>
                    </a:ext>
                  </a:extLst>
                </p14:cNvPr>
                <p14:cNvContentPartPr/>
                <p14:nvPr/>
              </p14:nvContentPartPr>
              <p14:xfrm>
                <a:off x="3263540" y="2866520"/>
                <a:ext cx="141840" cy="1832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40AD4E33-6AA2-E5A9-EB61-2DA823C98E9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245586" y="2848555"/>
                  <a:ext cx="177390" cy="21881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93F1AC81-9FB2-6109-A0DB-B34E1441D8D9}"/>
                    </a:ext>
                  </a:extLst>
                </p14:cNvPr>
                <p14:cNvContentPartPr/>
                <p14:nvPr/>
              </p14:nvContentPartPr>
              <p14:xfrm>
                <a:off x="3494300" y="2958680"/>
                <a:ext cx="179280" cy="11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93F1AC81-9FB2-6109-A0DB-B34E1441D8D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476264" y="2940680"/>
                  <a:ext cx="214992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516153CA-D92C-E183-B8DB-4A0B8BB2326F}"/>
                    </a:ext>
                  </a:extLst>
                </p14:cNvPr>
                <p14:cNvContentPartPr/>
                <p14:nvPr/>
              </p14:nvContentPartPr>
              <p14:xfrm>
                <a:off x="3752420" y="2810000"/>
                <a:ext cx="79920" cy="352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516153CA-D92C-E183-B8DB-4A0B8BB2326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734420" y="2792000"/>
                  <a:ext cx="11556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BBBEF632-BE0C-22E7-76FC-0F7BB2E994D7}"/>
                    </a:ext>
                  </a:extLst>
                </p14:cNvPr>
                <p14:cNvContentPartPr/>
                <p14:nvPr/>
              </p14:nvContentPartPr>
              <p14:xfrm>
                <a:off x="3833780" y="2874800"/>
                <a:ext cx="64800" cy="435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BBBEF632-BE0C-22E7-76FC-0F7BB2E994D7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815679" y="2856800"/>
                  <a:ext cx="100639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A2636B5C-E56B-52EB-2338-032828F686A4}"/>
                    </a:ext>
                  </a:extLst>
                </p14:cNvPr>
                <p14:cNvContentPartPr/>
                <p14:nvPr/>
              </p14:nvContentPartPr>
              <p14:xfrm>
                <a:off x="3975980" y="2717120"/>
                <a:ext cx="78840" cy="2797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A2636B5C-E56B-52EB-2338-032828F686A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957980" y="2699120"/>
                  <a:ext cx="11448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D7BE8F1B-499F-BA6B-B6A0-AF6C01E836AC}"/>
                    </a:ext>
                  </a:extLst>
                </p14:cNvPr>
                <p14:cNvContentPartPr/>
                <p14:nvPr/>
              </p14:nvContentPartPr>
              <p14:xfrm>
                <a:off x="4134380" y="2807840"/>
                <a:ext cx="7560" cy="1188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D7BE8F1B-499F-BA6B-B6A0-AF6C01E836A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116380" y="2789840"/>
                  <a:ext cx="4320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43F4335F-AAAC-5090-3CEA-2A4A34A76583}"/>
                    </a:ext>
                  </a:extLst>
                </p14:cNvPr>
                <p14:cNvContentPartPr/>
                <p14:nvPr/>
              </p14:nvContentPartPr>
              <p14:xfrm>
                <a:off x="4301060" y="2727200"/>
                <a:ext cx="100080" cy="291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43F4335F-AAAC-5090-3CEA-2A4A34A76583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283060" y="2709200"/>
                  <a:ext cx="13572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E8219B53-5F66-0243-81CB-80E2D6AF400F}"/>
                    </a:ext>
                  </a:extLst>
                </p14:cNvPr>
                <p14:cNvContentPartPr/>
                <p14:nvPr/>
              </p14:nvContentPartPr>
              <p14:xfrm>
                <a:off x="4307900" y="2755280"/>
                <a:ext cx="113400" cy="1980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E8219B53-5F66-0243-81CB-80E2D6AF400F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289900" y="2737280"/>
                  <a:ext cx="149040" cy="23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2AD472F1-020B-31D8-7A31-7AAA8732195C}"/>
              </a:ext>
            </a:extLst>
          </p:cNvPr>
          <p:cNvGrpSpPr/>
          <p:nvPr/>
        </p:nvGrpSpPr>
        <p:grpSpPr>
          <a:xfrm>
            <a:off x="2656580" y="1755920"/>
            <a:ext cx="1840320" cy="518760"/>
            <a:chOff x="2656580" y="1755920"/>
            <a:chExt cx="1840320" cy="51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7EEED26A-2702-756B-9EF0-FB3B10456E88}"/>
                    </a:ext>
                  </a:extLst>
                </p14:cNvPr>
                <p14:cNvContentPartPr/>
                <p14:nvPr/>
              </p14:nvContentPartPr>
              <p14:xfrm>
                <a:off x="2656580" y="2027720"/>
                <a:ext cx="156960" cy="1962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7EEED26A-2702-756B-9EF0-FB3B10456E88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638580" y="2009720"/>
                  <a:ext cx="19260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004BCDB2-88A5-D39F-1159-3E9F77B23A88}"/>
                    </a:ext>
                  </a:extLst>
                </p14:cNvPr>
                <p14:cNvContentPartPr/>
                <p14:nvPr/>
              </p14:nvContentPartPr>
              <p14:xfrm>
                <a:off x="2921900" y="2071280"/>
                <a:ext cx="50040" cy="2034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004BCDB2-88A5-D39F-1159-3E9F77B23A8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904029" y="2053280"/>
                  <a:ext cx="85425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84098B3F-31D3-7877-67A2-BD8853368718}"/>
                    </a:ext>
                  </a:extLst>
                </p14:cNvPr>
                <p14:cNvContentPartPr/>
                <p14:nvPr/>
              </p14:nvContentPartPr>
              <p14:xfrm>
                <a:off x="3061220" y="2004320"/>
                <a:ext cx="124920" cy="3528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84098B3F-31D3-7877-67A2-BD885336871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043220" y="1986320"/>
                  <a:ext cx="16056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49E9BC11-0132-8994-9E8C-5AAAFF1F52ED}"/>
                    </a:ext>
                  </a:extLst>
                </p14:cNvPr>
                <p14:cNvContentPartPr/>
                <p14:nvPr/>
              </p14:nvContentPartPr>
              <p14:xfrm>
                <a:off x="3178580" y="1960400"/>
                <a:ext cx="46440" cy="20088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49E9BC11-0132-8994-9E8C-5AAAFF1F52E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160718" y="1942400"/>
                  <a:ext cx="81806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2652DD13-CAB0-B83A-EF32-FEB170D87001}"/>
                    </a:ext>
                  </a:extLst>
                </p14:cNvPr>
                <p14:cNvContentPartPr/>
                <p14:nvPr/>
              </p14:nvContentPartPr>
              <p14:xfrm>
                <a:off x="3305660" y="1923680"/>
                <a:ext cx="160560" cy="1940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2652DD13-CAB0-B83A-EF32-FEB170D87001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287660" y="1905680"/>
                  <a:ext cx="19620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5BFE77E2-4702-0F61-6E49-F540E5FA916F}"/>
                    </a:ext>
                  </a:extLst>
                </p14:cNvPr>
                <p14:cNvContentPartPr/>
                <p14:nvPr/>
              </p14:nvContentPartPr>
              <p14:xfrm>
                <a:off x="3575300" y="2010080"/>
                <a:ext cx="119880" cy="1324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5BFE77E2-4702-0F61-6E49-F540E5FA916F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557300" y="1992129"/>
                  <a:ext cx="155520" cy="16802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D20872FB-4CAC-B4BB-8DC0-0D11F17916DD}"/>
                    </a:ext>
                  </a:extLst>
                </p14:cNvPr>
                <p14:cNvContentPartPr/>
                <p14:nvPr/>
              </p14:nvContentPartPr>
              <p14:xfrm>
                <a:off x="3730460" y="1928000"/>
                <a:ext cx="73800" cy="349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D20872FB-4CAC-B4BB-8DC0-0D11F17916DD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12372" y="1910000"/>
                  <a:ext cx="109615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49F352BA-61CD-A04F-D210-48FEB912D5FB}"/>
                    </a:ext>
                  </a:extLst>
                </p14:cNvPr>
                <p14:cNvContentPartPr/>
                <p14:nvPr/>
              </p14:nvContentPartPr>
              <p14:xfrm>
                <a:off x="3781220" y="1978040"/>
                <a:ext cx="52560" cy="511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49F352BA-61CD-A04F-D210-48FEB912D5FB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63220" y="1960040"/>
                  <a:ext cx="8820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B6A91F00-1F33-E2A5-22A7-3F08622A2E83}"/>
                    </a:ext>
                  </a:extLst>
                </p14:cNvPr>
                <p14:cNvContentPartPr/>
                <p14:nvPr/>
              </p14:nvContentPartPr>
              <p14:xfrm>
                <a:off x="3905060" y="1855280"/>
                <a:ext cx="51120" cy="2206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B6A91F00-1F33-E2A5-22A7-3F08622A2E83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887060" y="1837280"/>
                  <a:ext cx="8676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0C776EE8-5B1C-5BAB-D6E5-BE58FAED813D}"/>
                    </a:ext>
                  </a:extLst>
                </p14:cNvPr>
                <p14:cNvContentPartPr/>
                <p14:nvPr/>
              </p14:nvContentPartPr>
              <p14:xfrm>
                <a:off x="4042220" y="1926560"/>
                <a:ext cx="7920" cy="792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0C776EE8-5B1C-5BAB-D6E5-BE58FAED813D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024220" y="1908560"/>
                  <a:ext cx="435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15467ADA-8018-68D6-FEAF-A0D624A4CE42}"/>
                    </a:ext>
                  </a:extLst>
                </p14:cNvPr>
                <p14:cNvContentPartPr/>
                <p14:nvPr/>
              </p14:nvContentPartPr>
              <p14:xfrm>
                <a:off x="4124660" y="1820360"/>
                <a:ext cx="172080" cy="17820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15467ADA-8018-68D6-FEAF-A0D624A4CE42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4106660" y="1802360"/>
                  <a:ext cx="2077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46F98AF6-3545-652D-7DD7-A0CFA3506FB1}"/>
                    </a:ext>
                  </a:extLst>
                </p14:cNvPr>
                <p14:cNvContentPartPr/>
                <p14:nvPr/>
              </p14:nvContentPartPr>
              <p14:xfrm>
                <a:off x="4210700" y="1925120"/>
                <a:ext cx="70560" cy="457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46F98AF6-3545-652D-7DD7-A0CFA3506FB1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192700" y="1906977"/>
                  <a:ext cx="106200" cy="8164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1647C54F-D055-D0E8-7A60-8A3F53C945F9}"/>
                    </a:ext>
                  </a:extLst>
                </p14:cNvPr>
                <p14:cNvContentPartPr/>
                <p14:nvPr/>
              </p14:nvContentPartPr>
              <p14:xfrm>
                <a:off x="4400420" y="1755920"/>
                <a:ext cx="72000" cy="5508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1647C54F-D055-D0E8-7A60-8A3F53C945F9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382510" y="1737920"/>
                  <a:ext cx="107463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FA955304-7DB1-A5D3-D151-5454C811D828}"/>
                    </a:ext>
                  </a:extLst>
                </p14:cNvPr>
                <p14:cNvContentPartPr/>
                <p14:nvPr/>
              </p14:nvContentPartPr>
              <p14:xfrm>
                <a:off x="4403300" y="1777520"/>
                <a:ext cx="93600" cy="21816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FA955304-7DB1-A5D3-D151-5454C811D828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385300" y="1759550"/>
                  <a:ext cx="129240" cy="253741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C4ADC092-A840-6E06-B96C-6D3FC8580498}"/>
                  </a:ext>
                </a:extLst>
              </p14:cNvPr>
              <p14:cNvContentPartPr/>
              <p14:nvPr/>
            </p14:nvContentPartPr>
            <p14:xfrm>
              <a:off x="825260" y="53480"/>
              <a:ext cx="129960" cy="173052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C4ADC092-A840-6E06-B96C-6D3FC8580498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807260" y="35476"/>
                <a:ext cx="165600" cy="1766167"/>
              </a:xfrm>
              <a:prstGeom prst="rect">
                <a:avLst/>
              </a:prstGeom>
            </p:spPr>
          </p:pic>
        </mc:Fallback>
      </mc:AlternateContent>
      <p:grpSp>
        <p:nvGrpSpPr>
          <p:cNvPr id="153" name="Group 152">
            <a:extLst>
              <a:ext uri="{FF2B5EF4-FFF2-40B4-BE49-F238E27FC236}">
                <a16:creationId xmlns:a16="http://schemas.microsoft.com/office/drawing/2014/main" id="{C96E82A7-AB75-2485-47B3-94D522DEBABC}"/>
              </a:ext>
            </a:extLst>
          </p:cNvPr>
          <p:cNvGrpSpPr/>
          <p:nvPr/>
        </p:nvGrpSpPr>
        <p:grpSpPr>
          <a:xfrm>
            <a:off x="4343180" y="5280680"/>
            <a:ext cx="2904840" cy="319680"/>
            <a:chOff x="4343180" y="5280680"/>
            <a:chExt cx="2904840" cy="31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8045D70E-4208-DBDE-656C-C0C512DAB35F}"/>
                    </a:ext>
                  </a:extLst>
                </p14:cNvPr>
                <p14:cNvContentPartPr/>
                <p14:nvPr/>
              </p14:nvContentPartPr>
              <p14:xfrm>
                <a:off x="4343180" y="5280680"/>
                <a:ext cx="2904840" cy="19656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8045D70E-4208-DBDE-656C-C0C512DAB35F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325180" y="5262647"/>
                  <a:ext cx="2940480" cy="23226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DB054060-E683-5310-3B7B-14A517FF577D}"/>
                    </a:ext>
                  </a:extLst>
                </p14:cNvPr>
                <p14:cNvContentPartPr/>
                <p14:nvPr/>
              </p14:nvContentPartPr>
              <p14:xfrm>
                <a:off x="7080620" y="5367080"/>
                <a:ext cx="156600" cy="2332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DB054060-E683-5310-3B7B-14A517FF577D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062620" y="5349080"/>
                  <a:ext cx="192240" cy="26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0B59FFB5-18E5-CC91-9B06-A58DB9C3AE6C}"/>
              </a:ext>
            </a:extLst>
          </p:cNvPr>
          <p:cNvGrpSpPr/>
          <p:nvPr/>
        </p:nvGrpSpPr>
        <p:grpSpPr>
          <a:xfrm>
            <a:off x="322340" y="552080"/>
            <a:ext cx="1600920" cy="1197360"/>
            <a:chOff x="322340" y="552080"/>
            <a:chExt cx="1600920" cy="1197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89726387-BF19-EFC2-C28C-796ECAD4F7DB}"/>
                    </a:ext>
                  </a:extLst>
                </p14:cNvPr>
                <p14:cNvContentPartPr/>
                <p14:nvPr/>
              </p14:nvContentPartPr>
              <p14:xfrm>
                <a:off x="771260" y="789320"/>
                <a:ext cx="1152000" cy="96012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89726387-BF19-EFC2-C28C-796ECAD4F7DB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53260" y="771320"/>
                  <a:ext cx="1187640" cy="9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B5633580-83DE-28F1-7092-5C21B420E5A0}"/>
                    </a:ext>
                  </a:extLst>
                </p14:cNvPr>
                <p14:cNvContentPartPr/>
                <p14:nvPr/>
              </p14:nvContentPartPr>
              <p14:xfrm>
                <a:off x="322340" y="747560"/>
                <a:ext cx="147240" cy="14004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B5633580-83DE-28F1-7092-5C21B420E5A0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04340" y="729560"/>
                  <a:ext cx="18288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ED23FEB4-89C2-6333-6E91-5AEC324027D8}"/>
                    </a:ext>
                  </a:extLst>
                </p14:cNvPr>
                <p14:cNvContentPartPr/>
                <p14:nvPr/>
              </p14:nvContentPartPr>
              <p14:xfrm>
                <a:off x="415220" y="702200"/>
                <a:ext cx="23040" cy="1908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ED23FEB4-89C2-6333-6E91-5AEC324027D8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97220" y="683854"/>
                  <a:ext cx="58680" cy="554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5D8F6CF1-DDDF-4838-7CBA-43B72C3B4243}"/>
                    </a:ext>
                  </a:extLst>
                </p14:cNvPr>
                <p14:cNvContentPartPr/>
                <p14:nvPr/>
              </p14:nvContentPartPr>
              <p14:xfrm>
                <a:off x="459860" y="552080"/>
                <a:ext cx="13680" cy="6084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5D8F6CF1-DDDF-4838-7CBA-43B72C3B4243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41860" y="533973"/>
                  <a:ext cx="49320" cy="9669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198AA7C4-8D39-383B-590A-70EF06B71E4C}"/>
                    </a:ext>
                  </a:extLst>
                </p14:cNvPr>
                <p14:cNvContentPartPr/>
                <p14:nvPr/>
              </p14:nvContentPartPr>
              <p14:xfrm>
                <a:off x="450860" y="576200"/>
                <a:ext cx="101160" cy="1011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198AA7C4-8D39-383B-590A-70EF06B71E4C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32924" y="558200"/>
                  <a:ext cx="136674" cy="13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8EC48273-56E9-4564-CABC-35505D8F880E}"/>
              </a:ext>
            </a:extLst>
          </p:cNvPr>
          <p:cNvGrpSpPr/>
          <p:nvPr/>
        </p:nvGrpSpPr>
        <p:grpSpPr>
          <a:xfrm>
            <a:off x="4252820" y="4140560"/>
            <a:ext cx="1504440" cy="1713960"/>
            <a:chOff x="4252820" y="4140560"/>
            <a:chExt cx="1504440" cy="1713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AF6BD946-C57E-39AC-7993-E5B3C5FB97DF}"/>
                    </a:ext>
                  </a:extLst>
                </p14:cNvPr>
                <p14:cNvContentPartPr/>
                <p14:nvPr/>
              </p14:nvContentPartPr>
              <p14:xfrm>
                <a:off x="4252820" y="4140560"/>
                <a:ext cx="51840" cy="2232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AF6BD946-C57E-39AC-7993-E5B3C5FB97DF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234944" y="4122560"/>
                  <a:ext cx="87234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086EAC02-483E-403B-0A48-6C2BE3E8A69C}"/>
                    </a:ext>
                  </a:extLst>
                </p14:cNvPr>
                <p14:cNvContentPartPr/>
                <p14:nvPr/>
              </p14:nvContentPartPr>
              <p14:xfrm>
                <a:off x="4318700" y="4157480"/>
                <a:ext cx="1186920" cy="122400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086EAC02-483E-403B-0A48-6C2BE3E8A69C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4300695" y="4139480"/>
                  <a:ext cx="1222571" cy="12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E4F2311B-490B-8294-AD27-4230702D5728}"/>
                    </a:ext>
                  </a:extLst>
                </p14:cNvPr>
                <p14:cNvContentPartPr/>
                <p14:nvPr/>
              </p14:nvContentPartPr>
              <p14:xfrm>
                <a:off x="5439380" y="5723840"/>
                <a:ext cx="146880" cy="13068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E4F2311B-490B-8294-AD27-4230702D5728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421380" y="5705840"/>
                  <a:ext cx="18252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B8D4B458-7ABA-7737-C0EE-F1B5F831F4C0}"/>
                    </a:ext>
                  </a:extLst>
                </p14:cNvPr>
                <p14:cNvContentPartPr/>
                <p14:nvPr/>
              </p14:nvContentPartPr>
              <p14:xfrm>
                <a:off x="5582660" y="5696840"/>
                <a:ext cx="2880" cy="900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B8D4B458-7ABA-7737-C0EE-F1B5F831F4C0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64660" y="5678840"/>
                  <a:ext cx="3852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6FC253E3-43CB-CA20-13D0-9FB93399C9F3}"/>
                    </a:ext>
                  </a:extLst>
                </p14:cNvPr>
                <p14:cNvContentPartPr/>
                <p14:nvPr/>
              </p14:nvContentPartPr>
              <p14:xfrm>
                <a:off x="5625140" y="5518640"/>
                <a:ext cx="132120" cy="14004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6FC253E3-43CB-CA20-13D0-9FB93399C9F3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607140" y="5500594"/>
                  <a:ext cx="167760" cy="17577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2DA7AF0A-4B82-A2A6-44F0-426AA7C29CCD}"/>
              </a:ext>
            </a:extLst>
          </p:cNvPr>
          <p:cNvGrpSpPr/>
          <p:nvPr/>
        </p:nvGrpSpPr>
        <p:grpSpPr>
          <a:xfrm>
            <a:off x="6263780" y="5503160"/>
            <a:ext cx="388440" cy="520200"/>
            <a:chOff x="6263780" y="5503160"/>
            <a:chExt cx="388440" cy="52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5AC2FCF2-D29E-7064-A8D5-E67F64993A73}"/>
                    </a:ext>
                  </a:extLst>
                </p14:cNvPr>
                <p14:cNvContentPartPr/>
                <p14:nvPr/>
              </p14:nvContentPartPr>
              <p14:xfrm>
                <a:off x="6263780" y="5713040"/>
                <a:ext cx="30600" cy="1836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5AC2FCF2-D29E-7064-A8D5-E67F64993A73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6245780" y="5695386"/>
                  <a:ext cx="66240" cy="5331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81F58597-5F2B-E883-9799-7980406164F5}"/>
                    </a:ext>
                  </a:extLst>
                </p14:cNvPr>
                <p14:cNvContentPartPr/>
                <p14:nvPr/>
              </p14:nvContentPartPr>
              <p14:xfrm>
                <a:off x="6394460" y="5607920"/>
                <a:ext cx="98280" cy="10980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81F58597-5F2B-E883-9799-7980406164F5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376460" y="5589920"/>
                  <a:ext cx="13392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09EFC0FB-859F-9DF7-643C-8DC2DE48EE04}"/>
                    </a:ext>
                  </a:extLst>
                </p14:cNvPr>
                <p14:cNvContentPartPr/>
                <p14:nvPr/>
              </p14:nvContentPartPr>
              <p14:xfrm>
                <a:off x="6335780" y="5577320"/>
                <a:ext cx="237960" cy="2401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09EFC0FB-859F-9DF7-643C-8DC2DE48EE04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6317753" y="5559320"/>
                  <a:ext cx="273654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7DBE1BFE-D08F-7F63-7833-42E3BCDDCABF}"/>
                    </a:ext>
                  </a:extLst>
                </p14:cNvPr>
                <p14:cNvContentPartPr/>
                <p14:nvPr/>
              </p14:nvContentPartPr>
              <p14:xfrm>
                <a:off x="6463220" y="5638160"/>
                <a:ext cx="49680" cy="10620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7DBE1BFE-D08F-7F63-7833-42E3BCDDCAB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6445089" y="5620160"/>
                  <a:ext cx="8558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70A55737-B5A5-D1FE-B0C5-6ED7A641405D}"/>
                    </a:ext>
                  </a:extLst>
                </p14:cNvPr>
                <p14:cNvContentPartPr/>
                <p14:nvPr/>
              </p14:nvContentPartPr>
              <p14:xfrm>
                <a:off x="6531260" y="5503160"/>
                <a:ext cx="27000" cy="7488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70A55737-B5A5-D1FE-B0C5-6ED7A641405D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6513260" y="5485160"/>
                  <a:ext cx="6264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E24F51C3-8672-6CC0-4B44-887991F05E5C}"/>
                    </a:ext>
                  </a:extLst>
                </p14:cNvPr>
                <p14:cNvContentPartPr/>
                <p14:nvPr/>
              </p14:nvContentPartPr>
              <p14:xfrm>
                <a:off x="6558260" y="5533400"/>
                <a:ext cx="93960" cy="10692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E24F51C3-8672-6CC0-4B44-887991F05E5C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6540260" y="5515400"/>
                  <a:ext cx="1296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3ADC1422-B07F-4646-3087-63416F96C42A}"/>
                    </a:ext>
                  </a:extLst>
                </p14:cNvPr>
                <p14:cNvContentPartPr/>
                <p14:nvPr/>
              </p14:nvContentPartPr>
              <p14:xfrm>
                <a:off x="6268460" y="5822480"/>
                <a:ext cx="208800" cy="20088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3ADC1422-B07F-4646-3087-63416F96C42A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6250460" y="5804448"/>
                  <a:ext cx="244440" cy="236584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6">
            <p14:nvContentPartPr>
              <p14:cNvPr id="184" name="Ink 183">
                <a:extLst>
                  <a:ext uri="{FF2B5EF4-FFF2-40B4-BE49-F238E27FC236}">
                    <a16:creationId xmlns:a16="http://schemas.microsoft.com/office/drawing/2014/main" id="{98D60420-07C7-8026-FB24-4CC85C0AA84F}"/>
                  </a:ext>
                </a:extLst>
              </p14:cNvPr>
              <p14:cNvContentPartPr/>
              <p14:nvPr/>
            </p14:nvContentPartPr>
            <p14:xfrm>
              <a:off x="181220" y="2212760"/>
              <a:ext cx="4220280" cy="3865320"/>
            </p14:xfrm>
          </p:contentPart>
        </mc:Choice>
        <mc:Fallback xmlns="">
          <p:pic>
            <p:nvPicPr>
              <p:cNvPr id="184" name="Ink 183">
                <a:extLst>
                  <a:ext uri="{FF2B5EF4-FFF2-40B4-BE49-F238E27FC236}">
                    <a16:creationId xmlns:a16="http://schemas.microsoft.com/office/drawing/2014/main" id="{98D60420-07C7-8026-FB24-4CC85C0AA84F}"/>
                  </a:ext>
                </a:extLst>
              </p:cNvPr>
              <p:cNvPicPr/>
              <p:nvPr/>
            </p:nvPicPr>
            <p:blipFill>
              <a:blip r:embed="rId167"/>
              <a:stretch>
                <a:fillRect/>
              </a:stretch>
            </p:blipFill>
            <p:spPr>
              <a:xfrm>
                <a:off x="163220" y="2194760"/>
                <a:ext cx="4255920" cy="3900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4" name="Group 193">
            <a:extLst>
              <a:ext uri="{FF2B5EF4-FFF2-40B4-BE49-F238E27FC236}">
                <a16:creationId xmlns:a16="http://schemas.microsoft.com/office/drawing/2014/main" id="{4CA342C6-751D-35CE-686C-5D3F2358EF1F}"/>
              </a:ext>
            </a:extLst>
          </p:cNvPr>
          <p:cNvGrpSpPr/>
          <p:nvPr/>
        </p:nvGrpSpPr>
        <p:grpSpPr>
          <a:xfrm>
            <a:off x="2103260" y="3716840"/>
            <a:ext cx="1074960" cy="744120"/>
            <a:chOff x="2103260" y="3716840"/>
            <a:chExt cx="1074960" cy="744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4B585BC2-DC6C-0716-28C5-B636029A7789}"/>
                    </a:ext>
                  </a:extLst>
                </p14:cNvPr>
                <p14:cNvContentPartPr/>
                <p14:nvPr/>
              </p14:nvContentPartPr>
              <p14:xfrm>
                <a:off x="2103260" y="4194560"/>
                <a:ext cx="225000" cy="26640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4B585BC2-DC6C-0716-28C5-B636029A7789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2085260" y="4176560"/>
                  <a:ext cx="26064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5D5787FF-8040-59DC-F4B9-F1D9D0FBF032}"/>
                    </a:ext>
                  </a:extLst>
                </p14:cNvPr>
                <p14:cNvContentPartPr/>
                <p14:nvPr/>
              </p14:nvContentPartPr>
              <p14:xfrm>
                <a:off x="2414300" y="4287440"/>
                <a:ext cx="102240" cy="16164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5D5787FF-8040-59DC-F4B9-F1D9D0FBF032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2396363" y="4269440"/>
                  <a:ext cx="137755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9A703DB3-AFBE-41B3-9FA1-3B76EB536A81}"/>
                    </a:ext>
                  </a:extLst>
                </p14:cNvPr>
                <p14:cNvContentPartPr/>
                <p14:nvPr/>
              </p14:nvContentPartPr>
              <p14:xfrm>
                <a:off x="2549660" y="4122200"/>
                <a:ext cx="60840" cy="748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9A703DB3-AFBE-41B3-9FA1-3B76EB536A8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2531660" y="4104286"/>
                  <a:ext cx="96480" cy="11034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3469F7C6-89F7-4579-E009-4BCDC2A5EA81}"/>
                    </a:ext>
                  </a:extLst>
                </p14:cNvPr>
                <p14:cNvContentPartPr/>
                <p14:nvPr/>
              </p14:nvContentPartPr>
              <p14:xfrm>
                <a:off x="2534900" y="4077920"/>
                <a:ext cx="86040" cy="11592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3469F7C6-89F7-4579-E009-4BCDC2A5EA81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2516900" y="4059864"/>
                  <a:ext cx="121680" cy="15167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9232E9F6-D257-5138-DA1B-DDD378F0BE3C}"/>
                    </a:ext>
                  </a:extLst>
                </p14:cNvPr>
                <p14:cNvContentPartPr/>
                <p14:nvPr/>
              </p14:nvContentPartPr>
              <p14:xfrm>
                <a:off x="2644340" y="3897920"/>
                <a:ext cx="141120" cy="17928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9232E9F6-D257-5138-DA1B-DDD378F0BE3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2626340" y="3879920"/>
                  <a:ext cx="17676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97989027-13BC-ADA2-A6B8-34F2E6A125BD}"/>
                    </a:ext>
                  </a:extLst>
                </p14:cNvPr>
                <p14:cNvContentPartPr/>
                <p14:nvPr/>
              </p14:nvContentPartPr>
              <p14:xfrm>
                <a:off x="2827580" y="3954080"/>
                <a:ext cx="93600" cy="9828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97989027-13BC-ADA2-A6B8-34F2E6A125BD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2809649" y="3936080"/>
                  <a:ext cx="129103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F653A0D1-B787-A048-5053-0930B11064DA}"/>
                    </a:ext>
                  </a:extLst>
                </p14:cNvPr>
                <p14:cNvContentPartPr/>
                <p14:nvPr/>
              </p14:nvContentPartPr>
              <p14:xfrm>
                <a:off x="3001460" y="3820520"/>
                <a:ext cx="22680" cy="1368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F653A0D1-B787-A048-5053-0930B11064DA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2983460" y="3802982"/>
                  <a:ext cx="58320" cy="4840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3A78444A-FE38-9E0F-C73B-E6FA01EC4D8A}"/>
                    </a:ext>
                  </a:extLst>
                </p14:cNvPr>
                <p14:cNvContentPartPr/>
                <p14:nvPr/>
              </p14:nvContentPartPr>
              <p14:xfrm>
                <a:off x="3010460" y="3851120"/>
                <a:ext cx="76680" cy="6300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3A78444A-FE38-9E0F-C73B-E6FA01EC4D8A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2992460" y="3833222"/>
                  <a:ext cx="112320" cy="9843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F907AFD7-268B-438D-CC81-64387ABBB666}"/>
                    </a:ext>
                  </a:extLst>
                </p14:cNvPr>
                <p14:cNvContentPartPr/>
                <p14:nvPr/>
              </p14:nvContentPartPr>
              <p14:xfrm>
                <a:off x="3116660" y="3716840"/>
                <a:ext cx="61560" cy="18360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F907AFD7-268B-438D-CC81-64387ABBB666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98660" y="3698840"/>
                  <a:ext cx="97200" cy="219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0A2B8A99-31B8-7660-26D7-1AC9EEA4B7A1}"/>
                  </a:ext>
                </a:extLst>
              </p14:cNvPr>
              <p14:cNvContentPartPr/>
              <p14:nvPr/>
            </p14:nvContentPartPr>
            <p14:xfrm>
              <a:off x="7438100" y="652160"/>
              <a:ext cx="210240" cy="3229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0A2B8A99-31B8-7660-26D7-1AC9EEA4B7A1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7420100" y="634180"/>
                <a:ext cx="245880" cy="358520"/>
              </a:xfrm>
              <a:prstGeom prst="rect">
                <a:avLst/>
              </a:prstGeom>
            </p:spPr>
          </p:pic>
        </mc:Fallback>
      </mc:AlternateContent>
      <p:grpSp>
        <p:nvGrpSpPr>
          <p:cNvPr id="31" name="Group 30">
            <a:extLst>
              <a:ext uri="{FF2B5EF4-FFF2-40B4-BE49-F238E27FC236}">
                <a16:creationId xmlns:a16="http://schemas.microsoft.com/office/drawing/2014/main" id="{087EDBE9-3996-031D-9A80-AF6623F69C53}"/>
              </a:ext>
            </a:extLst>
          </p:cNvPr>
          <p:cNvGrpSpPr/>
          <p:nvPr/>
        </p:nvGrpSpPr>
        <p:grpSpPr>
          <a:xfrm>
            <a:off x="7872260" y="769160"/>
            <a:ext cx="99000" cy="86760"/>
            <a:chOff x="7872260" y="769160"/>
            <a:chExt cx="99000" cy="8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F39FBE68-5CE7-00C4-1128-1F8099EDD997}"/>
                    </a:ext>
                  </a:extLst>
                </p14:cNvPr>
                <p14:cNvContentPartPr/>
                <p14:nvPr/>
              </p14:nvContentPartPr>
              <p14:xfrm>
                <a:off x="7872260" y="769160"/>
                <a:ext cx="51840" cy="6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F39FBE68-5CE7-00C4-1128-1F8099EDD997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7854134" y="751160"/>
                  <a:ext cx="87729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C9116E4-8738-D1EE-96A4-7B0E26616208}"/>
                    </a:ext>
                  </a:extLst>
                </p14:cNvPr>
                <p14:cNvContentPartPr/>
                <p14:nvPr/>
              </p14:nvContentPartPr>
              <p14:xfrm>
                <a:off x="7897100" y="823880"/>
                <a:ext cx="74160" cy="320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C9116E4-8738-D1EE-96A4-7B0E26616208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7879100" y="805880"/>
                  <a:ext cx="109800" cy="6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6BC5EAD2-E337-DDCB-7E6C-7F538D4E2E53}"/>
              </a:ext>
            </a:extLst>
          </p:cNvPr>
          <p:cNvGrpSpPr/>
          <p:nvPr/>
        </p:nvGrpSpPr>
        <p:grpSpPr>
          <a:xfrm>
            <a:off x="8185100" y="518600"/>
            <a:ext cx="1301040" cy="334440"/>
            <a:chOff x="8185100" y="518600"/>
            <a:chExt cx="1301040" cy="334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5722E2C-8FFB-37A0-104F-904FFB0A96BF}"/>
                    </a:ext>
                  </a:extLst>
                </p14:cNvPr>
                <p14:cNvContentPartPr/>
                <p14:nvPr/>
              </p14:nvContentPartPr>
              <p14:xfrm>
                <a:off x="8291300" y="563600"/>
                <a:ext cx="51480" cy="2894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5722E2C-8FFB-37A0-104F-904FFB0A96BF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8273300" y="545600"/>
                  <a:ext cx="8712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4A9B9611-9A96-CD34-6DFC-F58CFA613406}"/>
                    </a:ext>
                  </a:extLst>
                </p14:cNvPr>
                <p14:cNvContentPartPr/>
                <p14:nvPr/>
              </p14:nvContentPartPr>
              <p14:xfrm>
                <a:off x="8185100" y="695720"/>
                <a:ext cx="200880" cy="889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4A9B9611-9A96-CD34-6DFC-F58CFA613406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8167100" y="677647"/>
                  <a:ext cx="236520" cy="1247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71873995-2555-A700-5D81-D0D6B59EA3D0}"/>
                    </a:ext>
                  </a:extLst>
                </p14:cNvPr>
                <p14:cNvContentPartPr/>
                <p14:nvPr/>
              </p14:nvContentPartPr>
              <p14:xfrm>
                <a:off x="8523140" y="518600"/>
                <a:ext cx="208800" cy="3132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71873995-2555-A700-5D81-D0D6B59EA3D0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8505140" y="500579"/>
                  <a:ext cx="244440" cy="34888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BD8E0CDC-4CE8-FCC4-419E-B89A7E24E640}"/>
                    </a:ext>
                  </a:extLst>
                </p14:cNvPr>
                <p14:cNvContentPartPr/>
                <p14:nvPr/>
              </p14:nvContentPartPr>
              <p14:xfrm>
                <a:off x="8772980" y="586280"/>
                <a:ext cx="131040" cy="1558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BD8E0CDC-4CE8-FCC4-419E-B89A7E24E640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8754980" y="568321"/>
                  <a:ext cx="166680" cy="19143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175F00CF-583C-F382-0433-DB0286B5087F}"/>
                    </a:ext>
                  </a:extLst>
                </p14:cNvPr>
                <p14:cNvContentPartPr/>
                <p14:nvPr/>
              </p14:nvContentPartPr>
              <p14:xfrm>
                <a:off x="8994740" y="680960"/>
                <a:ext cx="16560" cy="5832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175F00CF-583C-F382-0433-DB0286B5087F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8976340" y="663070"/>
                  <a:ext cx="52992" cy="93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FDFD8DF9-8EA7-8AF7-2C1A-782E99944844}"/>
                    </a:ext>
                  </a:extLst>
                </p14:cNvPr>
                <p14:cNvContentPartPr/>
                <p14:nvPr/>
              </p14:nvContentPartPr>
              <p14:xfrm>
                <a:off x="9010940" y="562880"/>
                <a:ext cx="20880" cy="5004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FDFD8DF9-8EA7-8AF7-2C1A-782E99944844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8992940" y="544880"/>
                  <a:ext cx="5652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F9853185-42EE-F9F2-9751-C2DAFCB61CBB}"/>
                    </a:ext>
                  </a:extLst>
                </p14:cNvPr>
                <p14:cNvContentPartPr/>
                <p14:nvPr/>
              </p14:nvContentPartPr>
              <p14:xfrm>
                <a:off x="9151700" y="597800"/>
                <a:ext cx="230760" cy="1238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F9853185-42EE-F9F2-9751-C2DAFCB61CBB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9133700" y="579800"/>
                  <a:ext cx="26640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40643241-0D5B-2284-9BE3-977A981A00DA}"/>
                    </a:ext>
                  </a:extLst>
                </p14:cNvPr>
                <p14:cNvContentPartPr/>
                <p14:nvPr/>
              </p14:nvContentPartPr>
              <p14:xfrm>
                <a:off x="9467780" y="672320"/>
                <a:ext cx="18360" cy="5220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40643241-0D5B-2284-9BE3-977A981A00DA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9449420" y="654320"/>
                  <a:ext cx="54713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B82B3324-B010-AB1E-179B-BA492BBC5F42}"/>
                    </a:ext>
                  </a:extLst>
                </p14:cNvPr>
                <p14:cNvContentPartPr/>
                <p14:nvPr/>
              </p14:nvContentPartPr>
              <p14:xfrm>
                <a:off x="9473900" y="546320"/>
                <a:ext cx="10080" cy="1800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B82B3324-B010-AB1E-179B-BA492BBC5F42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9455900" y="528320"/>
                  <a:ext cx="45720" cy="5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D4A16EBF-1A39-D76A-9D4C-2C5045A3F65D}"/>
              </a:ext>
            </a:extLst>
          </p:cNvPr>
          <p:cNvGrpSpPr/>
          <p:nvPr/>
        </p:nvGrpSpPr>
        <p:grpSpPr>
          <a:xfrm>
            <a:off x="9653540" y="454880"/>
            <a:ext cx="585360" cy="379440"/>
            <a:chOff x="9653540" y="454880"/>
            <a:chExt cx="585360" cy="37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003C0C16-2366-4138-9529-81D1E9980CBE}"/>
                    </a:ext>
                  </a:extLst>
                </p14:cNvPr>
                <p14:cNvContentPartPr/>
                <p14:nvPr/>
              </p14:nvContentPartPr>
              <p14:xfrm>
                <a:off x="9653540" y="651440"/>
                <a:ext cx="117000" cy="1476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003C0C16-2366-4138-9529-81D1E9980CBE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9635484" y="633440"/>
                  <a:ext cx="15275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A2F11862-DAF7-A54C-69EF-716313422AB0}"/>
                    </a:ext>
                  </a:extLst>
                </p14:cNvPr>
                <p14:cNvContentPartPr/>
                <p14:nvPr/>
              </p14:nvContentPartPr>
              <p14:xfrm>
                <a:off x="9732020" y="555680"/>
                <a:ext cx="23040" cy="18216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A2F11862-DAF7-A54C-69EF-716313422AB0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9713734" y="537680"/>
                  <a:ext cx="59246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DB731E29-9202-DB1B-EFDC-63C81C71DCBB}"/>
                    </a:ext>
                  </a:extLst>
                </p14:cNvPr>
                <p14:cNvContentPartPr/>
                <p14:nvPr/>
              </p14:nvContentPartPr>
              <p14:xfrm>
                <a:off x="9930380" y="529400"/>
                <a:ext cx="113760" cy="18972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DB731E29-9202-DB1B-EFDC-63C81C71DCBB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912380" y="511400"/>
                  <a:ext cx="14940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C63CD4E4-E495-16BF-E85C-C6D9A032D918}"/>
                    </a:ext>
                  </a:extLst>
                </p14:cNvPr>
                <p14:cNvContentPartPr/>
                <p14:nvPr/>
              </p14:nvContentPartPr>
              <p14:xfrm>
                <a:off x="10086980" y="454880"/>
                <a:ext cx="151920" cy="37944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C63CD4E4-E495-16BF-E85C-C6D9A032D918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0068980" y="436880"/>
                  <a:ext cx="187560" cy="41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AEA3E6B1-A125-5FC5-88B8-5C27CCC33552}"/>
              </a:ext>
            </a:extLst>
          </p:cNvPr>
          <p:cNvGrpSpPr/>
          <p:nvPr/>
        </p:nvGrpSpPr>
        <p:grpSpPr>
          <a:xfrm>
            <a:off x="6859580" y="1009640"/>
            <a:ext cx="502200" cy="276480"/>
            <a:chOff x="6859580" y="1009640"/>
            <a:chExt cx="502200" cy="27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076F2889-4F96-563F-1FF4-37ED83404C41}"/>
                    </a:ext>
                  </a:extLst>
                </p14:cNvPr>
                <p14:cNvContentPartPr/>
                <p14:nvPr/>
              </p14:nvContentPartPr>
              <p14:xfrm>
                <a:off x="6873260" y="1009640"/>
                <a:ext cx="488520" cy="20916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076F2889-4F96-563F-1FF4-37ED83404C41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6855260" y="991671"/>
                  <a:ext cx="524160" cy="24473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69232DE9-8175-CA29-4BD4-ABD4280C12D8}"/>
                    </a:ext>
                  </a:extLst>
                </p14:cNvPr>
                <p14:cNvContentPartPr/>
                <p14:nvPr/>
              </p14:nvContentPartPr>
              <p14:xfrm>
                <a:off x="6859580" y="1108640"/>
                <a:ext cx="144000" cy="17748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69232DE9-8175-CA29-4BD4-ABD4280C12D8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6841535" y="1090640"/>
                  <a:ext cx="179729" cy="21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A3A4FAEC-A496-3D89-4BBB-A9F3EFCF5C1E}"/>
              </a:ext>
            </a:extLst>
          </p:cNvPr>
          <p:cNvGrpSpPr/>
          <p:nvPr/>
        </p:nvGrpSpPr>
        <p:grpSpPr>
          <a:xfrm>
            <a:off x="6960020" y="1525520"/>
            <a:ext cx="472320" cy="274680"/>
            <a:chOff x="6960020" y="1525520"/>
            <a:chExt cx="472320" cy="27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E71EFBE0-0EAE-1A6D-DC4A-A8C1F412C998}"/>
                    </a:ext>
                  </a:extLst>
                </p14:cNvPr>
                <p14:cNvContentPartPr/>
                <p14:nvPr/>
              </p14:nvContentPartPr>
              <p14:xfrm>
                <a:off x="6960020" y="1558640"/>
                <a:ext cx="18000" cy="24156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E71EFBE0-0EAE-1A6D-DC4A-A8C1F412C998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6942020" y="1540640"/>
                  <a:ext cx="5364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81736418-CE00-81DB-A3E3-007C8F5D4A66}"/>
                    </a:ext>
                  </a:extLst>
                </p14:cNvPr>
                <p14:cNvContentPartPr/>
                <p14:nvPr/>
              </p14:nvContentPartPr>
              <p14:xfrm>
                <a:off x="6969380" y="1588520"/>
                <a:ext cx="133920" cy="14976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81736418-CE00-81DB-A3E3-007C8F5D4A66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6951380" y="1570520"/>
                  <a:ext cx="16956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D765CFC5-8BF4-AEFD-AF03-2FAC81D46366}"/>
                    </a:ext>
                  </a:extLst>
                </p14:cNvPr>
                <p14:cNvContentPartPr/>
                <p14:nvPr/>
              </p14:nvContentPartPr>
              <p14:xfrm>
                <a:off x="6975140" y="1676000"/>
                <a:ext cx="114480" cy="6156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D765CFC5-8BF4-AEFD-AF03-2FAC81D46366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6957140" y="1658000"/>
                  <a:ext cx="15012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F9EA2742-3E0C-C1F1-098C-7405A5DDF572}"/>
                    </a:ext>
                  </a:extLst>
                </p14:cNvPr>
                <p14:cNvContentPartPr/>
                <p14:nvPr/>
              </p14:nvContentPartPr>
              <p14:xfrm>
                <a:off x="7125620" y="1604360"/>
                <a:ext cx="144000" cy="9144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F9EA2742-3E0C-C1F1-098C-7405A5DDF572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7107575" y="1586360"/>
                  <a:ext cx="179729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D075AA3F-5BE3-032C-F9E8-0DDA34F4D3EA}"/>
                    </a:ext>
                  </a:extLst>
                </p14:cNvPr>
                <p14:cNvContentPartPr/>
                <p14:nvPr/>
              </p14:nvContentPartPr>
              <p14:xfrm>
                <a:off x="7344140" y="1525520"/>
                <a:ext cx="88200" cy="21276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D075AA3F-5BE3-032C-F9E8-0DDA34F4D3EA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7326213" y="1507520"/>
                  <a:ext cx="123695" cy="248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5" name="Group 214">
            <a:extLst>
              <a:ext uri="{FF2B5EF4-FFF2-40B4-BE49-F238E27FC236}">
                <a16:creationId xmlns:a16="http://schemas.microsoft.com/office/drawing/2014/main" id="{679E53BB-683B-EE79-A452-52E6253C6910}"/>
              </a:ext>
            </a:extLst>
          </p:cNvPr>
          <p:cNvGrpSpPr/>
          <p:nvPr/>
        </p:nvGrpSpPr>
        <p:grpSpPr>
          <a:xfrm>
            <a:off x="8005100" y="1269920"/>
            <a:ext cx="464400" cy="489960"/>
            <a:chOff x="8005100" y="1269920"/>
            <a:chExt cx="464400" cy="48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1BD250D8-8B84-BFDC-F43E-B5CBE8668288}"/>
                    </a:ext>
                  </a:extLst>
                </p14:cNvPr>
                <p14:cNvContentPartPr/>
                <p14:nvPr/>
              </p14:nvContentPartPr>
              <p14:xfrm>
                <a:off x="8230100" y="1406360"/>
                <a:ext cx="31320" cy="18324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1BD250D8-8B84-BFDC-F43E-B5CBE8668288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8212305" y="1388325"/>
                  <a:ext cx="66555" cy="2189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BE35CA88-70E3-3261-2F7E-8A9999C532D1}"/>
                    </a:ext>
                  </a:extLst>
                </p14:cNvPr>
                <p14:cNvContentPartPr/>
                <p14:nvPr/>
              </p14:nvContentPartPr>
              <p14:xfrm>
                <a:off x="8005100" y="1269920"/>
                <a:ext cx="464400" cy="48996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BE35CA88-70E3-3261-2F7E-8A9999C532D1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7987086" y="1251920"/>
                  <a:ext cx="500068" cy="52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" name="Group 276">
            <a:extLst>
              <a:ext uri="{FF2B5EF4-FFF2-40B4-BE49-F238E27FC236}">
                <a16:creationId xmlns:a16="http://schemas.microsoft.com/office/drawing/2014/main" id="{EA82EA71-1B9B-295E-15C1-5CA315315FB7}"/>
              </a:ext>
            </a:extLst>
          </p:cNvPr>
          <p:cNvGrpSpPr/>
          <p:nvPr/>
        </p:nvGrpSpPr>
        <p:grpSpPr>
          <a:xfrm>
            <a:off x="8047220" y="2817700"/>
            <a:ext cx="470160" cy="386640"/>
            <a:chOff x="8047220" y="2817700"/>
            <a:chExt cx="470160" cy="38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191C783F-85AC-2501-CCE9-5A1DBE740833}"/>
                    </a:ext>
                  </a:extLst>
                </p14:cNvPr>
                <p14:cNvContentPartPr/>
                <p14:nvPr/>
              </p14:nvContentPartPr>
              <p14:xfrm>
                <a:off x="8203820" y="2904100"/>
                <a:ext cx="154440" cy="17604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191C783F-85AC-2501-CCE9-5A1DBE740833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8185820" y="2886100"/>
                  <a:ext cx="19008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9E1D374B-AA9C-7304-F891-8F1ABEE52E80}"/>
                    </a:ext>
                  </a:extLst>
                </p14:cNvPr>
                <p14:cNvContentPartPr/>
                <p14:nvPr/>
              </p14:nvContentPartPr>
              <p14:xfrm>
                <a:off x="8047220" y="2817700"/>
                <a:ext cx="470160" cy="38664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9E1D374B-AA9C-7304-F891-8F1ABEE52E80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8029220" y="2799700"/>
                  <a:ext cx="505800" cy="422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40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9B8C2A6A-0C5F-67EA-3F82-D0400AD11C3F}"/>
                  </a:ext>
                </a:extLst>
              </p14:cNvPr>
              <p14:cNvContentPartPr/>
              <p14:nvPr/>
            </p14:nvContentPartPr>
            <p14:xfrm>
              <a:off x="5890460" y="6484880"/>
              <a:ext cx="1751400" cy="15228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9B8C2A6A-0C5F-67EA-3F82-D0400AD11C3F}"/>
                  </a:ext>
                </a:extLst>
              </p:cNvPr>
              <p:cNvPicPr/>
              <p:nvPr/>
            </p:nvPicPr>
            <p:blipFill>
              <a:blip r:embed="rId241"/>
              <a:stretch>
                <a:fillRect/>
              </a:stretch>
            </p:blipFill>
            <p:spPr>
              <a:xfrm>
                <a:off x="5872820" y="6467240"/>
                <a:ext cx="1787040" cy="18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2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2A5EB151-CDBE-7453-0006-625EEFCFD5EB}"/>
                  </a:ext>
                </a:extLst>
              </p14:cNvPr>
              <p14:cNvContentPartPr/>
              <p14:nvPr/>
            </p14:nvContentPartPr>
            <p14:xfrm>
              <a:off x="8950100" y="1310240"/>
              <a:ext cx="204480" cy="28404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2A5EB151-CDBE-7453-0006-625EEFCFD5EB}"/>
                  </a:ext>
                </a:extLst>
              </p:cNvPr>
              <p:cNvPicPr/>
              <p:nvPr/>
            </p:nvPicPr>
            <p:blipFill>
              <a:blip r:embed="rId243"/>
              <a:stretch>
                <a:fillRect/>
              </a:stretch>
            </p:blipFill>
            <p:spPr>
              <a:xfrm>
                <a:off x="8932100" y="1292240"/>
                <a:ext cx="240120" cy="319680"/>
              </a:xfrm>
              <a:prstGeom prst="rect">
                <a:avLst/>
              </a:prstGeom>
            </p:spPr>
          </p:pic>
        </mc:Fallback>
      </mc:AlternateContent>
      <p:grpSp>
        <p:nvGrpSpPr>
          <p:cNvPr id="60" name="Group 59">
            <a:extLst>
              <a:ext uri="{FF2B5EF4-FFF2-40B4-BE49-F238E27FC236}">
                <a16:creationId xmlns:a16="http://schemas.microsoft.com/office/drawing/2014/main" id="{4B5E2912-A5C0-DDB0-30A3-1D5D654F308F}"/>
              </a:ext>
            </a:extLst>
          </p:cNvPr>
          <p:cNvGrpSpPr/>
          <p:nvPr/>
        </p:nvGrpSpPr>
        <p:grpSpPr>
          <a:xfrm>
            <a:off x="9331700" y="1325720"/>
            <a:ext cx="1263240" cy="314280"/>
            <a:chOff x="9331700" y="1325720"/>
            <a:chExt cx="1263240" cy="314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7D653E6-727F-46A5-50FB-1791DA218231}"/>
                    </a:ext>
                  </a:extLst>
                </p14:cNvPr>
                <p14:cNvContentPartPr/>
                <p14:nvPr/>
              </p14:nvContentPartPr>
              <p14:xfrm>
                <a:off x="9331700" y="1494200"/>
                <a:ext cx="30960" cy="1458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7D653E6-727F-46A5-50FB-1791DA218231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9314060" y="1476560"/>
                  <a:ext cx="6660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743F6BF-9391-3BE1-C2C9-DCCE39A39B5F}"/>
                    </a:ext>
                  </a:extLst>
                </p14:cNvPr>
                <p14:cNvContentPartPr/>
                <p14:nvPr/>
              </p14:nvContentPartPr>
              <p14:xfrm>
                <a:off x="9494060" y="1456040"/>
                <a:ext cx="225720" cy="201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743F6BF-9391-3BE1-C2C9-DCCE39A39B5F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9476060" y="1438400"/>
                  <a:ext cx="26136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7560A14-48C0-5586-3C91-0D5E826929DD}"/>
                    </a:ext>
                  </a:extLst>
                </p14:cNvPr>
                <p14:cNvContentPartPr/>
                <p14:nvPr/>
              </p14:nvContentPartPr>
              <p14:xfrm>
                <a:off x="9574700" y="1364240"/>
                <a:ext cx="96840" cy="2041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7560A14-48C0-5586-3C91-0D5E826929DD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9557060" y="1346240"/>
                  <a:ext cx="13248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29E3810-ACA9-0EA3-651E-5ED58081DBE2}"/>
                    </a:ext>
                  </a:extLst>
                </p14:cNvPr>
                <p14:cNvContentPartPr/>
                <p14:nvPr/>
              </p14:nvContentPartPr>
              <p14:xfrm>
                <a:off x="9846140" y="1325720"/>
                <a:ext cx="150480" cy="179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29E3810-ACA9-0EA3-651E-5ED58081DBE2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9828140" y="1308080"/>
                  <a:ext cx="18612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3A557A0D-94E8-57F0-391E-69810D9EF849}"/>
                    </a:ext>
                  </a:extLst>
                </p14:cNvPr>
                <p14:cNvContentPartPr/>
                <p14:nvPr/>
              </p14:nvContentPartPr>
              <p14:xfrm>
                <a:off x="10122260" y="1416800"/>
                <a:ext cx="168840" cy="1494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3A557A0D-94E8-57F0-391E-69810D9EF849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0104620" y="1398800"/>
                  <a:ext cx="20448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AEACF7D-20F0-5053-E8EB-83B9D24EB8BD}"/>
                    </a:ext>
                  </a:extLst>
                </p14:cNvPr>
                <p14:cNvContentPartPr/>
                <p14:nvPr/>
              </p14:nvContentPartPr>
              <p14:xfrm>
                <a:off x="10452740" y="1379360"/>
                <a:ext cx="59400" cy="11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AEACF7D-20F0-5053-E8EB-83B9D24EB8BD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0435100" y="1361360"/>
                  <a:ext cx="9504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199F8E1-E2E7-9509-FDC5-24120E2FA3B0}"/>
                    </a:ext>
                  </a:extLst>
                </p14:cNvPr>
                <p14:cNvContentPartPr/>
                <p14:nvPr/>
              </p14:nvContentPartPr>
              <p14:xfrm>
                <a:off x="10491980" y="1427600"/>
                <a:ext cx="102960" cy="226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199F8E1-E2E7-9509-FDC5-24120E2FA3B0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0474340" y="1409600"/>
                  <a:ext cx="138600" cy="58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8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E04CB527-0B86-E83D-DD68-716EC82787D6}"/>
                  </a:ext>
                </a:extLst>
              </p14:cNvPr>
              <p14:cNvContentPartPr/>
              <p14:nvPr/>
            </p14:nvContentPartPr>
            <p14:xfrm>
              <a:off x="10773140" y="1271000"/>
              <a:ext cx="26640" cy="32112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E04CB527-0B86-E83D-DD68-716EC82787D6}"/>
                  </a:ext>
                </a:extLst>
              </p:cNvPr>
              <p:cNvPicPr/>
              <p:nvPr/>
            </p:nvPicPr>
            <p:blipFill>
              <a:blip r:embed="rId259"/>
              <a:stretch>
                <a:fillRect/>
              </a:stretch>
            </p:blipFill>
            <p:spPr>
              <a:xfrm>
                <a:off x="10755140" y="1253000"/>
                <a:ext cx="62280" cy="356760"/>
              </a:xfrm>
              <a:prstGeom prst="rect">
                <a:avLst/>
              </a:prstGeom>
            </p:spPr>
          </p:pic>
        </mc:Fallback>
      </mc:AlternateContent>
      <p:grpSp>
        <p:nvGrpSpPr>
          <p:cNvPr id="59" name="Group 58">
            <a:extLst>
              <a:ext uri="{FF2B5EF4-FFF2-40B4-BE49-F238E27FC236}">
                <a16:creationId xmlns:a16="http://schemas.microsoft.com/office/drawing/2014/main" id="{BD422BC7-259B-FEC7-0F10-22F805F85100}"/>
              </a:ext>
            </a:extLst>
          </p:cNvPr>
          <p:cNvGrpSpPr/>
          <p:nvPr/>
        </p:nvGrpSpPr>
        <p:grpSpPr>
          <a:xfrm>
            <a:off x="10967180" y="1286840"/>
            <a:ext cx="310680" cy="200520"/>
            <a:chOff x="10967180" y="1286840"/>
            <a:chExt cx="310680" cy="200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B43C243-CB8B-D203-0E06-B08BF97FB749}"/>
                    </a:ext>
                  </a:extLst>
                </p14:cNvPr>
                <p14:cNvContentPartPr/>
                <p14:nvPr/>
              </p14:nvContentPartPr>
              <p14:xfrm>
                <a:off x="10967180" y="1375760"/>
                <a:ext cx="360" cy="3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B43C243-CB8B-D203-0E06-B08BF97FB749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0949540" y="135776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1C29845-E18F-0157-27A3-7689BB859729}"/>
                    </a:ext>
                  </a:extLst>
                </p14:cNvPr>
                <p14:cNvContentPartPr/>
                <p14:nvPr/>
              </p14:nvContentPartPr>
              <p14:xfrm>
                <a:off x="11178500" y="1286840"/>
                <a:ext cx="99360" cy="295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1C29845-E18F-0157-27A3-7689BB859729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1160500" y="1269200"/>
                  <a:ext cx="13500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7E1158F-AD33-A8F2-D49A-AE0333231AF2}"/>
                    </a:ext>
                  </a:extLst>
                </p14:cNvPr>
                <p14:cNvContentPartPr/>
                <p14:nvPr/>
              </p14:nvContentPartPr>
              <p14:xfrm>
                <a:off x="11124140" y="1307000"/>
                <a:ext cx="141120" cy="1803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7E1158F-AD33-A8F2-D49A-AE0333231AF2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1106500" y="1289360"/>
                  <a:ext cx="176760" cy="216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6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97F5B9CE-6478-E462-A8A6-600C6C9ADBE5}"/>
                  </a:ext>
                </a:extLst>
              </p14:cNvPr>
              <p14:cNvContentPartPr/>
              <p14:nvPr/>
            </p14:nvContentPartPr>
            <p14:xfrm>
              <a:off x="10651100" y="1711640"/>
              <a:ext cx="663120" cy="2376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97F5B9CE-6478-E462-A8A6-600C6C9ADBE5}"/>
                  </a:ext>
                </a:extLst>
              </p:cNvPr>
              <p:cNvPicPr/>
              <p:nvPr/>
            </p:nvPicPr>
            <p:blipFill>
              <a:blip r:embed="rId267"/>
              <a:stretch>
                <a:fillRect/>
              </a:stretch>
            </p:blipFill>
            <p:spPr>
              <a:xfrm>
                <a:off x="10633100" y="1693640"/>
                <a:ext cx="698760" cy="59400"/>
              </a:xfrm>
              <a:prstGeom prst="rect">
                <a:avLst/>
              </a:prstGeom>
            </p:spPr>
          </p:pic>
        </mc:Fallback>
      </mc:AlternateContent>
      <p:grpSp>
        <p:nvGrpSpPr>
          <p:cNvPr id="82" name="Group 81">
            <a:extLst>
              <a:ext uri="{FF2B5EF4-FFF2-40B4-BE49-F238E27FC236}">
                <a16:creationId xmlns:a16="http://schemas.microsoft.com/office/drawing/2014/main" id="{E83BA300-F511-FABB-E4DF-911FBBD9A9A9}"/>
              </a:ext>
            </a:extLst>
          </p:cNvPr>
          <p:cNvGrpSpPr/>
          <p:nvPr/>
        </p:nvGrpSpPr>
        <p:grpSpPr>
          <a:xfrm>
            <a:off x="8724380" y="2023040"/>
            <a:ext cx="1360440" cy="342000"/>
            <a:chOff x="8724380" y="2023040"/>
            <a:chExt cx="1360440" cy="342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7245C038-4835-DE10-F467-3442C3A69CB2}"/>
                    </a:ext>
                  </a:extLst>
                </p14:cNvPr>
                <p14:cNvContentPartPr/>
                <p14:nvPr/>
              </p14:nvContentPartPr>
              <p14:xfrm>
                <a:off x="8724380" y="2023040"/>
                <a:ext cx="153360" cy="2797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7245C038-4835-DE10-F467-3442C3A69CB2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8706740" y="2005400"/>
                  <a:ext cx="18900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4216A13-6040-2781-C4D5-0BE57A505835}"/>
                    </a:ext>
                  </a:extLst>
                </p14:cNvPr>
                <p14:cNvContentPartPr/>
                <p14:nvPr/>
              </p14:nvContentPartPr>
              <p14:xfrm>
                <a:off x="9046220" y="2190080"/>
                <a:ext cx="23760" cy="1749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4216A13-6040-2781-C4D5-0BE57A505835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9028580" y="2172080"/>
                  <a:ext cx="5940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C6A77E7F-3642-EE2E-712D-B29684C9804D}"/>
                    </a:ext>
                  </a:extLst>
                </p14:cNvPr>
                <p14:cNvContentPartPr/>
                <p14:nvPr/>
              </p14:nvContentPartPr>
              <p14:xfrm>
                <a:off x="9174380" y="2144720"/>
                <a:ext cx="207720" cy="374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C6A77E7F-3642-EE2E-712D-B29684C9804D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9156740" y="2126720"/>
                  <a:ext cx="24336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01381A16-C33D-CB5C-C284-4BFDB0DDE2AD}"/>
                    </a:ext>
                  </a:extLst>
                </p14:cNvPr>
                <p14:cNvContentPartPr/>
                <p14:nvPr/>
              </p14:nvContentPartPr>
              <p14:xfrm>
                <a:off x="9302540" y="2035280"/>
                <a:ext cx="24120" cy="2509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01381A16-C33D-CB5C-C284-4BFDB0DDE2AD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9284540" y="2017280"/>
                  <a:ext cx="5976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03A58A4A-340D-FADB-91DF-B29F294EC49C}"/>
                    </a:ext>
                  </a:extLst>
                </p14:cNvPr>
                <p14:cNvContentPartPr/>
                <p14:nvPr/>
              </p14:nvContentPartPr>
              <p14:xfrm>
                <a:off x="9537980" y="2066240"/>
                <a:ext cx="119880" cy="1875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03A58A4A-340D-FADB-91DF-B29F294EC49C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9520340" y="2048600"/>
                  <a:ext cx="15552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AEB36A91-13AA-A6AA-5C99-F418B2692E6C}"/>
                    </a:ext>
                  </a:extLst>
                </p14:cNvPr>
                <p14:cNvContentPartPr/>
                <p14:nvPr/>
              </p14:nvContentPartPr>
              <p14:xfrm>
                <a:off x="9735620" y="2199800"/>
                <a:ext cx="123840" cy="106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AEB36A91-13AA-A6AA-5C99-F418B2692E6C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9717620" y="2181800"/>
                  <a:ext cx="15948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23584C98-6CF0-153C-DCEC-5CDA785DD911}"/>
                    </a:ext>
                  </a:extLst>
                </p14:cNvPr>
                <p14:cNvContentPartPr/>
                <p14:nvPr/>
              </p14:nvContentPartPr>
              <p14:xfrm>
                <a:off x="9951260" y="2207000"/>
                <a:ext cx="100080" cy="237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23584C98-6CF0-153C-DCEC-5CDA785DD911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9933620" y="2189000"/>
                  <a:ext cx="13572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54E3F3BD-2CC9-18AE-8B24-38D7439F8BCF}"/>
                    </a:ext>
                  </a:extLst>
                </p14:cNvPr>
                <p14:cNvContentPartPr/>
                <p14:nvPr/>
              </p14:nvContentPartPr>
              <p14:xfrm>
                <a:off x="10020740" y="2240480"/>
                <a:ext cx="64080" cy="223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54E3F3BD-2CC9-18AE-8B24-38D7439F8BCF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0002740" y="2222840"/>
                  <a:ext cx="99720" cy="5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6F324626-B34C-7DFC-115F-7270A5F97E57}"/>
              </a:ext>
            </a:extLst>
          </p:cNvPr>
          <p:cNvGrpSpPr/>
          <p:nvPr/>
        </p:nvGrpSpPr>
        <p:grpSpPr>
          <a:xfrm>
            <a:off x="10317020" y="2072000"/>
            <a:ext cx="749160" cy="320760"/>
            <a:chOff x="10317020" y="2072000"/>
            <a:chExt cx="749160" cy="320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CBF378B-10A6-B0B7-33DD-E48937D171AC}"/>
                    </a:ext>
                  </a:extLst>
                </p14:cNvPr>
                <p14:cNvContentPartPr/>
                <p14:nvPr/>
              </p14:nvContentPartPr>
              <p14:xfrm>
                <a:off x="10317020" y="2072000"/>
                <a:ext cx="17640" cy="3207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6CBF378B-10A6-B0B7-33DD-E48937D171AC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0299020" y="2054000"/>
                  <a:ext cx="5328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EDEF7172-831D-05F7-72B6-0A4A345A450A}"/>
                    </a:ext>
                  </a:extLst>
                </p14:cNvPr>
                <p14:cNvContentPartPr/>
                <p14:nvPr/>
              </p14:nvContentPartPr>
              <p14:xfrm>
                <a:off x="10473620" y="2216000"/>
                <a:ext cx="17280" cy="165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EDEF7172-831D-05F7-72B6-0A4A345A450A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0455980" y="2198000"/>
                  <a:ext cx="5292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7691191-2464-45E1-EB5E-735DED0F33A6}"/>
                    </a:ext>
                  </a:extLst>
                </p14:cNvPr>
                <p14:cNvContentPartPr/>
                <p14:nvPr/>
              </p14:nvContentPartPr>
              <p14:xfrm>
                <a:off x="10648580" y="2116640"/>
                <a:ext cx="140400" cy="3312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7691191-2464-45E1-EB5E-735DED0F33A6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0630580" y="2098640"/>
                  <a:ext cx="17604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5A8A5060-6832-0B7E-0C33-8BB9647300E3}"/>
                    </a:ext>
                  </a:extLst>
                </p14:cNvPr>
                <p14:cNvContentPartPr/>
                <p14:nvPr/>
              </p14:nvContentPartPr>
              <p14:xfrm>
                <a:off x="10666220" y="2123120"/>
                <a:ext cx="60480" cy="2041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5A8A5060-6832-0B7E-0C33-8BB9647300E3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10648220" y="2105120"/>
                  <a:ext cx="9612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A187B27A-30C6-7231-169D-F54A6EAAC502}"/>
                    </a:ext>
                  </a:extLst>
                </p14:cNvPr>
                <p14:cNvContentPartPr/>
                <p14:nvPr/>
              </p14:nvContentPartPr>
              <p14:xfrm>
                <a:off x="10925060" y="2193680"/>
                <a:ext cx="141120" cy="298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A187B27A-30C6-7231-169D-F54A6EAAC502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10907420" y="2176040"/>
                  <a:ext cx="17676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6164F832-BB0C-C4B8-4E61-BFC1258656A3}"/>
                    </a:ext>
                  </a:extLst>
                </p14:cNvPr>
                <p14:cNvContentPartPr/>
                <p14:nvPr/>
              </p14:nvContentPartPr>
              <p14:xfrm>
                <a:off x="10987700" y="2089280"/>
                <a:ext cx="46800" cy="2437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6164F832-BB0C-C4B8-4E61-BFC1258656A3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0970060" y="2071280"/>
                  <a:ext cx="82440" cy="279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E27D382-9733-EF47-EA81-88B72D9E4342}"/>
              </a:ext>
            </a:extLst>
          </p:cNvPr>
          <p:cNvGrpSpPr/>
          <p:nvPr/>
        </p:nvGrpSpPr>
        <p:grpSpPr>
          <a:xfrm>
            <a:off x="11277860" y="2056160"/>
            <a:ext cx="174960" cy="287640"/>
            <a:chOff x="11277860" y="2056160"/>
            <a:chExt cx="174960" cy="287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DA64FFF-4584-8136-DFB9-D8964501D409}"/>
                    </a:ext>
                  </a:extLst>
                </p14:cNvPr>
                <p14:cNvContentPartPr/>
                <p14:nvPr/>
              </p14:nvContentPartPr>
              <p14:xfrm>
                <a:off x="11289380" y="2056160"/>
                <a:ext cx="34560" cy="2876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DA64FFF-4584-8136-DFB9-D8964501D409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1271740" y="2038520"/>
                  <a:ext cx="7020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BE132E74-84ED-CA4B-5769-DB4D6D77F0B9}"/>
                    </a:ext>
                  </a:extLst>
                </p14:cNvPr>
                <p14:cNvContentPartPr/>
                <p14:nvPr/>
              </p14:nvContentPartPr>
              <p14:xfrm>
                <a:off x="11277860" y="2178200"/>
                <a:ext cx="174960" cy="1544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BE132E74-84ED-CA4B-5769-DB4D6D77F0B9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11259860" y="2160560"/>
                  <a:ext cx="210600" cy="190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927AAE52-8026-FABC-E9B1-D4A82DAB3D0A}"/>
              </a:ext>
            </a:extLst>
          </p:cNvPr>
          <p:cNvGrpSpPr/>
          <p:nvPr/>
        </p:nvGrpSpPr>
        <p:grpSpPr>
          <a:xfrm>
            <a:off x="9063140" y="2600840"/>
            <a:ext cx="1951920" cy="959400"/>
            <a:chOff x="9063140" y="2600840"/>
            <a:chExt cx="1951920" cy="959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C681C7C3-74DD-E7AE-0133-962AB022E6A4}"/>
                    </a:ext>
                  </a:extLst>
                </p14:cNvPr>
                <p14:cNvContentPartPr/>
                <p14:nvPr/>
              </p14:nvContentPartPr>
              <p14:xfrm>
                <a:off x="9481820" y="2857520"/>
                <a:ext cx="54000" cy="3322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C681C7C3-74DD-E7AE-0133-962AB022E6A4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9463820" y="2839880"/>
                  <a:ext cx="8964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799F3F04-5D7F-8846-1442-B90FF1C3AF05}"/>
                    </a:ext>
                  </a:extLst>
                </p14:cNvPr>
                <p14:cNvContentPartPr/>
                <p14:nvPr/>
              </p14:nvContentPartPr>
              <p14:xfrm>
                <a:off x="9431060" y="3011240"/>
                <a:ext cx="280800" cy="1688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799F3F04-5D7F-8846-1442-B90FF1C3AF05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9413060" y="2993240"/>
                  <a:ext cx="31644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F74B1F3E-6627-AFF9-E6E9-7A2BD60FE0A8}"/>
                    </a:ext>
                  </a:extLst>
                </p14:cNvPr>
                <p14:cNvContentPartPr/>
                <p14:nvPr/>
              </p14:nvContentPartPr>
              <p14:xfrm>
                <a:off x="9896540" y="3007280"/>
                <a:ext cx="97920" cy="284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F74B1F3E-6627-AFF9-E6E9-7A2BD60FE0A8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9878900" y="2989640"/>
                  <a:ext cx="13356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A66FE213-6BEA-61A8-D93C-BEF99C6ED614}"/>
                    </a:ext>
                  </a:extLst>
                </p14:cNvPr>
                <p14:cNvContentPartPr/>
                <p14:nvPr/>
              </p14:nvContentPartPr>
              <p14:xfrm>
                <a:off x="9915260" y="3076760"/>
                <a:ext cx="123480" cy="514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A66FE213-6BEA-61A8-D93C-BEF99C6ED614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9897260" y="3058760"/>
                  <a:ext cx="15912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2312B22-B1CF-F984-F2F6-FA8E698A4B0A}"/>
                    </a:ext>
                  </a:extLst>
                </p14:cNvPr>
                <p14:cNvContentPartPr/>
                <p14:nvPr/>
              </p14:nvContentPartPr>
              <p14:xfrm>
                <a:off x="10279940" y="2839880"/>
                <a:ext cx="49320" cy="2912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2312B22-B1CF-F984-F2F6-FA8E698A4B0A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0261940" y="2821880"/>
                  <a:ext cx="84960" cy="3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C383DD0-A857-8399-5CF0-4F766E53B964}"/>
                    </a:ext>
                  </a:extLst>
                </p14:cNvPr>
                <p14:cNvContentPartPr/>
                <p14:nvPr/>
              </p14:nvContentPartPr>
              <p14:xfrm>
                <a:off x="10435100" y="2960480"/>
                <a:ext cx="33840" cy="17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C383DD0-A857-8399-5CF0-4F766E53B964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0417100" y="2942840"/>
                  <a:ext cx="6948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FB46ACEA-1ECA-261A-EE8B-16277AED062E}"/>
                    </a:ext>
                  </a:extLst>
                </p14:cNvPr>
                <p14:cNvContentPartPr/>
                <p14:nvPr/>
              </p14:nvContentPartPr>
              <p14:xfrm>
                <a:off x="10631300" y="2858240"/>
                <a:ext cx="120600" cy="406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FB46ACEA-1ECA-261A-EE8B-16277AED062E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0613660" y="2840240"/>
                  <a:ext cx="15624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61DD4ABA-A4A8-D98B-74FD-8B40D089117F}"/>
                    </a:ext>
                  </a:extLst>
                </p14:cNvPr>
                <p14:cNvContentPartPr/>
                <p14:nvPr/>
              </p14:nvContentPartPr>
              <p14:xfrm>
                <a:off x="10653620" y="2853200"/>
                <a:ext cx="42840" cy="1566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61DD4ABA-A4A8-D98B-74FD-8B40D089117F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10635620" y="2835200"/>
                  <a:ext cx="7848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2A9D4BF2-1843-B2BB-0727-8FA3D79EBEC3}"/>
                    </a:ext>
                  </a:extLst>
                </p14:cNvPr>
                <p14:cNvContentPartPr/>
                <p14:nvPr/>
              </p14:nvContentPartPr>
              <p14:xfrm>
                <a:off x="10135220" y="2972720"/>
                <a:ext cx="88200" cy="180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2A9D4BF2-1843-B2BB-0727-8FA3D79EBEC3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0117220" y="2954720"/>
                  <a:ext cx="12384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1642C1BA-516D-1845-4461-9F00FFB3B728}"/>
                    </a:ext>
                  </a:extLst>
                </p14:cNvPr>
                <p14:cNvContentPartPr/>
                <p14:nvPr/>
              </p14:nvContentPartPr>
              <p14:xfrm>
                <a:off x="9092300" y="2600840"/>
                <a:ext cx="1922760" cy="82908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1642C1BA-516D-1845-4461-9F00FFB3B728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9074660" y="2582840"/>
                  <a:ext cx="1958400" cy="86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7E17F8CF-7129-8D47-CA31-6D200EC96A01}"/>
                    </a:ext>
                  </a:extLst>
                </p14:cNvPr>
                <p14:cNvContentPartPr/>
                <p14:nvPr/>
              </p14:nvContentPartPr>
              <p14:xfrm>
                <a:off x="9063140" y="2766800"/>
                <a:ext cx="49320" cy="7934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7E17F8CF-7129-8D47-CA31-6D200EC96A01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9045500" y="2748800"/>
                  <a:ext cx="84960" cy="8290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9068156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AE3FB-5B0C-0F55-686B-AEAAD3B5AC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39" y="14986"/>
            <a:ext cx="10328275" cy="492443"/>
          </a:xfrm>
        </p:spPr>
        <p:txBody>
          <a:bodyPr/>
          <a:lstStyle/>
          <a:p>
            <a:r>
              <a:rPr lang="en-US" dirty="0"/>
              <a:t>OR gate</a:t>
            </a:r>
          </a:p>
        </p:txBody>
      </p:sp>
      <p:pic>
        <p:nvPicPr>
          <p:cNvPr id="5" name="Picture 4" descr="A graph with numbers and points&#10;&#10;AI-generated content may be incorrect.">
            <a:extLst>
              <a:ext uri="{FF2B5EF4-FFF2-40B4-BE49-F238E27FC236}">
                <a16:creationId xmlns:a16="http://schemas.microsoft.com/office/drawing/2014/main" id="{74B6CA4E-9897-4BD6-E6C8-1465B5721D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990600"/>
            <a:ext cx="4288545" cy="4498857"/>
          </a:xfrm>
          <a:prstGeom prst="rect">
            <a:avLst/>
          </a:prstGeom>
        </p:spPr>
      </p:pic>
      <p:pic>
        <p:nvPicPr>
          <p:cNvPr id="7" name="Picture 6" descr="A screenshot of a math equation&#10;&#10;AI-generated content may be incorrect.">
            <a:extLst>
              <a:ext uri="{FF2B5EF4-FFF2-40B4-BE49-F238E27FC236}">
                <a16:creationId xmlns:a16="http://schemas.microsoft.com/office/drawing/2014/main" id="{844370E0-D56C-4B49-11BC-E18B5F8894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9133" y="3579388"/>
            <a:ext cx="7354071" cy="3230969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3430DEA9-963E-FF8B-9C0A-B016A6348239}"/>
              </a:ext>
            </a:extLst>
          </p:cNvPr>
          <p:cNvGrpSpPr/>
          <p:nvPr/>
        </p:nvGrpSpPr>
        <p:grpSpPr>
          <a:xfrm>
            <a:off x="5301500" y="6350960"/>
            <a:ext cx="1345680" cy="561240"/>
            <a:chOff x="5301500" y="6350960"/>
            <a:chExt cx="1345680" cy="561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D2C4607-3BEB-C435-CE5A-ECFE62882761}"/>
                    </a:ext>
                  </a:extLst>
                </p14:cNvPr>
                <p14:cNvContentPartPr/>
                <p14:nvPr/>
              </p14:nvContentPartPr>
              <p14:xfrm>
                <a:off x="5301500" y="6350960"/>
                <a:ext cx="36360" cy="3855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D2C4607-3BEB-C435-CE5A-ECFE6288276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283860" y="6332960"/>
                  <a:ext cx="72000" cy="42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8F5CD0CD-3F1F-6FB1-9374-3EBAA8006C13}"/>
                    </a:ext>
                  </a:extLst>
                </p14:cNvPr>
                <p14:cNvContentPartPr/>
                <p14:nvPr/>
              </p14:nvContentPartPr>
              <p14:xfrm>
                <a:off x="5336060" y="6356360"/>
                <a:ext cx="1311120" cy="5558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8F5CD0CD-3F1F-6FB1-9374-3EBAA8006C1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318060" y="6338360"/>
                  <a:ext cx="1346760" cy="59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BF1B315-CC27-305E-1766-A4748E7799AA}"/>
              </a:ext>
            </a:extLst>
          </p:cNvPr>
          <p:cNvGrpSpPr/>
          <p:nvPr/>
        </p:nvGrpSpPr>
        <p:grpSpPr>
          <a:xfrm>
            <a:off x="1997420" y="432560"/>
            <a:ext cx="5516280" cy="3396240"/>
            <a:chOff x="1997420" y="432560"/>
            <a:chExt cx="5516280" cy="339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F56ADD7E-532D-ADE5-90D6-EFD9588A16E6}"/>
                    </a:ext>
                  </a:extLst>
                </p14:cNvPr>
                <p14:cNvContentPartPr/>
                <p14:nvPr/>
              </p14:nvContentPartPr>
              <p14:xfrm>
                <a:off x="5350820" y="509960"/>
                <a:ext cx="270720" cy="2559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F56ADD7E-532D-ADE5-90D6-EFD9588A16E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332820" y="492320"/>
                  <a:ext cx="30636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1DAAB4F-8011-CFDE-11DF-16515D87A0D5}"/>
                    </a:ext>
                  </a:extLst>
                </p14:cNvPr>
                <p14:cNvContentPartPr/>
                <p14:nvPr/>
              </p14:nvContentPartPr>
              <p14:xfrm>
                <a:off x="5759780" y="596360"/>
                <a:ext cx="21960" cy="1454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D1DAAB4F-8011-CFDE-11DF-16515D87A0D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741780" y="578720"/>
                  <a:ext cx="5760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67BC86F-7CCB-3EC8-5066-976D4357F07F}"/>
                    </a:ext>
                  </a:extLst>
                </p14:cNvPr>
                <p14:cNvContentPartPr/>
                <p14:nvPr/>
              </p14:nvContentPartPr>
              <p14:xfrm>
                <a:off x="5990900" y="584840"/>
                <a:ext cx="196200" cy="277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67BC86F-7CCB-3EC8-5066-976D4357F07F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972900" y="566840"/>
                  <a:ext cx="23184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CE7D1AC-5438-4630-6D90-B5EA9E04BC92}"/>
                    </a:ext>
                  </a:extLst>
                </p14:cNvPr>
                <p14:cNvContentPartPr/>
                <p14:nvPr/>
              </p14:nvContentPartPr>
              <p14:xfrm>
                <a:off x="6108620" y="490520"/>
                <a:ext cx="23400" cy="2228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CE7D1AC-5438-4630-6D90-B5EA9E04BC9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090980" y="472520"/>
                  <a:ext cx="5904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9FAFA89-125F-2C48-A964-F905C14286C7}"/>
                    </a:ext>
                  </a:extLst>
                </p14:cNvPr>
                <p14:cNvContentPartPr/>
                <p14:nvPr/>
              </p14:nvContentPartPr>
              <p14:xfrm>
                <a:off x="6258740" y="493400"/>
                <a:ext cx="173880" cy="1742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9FAFA89-125F-2C48-A964-F905C14286C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40740" y="475760"/>
                  <a:ext cx="20952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41FF6F2-BECA-9919-B935-78B71DF52455}"/>
                    </a:ext>
                  </a:extLst>
                </p14:cNvPr>
                <p14:cNvContentPartPr/>
                <p14:nvPr/>
              </p14:nvContentPartPr>
              <p14:xfrm>
                <a:off x="6563300" y="599240"/>
                <a:ext cx="130680" cy="1310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41FF6F2-BECA-9919-B935-78B71DF5245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545660" y="581240"/>
                  <a:ext cx="16632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11102DD-F872-1BA2-527A-F1FC5F97E53A}"/>
                    </a:ext>
                  </a:extLst>
                </p14:cNvPr>
                <p14:cNvContentPartPr/>
                <p14:nvPr/>
              </p14:nvContentPartPr>
              <p14:xfrm>
                <a:off x="6862460" y="580520"/>
                <a:ext cx="86040" cy="208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11102DD-F872-1BA2-527A-F1FC5F97E53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44820" y="562520"/>
                  <a:ext cx="12168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803F6BC-7805-9F66-98AE-08BFEF3946F8}"/>
                    </a:ext>
                  </a:extLst>
                </p14:cNvPr>
                <p14:cNvContentPartPr/>
                <p14:nvPr/>
              </p14:nvContentPartPr>
              <p14:xfrm>
                <a:off x="6932660" y="631640"/>
                <a:ext cx="86760" cy="144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803F6BC-7805-9F66-98AE-08BFEF3946F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915020" y="613640"/>
                  <a:ext cx="12240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F3820F0-0A84-71FF-4D61-FA71CDA73A8B}"/>
                    </a:ext>
                  </a:extLst>
                </p14:cNvPr>
                <p14:cNvContentPartPr/>
                <p14:nvPr/>
              </p14:nvContentPartPr>
              <p14:xfrm>
                <a:off x="7173500" y="522920"/>
                <a:ext cx="18360" cy="118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F3820F0-0A84-71FF-4D61-FA71CDA73A8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155860" y="504920"/>
                  <a:ext cx="5400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E4816F2-6DB6-E3A7-B4CF-E61A7C10FC6A}"/>
                    </a:ext>
                  </a:extLst>
                </p14:cNvPr>
                <p14:cNvContentPartPr/>
                <p14:nvPr/>
              </p14:nvContentPartPr>
              <p14:xfrm>
                <a:off x="7337660" y="432560"/>
                <a:ext cx="176040" cy="460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E4816F2-6DB6-E3A7-B4CF-E61A7C10FC6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319660" y="414920"/>
                  <a:ext cx="21168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10A1425-1EB8-1802-0202-3A993C787565}"/>
                    </a:ext>
                  </a:extLst>
                </p14:cNvPr>
                <p14:cNvContentPartPr/>
                <p14:nvPr/>
              </p14:nvContentPartPr>
              <p14:xfrm>
                <a:off x="7344860" y="467120"/>
                <a:ext cx="134640" cy="2232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10A1425-1EB8-1802-0202-3A993C78756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326860" y="449480"/>
                  <a:ext cx="17028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73342FA-2F47-F5A4-21C1-A5C65571B9BA}"/>
                    </a:ext>
                  </a:extLst>
                </p14:cNvPr>
                <p14:cNvContentPartPr/>
                <p14:nvPr/>
              </p14:nvContentPartPr>
              <p14:xfrm>
                <a:off x="1997420" y="659000"/>
                <a:ext cx="3354480" cy="31698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73342FA-2F47-F5A4-21C1-A5C65571B9B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979780" y="641360"/>
                  <a:ext cx="3390120" cy="320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FD02BD3-2471-84D5-B117-E5F5122699B2}"/>
              </a:ext>
            </a:extLst>
          </p:cNvPr>
          <p:cNvGrpSpPr/>
          <p:nvPr/>
        </p:nvGrpSpPr>
        <p:grpSpPr>
          <a:xfrm>
            <a:off x="5594540" y="1154720"/>
            <a:ext cx="515880" cy="236880"/>
            <a:chOff x="5594540" y="1154720"/>
            <a:chExt cx="515880" cy="236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446867F-C8AB-A4A3-65EE-B1B485E9B176}"/>
                    </a:ext>
                  </a:extLst>
                </p14:cNvPr>
                <p14:cNvContentPartPr/>
                <p14:nvPr/>
              </p14:nvContentPartPr>
              <p14:xfrm>
                <a:off x="5594540" y="1154720"/>
                <a:ext cx="43560" cy="2368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446867F-C8AB-A4A3-65EE-B1B485E9B17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576540" y="1137080"/>
                  <a:ext cx="7920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67DCBF8-9D91-2594-5754-0CE29F989B24}"/>
                    </a:ext>
                  </a:extLst>
                </p14:cNvPr>
                <p14:cNvContentPartPr/>
                <p14:nvPr/>
              </p14:nvContentPartPr>
              <p14:xfrm>
                <a:off x="5767700" y="1265600"/>
                <a:ext cx="6480" cy="777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67DCBF8-9D91-2594-5754-0CE29F989B2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750060" y="1247960"/>
                  <a:ext cx="4212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BEF64B6-F79B-CCEB-3871-940F7E603528}"/>
                    </a:ext>
                  </a:extLst>
                </p14:cNvPr>
                <p14:cNvContentPartPr/>
                <p14:nvPr/>
              </p14:nvContentPartPr>
              <p14:xfrm>
                <a:off x="5759420" y="1162280"/>
                <a:ext cx="8280" cy="244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BEF64B6-F79B-CCEB-3871-940F7E60352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741420" y="1144640"/>
                  <a:ext cx="4392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7A2AB23-5BB2-4BAC-4341-A10644C6A81B}"/>
                    </a:ext>
                  </a:extLst>
                </p14:cNvPr>
                <p14:cNvContentPartPr/>
                <p14:nvPr/>
              </p14:nvContentPartPr>
              <p14:xfrm>
                <a:off x="5862740" y="1231040"/>
                <a:ext cx="108000" cy="986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7A2AB23-5BB2-4BAC-4341-A10644C6A81B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844740" y="1213400"/>
                  <a:ext cx="14364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688BCAF-6377-7267-156E-C7461B1C467B}"/>
                    </a:ext>
                  </a:extLst>
                </p14:cNvPr>
                <p14:cNvContentPartPr/>
                <p14:nvPr/>
              </p14:nvContentPartPr>
              <p14:xfrm>
                <a:off x="6035180" y="1208720"/>
                <a:ext cx="75240" cy="1047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688BCAF-6377-7267-156E-C7461B1C467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017540" y="1190720"/>
                  <a:ext cx="110880" cy="140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84BA4B9-99ED-5D73-C14F-B75D6EB4B2D5}"/>
              </a:ext>
            </a:extLst>
          </p:cNvPr>
          <p:cNvGrpSpPr/>
          <p:nvPr/>
        </p:nvGrpSpPr>
        <p:grpSpPr>
          <a:xfrm>
            <a:off x="6386540" y="1183520"/>
            <a:ext cx="557280" cy="152280"/>
            <a:chOff x="6386540" y="1183520"/>
            <a:chExt cx="557280" cy="15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D80ED17-06A7-0859-24D5-0CD19AE7D978}"/>
                    </a:ext>
                  </a:extLst>
                </p14:cNvPr>
                <p14:cNvContentPartPr/>
                <p14:nvPr/>
              </p14:nvContentPartPr>
              <p14:xfrm>
                <a:off x="6386540" y="1202960"/>
                <a:ext cx="93240" cy="1328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D80ED17-06A7-0859-24D5-0CD19AE7D97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368540" y="1185320"/>
                  <a:ext cx="12888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634DB389-FDEA-46A4-310D-E9E5653DFE17}"/>
                    </a:ext>
                  </a:extLst>
                </p14:cNvPr>
                <p14:cNvContentPartPr/>
                <p14:nvPr/>
              </p14:nvContentPartPr>
              <p14:xfrm>
                <a:off x="6585620" y="1201880"/>
                <a:ext cx="149040" cy="1263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634DB389-FDEA-46A4-310D-E9E5653DFE17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567980" y="1184240"/>
                  <a:ext cx="18468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C467173-543D-659C-E99F-90A67BC01866}"/>
                    </a:ext>
                  </a:extLst>
                </p14:cNvPr>
                <p14:cNvContentPartPr/>
                <p14:nvPr/>
              </p14:nvContentPartPr>
              <p14:xfrm>
                <a:off x="6814220" y="1183520"/>
                <a:ext cx="129600" cy="558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C467173-543D-659C-E99F-90A67BC0186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796580" y="1165520"/>
                  <a:ext cx="165240" cy="9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12032FF-438B-D179-2479-1662836AEE24}"/>
              </a:ext>
            </a:extLst>
          </p:cNvPr>
          <p:cNvGrpSpPr/>
          <p:nvPr/>
        </p:nvGrpSpPr>
        <p:grpSpPr>
          <a:xfrm>
            <a:off x="7109060" y="986960"/>
            <a:ext cx="935280" cy="269640"/>
            <a:chOff x="7109060" y="986960"/>
            <a:chExt cx="935280" cy="269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CBC91B0-5089-8EFC-3F13-01661E797F72}"/>
                    </a:ext>
                  </a:extLst>
                </p14:cNvPr>
                <p14:cNvContentPartPr/>
                <p14:nvPr/>
              </p14:nvContentPartPr>
              <p14:xfrm>
                <a:off x="7109060" y="1162280"/>
                <a:ext cx="116280" cy="651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CBC91B0-5089-8EFC-3F13-01661E797F72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091420" y="1144640"/>
                  <a:ext cx="15192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CB9DE40-440D-25E9-C282-893AFA5F7D87}"/>
                    </a:ext>
                  </a:extLst>
                </p14:cNvPr>
                <p14:cNvContentPartPr/>
                <p14:nvPr/>
              </p14:nvContentPartPr>
              <p14:xfrm>
                <a:off x="7281500" y="1040600"/>
                <a:ext cx="78480" cy="2160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CB9DE40-440D-25E9-C282-893AFA5F7D8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263500" y="1022600"/>
                  <a:ext cx="11412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397EE70-6508-4CB2-A901-773190BEFE97}"/>
                    </a:ext>
                  </a:extLst>
                </p14:cNvPr>
                <p14:cNvContentPartPr/>
                <p14:nvPr/>
              </p14:nvContentPartPr>
              <p14:xfrm>
                <a:off x="7284740" y="1103240"/>
                <a:ext cx="220680" cy="1494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397EE70-6508-4CB2-A901-773190BEFE9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267100" y="1085240"/>
                  <a:ext cx="2563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71C2A960-8540-9F2F-A93F-AAA0D2122A4D}"/>
                    </a:ext>
                  </a:extLst>
                </p14:cNvPr>
                <p14:cNvContentPartPr/>
                <p14:nvPr/>
              </p14:nvContentPartPr>
              <p14:xfrm>
                <a:off x="7460780" y="986960"/>
                <a:ext cx="18000" cy="295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71C2A960-8540-9F2F-A93F-AAA0D2122A4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442780" y="969320"/>
                  <a:ext cx="5364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7699C51-D550-B517-AAF5-7CC5CF3E65E3}"/>
                    </a:ext>
                  </a:extLst>
                </p14:cNvPr>
                <p14:cNvContentPartPr/>
                <p14:nvPr/>
              </p14:nvContentPartPr>
              <p14:xfrm>
                <a:off x="7620260" y="1067600"/>
                <a:ext cx="104760" cy="1083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7699C51-D550-B517-AAF5-7CC5CF3E65E3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602260" y="1049960"/>
                  <a:ext cx="14040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78F810B-EC78-D7E5-28D4-2024D2B09571}"/>
                    </a:ext>
                  </a:extLst>
                </p14:cNvPr>
                <p14:cNvContentPartPr/>
                <p14:nvPr/>
              </p14:nvContentPartPr>
              <p14:xfrm>
                <a:off x="7667780" y="1057520"/>
                <a:ext cx="228240" cy="1508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78F810B-EC78-D7E5-28D4-2024D2B0957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649780" y="1039520"/>
                  <a:ext cx="26388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05EE87D-988E-B9F6-63A2-B9649FD94205}"/>
                    </a:ext>
                  </a:extLst>
                </p14:cNvPr>
                <p14:cNvContentPartPr/>
                <p14:nvPr/>
              </p14:nvContentPartPr>
              <p14:xfrm>
                <a:off x="8041460" y="1097480"/>
                <a:ext cx="2880" cy="118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05EE87D-988E-B9F6-63A2-B9649FD9420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023820" y="1079840"/>
                  <a:ext cx="38520" cy="47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5278B721-3905-AA5C-7820-3FE9E55D3444}"/>
                  </a:ext>
                </a:extLst>
              </p14:cNvPr>
              <p14:cNvContentPartPr/>
              <p14:nvPr/>
            </p14:nvContentPartPr>
            <p14:xfrm>
              <a:off x="5654660" y="1880840"/>
              <a:ext cx="168120" cy="33192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5278B721-3905-AA5C-7820-3FE9E55D3444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5637020" y="1863200"/>
                <a:ext cx="203760" cy="367560"/>
              </a:xfrm>
              <a:prstGeom prst="rect">
                <a:avLst/>
              </a:prstGeom>
            </p:spPr>
          </p:pic>
        </mc:Fallback>
      </mc:AlternateContent>
      <p:grpSp>
        <p:nvGrpSpPr>
          <p:cNvPr id="55" name="Group 54">
            <a:extLst>
              <a:ext uri="{FF2B5EF4-FFF2-40B4-BE49-F238E27FC236}">
                <a16:creationId xmlns:a16="http://schemas.microsoft.com/office/drawing/2014/main" id="{DAFF6877-B8F6-F89C-53A0-FA86290A9D00}"/>
              </a:ext>
            </a:extLst>
          </p:cNvPr>
          <p:cNvGrpSpPr/>
          <p:nvPr/>
        </p:nvGrpSpPr>
        <p:grpSpPr>
          <a:xfrm>
            <a:off x="6043820" y="2040320"/>
            <a:ext cx="127800" cy="69120"/>
            <a:chOff x="6043820" y="2040320"/>
            <a:chExt cx="127800" cy="6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DDE0575-0FD4-7153-7A66-8A27206D0804}"/>
                    </a:ext>
                  </a:extLst>
                </p14:cNvPr>
                <p14:cNvContentPartPr/>
                <p14:nvPr/>
              </p14:nvContentPartPr>
              <p14:xfrm>
                <a:off x="6043820" y="2040320"/>
                <a:ext cx="80280" cy="187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DDE0575-0FD4-7153-7A66-8A27206D080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025820" y="2022320"/>
                  <a:ext cx="11592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12B984A-907B-CC4A-CF5E-35645DF8D9C4}"/>
                    </a:ext>
                  </a:extLst>
                </p14:cNvPr>
                <p14:cNvContentPartPr/>
                <p14:nvPr/>
              </p14:nvContentPartPr>
              <p14:xfrm>
                <a:off x="6104660" y="2082800"/>
                <a:ext cx="66960" cy="266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12B984A-907B-CC4A-CF5E-35645DF8D9C4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087020" y="2065160"/>
                  <a:ext cx="102600" cy="6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844F253-F6DC-87CF-86AD-FFB5117BFF7C}"/>
              </a:ext>
            </a:extLst>
          </p:cNvPr>
          <p:cNvGrpSpPr/>
          <p:nvPr/>
        </p:nvGrpSpPr>
        <p:grpSpPr>
          <a:xfrm>
            <a:off x="6420020" y="1873280"/>
            <a:ext cx="563400" cy="192600"/>
            <a:chOff x="6420020" y="1873280"/>
            <a:chExt cx="563400" cy="192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B03EE7DD-CAA7-531D-7879-B04C760E8560}"/>
                    </a:ext>
                  </a:extLst>
                </p14:cNvPr>
                <p14:cNvContentPartPr/>
                <p14:nvPr/>
              </p14:nvContentPartPr>
              <p14:xfrm>
                <a:off x="6420020" y="1990280"/>
                <a:ext cx="174600" cy="324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B03EE7DD-CAA7-531D-7879-B04C760E856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402380" y="1972640"/>
                  <a:ext cx="21024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9C1DF04-5045-6CA9-D188-B15D007E7F09}"/>
                    </a:ext>
                  </a:extLst>
                </p14:cNvPr>
                <p14:cNvContentPartPr/>
                <p14:nvPr/>
              </p14:nvContentPartPr>
              <p14:xfrm>
                <a:off x="6727100" y="1934840"/>
                <a:ext cx="27360" cy="345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9C1DF04-5045-6CA9-D188-B15D007E7F09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709100" y="1917200"/>
                  <a:ext cx="6300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B70206D-D305-FBCF-01B0-46D7C40856FF}"/>
                    </a:ext>
                  </a:extLst>
                </p14:cNvPr>
                <p14:cNvContentPartPr/>
                <p14:nvPr/>
              </p14:nvContentPartPr>
              <p14:xfrm>
                <a:off x="6897020" y="1873280"/>
                <a:ext cx="86400" cy="140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B70206D-D305-FBCF-01B0-46D7C40856FF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879380" y="1855640"/>
                  <a:ext cx="12204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C707AC7-D80B-A0DE-E6F0-60B8C76DD01C}"/>
                    </a:ext>
                  </a:extLst>
                </p14:cNvPr>
                <p14:cNvContentPartPr/>
                <p14:nvPr/>
              </p14:nvContentPartPr>
              <p14:xfrm>
                <a:off x="6908180" y="1888040"/>
                <a:ext cx="66600" cy="1778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C707AC7-D80B-A0DE-E6F0-60B8C76DD01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890540" y="1870040"/>
                  <a:ext cx="102240" cy="21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F911D39-5806-1551-552A-EB584B85F10C}"/>
              </a:ext>
            </a:extLst>
          </p:cNvPr>
          <p:cNvGrpSpPr/>
          <p:nvPr/>
        </p:nvGrpSpPr>
        <p:grpSpPr>
          <a:xfrm>
            <a:off x="7431260" y="1795880"/>
            <a:ext cx="511920" cy="241560"/>
            <a:chOff x="7431260" y="1795880"/>
            <a:chExt cx="511920" cy="241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9DAB607-2027-1D69-72D9-43F0B407CCAB}"/>
                    </a:ext>
                  </a:extLst>
                </p14:cNvPr>
                <p14:cNvContentPartPr/>
                <p14:nvPr/>
              </p14:nvContentPartPr>
              <p14:xfrm>
                <a:off x="7433060" y="1961840"/>
                <a:ext cx="9360" cy="100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9DAB607-2027-1D69-72D9-43F0B407CCA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415060" y="1943840"/>
                  <a:ext cx="4500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A9CC51D-1FA3-B01F-75B3-BB1971E851E9}"/>
                    </a:ext>
                  </a:extLst>
                </p14:cNvPr>
                <p14:cNvContentPartPr/>
                <p14:nvPr/>
              </p14:nvContentPartPr>
              <p14:xfrm>
                <a:off x="7431260" y="1930160"/>
                <a:ext cx="152280" cy="1072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A9CC51D-1FA3-B01F-75B3-BB1971E851E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413620" y="1912520"/>
                  <a:ext cx="18792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8DCE40E-307B-C401-FD90-23F11EB746E3}"/>
                    </a:ext>
                  </a:extLst>
                </p14:cNvPr>
                <p14:cNvContentPartPr/>
                <p14:nvPr/>
              </p14:nvContentPartPr>
              <p14:xfrm>
                <a:off x="7677500" y="1907120"/>
                <a:ext cx="18000" cy="910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8DCE40E-307B-C401-FD90-23F11EB746E3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659860" y="1889120"/>
                  <a:ext cx="5364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29154F0-C680-54FE-8F2E-4D2A36D48FF0}"/>
                    </a:ext>
                  </a:extLst>
                </p14:cNvPr>
                <p14:cNvContentPartPr/>
                <p14:nvPr/>
              </p14:nvContentPartPr>
              <p14:xfrm>
                <a:off x="7650500" y="1839440"/>
                <a:ext cx="20520" cy="370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29154F0-C680-54FE-8F2E-4D2A36D48FF0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632500" y="1821440"/>
                  <a:ext cx="5616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D202CDED-BBEE-B21D-554B-E8B4FBFEDE00}"/>
                    </a:ext>
                  </a:extLst>
                </p14:cNvPr>
                <p14:cNvContentPartPr/>
                <p14:nvPr/>
              </p14:nvContentPartPr>
              <p14:xfrm>
                <a:off x="7808540" y="1795880"/>
                <a:ext cx="26640" cy="2350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D202CDED-BBEE-B21D-554B-E8B4FBFEDE00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790900" y="1777880"/>
                  <a:ext cx="6228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5F2B6C72-CB16-1397-C736-7DF1BA388663}"/>
                    </a:ext>
                  </a:extLst>
                </p14:cNvPr>
                <p14:cNvContentPartPr/>
                <p14:nvPr/>
              </p14:nvContentPartPr>
              <p14:xfrm>
                <a:off x="7924100" y="1802000"/>
                <a:ext cx="19080" cy="1918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5F2B6C72-CB16-1397-C736-7DF1BA388663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906460" y="1784000"/>
                  <a:ext cx="54720" cy="227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1DE23DF5-7C9A-1B4E-A521-1E509D96D39B}"/>
              </a:ext>
            </a:extLst>
          </p:cNvPr>
          <p:cNvGrpSpPr/>
          <p:nvPr/>
        </p:nvGrpSpPr>
        <p:grpSpPr>
          <a:xfrm>
            <a:off x="8299940" y="1741160"/>
            <a:ext cx="944640" cy="316800"/>
            <a:chOff x="8299940" y="1741160"/>
            <a:chExt cx="944640" cy="316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A0BE8B54-0800-BC83-EBE7-2F8159954085}"/>
                    </a:ext>
                  </a:extLst>
                </p14:cNvPr>
                <p14:cNvContentPartPr/>
                <p14:nvPr/>
              </p14:nvContentPartPr>
              <p14:xfrm>
                <a:off x="8299940" y="1903520"/>
                <a:ext cx="87480" cy="154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A0BE8B54-0800-BC83-EBE7-2F8159954085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282300" y="1885880"/>
                  <a:ext cx="12312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E7819D71-AB90-D0A0-BFBC-D8BD9473EBBF}"/>
                    </a:ext>
                  </a:extLst>
                </p14:cNvPr>
                <p14:cNvContentPartPr/>
                <p14:nvPr/>
              </p14:nvContentPartPr>
              <p14:xfrm>
                <a:off x="8464100" y="1882280"/>
                <a:ext cx="100800" cy="1033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E7819D71-AB90-D0A0-BFBC-D8BD9473EBBF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46100" y="1864640"/>
                  <a:ext cx="13644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8D0BBB7-2D0F-1E85-020B-7CA7E8679578}"/>
                    </a:ext>
                  </a:extLst>
                </p14:cNvPr>
                <p14:cNvContentPartPr/>
                <p14:nvPr/>
              </p14:nvContentPartPr>
              <p14:xfrm>
                <a:off x="8648420" y="1860320"/>
                <a:ext cx="75240" cy="1238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8D0BBB7-2D0F-1E85-020B-7CA7E8679578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630420" y="1842320"/>
                  <a:ext cx="11088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3ED5B5E2-A944-347C-8B46-B5AB4205AE5F}"/>
                    </a:ext>
                  </a:extLst>
                </p14:cNvPr>
                <p14:cNvContentPartPr/>
                <p14:nvPr/>
              </p14:nvContentPartPr>
              <p14:xfrm>
                <a:off x="8827700" y="1870760"/>
                <a:ext cx="115920" cy="957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3ED5B5E2-A944-347C-8B46-B5AB4205AE5F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809700" y="1852760"/>
                  <a:ext cx="15156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8AC705F-A5A3-E6BA-1BB5-DE80A5B8C232}"/>
                    </a:ext>
                  </a:extLst>
                </p14:cNvPr>
                <p14:cNvContentPartPr/>
                <p14:nvPr/>
              </p14:nvContentPartPr>
              <p14:xfrm>
                <a:off x="9044420" y="1741160"/>
                <a:ext cx="20520" cy="2048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8AC705F-A5A3-E6BA-1BB5-DE80A5B8C232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026780" y="1723520"/>
                  <a:ext cx="5616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85F9801-F21F-58C6-4375-07572E3D778C}"/>
                    </a:ext>
                  </a:extLst>
                </p14:cNvPr>
                <p14:cNvContentPartPr/>
                <p14:nvPr/>
              </p14:nvContentPartPr>
              <p14:xfrm>
                <a:off x="8994380" y="1862480"/>
                <a:ext cx="142920" cy="921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85F9801-F21F-58C6-4375-07572E3D778C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976740" y="1844480"/>
                  <a:ext cx="1785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D3DFED25-8810-9ACD-3B27-21D8BE73F00B}"/>
                    </a:ext>
                  </a:extLst>
                </p14:cNvPr>
                <p14:cNvContentPartPr/>
                <p14:nvPr/>
              </p14:nvContentPartPr>
              <p14:xfrm>
                <a:off x="9159980" y="1864280"/>
                <a:ext cx="84600" cy="1360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D3DFED25-8810-9ACD-3B27-21D8BE73F00B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142340" y="1846280"/>
                  <a:ext cx="120240" cy="171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2FB32809-75F5-9946-74A4-37E9F88FD9C1}"/>
              </a:ext>
            </a:extLst>
          </p:cNvPr>
          <p:cNvGrpSpPr/>
          <p:nvPr/>
        </p:nvGrpSpPr>
        <p:grpSpPr>
          <a:xfrm>
            <a:off x="9721940" y="1755560"/>
            <a:ext cx="1676520" cy="337320"/>
            <a:chOff x="9721940" y="1755560"/>
            <a:chExt cx="1676520" cy="337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3F74D4ED-7A26-7B26-5E35-1DEEBE71BCE4}"/>
                    </a:ext>
                  </a:extLst>
                </p14:cNvPr>
                <p14:cNvContentPartPr/>
                <p14:nvPr/>
              </p14:nvContentPartPr>
              <p14:xfrm>
                <a:off x="9721940" y="1854200"/>
                <a:ext cx="96120" cy="2044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3F74D4ED-7A26-7B26-5E35-1DEEBE71BCE4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703940" y="1836560"/>
                  <a:ext cx="13176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A2094327-5ADA-DFAF-CC6E-26C4EE9BEDCA}"/>
                    </a:ext>
                  </a:extLst>
                </p14:cNvPr>
                <p14:cNvContentPartPr/>
                <p14:nvPr/>
              </p14:nvContentPartPr>
              <p14:xfrm>
                <a:off x="9906260" y="1890560"/>
                <a:ext cx="264960" cy="2023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A2094327-5ADA-DFAF-CC6E-26C4EE9BEDC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888260" y="1872920"/>
                  <a:ext cx="30060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17CDBC7-7BC8-7013-43A5-7B0F94EAFC13}"/>
                    </a:ext>
                  </a:extLst>
                </p14:cNvPr>
                <p14:cNvContentPartPr/>
                <p14:nvPr/>
              </p14:nvContentPartPr>
              <p14:xfrm>
                <a:off x="10128380" y="1906040"/>
                <a:ext cx="103320" cy="788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17CDBC7-7BC8-7013-43A5-7B0F94EAFC13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110380" y="1888400"/>
                  <a:ext cx="13896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6A72FC6-FB7F-86E1-0743-A4A9367D522E}"/>
                    </a:ext>
                  </a:extLst>
                </p14:cNvPr>
                <p14:cNvContentPartPr/>
                <p14:nvPr/>
              </p14:nvContentPartPr>
              <p14:xfrm>
                <a:off x="10317380" y="1904960"/>
                <a:ext cx="127080" cy="932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6A72FC6-FB7F-86E1-0743-A4A9367D522E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299380" y="1887320"/>
                  <a:ext cx="16272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E8FBD33C-049B-A3AF-2B2D-41911876609B}"/>
                    </a:ext>
                  </a:extLst>
                </p14:cNvPr>
                <p14:cNvContentPartPr/>
                <p14:nvPr/>
              </p14:nvContentPartPr>
              <p14:xfrm>
                <a:off x="10521860" y="1856720"/>
                <a:ext cx="100440" cy="817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E8FBD33C-049B-A3AF-2B2D-41911876609B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504220" y="1839080"/>
                  <a:ext cx="13608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00B37467-42E8-D2F1-7FF2-1F98A3DB14FB}"/>
                    </a:ext>
                  </a:extLst>
                </p14:cNvPr>
                <p14:cNvContentPartPr/>
                <p14:nvPr/>
              </p14:nvContentPartPr>
              <p14:xfrm>
                <a:off x="10687100" y="1862480"/>
                <a:ext cx="110520" cy="918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00B37467-42E8-D2F1-7FF2-1F98A3DB14FB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669100" y="1844480"/>
                  <a:ext cx="14616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60BB078A-48AA-F884-4712-0356DB04102E}"/>
                    </a:ext>
                  </a:extLst>
                </p14:cNvPr>
                <p14:cNvContentPartPr/>
                <p14:nvPr/>
              </p14:nvContentPartPr>
              <p14:xfrm>
                <a:off x="10898780" y="1761320"/>
                <a:ext cx="22680" cy="2289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60BB078A-48AA-F884-4712-0356DB04102E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881140" y="1743320"/>
                  <a:ext cx="5832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EB0354D-5C7C-F7EA-2D2D-1EE21E2CB939}"/>
                    </a:ext>
                  </a:extLst>
                </p14:cNvPr>
                <p14:cNvContentPartPr/>
                <p14:nvPr/>
              </p14:nvContentPartPr>
              <p14:xfrm>
                <a:off x="10842260" y="1872920"/>
                <a:ext cx="80280" cy="374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EB0354D-5C7C-F7EA-2D2D-1EE21E2CB93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824260" y="1854920"/>
                  <a:ext cx="11592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9F9232C2-94C6-9D28-7074-27AC4FD4068A}"/>
                    </a:ext>
                  </a:extLst>
                </p14:cNvPr>
                <p14:cNvContentPartPr/>
                <p14:nvPr/>
              </p14:nvContentPartPr>
              <p14:xfrm>
                <a:off x="11013980" y="1859960"/>
                <a:ext cx="17640" cy="1227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9F9232C2-94C6-9D28-7074-27AC4FD4068A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996340" y="1841960"/>
                  <a:ext cx="5328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B0922F66-8877-00D7-A739-256DD70F21C1}"/>
                    </a:ext>
                  </a:extLst>
                </p14:cNvPr>
                <p14:cNvContentPartPr/>
                <p14:nvPr/>
              </p14:nvContentPartPr>
              <p14:xfrm>
                <a:off x="11050700" y="1755560"/>
                <a:ext cx="18360" cy="306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B0922F66-8877-00D7-A739-256DD70F21C1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1032700" y="1737560"/>
                  <a:ext cx="540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005850D1-FF41-751F-5488-9A6E56198AB0}"/>
                    </a:ext>
                  </a:extLst>
                </p14:cNvPr>
                <p14:cNvContentPartPr/>
                <p14:nvPr/>
              </p14:nvContentPartPr>
              <p14:xfrm>
                <a:off x="11201180" y="1823240"/>
                <a:ext cx="197280" cy="946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005850D1-FF41-751F-5488-9A6E56198AB0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1183540" y="1805600"/>
                  <a:ext cx="232920" cy="130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8AB62A51-CAEC-A3F8-FA51-D04EF2D3F795}"/>
              </a:ext>
            </a:extLst>
          </p:cNvPr>
          <p:cNvGrpSpPr/>
          <p:nvPr/>
        </p:nvGrpSpPr>
        <p:grpSpPr>
          <a:xfrm>
            <a:off x="6481220" y="2390240"/>
            <a:ext cx="278640" cy="253080"/>
            <a:chOff x="6481220" y="2390240"/>
            <a:chExt cx="278640" cy="253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7B247FE8-D9A7-C18B-7E23-0187FC5FD3E9}"/>
                    </a:ext>
                  </a:extLst>
                </p14:cNvPr>
                <p14:cNvContentPartPr/>
                <p14:nvPr/>
              </p14:nvContentPartPr>
              <p14:xfrm>
                <a:off x="6481220" y="2531720"/>
                <a:ext cx="113040" cy="1116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7B247FE8-D9A7-C18B-7E23-0187FC5FD3E9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463580" y="2514080"/>
                  <a:ext cx="14868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DE5AD7BD-BD73-2393-6E7C-532D2E23B03F}"/>
                    </a:ext>
                  </a:extLst>
                </p14:cNvPr>
                <p14:cNvContentPartPr/>
                <p14:nvPr/>
              </p14:nvContentPartPr>
              <p14:xfrm>
                <a:off x="6706580" y="2390240"/>
                <a:ext cx="53280" cy="2091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DE5AD7BD-BD73-2393-6E7C-532D2E23B03F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688580" y="2372240"/>
                  <a:ext cx="8892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43783A64-C531-FB4B-B1DB-5C486F951263}"/>
                    </a:ext>
                  </a:extLst>
                </p14:cNvPr>
                <p14:cNvContentPartPr/>
                <p14:nvPr/>
              </p14:nvContentPartPr>
              <p14:xfrm>
                <a:off x="6626300" y="2513360"/>
                <a:ext cx="111600" cy="597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43783A64-C531-FB4B-B1DB-5C486F951263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608300" y="2495360"/>
                  <a:ext cx="147240" cy="95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5B06DEDB-1D57-F77C-E26D-8D5267054F23}"/>
                  </a:ext>
                </a:extLst>
              </p14:cNvPr>
              <p14:cNvContentPartPr/>
              <p14:nvPr/>
            </p14:nvContentPartPr>
            <p14:xfrm>
              <a:off x="7197980" y="2401760"/>
              <a:ext cx="181080" cy="23868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5B06DEDB-1D57-F77C-E26D-8D5267054F23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7179980" y="2384120"/>
                <a:ext cx="216720" cy="274320"/>
              </a:xfrm>
              <a:prstGeom prst="rect">
                <a:avLst/>
              </a:prstGeom>
            </p:spPr>
          </p:pic>
        </mc:Fallback>
      </mc:AlternateContent>
      <p:grpSp>
        <p:nvGrpSpPr>
          <p:cNvPr id="86" name="Group 85">
            <a:extLst>
              <a:ext uri="{FF2B5EF4-FFF2-40B4-BE49-F238E27FC236}">
                <a16:creationId xmlns:a16="http://schemas.microsoft.com/office/drawing/2014/main" id="{047E8C45-C08E-FCE7-20DB-4AC1EEF07122}"/>
              </a:ext>
            </a:extLst>
          </p:cNvPr>
          <p:cNvGrpSpPr/>
          <p:nvPr/>
        </p:nvGrpSpPr>
        <p:grpSpPr>
          <a:xfrm>
            <a:off x="6078020" y="2948960"/>
            <a:ext cx="360720" cy="236520"/>
            <a:chOff x="6078020" y="2948960"/>
            <a:chExt cx="360720" cy="236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9A1CCF6F-5702-891A-FC9D-84381BC52145}"/>
                    </a:ext>
                  </a:extLst>
                </p14:cNvPr>
                <p14:cNvContentPartPr/>
                <p14:nvPr/>
              </p14:nvContentPartPr>
              <p14:xfrm>
                <a:off x="6078020" y="2948960"/>
                <a:ext cx="207720" cy="2221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9A1CCF6F-5702-891A-FC9D-84381BC5214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060380" y="2931320"/>
                  <a:ext cx="24336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364FD0EE-D44E-B959-1AE5-6FEDB9B3CE5C}"/>
                    </a:ext>
                  </a:extLst>
                </p14:cNvPr>
                <p14:cNvContentPartPr/>
                <p14:nvPr/>
              </p14:nvContentPartPr>
              <p14:xfrm>
                <a:off x="6414620" y="3069200"/>
                <a:ext cx="24120" cy="1162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364FD0EE-D44E-B959-1AE5-6FEDB9B3CE5C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396620" y="3051560"/>
                  <a:ext cx="59760" cy="15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5826805F-C5E2-DCB4-D1C8-77B451242B3A}"/>
              </a:ext>
            </a:extLst>
          </p:cNvPr>
          <p:cNvGrpSpPr/>
          <p:nvPr/>
        </p:nvGrpSpPr>
        <p:grpSpPr>
          <a:xfrm>
            <a:off x="6660140" y="2899640"/>
            <a:ext cx="421200" cy="278640"/>
            <a:chOff x="6660140" y="2899640"/>
            <a:chExt cx="421200" cy="27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48C14ADB-4131-CCDE-EB3E-FFDE3D0751D4}"/>
                    </a:ext>
                  </a:extLst>
                </p14:cNvPr>
                <p14:cNvContentPartPr/>
                <p14:nvPr/>
              </p14:nvContentPartPr>
              <p14:xfrm>
                <a:off x="6660140" y="2970200"/>
                <a:ext cx="240480" cy="2080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48C14ADB-4131-CCDE-EB3E-FFDE3D0751D4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642500" y="2952560"/>
                  <a:ext cx="27612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1EE933C4-FB93-98D7-1C37-412E69E39EA1}"/>
                    </a:ext>
                  </a:extLst>
                </p14:cNvPr>
                <p14:cNvContentPartPr/>
                <p14:nvPr/>
              </p14:nvContentPartPr>
              <p14:xfrm>
                <a:off x="7043900" y="3032480"/>
                <a:ext cx="37440" cy="1368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1EE933C4-FB93-98D7-1C37-412E69E39EA1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025900" y="3014480"/>
                  <a:ext cx="7308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16AC4C37-B1E7-28AE-6B69-5894FC2D9185}"/>
                    </a:ext>
                  </a:extLst>
                </p14:cNvPr>
                <p14:cNvContentPartPr/>
                <p14:nvPr/>
              </p14:nvContentPartPr>
              <p14:xfrm>
                <a:off x="7035620" y="2899640"/>
                <a:ext cx="30240" cy="280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16AC4C37-B1E7-28AE-6B69-5894FC2D9185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017980" y="2882000"/>
                  <a:ext cx="65880" cy="6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79CE249A-0E72-A7A2-A1F1-281C45CC8A29}"/>
              </a:ext>
            </a:extLst>
          </p:cNvPr>
          <p:cNvGrpSpPr/>
          <p:nvPr/>
        </p:nvGrpSpPr>
        <p:grpSpPr>
          <a:xfrm>
            <a:off x="7293020" y="2979560"/>
            <a:ext cx="214560" cy="169200"/>
            <a:chOff x="7293020" y="2979560"/>
            <a:chExt cx="214560" cy="169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4332223B-2BB8-309E-DB98-F020FAD2E69A}"/>
                    </a:ext>
                  </a:extLst>
                </p14:cNvPr>
                <p14:cNvContentPartPr/>
                <p14:nvPr/>
              </p14:nvContentPartPr>
              <p14:xfrm>
                <a:off x="7293020" y="3049040"/>
                <a:ext cx="214560" cy="190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4332223B-2BB8-309E-DB98-F020FAD2E69A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275380" y="3031400"/>
                  <a:ext cx="25020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27DFB7A8-D568-218F-6ECF-8728431A7EF4}"/>
                    </a:ext>
                  </a:extLst>
                </p14:cNvPr>
                <p14:cNvContentPartPr/>
                <p14:nvPr/>
              </p14:nvContentPartPr>
              <p14:xfrm>
                <a:off x="7403540" y="2979560"/>
                <a:ext cx="20520" cy="1692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27DFB7A8-D568-218F-6ECF-8728431A7EF4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385900" y="2961920"/>
                  <a:ext cx="56160" cy="20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3B980FEE-525A-C372-E3E2-C28F21309DF3}"/>
              </a:ext>
            </a:extLst>
          </p:cNvPr>
          <p:cNvGrpSpPr/>
          <p:nvPr/>
        </p:nvGrpSpPr>
        <p:grpSpPr>
          <a:xfrm>
            <a:off x="7681100" y="2942840"/>
            <a:ext cx="376560" cy="236160"/>
            <a:chOff x="7681100" y="2942840"/>
            <a:chExt cx="376560" cy="23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335F9AAF-4DFE-FAEB-5FA9-5EC8677BB994}"/>
                    </a:ext>
                  </a:extLst>
                </p14:cNvPr>
                <p14:cNvContentPartPr/>
                <p14:nvPr/>
              </p14:nvContentPartPr>
              <p14:xfrm>
                <a:off x="7681100" y="2942840"/>
                <a:ext cx="151920" cy="1458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335F9AAF-4DFE-FAEB-5FA9-5EC8677BB994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663100" y="2925200"/>
                  <a:ext cx="18756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353658C9-91A2-C928-C508-9803E3B6E91A}"/>
                    </a:ext>
                  </a:extLst>
                </p14:cNvPr>
                <p14:cNvContentPartPr/>
                <p14:nvPr/>
              </p14:nvContentPartPr>
              <p14:xfrm>
                <a:off x="7937420" y="3011240"/>
                <a:ext cx="120240" cy="1677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353658C9-91A2-C928-C508-9803E3B6E91A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7919420" y="2993240"/>
                  <a:ext cx="155880" cy="20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C9B75772-08A9-DC98-2A21-8826CF922E2E}"/>
              </a:ext>
            </a:extLst>
          </p:cNvPr>
          <p:cNvGrpSpPr/>
          <p:nvPr/>
        </p:nvGrpSpPr>
        <p:grpSpPr>
          <a:xfrm>
            <a:off x="8227940" y="2934560"/>
            <a:ext cx="489960" cy="187560"/>
            <a:chOff x="8227940" y="2934560"/>
            <a:chExt cx="489960" cy="18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783D5140-F4FF-596C-AE8B-5E967C333BF1}"/>
                    </a:ext>
                  </a:extLst>
                </p14:cNvPr>
                <p14:cNvContentPartPr/>
                <p14:nvPr/>
              </p14:nvContentPartPr>
              <p14:xfrm>
                <a:off x="8227940" y="2934560"/>
                <a:ext cx="231120" cy="1767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783D5140-F4FF-596C-AE8B-5E967C333BF1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8210300" y="2916920"/>
                  <a:ext cx="26676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8AD943B4-0505-011D-1FE5-C82E1BE46446}"/>
                    </a:ext>
                  </a:extLst>
                </p14:cNvPr>
                <p14:cNvContentPartPr/>
                <p14:nvPr/>
              </p14:nvContentPartPr>
              <p14:xfrm>
                <a:off x="8542940" y="3011240"/>
                <a:ext cx="174960" cy="1108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8AD943B4-0505-011D-1FE5-C82E1BE46446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524940" y="2993240"/>
                  <a:ext cx="210600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D317DCE8-BCE2-0144-0EE3-A5D39347C893}"/>
              </a:ext>
            </a:extLst>
          </p:cNvPr>
          <p:cNvGrpSpPr/>
          <p:nvPr/>
        </p:nvGrpSpPr>
        <p:grpSpPr>
          <a:xfrm>
            <a:off x="8876660" y="2897120"/>
            <a:ext cx="215640" cy="221040"/>
            <a:chOff x="8876660" y="2897120"/>
            <a:chExt cx="215640" cy="221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616550EE-D565-DD07-BBD9-00F9F31E3D37}"/>
                    </a:ext>
                  </a:extLst>
                </p14:cNvPr>
                <p14:cNvContentPartPr/>
                <p14:nvPr/>
              </p14:nvContentPartPr>
              <p14:xfrm>
                <a:off x="8876660" y="3003320"/>
                <a:ext cx="215640" cy="93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616550EE-D565-DD07-BBD9-00F9F31E3D37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8859020" y="2985680"/>
                  <a:ext cx="25128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70FAC7DC-D67F-B97B-EA99-CC9073CAD0DE}"/>
                    </a:ext>
                  </a:extLst>
                </p14:cNvPr>
                <p14:cNvContentPartPr/>
                <p14:nvPr/>
              </p14:nvContentPartPr>
              <p14:xfrm>
                <a:off x="9000140" y="2897120"/>
                <a:ext cx="15840" cy="22104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70FAC7DC-D67F-B97B-EA99-CC9073CAD0DE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982500" y="2879120"/>
                  <a:ext cx="51480" cy="256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68EFA175-6F83-1D25-4021-AE55386D7012}"/>
              </a:ext>
            </a:extLst>
          </p:cNvPr>
          <p:cNvGrpSpPr/>
          <p:nvPr/>
        </p:nvGrpSpPr>
        <p:grpSpPr>
          <a:xfrm>
            <a:off x="9260780" y="2865440"/>
            <a:ext cx="163800" cy="280080"/>
            <a:chOff x="9260780" y="2865440"/>
            <a:chExt cx="163800" cy="280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A8E41FDC-AACE-E205-3D88-4558A5642DDE}"/>
                    </a:ext>
                  </a:extLst>
                </p14:cNvPr>
                <p14:cNvContentPartPr/>
                <p14:nvPr/>
              </p14:nvContentPartPr>
              <p14:xfrm>
                <a:off x="9260780" y="2865440"/>
                <a:ext cx="60480" cy="2538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A8E41FDC-AACE-E205-3D88-4558A5642DDE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9243140" y="2847440"/>
                  <a:ext cx="9612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69B03909-FA42-873B-0512-CC038A49947E}"/>
                    </a:ext>
                  </a:extLst>
                </p14:cNvPr>
                <p14:cNvContentPartPr/>
                <p14:nvPr/>
              </p14:nvContentPartPr>
              <p14:xfrm>
                <a:off x="9282380" y="2967680"/>
                <a:ext cx="142200" cy="17784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69B03909-FA42-873B-0512-CC038A49947E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9264380" y="2950040"/>
                  <a:ext cx="177840" cy="21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B9BA8A4F-15EF-95D6-6EE2-C0CB7A27CE77}"/>
              </a:ext>
            </a:extLst>
          </p:cNvPr>
          <p:cNvGrpSpPr/>
          <p:nvPr/>
        </p:nvGrpSpPr>
        <p:grpSpPr>
          <a:xfrm>
            <a:off x="6378620" y="3481040"/>
            <a:ext cx="787680" cy="294120"/>
            <a:chOff x="6378620" y="3481040"/>
            <a:chExt cx="787680" cy="294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13E1CEC5-84D4-ED51-06B5-2D623EF26EB1}"/>
                    </a:ext>
                  </a:extLst>
                </p14:cNvPr>
                <p14:cNvContentPartPr/>
                <p14:nvPr/>
              </p14:nvContentPartPr>
              <p14:xfrm>
                <a:off x="6378620" y="3510920"/>
                <a:ext cx="29520" cy="2642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13E1CEC5-84D4-ED51-06B5-2D623EF26EB1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6360620" y="3493280"/>
                  <a:ext cx="6516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357C917D-24A5-50EC-B2BD-30C5795D7B3A}"/>
                    </a:ext>
                  </a:extLst>
                </p14:cNvPr>
                <p14:cNvContentPartPr/>
                <p14:nvPr/>
              </p14:nvContentPartPr>
              <p14:xfrm>
                <a:off x="6516860" y="3597320"/>
                <a:ext cx="158040" cy="9684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357C917D-24A5-50EC-B2BD-30C5795D7B3A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6499220" y="3579680"/>
                  <a:ext cx="19368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33C6088A-7596-BEEF-C40B-F3BCCBB70414}"/>
                    </a:ext>
                  </a:extLst>
                </p14:cNvPr>
                <p14:cNvContentPartPr/>
                <p14:nvPr/>
              </p14:nvContentPartPr>
              <p14:xfrm>
                <a:off x="6586700" y="3537200"/>
                <a:ext cx="93240" cy="172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33C6088A-7596-BEEF-C40B-F3BCCBB7041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569060" y="3519560"/>
                  <a:ext cx="12888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F278B44F-585B-562E-9914-77362F9B97CA}"/>
                    </a:ext>
                  </a:extLst>
                </p14:cNvPr>
                <p14:cNvContentPartPr/>
                <p14:nvPr/>
              </p14:nvContentPartPr>
              <p14:xfrm>
                <a:off x="6823580" y="3481040"/>
                <a:ext cx="177120" cy="19440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F278B44F-585B-562E-9914-77362F9B97CA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805580" y="3463400"/>
                  <a:ext cx="21276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D16E1CC8-0176-746A-083A-91945A6A9F0A}"/>
                    </a:ext>
                  </a:extLst>
                </p14:cNvPr>
                <p14:cNvContentPartPr/>
                <p14:nvPr/>
              </p14:nvContentPartPr>
              <p14:xfrm>
                <a:off x="7136780" y="3582920"/>
                <a:ext cx="29520" cy="1324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D16E1CC8-0176-746A-083A-91945A6A9F0A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118780" y="3564920"/>
                  <a:ext cx="65160" cy="168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51B8B80-F94B-7177-C3CB-58C7365C2579}"/>
              </a:ext>
            </a:extLst>
          </p:cNvPr>
          <p:cNvGrpSpPr/>
          <p:nvPr/>
        </p:nvGrpSpPr>
        <p:grpSpPr>
          <a:xfrm>
            <a:off x="7380140" y="3519920"/>
            <a:ext cx="158040" cy="185040"/>
            <a:chOff x="7380140" y="3519920"/>
            <a:chExt cx="158040" cy="18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D6E1A2B9-9C3E-38C9-4523-AD15E81D2C3B}"/>
                    </a:ext>
                  </a:extLst>
                </p14:cNvPr>
                <p14:cNvContentPartPr/>
                <p14:nvPr/>
              </p14:nvContentPartPr>
              <p14:xfrm>
                <a:off x="7380140" y="3610280"/>
                <a:ext cx="158040" cy="64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D6E1A2B9-9C3E-38C9-4523-AD15E81D2C3B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362500" y="3592280"/>
                  <a:ext cx="19368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C4D02B90-C64B-00CC-097A-A2432EAA5098}"/>
                    </a:ext>
                  </a:extLst>
                </p14:cNvPr>
                <p14:cNvContentPartPr/>
                <p14:nvPr/>
              </p14:nvContentPartPr>
              <p14:xfrm>
                <a:off x="7491020" y="3519920"/>
                <a:ext cx="21600" cy="18504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C4D02B90-C64B-00CC-097A-A2432EAA5098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473020" y="3502280"/>
                  <a:ext cx="57240" cy="220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FDEA50A1-40C1-7278-7791-E7CDC0A1149F}"/>
              </a:ext>
            </a:extLst>
          </p:cNvPr>
          <p:cNvGrpSpPr/>
          <p:nvPr/>
        </p:nvGrpSpPr>
        <p:grpSpPr>
          <a:xfrm>
            <a:off x="7822220" y="3447200"/>
            <a:ext cx="385920" cy="324000"/>
            <a:chOff x="7822220" y="3447200"/>
            <a:chExt cx="385920" cy="32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F49BD7DD-7CB9-9867-AC17-FDA03814F7A2}"/>
                    </a:ext>
                  </a:extLst>
                </p14:cNvPr>
                <p14:cNvContentPartPr/>
                <p14:nvPr/>
              </p14:nvContentPartPr>
              <p14:xfrm>
                <a:off x="7822220" y="3477080"/>
                <a:ext cx="81720" cy="5328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F49BD7DD-7CB9-9867-AC17-FDA03814F7A2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804220" y="3459440"/>
                  <a:ext cx="11736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03F2B7D1-CA42-1A28-3411-898BDEB6C3E4}"/>
                    </a:ext>
                  </a:extLst>
                </p14:cNvPr>
                <p14:cNvContentPartPr/>
                <p14:nvPr/>
              </p14:nvContentPartPr>
              <p14:xfrm>
                <a:off x="7874420" y="3447200"/>
                <a:ext cx="49320" cy="3240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03F2B7D1-CA42-1A28-3411-898BDEB6C3E4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856420" y="3429560"/>
                  <a:ext cx="84960" cy="3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8BAFCCE9-5E75-9FAF-1F6C-CF64E339B522}"/>
                    </a:ext>
                  </a:extLst>
                </p14:cNvPr>
                <p14:cNvContentPartPr/>
                <p14:nvPr/>
              </p14:nvContentPartPr>
              <p14:xfrm>
                <a:off x="8022380" y="3550160"/>
                <a:ext cx="176040" cy="1098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8BAFCCE9-5E75-9FAF-1F6C-CF64E339B522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004740" y="3532520"/>
                  <a:ext cx="21168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4A518424-864A-33BD-CA8B-2BABE0170202}"/>
                    </a:ext>
                  </a:extLst>
                </p14:cNvPr>
                <p14:cNvContentPartPr/>
                <p14:nvPr/>
              </p14:nvContentPartPr>
              <p14:xfrm>
                <a:off x="8085380" y="3525680"/>
                <a:ext cx="122760" cy="15552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4A518424-864A-33BD-CA8B-2BABE0170202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8067380" y="3507680"/>
                  <a:ext cx="158400" cy="191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E3D5866F-815D-3DCA-7D4C-092ACFC28742}"/>
              </a:ext>
            </a:extLst>
          </p:cNvPr>
          <p:cNvGrpSpPr/>
          <p:nvPr/>
        </p:nvGrpSpPr>
        <p:grpSpPr>
          <a:xfrm>
            <a:off x="8390660" y="3444320"/>
            <a:ext cx="446040" cy="260280"/>
            <a:chOff x="8390660" y="3444320"/>
            <a:chExt cx="446040" cy="26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7E942831-7169-6A62-F1CE-FF3A557E5669}"/>
                    </a:ext>
                  </a:extLst>
                </p14:cNvPr>
                <p14:cNvContentPartPr/>
                <p14:nvPr/>
              </p14:nvContentPartPr>
              <p14:xfrm>
                <a:off x="8390660" y="3444320"/>
                <a:ext cx="177480" cy="24624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7E942831-7169-6A62-F1CE-FF3A557E5669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8373020" y="3426680"/>
                  <a:ext cx="21312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B2E5CB7C-929F-C113-96D2-D7415CF5268F}"/>
                    </a:ext>
                  </a:extLst>
                </p14:cNvPr>
                <p14:cNvContentPartPr/>
                <p14:nvPr/>
              </p14:nvContentPartPr>
              <p14:xfrm>
                <a:off x="8696660" y="3562760"/>
                <a:ext cx="140040" cy="1418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B2E5CB7C-929F-C113-96D2-D7415CF5268F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8678660" y="3544760"/>
                  <a:ext cx="175680" cy="177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8">
            <p14:nvContentPartPr>
              <p14:cNvPr id="123" name="Ink 122">
                <a:extLst>
                  <a:ext uri="{FF2B5EF4-FFF2-40B4-BE49-F238E27FC236}">
                    <a16:creationId xmlns:a16="http://schemas.microsoft.com/office/drawing/2014/main" id="{E0BEDDEB-8B22-2A5C-B778-FFEC6F452594}"/>
                  </a:ext>
                </a:extLst>
              </p14:cNvPr>
              <p14:cNvContentPartPr/>
              <p14:nvPr/>
            </p14:nvContentPartPr>
            <p14:xfrm>
              <a:off x="9070340" y="3548000"/>
              <a:ext cx="196560" cy="49320"/>
            </p14:xfrm>
          </p:contentPart>
        </mc:Choice>
        <mc:Fallback xmlns="">
          <p:pic>
            <p:nvPicPr>
              <p:cNvPr id="123" name="Ink 122">
                <a:extLst>
                  <a:ext uri="{FF2B5EF4-FFF2-40B4-BE49-F238E27FC236}">
                    <a16:creationId xmlns:a16="http://schemas.microsoft.com/office/drawing/2014/main" id="{E0BEDDEB-8B22-2A5C-B778-FFEC6F452594}"/>
                  </a:ext>
                </a:extLst>
              </p:cNvPr>
              <p:cNvPicPr/>
              <p:nvPr/>
            </p:nvPicPr>
            <p:blipFill>
              <a:blip r:embed="rId189"/>
              <a:stretch>
                <a:fillRect/>
              </a:stretch>
            </p:blipFill>
            <p:spPr>
              <a:xfrm>
                <a:off x="9052700" y="3530360"/>
                <a:ext cx="232200" cy="8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0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9823388B-066D-8858-55E9-2FE460E94A0D}"/>
                  </a:ext>
                </a:extLst>
              </p14:cNvPr>
              <p14:cNvContentPartPr/>
              <p14:nvPr/>
            </p14:nvContentPartPr>
            <p14:xfrm>
              <a:off x="9496580" y="3467360"/>
              <a:ext cx="17640" cy="38880"/>
            </p14:xfrm>
          </p:contentPart>
        </mc:Choice>
        <mc:Fallback xmlns=""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9823388B-066D-8858-55E9-2FE460E94A0D}"/>
                  </a:ext>
                </a:extLst>
              </p:cNvPr>
              <p:cNvPicPr/>
              <p:nvPr/>
            </p:nvPicPr>
            <p:blipFill>
              <a:blip r:embed="rId191"/>
              <a:stretch>
                <a:fillRect/>
              </a:stretch>
            </p:blipFill>
            <p:spPr>
              <a:xfrm>
                <a:off x="9478580" y="3449360"/>
                <a:ext cx="53280" cy="74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28" name="Group 127">
            <a:extLst>
              <a:ext uri="{FF2B5EF4-FFF2-40B4-BE49-F238E27FC236}">
                <a16:creationId xmlns:a16="http://schemas.microsoft.com/office/drawing/2014/main" id="{F7D12A28-94DA-1F13-9453-A36F26CC61EF}"/>
              </a:ext>
            </a:extLst>
          </p:cNvPr>
          <p:cNvGrpSpPr/>
          <p:nvPr/>
        </p:nvGrpSpPr>
        <p:grpSpPr>
          <a:xfrm>
            <a:off x="9710060" y="3388880"/>
            <a:ext cx="174960" cy="252000"/>
            <a:chOff x="9710060" y="3388880"/>
            <a:chExt cx="174960" cy="252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01AF43C1-EDC8-E8CA-BD67-A443AD010CE8}"/>
                    </a:ext>
                  </a:extLst>
                </p14:cNvPr>
                <p14:cNvContentPartPr/>
                <p14:nvPr/>
              </p14:nvContentPartPr>
              <p14:xfrm>
                <a:off x="9728060" y="3388880"/>
                <a:ext cx="156960" cy="475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01AF43C1-EDC8-E8CA-BD67-A443AD010CE8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9710060" y="3371240"/>
                  <a:ext cx="19260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2FC3B837-85DA-B206-4069-66580BD13843}"/>
                    </a:ext>
                  </a:extLst>
                </p14:cNvPr>
                <p14:cNvContentPartPr/>
                <p14:nvPr/>
              </p14:nvContentPartPr>
              <p14:xfrm>
                <a:off x="9710060" y="3424160"/>
                <a:ext cx="144000" cy="21672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2FC3B837-85DA-B206-4069-66580BD13843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9692060" y="3406160"/>
                  <a:ext cx="179640" cy="25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79A5CA64-AE82-82DF-6B3C-1F098C25D9CF}"/>
              </a:ext>
            </a:extLst>
          </p:cNvPr>
          <p:cNvGrpSpPr/>
          <p:nvPr/>
        </p:nvGrpSpPr>
        <p:grpSpPr>
          <a:xfrm>
            <a:off x="8960180" y="4189520"/>
            <a:ext cx="1061280" cy="502560"/>
            <a:chOff x="8960180" y="4189520"/>
            <a:chExt cx="1061280" cy="502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45F31B4A-263D-F390-86DB-E5567DD9941D}"/>
                    </a:ext>
                  </a:extLst>
                </p14:cNvPr>
                <p14:cNvContentPartPr/>
                <p14:nvPr/>
              </p14:nvContentPartPr>
              <p14:xfrm>
                <a:off x="9015260" y="4242440"/>
                <a:ext cx="46080" cy="3463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45F31B4A-263D-F390-86DB-E5567DD9941D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8997620" y="4224440"/>
                  <a:ext cx="81720" cy="38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03B21AB1-4BE2-0256-5B6C-F9E5D444EB2F}"/>
                    </a:ext>
                  </a:extLst>
                </p14:cNvPr>
                <p14:cNvContentPartPr/>
                <p14:nvPr/>
              </p14:nvContentPartPr>
              <p14:xfrm>
                <a:off x="8960180" y="4189520"/>
                <a:ext cx="1061280" cy="5025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03B21AB1-4BE2-0256-5B6C-F9E5D444EB2F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8942540" y="4171520"/>
                  <a:ext cx="1096920" cy="538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598D18C7-D5FF-E80E-C5C7-2AC94EDA40A4}"/>
              </a:ext>
            </a:extLst>
          </p:cNvPr>
          <p:cNvGrpSpPr/>
          <p:nvPr/>
        </p:nvGrpSpPr>
        <p:grpSpPr>
          <a:xfrm>
            <a:off x="4271900" y="4221200"/>
            <a:ext cx="4358520" cy="1713240"/>
            <a:chOff x="4271900" y="4221200"/>
            <a:chExt cx="4358520" cy="171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13381E5E-424B-612A-7CDD-1A31AD1A8849}"/>
                    </a:ext>
                  </a:extLst>
                </p14:cNvPr>
                <p14:cNvContentPartPr/>
                <p14:nvPr/>
              </p14:nvContentPartPr>
              <p14:xfrm>
                <a:off x="4452980" y="4400480"/>
                <a:ext cx="155520" cy="1724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13381E5E-424B-612A-7CDD-1A31AD1A8849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4435340" y="4382480"/>
                  <a:ext cx="19116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0A2D4999-0EF2-1655-A5D0-6D37A8E325D4}"/>
                    </a:ext>
                  </a:extLst>
                </p14:cNvPr>
                <p14:cNvContentPartPr/>
                <p14:nvPr/>
              </p14:nvContentPartPr>
              <p14:xfrm>
                <a:off x="4679420" y="4485080"/>
                <a:ext cx="14040" cy="961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0A2D4999-0EF2-1655-A5D0-6D37A8E325D4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4661420" y="4467440"/>
                  <a:ext cx="4968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F8E8C3CF-67CB-8C4D-57B2-477934B6A944}"/>
                    </a:ext>
                  </a:extLst>
                </p14:cNvPr>
                <p14:cNvContentPartPr/>
                <p14:nvPr/>
              </p14:nvContentPartPr>
              <p14:xfrm>
                <a:off x="4464500" y="4751840"/>
                <a:ext cx="151920" cy="9972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F8E8C3CF-67CB-8C4D-57B2-477934B6A944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4446860" y="4734200"/>
                  <a:ext cx="18756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D1CFB94C-C36B-5942-8D89-3243A2EB4392}"/>
                    </a:ext>
                  </a:extLst>
                </p14:cNvPr>
                <p14:cNvContentPartPr/>
                <p14:nvPr/>
              </p14:nvContentPartPr>
              <p14:xfrm>
                <a:off x="4673660" y="4807280"/>
                <a:ext cx="123480" cy="792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D1CFB94C-C36B-5942-8D89-3243A2EB4392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4655660" y="4789640"/>
                  <a:ext cx="15912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E3F58474-7F63-B882-DF83-FA1EC2B76B0D}"/>
                    </a:ext>
                  </a:extLst>
                </p14:cNvPr>
                <p14:cNvContentPartPr/>
                <p14:nvPr/>
              </p14:nvContentPartPr>
              <p14:xfrm>
                <a:off x="4533620" y="4996280"/>
                <a:ext cx="43920" cy="13392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E3F58474-7F63-B882-DF83-FA1EC2B76B0D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4515620" y="4978280"/>
                  <a:ext cx="7956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5D83A3FB-B201-D64A-DF2E-5D02EA683818}"/>
                    </a:ext>
                  </a:extLst>
                </p14:cNvPr>
                <p14:cNvContentPartPr/>
                <p14:nvPr/>
              </p14:nvContentPartPr>
              <p14:xfrm>
                <a:off x="4540820" y="4996280"/>
                <a:ext cx="7560" cy="1296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5D83A3FB-B201-D64A-DF2E-5D02EA683818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4523180" y="4978640"/>
                  <a:ext cx="4320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81960C5F-A75C-5263-450B-10FCA512F223}"/>
                    </a:ext>
                  </a:extLst>
                </p14:cNvPr>
                <p14:cNvContentPartPr/>
                <p14:nvPr/>
              </p14:nvContentPartPr>
              <p14:xfrm>
                <a:off x="4573580" y="5003120"/>
                <a:ext cx="85680" cy="1137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81960C5F-A75C-5263-450B-10FCA512F22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4555940" y="4985120"/>
                  <a:ext cx="12132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2BFBC155-C127-8638-0284-715B228796E0}"/>
                    </a:ext>
                  </a:extLst>
                </p14:cNvPr>
                <p14:cNvContentPartPr/>
                <p14:nvPr/>
              </p14:nvContentPartPr>
              <p14:xfrm>
                <a:off x="4711460" y="5047760"/>
                <a:ext cx="21960" cy="806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2BFBC155-C127-8638-0284-715B228796E0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4693460" y="5029760"/>
                  <a:ext cx="5760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E5B9FD28-32CC-FB4E-E981-8A5003C86D44}"/>
                    </a:ext>
                  </a:extLst>
                </p14:cNvPr>
                <p14:cNvContentPartPr/>
                <p14:nvPr/>
              </p14:nvContentPartPr>
              <p14:xfrm>
                <a:off x="4595540" y="5263040"/>
                <a:ext cx="117000" cy="12420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E5B9FD28-32CC-FB4E-E981-8A5003C86D44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4577900" y="5245400"/>
                  <a:ext cx="15264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3454BEB4-4F92-DCD4-7200-0AF232DF86D3}"/>
                    </a:ext>
                  </a:extLst>
                </p14:cNvPr>
                <p14:cNvContentPartPr/>
                <p14:nvPr/>
              </p14:nvContentPartPr>
              <p14:xfrm>
                <a:off x="4736300" y="5301200"/>
                <a:ext cx="89280" cy="781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3454BEB4-4F92-DCD4-7200-0AF232DF86D3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4718300" y="5283560"/>
                  <a:ext cx="12492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D47691A-1D16-3BCC-F71B-6F3743D033FE}"/>
                    </a:ext>
                  </a:extLst>
                </p14:cNvPr>
                <p14:cNvContentPartPr/>
                <p14:nvPr/>
              </p14:nvContentPartPr>
              <p14:xfrm>
                <a:off x="4647020" y="5594240"/>
                <a:ext cx="43560" cy="1656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D47691A-1D16-3BCC-F71B-6F3743D033FE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629020" y="5576600"/>
                  <a:ext cx="7920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12BB7D23-CAC0-DE9B-21F0-DE08FFEF9BF8}"/>
                    </a:ext>
                  </a:extLst>
                </p14:cNvPr>
                <p14:cNvContentPartPr/>
                <p14:nvPr/>
              </p14:nvContentPartPr>
              <p14:xfrm>
                <a:off x="4667900" y="5652560"/>
                <a:ext cx="111600" cy="1332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12BB7D23-CAC0-DE9B-21F0-DE08FFEF9BF8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50260" y="5634920"/>
                  <a:ext cx="14724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24577F65-DF81-8648-66B3-1B3A3DDD4117}"/>
                    </a:ext>
                  </a:extLst>
                </p14:cNvPr>
                <p14:cNvContentPartPr/>
                <p14:nvPr/>
              </p14:nvContentPartPr>
              <p14:xfrm>
                <a:off x="4271900" y="4274480"/>
                <a:ext cx="484920" cy="3492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24577F65-DF81-8648-66B3-1B3A3DDD4117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254260" y="4256480"/>
                  <a:ext cx="52056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0D227FF-3546-DA83-5505-66BD71AA0B4C}"/>
                    </a:ext>
                  </a:extLst>
                </p14:cNvPr>
                <p14:cNvContentPartPr/>
                <p14:nvPr/>
              </p14:nvContentPartPr>
              <p14:xfrm>
                <a:off x="4674020" y="4221200"/>
                <a:ext cx="417240" cy="171324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0D227FF-3546-DA83-5505-66BD71AA0B4C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4656020" y="4203200"/>
                  <a:ext cx="452880" cy="174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8CF4B863-2E2C-F4F2-6BB4-47623EC53B86}"/>
                    </a:ext>
                  </a:extLst>
                </p14:cNvPr>
                <p14:cNvContentPartPr/>
                <p14:nvPr/>
              </p14:nvContentPartPr>
              <p14:xfrm>
                <a:off x="4324100" y="4413080"/>
                <a:ext cx="208440" cy="15098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8CF4B863-2E2C-F4F2-6BB4-47623EC53B86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4306460" y="4395080"/>
                  <a:ext cx="244080" cy="154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256ECD92-1B14-4A7A-569D-AE13BC2C9BA4}"/>
                    </a:ext>
                  </a:extLst>
                </p14:cNvPr>
                <p14:cNvContentPartPr/>
                <p14:nvPr/>
              </p14:nvContentPartPr>
              <p14:xfrm>
                <a:off x="4923500" y="4260800"/>
                <a:ext cx="3706920" cy="58320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256ECD92-1B14-4A7A-569D-AE13BC2C9BA4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4905860" y="4243160"/>
                  <a:ext cx="3742560" cy="618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51D9A226-79BD-881A-97B4-08216559D21A}"/>
              </a:ext>
            </a:extLst>
          </p:cNvPr>
          <p:cNvGrpSpPr/>
          <p:nvPr/>
        </p:nvGrpSpPr>
        <p:grpSpPr>
          <a:xfrm>
            <a:off x="9140540" y="3856160"/>
            <a:ext cx="587880" cy="295920"/>
            <a:chOff x="9140540" y="3856160"/>
            <a:chExt cx="587880" cy="295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EC0EDAE5-9D03-24B7-18C3-A8C89316E297}"/>
                    </a:ext>
                  </a:extLst>
                </p14:cNvPr>
                <p14:cNvContentPartPr/>
                <p14:nvPr/>
              </p14:nvContentPartPr>
              <p14:xfrm>
                <a:off x="9140540" y="3920960"/>
                <a:ext cx="91800" cy="23112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EC0EDAE5-9D03-24B7-18C3-A8C89316E297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9122540" y="3902960"/>
                  <a:ext cx="12744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262FD15E-5ACF-EBAF-2F92-CA9C83CA28C7}"/>
                    </a:ext>
                  </a:extLst>
                </p14:cNvPr>
                <p14:cNvContentPartPr/>
                <p14:nvPr/>
              </p14:nvContentPartPr>
              <p14:xfrm>
                <a:off x="9156380" y="4005200"/>
                <a:ext cx="74520" cy="4464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262FD15E-5ACF-EBAF-2F92-CA9C83CA28C7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9138740" y="3987200"/>
                  <a:ext cx="11016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2A924EBD-CBA0-C4E5-84EB-529E642D3439}"/>
                    </a:ext>
                  </a:extLst>
                </p14:cNvPr>
                <p14:cNvContentPartPr/>
                <p14:nvPr/>
              </p14:nvContentPartPr>
              <p14:xfrm>
                <a:off x="9330620" y="3978920"/>
                <a:ext cx="183600" cy="13932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2A924EBD-CBA0-C4E5-84EB-529E642D3439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9312980" y="3960920"/>
                  <a:ext cx="21924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47FEE2BF-7DCB-7A8B-9ECD-6F1EFC94AE1D}"/>
                    </a:ext>
                  </a:extLst>
                </p14:cNvPr>
                <p14:cNvContentPartPr/>
                <p14:nvPr/>
              </p14:nvContentPartPr>
              <p14:xfrm>
                <a:off x="9627620" y="3856160"/>
                <a:ext cx="35280" cy="21132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47FEE2BF-7DCB-7A8B-9ECD-6F1EFC94AE1D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9609980" y="3838520"/>
                  <a:ext cx="7092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28B550E8-C317-AF49-043C-5D32BB66A8EC}"/>
                    </a:ext>
                  </a:extLst>
                </p14:cNvPr>
                <p14:cNvContentPartPr/>
                <p14:nvPr/>
              </p14:nvContentPartPr>
              <p14:xfrm>
                <a:off x="9612860" y="3950480"/>
                <a:ext cx="115560" cy="9720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28B550E8-C317-AF49-043C-5D32BB66A8EC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9594860" y="3932840"/>
                  <a:ext cx="151200" cy="13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6078DCBA-F617-7B0F-1CD0-67D9010D4AA5}"/>
              </a:ext>
            </a:extLst>
          </p:cNvPr>
          <p:cNvGrpSpPr/>
          <p:nvPr/>
        </p:nvGrpSpPr>
        <p:grpSpPr>
          <a:xfrm>
            <a:off x="10157900" y="4317320"/>
            <a:ext cx="871920" cy="215280"/>
            <a:chOff x="10157900" y="4317320"/>
            <a:chExt cx="871920" cy="215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79657622-0AC8-61AE-5475-30090B950C85}"/>
                    </a:ext>
                  </a:extLst>
                </p14:cNvPr>
                <p14:cNvContentPartPr/>
                <p14:nvPr/>
              </p14:nvContentPartPr>
              <p14:xfrm>
                <a:off x="10157900" y="4348640"/>
                <a:ext cx="808560" cy="9180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79657622-0AC8-61AE-5475-30090B950C85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0139900" y="4331000"/>
                  <a:ext cx="84420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BED53FE2-4389-0985-6E78-0DECD8C18A34}"/>
                    </a:ext>
                  </a:extLst>
                </p14:cNvPr>
                <p14:cNvContentPartPr/>
                <p14:nvPr/>
              </p14:nvContentPartPr>
              <p14:xfrm>
                <a:off x="10937300" y="4317320"/>
                <a:ext cx="92520" cy="21528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BED53FE2-4389-0985-6E78-0DECD8C18A34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0919660" y="4299680"/>
                  <a:ext cx="128160" cy="250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B27B5A92-999F-E74C-14E4-CDCFE1FB7169}"/>
              </a:ext>
            </a:extLst>
          </p:cNvPr>
          <p:cNvGrpSpPr/>
          <p:nvPr/>
        </p:nvGrpSpPr>
        <p:grpSpPr>
          <a:xfrm>
            <a:off x="8484620" y="149600"/>
            <a:ext cx="2126160" cy="1671480"/>
            <a:chOff x="8484620" y="149600"/>
            <a:chExt cx="2126160" cy="167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46A829BB-C797-95E1-578E-DD65F0F22AC8}"/>
                    </a:ext>
                  </a:extLst>
                </p14:cNvPr>
                <p14:cNvContentPartPr/>
                <p14:nvPr/>
              </p14:nvContentPartPr>
              <p14:xfrm>
                <a:off x="8664620" y="270200"/>
                <a:ext cx="207360" cy="18216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46A829BB-C797-95E1-578E-DD65F0F22AC8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8646980" y="252200"/>
                  <a:ext cx="24300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A2360C7A-0D49-20B6-F841-47BD55B7E732}"/>
                    </a:ext>
                  </a:extLst>
                </p14:cNvPr>
                <p14:cNvContentPartPr/>
                <p14:nvPr/>
              </p14:nvContentPartPr>
              <p14:xfrm>
                <a:off x="8670740" y="266240"/>
                <a:ext cx="160560" cy="30348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A2360C7A-0D49-20B6-F841-47BD55B7E732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8653100" y="248240"/>
                  <a:ext cx="19620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03C0706E-C006-30D6-D4AC-A9BB8F68F863}"/>
                    </a:ext>
                  </a:extLst>
                </p14:cNvPr>
                <p14:cNvContentPartPr/>
                <p14:nvPr/>
              </p14:nvContentPartPr>
              <p14:xfrm>
                <a:off x="9003380" y="348320"/>
                <a:ext cx="25560" cy="13392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03C0706E-C006-30D6-D4AC-A9BB8F68F863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8985380" y="330320"/>
                  <a:ext cx="6120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89612483-3D9D-708E-2CBB-C59CC6421A63}"/>
                    </a:ext>
                  </a:extLst>
                </p14:cNvPr>
                <p14:cNvContentPartPr/>
                <p14:nvPr/>
              </p14:nvContentPartPr>
              <p14:xfrm>
                <a:off x="9149900" y="296120"/>
                <a:ext cx="171720" cy="14364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89612483-3D9D-708E-2CBB-C59CC6421A63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9131900" y="278120"/>
                  <a:ext cx="20736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761CD552-E1CD-DF2B-E25B-7535F80D2F61}"/>
                    </a:ext>
                  </a:extLst>
                </p14:cNvPr>
                <p14:cNvContentPartPr/>
                <p14:nvPr/>
              </p14:nvContentPartPr>
              <p14:xfrm>
                <a:off x="9194540" y="292160"/>
                <a:ext cx="127800" cy="19836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761CD552-E1CD-DF2B-E25B-7535F80D2F61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9176900" y="274160"/>
                  <a:ext cx="16344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A517899A-0226-2595-CC7A-C0290C5E7496}"/>
                    </a:ext>
                  </a:extLst>
                </p14:cNvPr>
                <p14:cNvContentPartPr/>
                <p14:nvPr/>
              </p14:nvContentPartPr>
              <p14:xfrm>
                <a:off x="9353660" y="410960"/>
                <a:ext cx="154440" cy="8064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A517899A-0226-2595-CC7A-C0290C5E7496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9336020" y="393320"/>
                  <a:ext cx="1900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8FA9CD06-7249-DEBE-0444-0FC040D86052}"/>
                    </a:ext>
                  </a:extLst>
                </p14:cNvPr>
                <p14:cNvContentPartPr/>
                <p14:nvPr/>
              </p14:nvContentPartPr>
              <p14:xfrm>
                <a:off x="9661460" y="149600"/>
                <a:ext cx="50400" cy="128340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8FA9CD06-7249-DEBE-0444-0FC040D86052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9643820" y="131960"/>
                  <a:ext cx="86040" cy="131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20B5F817-84F9-01CC-AE64-AD2BDEBAB71A}"/>
                    </a:ext>
                  </a:extLst>
                </p14:cNvPr>
                <p14:cNvContentPartPr/>
                <p14:nvPr/>
              </p14:nvContentPartPr>
              <p14:xfrm>
                <a:off x="9886820" y="294680"/>
                <a:ext cx="240480" cy="16704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20B5F817-84F9-01CC-AE64-AD2BDEBAB71A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9868820" y="276680"/>
                  <a:ext cx="27612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FE64EF72-FD64-07CE-1138-0C0B5693ECA9}"/>
                    </a:ext>
                  </a:extLst>
                </p14:cNvPr>
                <p14:cNvContentPartPr/>
                <p14:nvPr/>
              </p14:nvContentPartPr>
              <p14:xfrm>
                <a:off x="10072580" y="403040"/>
                <a:ext cx="45720" cy="21636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FE64EF72-FD64-07CE-1138-0C0B5693ECA9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0054580" y="385400"/>
                  <a:ext cx="8136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DBA76573-40A4-5586-B90C-58E60682657A}"/>
                    </a:ext>
                  </a:extLst>
                </p14:cNvPr>
                <p14:cNvContentPartPr/>
                <p14:nvPr/>
              </p14:nvContentPartPr>
              <p14:xfrm>
                <a:off x="8484620" y="623720"/>
                <a:ext cx="2126160" cy="1242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DBA76573-40A4-5586-B90C-58E60682657A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8466620" y="605720"/>
                  <a:ext cx="216180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5B09619E-241A-7B60-B707-84118E364AC9}"/>
                    </a:ext>
                  </a:extLst>
                </p14:cNvPr>
                <p14:cNvContentPartPr/>
                <p14:nvPr/>
              </p14:nvContentPartPr>
              <p14:xfrm>
                <a:off x="8854340" y="824960"/>
                <a:ext cx="128520" cy="18000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5B09619E-241A-7B60-B707-84118E364AC9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8836340" y="807320"/>
                  <a:ext cx="16416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53BBF2AC-C3E6-3050-1032-EBA060CDEBDA}"/>
                    </a:ext>
                  </a:extLst>
                </p14:cNvPr>
                <p14:cNvContentPartPr/>
                <p14:nvPr/>
              </p14:nvContentPartPr>
              <p14:xfrm>
                <a:off x="9231260" y="835760"/>
                <a:ext cx="113760" cy="12348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53BBF2AC-C3E6-3050-1032-EBA060CDEBDA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9213620" y="818120"/>
                  <a:ext cx="1494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7CA23619-4914-F47D-3C73-7E2910DA5D91}"/>
                    </a:ext>
                  </a:extLst>
                </p14:cNvPr>
                <p14:cNvContentPartPr/>
                <p14:nvPr/>
              </p14:nvContentPartPr>
              <p14:xfrm>
                <a:off x="8924540" y="1156520"/>
                <a:ext cx="129600" cy="13788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7CA23619-4914-F47D-3C73-7E2910DA5D91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8906900" y="1138520"/>
                  <a:ext cx="16524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9BF05938-F630-CAA8-8724-175B41396C24}"/>
                    </a:ext>
                  </a:extLst>
                </p14:cNvPr>
                <p14:cNvContentPartPr/>
                <p14:nvPr/>
              </p14:nvContentPartPr>
              <p14:xfrm>
                <a:off x="9035060" y="1433000"/>
                <a:ext cx="18720" cy="12996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9BF05938-F630-CAA8-8724-175B41396C24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9017420" y="1415000"/>
                  <a:ext cx="5436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134D6D2E-82C2-DC29-3371-E2B2FB1EA0DF}"/>
                    </a:ext>
                  </a:extLst>
                </p14:cNvPr>
                <p14:cNvContentPartPr/>
                <p14:nvPr/>
              </p14:nvContentPartPr>
              <p14:xfrm>
                <a:off x="9311540" y="1115120"/>
                <a:ext cx="43560" cy="20340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134D6D2E-82C2-DC29-3371-E2B2FB1EA0DF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9293900" y="1097480"/>
                  <a:ext cx="7920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999D8E14-BFEE-FCAA-2096-3C6F6A2E3D0C}"/>
                    </a:ext>
                  </a:extLst>
                </p14:cNvPr>
                <p14:cNvContentPartPr/>
                <p14:nvPr/>
              </p14:nvContentPartPr>
              <p14:xfrm>
                <a:off x="9305060" y="1408160"/>
                <a:ext cx="137160" cy="14868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999D8E14-BFEE-FCAA-2096-3C6F6A2E3D0C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9287060" y="1390520"/>
                  <a:ext cx="17280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9F0B7974-E387-0301-0E12-3B85697EF878}"/>
                    </a:ext>
                  </a:extLst>
                </p14:cNvPr>
                <p14:cNvContentPartPr/>
                <p14:nvPr/>
              </p14:nvContentPartPr>
              <p14:xfrm>
                <a:off x="9135500" y="1672040"/>
                <a:ext cx="43920" cy="8028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9F0B7974-E387-0301-0E12-3B85697EF878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9117500" y="1654040"/>
                  <a:ext cx="795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EB1C1775-1FCD-DEBA-0555-88825C2F9ECD}"/>
                    </a:ext>
                  </a:extLst>
                </p14:cNvPr>
                <p14:cNvContentPartPr/>
                <p14:nvPr/>
              </p14:nvContentPartPr>
              <p14:xfrm>
                <a:off x="9417740" y="1692560"/>
                <a:ext cx="43200" cy="12852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EB1C1775-1FCD-DEBA-0555-88825C2F9ECD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9399740" y="1674560"/>
                  <a:ext cx="7884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483D4AEA-5EAE-8EF7-20F9-65E6C27AAAF1}"/>
                    </a:ext>
                  </a:extLst>
                </p14:cNvPr>
                <p14:cNvContentPartPr/>
                <p14:nvPr/>
              </p14:nvContentPartPr>
              <p14:xfrm>
                <a:off x="9726260" y="1451000"/>
                <a:ext cx="55800" cy="35496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483D4AEA-5EAE-8EF7-20F9-65E6C27AAAF1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9708620" y="1433000"/>
                  <a:ext cx="91440" cy="390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84">
            <p14:nvContentPartPr>
              <p14:cNvPr id="185" name="Ink 184">
                <a:extLst>
                  <a:ext uri="{FF2B5EF4-FFF2-40B4-BE49-F238E27FC236}">
                    <a16:creationId xmlns:a16="http://schemas.microsoft.com/office/drawing/2014/main" id="{9A22E682-3D5C-9827-9D0F-90D15E2280A1}"/>
                  </a:ext>
                </a:extLst>
              </p14:cNvPr>
              <p14:cNvContentPartPr/>
              <p14:nvPr/>
            </p14:nvContentPartPr>
            <p14:xfrm>
              <a:off x="10092020" y="763760"/>
              <a:ext cx="141840" cy="123480"/>
            </p14:xfrm>
          </p:contentPart>
        </mc:Choice>
        <mc:Fallback xmlns="">
          <p:pic>
            <p:nvPicPr>
              <p:cNvPr id="185" name="Ink 184">
                <a:extLst>
                  <a:ext uri="{FF2B5EF4-FFF2-40B4-BE49-F238E27FC236}">
                    <a16:creationId xmlns:a16="http://schemas.microsoft.com/office/drawing/2014/main" id="{9A22E682-3D5C-9827-9D0F-90D15E2280A1}"/>
                  </a:ext>
                </a:extLst>
              </p:cNvPr>
              <p:cNvPicPr/>
              <p:nvPr/>
            </p:nvPicPr>
            <p:blipFill>
              <a:blip r:embed="rId285"/>
              <a:stretch>
                <a:fillRect/>
              </a:stretch>
            </p:blipFill>
            <p:spPr>
              <a:xfrm>
                <a:off x="10074380" y="745760"/>
                <a:ext cx="177480" cy="15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6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C5DCA37C-9BC4-9D5A-E7DE-97BA61D6880B}"/>
                  </a:ext>
                </a:extLst>
              </p14:cNvPr>
              <p14:cNvContentPartPr/>
              <p14:nvPr/>
            </p14:nvContentPartPr>
            <p14:xfrm>
              <a:off x="10171940" y="1014320"/>
              <a:ext cx="14040" cy="10836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C5DCA37C-9BC4-9D5A-E7DE-97BA61D6880B}"/>
                  </a:ext>
                </a:extLst>
              </p:cNvPr>
              <p:cNvPicPr/>
              <p:nvPr/>
            </p:nvPicPr>
            <p:blipFill>
              <a:blip r:embed="rId287"/>
              <a:stretch>
                <a:fillRect/>
              </a:stretch>
            </p:blipFill>
            <p:spPr>
              <a:xfrm>
                <a:off x="10153940" y="996320"/>
                <a:ext cx="49680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8">
            <p14:nvContentPartPr>
              <p14:cNvPr id="187" name="Ink 186">
                <a:extLst>
                  <a:ext uri="{FF2B5EF4-FFF2-40B4-BE49-F238E27FC236}">
                    <a16:creationId xmlns:a16="http://schemas.microsoft.com/office/drawing/2014/main" id="{1663DC02-3753-B38D-7359-37832ECD09DC}"/>
                  </a:ext>
                </a:extLst>
              </p14:cNvPr>
              <p14:cNvContentPartPr/>
              <p14:nvPr/>
            </p14:nvContentPartPr>
            <p14:xfrm>
              <a:off x="10189580" y="1313480"/>
              <a:ext cx="21960" cy="175680"/>
            </p14:xfrm>
          </p:contentPart>
        </mc:Choice>
        <mc:Fallback xmlns="">
          <p:pic>
            <p:nvPicPr>
              <p:cNvPr id="187" name="Ink 186">
                <a:extLst>
                  <a:ext uri="{FF2B5EF4-FFF2-40B4-BE49-F238E27FC236}">
                    <a16:creationId xmlns:a16="http://schemas.microsoft.com/office/drawing/2014/main" id="{1663DC02-3753-B38D-7359-37832ECD09DC}"/>
                  </a:ext>
                </a:extLst>
              </p:cNvPr>
              <p:cNvPicPr/>
              <p:nvPr/>
            </p:nvPicPr>
            <p:blipFill>
              <a:blip r:embed="rId289"/>
              <a:stretch>
                <a:fillRect/>
              </a:stretch>
            </p:blipFill>
            <p:spPr>
              <a:xfrm>
                <a:off x="10171580" y="1295840"/>
                <a:ext cx="57600" cy="21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0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5C82E068-DBB5-F763-CFF9-2979924F7052}"/>
                  </a:ext>
                </a:extLst>
              </p14:cNvPr>
              <p14:cNvContentPartPr/>
              <p14:nvPr/>
            </p14:nvContentPartPr>
            <p14:xfrm>
              <a:off x="10232420" y="1598600"/>
              <a:ext cx="15480" cy="106200"/>
            </p14:xfrm>
          </p:contentPart>
        </mc:Choice>
        <mc:Fallback xmlns=""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5C82E068-DBB5-F763-CFF9-2979924F7052}"/>
                  </a:ext>
                </a:extLst>
              </p:cNvPr>
              <p:cNvPicPr/>
              <p:nvPr/>
            </p:nvPicPr>
            <p:blipFill>
              <a:blip r:embed="rId291"/>
              <a:stretch>
                <a:fillRect/>
              </a:stretch>
            </p:blipFill>
            <p:spPr>
              <a:xfrm>
                <a:off x="10214420" y="1580960"/>
                <a:ext cx="51120" cy="141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3793260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BCAE7-F4D4-C909-54D7-E3FA49221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39" y="14986"/>
            <a:ext cx="10328275" cy="492443"/>
          </a:xfrm>
        </p:spPr>
        <p:txBody>
          <a:bodyPr/>
          <a:lstStyle/>
          <a:p>
            <a:r>
              <a:rPr lang="en-US" dirty="0"/>
              <a:t>NAND gate</a:t>
            </a:r>
          </a:p>
        </p:txBody>
      </p:sp>
      <p:pic>
        <p:nvPicPr>
          <p:cNvPr id="5" name="Picture 4" descr="A graph with numbers and points&#10;&#10;AI-generated content may be incorrect.">
            <a:extLst>
              <a:ext uri="{FF2B5EF4-FFF2-40B4-BE49-F238E27FC236}">
                <a16:creationId xmlns:a16="http://schemas.microsoft.com/office/drawing/2014/main" id="{30F99F9A-6857-455F-23B6-788C2A7444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990600"/>
            <a:ext cx="4288545" cy="4498857"/>
          </a:xfrm>
          <a:prstGeom prst="rect">
            <a:avLst/>
          </a:prstGeom>
        </p:spPr>
      </p:pic>
      <p:pic>
        <p:nvPicPr>
          <p:cNvPr id="7" name="Picture 6" descr="A screenshot of a math problem&#10;&#10;AI-generated content may be incorrect.">
            <a:extLst>
              <a:ext uri="{FF2B5EF4-FFF2-40B4-BE49-F238E27FC236}">
                <a16:creationId xmlns:a16="http://schemas.microsoft.com/office/drawing/2014/main" id="{22D506E0-7EEA-8190-1938-C8B93229BB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6800" y="3947414"/>
            <a:ext cx="6485278" cy="2895600"/>
          </a:xfrm>
          <a:prstGeom prst="rect">
            <a:avLst/>
          </a:prstGeom>
        </p:spPr>
      </p:pic>
      <p:grpSp>
        <p:nvGrpSpPr>
          <p:cNvPr id="35" name="Group 34">
            <a:extLst>
              <a:ext uri="{FF2B5EF4-FFF2-40B4-BE49-F238E27FC236}">
                <a16:creationId xmlns:a16="http://schemas.microsoft.com/office/drawing/2014/main" id="{D9BF98D4-862E-22B0-5723-25E982825196}"/>
              </a:ext>
            </a:extLst>
          </p:cNvPr>
          <p:cNvGrpSpPr/>
          <p:nvPr/>
        </p:nvGrpSpPr>
        <p:grpSpPr>
          <a:xfrm>
            <a:off x="5383940" y="520760"/>
            <a:ext cx="1268280" cy="383400"/>
            <a:chOff x="5383940" y="520760"/>
            <a:chExt cx="1268280" cy="38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6E7369D6-180F-F3D7-1FE1-85E281FDBE6B}"/>
                    </a:ext>
                  </a:extLst>
                </p14:cNvPr>
                <p14:cNvContentPartPr/>
                <p14:nvPr/>
              </p14:nvContentPartPr>
              <p14:xfrm>
                <a:off x="5491580" y="686360"/>
                <a:ext cx="31320" cy="2178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6E7369D6-180F-F3D7-1FE1-85E281FDBE6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473940" y="668720"/>
                  <a:ext cx="6696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6ACFBDA6-CFFF-B561-A324-6668253E9F02}"/>
                    </a:ext>
                  </a:extLst>
                </p14:cNvPr>
                <p14:cNvContentPartPr/>
                <p14:nvPr/>
              </p14:nvContentPartPr>
              <p14:xfrm>
                <a:off x="5383940" y="520760"/>
                <a:ext cx="53280" cy="475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6ACFBDA6-CFFF-B561-A324-6668253E9F0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365940" y="502760"/>
                  <a:ext cx="8892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19B382D2-9FF6-9C25-FBD6-B01C85D3699F}"/>
                    </a:ext>
                  </a:extLst>
                </p14:cNvPr>
                <p14:cNvContentPartPr/>
                <p14:nvPr/>
              </p14:nvContentPartPr>
              <p14:xfrm>
                <a:off x="5626580" y="723800"/>
                <a:ext cx="157320" cy="1411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9B382D2-9FF6-9C25-FBD6-B01C85D3699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608940" y="705800"/>
                  <a:ext cx="19296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3A0CF8E-C323-1B4C-3DE6-191A23A373E3}"/>
                    </a:ext>
                  </a:extLst>
                </p14:cNvPr>
                <p14:cNvContentPartPr/>
                <p14:nvPr/>
              </p14:nvContentPartPr>
              <p14:xfrm>
                <a:off x="5927540" y="660800"/>
                <a:ext cx="106200" cy="1324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3A0CF8E-C323-1B4C-3DE6-191A23A373E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909540" y="642800"/>
                  <a:ext cx="14184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787334A-28E5-017F-989E-CE77CB2982C9}"/>
                    </a:ext>
                  </a:extLst>
                </p14:cNvPr>
                <p14:cNvContentPartPr/>
                <p14:nvPr/>
              </p14:nvContentPartPr>
              <p14:xfrm>
                <a:off x="6097820" y="662960"/>
                <a:ext cx="122040" cy="1357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787334A-28E5-017F-989E-CE77CB2982C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079820" y="645320"/>
                  <a:ext cx="15768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D996D1A-55B2-D8B1-8086-5FD5D7D5CF75}"/>
                    </a:ext>
                  </a:extLst>
                </p14:cNvPr>
                <p14:cNvContentPartPr/>
                <p14:nvPr/>
              </p14:nvContentPartPr>
              <p14:xfrm>
                <a:off x="6281780" y="658640"/>
                <a:ext cx="98640" cy="1461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D996D1A-55B2-D8B1-8086-5FD5D7D5CF7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264140" y="641000"/>
                  <a:ext cx="13428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1646823-7349-43E2-F208-EDDB8B17A896}"/>
                    </a:ext>
                  </a:extLst>
                </p14:cNvPr>
                <p14:cNvContentPartPr/>
                <p14:nvPr/>
              </p14:nvContentPartPr>
              <p14:xfrm>
                <a:off x="6524780" y="539480"/>
                <a:ext cx="121320" cy="2934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1646823-7349-43E2-F208-EDDB8B17A89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506780" y="521480"/>
                  <a:ext cx="15696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0B714B-B72F-AD28-6B5F-B602F0921CB3}"/>
                    </a:ext>
                  </a:extLst>
                </p14:cNvPr>
                <p14:cNvContentPartPr/>
                <p14:nvPr/>
              </p14:nvContentPartPr>
              <p14:xfrm>
                <a:off x="6535580" y="728840"/>
                <a:ext cx="116640" cy="543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0B714B-B72F-AD28-6B5F-B602F0921CB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517940" y="711200"/>
                  <a:ext cx="152280" cy="9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8587369-57F4-B8E1-C299-4DCE462A06E2}"/>
              </a:ext>
            </a:extLst>
          </p:cNvPr>
          <p:cNvGrpSpPr/>
          <p:nvPr/>
        </p:nvGrpSpPr>
        <p:grpSpPr>
          <a:xfrm>
            <a:off x="7124540" y="509600"/>
            <a:ext cx="346680" cy="319320"/>
            <a:chOff x="7124540" y="509600"/>
            <a:chExt cx="346680" cy="31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EA5E8C5-5B42-7310-3373-D9E908175C6C}"/>
                    </a:ext>
                  </a:extLst>
                </p14:cNvPr>
                <p14:cNvContentPartPr/>
                <p14:nvPr/>
              </p14:nvContentPartPr>
              <p14:xfrm>
                <a:off x="7124540" y="678440"/>
                <a:ext cx="109440" cy="1504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EA5E8C5-5B42-7310-3373-D9E908175C6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106900" y="660800"/>
                  <a:ext cx="14508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7CF95E2-3F92-A22E-F317-A6FD2DEFD5C3}"/>
                    </a:ext>
                  </a:extLst>
                </p14:cNvPr>
                <p14:cNvContentPartPr/>
                <p14:nvPr/>
              </p14:nvContentPartPr>
              <p14:xfrm>
                <a:off x="7319300" y="509600"/>
                <a:ext cx="51120" cy="2685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7CF95E2-3F92-A22E-F317-A6FD2DEFD5C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301660" y="491600"/>
                  <a:ext cx="8676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F7D424B-C5A4-C84C-3DB8-FB7B580F891F}"/>
                    </a:ext>
                  </a:extLst>
                </p14:cNvPr>
                <p14:cNvContentPartPr/>
                <p14:nvPr/>
              </p14:nvContentPartPr>
              <p14:xfrm>
                <a:off x="7452500" y="586280"/>
                <a:ext cx="18720" cy="1699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F7D424B-C5A4-C84C-3DB8-FB7B580F891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434500" y="568280"/>
                  <a:ext cx="54360" cy="20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5E236DB-D826-3DEE-0B21-40CA34EDF350}"/>
              </a:ext>
            </a:extLst>
          </p:cNvPr>
          <p:cNvGrpSpPr/>
          <p:nvPr/>
        </p:nvGrpSpPr>
        <p:grpSpPr>
          <a:xfrm>
            <a:off x="7910780" y="471440"/>
            <a:ext cx="1271880" cy="366480"/>
            <a:chOff x="7910780" y="471440"/>
            <a:chExt cx="1271880" cy="36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434BEB3-C03D-14F5-18FC-4979DA90EBDE}"/>
                    </a:ext>
                  </a:extLst>
                </p14:cNvPr>
                <p14:cNvContentPartPr/>
                <p14:nvPr/>
              </p14:nvContentPartPr>
              <p14:xfrm>
                <a:off x="7910780" y="710480"/>
                <a:ext cx="161280" cy="997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434BEB3-C03D-14F5-18FC-4979DA90EBD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893140" y="692840"/>
                  <a:ext cx="19692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29105EC-E071-D5ED-3FF2-D1B577E81B5D}"/>
                    </a:ext>
                  </a:extLst>
                </p14:cNvPr>
                <p14:cNvContentPartPr/>
                <p14:nvPr/>
              </p14:nvContentPartPr>
              <p14:xfrm>
                <a:off x="8128580" y="668720"/>
                <a:ext cx="76320" cy="907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29105EC-E071-D5ED-3FF2-D1B577E81B5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110580" y="650720"/>
                  <a:ext cx="11196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7E293F5-C6A1-3328-7571-2089FA5360A7}"/>
                    </a:ext>
                  </a:extLst>
                </p14:cNvPr>
                <p14:cNvContentPartPr/>
                <p14:nvPr/>
              </p14:nvContentPartPr>
              <p14:xfrm>
                <a:off x="8302100" y="686720"/>
                <a:ext cx="51120" cy="964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7E293F5-C6A1-3328-7571-2089FA5360A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284460" y="668720"/>
                  <a:ext cx="8676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326FE1F-9A6D-2188-3B4C-BF5D89A3C94A}"/>
                    </a:ext>
                  </a:extLst>
                </p14:cNvPr>
                <p14:cNvContentPartPr/>
                <p14:nvPr/>
              </p14:nvContentPartPr>
              <p14:xfrm>
                <a:off x="8326220" y="555320"/>
                <a:ext cx="20880" cy="320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326FE1F-9A6D-2188-3B4C-BF5D89A3C94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308580" y="537320"/>
                  <a:ext cx="5652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D5E9DD6-B0B2-1769-4A5E-B3293EDF2C6C}"/>
                    </a:ext>
                  </a:extLst>
                </p14:cNvPr>
                <p14:cNvContentPartPr/>
                <p14:nvPr/>
              </p14:nvContentPartPr>
              <p14:xfrm>
                <a:off x="8461940" y="505640"/>
                <a:ext cx="282960" cy="3322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D5E9DD6-B0B2-1769-4A5E-B3293EDF2C6C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444300" y="487640"/>
                  <a:ext cx="31860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6C163EE-BBA5-70C4-6ACF-59F5C7818F2A}"/>
                    </a:ext>
                  </a:extLst>
                </p14:cNvPr>
                <p14:cNvContentPartPr/>
                <p14:nvPr/>
              </p14:nvContentPartPr>
              <p14:xfrm>
                <a:off x="8939660" y="471440"/>
                <a:ext cx="43200" cy="1965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6C163EE-BBA5-70C4-6ACF-59F5C7818F2A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921660" y="453440"/>
                  <a:ext cx="7884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48B8C20-24C5-A551-64C2-A96B137537B3}"/>
                    </a:ext>
                  </a:extLst>
                </p14:cNvPr>
                <p14:cNvContentPartPr/>
                <p14:nvPr/>
              </p14:nvContentPartPr>
              <p14:xfrm>
                <a:off x="8884580" y="606800"/>
                <a:ext cx="100440" cy="388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48B8C20-24C5-A551-64C2-A96B137537B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866580" y="589160"/>
                  <a:ext cx="13608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E486C5B-614D-43F1-D14C-221C1DCF0F55}"/>
                    </a:ext>
                  </a:extLst>
                </p14:cNvPr>
                <p14:cNvContentPartPr/>
                <p14:nvPr/>
              </p14:nvContentPartPr>
              <p14:xfrm>
                <a:off x="9116420" y="625880"/>
                <a:ext cx="66240" cy="19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E486C5B-614D-43F1-D14C-221C1DCF0F55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098420" y="608240"/>
                  <a:ext cx="101880" cy="23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9F09EF6-6949-EADD-6D4B-40131A1E2F5A}"/>
              </a:ext>
            </a:extLst>
          </p:cNvPr>
          <p:cNvGrpSpPr/>
          <p:nvPr/>
        </p:nvGrpSpPr>
        <p:grpSpPr>
          <a:xfrm>
            <a:off x="9567500" y="506360"/>
            <a:ext cx="661680" cy="352080"/>
            <a:chOff x="9567500" y="506360"/>
            <a:chExt cx="661680" cy="352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4F5158C-3B28-915C-74A8-B7097494E9FE}"/>
                    </a:ext>
                  </a:extLst>
                </p14:cNvPr>
                <p14:cNvContentPartPr/>
                <p14:nvPr/>
              </p14:nvContentPartPr>
              <p14:xfrm>
                <a:off x="9567500" y="673400"/>
                <a:ext cx="400320" cy="1353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4F5158C-3B28-915C-74A8-B7097494E9FE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549500" y="655760"/>
                  <a:ext cx="43596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CF9949B-F7E2-AAEC-BB7B-7379011CF1B6}"/>
                    </a:ext>
                  </a:extLst>
                </p14:cNvPr>
                <p14:cNvContentPartPr/>
                <p14:nvPr/>
              </p14:nvContentPartPr>
              <p14:xfrm>
                <a:off x="10060700" y="506360"/>
                <a:ext cx="168480" cy="3520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CF9949B-F7E2-AAEC-BB7B-7379011CF1B6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042700" y="488360"/>
                  <a:ext cx="204120" cy="387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3D95009-54F9-2B79-71B6-EB6DA2108EA2}"/>
              </a:ext>
            </a:extLst>
          </p:cNvPr>
          <p:cNvGrpSpPr/>
          <p:nvPr/>
        </p:nvGrpSpPr>
        <p:grpSpPr>
          <a:xfrm>
            <a:off x="6096740" y="1210160"/>
            <a:ext cx="819360" cy="353880"/>
            <a:chOff x="6096740" y="1210160"/>
            <a:chExt cx="819360" cy="35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25364AB-2977-5822-EB03-7B7DBD2FF6EB}"/>
                    </a:ext>
                  </a:extLst>
                </p14:cNvPr>
                <p14:cNvContentPartPr/>
                <p14:nvPr/>
              </p14:nvContentPartPr>
              <p14:xfrm>
                <a:off x="6096740" y="1279640"/>
                <a:ext cx="144360" cy="2016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25364AB-2977-5822-EB03-7B7DBD2FF6E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079100" y="1261640"/>
                  <a:ext cx="18000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6A3AA66-EC2E-0303-C958-823DAE85D78F}"/>
                    </a:ext>
                  </a:extLst>
                </p14:cNvPr>
                <p14:cNvContentPartPr/>
                <p14:nvPr/>
              </p14:nvContentPartPr>
              <p14:xfrm>
                <a:off x="6340100" y="1341200"/>
                <a:ext cx="23040" cy="662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6A3AA66-EC2E-0303-C958-823DAE85D78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322460" y="1323200"/>
                  <a:ext cx="5868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A8384C8-9340-9FF3-126F-5762415283C1}"/>
                    </a:ext>
                  </a:extLst>
                </p14:cNvPr>
                <p14:cNvContentPartPr/>
                <p14:nvPr/>
              </p14:nvContentPartPr>
              <p14:xfrm>
                <a:off x="6313100" y="1210160"/>
                <a:ext cx="32400" cy="399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A8384C8-9340-9FF3-126F-5762415283C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295460" y="1192160"/>
                  <a:ext cx="6804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33A92431-4F95-A72E-63B4-C5FCD0160C4A}"/>
                    </a:ext>
                  </a:extLst>
                </p14:cNvPr>
                <p14:cNvContentPartPr/>
                <p14:nvPr/>
              </p14:nvContentPartPr>
              <p14:xfrm>
                <a:off x="6501740" y="1337960"/>
                <a:ext cx="138240" cy="1407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33A92431-4F95-A72E-63B4-C5FCD0160C4A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483740" y="1320320"/>
                  <a:ext cx="17388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44E8AE1-B6C5-E450-3C69-C645EB987B2E}"/>
                    </a:ext>
                  </a:extLst>
                </p14:cNvPr>
                <p14:cNvContentPartPr/>
                <p14:nvPr/>
              </p14:nvContentPartPr>
              <p14:xfrm>
                <a:off x="6773180" y="1313480"/>
                <a:ext cx="142920" cy="2505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44E8AE1-B6C5-E450-3C69-C645EB987B2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755540" y="1295480"/>
                  <a:ext cx="178560" cy="28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D543B20B-3969-9B4C-A381-A7244CEB1AB9}"/>
              </a:ext>
            </a:extLst>
          </p:cNvPr>
          <p:cNvGrpSpPr/>
          <p:nvPr/>
        </p:nvGrpSpPr>
        <p:grpSpPr>
          <a:xfrm>
            <a:off x="5181980" y="1849160"/>
            <a:ext cx="3205080" cy="2047680"/>
            <a:chOff x="5181980" y="1849160"/>
            <a:chExt cx="3205080" cy="2047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A3DC9D1-CD49-A784-1AD9-18A47CE2CFFF}"/>
                    </a:ext>
                  </a:extLst>
                </p14:cNvPr>
                <p14:cNvContentPartPr/>
                <p14:nvPr/>
              </p14:nvContentPartPr>
              <p14:xfrm>
                <a:off x="6675620" y="1849160"/>
                <a:ext cx="128880" cy="20476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A3DC9D1-CD49-A784-1AD9-18A47CE2CFF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657620" y="1831520"/>
                  <a:ext cx="164520" cy="20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37B5D5F-6240-4724-5417-BB9A1CF1BBB8}"/>
                    </a:ext>
                  </a:extLst>
                </p14:cNvPr>
                <p14:cNvContentPartPr/>
                <p14:nvPr/>
              </p14:nvContentPartPr>
              <p14:xfrm>
                <a:off x="5181980" y="2214200"/>
                <a:ext cx="2779920" cy="1335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37B5D5F-6240-4724-5417-BB9A1CF1BBB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163980" y="2196200"/>
                  <a:ext cx="281556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DBD051F1-A210-203D-C868-99CBF810354F}"/>
                    </a:ext>
                  </a:extLst>
                </p14:cNvPr>
                <p14:cNvContentPartPr/>
                <p14:nvPr/>
              </p14:nvContentPartPr>
              <p14:xfrm>
                <a:off x="5797220" y="1915040"/>
                <a:ext cx="82800" cy="3056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DBD051F1-A210-203D-C868-99CBF810354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779580" y="1897400"/>
                  <a:ext cx="118440" cy="34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B685F37-F4E0-075A-0644-1ED1820F9616}"/>
                    </a:ext>
                  </a:extLst>
                </p14:cNvPr>
                <p14:cNvContentPartPr/>
                <p14:nvPr/>
              </p14:nvContentPartPr>
              <p14:xfrm>
                <a:off x="5803340" y="1960760"/>
                <a:ext cx="198000" cy="1731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B685F37-F4E0-075A-0644-1ED1820F9616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785340" y="1942760"/>
                  <a:ext cx="23364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B5BE15B-8F76-998E-41F2-560EAB908E7B}"/>
                    </a:ext>
                  </a:extLst>
                </p14:cNvPr>
                <p14:cNvContentPartPr/>
                <p14:nvPr/>
              </p14:nvContentPartPr>
              <p14:xfrm>
                <a:off x="5803700" y="2061200"/>
                <a:ext cx="137160" cy="543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B5BE15B-8F76-998E-41F2-560EAB908E7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786060" y="2043560"/>
                  <a:ext cx="17280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D869EEE-C368-1EEC-ADB5-6BE5EFD41EF1}"/>
                    </a:ext>
                  </a:extLst>
                </p14:cNvPr>
                <p14:cNvContentPartPr/>
                <p14:nvPr/>
              </p14:nvContentPartPr>
              <p14:xfrm>
                <a:off x="6085220" y="1952480"/>
                <a:ext cx="27360" cy="2116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D869EEE-C368-1EEC-ADB5-6BE5EFD41EF1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067580" y="1934840"/>
                  <a:ext cx="6300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E527E2C6-983C-D121-90CE-9D50C4DE8992}"/>
                    </a:ext>
                  </a:extLst>
                </p14:cNvPr>
                <p14:cNvContentPartPr/>
                <p14:nvPr/>
              </p14:nvContentPartPr>
              <p14:xfrm>
                <a:off x="6067580" y="1896320"/>
                <a:ext cx="218880" cy="1929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E527E2C6-983C-D121-90CE-9D50C4DE8992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049940" y="1878320"/>
                  <a:ext cx="25452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6F9E9E4D-75F3-11CC-55C6-E9C78FAC891B}"/>
                    </a:ext>
                  </a:extLst>
                </p14:cNvPr>
                <p14:cNvContentPartPr/>
                <p14:nvPr/>
              </p14:nvContentPartPr>
              <p14:xfrm>
                <a:off x="6347660" y="1881200"/>
                <a:ext cx="124560" cy="2448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6F9E9E4D-75F3-11CC-55C6-E9C78FAC891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330020" y="1863200"/>
                  <a:ext cx="16020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0DC57959-7DDC-9031-BB97-DC84BB373DE0}"/>
                    </a:ext>
                  </a:extLst>
                </p14:cNvPr>
                <p14:cNvContentPartPr/>
                <p14:nvPr/>
              </p14:nvContentPartPr>
              <p14:xfrm>
                <a:off x="6356660" y="1892360"/>
                <a:ext cx="161640" cy="2638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0DC57959-7DDC-9031-BB97-DC84BB373DE0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339020" y="1874360"/>
                  <a:ext cx="19728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2B1A2EBF-2A21-D1E3-3BFE-AFE7D5711AD8}"/>
                    </a:ext>
                  </a:extLst>
                </p14:cNvPr>
                <p14:cNvContentPartPr/>
                <p14:nvPr/>
              </p14:nvContentPartPr>
              <p14:xfrm>
                <a:off x="5410220" y="2429480"/>
                <a:ext cx="262800" cy="1767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2B1A2EBF-2A21-D1E3-3BFE-AFE7D5711AD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392220" y="2411840"/>
                  <a:ext cx="29844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32CB64D2-DB5D-95F7-4F90-CDCCDD2A048F}"/>
                    </a:ext>
                  </a:extLst>
                </p14:cNvPr>
                <p14:cNvContentPartPr/>
                <p14:nvPr/>
              </p14:nvContentPartPr>
              <p14:xfrm>
                <a:off x="5805860" y="2451080"/>
                <a:ext cx="36000" cy="1861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2CB64D2-DB5D-95F7-4F90-CDCCDD2A048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788220" y="2433080"/>
                  <a:ext cx="7164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305EE1E-3E8C-ED71-A3DA-E9C2B3F8F190}"/>
                    </a:ext>
                  </a:extLst>
                </p14:cNvPr>
                <p14:cNvContentPartPr/>
                <p14:nvPr/>
              </p14:nvContentPartPr>
              <p14:xfrm>
                <a:off x="5976140" y="2475560"/>
                <a:ext cx="51480" cy="284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305EE1E-3E8C-ED71-A3DA-E9C2B3F8F190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958500" y="2457560"/>
                  <a:ext cx="8712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D1BB70EC-FAF9-447B-8E91-E885F244E8CC}"/>
                    </a:ext>
                  </a:extLst>
                </p14:cNvPr>
                <p14:cNvContentPartPr/>
                <p14:nvPr/>
              </p14:nvContentPartPr>
              <p14:xfrm>
                <a:off x="6005660" y="2556920"/>
                <a:ext cx="85680" cy="342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D1BB70EC-FAF9-447B-8E91-E885F244E8C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988020" y="2538920"/>
                  <a:ext cx="12132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AC1FE53-17B0-F81C-9E22-93753A3EBE73}"/>
                    </a:ext>
                  </a:extLst>
                </p14:cNvPr>
                <p14:cNvContentPartPr/>
                <p14:nvPr/>
              </p14:nvContentPartPr>
              <p14:xfrm>
                <a:off x="6193580" y="2421920"/>
                <a:ext cx="39240" cy="1958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AC1FE53-17B0-F81C-9E22-93753A3EBE73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175580" y="2404280"/>
                  <a:ext cx="7488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DFB37A1-CDDB-898A-1CFB-46F51C57EF2F}"/>
                    </a:ext>
                  </a:extLst>
                </p14:cNvPr>
                <p14:cNvContentPartPr/>
                <p14:nvPr/>
              </p14:nvContentPartPr>
              <p14:xfrm>
                <a:off x="5433260" y="2948240"/>
                <a:ext cx="239400" cy="1774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DFB37A1-CDDB-898A-1CFB-46F51C57EF2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415620" y="2930240"/>
                  <a:ext cx="27504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5B8744F7-74C8-2C49-4B89-2403533DB42D}"/>
                    </a:ext>
                  </a:extLst>
                </p14:cNvPr>
                <p14:cNvContentPartPr/>
                <p14:nvPr/>
              </p14:nvContentPartPr>
              <p14:xfrm>
                <a:off x="5783900" y="2971280"/>
                <a:ext cx="159120" cy="1130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5B8744F7-74C8-2C49-4B89-2403533DB42D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765900" y="2953640"/>
                  <a:ext cx="19476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DD33151-FAEA-C945-23D2-AE3E8DE534FF}"/>
                    </a:ext>
                  </a:extLst>
                </p14:cNvPr>
                <p14:cNvContentPartPr/>
                <p14:nvPr/>
              </p14:nvContentPartPr>
              <p14:xfrm>
                <a:off x="6090260" y="2931320"/>
                <a:ext cx="66960" cy="29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DD33151-FAEA-C945-23D2-AE3E8DE534F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072620" y="2913680"/>
                  <a:ext cx="10260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4A2769AD-2F33-1522-023D-B90911C08E95}"/>
                    </a:ext>
                  </a:extLst>
                </p14:cNvPr>
                <p14:cNvContentPartPr/>
                <p14:nvPr/>
              </p14:nvContentPartPr>
              <p14:xfrm>
                <a:off x="6168740" y="2995760"/>
                <a:ext cx="57960" cy="208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4A2769AD-2F33-1522-023D-B90911C08E9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151100" y="2978120"/>
                  <a:ext cx="9360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E39B30CD-9109-8056-DB33-9887899C2C11}"/>
                    </a:ext>
                  </a:extLst>
                </p14:cNvPr>
                <p14:cNvContentPartPr/>
                <p14:nvPr/>
              </p14:nvContentPartPr>
              <p14:xfrm>
                <a:off x="6332540" y="2854280"/>
                <a:ext cx="40320" cy="2329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E39B30CD-9109-8056-DB33-9887899C2C11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314540" y="2836280"/>
                  <a:ext cx="7596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37CA38C1-EAC2-69BE-C182-196708089F03}"/>
                    </a:ext>
                  </a:extLst>
                </p14:cNvPr>
                <p14:cNvContentPartPr/>
                <p14:nvPr/>
              </p14:nvContentPartPr>
              <p14:xfrm>
                <a:off x="5601380" y="3456200"/>
                <a:ext cx="137160" cy="2448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37CA38C1-EAC2-69BE-C182-196708089F03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583380" y="3438560"/>
                  <a:ext cx="17280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BF32CF9-F4C8-AB81-6725-23D77428037F}"/>
                    </a:ext>
                  </a:extLst>
                </p14:cNvPr>
                <p14:cNvContentPartPr/>
                <p14:nvPr/>
              </p14:nvContentPartPr>
              <p14:xfrm>
                <a:off x="5931500" y="3495800"/>
                <a:ext cx="67680" cy="460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BF32CF9-F4C8-AB81-6725-23D77428037F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913500" y="3478160"/>
                  <a:ext cx="10332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0C4C580-D578-4803-1035-02D321FE0BA3}"/>
                    </a:ext>
                  </a:extLst>
                </p14:cNvPr>
                <p14:cNvContentPartPr/>
                <p14:nvPr/>
              </p14:nvContentPartPr>
              <p14:xfrm>
                <a:off x="5990180" y="3567800"/>
                <a:ext cx="72000" cy="342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0C4C580-D578-4803-1035-02D321FE0BA3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972540" y="3549800"/>
                  <a:ext cx="10764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ECB8348-0636-EC4A-822D-5DB968B76660}"/>
                    </a:ext>
                  </a:extLst>
                </p14:cNvPr>
                <p14:cNvContentPartPr/>
                <p14:nvPr/>
              </p14:nvContentPartPr>
              <p14:xfrm>
                <a:off x="6227060" y="3505880"/>
                <a:ext cx="118080" cy="208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ECB8348-0636-EC4A-822D-5DB968B76660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209060" y="3488240"/>
                  <a:ext cx="15372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84F659F-916F-4DF9-7EF0-192BE979369F}"/>
                    </a:ext>
                  </a:extLst>
                </p14:cNvPr>
                <p14:cNvContentPartPr/>
                <p14:nvPr/>
              </p14:nvContentPartPr>
              <p14:xfrm>
                <a:off x="6458180" y="3419480"/>
                <a:ext cx="52560" cy="2887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84F659F-916F-4DF9-7EF0-192BE979369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440540" y="3401840"/>
                  <a:ext cx="8820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CD3B9A7A-FE5F-7124-1BF0-2B93C11ED3F4}"/>
                    </a:ext>
                  </a:extLst>
                </p14:cNvPr>
                <p14:cNvContentPartPr/>
                <p14:nvPr/>
              </p14:nvContentPartPr>
              <p14:xfrm>
                <a:off x="6566180" y="3539000"/>
                <a:ext cx="31680" cy="259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CD3B9A7A-FE5F-7124-1BF0-2B93C11ED3F4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548540" y="3521360"/>
                  <a:ext cx="6732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F5256151-7E75-DDF2-ABA6-7F03B304260D}"/>
                    </a:ext>
                  </a:extLst>
                </p14:cNvPr>
                <p14:cNvContentPartPr/>
                <p14:nvPr/>
              </p14:nvContentPartPr>
              <p14:xfrm>
                <a:off x="6660140" y="3485000"/>
                <a:ext cx="66600" cy="320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F5256151-7E75-DDF2-ABA6-7F03B304260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642500" y="3467000"/>
                  <a:ext cx="10224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16E794C9-65DA-ACAB-6578-75F08CB47100}"/>
                    </a:ext>
                  </a:extLst>
                </p14:cNvPr>
                <p14:cNvContentPartPr/>
                <p14:nvPr/>
              </p14:nvContentPartPr>
              <p14:xfrm>
                <a:off x="6687860" y="3500840"/>
                <a:ext cx="47160" cy="1947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16E794C9-65DA-ACAB-6578-75F08CB47100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669860" y="3483200"/>
                  <a:ext cx="8280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7B9A8C1C-FE58-4E37-6BAE-0A577D09B243}"/>
                    </a:ext>
                  </a:extLst>
                </p14:cNvPr>
                <p14:cNvContentPartPr/>
                <p14:nvPr/>
              </p14:nvContentPartPr>
              <p14:xfrm>
                <a:off x="6875060" y="2446760"/>
                <a:ext cx="212760" cy="2059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7B9A8C1C-FE58-4E37-6BAE-0A577D09B24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857420" y="2429120"/>
                  <a:ext cx="24840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9C2A6462-99C9-2622-0827-AC06394E48C9}"/>
                    </a:ext>
                  </a:extLst>
                </p14:cNvPr>
                <p14:cNvContentPartPr/>
                <p14:nvPr/>
              </p14:nvContentPartPr>
              <p14:xfrm>
                <a:off x="7172780" y="2512640"/>
                <a:ext cx="147600" cy="1008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9C2A6462-99C9-2622-0827-AC06394E48C9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155140" y="2494640"/>
                  <a:ext cx="18324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DF153F9-C0D8-0E90-041D-D10ED0CEB856}"/>
                    </a:ext>
                  </a:extLst>
                </p14:cNvPr>
                <p14:cNvContentPartPr/>
                <p14:nvPr/>
              </p14:nvContentPartPr>
              <p14:xfrm>
                <a:off x="7039940" y="1907120"/>
                <a:ext cx="11520" cy="2332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DF153F9-C0D8-0E90-041D-D10ED0CEB856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022300" y="1889120"/>
                  <a:ext cx="4716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AFCEE3F9-C996-03E5-FC79-E6C0BFD6B773}"/>
                    </a:ext>
                  </a:extLst>
                </p14:cNvPr>
                <p14:cNvContentPartPr/>
                <p14:nvPr/>
              </p14:nvContentPartPr>
              <p14:xfrm>
                <a:off x="7004660" y="1893080"/>
                <a:ext cx="180720" cy="1980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AFCEE3F9-C996-03E5-FC79-E6C0BFD6B773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987020" y="1875440"/>
                  <a:ext cx="21636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73C69FBD-31FF-9489-B891-7006F4F84001}"/>
                    </a:ext>
                  </a:extLst>
                </p14:cNvPr>
                <p14:cNvContentPartPr/>
                <p14:nvPr/>
              </p14:nvContentPartPr>
              <p14:xfrm>
                <a:off x="7304540" y="1900280"/>
                <a:ext cx="30960" cy="1886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73C69FBD-31FF-9489-B891-7006F4F84001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286540" y="1882280"/>
                  <a:ext cx="6660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6FA321-FFC8-EC45-D85F-8A34F48BC007}"/>
                    </a:ext>
                  </a:extLst>
                </p14:cNvPr>
                <p14:cNvContentPartPr/>
                <p14:nvPr/>
              </p14:nvContentPartPr>
              <p14:xfrm>
                <a:off x="7306340" y="1929080"/>
                <a:ext cx="132480" cy="1324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6FA321-FFC8-EC45-D85F-8A34F48BC00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288340" y="1911080"/>
                  <a:ext cx="1681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AA5B740B-7432-EE70-F713-465C7AE95E6A}"/>
                    </a:ext>
                  </a:extLst>
                </p14:cNvPr>
                <p14:cNvContentPartPr/>
                <p14:nvPr/>
              </p14:nvContentPartPr>
              <p14:xfrm>
                <a:off x="7327940" y="1982000"/>
                <a:ext cx="122040" cy="1072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AA5B740B-7432-EE70-F713-465C7AE95E6A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310300" y="1964000"/>
                  <a:ext cx="15768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A4A7FDA3-51C1-278E-A8B1-E2FE38B150A1}"/>
                    </a:ext>
                  </a:extLst>
                </p14:cNvPr>
                <p14:cNvContentPartPr/>
                <p14:nvPr/>
              </p14:nvContentPartPr>
              <p14:xfrm>
                <a:off x="7556180" y="1941320"/>
                <a:ext cx="17640" cy="1220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A4A7FDA3-51C1-278E-A8B1-E2FE38B150A1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538540" y="1923320"/>
                  <a:ext cx="5328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12EEB709-19B6-BCCE-EC36-1CF2913AEA5A}"/>
                    </a:ext>
                  </a:extLst>
                </p14:cNvPr>
                <p14:cNvContentPartPr/>
                <p14:nvPr/>
              </p14:nvContentPartPr>
              <p14:xfrm>
                <a:off x="7568420" y="1863200"/>
                <a:ext cx="128520" cy="1684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12EEB709-19B6-BCCE-EC36-1CF2913AEA5A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550780" y="1845560"/>
                  <a:ext cx="16416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042F29D6-D921-99D0-9776-2F858A11627A}"/>
                    </a:ext>
                  </a:extLst>
                </p14:cNvPr>
                <p14:cNvContentPartPr/>
                <p14:nvPr/>
              </p14:nvContentPartPr>
              <p14:xfrm>
                <a:off x="7789460" y="1897040"/>
                <a:ext cx="75600" cy="1447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042F29D6-D921-99D0-9776-2F858A11627A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771820" y="1879040"/>
                  <a:ext cx="11124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DE09AFD-C98F-BFEE-98BB-951EC60E91CF}"/>
                    </a:ext>
                  </a:extLst>
                </p14:cNvPr>
                <p14:cNvContentPartPr/>
                <p14:nvPr/>
              </p14:nvContentPartPr>
              <p14:xfrm>
                <a:off x="7842380" y="1869680"/>
                <a:ext cx="109440" cy="1562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DE09AFD-C98F-BFEE-98BB-951EC60E91CF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824740" y="1851680"/>
                  <a:ext cx="14508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205E4AB8-E617-C2EE-6B2F-CD818C538871}"/>
                    </a:ext>
                  </a:extLst>
                </p14:cNvPr>
                <p14:cNvContentPartPr/>
                <p14:nvPr/>
              </p14:nvContentPartPr>
              <p14:xfrm>
                <a:off x="7536380" y="2462240"/>
                <a:ext cx="57960" cy="216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205E4AB8-E617-C2EE-6B2F-CD818C538871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518740" y="2444600"/>
                  <a:ext cx="9360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80B65A20-FCAC-5EF0-1DF5-86E18B05EEC3}"/>
                    </a:ext>
                  </a:extLst>
                </p14:cNvPr>
                <p14:cNvContentPartPr/>
                <p14:nvPr/>
              </p14:nvContentPartPr>
              <p14:xfrm>
                <a:off x="7557980" y="2549000"/>
                <a:ext cx="85680" cy="198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80B65A20-FCAC-5EF0-1DF5-86E18B05EEC3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540340" y="2531000"/>
                  <a:ext cx="12132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BA8047FE-BBF5-B1D3-4B76-A39FADBB3485}"/>
                    </a:ext>
                  </a:extLst>
                </p14:cNvPr>
                <p14:cNvContentPartPr/>
                <p14:nvPr/>
              </p14:nvContentPartPr>
              <p14:xfrm>
                <a:off x="7807100" y="2384120"/>
                <a:ext cx="238320" cy="295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BA8047FE-BBF5-B1D3-4B76-A39FADBB348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789460" y="2366480"/>
                  <a:ext cx="27396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88ED7A0E-9766-31C6-1EAA-BEEC99EE0B30}"/>
                    </a:ext>
                  </a:extLst>
                </p14:cNvPr>
                <p14:cNvContentPartPr/>
                <p14:nvPr/>
              </p14:nvContentPartPr>
              <p14:xfrm>
                <a:off x="8158100" y="2315000"/>
                <a:ext cx="36000" cy="2235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88ED7A0E-9766-31C6-1EAA-BEEC99EE0B30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140100" y="2297360"/>
                  <a:ext cx="7164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9D2F08AC-6A06-7F91-A272-98C9258DA351}"/>
                    </a:ext>
                  </a:extLst>
                </p14:cNvPr>
                <p14:cNvContentPartPr/>
                <p14:nvPr/>
              </p14:nvContentPartPr>
              <p14:xfrm>
                <a:off x="7179260" y="2493920"/>
                <a:ext cx="126000" cy="2124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9D2F08AC-6A06-7F91-A272-98C9258DA351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161620" y="2476280"/>
                  <a:ext cx="16164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FFF6AC4C-EC1E-126D-4A1E-290D6C4A7DC0}"/>
                    </a:ext>
                  </a:extLst>
                </p14:cNvPr>
                <p14:cNvContentPartPr/>
                <p14:nvPr/>
              </p14:nvContentPartPr>
              <p14:xfrm>
                <a:off x="7274300" y="2630360"/>
                <a:ext cx="44640" cy="561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FFF6AC4C-EC1E-126D-4A1E-290D6C4A7DC0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256300" y="2612360"/>
                  <a:ext cx="8028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9B15B094-C510-8BD4-821E-1E3758581D1B}"/>
                    </a:ext>
                  </a:extLst>
                </p14:cNvPr>
                <p14:cNvContentPartPr/>
                <p14:nvPr/>
              </p14:nvContentPartPr>
              <p14:xfrm>
                <a:off x="7074500" y="2924840"/>
                <a:ext cx="217800" cy="1764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9B15B094-C510-8BD4-821E-1E3758581D1B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056860" y="2906840"/>
                  <a:ext cx="25344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A1282958-A8D6-9F72-33FF-C5A1363BBA22}"/>
                    </a:ext>
                  </a:extLst>
                </p14:cNvPr>
                <p14:cNvContentPartPr/>
                <p14:nvPr/>
              </p14:nvContentPartPr>
              <p14:xfrm>
                <a:off x="7362140" y="2987120"/>
                <a:ext cx="116280" cy="507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A1282958-A8D6-9F72-33FF-C5A1363BBA2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344500" y="2969120"/>
                  <a:ext cx="15192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774CB5BB-5C5B-C492-6B6D-434F2E57B8E8}"/>
                    </a:ext>
                  </a:extLst>
                </p14:cNvPr>
                <p14:cNvContentPartPr/>
                <p14:nvPr/>
              </p14:nvContentPartPr>
              <p14:xfrm>
                <a:off x="7645460" y="2931680"/>
                <a:ext cx="123120" cy="507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774CB5BB-5C5B-C492-6B6D-434F2E57B8E8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7627460" y="2913680"/>
                  <a:ext cx="15876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EDBD32EE-A463-E0EF-7561-95B78A5542E3}"/>
                    </a:ext>
                  </a:extLst>
                </p14:cNvPr>
                <p14:cNvContentPartPr/>
                <p14:nvPr/>
              </p14:nvContentPartPr>
              <p14:xfrm>
                <a:off x="7744820" y="3015920"/>
                <a:ext cx="105480" cy="385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EDBD32EE-A463-E0EF-7561-95B78A5542E3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7727180" y="2997920"/>
                  <a:ext cx="14112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DC3A4BC1-A55A-C40D-0E79-DE905EAA34D3}"/>
                    </a:ext>
                  </a:extLst>
                </p14:cNvPr>
                <p14:cNvContentPartPr/>
                <p14:nvPr/>
              </p14:nvContentPartPr>
              <p14:xfrm>
                <a:off x="8022380" y="2925560"/>
                <a:ext cx="135000" cy="284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DC3A4BC1-A55A-C40D-0E79-DE905EAA34D3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004740" y="2907560"/>
                  <a:ext cx="17064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0A710D87-92A1-5F3F-926A-02714ED41917}"/>
                    </a:ext>
                  </a:extLst>
                </p14:cNvPr>
                <p14:cNvContentPartPr/>
                <p14:nvPr/>
              </p14:nvContentPartPr>
              <p14:xfrm>
                <a:off x="8219660" y="2839160"/>
                <a:ext cx="64440" cy="2656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0A710D87-92A1-5F3F-926A-02714ED41917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8202020" y="2821160"/>
                  <a:ext cx="10008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68537EB9-8558-CC29-FA68-A9F1CE9849C8}"/>
                    </a:ext>
                  </a:extLst>
                </p14:cNvPr>
                <p14:cNvContentPartPr/>
                <p14:nvPr/>
              </p14:nvContentPartPr>
              <p14:xfrm>
                <a:off x="7248740" y="3419840"/>
                <a:ext cx="138960" cy="26928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68537EB9-8558-CC29-FA68-A9F1CE9849C8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230740" y="3401840"/>
                  <a:ext cx="17460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C6C99D12-CC99-0A6C-7E1E-35770510B551}"/>
                    </a:ext>
                  </a:extLst>
                </p14:cNvPr>
                <p14:cNvContentPartPr/>
                <p14:nvPr/>
              </p14:nvContentPartPr>
              <p14:xfrm>
                <a:off x="7569140" y="3523880"/>
                <a:ext cx="90360" cy="532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C6C99D12-CC99-0A6C-7E1E-35770510B551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551140" y="3506240"/>
                  <a:ext cx="12600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934F0801-83ED-5095-F69C-E675D35FA83A}"/>
                    </a:ext>
                  </a:extLst>
                </p14:cNvPr>
                <p14:cNvContentPartPr/>
                <p14:nvPr/>
              </p14:nvContentPartPr>
              <p14:xfrm>
                <a:off x="7639340" y="3591200"/>
                <a:ext cx="85680" cy="471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934F0801-83ED-5095-F69C-E675D35FA83A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621340" y="3573560"/>
                  <a:ext cx="12132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1B313F70-C417-74B8-2325-94E5D72A0D82}"/>
                    </a:ext>
                  </a:extLst>
                </p14:cNvPr>
                <p14:cNvContentPartPr/>
                <p14:nvPr/>
              </p14:nvContentPartPr>
              <p14:xfrm>
                <a:off x="7946780" y="3463760"/>
                <a:ext cx="57960" cy="2124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1B313F70-C417-74B8-2325-94E5D72A0D82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7928780" y="3446120"/>
                  <a:ext cx="9360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7530C580-A048-1F1E-93CD-E337A10F93B7}"/>
                    </a:ext>
                  </a:extLst>
                </p14:cNvPr>
                <p14:cNvContentPartPr/>
                <p14:nvPr/>
              </p14:nvContentPartPr>
              <p14:xfrm>
                <a:off x="8115980" y="3514520"/>
                <a:ext cx="25560" cy="309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7530C580-A048-1F1E-93CD-E337A10F93B7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097980" y="3496880"/>
                  <a:ext cx="6120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DC12D983-D6F0-07F5-57AF-72EB706FEE60}"/>
                    </a:ext>
                  </a:extLst>
                </p14:cNvPr>
                <p14:cNvContentPartPr/>
                <p14:nvPr/>
              </p14:nvContentPartPr>
              <p14:xfrm>
                <a:off x="8290580" y="3435320"/>
                <a:ext cx="78120" cy="352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DC12D983-D6F0-07F5-57AF-72EB706FEE60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272940" y="3417320"/>
                  <a:ext cx="11376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3BFDC09B-60E1-6B13-A339-D909F7ED3469}"/>
                    </a:ext>
                  </a:extLst>
                </p14:cNvPr>
                <p14:cNvContentPartPr/>
                <p14:nvPr/>
              </p14:nvContentPartPr>
              <p14:xfrm>
                <a:off x="8278700" y="3478520"/>
                <a:ext cx="108360" cy="154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3BFDC09B-60E1-6B13-A339-D909F7ED3469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260700" y="3460520"/>
                  <a:ext cx="144000" cy="1900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41243740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25" dirty="0"/>
              <a:t>So</a:t>
            </a:r>
            <a:r>
              <a:rPr spc="170" dirty="0"/>
              <a:t> </a:t>
            </a:r>
            <a:r>
              <a:rPr dirty="0"/>
              <a:t>are</a:t>
            </a:r>
            <a:r>
              <a:rPr spc="170" dirty="0"/>
              <a:t> </a:t>
            </a:r>
            <a:r>
              <a:rPr dirty="0"/>
              <a:t>perceptrons</a:t>
            </a:r>
            <a:r>
              <a:rPr spc="145" dirty="0"/>
              <a:t> </a:t>
            </a:r>
            <a:r>
              <a:rPr spc="55" dirty="0"/>
              <a:t>just</a:t>
            </a:r>
            <a:r>
              <a:rPr spc="190" dirty="0"/>
              <a:t> </a:t>
            </a:r>
            <a:r>
              <a:rPr dirty="0"/>
              <a:t>more</a:t>
            </a:r>
            <a:r>
              <a:rPr spc="170" dirty="0"/>
              <a:t> </a:t>
            </a:r>
            <a:r>
              <a:rPr spc="75" dirty="0"/>
              <a:t>complex</a:t>
            </a:r>
            <a:r>
              <a:rPr spc="55" dirty="0"/>
              <a:t> </a:t>
            </a:r>
            <a:r>
              <a:rPr spc="75" dirty="0"/>
              <a:t>NAND</a:t>
            </a:r>
            <a:r>
              <a:rPr spc="165" dirty="0"/>
              <a:t> </a:t>
            </a:r>
            <a:r>
              <a:rPr spc="-10" dirty="0"/>
              <a:t>gates?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47419" y="1122153"/>
            <a:ext cx="9768205" cy="428053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665" algn="l"/>
              </a:tabLst>
            </a:pPr>
            <a:r>
              <a:rPr sz="2800" spc="-25" dirty="0">
                <a:latin typeface="Calibri"/>
                <a:cs typeface="Calibri"/>
              </a:rPr>
              <a:t>No</a:t>
            </a:r>
            <a:endParaRPr sz="2800">
              <a:latin typeface="Calibri"/>
              <a:cs typeface="Calibri"/>
            </a:endParaRPr>
          </a:p>
          <a:p>
            <a:pPr marL="697230" lvl="1" indent="-227329">
              <a:lnSpc>
                <a:spcPts val="2735"/>
              </a:lnSpc>
              <a:spcBef>
                <a:spcPts val="229"/>
              </a:spcBef>
              <a:buFont typeface="Arial"/>
              <a:buChar char="•"/>
              <a:tabLst>
                <a:tab pos="697230" algn="l"/>
              </a:tabLst>
            </a:pPr>
            <a:r>
              <a:rPr sz="2400" spc="65" dirty="0">
                <a:latin typeface="Calibri"/>
                <a:cs typeface="Calibri"/>
              </a:rPr>
              <a:t>The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key</a:t>
            </a:r>
            <a:r>
              <a:rPr sz="2400" spc="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strength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lies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in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algorithms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which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allow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tune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the</a:t>
            </a:r>
            <a:endParaRPr sz="2400">
              <a:latin typeface="Calibri"/>
              <a:cs typeface="Calibri"/>
            </a:endParaRPr>
          </a:p>
          <a:p>
            <a:pPr marL="698500">
              <a:lnSpc>
                <a:spcPts val="2735"/>
              </a:lnSpc>
            </a:pPr>
            <a:r>
              <a:rPr sz="2400" spc="45" dirty="0">
                <a:latin typeface="Calibri"/>
                <a:cs typeface="Calibri"/>
              </a:rPr>
              <a:t>weights</a:t>
            </a:r>
            <a:endParaRPr sz="2400">
              <a:latin typeface="Calibri"/>
              <a:cs typeface="Calibri"/>
            </a:endParaRPr>
          </a:p>
          <a:p>
            <a:pPr marL="697230" lvl="1" indent="-227329">
              <a:lnSpc>
                <a:spcPts val="2735"/>
              </a:lnSpc>
              <a:spcBef>
                <a:spcPts val="215"/>
              </a:spcBef>
              <a:buFont typeface="Arial"/>
              <a:buChar char="•"/>
              <a:tabLst>
                <a:tab pos="697230" algn="l"/>
              </a:tabLst>
            </a:pPr>
            <a:r>
              <a:rPr sz="2400" spc="55" dirty="0">
                <a:latin typeface="Calibri"/>
                <a:cs typeface="Calibri"/>
              </a:rPr>
              <a:t>It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also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needs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something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that’s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done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just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input,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not</a:t>
            </a:r>
            <a:endParaRPr sz="2400">
              <a:latin typeface="Calibri"/>
              <a:cs typeface="Calibri"/>
            </a:endParaRPr>
          </a:p>
          <a:p>
            <a:pPr marR="4667885" algn="r">
              <a:lnSpc>
                <a:spcPts val="2735"/>
              </a:lnSpc>
            </a:pPr>
            <a:r>
              <a:rPr sz="2400" spc="50" dirty="0">
                <a:latin typeface="Calibri"/>
                <a:cs typeface="Calibri"/>
              </a:rPr>
              <a:t>something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relies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human</a:t>
            </a:r>
            <a:endParaRPr sz="2400">
              <a:latin typeface="Calibri"/>
              <a:cs typeface="Calibri"/>
            </a:endParaRPr>
          </a:p>
          <a:p>
            <a:pPr marL="227329" marR="4721860" indent="-227329" algn="r">
              <a:lnSpc>
                <a:spcPct val="100000"/>
              </a:lnSpc>
              <a:spcBef>
                <a:spcPts val="645"/>
              </a:spcBef>
              <a:buFont typeface="Arial"/>
              <a:buChar char="•"/>
              <a:tabLst>
                <a:tab pos="227329" algn="l"/>
              </a:tabLst>
            </a:pPr>
            <a:r>
              <a:rPr sz="2800" spc="-20" dirty="0">
                <a:latin typeface="Calibri"/>
                <a:cs typeface="Calibri"/>
              </a:rPr>
              <a:t>What’s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spc="50" dirty="0">
                <a:latin typeface="Calibri"/>
                <a:cs typeface="Calibri"/>
              </a:rPr>
              <a:t>so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important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about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this?</a:t>
            </a:r>
            <a:endParaRPr sz="2800">
              <a:latin typeface="Calibri"/>
              <a:cs typeface="Calibri"/>
            </a:endParaRPr>
          </a:p>
          <a:p>
            <a:pPr marL="697230" lvl="1" indent="-227329">
              <a:lnSpc>
                <a:spcPct val="100000"/>
              </a:lnSpc>
              <a:spcBef>
                <a:spcPts val="235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When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create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circuit,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basically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presolve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some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set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problems</a:t>
            </a:r>
            <a:endParaRPr sz="2400">
              <a:latin typeface="Calibri"/>
              <a:cs typeface="Calibri"/>
            </a:endParaRPr>
          </a:p>
          <a:p>
            <a:pPr marL="697230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7230" algn="l"/>
              </a:tabLst>
            </a:pPr>
            <a:r>
              <a:rPr sz="2400" spc="60" dirty="0">
                <a:latin typeface="Calibri"/>
                <a:cs typeface="Calibri"/>
              </a:rPr>
              <a:t>Then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lay</a:t>
            </a:r>
            <a:r>
              <a:rPr sz="2400" spc="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circuit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solve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those</a:t>
            </a:r>
            <a:endParaRPr sz="2400">
              <a:latin typeface="Calibri"/>
              <a:cs typeface="Calibri"/>
            </a:endParaRPr>
          </a:p>
          <a:p>
            <a:pPr marL="697230" marR="5080" lvl="1" indent="-227329">
              <a:lnSpc>
                <a:spcPct val="90000"/>
              </a:lnSpc>
              <a:spcBef>
                <a:spcPts val="495"/>
              </a:spcBef>
              <a:buFont typeface="Arial"/>
              <a:buChar char="•"/>
              <a:tabLst>
                <a:tab pos="698500" algn="l"/>
              </a:tabLst>
            </a:pPr>
            <a:r>
              <a:rPr sz="2400" spc="-10" dirty="0">
                <a:latin typeface="Calibri"/>
                <a:cs typeface="Calibri"/>
              </a:rPr>
              <a:t>However,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our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‘learning’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approach,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don’t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do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that.</a:t>
            </a:r>
            <a:r>
              <a:rPr sz="2400" spc="-10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We 	</a:t>
            </a:r>
            <a:r>
              <a:rPr sz="2400" dirty="0">
                <a:latin typeface="Calibri"/>
                <a:cs typeface="Calibri"/>
              </a:rPr>
              <a:t>just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create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some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basic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architecture,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let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it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automatically</a:t>
            </a:r>
            <a:r>
              <a:rPr sz="2400" spc="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tune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itself 	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get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right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answer</a:t>
            </a:r>
            <a:endParaRPr sz="24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Sigmoid </a:t>
            </a:r>
            <a:r>
              <a:rPr spc="35" dirty="0"/>
              <a:t>Neurons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3627831"/>
            <a:ext cx="9742805" cy="1220470"/>
          </a:xfrm>
          <a:prstGeom prst="rect">
            <a:avLst/>
          </a:prstGeom>
        </p:spPr>
        <p:txBody>
          <a:bodyPr vert="horz" wrap="square" lIns="0" tIns="60325" rIns="0" bIns="0" rtlCol="0">
            <a:spAutoFit/>
          </a:bodyPr>
          <a:lstStyle/>
          <a:p>
            <a:pPr marL="239395" marR="5080" indent="-227329">
              <a:lnSpc>
                <a:spcPts val="3030"/>
              </a:lnSpc>
              <a:spcBef>
                <a:spcPts val="475"/>
              </a:spcBef>
              <a:buFont typeface="Arial"/>
              <a:buChar char="•"/>
              <a:tabLst>
                <a:tab pos="240665" algn="l"/>
                <a:tab pos="1181100" algn="l"/>
              </a:tabLst>
            </a:pPr>
            <a:r>
              <a:rPr sz="2800" spc="75" dirty="0">
                <a:latin typeface="Calibri"/>
                <a:cs typeface="Calibri"/>
              </a:rPr>
              <a:t>If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we</a:t>
            </a:r>
            <a:r>
              <a:rPr sz="2800" dirty="0">
                <a:latin typeface="Calibri"/>
                <a:cs typeface="Calibri"/>
              </a:rPr>
              <a:t>	want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learn,</a:t>
            </a:r>
            <a:r>
              <a:rPr sz="2800" spc="-5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then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should</a:t>
            </a:r>
            <a:r>
              <a:rPr sz="2800" spc="19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have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spc="95" dirty="0">
                <a:latin typeface="Calibri"/>
                <a:cs typeface="Calibri"/>
              </a:rPr>
              <a:t>small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spc="65" dirty="0">
                <a:latin typeface="Calibri"/>
                <a:cs typeface="Calibri"/>
              </a:rPr>
              <a:t>change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45" dirty="0">
                <a:latin typeface="Calibri"/>
                <a:cs typeface="Calibri"/>
              </a:rPr>
              <a:t>in 	</a:t>
            </a:r>
            <a:r>
              <a:rPr sz="2800" spc="55" dirty="0">
                <a:latin typeface="Calibri"/>
                <a:cs typeface="Calibri"/>
              </a:rPr>
              <a:t>weight</a:t>
            </a:r>
            <a:r>
              <a:rPr sz="2800" spc="240" dirty="0">
                <a:latin typeface="Calibri"/>
                <a:cs typeface="Calibri"/>
              </a:rPr>
              <a:t> </a:t>
            </a:r>
            <a:r>
              <a:rPr sz="2800" spc="70" dirty="0">
                <a:latin typeface="Calibri"/>
                <a:cs typeface="Calibri"/>
              </a:rPr>
              <a:t>in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some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spc="50" dirty="0">
                <a:latin typeface="Calibri"/>
                <a:cs typeface="Calibri"/>
              </a:rPr>
              <a:t>synapse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have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corresponding</a:t>
            </a:r>
            <a:r>
              <a:rPr sz="2800" spc="265" dirty="0">
                <a:latin typeface="Calibri"/>
                <a:cs typeface="Calibri"/>
              </a:rPr>
              <a:t> </a:t>
            </a:r>
            <a:r>
              <a:rPr sz="2800" spc="95" dirty="0">
                <a:latin typeface="Calibri"/>
                <a:cs typeface="Calibri"/>
              </a:rPr>
              <a:t>small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change 	</a:t>
            </a:r>
            <a:r>
              <a:rPr sz="2800" spc="70" dirty="0">
                <a:latin typeface="Calibri"/>
                <a:cs typeface="Calibri"/>
              </a:rPr>
              <a:t>in</a:t>
            </a:r>
            <a:r>
              <a:rPr sz="2800" spc="16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output</a:t>
            </a:r>
            <a:endParaRPr sz="28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12946" y="1074800"/>
            <a:ext cx="4572000" cy="2514600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5818D8DF-FFA3-D941-9F27-C061F4AB49A3}"/>
              </a:ext>
            </a:extLst>
          </p:cNvPr>
          <p:cNvGrpSpPr/>
          <p:nvPr/>
        </p:nvGrpSpPr>
        <p:grpSpPr>
          <a:xfrm>
            <a:off x="8133620" y="2780840"/>
            <a:ext cx="2959920" cy="1427400"/>
            <a:chOff x="8133620" y="2780840"/>
            <a:chExt cx="2959920" cy="1427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15E858E-EF36-3882-3B0D-4F5FC2EA5596}"/>
                    </a:ext>
                  </a:extLst>
                </p14:cNvPr>
                <p14:cNvContentPartPr/>
                <p14:nvPr/>
              </p14:nvContentPartPr>
              <p14:xfrm>
                <a:off x="9856580" y="2780840"/>
                <a:ext cx="105120" cy="14274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15E858E-EF36-3882-3B0D-4F5FC2EA5596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9838580" y="2762840"/>
                  <a:ext cx="140760" cy="146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0C63540-9CA1-60AB-9CD3-7C073AD11933}"/>
                    </a:ext>
                  </a:extLst>
                </p14:cNvPr>
                <p14:cNvContentPartPr/>
                <p14:nvPr/>
              </p14:nvContentPartPr>
              <p14:xfrm>
                <a:off x="8133620" y="3572120"/>
                <a:ext cx="2959920" cy="1036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0C63540-9CA1-60AB-9CD3-7C073AD11933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115980" y="3554480"/>
                  <a:ext cx="2995560" cy="139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A7B09597-B22F-2FDD-87A6-628A44060F99}"/>
                  </a:ext>
                </a:extLst>
              </p14:cNvPr>
              <p14:cNvContentPartPr/>
              <p14:nvPr/>
            </p14:nvContentPartPr>
            <p14:xfrm>
              <a:off x="8825540" y="1724600"/>
              <a:ext cx="1009800" cy="914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A7B09597-B22F-2FDD-87A6-628A44060F99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762540" y="1661960"/>
                <a:ext cx="1135440" cy="217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E0FEA14A-319A-C656-B088-D555C3F69978}"/>
                  </a:ext>
                </a:extLst>
              </p14:cNvPr>
              <p14:cNvContentPartPr/>
              <p14:nvPr/>
            </p14:nvContentPartPr>
            <p14:xfrm>
              <a:off x="9741020" y="767000"/>
              <a:ext cx="1239120" cy="6588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E0FEA14A-319A-C656-B088-D555C3F6997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9678380" y="704360"/>
                <a:ext cx="1364760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1B47745F-9A91-E020-C6C5-CAA21E461A02}"/>
                  </a:ext>
                </a:extLst>
              </p14:cNvPr>
              <p14:cNvContentPartPr/>
              <p14:nvPr/>
            </p14:nvContentPartPr>
            <p14:xfrm>
              <a:off x="9073940" y="2697680"/>
              <a:ext cx="1693800" cy="92484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1B47745F-9A91-E020-C6C5-CAA21E461A02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9010940" y="2634680"/>
                <a:ext cx="1819440" cy="1050480"/>
              </a:xfrm>
              <a:prstGeom prst="rect">
                <a:avLst/>
              </a:prstGeom>
            </p:spPr>
          </p:pic>
        </mc:Fallback>
      </mc:AlternateContent>
      <p:grpSp>
        <p:nvGrpSpPr>
          <p:cNvPr id="36" name="Group 35">
            <a:extLst>
              <a:ext uri="{FF2B5EF4-FFF2-40B4-BE49-F238E27FC236}">
                <a16:creationId xmlns:a16="http://schemas.microsoft.com/office/drawing/2014/main" id="{7878BF41-BA73-1383-741B-B711079C5D5E}"/>
              </a:ext>
            </a:extLst>
          </p:cNvPr>
          <p:cNvGrpSpPr/>
          <p:nvPr/>
        </p:nvGrpSpPr>
        <p:grpSpPr>
          <a:xfrm>
            <a:off x="8354660" y="280640"/>
            <a:ext cx="2529360" cy="2183400"/>
            <a:chOff x="8354660" y="280640"/>
            <a:chExt cx="2529360" cy="218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97CB330-BE42-5D4F-6DD1-6F89679A847C}"/>
                    </a:ext>
                  </a:extLst>
                </p14:cNvPr>
                <p14:cNvContentPartPr/>
                <p14:nvPr/>
              </p14:nvContentPartPr>
              <p14:xfrm>
                <a:off x="9697460" y="728840"/>
                <a:ext cx="147960" cy="17352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97CB330-BE42-5D4F-6DD1-6F89679A847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9679460" y="711200"/>
                  <a:ext cx="183600" cy="177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44EB6652-B48D-1832-0A0C-840AB5FB1EBD}"/>
                    </a:ext>
                  </a:extLst>
                </p14:cNvPr>
                <p14:cNvContentPartPr/>
                <p14:nvPr/>
              </p14:nvContentPartPr>
              <p14:xfrm>
                <a:off x="8354660" y="1692920"/>
                <a:ext cx="2529360" cy="1425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44EB6652-B48D-1832-0A0C-840AB5FB1EB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337020" y="1675280"/>
                  <a:ext cx="256500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80DD697-46AC-5435-82D9-2D4ABBBBFCFE}"/>
                    </a:ext>
                  </a:extLst>
                </p14:cNvPr>
                <p14:cNvContentPartPr/>
                <p14:nvPr/>
              </p14:nvContentPartPr>
              <p14:xfrm>
                <a:off x="8806820" y="335360"/>
                <a:ext cx="22320" cy="2991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80DD697-46AC-5435-82D9-2D4ABBBBFCFE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789180" y="317360"/>
                  <a:ext cx="5796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73320A3-35DC-5D0D-A2A5-A875F6F47096}"/>
                    </a:ext>
                  </a:extLst>
                </p14:cNvPr>
                <p14:cNvContentPartPr/>
                <p14:nvPr/>
              </p14:nvContentPartPr>
              <p14:xfrm>
                <a:off x="8826620" y="280640"/>
                <a:ext cx="109080" cy="1864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73320A3-35DC-5D0D-A2A5-A875F6F47096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808620" y="262640"/>
                  <a:ext cx="14472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59739C8-201A-7F26-8DE6-AAB226669389}"/>
                    </a:ext>
                  </a:extLst>
                </p14:cNvPr>
                <p14:cNvContentPartPr/>
                <p14:nvPr/>
              </p14:nvContentPartPr>
              <p14:xfrm>
                <a:off x="8933900" y="363800"/>
                <a:ext cx="131040" cy="1980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59739C8-201A-7F26-8DE6-AAB226669389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916260" y="345800"/>
                  <a:ext cx="16668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F6E2D74-C28E-8518-2DA8-19393C985E3A}"/>
                    </a:ext>
                  </a:extLst>
                </p14:cNvPr>
                <p14:cNvContentPartPr/>
                <p14:nvPr/>
              </p14:nvContentPartPr>
              <p14:xfrm>
                <a:off x="9138380" y="398360"/>
                <a:ext cx="77760" cy="1108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F6E2D74-C28E-8518-2DA8-19393C985E3A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120740" y="380720"/>
                  <a:ext cx="11340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43A2237-6C8E-109E-602B-2023490C44DA}"/>
                    </a:ext>
                  </a:extLst>
                </p14:cNvPr>
                <p14:cNvContentPartPr/>
                <p14:nvPr/>
              </p14:nvContentPartPr>
              <p14:xfrm>
                <a:off x="9342860" y="403400"/>
                <a:ext cx="47520" cy="1216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43A2237-6C8E-109E-602B-2023490C44DA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324860" y="385400"/>
                  <a:ext cx="831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A6455CD-0080-23A3-225E-A2EF88A70CF1}"/>
                    </a:ext>
                  </a:extLst>
                </p14:cNvPr>
                <p14:cNvContentPartPr/>
                <p14:nvPr/>
              </p14:nvContentPartPr>
              <p14:xfrm>
                <a:off x="9459140" y="401240"/>
                <a:ext cx="230040" cy="2354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A6455CD-0080-23A3-225E-A2EF88A70CF1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441500" y="383600"/>
                  <a:ext cx="26568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A488C32-70F8-15E7-621E-55866470FDBC}"/>
                    </a:ext>
                  </a:extLst>
                </p14:cNvPr>
                <p14:cNvContentPartPr/>
                <p14:nvPr/>
              </p14:nvContentPartPr>
              <p14:xfrm>
                <a:off x="9661820" y="418880"/>
                <a:ext cx="74520" cy="1231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A488C32-70F8-15E7-621E-55866470FDBC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644180" y="400880"/>
                  <a:ext cx="11016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DB14620-9EEA-171F-56E7-9230AFA753E7}"/>
                    </a:ext>
                  </a:extLst>
                </p14:cNvPr>
                <p14:cNvContentPartPr/>
                <p14:nvPr/>
              </p14:nvContentPartPr>
              <p14:xfrm>
                <a:off x="9717980" y="282440"/>
                <a:ext cx="109440" cy="2746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DB14620-9EEA-171F-56E7-9230AFA753E7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699980" y="264440"/>
                  <a:ext cx="14508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55E013E0-1DE7-8A37-D363-4894AB8301B9}"/>
                    </a:ext>
                  </a:extLst>
                </p14:cNvPr>
                <p14:cNvContentPartPr/>
                <p14:nvPr/>
              </p14:nvContentPartPr>
              <p14:xfrm>
                <a:off x="9808340" y="395840"/>
                <a:ext cx="51480" cy="568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55E013E0-1DE7-8A37-D363-4894AB8301B9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790340" y="377840"/>
                  <a:ext cx="8712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4E34DF6-B6C7-1E77-3432-BC9BF5285DFA}"/>
                    </a:ext>
                  </a:extLst>
                </p14:cNvPr>
                <p14:cNvContentPartPr/>
                <p14:nvPr/>
              </p14:nvContentPartPr>
              <p14:xfrm>
                <a:off x="9935420" y="400160"/>
                <a:ext cx="72360" cy="860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4E34DF6-B6C7-1E77-3432-BC9BF5285DFA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917420" y="382160"/>
                  <a:ext cx="10800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A519E03-8007-35BD-A99B-8D99A3C33228}"/>
                    </a:ext>
                  </a:extLst>
                </p14:cNvPr>
                <p14:cNvContentPartPr/>
                <p14:nvPr/>
              </p14:nvContentPartPr>
              <p14:xfrm>
                <a:off x="10057460" y="388640"/>
                <a:ext cx="53640" cy="748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A519E03-8007-35BD-A99B-8D99A3C33228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0039460" y="370640"/>
                  <a:ext cx="8928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E6530B4-B6F7-D7CC-CD11-1F3820DA3723}"/>
                    </a:ext>
                  </a:extLst>
                </p14:cNvPr>
                <p14:cNvContentPartPr/>
                <p14:nvPr/>
              </p14:nvContentPartPr>
              <p14:xfrm>
                <a:off x="10186340" y="382880"/>
                <a:ext cx="188280" cy="666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E6530B4-B6F7-D7CC-CD11-1F3820DA3723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168700" y="365240"/>
                  <a:ext cx="2239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D9661FF1-2981-BD8A-BAA8-1E9F817C993E}"/>
                    </a:ext>
                  </a:extLst>
                </p14:cNvPr>
                <p14:cNvContentPartPr/>
                <p14:nvPr/>
              </p14:nvContentPartPr>
              <p14:xfrm>
                <a:off x="9098420" y="1305200"/>
                <a:ext cx="125280" cy="2397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9661FF1-2981-BD8A-BAA8-1E9F817C993E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9080780" y="1287200"/>
                  <a:ext cx="16092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C7EDD64-78E2-5DA2-E97E-B4B3F794081C}"/>
                    </a:ext>
                  </a:extLst>
                </p14:cNvPr>
                <p14:cNvContentPartPr/>
                <p14:nvPr/>
              </p14:nvContentPartPr>
              <p14:xfrm>
                <a:off x="9336740" y="1323920"/>
                <a:ext cx="92160" cy="1872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C7EDD64-78E2-5DA2-E97E-B4B3F794081C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9319100" y="1306280"/>
                  <a:ext cx="12780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6E2D2EF-5875-79E4-D976-6057B87EB4AB}"/>
                    </a:ext>
                  </a:extLst>
                </p14:cNvPr>
                <p14:cNvContentPartPr/>
                <p14:nvPr/>
              </p14:nvContentPartPr>
              <p14:xfrm>
                <a:off x="10335020" y="988400"/>
                <a:ext cx="38520" cy="2739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6E2D2EF-5875-79E4-D976-6057B87EB4AB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317380" y="970760"/>
                  <a:ext cx="7416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A86C3D8-7CF3-7BD4-9045-65216AC105A1}"/>
                    </a:ext>
                  </a:extLst>
                </p14:cNvPr>
                <p14:cNvContentPartPr/>
                <p14:nvPr/>
              </p14:nvContentPartPr>
              <p14:xfrm>
                <a:off x="10531580" y="1091720"/>
                <a:ext cx="106200" cy="1702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A86C3D8-7CF3-7BD4-9045-65216AC105A1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513580" y="1073720"/>
                  <a:ext cx="14184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09E903EA-9183-7CE4-EE88-AC47F51F995B}"/>
                    </a:ext>
                  </a:extLst>
                </p14:cNvPr>
                <p14:cNvContentPartPr/>
                <p14:nvPr/>
              </p14:nvContentPartPr>
              <p14:xfrm>
                <a:off x="10758740" y="1144280"/>
                <a:ext cx="18360" cy="90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09E903EA-9183-7CE4-EE88-AC47F51F995B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741100" y="1126280"/>
                  <a:ext cx="5400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CC6EAFFB-0A7B-095E-687D-A07DAB969500}"/>
                    </a:ext>
                  </a:extLst>
                </p14:cNvPr>
                <p14:cNvContentPartPr/>
                <p14:nvPr/>
              </p14:nvContentPartPr>
              <p14:xfrm>
                <a:off x="9606380" y="1774640"/>
                <a:ext cx="113400" cy="4172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CC6EAFFB-0A7B-095E-687D-A07DAB969500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9588740" y="1757000"/>
                  <a:ext cx="149040" cy="45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8AD65204-EAE8-0DEE-A5AE-3775B1416583}"/>
                    </a:ext>
                  </a:extLst>
                </p14:cNvPr>
                <p14:cNvContentPartPr/>
                <p14:nvPr/>
              </p14:nvContentPartPr>
              <p14:xfrm>
                <a:off x="9654980" y="1780400"/>
                <a:ext cx="83520" cy="856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8AD65204-EAE8-0DEE-A5AE-3775B1416583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9636980" y="1762760"/>
                  <a:ext cx="119160" cy="12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0117671F-C229-45EC-2D54-21B78F056AFC}"/>
              </a:ext>
            </a:extLst>
          </p:cNvPr>
          <p:cNvGrpSpPr/>
          <p:nvPr/>
        </p:nvGrpSpPr>
        <p:grpSpPr>
          <a:xfrm>
            <a:off x="9837140" y="825320"/>
            <a:ext cx="119880" cy="292320"/>
            <a:chOff x="9837140" y="825320"/>
            <a:chExt cx="119880" cy="292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B8782F2-32C2-4FFB-15A5-F2E6EB4F62E7}"/>
                    </a:ext>
                  </a:extLst>
                </p14:cNvPr>
                <p14:cNvContentPartPr/>
                <p14:nvPr/>
              </p14:nvContentPartPr>
              <p14:xfrm>
                <a:off x="9838580" y="858080"/>
                <a:ext cx="117720" cy="2595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B8782F2-32C2-4FFB-15A5-F2E6EB4F62E7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9820580" y="840080"/>
                  <a:ext cx="15336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953FCFB-6D07-D378-15E5-9EB494C79383}"/>
                    </a:ext>
                  </a:extLst>
                </p14:cNvPr>
                <p14:cNvContentPartPr/>
                <p14:nvPr/>
              </p14:nvContentPartPr>
              <p14:xfrm>
                <a:off x="9837140" y="825320"/>
                <a:ext cx="119880" cy="1342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953FCFB-6D07-D378-15E5-9EB494C79383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819140" y="807680"/>
                  <a:ext cx="155520" cy="169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4B1AA14A-BF08-368F-0879-FB1BC2733BA6}"/>
              </a:ext>
            </a:extLst>
          </p:cNvPr>
          <p:cNvGrpSpPr/>
          <p:nvPr/>
        </p:nvGrpSpPr>
        <p:grpSpPr>
          <a:xfrm>
            <a:off x="6666260" y="2803296"/>
            <a:ext cx="871920" cy="678960"/>
            <a:chOff x="4819100" y="5573000"/>
            <a:chExt cx="871920" cy="67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BD40B52-FFC0-AA73-5FDB-1E7CE73E6C7A}"/>
                    </a:ext>
                  </a:extLst>
                </p14:cNvPr>
                <p14:cNvContentPartPr/>
                <p14:nvPr/>
              </p14:nvContentPartPr>
              <p14:xfrm>
                <a:off x="4974620" y="5573000"/>
                <a:ext cx="191160" cy="6789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C94D0652-DA92-300A-8494-2086F5126AFE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4956620" y="5555000"/>
                  <a:ext cx="226800" cy="71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78A5C93-BF6A-DDED-01FC-F61ADB81143F}"/>
                    </a:ext>
                  </a:extLst>
                </p14:cNvPr>
                <p14:cNvContentPartPr/>
                <p14:nvPr/>
              </p14:nvContentPartPr>
              <p14:xfrm>
                <a:off x="4819100" y="5866760"/>
                <a:ext cx="261000" cy="1630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949E57F5-565E-8C16-F5E7-B6647D0F7C97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4801460" y="5848760"/>
                  <a:ext cx="29664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1F33298-1F5C-2EDB-29EB-6436E050D7FB}"/>
                    </a:ext>
                  </a:extLst>
                </p14:cNvPr>
                <p14:cNvContentPartPr/>
                <p14:nvPr/>
              </p14:nvContentPartPr>
              <p14:xfrm>
                <a:off x="5239940" y="5750480"/>
                <a:ext cx="61920" cy="25092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948D9F32-A165-452B-1603-590AE89E15FE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222300" y="5732480"/>
                  <a:ext cx="9756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C43824B-3DCC-01A6-2ACA-7D0FB0534BA0}"/>
                    </a:ext>
                  </a:extLst>
                </p14:cNvPr>
                <p14:cNvContentPartPr/>
                <p14:nvPr/>
              </p14:nvContentPartPr>
              <p14:xfrm>
                <a:off x="5376740" y="5827520"/>
                <a:ext cx="56160" cy="1519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F41DCD03-B883-247B-3024-5D3AEAEFB067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358740" y="5809880"/>
                  <a:ext cx="9180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8A53607-575F-24AD-0497-C68B297D6B75}"/>
                    </a:ext>
                  </a:extLst>
                </p14:cNvPr>
                <p14:cNvContentPartPr/>
                <p14:nvPr/>
              </p14:nvContentPartPr>
              <p14:xfrm>
                <a:off x="5466380" y="5790440"/>
                <a:ext cx="58320" cy="136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7811C97E-B509-E93E-7E94-3A71E986118B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5448740" y="5772440"/>
                  <a:ext cx="9396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9865020A-A995-C183-5790-297F38C74DE3}"/>
                    </a:ext>
                  </a:extLst>
                </p14:cNvPr>
                <p14:cNvContentPartPr/>
                <p14:nvPr/>
              </p14:nvContentPartPr>
              <p14:xfrm>
                <a:off x="5612540" y="5766320"/>
                <a:ext cx="78480" cy="2592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A045ED43-12EE-5CE5-2060-80D6C92195FB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5594900" y="5748320"/>
                  <a:ext cx="114120" cy="29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48A6D72-E12D-2913-9AD9-ECDCF78656C4}"/>
              </a:ext>
            </a:extLst>
          </p:cNvPr>
          <p:cNvGrpSpPr/>
          <p:nvPr/>
        </p:nvGrpSpPr>
        <p:grpSpPr>
          <a:xfrm>
            <a:off x="7749860" y="2644176"/>
            <a:ext cx="1856520" cy="981000"/>
            <a:chOff x="5902700" y="5413880"/>
            <a:chExt cx="1856520" cy="98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F36EF27-9E73-1F99-0FCA-487F3033C96A}"/>
                    </a:ext>
                  </a:extLst>
                </p14:cNvPr>
                <p14:cNvContentPartPr/>
                <p14:nvPr/>
              </p14:nvContentPartPr>
              <p14:xfrm>
                <a:off x="5902700" y="5903840"/>
                <a:ext cx="57240" cy="540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10117A55-9574-0922-6652-4C696813FDCD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5885060" y="5886200"/>
                  <a:ext cx="9288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778627E-A525-557B-780C-D4D61E063FB5}"/>
                    </a:ext>
                  </a:extLst>
                </p14:cNvPr>
                <p14:cNvContentPartPr/>
                <p14:nvPr/>
              </p14:nvContentPartPr>
              <p14:xfrm>
                <a:off x="5963180" y="5952080"/>
                <a:ext cx="30240" cy="3024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C2A23BC7-FC56-8008-B895-B932B86C13BB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5945180" y="5934080"/>
                  <a:ext cx="6588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713DA1A-B301-D9A9-EBE0-F649644122FC}"/>
                    </a:ext>
                  </a:extLst>
                </p14:cNvPr>
                <p14:cNvContentPartPr/>
                <p14:nvPr/>
              </p14:nvContentPartPr>
              <p14:xfrm>
                <a:off x="6458900" y="5421440"/>
                <a:ext cx="92520" cy="37692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6A618BD2-6973-42AA-0908-91DE863B58CB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6440900" y="5403440"/>
                  <a:ext cx="128160" cy="41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BF971DE2-9307-6ABF-1C38-9FCD45F9AACD}"/>
                    </a:ext>
                  </a:extLst>
                </p14:cNvPr>
                <p14:cNvContentPartPr/>
                <p14:nvPr/>
              </p14:nvContentPartPr>
              <p14:xfrm>
                <a:off x="6158660" y="5777840"/>
                <a:ext cx="947880" cy="806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40888C21-C46E-B300-00E5-18303725FCC0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6140660" y="5759840"/>
                  <a:ext cx="98352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4F099EA-F8F2-0EAF-DC2C-5AA74103EBE7}"/>
                    </a:ext>
                  </a:extLst>
                </p14:cNvPr>
                <p14:cNvContentPartPr/>
                <p14:nvPr/>
              </p14:nvContentPartPr>
              <p14:xfrm>
                <a:off x="6391580" y="6042800"/>
                <a:ext cx="19440" cy="35208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D1422308-0FD5-8F9B-CC8C-9B9E99411A44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6373580" y="6024800"/>
                  <a:ext cx="55080" cy="38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A457C2E-AB3A-609C-EE03-33A77185BCEC}"/>
                    </a:ext>
                  </a:extLst>
                </p14:cNvPr>
                <p14:cNvContentPartPr/>
                <p14:nvPr/>
              </p14:nvContentPartPr>
              <p14:xfrm>
                <a:off x="6551420" y="6179960"/>
                <a:ext cx="189360" cy="345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BDBA1016-3810-4C6C-DDE4-2996F454E8F0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6533780" y="6162320"/>
                  <a:ext cx="22500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ED40E017-5F73-4633-726D-CE900F6DBA40}"/>
                    </a:ext>
                  </a:extLst>
                </p14:cNvPr>
                <p14:cNvContentPartPr/>
                <p14:nvPr/>
              </p14:nvContentPartPr>
              <p14:xfrm>
                <a:off x="6670940" y="6103280"/>
                <a:ext cx="26280" cy="17604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9EE52C9E-EBCE-464F-AB95-9E9C301092ED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6653300" y="6085280"/>
                  <a:ext cx="6192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517E6A1-EF83-E00C-55B9-157587AF65EA}"/>
                    </a:ext>
                  </a:extLst>
                </p14:cNvPr>
                <p14:cNvContentPartPr/>
                <p14:nvPr/>
              </p14:nvContentPartPr>
              <p14:xfrm>
                <a:off x="6912500" y="6024080"/>
                <a:ext cx="231840" cy="2282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86CCA3AB-B90D-8D4E-5CBE-1D39BCD7E29A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6894500" y="6006080"/>
                  <a:ext cx="26748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2FD5B6F3-64FB-9371-31D4-5F7D7B3E2413}"/>
                    </a:ext>
                  </a:extLst>
                </p14:cNvPr>
                <p14:cNvContentPartPr/>
                <p14:nvPr/>
              </p14:nvContentPartPr>
              <p14:xfrm>
                <a:off x="7294460" y="5890160"/>
                <a:ext cx="103680" cy="201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0F2806E3-CEAC-F38E-C594-0D511D9F7FAE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7276820" y="5872520"/>
                  <a:ext cx="13932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B77DA218-7FC3-2512-391D-782E650551AF}"/>
                    </a:ext>
                  </a:extLst>
                </p14:cNvPr>
                <p14:cNvContentPartPr/>
                <p14:nvPr/>
              </p14:nvContentPartPr>
              <p14:xfrm>
                <a:off x="7453580" y="5771720"/>
                <a:ext cx="118080" cy="15120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263F1E0A-1BF1-B245-7D72-6556F1D3EDCC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7435580" y="5754080"/>
                  <a:ext cx="15372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540320B-79F2-5438-381F-8E539B368EB2}"/>
                    </a:ext>
                  </a:extLst>
                </p14:cNvPr>
                <p14:cNvContentPartPr/>
                <p14:nvPr/>
              </p14:nvContentPartPr>
              <p14:xfrm>
                <a:off x="7092860" y="5653280"/>
                <a:ext cx="666360" cy="1026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6A9104BA-0716-5848-47F4-FB6691AD186C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7074860" y="5635280"/>
                  <a:ext cx="70200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1EF8075-FB41-8D9B-38ED-FFCFE055B2CE}"/>
                    </a:ext>
                  </a:extLst>
                </p14:cNvPr>
                <p14:cNvContentPartPr/>
                <p14:nvPr/>
              </p14:nvContentPartPr>
              <p14:xfrm>
                <a:off x="6398780" y="5417480"/>
                <a:ext cx="148320" cy="8316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1EAEBA11-0860-1659-892A-6839B200387B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6380780" y="5399480"/>
                  <a:ext cx="18396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3BBA1972-8D39-5C37-1C7F-E934D7D7B840}"/>
                    </a:ext>
                  </a:extLst>
                </p14:cNvPr>
                <p14:cNvContentPartPr/>
                <p14:nvPr/>
              </p14:nvContentPartPr>
              <p14:xfrm>
                <a:off x="6369980" y="5739680"/>
                <a:ext cx="3240" cy="39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FBD5B51-B554-3986-C720-7D87D8E98F56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6351980" y="5721680"/>
                  <a:ext cx="388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49A87A0-0388-D4C1-F4E5-FF5D6CC8560A}"/>
                    </a:ext>
                  </a:extLst>
                </p14:cNvPr>
                <p14:cNvContentPartPr/>
                <p14:nvPr/>
              </p14:nvContentPartPr>
              <p14:xfrm>
                <a:off x="6384380" y="5413880"/>
                <a:ext cx="118800" cy="2887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31C37216-5FBC-E8E3-1257-7B5E4E151606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6366740" y="5395880"/>
                  <a:ext cx="15444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D5496D2-FBE2-1EF4-37D4-3A6178C9B52F}"/>
                    </a:ext>
                  </a:extLst>
                </p14:cNvPr>
                <p14:cNvContentPartPr/>
                <p14:nvPr/>
              </p14:nvContentPartPr>
              <p14:xfrm>
                <a:off x="6371780" y="5705480"/>
                <a:ext cx="200520" cy="5148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85A96B9D-FE69-C7F3-70B8-B520A55BEEB2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6353780" y="5687840"/>
                  <a:ext cx="236160" cy="8712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Sigmoid </a:t>
            </a:r>
            <a:r>
              <a:rPr spc="35" dirty="0"/>
              <a:t>Neurons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3593132"/>
            <a:ext cx="9720580" cy="2228850"/>
          </a:xfrm>
          <a:prstGeom prst="rect">
            <a:avLst/>
          </a:prstGeom>
        </p:spPr>
        <p:txBody>
          <a:bodyPr vert="horz" wrap="square" lIns="0" tIns="46990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70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Why</a:t>
            </a:r>
            <a:r>
              <a:rPr sz="2800" spc="-2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8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this</a:t>
            </a:r>
            <a:r>
              <a:rPr sz="2800" spc="8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important?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3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Let’s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say</a:t>
            </a:r>
            <a:r>
              <a:rPr sz="2400" spc="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feed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which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handwritten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digit</a:t>
            </a:r>
            <a:endParaRPr sz="2400">
              <a:latin typeface="Calibri"/>
              <a:cs typeface="Calibri"/>
            </a:endParaRPr>
          </a:p>
          <a:p>
            <a:pPr marL="1155065" lvl="2" indent="-228600">
              <a:lnSpc>
                <a:spcPct val="100000"/>
              </a:lnSpc>
              <a:spcBef>
                <a:spcPts val="29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dirty="0">
                <a:latin typeface="Calibri"/>
                <a:cs typeface="Calibri"/>
              </a:rPr>
              <a:t>It’s</a:t>
            </a:r>
            <a:r>
              <a:rPr sz="2000" spc="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45" dirty="0">
                <a:latin typeface="Calibri"/>
                <a:cs typeface="Calibri"/>
              </a:rPr>
              <a:t> </a:t>
            </a:r>
            <a:r>
              <a:rPr sz="2000" spc="20" dirty="0">
                <a:latin typeface="Calibri"/>
                <a:cs typeface="Calibri"/>
              </a:rPr>
              <a:t>3</a:t>
            </a:r>
            <a:endParaRPr sz="20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190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Our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NN</a:t>
            </a:r>
            <a:r>
              <a:rPr sz="2400" spc="9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classifies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it</a:t>
            </a:r>
            <a:r>
              <a:rPr sz="2400" spc="8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as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spc="90" dirty="0">
                <a:latin typeface="Calibri"/>
                <a:cs typeface="Calibri"/>
              </a:rPr>
              <a:t>4…</a:t>
            </a:r>
            <a:endParaRPr sz="2400">
              <a:latin typeface="Calibri"/>
              <a:cs typeface="Calibri"/>
            </a:endParaRPr>
          </a:p>
          <a:p>
            <a:pPr marL="1155065" lvl="2" indent="-228600">
              <a:lnSpc>
                <a:spcPts val="2280"/>
              </a:lnSpc>
              <a:spcBef>
                <a:spcPts val="28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dirty="0">
                <a:latin typeface="Calibri"/>
                <a:cs typeface="Calibri"/>
              </a:rPr>
              <a:t>It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would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be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great</a:t>
            </a:r>
            <a:r>
              <a:rPr sz="2000" spc="1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if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we</a:t>
            </a:r>
            <a:r>
              <a:rPr sz="2000" spc="16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could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just</a:t>
            </a:r>
            <a:r>
              <a:rPr sz="2000" spc="140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change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it</a:t>
            </a:r>
            <a:r>
              <a:rPr sz="2000" spc="160" dirty="0">
                <a:latin typeface="Calibri"/>
                <a:cs typeface="Calibri"/>
              </a:rPr>
              <a:t> </a:t>
            </a:r>
            <a:r>
              <a:rPr sz="2000" spc="70" dirty="0">
                <a:latin typeface="Calibri"/>
                <a:cs typeface="Calibri"/>
              </a:rPr>
              <a:t>slightly</a:t>
            </a:r>
            <a:r>
              <a:rPr sz="2000" spc="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and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have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small</a:t>
            </a:r>
            <a:r>
              <a:rPr sz="2000" spc="150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change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spc="35" dirty="0">
                <a:latin typeface="Calibri"/>
                <a:cs typeface="Calibri"/>
              </a:rPr>
              <a:t>in</a:t>
            </a:r>
            <a:endParaRPr sz="2000">
              <a:latin typeface="Calibri"/>
              <a:cs typeface="Calibri"/>
            </a:endParaRPr>
          </a:p>
          <a:p>
            <a:pPr marL="1155065">
              <a:lnSpc>
                <a:spcPts val="2280"/>
              </a:lnSpc>
            </a:pPr>
            <a:r>
              <a:rPr sz="2000" dirty="0">
                <a:latin typeface="Calibri"/>
                <a:cs typeface="Calibri"/>
              </a:rPr>
              <a:t>our</a:t>
            </a:r>
            <a:r>
              <a:rPr sz="2000" spc="9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output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12946" y="1074800"/>
            <a:ext cx="457200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Sigmoid </a:t>
            </a:r>
            <a:r>
              <a:rPr spc="35" dirty="0"/>
              <a:t>Neurons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3593132"/>
            <a:ext cx="9698355" cy="2218055"/>
          </a:xfrm>
          <a:prstGeom prst="rect">
            <a:avLst/>
          </a:prstGeom>
        </p:spPr>
        <p:txBody>
          <a:bodyPr vert="horz" wrap="square" lIns="0" tIns="46990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70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Why</a:t>
            </a:r>
            <a:r>
              <a:rPr sz="2800" spc="-2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8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this</a:t>
            </a:r>
            <a:r>
              <a:rPr sz="2800" spc="8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important?</a:t>
            </a:r>
            <a:endParaRPr sz="2800">
              <a:latin typeface="Calibri"/>
              <a:cs typeface="Calibri"/>
            </a:endParaRPr>
          </a:p>
          <a:p>
            <a:pPr marL="696595" marR="5080" lvl="1" indent="-227329">
              <a:lnSpc>
                <a:spcPts val="2590"/>
              </a:lnSpc>
              <a:spcBef>
                <a:spcPts val="560"/>
              </a:spcBef>
              <a:buFont typeface="Arial"/>
              <a:buChar char="•"/>
              <a:tabLst>
                <a:tab pos="697865" algn="l"/>
              </a:tabLst>
            </a:pPr>
            <a:r>
              <a:rPr sz="2400" dirty="0">
                <a:latin typeface="Calibri"/>
                <a:cs typeface="Calibri"/>
              </a:rPr>
              <a:t>But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if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perceptron,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then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any</a:t>
            </a:r>
            <a:r>
              <a:rPr sz="2400" spc="6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small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weight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change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can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invert 	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output</a:t>
            </a:r>
            <a:endParaRPr sz="2400">
              <a:latin typeface="Calibri"/>
              <a:cs typeface="Calibri"/>
            </a:endParaRPr>
          </a:p>
          <a:p>
            <a:pPr marL="1155065" marR="310515" lvl="2" indent="-228600">
              <a:lnSpc>
                <a:spcPts val="2160"/>
              </a:lnSpc>
              <a:spcBef>
                <a:spcPts val="53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spc="70" dirty="0">
                <a:latin typeface="Calibri"/>
                <a:cs typeface="Calibri"/>
              </a:rPr>
              <a:t>This</a:t>
            </a:r>
            <a:r>
              <a:rPr sz="2000" spc="19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then</a:t>
            </a:r>
            <a:r>
              <a:rPr sz="2000" spc="18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propagates</a:t>
            </a:r>
            <a:r>
              <a:rPr sz="2000" spc="16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down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90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NN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and</a:t>
            </a:r>
            <a:r>
              <a:rPr sz="2000" spc="19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can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radically</a:t>
            </a:r>
            <a:r>
              <a:rPr sz="2000" spc="7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change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everything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in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spc="-50" dirty="0">
                <a:latin typeface="Calibri"/>
                <a:cs typeface="Calibri"/>
              </a:rPr>
              <a:t>a </a:t>
            </a:r>
            <a:r>
              <a:rPr sz="2000" dirty="0">
                <a:latin typeface="Calibri"/>
                <a:cs typeface="Calibri"/>
              </a:rPr>
              <a:t>fashion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that</a:t>
            </a:r>
            <a:r>
              <a:rPr sz="2000" spc="195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is</a:t>
            </a:r>
            <a:r>
              <a:rPr sz="2000" spc="19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complex</a:t>
            </a:r>
            <a:r>
              <a:rPr sz="2000" spc="1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22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precalculate</a:t>
            </a:r>
            <a:endParaRPr sz="20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160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You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fixed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your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incorrect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classification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3,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but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messed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up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others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12946" y="1074800"/>
            <a:ext cx="457200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Sigmoid </a:t>
            </a:r>
            <a:r>
              <a:rPr spc="35" dirty="0"/>
              <a:t>Neurons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3593132"/>
            <a:ext cx="9484360" cy="1604645"/>
          </a:xfrm>
          <a:prstGeom prst="rect">
            <a:avLst/>
          </a:prstGeom>
        </p:spPr>
        <p:txBody>
          <a:bodyPr vert="horz" wrap="square" lIns="0" tIns="46990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70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Why</a:t>
            </a:r>
            <a:r>
              <a:rPr sz="2800" spc="-2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8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this</a:t>
            </a:r>
            <a:r>
              <a:rPr sz="2800" spc="8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important?</a:t>
            </a:r>
            <a:endParaRPr sz="2800">
              <a:latin typeface="Calibri"/>
              <a:cs typeface="Calibri"/>
            </a:endParaRPr>
          </a:p>
          <a:p>
            <a:pPr marL="696595" marR="5080" lvl="1" indent="-227329">
              <a:lnSpc>
                <a:spcPts val="2590"/>
              </a:lnSpc>
              <a:spcBef>
                <a:spcPts val="560"/>
              </a:spcBef>
              <a:buFont typeface="Arial"/>
              <a:buChar char="•"/>
              <a:tabLst>
                <a:tab pos="697865" algn="l"/>
              </a:tabLst>
            </a:pPr>
            <a:r>
              <a:rPr sz="2400" spc="90" dirty="0">
                <a:latin typeface="Calibri"/>
                <a:cs typeface="Calibri"/>
              </a:rPr>
              <a:t>So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perceptrons,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it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85" dirty="0">
                <a:latin typeface="Calibri"/>
                <a:cs typeface="Calibri"/>
              </a:rPr>
              <a:t>challenging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algorithm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85" dirty="0">
                <a:latin typeface="Calibri"/>
                <a:cs typeface="Calibri"/>
              </a:rPr>
              <a:t>will 	</a:t>
            </a:r>
            <a:r>
              <a:rPr sz="2400" spc="70" dirty="0">
                <a:latin typeface="Calibri"/>
                <a:cs typeface="Calibri"/>
              </a:rPr>
              <a:t>allow</a:t>
            </a:r>
            <a:r>
              <a:rPr sz="2400" spc="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you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easily</a:t>
            </a:r>
            <a:r>
              <a:rPr sz="2400" spc="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learn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complex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data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180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To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circumvent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this,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sigmoid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was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introduced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12946" y="1074800"/>
            <a:ext cx="457200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Sigmoid </a:t>
            </a:r>
            <a:r>
              <a:rPr spc="35" dirty="0"/>
              <a:t>Neurons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3779366"/>
            <a:ext cx="9826625" cy="127508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50" dirty="0">
                <a:latin typeface="Calibri"/>
                <a:cs typeface="Calibri"/>
              </a:rPr>
              <a:t>Looks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same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as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before…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696595" algn="l"/>
              </a:tabLst>
            </a:pPr>
            <a:r>
              <a:rPr sz="2400" spc="-10" dirty="0">
                <a:latin typeface="Calibri"/>
                <a:cs typeface="Calibri"/>
              </a:rPr>
              <a:t>However,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can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now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anything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between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0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1,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not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just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0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or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1.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Equation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now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more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complex: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065273" y="5124703"/>
            <a:ext cx="190500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66065" indent="-227965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66065" algn="l"/>
              </a:tabLst>
            </a:pPr>
            <a:r>
              <a:rPr sz="2000" spc="-10" dirty="0">
                <a:latin typeface="Symbol"/>
                <a:cs typeface="Symbol"/>
              </a:rPr>
              <a:t></a:t>
            </a:r>
            <a:r>
              <a:rPr sz="2000" spc="-10" dirty="0">
                <a:latin typeface="Calibri"/>
                <a:cs typeface="Calibri"/>
              </a:rPr>
              <a:t>(x</a:t>
            </a:r>
            <a:r>
              <a:rPr sz="975" spc="-15" baseline="25641" dirty="0">
                <a:latin typeface="Arial"/>
                <a:cs typeface="Arial"/>
              </a:rPr>
              <a:t>●</a:t>
            </a:r>
            <a:r>
              <a:rPr sz="2000" spc="-10" dirty="0">
                <a:latin typeface="Calibri"/>
                <a:cs typeface="Calibri"/>
              </a:rPr>
              <a:t>w+b)=</a:t>
            </a:r>
            <a:r>
              <a:rPr sz="2000" spc="-10" dirty="0">
                <a:latin typeface="Symbol"/>
                <a:cs typeface="Symbol"/>
              </a:rPr>
              <a:t></a:t>
            </a:r>
            <a:r>
              <a:rPr sz="2000" spc="-10" dirty="0">
                <a:latin typeface="Calibri"/>
                <a:cs typeface="Calibri"/>
              </a:rPr>
              <a:t>(z)=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971544" y="5309996"/>
            <a:ext cx="562610" cy="17145"/>
          </a:xfrm>
          <a:custGeom>
            <a:avLst/>
            <a:gdLst/>
            <a:ahLst/>
            <a:cxnLst/>
            <a:rect l="l" t="t" r="r" b="b"/>
            <a:pathLst>
              <a:path w="562610" h="17145">
                <a:moveTo>
                  <a:pt x="562355" y="0"/>
                </a:moveTo>
                <a:lnTo>
                  <a:pt x="0" y="0"/>
                </a:lnTo>
                <a:lnTo>
                  <a:pt x="0" y="16763"/>
                </a:lnTo>
                <a:lnTo>
                  <a:pt x="562355" y="16763"/>
                </a:lnTo>
                <a:lnTo>
                  <a:pt x="56235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4186554" y="5043373"/>
            <a:ext cx="133350" cy="24892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450" spc="-50" dirty="0">
                <a:latin typeface="Cambria Math"/>
                <a:cs typeface="Cambria Math"/>
              </a:rPr>
              <a:t>1</a:t>
            </a:r>
            <a:endParaRPr sz="1450">
              <a:latin typeface="Cambria Math"/>
              <a:cs typeface="Cambria Math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934078" y="5321300"/>
            <a:ext cx="631190" cy="24892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5"/>
              </a:spcBef>
            </a:pPr>
            <a:r>
              <a:rPr sz="1450" spc="-10" dirty="0">
                <a:latin typeface="Cambria Math"/>
                <a:cs typeface="Cambria Math"/>
              </a:rPr>
              <a:t>1+𝑒</a:t>
            </a:r>
            <a:r>
              <a:rPr sz="1800" spc="-15" baseline="20833" dirty="0">
                <a:latin typeface="Cambria Math"/>
                <a:cs typeface="Cambria Math"/>
              </a:rPr>
              <a:t>−𝑧</a:t>
            </a:r>
            <a:endParaRPr sz="1800" baseline="20833">
              <a:latin typeface="Cambria Math"/>
              <a:cs typeface="Cambria Math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62216" y="873776"/>
            <a:ext cx="5224730" cy="2302478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90" dirty="0"/>
              <a:t>Similarities</a:t>
            </a:r>
            <a:r>
              <a:rPr spc="240" dirty="0"/>
              <a:t> </a:t>
            </a:r>
            <a:r>
              <a:rPr dirty="0"/>
              <a:t>between</a:t>
            </a:r>
            <a:r>
              <a:rPr spc="270" dirty="0"/>
              <a:t> </a:t>
            </a:r>
            <a:r>
              <a:rPr dirty="0"/>
              <a:t>Perceptrons</a:t>
            </a:r>
            <a:r>
              <a:rPr spc="229" dirty="0"/>
              <a:t> </a:t>
            </a:r>
            <a:r>
              <a:rPr dirty="0"/>
              <a:t>and</a:t>
            </a:r>
            <a:r>
              <a:rPr spc="270" dirty="0"/>
              <a:t> </a:t>
            </a:r>
            <a:r>
              <a:rPr spc="90" dirty="0"/>
              <a:t>Sigmoids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50924" y="1233881"/>
            <a:ext cx="25749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265430" algn="l"/>
              </a:tabLst>
            </a:pPr>
            <a:r>
              <a:rPr sz="2800" spc="-10" dirty="0">
                <a:latin typeface="Symbol"/>
                <a:cs typeface="Symbol"/>
              </a:rPr>
              <a:t></a:t>
            </a:r>
            <a:r>
              <a:rPr sz="2800" spc="-10" dirty="0">
                <a:latin typeface="Calibri"/>
                <a:cs typeface="Calibri"/>
              </a:rPr>
              <a:t>(x</a:t>
            </a:r>
            <a:r>
              <a:rPr sz="2175" spc="-15" baseline="24904" dirty="0">
                <a:latin typeface="Arial"/>
                <a:cs typeface="Arial"/>
              </a:rPr>
              <a:t>●</a:t>
            </a:r>
            <a:r>
              <a:rPr sz="2800" spc="-10" dirty="0">
                <a:latin typeface="Calibri"/>
                <a:cs typeface="Calibri"/>
              </a:rPr>
              <a:t>w+b)=</a:t>
            </a:r>
            <a:r>
              <a:rPr sz="2800" spc="-10" dirty="0">
                <a:latin typeface="Symbol"/>
                <a:cs typeface="Symbol"/>
              </a:rPr>
              <a:t></a:t>
            </a:r>
            <a:r>
              <a:rPr sz="2800" spc="-10" dirty="0">
                <a:latin typeface="Calibri"/>
                <a:cs typeface="Calibri"/>
              </a:rPr>
              <a:t>(z)=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747515" y="1489075"/>
            <a:ext cx="786765" cy="22860"/>
          </a:xfrm>
          <a:custGeom>
            <a:avLst/>
            <a:gdLst/>
            <a:ahLst/>
            <a:cxnLst/>
            <a:rect l="l" t="t" r="r" b="b"/>
            <a:pathLst>
              <a:path w="786764" h="22859">
                <a:moveTo>
                  <a:pt x="786384" y="0"/>
                </a:moveTo>
                <a:lnTo>
                  <a:pt x="0" y="0"/>
                </a:lnTo>
                <a:lnTo>
                  <a:pt x="0" y="22860"/>
                </a:lnTo>
                <a:lnTo>
                  <a:pt x="786384" y="22860"/>
                </a:lnTo>
                <a:lnTo>
                  <a:pt x="78638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4052442" y="1121410"/>
            <a:ext cx="175895" cy="3365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050" spc="-50" dirty="0">
                <a:latin typeface="Cambria Math"/>
                <a:cs typeface="Cambria Math"/>
              </a:rPr>
              <a:t>1</a:t>
            </a:r>
            <a:endParaRPr sz="2050">
              <a:latin typeface="Cambria Math"/>
              <a:cs typeface="Cambria Math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710051" y="1508886"/>
            <a:ext cx="853440" cy="3365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sz="2050" spc="45" dirty="0">
                <a:latin typeface="Cambria Math"/>
                <a:cs typeface="Cambria Math"/>
              </a:rPr>
              <a:t>1+𝑒</a:t>
            </a:r>
            <a:r>
              <a:rPr sz="2475" spc="67" baseline="20202" dirty="0">
                <a:latin typeface="Cambria Math"/>
                <a:cs typeface="Cambria Math"/>
              </a:rPr>
              <a:t>−𝑧</a:t>
            </a:r>
            <a:endParaRPr sz="2475" baseline="20202">
              <a:latin typeface="Cambria Math"/>
              <a:cs typeface="Cambria Math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633473" y="1739011"/>
            <a:ext cx="8950960" cy="1203960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15"/>
              </a:spcBef>
              <a:buFont typeface="Arial"/>
              <a:buChar char="•"/>
              <a:tabLst>
                <a:tab pos="240029" algn="l"/>
              </a:tabLst>
            </a:pPr>
            <a:r>
              <a:rPr sz="2400" dirty="0">
                <a:latin typeface="Calibri"/>
                <a:cs typeface="Calibri"/>
              </a:rPr>
              <a:t>When</a:t>
            </a:r>
            <a:r>
              <a:rPr sz="2400" spc="70" dirty="0">
                <a:latin typeface="Calibri"/>
                <a:cs typeface="Calibri"/>
              </a:rPr>
              <a:t> </a:t>
            </a:r>
            <a:r>
              <a:rPr sz="2400" spc="110" dirty="0">
                <a:latin typeface="Calibri"/>
                <a:cs typeface="Calibri"/>
              </a:rPr>
              <a:t>z</a:t>
            </a:r>
            <a:r>
              <a:rPr sz="2400" spc="6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large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positive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number,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then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Symbol"/>
                <a:cs typeface="Symbol"/>
              </a:rPr>
              <a:t></a:t>
            </a:r>
            <a:r>
              <a:rPr sz="2400" dirty="0">
                <a:latin typeface="Calibri"/>
                <a:cs typeface="Calibri"/>
              </a:rPr>
              <a:t>(z)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~1</a:t>
            </a:r>
            <a:endParaRPr sz="2400">
              <a:latin typeface="Calibri"/>
              <a:cs typeface="Calibri"/>
            </a:endParaRPr>
          </a:p>
          <a:p>
            <a:pPr marL="240029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240029" algn="l"/>
              </a:tabLst>
            </a:pPr>
            <a:r>
              <a:rPr sz="2400" dirty="0">
                <a:latin typeface="Calibri"/>
                <a:cs typeface="Calibri"/>
              </a:rPr>
              <a:t>When</a:t>
            </a:r>
            <a:r>
              <a:rPr sz="2400" spc="70" dirty="0">
                <a:latin typeface="Calibri"/>
                <a:cs typeface="Calibri"/>
              </a:rPr>
              <a:t> </a:t>
            </a:r>
            <a:r>
              <a:rPr sz="2400" spc="110" dirty="0">
                <a:latin typeface="Calibri"/>
                <a:cs typeface="Calibri"/>
              </a:rPr>
              <a:t>z</a:t>
            </a:r>
            <a:r>
              <a:rPr sz="2400" spc="6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large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negative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number,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then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Symbol"/>
                <a:cs typeface="Symbol"/>
              </a:rPr>
              <a:t></a:t>
            </a:r>
            <a:r>
              <a:rPr sz="2400" dirty="0">
                <a:latin typeface="Calibri"/>
                <a:cs typeface="Calibri"/>
              </a:rPr>
              <a:t>(z)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~0</a:t>
            </a:r>
            <a:endParaRPr sz="2400">
              <a:latin typeface="Calibri"/>
              <a:cs typeface="Calibri"/>
            </a:endParaRPr>
          </a:p>
          <a:p>
            <a:pPr marL="240029" indent="-227329">
              <a:lnSpc>
                <a:spcPct val="100000"/>
              </a:lnSpc>
              <a:spcBef>
                <a:spcPts val="204"/>
              </a:spcBef>
              <a:buFont typeface="Arial"/>
              <a:buChar char="•"/>
              <a:tabLst>
                <a:tab pos="240029" algn="l"/>
              </a:tabLst>
            </a:pPr>
            <a:r>
              <a:rPr sz="2400" dirty="0">
                <a:latin typeface="Calibri"/>
                <a:cs typeface="Calibri"/>
              </a:rPr>
              <a:t>Key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difference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smoothed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any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sudden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changes…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23125" y="3819145"/>
            <a:ext cx="2878734" cy="1902147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Why</a:t>
            </a:r>
            <a:r>
              <a:rPr spc="-35" dirty="0"/>
              <a:t> </a:t>
            </a:r>
            <a:r>
              <a:rPr spc="105" dirty="0"/>
              <a:t>is</a:t>
            </a:r>
            <a:r>
              <a:rPr spc="95" dirty="0"/>
              <a:t> </a:t>
            </a:r>
            <a:r>
              <a:rPr spc="50" dirty="0"/>
              <a:t>smoothness</a:t>
            </a:r>
            <a:r>
              <a:rPr spc="80" dirty="0"/>
              <a:t> </a:t>
            </a:r>
            <a:r>
              <a:rPr spc="40" dirty="0"/>
              <a:t>crucial?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50924" y="1233881"/>
            <a:ext cx="25749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265430" algn="l"/>
              </a:tabLst>
            </a:pPr>
            <a:r>
              <a:rPr sz="2800" spc="-10" dirty="0">
                <a:latin typeface="Symbol"/>
                <a:cs typeface="Symbol"/>
              </a:rPr>
              <a:t></a:t>
            </a:r>
            <a:r>
              <a:rPr sz="2800" spc="-10" dirty="0">
                <a:latin typeface="Calibri"/>
                <a:cs typeface="Calibri"/>
              </a:rPr>
              <a:t>(x</a:t>
            </a:r>
            <a:r>
              <a:rPr sz="2175" spc="-15" baseline="24904" dirty="0">
                <a:latin typeface="Arial"/>
                <a:cs typeface="Arial"/>
              </a:rPr>
              <a:t>●</a:t>
            </a:r>
            <a:r>
              <a:rPr sz="2800" spc="-10" dirty="0">
                <a:latin typeface="Calibri"/>
                <a:cs typeface="Calibri"/>
              </a:rPr>
              <a:t>w+b)=</a:t>
            </a:r>
            <a:r>
              <a:rPr sz="2800" spc="-10" dirty="0">
                <a:latin typeface="Symbol"/>
                <a:cs typeface="Symbol"/>
              </a:rPr>
              <a:t></a:t>
            </a:r>
            <a:r>
              <a:rPr sz="2800" spc="-10" dirty="0">
                <a:latin typeface="Calibri"/>
                <a:cs typeface="Calibri"/>
              </a:rPr>
              <a:t>(z)=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747515" y="1489075"/>
            <a:ext cx="786765" cy="22860"/>
          </a:xfrm>
          <a:custGeom>
            <a:avLst/>
            <a:gdLst/>
            <a:ahLst/>
            <a:cxnLst/>
            <a:rect l="l" t="t" r="r" b="b"/>
            <a:pathLst>
              <a:path w="786764" h="22859">
                <a:moveTo>
                  <a:pt x="786384" y="0"/>
                </a:moveTo>
                <a:lnTo>
                  <a:pt x="0" y="0"/>
                </a:lnTo>
                <a:lnTo>
                  <a:pt x="0" y="22860"/>
                </a:lnTo>
                <a:lnTo>
                  <a:pt x="786384" y="22860"/>
                </a:lnTo>
                <a:lnTo>
                  <a:pt x="78638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4052442" y="1121410"/>
            <a:ext cx="175895" cy="3365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050" spc="-50" dirty="0">
                <a:latin typeface="Cambria Math"/>
                <a:cs typeface="Cambria Math"/>
              </a:rPr>
              <a:t>1</a:t>
            </a:r>
            <a:endParaRPr sz="2050">
              <a:latin typeface="Cambria Math"/>
              <a:cs typeface="Cambria Math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710051" y="1508886"/>
            <a:ext cx="853440" cy="3365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sz="2050" spc="45" dirty="0">
                <a:latin typeface="Cambria Math"/>
                <a:cs typeface="Cambria Math"/>
              </a:rPr>
              <a:t>1+𝑒</a:t>
            </a:r>
            <a:r>
              <a:rPr sz="2475" spc="67" baseline="20202" dirty="0">
                <a:latin typeface="Cambria Math"/>
                <a:cs typeface="Cambria Math"/>
              </a:rPr>
              <a:t>−𝑧</a:t>
            </a:r>
            <a:endParaRPr sz="2475" baseline="20202">
              <a:latin typeface="Cambria Math"/>
              <a:cs typeface="Cambria Math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608074" y="1743582"/>
            <a:ext cx="8041640" cy="805815"/>
          </a:xfrm>
          <a:prstGeom prst="rect">
            <a:avLst/>
          </a:prstGeom>
        </p:spPr>
        <p:txBody>
          <a:bodyPr vert="horz" wrap="square" lIns="0" tIns="36830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290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-25" dirty="0">
                <a:latin typeface="Calibri"/>
                <a:cs typeface="Calibri"/>
              </a:rPr>
              <a:t>Now,</a:t>
            </a:r>
            <a:r>
              <a:rPr sz="2400" spc="-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when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small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change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in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specific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weight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-25" dirty="0">
                <a:latin typeface="Symbol"/>
                <a:cs typeface="Symbol"/>
              </a:rPr>
              <a:t></a:t>
            </a:r>
            <a:r>
              <a:rPr sz="2400" spc="-25" dirty="0">
                <a:latin typeface="Calibri"/>
                <a:cs typeface="Calibri"/>
              </a:rPr>
              <a:t>w</a:t>
            </a:r>
            <a:r>
              <a:rPr sz="2400" spc="-37" baseline="-20833" dirty="0">
                <a:latin typeface="Calibri"/>
                <a:cs typeface="Calibri"/>
              </a:rPr>
              <a:t>i</a:t>
            </a:r>
            <a:endParaRPr sz="2400" baseline="-20833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195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-35" dirty="0">
                <a:latin typeface="Calibri"/>
                <a:cs typeface="Calibri"/>
              </a:rPr>
              <a:t>We</a:t>
            </a:r>
            <a:r>
              <a:rPr sz="2400" spc="9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also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small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change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in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output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274689" y="3991736"/>
            <a:ext cx="8001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50" dirty="0">
                <a:latin typeface="Calibri"/>
                <a:cs typeface="Calibri"/>
              </a:rPr>
              <a:t>j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633473" y="3814953"/>
            <a:ext cx="532828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sz="2400" spc="70" dirty="0">
                <a:latin typeface="Calibri"/>
                <a:cs typeface="Calibri"/>
              </a:rPr>
              <a:t>The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sum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over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105" dirty="0">
                <a:latin typeface="Calibri"/>
                <a:cs typeface="Calibri"/>
              </a:rPr>
              <a:t>all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weights,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spc="-60" dirty="0">
                <a:latin typeface="Calibri"/>
                <a:cs typeface="Calibri"/>
              </a:rPr>
              <a:t>,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and</a:t>
            </a:r>
            <a:endParaRPr sz="2400" dirty="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064120" y="4051172"/>
            <a:ext cx="351155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120" dirty="0">
                <a:latin typeface="Cambria Math"/>
                <a:cs typeface="Cambria Math"/>
              </a:rPr>
              <a:t>𝜕𝑤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388732" y="4138040"/>
            <a:ext cx="114935" cy="24511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450" spc="125" dirty="0">
                <a:latin typeface="Cambria Math"/>
                <a:cs typeface="Cambria Math"/>
              </a:rPr>
              <a:t>𝑗</a:t>
            </a:r>
            <a:endParaRPr sz="1450">
              <a:latin typeface="Cambria Math"/>
              <a:cs typeface="Cambria Math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016877" y="3718941"/>
            <a:ext cx="1179830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655320" algn="l"/>
              </a:tabLst>
            </a:pPr>
            <a:r>
              <a:rPr sz="1750" u="heavy" spc="75" dirty="0">
                <a:uFill>
                  <a:solidFill>
                    <a:srgbClr val="000000"/>
                  </a:solidFill>
                </a:uFill>
                <a:latin typeface="Cambria Math"/>
                <a:cs typeface="Cambria Math"/>
              </a:rPr>
              <a:t>𝜕𝑜𝑢𝑡</a:t>
            </a:r>
            <a:r>
              <a:rPr sz="1750" u="none" dirty="0">
                <a:latin typeface="Cambria Math"/>
                <a:cs typeface="Cambria Math"/>
              </a:rPr>
              <a:t>	</a:t>
            </a:r>
            <a:r>
              <a:rPr sz="1750" u="heavy" spc="70" dirty="0">
                <a:uFill>
                  <a:solidFill>
                    <a:srgbClr val="000000"/>
                  </a:solidFill>
                </a:uFill>
                <a:latin typeface="Cambria Math"/>
                <a:cs typeface="Cambria Math"/>
              </a:rPr>
              <a:t>𝜕𝑜𝑢𝑡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7780401" y="4051172"/>
            <a:ext cx="295910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75" dirty="0">
                <a:latin typeface="Cambria Math"/>
                <a:cs typeface="Cambria Math"/>
              </a:rPr>
              <a:t>𝜕𝑏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7535036" y="3814953"/>
            <a:ext cx="342709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736600" algn="l"/>
              </a:tabLst>
            </a:pPr>
            <a:r>
              <a:rPr sz="2400" spc="-50" dirty="0">
                <a:latin typeface="Calibri"/>
                <a:cs typeface="Calibri"/>
              </a:rPr>
              <a:t>,</a:t>
            </a:r>
            <a:r>
              <a:rPr sz="2400" dirty="0">
                <a:latin typeface="Calibri"/>
                <a:cs typeface="Calibri"/>
              </a:rPr>
              <a:t>	represent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40" dirty="0">
                <a:latin typeface="Calibri"/>
                <a:cs typeface="Calibri"/>
              </a:rPr>
              <a:t>partial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633473" y="4260832"/>
            <a:ext cx="9204325" cy="114236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1300">
              <a:lnSpc>
                <a:spcPct val="100000"/>
              </a:lnSpc>
              <a:spcBef>
                <a:spcPts val="320"/>
              </a:spcBef>
            </a:pPr>
            <a:r>
              <a:rPr sz="2400" dirty="0">
                <a:latin typeface="Calibri"/>
                <a:cs typeface="Calibri"/>
              </a:rPr>
              <a:t>derivatives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respect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weight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or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bias.</a:t>
            </a:r>
            <a:endParaRPr sz="2400" dirty="0">
              <a:latin typeface="Calibri"/>
              <a:cs typeface="Calibri"/>
            </a:endParaRPr>
          </a:p>
          <a:p>
            <a:pPr marL="240029" marR="5080" indent="-227329">
              <a:lnSpc>
                <a:spcPts val="2590"/>
              </a:lnSpc>
              <a:spcBef>
                <a:spcPts val="545"/>
              </a:spcBef>
              <a:buFont typeface="Arial"/>
              <a:buChar char="•"/>
              <a:tabLst>
                <a:tab pos="241300" algn="l"/>
              </a:tabLst>
            </a:pPr>
            <a:r>
              <a:rPr sz="2400" spc="90" dirty="0">
                <a:latin typeface="Calibri"/>
                <a:cs typeface="Calibri"/>
              </a:rPr>
              <a:t>So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in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this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range,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essentially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linear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equation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40" dirty="0">
                <a:latin typeface="Calibri"/>
                <a:cs typeface="Calibri"/>
              </a:rPr>
              <a:t>approximating 	</a:t>
            </a:r>
            <a:r>
              <a:rPr sz="2400" dirty="0">
                <a:latin typeface="Calibri"/>
                <a:cs typeface="Calibri"/>
              </a:rPr>
              <a:t>our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output</a:t>
            </a:r>
            <a:endParaRPr sz="2400" dirty="0">
              <a:latin typeface="Calibri"/>
              <a:cs typeface="Calibri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3917762" y="3459860"/>
            <a:ext cx="147320" cy="33718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050" spc="160" dirty="0">
                <a:latin typeface="Cambria Math"/>
                <a:cs typeface="Cambria Math"/>
              </a:rPr>
              <a:t>𝑗</a:t>
            </a:r>
            <a:endParaRPr sz="2050" dirty="0">
              <a:latin typeface="Cambria Math"/>
              <a:cs typeface="Cambria Math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4415790" y="3448430"/>
            <a:ext cx="741045" cy="22860"/>
          </a:xfrm>
          <a:custGeom>
            <a:avLst/>
            <a:gdLst/>
            <a:ahLst/>
            <a:cxnLst/>
            <a:rect l="l" t="t" r="r" b="b"/>
            <a:pathLst>
              <a:path w="741045" h="22860">
                <a:moveTo>
                  <a:pt x="740663" y="0"/>
                </a:moveTo>
                <a:lnTo>
                  <a:pt x="0" y="0"/>
                </a:lnTo>
                <a:lnTo>
                  <a:pt x="0" y="22860"/>
                </a:lnTo>
                <a:lnTo>
                  <a:pt x="740663" y="22860"/>
                </a:lnTo>
                <a:lnTo>
                  <a:pt x="74066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4912867" y="3600653"/>
            <a:ext cx="147320" cy="33718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050" spc="160" dirty="0">
                <a:latin typeface="Cambria Math"/>
                <a:cs typeface="Cambria Math"/>
              </a:rPr>
              <a:t>𝑗</a:t>
            </a:r>
            <a:endParaRPr sz="2050">
              <a:latin typeface="Cambria Math"/>
              <a:cs typeface="Cambria Math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6214109" y="3448430"/>
            <a:ext cx="741045" cy="22860"/>
          </a:xfrm>
          <a:custGeom>
            <a:avLst/>
            <a:gdLst/>
            <a:ahLst/>
            <a:cxnLst/>
            <a:rect l="l" t="t" r="r" b="b"/>
            <a:pathLst>
              <a:path w="741045" h="22860">
                <a:moveTo>
                  <a:pt x="740663" y="0"/>
                </a:moveTo>
                <a:lnTo>
                  <a:pt x="0" y="0"/>
                </a:lnTo>
                <a:lnTo>
                  <a:pt x="0" y="22860"/>
                </a:lnTo>
                <a:lnTo>
                  <a:pt x="740663" y="22860"/>
                </a:lnTo>
                <a:lnTo>
                  <a:pt x="74066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4403852" y="2925825"/>
            <a:ext cx="255524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810385" algn="l"/>
              </a:tabLst>
            </a:pPr>
            <a:r>
              <a:rPr sz="2800" spc="-20" dirty="0">
                <a:latin typeface="Cambria Math"/>
                <a:cs typeface="Cambria Math"/>
              </a:rPr>
              <a:t>𝜕𝑜𝑢𝑡</a:t>
            </a:r>
            <a:r>
              <a:rPr sz="2800" dirty="0">
                <a:latin typeface="Cambria Math"/>
                <a:cs typeface="Cambria Math"/>
              </a:rPr>
              <a:t>	</a:t>
            </a:r>
            <a:r>
              <a:rPr sz="2800" spc="-20" dirty="0">
                <a:latin typeface="Cambria Math"/>
                <a:cs typeface="Cambria Math"/>
              </a:rPr>
              <a:t>𝜕𝑜𝑢𝑡</a:t>
            </a:r>
            <a:endParaRPr sz="2800" dirty="0">
              <a:latin typeface="Cambria Math"/>
              <a:cs typeface="Cambria Math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2612898" y="3194049"/>
            <a:ext cx="4201160" cy="68961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0800">
              <a:lnSpc>
                <a:spcPts val="2615"/>
              </a:lnSpc>
              <a:spcBef>
                <a:spcPts val="95"/>
              </a:spcBef>
              <a:tabLst>
                <a:tab pos="1272540" algn="l"/>
                <a:tab pos="2603500" algn="l"/>
              </a:tabLst>
            </a:pPr>
            <a:r>
              <a:rPr sz="2800" dirty="0">
                <a:latin typeface="Cambria Math"/>
                <a:cs typeface="Cambria Math"/>
              </a:rPr>
              <a:t>∆𝑜𝑢𝑡</a:t>
            </a:r>
            <a:r>
              <a:rPr sz="2800" spc="35" dirty="0">
                <a:latin typeface="Cambria Math"/>
                <a:cs typeface="Cambria Math"/>
              </a:rPr>
              <a:t> </a:t>
            </a:r>
            <a:r>
              <a:rPr sz="2800" spc="-50" dirty="0">
                <a:latin typeface="Cambria Math"/>
                <a:cs typeface="Cambria Math"/>
              </a:rPr>
              <a:t>~</a:t>
            </a:r>
            <a:r>
              <a:rPr sz="2800" dirty="0">
                <a:latin typeface="Cambria Math"/>
                <a:cs typeface="Cambria Math"/>
              </a:rPr>
              <a:t>	</a:t>
            </a:r>
            <a:r>
              <a:rPr lang="el-GR" sz="1800" dirty="0"/>
              <a:t>Σ</a:t>
            </a:r>
            <a:r>
              <a:rPr sz="2800" dirty="0">
                <a:latin typeface="Cambria Math"/>
                <a:cs typeface="Cambria Math"/>
              </a:rPr>
              <a:t>	∆𝑤</a:t>
            </a:r>
            <a:r>
              <a:rPr sz="3075" baseline="-16260" dirty="0">
                <a:latin typeface="Cambria Math"/>
                <a:cs typeface="Cambria Math"/>
              </a:rPr>
              <a:t>𝑗</a:t>
            </a:r>
            <a:r>
              <a:rPr sz="3075" spc="307" baseline="-16260" dirty="0">
                <a:latin typeface="Cambria Math"/>
                <a:cs typeface="Cambria Math"/>
              </a:rPr>
              <a:t> </a:t>
            </a:r>
            <a:r>
              <a:rPr sz="2800" spc="-50" dirty="0">
                <a:latin typeface="Cambria Math"/>
                <a:cs typeface="Cambria Math"/>
              </a:rPr>
              <a:t>+</a:t>
            </a:r>
            <a:endParaRPr sz="2800" dirty="0">
              <a:latin typeface="Cambria Math"/>
              <a:cs typeface="Cambria Math"/>
            </a:endParaRPr>
          </a:p>
          <a:p>
            <a:pPr marL="1887220">
              <a:lnSpc>
                <a:spcPts val="2615"/>
              </a:lnSpc>
              <a:tabLst>
                <a:tab pos="3772535" algn="l"/>
              </a:tabLst>
            </a:pPr>
            <a:r>
              <a:rPr sz="2800" spc="-25" dirty="0">
                <a:latin typeface="Cambria Math"/>
                <a:cs typeface="Cambria Math"/>
              </a:rPr>
              <a:t>𝜕𝑤</a:t>
            </a:r>
            <a:r>
              <a:rPr sz="2800" dirty="0">
                <a:latin typeface="Cambria Math"/>
                <a:cs typeface="Cambria Math"/>
              </a:rPr>
              <a:t>	</a:t>
            </a:r>
            <a:r>
              <a:rPr sz="2800" spc="-25" dirty="0">
                <a:latin typeface="Cambria Math"/>
                <a:cs typeface="Cambria Math"/>
              </a:rPr>
              <a:t>𝜕𝑏</a:t>
            </a:r>
            <a:endParaRPr sz="2800" dirty="0">
              <a:latin typeface="Cambria Math"/>
              <a:cs typeface="Cambria Math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7002526" y="3194049"/>
            <a:ext cx="429259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spc="-25" dirty="0">
                <a:latin typeface="Cambria Math"/>
                <a:cs typeface="Cambria Math"/>
              </a:rPr>
              <a:t>∆𝑏</a:t>
            </a:r>
            <a:endParaRPr sz="2800">
              <a:latin typeface="Cambria Math"/>
              <a:cs typeface="Cambria Math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Sigmoid </a:t>
            </a:r>
            <a:r>
              <a:rPr spc="35" dirty="0"/>
              <a:t>Neurons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1220188"/>
            <a:ext cx="9418955" cy="199771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75" dirty="0">
                <a:latin typeface="Calibri"/>
                <a:cs typeface="Calibri"/>
              </a:rPr>
              <a:t>In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end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actual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neuron</a:t>
            </a:r>
            <a:r>
              <a:rPr sz="2800" spc="19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doesn’t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matter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that</a:t>
            </a:r>
            <a:r>
              <a:rPr sz="2800" spc="195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much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Smoothness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lets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use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approximation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given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in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last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slide</a:t>
            </a:r>
            <a:endParaRPr sz="2400">
              <a:latin typeface="Calibri"/>
              <a:cs typeface="Calibri"/>
            </a:endParaRPr>
          </a:p>
          <a:p>
            <a:pPr lvl="1">
              <a:lnSpc>
                <a:spcPct val="100000"/>
              </a:lnSpc>
              <a:spcBef>
                <a:spcPts val="380"/>
              </a:spcBef>
              <a:buFont typeface="Arial"/>
              <a:buChar char="•"/>
            </a:pP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ts val="2740"/>
              </a:lnSpc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It’s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bonus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if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computing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derivatives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easy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do,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because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we</a:t>
            </a:r>
            <a:endParaRPr sz="2400">
              <a:latin typeface="Calibri"/>
              <a:cs typeface="Calibri"/>
            </a:endParaRPr>
          </a:p>
          <a:p>
            <a:pPr marL="697865">
              <a:lnSpc>
                <a:spcPts val="2740"/>
              </a:lnSpc>
            </a:pPr>
            <a:r>
              <a:rPr sz="2400" spc="105" dirty="0">
                <a:latin typeface="Calibri"/>
                <a:cs typeface="Calibri"/>
              </a:rPr>
              <a:t>will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doing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lot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when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training.</a:t>
            </a:r>
            <a:endParaRPr sz="24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Sigmoid </a:t>
            </a:r>
            <a:r>
              <a:rPr spc="35" dirty="0"/>
              <a:t>Neurons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3889423"/>
            <a:ext cx="9102725" cy="2284095"/>
          </a:xfrm>
          <a:prstGeom prst="rect">
            <a:avLst/>
          </a:prstGeom>
        </p:spPr>
        <p:txBody>
          <a:bodyPr vert="horz" wrap="square" lIns="0" tIns="46990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70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-50" dirty="0">
                <a:latin typeface="Calibri"/>
                <a:cs typeface="Calibri"/>
              </a:rPr>
              <a:t>Now,</a:t>
            </a:r>
            <a:r>
              <a:rPr sz="2800" spc="-80" dirty="0">
                <a:latin typeface="Calibri"/>
                <a:cs typeface="Calibri"/>
              </a:rPr>
              <a:t> </a:t>
            </a:r>
            <a:r>
              <a:rPr sz="2800" spc="70" dirty="0">
                <a:latin typeface="Calibri"/>
                <a:cs typeface="Calibri"/>
              </a:rPr>
              <a:t>if</a:t>
            </a:r>
            <a:r>
              <a:rPr sz="2800" spc="14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have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our</a:t>
            </a:r>
            <a:r>
              <a:rPr sz="2800" spc="155" dirty="0">
                <a:latin typeface="Calibri"/>
                <a:cs typeface="Calibri"/>
              </a:rPr>
              <a:t> </a:t>
            </a:r>
            <a:r>
              <a:rPr sz="2800" spc="25" dirty="0">
                <a:latin typeface="Calibri"/>
                <a:cs typeface="Calibri"/>
              </a:rPr>
              <a:t>NN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3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Perceptron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neurons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easy</a:t>
            </a:r>
            <a:r>
              <a:rPr sz="2400" spc="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evaluate</a:t>
            </a:r>
            <a:endParaRPr sz="2400">
              <a:latin typeface="Calibri"/>
              <a:cs typeface="Calibri"/>
            </a:endParaRPr>
          </a:p>
          <a:p>
            <a:pPr marL="1155065" lvl="2" indent="-228600">
              <a:lnSpc>
                <a:spcPct val="100000"/>
              </a:lnSpc>
              <a:spcBef>
                <a:spcPts val="29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spc="70" dirty="0">
                <a:latin typeface="Calibri"/>
                <a:cs typeface="Calibri"/>
              </a:rPr>
              <a:t>0</a:t>
            </a:r>
            <a:r>
              <a:rPr sz="2000" spc="8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or</a:t>
            </a:r>
            <a:r>
              <a:rPr sz="2000" spc="9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1;</a:t>
            </a:r>
            <a:r>
              <a:rPr sz="2000" spc="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yes,</a:t>
            </a:r>
            <a:r>
              <a:rPr sz="2000" spc="-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or</a:t>
            </a:r>
            <a:r>
              <a:rPr sz="2000" spc="80" dirty="0">
                <a:latin typeface="Calibri"/>
                <a:cs typeface="Calibri"/>
              </a:rPr>
              <a:t> </a:t>
            </a:r>
            <a:r>
              <a:rPr sz="2000" spc="-25" dirty="0">
                <a:latin typeface="Calibri"/>
                <a:cs typeface="Calibri"/>
              </a:rPr>
              <a:t>no;</a:t>
            </a:r>
            <a:endParaRPr sz="2000">
              <a:latin typeface="Calibri"/>
              <a:cs typeface="Calibri"/>
            </a:endParaRPr>
          </a:p>
          <a:p>
            <a:pPr marL="696595" marR="5080" lvl="1" indent="-227329">
              <a:lnSpc>
                <a:spcPts val="2590"/>
              </a:lnSpc>
              <a:spcBef>
                <a:spcPts val="515"/>
              </a:spcBef>
              <a:buFont typeface="Arial"/>
              <a:buChar char="•"/>
              <a:tabLst>
                <a:tab pos="697865" algn="l"/>
              </a:tabLst>
            </a:pPr>
            <a:r>
              <a:rPr sz="2400" spc="60" dirty="0">
                <a:latin typeface="Calibri"/>
                <a:cs typeface="Calibri"/>
              </a:rPr>
              <a:t>Since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sigmoids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continuous,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setup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some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criteria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to 	</a:t>
            </a:r>
            <a:r>
              <a:rPr sz="2400" dirty="0">
                <a:latin typeface="Calibri"/>
                <a:cs typeface="Calibri"/>
              </a:rPr>
              <a:t>decide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what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saying</a:t>
            </a:r>
            <a:endParaRPr sz="2400">
              <a:latin typeface="Calibri"/>
              <a:cs typeface="Calibri"/>
            </a:endParaRPr>
          </a:p>
          <a:p>
            <a:pPr marL="1155065" lvl="2" indent="-228600">
              <a:lnSpc>
                <a:spcPct val="100000"/>
              </a:lnSpc>
              <a:spcBef>
                <a:spcPts val="25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dirty="0">
                <a:latin typeface="Calibri"/>
                <a:cs typeface="Calibri"/>
              </a:rPr>
              <a:t>Maybe</a:t>
            </a:r>
            <a:r>
              <a:rPr sz="2000" spc="1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if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95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value</a:t>
            </a:r>
            <a:r>
              <a:rPr sz="2000" spc="110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is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&gt;0.5,</a:t>
            </a:r>
            <a:r>
              <a:rPr sz="2000" spc="-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then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that</a:t>
            </a:r>
            <a:r>
              <a:rPr sz="2000" spc="11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input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is</a:t>
            </a:r>
            <a:r>
              <a:rPr sz="2000" spc="1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spc="-25" dirty="0">
                <a:latin typeface="Calibri"/>
                <a:cs typeface="Calibri"/>
              </a:rPr>
              <a:t>9.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79295" y="788162"/>
            <a:ext cx="6988936" cy="3355086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60" dirty="0"/>
              <a:t>Neural</a:t>
            </a:r>
            <a:r>
              <a:rPr spc="235" dirty="0"/>
              <a:t> </a:t>
            </a:r>
            <a:r>
              <a:rPr dirty="0"/>
              <a:t>Network </a:t>
            </a:r>
            <a:r>
              <a:rPr spc="-10" dirty="0"/>
              <a:t>Architecture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418713" y="1573911"/>
            <a:ext cx="6229350" cy="4039235"/>
            <a:chOff x="3418713" y="1573911"/>
            <a:chExt cx="6229350" cy="403923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418713" y="1573911"/>
              <a:ext cx="6229144" cy="3378835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4702555" y="4958714"/>
              <a:ext cx="1742439" cy="650875"/>
            </a:xfrm>
            <a:custGeom>
              <a:avLst/>
              <a:gdLst/>
              <a:ahLst/>
              <a:cxnLst/>
              <a:rect l="l" t="t" r="r" b="b"/>
              <a:pathLst>
                <a:path w="1742439" h="650875">
                  <a:moveTo>
                    <a:pt x="1742186" y="0"/>
                  </a:moveTo>
                  <a:lnTo>
                    <a:pt x="1738962" y="44152"/>
                  </a:lnTo>
                  <a:lnTo>
                    <a:pt x="1729570" y="86499"/>
                  </a:lnTo>
                  <a:lnTo>
                    <a:pt x="1714432" y="126652"/>
                  </a:lnTo>
                  <a:lnTo>
                    <a:pt x="1693968" y="164225"/>
                  </a:lnTo>
                  <a:lnTo>
                    <a:pt x="1668598" y="198828"/>
                  </a:lnTo>
                  <a:lnTo>
                    <a:pt x="1638744" y="230076"/>
                  </a:lnTo>
                  <a:lnTo>
                    <a:pt x="1604826" y="257580"/>
                  </a:lnTo>
                  <a:lnTo>
                    <a:pt x="1567264" y="280952"/>
                  </a:lnTo>
                  <a:lnTo>
                    <a:pt x="1526480" y="299805"/>
                  </a:lnTo>
                  <a:lnTo>
                    <a:pt x="1482894" y="313751"/>
                  </a:lnTo>
                  <a:lnTo>
                    <a:pt x="1436926" y="322403"/>
                  </a:lnTo>
                  <a:lnTo>
                    <a:pt x="1388999" y="325374"/>
                  </a:lnTo>
                  <a:lnTo>
                    <a:pt x="1224280" y="325374"/>
                  </a:lnTo>
                  <a:lnTo>
                    <a:pt x="1176352" y="328341"/>
                  </a:lnTo>
                  <a:lnTo>
                    <a:pt x="1130384" y="336986"/>
                  </a:lnTo>
                  <a:lnTo>
                    <a:pt x="1086798" y="350923"/>
                  </a:lnTo>
                  <a:lnTo>
                    <a:pt x="1046014" y="369763"/>
                  </a:lnTo>
                  <a:lnTo>
                    <a:pt x="1008452" y="393121"/>
                  </a:lnTo>
                  <a:lnTo>
                    <a:pt x="974534" y="420609"/>
                  </a:lnTo>
                  <a:lnTo>
                    <a:pt x="944680" y="451842"/>
                  </a:lnTo>
                  <a:lnTo>
                    <a:pt x="919310" y="486432"/>
                  </a:lnTo>
                  <a:lnTo>
                    <a:pt x="898846" y="523993"/>
                  </a:lnTo>
                  <a:lnTo>
                    <a:pt x="883708" y="564138"/>
                  </a:lnTo>
                  <a:lnTo>
                    <a:pt x="874316" y="606480"/>
                  </a:lnTo>
                  <a:lnTo>
                    <a:pt x="871093" y="650633"/>
                  </a:lnTo>
                  <a:lnTo>
                    <a:pt x="867869" y="606480"/>
                  </a:lnTo>
                  <a:lnTo>
                    <a:pt x="858477" y="564138"/>
                  </a:lnTo>
                  <a:lnTo>
                    <a:pt x="843339" y="523993"/>
                  </a:lnTo>
                  <a:lnTo>
                    <a:pt x="822875" y="486432"/>
                  </a:lnTo>
                  <a:lnTo>
                    <a:pt x="797505" y="451842"/>
                  </a:lnTo>
                  <a:lnTo>
                    <a:pt x="767651" y="420609"/>
                  </a:lnTo>
                  <a:lnTo>
                    <a:pt x="733733" y="393121"/>
                  </a:lnTo>
                  <a:lnTo>
                    <a:pt x="696171" y="369763"/>
                  </a:lnTo>
                  <a:lnTo>
                    <a:pt x="655387" y="350923"/>
                  </a:lnTo>
                  <a:lnTo>
                    <a:pt x="611801" y="336986"/>
                  </a:lnTo>
                  <a:lnTo>
                    <a:pt x="565833" y="328341"/>
                  </a:lnTo>
                  <a:lnTo>
                    <a:pt x="517906" y="325374"/>
                  </a:lnTo>
                  <a:lnTo>
                    <a:pt x="353060" y="325374"/>
                  </a:lnTo>
                  <a:lnTo>
                    <a:pt x="305134" y="322403"/>
                  </a:lnTo>
                  <a:lnTo>
                    <a:pt x="259174" y="313751"/>
                  </a:lnTo>
                  <a:lnTo>
                    <a:pt x="215598" y="299805"/>
                  </a:lnTo>
                  <a:lnTo>
                    <a:pt x="174827" y="280952"/>
                  </a:lnTo>
                  <a:lnTo>
                    <a:pt x="137280" y="257580"/>
                  </a:lnTo>
                  <a:lnTo>
                    <a:pt x="103378" y="230076"/>
                  </a:lnTo>
                  <a:lnTo>
                    <a:pt x="73539" y="198828"/>
                  </a:lnTo>
                  <a:lnTo>
                    <a:pt x="48184" y="164225"/>
                  </a:lnTo>
                  <a:lnTo>
                    <a:pt x="27733" y="126652"/>
                  </a:lnTo>
                  <a:lnTo>
                    <a:pt x="12605" y="86499"/>
                  </a:lnTo>
                  <a:lnTo>
                    <a:pt x="3221" y="44152"/>
                  </a:lnTo>
                  <a:lnTo>
                    <a:pt x="0" y="0"/>
                  </a:lnTo>
                </a:path>
              </a:pathLst>
            </a:custGeom>
            <a:ln w="6350">
              <a:solidFill>
                <a:srgbClr val="5B9B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741680" y="3073095"/>
            <a:ext cx="141541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libri"/>
                <a:cs typeface="Calibri"/>
              </a:rPr>
              <a:t>Input</a:t>
            </a:r>
            <a:r>
              <a:rPr sz="2400" spc="-20" dirty="0">
                <a:latin typeface="Calibri"/>
                <a:cs typeface="Calibri"/>
              </a:rPr>
              <a:t> Layer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576195" y="1573911"/>
            <a:ext cx="650875" cy="3490595"/>
          </a:xfrm>
          <a:custGeom>
            <a:avLst/>
            <a:gdLst/>
            <a:ahLst/>
            <a:cxnLst/>
            <a:rect l="l" t="t" r="r" b="b"/>
            <a:pathLst>
              <a:path w="650875" h="3490595">
                <a:moveTo>
                  <a:pt x="650621" y="3490468"/>
                </a:moveTo>
                <a:lnTo>
                  <a:pt x="606468" y="3487244"/>
                </a:lnTo>
                <a:lnTo>
                  <a:pt x="564121" y="3477852"/>
                </a:lnTo>
                <a:lnTo>
                  <a:pt x="523968" y="3462714"/>
                </a:lnTo>
                <a:lnTo>
                  <a:pt x="486395" y="3442250"/>
                </a:lnTo>
                <a:lnTo>
                  <a:pt x="451792" y="3416880"/>
                </a:lnTo>
                <a:lnTo>
                  <a:pt x="420544" y="3387026"/>
                </a:lnTo>
                <a:lnTo>
                  <a:pt x="393040" y="3353108"/>
                </a:lnTo>
                <a:lnTo>
                  <a:pt x="369668" y="3315546"/>
                </a:lnTo>
                <a:lnTo>
                  <a:pt x="350815" y="3274762"/>
                </a:lnTo>
                <a:lnTo>
                  <a:pt x="336869" y="3231176"/>
                </a:lnTo>
                <a:lnTo>
                  <a:pt x="328217" y="3185208"/>
                </a:lnTo>
                <a:lnTo>
                  <a:pt x="325247" y="3137281"/>
                </a:lnTo>
                <a:lnTo>
                  <a:pt x="325247" y="2098421"/>
                </a:lnTo>
                <a:lnTo>
                  <a:pt x="322276" y="2050493"/>
                </a:lnTo>
                <a:lnTo>
                  <a:pt x="313625" y="2004525"/>
                </a:lnTo>
                <a:lnTo>
                  <a:pt x="299680" y="1960939"/>
                </a:lnTo>
                <a:lnTo>
                  <a:pt x="280829" y="1920155"/>
                </a:lnTo>
                <a:lnTo>
                  <a:pt x="257462" y="1882593"/>
                </a:lnTo>
                <a:lnTo>
                  <a:pt x="229965" y="1848675"/>
                </a:lnTo>
                <a:lnTo>
                  <a:pt x="198727" y="1818821"/>
                </a:lnTo>
                <a:lnTo>
                  <a:pt x="164135" y="1793451"/>
                </a:lnTo>
                <a:lnTo>
                  <a:pt x="126579" y="1772987"/>
                </a:lnTo>
                <a:lnTo>
                  <a:pt x="86445" y="1757849"/>
                </a:lnTo>
                <a:lnTo>
                  <a:pt x="44123" y="1748457"/>
                </a:lnTo>
                <a:lnTo>
                  <a:pt x="0" y="1745234"/>
                </a:lnTo>
                <a:lnTo>
                  <a:pt x="44123" y="1742010"/>
                </a:lnTo>
                <a:lnTo>
                  <a:pt x="86445" y="1732618"/>
                </a:lnTo>
                <a:lnTo>
                  <a:pt x="126579" y="1717480"/>
                </a:lnTo>
                <a:lnTo>
                  <a:pt x="164135" y="1697016"/>
                </a:lnTo>
                <a:lnTo>
                  <a:pt x="198727" y="1671646"/>
                </a:lnTo>
                <a:lnTo>
                  <a:pt x="229965" y="1641792"/>
                </a:lnTo>
                <a:lnTo>
                  <a:pt x="257462" y="1607874"/>
                </a:lnTo>
                <a:lnTo>
                  <a:pt x="280829" y="1570312"/>
                </a:lnTo>
                <a:lnTo>
                  <a:pt x="299680" y="1529528"/>
                </a:lnTo>
                <a:lnTo>
                  <a:pt x="313625" y="1485942"/>
                </a:lnTo>
                <a:lnTo>
                  <a:pt x="322276" y="1439974"/>
                </a:lnTo>
                <a:lnTo>
                  <a:pt x="325247" y="1392047"/>
                </a:lnTo>
                <a:lnTo>
                  <a:pt x="325247" y="353187"/>
                </a:lnTo>
                <a:lnTo>
                  <a:pt x="328217" y="305259"/>
                </a:lnTo>
                <a:lnTo>
                  <a:pt x="336869" y="259291"/>
                </a:lnTo>
                <a:lnTo>
                  <a:pt x="350815" y="215705"/>
                </a:lnTo>
                <a:lnTo>
                  <a:pt x="369668" y="174921"/>
                </a:lnTo>
                <a:lnTo>
                  <a:pt x="393040" y="137359"/>
                </a:lnTo>
                <a:lnTo>
                  <a:pt x="420544" y="103441"/>
                </a:lnTo>
                <a:lnTo>
                  <a:pt x="451792" y="73587"/>
                </a:lnTo>
                <a:lnTo>
                  <a:pt x="486395" y="48217"/>
                </a:lnTo>
                <a:lnTo>
                  <a:pt x="523968" y="27753"/>
                </a:lnTo>
                <a:lnTo>
                  <a:pt x="564121" y="12615"/>
                </a:lnTo>
                <a:lnTo>
                  <a:pt x="606468" y="3223"/>
                </a:lnTo>
                <a:lnTo>
                  <a:pt x="650621" y="0"/>
                </a:lnTo>
              </a:path>
            </a:pathLst>
          </a:custGeom>
          <a:ln w="6350">
            <a:solidFill>
              <a:srgbClr val="5B9BD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4861305" y="4616957"/>
            <a:ext cx="3776345" cy="14052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1463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-10" dirty="0">
                <a:latin typeface="Calibri"/>
                <a:cs typeface="Calibri"/>
              </a:rPr>
              <a:t> Layer</a:t>
            </a:r>
            <a:endParaRPr sz="24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2170"/>
              </a:spcBef>
            </a:pPr>
            <a:endParaRPr sz="24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2400" dirty="0">
                <a:latin typeface="Calibri"/>
                <a:cs typeface="Calibri"/>
              </a:rPr>
              <a:t>Hidden</a:t>
            </a:r>
            <a:r>
              <a:rPr sz="2400" spc="-105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Layer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833107" y="3944746"/>
            <a:ext cx="1742439" cy="650875"/>
          </a:xfrm>
          <a:custGeom>
            <a:avLst/>
            <a:gdLst/>
            <a:ahLst/>
            <a:cxnLst/>
            <a:rect l="l" t="t" r="r" b="b"/>
            <a:pathLst>
              <a:path w="1742440" h="650875">
                <a:moveTo>
                  <a:pt x="1742313" y="0"/>
                </a:moveTo>
                <a:lnTo>
                  <a:pt x="1739089" y="44123"/>
                </a:lnTo>
                <a:lnTo>
                  <a:pt x="1729697" y="86445"/>
                </a:lnTo>
                <a:lnTo>
                  <a:pt x="1714559" y="126579"/>
                </a:lnTo>
                <a:lnTo>
                  <a:pt x="1694095" y="164135"/>
                </a:lnTo>
                <a:lnTo>
                  <a:pt x="1668725" y="198727"/>
                </a:lnTo>
                <a:lnTo>
                  <a:pt x="1638871" y="229965"/>
                </a:lnTo>
                <a:lnTo>
                  <a:pt x="1604953" y="257462"/>
                </a:lnTo>
                <a:lnTo>
                  <a:pt x="1567391" y="280829"/>
                </a:lnTo>
                <a:lnTo>
                  <a:pt x="1526607" y="299680"/>
                </a:lnTo>
                <a:lnTo>
                  <a:pt x="1483021" y="313625"/>
                </a:lnTo>
                <a:lnTo>
                  <a:pt x="1437053" y="322276"/>
                </a:lnTo>
                <a:lnTo>
                  <a:pt x="1389126" y="325246"/>
                </a:lnTo>
                <a:lnTo>
                  <a:pt x="1224407" y="325246"/>
                </a:lnTo>
                <a:lnTo>
                  <a:pt x="1176479" y="328217"/>
                </a:lnTo>
                <a:lnTo>
                  <a:pt x="1130511" y="336869"/>
                </a:lnTo>
                <a:lnTo>
                  <a:pt x="1086925" y="350815"/>
                </a:lnTo>
                <a:lnTo>
                  <a:pt x="1046141" y="369668"/>
                </a:lnTo>
                <a:lnTo>
                  <a:pt x="1008579" y="393040"/>
                </a:lnTo>
                <a:lnTo>
                  <a:pt x="974661" y="420544"/>
                </a:lnTo>
                <a:lnTo>
                  <a:pt x="944807" y="451792"/>
                </a:lnTo>
                <a:lnTo>
                  <a:pt x="919437" y="486395"/>
                </a:lnTo>
                <a:lnTo>
                  <a:pt x="898973" y="523968"/>
                </a:lnTo>
                <a:lnTo>
                  <a:pt x="883835" y="564121"/>
                </a:lnTo>
                <a:lnTo>
                  <a:pt x="874443" y="606468"/>
                </a:lnTo>
                <a:lnTo>
                  <a:pt x="871220" y="650620"/>
                </a:lnTo>
                <a:lnTo>
                  <a:pt x="867996" y="606468"/>
                </a:lnTo>
                <a:lnTo>
                  <a:pt x="858604" y="564121"/>
                </a:lnTo>
                <a:lnTo>
                  <a:pt x="843466" y="523968"/>
                </a:lnTo>
                <a:lnTo>
                  <a:pt x="823002" y="486395"/>
                </a:lnTo>
                <a:lnTo>
                  <a:pt x="797632" y="451792"/>
                </a:lnTo>
                <a:lnTo>
                  <a:pt x="767778" y="420544"/>
                </a:lnTo>
                <a:lnTo>
                  <a:pt x="733860" y="393040"/>
                </a:lnTo>
                <a:lnTo>
                  <a:pt x="696298" y="369668"/>
                </a:lnTo>
                <a:lnTo>
                  <a:pt x="655514" y="350815"/>
                </a:lnTo>
                <a:lnTo>
                  <a:pt x="611928" y="336869"/>
                </a:lnTo>
                <a:lnTo>
                  <a:pt x="565960" y="328217"/>
                </a:lnTo>
                <a:lnTo>
                  <a:pt x="518033" y="325246"/>
                </a:lnTo>
                <a:lnTo>
                  <a:pt x="353187" y="325246"/>
                </a:lnTo>
                <a:lnTo>
                  <a:pt x="305259" y="322276"/>
                </a:lnTo>
                <a:lnTo>
                  <a:pt x="259291" y="313625"/>
                </a:lnTo>
                <a:lnTo>
                  <a:pt x="215705" y="299680"/>
                </a:lnTo>
                <a:lnTo>
                  <a:pt x="174921" y="280829"/>
                </a:lnTo>
                <a:lnTo>
                  <a:pt x="137359" y="257462"/>
                </a:lnTo>
                <a:lnTo>
                  <a:pt x="103441" y="229965"/>
                </a:lnTo>
                <a:lnTo>
                  <a:pt x="73587" y="198727"/>
                </a:lnTo>
                <a:lnTo>
                  <a:pt x="48217" y="164135"/>
                </a:lnTo>
                <a:lnTo>
                  <a:pt x="27753" y="126579"/>
                </a:lnTo>
                <a:lnTo>
                  <a:pt x="12615" y="86445"/>
                </a:lnTo>
                <a:lnTo>
                  <a:pt x="3223" y="44123"/>
                </a:lnTo>
                <a:lnTo>
                  <a:pt x="0" y="0"/>
                </a:lnTo>
              </a:path>
            </a:pathLst>
          </a:custGeom>
          <a:ln w="6350">
            <a:solidFill>
              <a:srgbClr val="5B9BD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3354704" y="696595"/>
            <a:ext cx="466534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dirty="0">
                <a:latin typeface="Calibri"/>
                <a:cs typeface="Calibri"/>
              </a:rPr>
              <a:t>Three</a:t>
            </a:r>
            <a:r>
              <a:rPr sz="3200" spc="-12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Layer</a:t>
            </a:r>
            <a:r>
              <a:rPr sz="3200" spc="-11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Neural</a:t>
            </a:r>
            <a:r>
              <a:rPr sz="3200" spc="-11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Network</a:t>
            </a:r>
            <a:endParaRPr sz="32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Four</a:t>
            </a:r>
            <a:r>
              <a:rPr spc="170" dirty="0"/>
              <a:t> </a:t>
            </a:r>
            <a:r>
              <a:rPr spc="55" dirty="0"/>
              <a:t>Layer</a:t>
            </a:r>
            <a:r>
              <a:rPr spc="195" dirty="0"/>
              <a:t> </a:t>
            </a:r>
            <a:r>
              <a:rPr spc="55" dirty="0"/>
              <a:t>Neural</a:t>
            </a:r>
            <a:r>
              <a:rPr spc="165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441952"/>
            <a:ext cx="596519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95" dirty="0">
                <a:latin typeface="Calibri"/>
                <a:cs typeface="Calibri"/>
              </a:rPr>
              <a:t>This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spc="80" dirty="0">
                <a:latin typeface="Calibri"/>
                <a:cs typeface="Calibri"/>
              </a:rPr>
              <a:t>multi-</a:t>
            </a:r>
            <a:r>
              <a:rPr sz="2800" dirty="0">
                <a:latin typeface="Calibri"/>
                <a:cs typeface="Calibri"/>
              </a:rPr>
              <a:t>layer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perceptron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(MLP)</a:t>
            </a:r>
            <a:endParaRPr sz="28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69844" y="1036319"/>
            <a:ext cx="5505450" cy="3086099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110" dirty="0"/>
              <a:t> </a:t>
            </a:r>
            <a:r>
              <a:rPr dirty="0"/>
              <a:t>do</a:t>
            </a:r>
            <a:r>
              <a:rPr spc="190" dirty="0"/>
              <a:t> </a:t>
            </a:r>
            <a:r>
              <a:rPr dirty="0"/>
              <a:t>we</a:t>
            </a:r>
            <a:r>
              <a:rPr spc="210" dirty="0"/>
              <a:t> </a:t>
            </a:r>
            <a:r>
              <a:rPr spc="85" dirty="0"/>
              <a:t>design</a:t>
            </a:r>
            <a:r>
              <a:rPr spc="190" dirty="0"/>
              <a:t> </a:t>
            </a:r>
            <a:r>
              <a:rPr dirty="0"/>
              <a:t>our</a:t>
            </a:r>
            <a:r>
              <a:rPr spc="190" dirty="0"/>
              <a:t> </a:t>
            </a:r>
            <a:r>
              <a:rPr spc="60" dirty="0"/>
              <a:t>Neural</a:t>
            </a:r>
            <a:r>
              <a:rPr spc="175" dirty="0"/>
              <a:t> </a:t>
            </a:r>
            <a:r>
              <a:rPr dirty="0"/>
              <a:t>Network</a:t>
            </a:r>
            <a:r>
              <a:rPr spc="-40" dirty="0"/>
              <a:t> </a:t>
            </a:r>
            <a:r>
              <a:rPr spc="-10" dirty="0"/>
              <a:t>Topology?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181602"/>
            <a:ext cx="9824085" cy="19278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0029" indent="-227329">
              <a:lnSpc>
                <a:spcPts val="3329"/>
              </a:lnSpc>
              <a:spcBef>
                <a:spcPts val="9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-10" dirty="0">
                <a:latin typeface="Calibri"/>
                <a:cs typeface="Calibri"/>
              </a:rPr>
              <a:t>Inputs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ts val="2850"/>
              </a:lnSpc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Depends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number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type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inputs</a:t>
            </a:r>
            <a:endParaRPr sz="2400">
              <a:latin typeface="Calibri"/>
              <a:cs typeface="Calibri"/>
            </a:endParaRPr>
          </a:p>
          <a:p>
            <a:pPr marL="240029" indent="-227329">
              <a:lnSpc>
                <a:spcPts val="3329"/>
              </a:lnSpc>
              <a:spcBef>
                <a:spcPts val="309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-10" dirty="0">
                <a:latin typeface="Calibri"/>
                <a:cs typeface="Calibri"/>
              </a:rPr>
              <a:t>Outputs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ts val="2565"/>
              </a:lnSpc>
              <a:buFont typeface="Arial"/>
              <a:buChar char="•"/>
              <a:tabLst>
                <a:tab pos="696595" algn="l"/>
              </a:tabLst>
            </a:pPr>
            <a:r>
              <a:rPr sz="2400" spc="60" dirty="0">
                <a:latin typeface="Calibri"/>
                <a:cs typeface="Calibri"/>
              </a:rPr>
              <a:t>If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trying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do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handwritten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digit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recognition,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then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could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use</a:t>
            </a:r>
            <a:endParaRPr sz="2400">
              <a:latin typeface="Calibri"/>
              <a:cs typeface="Calibri"/>
            </a:endParaRPr>
          </a:p>
          <a:p>
            <a:pPr marL="697865">
              <a:lnSpc>
                <a:spcPts val="2595"/>
              </a:lnSpc>
            </a:pPr>
            <a:r>
              <a:rPr sz="2400" spc="80" dirty="0">
                <a:latin typeface="Calibri"/>
                <a:cs typeface="Calibri"/>
              </a:rPr>
              <a:t>10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outputs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(0,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1,</a:t>
            </a:r>
            <a:r>
              <a:rPr sz="2400" spc="-105" dirty="0">
                <a:latin typeface="Calibri"/>
                <a:cs typeface="Calibri"/>
              </a:rPr>
              <a:t> </a:t>
            </a:r>
            <a:r>
              <a:rPr sz="2400" spc="145" dirty="0">
                <a:latin typeface="Calibri"/>
                <a:cs typeface="Calibri"/>
              </a:rPr>
              <a:t>…</a:t>
            </a:r>
            <a:r>
              <a:rPr sz="2400" spc="-100" dirty="0">
                <a:latin typeface="Calibri"/>
                <a:cs typeface="Calibri"/>
              </a:rPr>
              <a:t> </a:t>
            </a:r>
            <a:r>
              <a:rPr sz="2400" spc="-60" dirty="0">
                <a:latin typeface="Calibri"/>
                <a:cs typeface="Calibri"/>
              </a:rPr>
              <a:t>,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9)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69844" y="1036319"/>
            <a:ext cx="5505450" cy="3086099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110" dirty="0"/>
              <a:t> </a:t>
            </a:r>
            <a:r>
              <a:rPr dirty="0"/>
              <a:t>do</a:t>
            </a:r>
            <a:r>
              <a:rPr spc="190" dirty="0"/>
              <a:t> </a:t>
            </a:r>
            <a:r>
              <a:rPr dirty="0"/>
              <a:t>we</a:t>
            </a:r>
            <a:r>
              <a:rPr spc="210" dirty="0"/>
              <a:t> </a:t>
            </a:r>
            <a:r>
              <a:rPr spc="85" dirty="0"/>
              <a:t>design</a:t>
            </a:r>
            <a:r>
              <a:rPr spc="190" dirty="0"/>
              <a:t> </a:t>
            </a:r>
            <a:r>
              <a:rPr dirty="0"/>
              <a:t>our</a:t>
            </a:r>
            <a:r>
              <a:rPr spc="190" dirty="0"/>
              <a:t> </a:t>
            </a:r>
            <a:r>
              <a:rPr spc="60" dirty="0"/>
              <a:t>Neural</a:t>
            </a:r>
            <a:r>
              <a:rPr spc="175" dirty="0"/>
              <a:t> </a:t>
            </a:r>
            <a:r>
              <a:rPr dirty="0"/>
              <a:t>Network</a:t>
            </a:r>
            <a:r>
              <a:rPr spc="-40" dirty="0"/>
              <a:t> </a:t>
            </a:r>
            <a:r>
              <a:rPr spc="-10" dirty="0"/>
              <a:t>Topology?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183734"/>
            <a:ext cx="9861550" cy="160401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Input:</a:t>
            </a:r>
            <a:r>
              <a:rPr sz="2800" spc="145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64</a:t>
            </a:r>
            <a:r>
              <a:rPr sz="2800" spc="130" dirty="0">
                <a:latin typeface="Calibri"/>
                <a:cs typeface="Calibri"/>
              </a:rPr>
              <a:t> </a:t>
            </a:r>
            <a:r>
              <a:rPr sz="2800" spc="215" dirty="0">
                <a:latin typeface="Calibri"/>
                <a:cs typeface="Calibri"/>
              </a:rPr>
              <a:t>x</a:t>
            </a:r>
            <a:r>
              <a:rPr sz="2800" spc="5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64</a:t>
            </a:r>
            <a:r>
              <a:rPr sz="2800" spc="130" dirty="0">
                <a:latin typeface="Calibri"/>
                <a:cs typeface="Calibri"/>
              </a:rPr>
              <a:t> </a:t>
            </a:r>
            <a:r>
              <a:rPr sz="2800" spc="95" dirty="0">
                <a:latin typeface="Calibri"/>
                <a:cs typeface="Calibri"/>
              </a:rPr>
              <a:t>pixel</a:t>
            </a:r>
            <a:r>
              <a:rPr sz="2800" spc="145" dirty="0">
                <a:latin typeface="Calibri"/>
                <a:cs typeface="Calibri"/>
              </a:rPr>
              <a:t> </a:t>
            </a:r>
            <a:r>
              <a:rPr sz="2800" spc="55" dirty="0">
                <a:latin typeface="Calibri"/>
                <a:cs typeface="Calibri"/>
              </a:rPr>
              <a:t>greyscale</a:t>
            </a:r>
            <a:r>
              <a:rPr sz="2800" spc="140" dirty="0">
                <a:latin typeface="Calibri"/>
                <a:cs typeface="Calibri"/>
              </a:rPr>
              <a:t> </a:t>
            </a:r>
            <a:r>
              <a:rPr sz="2800" spc="70" dirty="0">
                <a:latin typeface="Calibri"/>
                <a:cs typeface="Calibri"/>
              </a:rPr>
              <a:t>image</a:t>
            </a:r>
            <a:endParaRPr sz="2800">
              <a:latin typeface="Calibri"/>
              <a:cs typeface="Calibri"/>
            </a:endParaRPr>
          </a:p>
          <a:p>
            <a:pPr marL="696595" marR="5080" lvl="1" indent="-227329">
              <a:lnSpc>
                <a:spcPts val="2590"/>
              </a:lnSpc>
              <a:spcBef>
                <a:spcPts val="560"/>
              </a:spcBef>
              <a:buFont typeface="Arial"/>
              <a:buChar char="•"/>
              <a:tabLst>
                <a:tab pos="697865" algn="l"/>
              </a:tabLst>
            </a:pPr>
            <a:r>
              <a:rPr sz="2400" spc="-35" dirty="0">
                <a:latin typeface="Calibri"/>
                <a:cs typeface="Calibri"/>
              </a:rPr>
              <a:t>We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could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4096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neurons,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each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values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between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0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1, 	</a:t>
            </a:r>
            <a:r>
              <a:rPr sz="2400" spc="55" dirty="0">
                <a:latin typeface="Calibri"/>
                <a:cs typeface="Calibri"/>
              </a:rPr>
              <a:t>which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represent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greyscale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intensity</a:t>
            </a:r>
            <a:r>
              <a:rPr sz="2400" spc="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pixel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180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Here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each</a:t>
            </a:r>
            <a:r>
              <a:rPr sz="2400" spc="2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represents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23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pixel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69844" y="1036319"/>
            <a:ext cx="5505450" cy="3086099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110" dirty="0"/>
              <a:t> </a:t>
            </a:r>
            <a:r>
              <a:rPr dirty="0"/>
              <a:t>do</a:t>
            </a:r>
            <a:r>
              <a:rPr spc="190" dirty="0"/>
              <a:t> </a:t>
            </a:r>
            <a:r>
              <a:rPr dirty="0"/>
              <a:t>we</a:t>
            </a:r>
            <a:r>
              <a:rPr spc="210" dirty="0"/>
              <a:t> </a:t>
            </a:r>
            <a:r>
              <a:rPr spc="85" dirty="0"/>
              <a:t>design</a:t>
            </a:r>
            <a:r>
              <a:rPr spc="190" dirty="0"/>
              <a:t> </a:t>
            </a:r>
            <a:r>
              <a:rPr dirty="0"/>
              <a:t>our</a:t>
            </a:r>
            <a:r>
              <a:rPr spc="190" dirty="0"/>
              <a:t> </a:t>
            </a:r>
            <a:r>
              <a:rPr spc="60" dirty="0"/>
              <a:t>Neural</a:t>
            </a:r>
            <a:r>
              <a:rPr spc="175" dirty="0"/>
              <a:t> </a:t>
            </a:r>
            <a:r>
              <a:rPr dirty="0"/>
              <a:t>Network</a:t>
            </a:r>
            <a:r>
              <a:rPr spc="-40" dirty="0"/>
              <a:t> </a:t>
            </a:r>
            <a:r>
              <a:rPr spc="-10" dirty="0"/>
              <a:t>Topology?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183734"/>
            <a:ext cx="9716135" cy="1882139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 algn="just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Output:</a:t>
            </a:r>
            <a:r>
              <a:rPr sz="2800" spc="120" dirty="0">
                <a:latin typeface="Calibri"/>
                <a:cs typeface="Calibri"/>
              </a:rPr>
              <a:t> </a:t>
            </a:r>
            <a:r>
              <a:rPr sz="2800" spc="110" dirty="0">
                <a:latin typeface="Calibri"/>
                <a:cs typeface="Calibri"/>
              </a:rPr>
              <a:t>0-</a:t>
            </a:r>
            <a:r>
              <a:rPr sz="2800" spc="35" dirty="0">
                <a:latin typeface="Calibri"/>
                <a:cs typeface="Calibri"/>
              </a:rPr>
              <a:t>9</a:t>
            </a:r>
            <a:endParaRPr sz="2800">
              <a:latin typeface="Calibri"/>
              <a:cs typeface="Calibri"/>
            </a:endParaRPr>
          </a:p>
          <a:p>
            <a:pPr marL="696595" marR="281305" lvl="1" indent="-227329" algn="just">
              <a:lnSpc>
                <a:spcPts val="2590"/>
              </a:lnSpc>
              <a:spcBef>
                <a:spcPts val="560"/>
              </a:spcBef>
              <a:buFont typeface="Arial"/>
              <a:buChar char="•"/>
              <a:tabLst>
                <a:tab pos="697865" algn="l"/>
              </a:tabLst>
            </a:pPr>
            <a:r>
              <a:rPr sz="2400" dirty="0">
                <a:latin typeface="Calibri"/>
                <a:cs typeface="Calibri"/>
              </a:rPr>
              <a:t>With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10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neurons,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could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assign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each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digit,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then 	</a:t>
            </a:r>
            <a:r>
              <a:rPr sz="2400" dirty="0">
                <a:latin typeface="Calibri"/>
                <a:cs typeface="Calibri"/>
              </a:rPr>
              <a:t>depending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outputs,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only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1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those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neurons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should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-50" dirty="0">
                <a:latin typeface="Calibri"/>
                <a:cs typeface="Calibri"/>
              </a:rPr>
              <a:t>a 	</a:t>
            </a:r>
            <a:r>
              <a:rPr sz="2400" spc="-10" dirty="0">
                <a:latin typeface="Calibri"/>
                <a:cs typeface="Calibri"/>
              </a:rPr>
              <a:t>‘yes’</a:t>
            </a:r>
            <a:endParaRPr sz="2400">
              <a:latin typeface="Calibri"/>
              <a:cs typeface="Calibri"/>
            </a:endParaRPr>
          </a:p>
          <a:p>
            <a:pPr marL="1153160" lvl="2" indent="-226695" algn="just">
              <a:lnSpc>
                <a:spcPct val="100000"/>
              </a:lnSpc>
              <a:spcBef>
                <a:spcPts val="260"/>
              </a:spcBef>
              <a:buFont typeface="Arial"/>
              <a:buChar char="•"/>
              <a:tabLst>
                <a:tab pos="1153160" algn="l"/>
              </a:tabLst>
            </a:pPr>
            <a:r>
              <a:rPr sz="2000" spc="50" dirty="0">
                <a:latin typeface="Calibri"/>
                <a:cs typeface="Calibri"/>
              </a:rPr>
              <a:t>Recall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spc="-25" dirty="0">
                <a:latin typeface="Calibri"/>
                <a:cs typeface="Calibri"/>
              </a:rPr>
              <a:t>‘yes’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spc="65" dirty="0">
                <a:latin typeface="Calibri"/>
                <a:cs typeface="Calibri"/>
              </a:rPr>
              <a:t>is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defined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as</a:t>
            </a:r>
            <a:r>
              <a:rPr sz="2000" spc="1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output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being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greater</a:t>
            </a:r>
            <a:r>
              <a:rPr sz="2000" spc="1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than</a:t>
            </a:r>
            <a:r>
              <a:rPr sz="2000" spc="1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some</a:t>
            </a:r>
            <a:r>
              <a:rPr sz="2000" spc="110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value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(e.g.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output&gt;0.5)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69844" y="1036319"/>
            <a:ext cx="5505450" cy="3086099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110" dirty="0"/>
              <a:t> </a:t>
            </a:r>
            <a:r>
              <a:rPr dirty="0"/>
              <a:t>do</a:t>
            </a:r>
            <a:r>
              <a:rPr spc="190" dirty="0"/>
              <a:t> </a:t>
            </a:r>
            <a:r>
              <a:rPr dirty="0"/>
              <a:t>we</a:t>
            </a:r>
            <a:r>
              <a:rPr spc="210" dirty="0"/>
              <a:t> </a:t>
            </a:r>
            <a:r>
              <a:rPr spc="85" dirty="0"/>
              <a:t>design</a:t>
            </a:r>
            <a:r>
              <a:rPr spc="190" dirty="0"/>
              <a:t> </a:t>
            </a:r>
            <a:r>
              <a:rPr dirty="0"/>
              <a:t>our</a:t>
            </a:r>
            <a:r>
              <a:rPr spc="190" dirty="0"/>
              <a:t> </a:t>
            </a:r>
            <a:r>
              <a:rPr spc="60" dirty="0"/>
              <a:t>Neural</a:t>
            </a:r>
            <a:r>
              <a:rPr spc="175" dirty="0"/>
              <a:t> </a:t>
            </a:r>
            <a:r>
              <a:rPr dirty="0"/>
              <a:t>Network</a:t>
            </a:r>
            <a:r>
              <a:rPr spc="-40" dirty="0"/>
              <a:t> </a:t>
            </a:r>
            <a:r>
              <a:rPr spc="-10" dirty="0"/>
              <a:t>Topology?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183734"/>
            <a:ext cx="6304280" cy="127508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55" dirty="0">
                <a:latin typeface="Calibri"/>
                <a:cs typeface="Calibri"/>
              </a:rPr>
              <a:t>Hidden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layers?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696595" algn="l"/>
              </a:tabLst>
            </a:pPr>
            <a:r>
              <a:rPr sz="2400" spc="85" dirty="0">
                <a:latin typeface="Calibri"/>
                <a:cs typeface="Calibri"/>
              </a:rPr>
              <a:t>This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part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art,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not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science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Driven</a:t>
            </a:r>
            <a:r>
              <a:rPr sz="2400" spc="3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by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heuristics</a:t>
            </a:r>
            <a:r>
              <a:rPr sz="2400" spc="3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depending</a:t>
            </a:r>
            <a:r>
              <a:rPr sz="2400" spc="30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</a:t>
            </a:r>
            <a:r>
              <a:rPr sz="2400" spc="34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problem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69844" y="1036319"/>
            <a:ext cx="5505450" cy="3086099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110" dirty="0"/>
              <a:t> </a:t>
            </a:r>
            <a:r>
              <a:rPr dirty="0"/>
              <a:t>do</a:t>
            </a:r>
            <a:r>
              <a:rPr spc="190" dirty="0"/>
              <a:t> </a:t>
            </a:r>
            <a:r>
              <a:rPr dirty="0"/>
              <a:t>we</a:t>
            </a:r>
            <a:r>
              <a:rPr spc="210" dirty="0"/>
              <a:t> </a:t>
            </a:r>
            <a:r>
              <a:rPr spc="85" dirty="0"/>
              <a:t>design</a:t>
            </a:r>
            <a:r>
              <a:rPr spc="190" dirty="0"/>
              <a:t> </a:t>
            </a:r>
            <a:r>
              <a:rPr dirty="0"/>
              <a:t>our</a:t>
            </a:r>
            <a:r>
              <a:rPr spc="190" dirty="0"/>
              <a:t> </a:t>
            </a:r>
            <a:r>
              <a:rPr spc="60" dirty="0"/>
              <a:t>Neural</a:t>
            </a:r>
            <a:r>
              <a:rPr spc="175" dirty="0"/>
              <a:t> </a:t>
            </a:r>
            <a:r>
              <a:rPr dirty="0"/>
              <a:t>Network</a:t>
            </a:r>
            <a:r>
              <a:rPr spc="-40" dirty="0"/>
              <a:t> </a:t>
            </a:r>
            <a:r>
              <a:rPr spc="-10" dirty="0"/>
              <a:t>Topology?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183734"/>
            <a:ext cx="8293100" cy="127508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-10" dirty="0">
                <a:latin typeface="Calibri"/>
                <a:cs typeface="Calibri"/>
              </a:rPr>
              <a:t>Note: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696595" algn="l"/>
              </a:tabLst>
            </a:pPr>
            <a:r>
              <a:rPr sz="2400" spc="55" dirty="0">
                <a:latin typeface="Calibri"/>
                <a:cs typeface="Calibri"/>
              </a:rPr>
              <a:t>These</a:t>
            </a:r>
            <a:r>
              <a:rPr sz="2400" spc="2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feed-forward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neural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networks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6595" algn="l"/>
              </a:tabLst>
            </a:pPr>
            <a:r>
              <a:rPr sz="2400" spc="95" dirty="0">
                <a:latin typeface="Calibri"/>
                <a:cs typeface="Calibri"/>
              </a:rPr>
              <a:t>All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inputs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move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forward,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never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backward,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during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operation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69844" y="1036319"/>
            <a:ext cx="5505450" cy="3086099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Aside:</a:t>
            </a:r>
            <a:r>
              <a:rPr spc="245" dirty="0"/>
              <a:t> </a:t>
            </a:r>
            <a:r>
              <a:rPr dirty="0"/>
              <a:t>Recurrent</a:t>
            </a:r>
            <a:r>
              <a:rPr spc="215" dirty="0"/>
              <a:t> </a:t>
            </a:r>
            <a:r>
              <a:rPr spc="60" dirty="0"/>
              <a:t>Neural</a:t>
            </a:r>
            <a:r>
              <a:rPr spc="215" dirty="0"/>
              <a:t> </a:t>
            </a:r>
            <a:r>
              <a:rPr spc="-10" dirty="0"/>
              <a:t>Networks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4187697"/>
            <a:ext cx="9746615" cy="229857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indent="-228600">
              <a:lnSpc>
                <a:spcPts val="3115"/>
              </a:lnSpc>
              <a:spcBef>
                <a:spcPts val="100"/>
              </a:spcBef>
              <a:buFont typeface="Arial"/>
              <a:buChar char="•"/>
              <a:tabLst>
                <a:tab pos="241300" algn="l"/>
              </a:tabLst>
            </a:pPr>
            <a:r>
              <a:rPr sz="2600" spc="-10" dirty="0">
                <a:latin typeface="Calibri"/>
                <a:cs typeface="Calibri"/>
              </a:rPr>
              <a:t>Note:</a:t>
            </a:r>
            <a:endParaRPr sz="2600" dirty="0">
              <a:latin typeface="Calibri"/>
              <a:cs typeface="Calibri"/>
            </a:endParaRPr>
          </a:p>
          <a:p>
            <a:pPr marL="697865" lvl="1" indent="-228600">
              <a:lnSpc>
                <a:spcPts val="2620"/>
              </a:lnSpc>
              <a:buFont typeface="Arial"/>
              <a:buChar char="•"/>
              <a:tabLst>
                <a:tab pos="697865" algn="l"/>
              </a:tabLst>
            </a:pPr>
            <a:r>
              <a:rPr sz="2200" spc="65" dirty="0">
                <a:latin typeface="Calibri"/>
                <a:cs typeface="Calibri"/>
              </a:rPr>
              <a:t>The</a:t>
            </a:r>
            <a:r>
              <a:rPr sz="2200" spc="13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output</a:t>
            </a:r>
            <a:r>
              <a:rPr sz="2200" spc="13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of</a:t>
            </a:r>
            <a:r>
              <a:rPr sz="2200" spc="15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</a:t>
            </a:r>
            <a:r>
              <a:rPr sz="2200" spc="13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neuron</a:t>
            </a:r>
            <a:r>
              <a:rPr sz="2200" spc="140" dirty="0">
                <a:latin typeface="Calibri"/>
                <a:cs typeface="Calibri"/>
              </a:rPr>
              <a:t> </a:t>
            </a:r>
            <a:r>
              <a:rPr sz="2200" spc="55" dirty="0">
                <a:latin typeface="Calibri"/>
                <a:cs typeface="Calibri"/>
              </a:rPr>
              <a:t>actually</a:t>
            </a:r>
            <a:r>
              <a:rPr sz="2200" spc="45" dirty="0">
                <a:latin typeface="Calibri"/>
                <a:cs typeface="Calibri"/>
              </a:rPr>
              <a:t> </a:t>
            </a:r>
            <a:r>
              <a:rPr sz="2200" spc="70" dirty="0">
                <a:latin typeface="Calibri"/>
                <a:cs typeface="Calibri"/>
              </a:rPr>
              <a:t>is</a:t>
            </a:r>
            <a:r>
              <a:rPr sz="2200" spc="13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an</a:t>
            </a:r>
            <a:r>
              <a:rPr sz="2200" spc="13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input</a:t>
            </a:r>
            <a:endParaRPr lang="en-US" sz="2200" spc="-10" dirty="0">
              <a:latin typeface="Calibri"/>
              <a:cs typeface="Calibri"/>
            </a:endParaRPr>
          </a:p>
          <a:p>
            <a:pPr marL="697865" lvl="1" indent="-228600">
              <a:lnSpc>
                <a:spcPts val="2620"/>
              </a:lnSpc>
              <a:buFont typeface="Arial"/>
              <a:buChar char="•"/>
              <a:tabLst>
                <a:tab pos="697865" algn="l"/>
              </a:tabLst>
            </a:pPr>
            <a:r>
              <a:rPr lang="en-US" sz="2200" spc="-10" dirty="0">
                <a:latin typeface="Calibri"/>
                <a:cs typeface="Calibri"/>
              </a:rPr>
              <a:t>RNN has memory</a:t>
            </a:r>
            <a:endParaRPr sz="2200" dirty="0">
              <a:latin typeface="Calibri"/>
              <a:cs typeface="Calibri"/>
            </a:endParaRPr>
          </a:p>
          <a:p>
            <a:pPr marL="697865" marR="5080" lvl="1" indent="-228600">
              <a:lnSpc>
                <a:spcPct val="80000"/>
              </a:lnSpc>
              <a:spcBef>
                <a:spcPts val="515"/>
              </a:spcBef>
              <a:buFont typeface="Arial"/>
              <a:buChar char="•"/>
              <a:tabLst>
                <a:tab pos="697865" algn="l"/>
              </a:tabLst>
            </a:pPr>
            <a:r>
              <a:rPr sz="2200" dirty="0">
                <a:latin typeface="Calibri"/>
                <a:cs typeface="Calibri"/>
              </a:rPr>
              <a:t>There</a:t>
            </a:r>
            <a:r>
              <a:rPr sz="2200" spc="210" dirty="0">
                <a:latin typeface="Calibri"/>
                <a:cs typeface="Calibri"/>
              </a:rPr>
              <a:t> </a:t>
            </a:r>
            <a:r>
              <a:rPr sz="2200" spc="70" dirty="0">
                <a:latin typeface="Calibri"/>
                <a:cs typeface="Calibri"/>
              </a:rPr>
              <a:t>is</a:t>
            </a:r>
            <a:r>
              <a:rPr sz="2200" spc="21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some</a:t>
            </a:r>
            <a:r>
              <a:rPr sz="2200" spc="21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kind</a:t>
            </a:r>
            <a:r>
              <a:rPr sz="2200" spc="21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of</a:t>
            </a:r>
            <a:r>
              <a:rPr sz="2200" spc="21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time</a:t>
            </a:r>
            <a:r>
              <a:rPr sz="2200" spc="21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dependence,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where</a:t>
            </a:r>
            <a:r>
              <a:rPr sz="2200" spc="20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</a:t>
            </a:r>
            <a:r>
              <a:rPr sz="2200" spc="22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behavior</a:t>
            </a:r>
            <a:r>
              <a:rPr sz="2200" spc="21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can</a:t>
            </a:r>
            <a:r>
              <a:rPr sz="2200" spc="20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evolve</a:t>
            </a:r>
            <a:r>
              <a:rPr sz="2200" spc="210" dirty="0">
                <a:latin typeface="Calibri"/>
                <a:cs typeface="Calibri"/>
              </a:rPr>
              <a:t> </a:t>
            </a:r>
            <a:r>
              <a:rPr sz="2200" spc="-20" dirty="0">
                <a:latin typeface="Calibri"/>
                <a:cs typeface="Calibri"/>
              </a:rPr>
              <a:t>over time</a:t>
            </a:r>
            <a:endParaRPr sz="2200" dirty="0">
              <a:latin typeface="Calibri"/>
              <a:cs typeface="Calibri"/>
            </a:endParaRPr>
          </a:p>
          <a:p>
            <a:pPr marL="697865" lvl="1" indent="-228600">
              <a:lnSpc>
                <a:spcPts val="2355"/>
              </a:lnSpc>
              <a:buFont typeface="Arial"/>
              <a:buChar char="•"/>
              <a:tabLst>
                <a:tab pos="697865" algn="l"/>
              </a:tabLst>
            </a:pPr>
            <a:r>
              <a:rPr sz="2200" spc="80" dirty="0">
                <a:latin typeface="Calibri"/>
                <a:cs typeface="Calibri"/>
              </a:rPr>
              <a:t>This</a:t>
            </a:r>
            <a:r>
              <a:rPr sz="2200" spc="150" dirty="0">
                <a:latin typeface="Calibri"/>
                <a:cs typeface="Calibri"/>
              </a:rPr>
              <a:t> </a:t>
            </a:r>
            <a:r>
              <a:rPr sz="2200" spc="70" dirty="0">
                <a:latin typeface="Calibri"/>
                <a:cs typeface="Calibri"/>
              </a:rPr>
              <a:t>is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necessary</a:t>
            </a:r>
            <a:r>
              <a:rPr sz="2200" spc="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as</a:t>
            </a:r>
            <a:r>
              <a:rPr sz="2200" spc="15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</a:t>
            </a:r>
            <a:r>
              <a:rPr sz="2200" spc="16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output</a:t>
            </a:r>
            <a:r>
              <a:rPr sz="2200" spc="15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of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neuron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cant</a:t>
            </a:r>
            <a:r>
              <a:rPr sz="2200" spc="14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be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fed</a:t>
            </a:r>
            <a:r>
              <a:rPr sz="2200" spc="16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back</a:t>
            </a:r>
            <a:r>
              <a:rPr sz="2200" spc="70" dirty="0">
                <a:latin typeface="Calibri"/>
                <a:cs typeface="Calibri"/>
              </a:rPr>
              <a:t> </a:t>
            </a:r>
            <a:r>
              <a:rPr sz="2200" spc="65" dirty="0">
                <a:latin typeface="Calibri"/>
                <a:cs typeface="Calibri"/>
              </a:rPr>
              <a:t>in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spc="50" dirty="0">
                <a:latin typeface="Calibri"/>
                <a:cs typeface="Calibri"/>
              </a:rPr>
              <a:t>if</a:t>
            </a:r>
            <a:r>
              <a:rPr sz="2200" spc="15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it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were</a:t>
            </a:r>
            <a:r>
              <a:rPr sz="2200" spc="150" dirty="0">
                <a:latin typeface="Calibri"/>
                <a:cs typeface="Calibri"/>
              </a:rPr>
              <a:t> </a:t>
            </a:r>
            <a:r>
              <a:rPr sz="2200" spc="-25" dirty="0">
                <a:latin typeface="Calibri"/>
                <a:cs typeface="Calibri"/>
              </a:rPr>
              <a:t>to</a:t>
            </a:r>
            <a:endParaRPr sz="2200" dirty="0">
              <a:latin typeface="Calibri"/>
              <a:cs typeface="Calibri"/>
            </a:endParaRPr>
          </a:p>
          <a:p>
            <a:pPr marL="697865">
              <a:lnSpc>
                <a:spcPts val="2375"/>
              </a:lnSpc>
            </a:pPr>
            <a:r>
              <a:rPr sz="2200" dirty="0">
                <a:latin typeface="Calibri"/>
                <a:cs typeface="Calibri"/>
              </a:rPr>
              <a:t>be</a:t>
            </a:r>
            <a:r>
              <a:rPr sz="2200" spc="26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evaluated</a:t>
            </a:r>
            <a:r>
              <a:rPr sz="2200" spc="26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intantaneously</a:t>
            </a:r>
            <a:endParaRPr sz="2200" dirty="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51871" y="1199807"/>
            <a:ext cx="8528939" cy="2261621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45" dirty="0"/>
              <a:t>Getting</a:t>
            </a:r>
            <a:r>
              <a:rPr spc="105" dirty="0"/>
              <a:t> </a:t>
            </a:r>
            <a:r>
              <a:rPr spc="60" dirty="0"/>
              <a:t>back</a:t>
            </a:r>
            <a:r>
              <a:rPr spc="40" dirty="0"/>
              <a:t> </a:t>
            </a:r>
            <a:r>
              <a:rPr dirty="0"/>
              <a:t>to</a:t>
            </a:r>
            <a:r>
              <a:rPr spc="135" dirty="0"/>
              <a:t> </a:t>
            </a:r>
            <a:r>
              <a:rPr spc="55" dirty="0"/>
              <a:t>handwriting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324" y="3053560"/>
            <a:ext cx="9770110" cy="298513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95" dirty="0">
                <a:latin typeface="Calibri"/>
                <a:cs typeface="Calibri"/>
              </a:rPr>
              <a:t>This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number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6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different</a:t>
            </a:r>
            <a:r>
              <a:rPr sz="2800" spc="225" dirty="0">
                <a:latin typeface="Calibri"/>
                <a:cs typeface="Calibri"/>
              </a:rPr>
              <a:t> </a:t>
            </a:r>
            <a:r>
              <a:rPr sz="2800" spc="70" dirty="0">
                <a:latin typeface="Calibri"/>
                <a:cs typeface="Calibri"/>
              </a:rPr>
              <a:t>images</a:t>
            </a:r>
            <a:endParaRPr sz="2800">
              <a:latin typeface="Calibri"/>
              <a:cs typeface="Calibri"/>
            </a:endParaRPr>
          </a:p>
          <a:p>
            <a:pPr marL="696595" marR="5080" lvl="1" indent="-227329">
              <a:lnSpc>
                <a:spcPts val="2590"/>
              </a:lnSpc>
              <a:spcBef>
                <a:spcPts val="560"/>
              </a:spcBef>
              <a:buFont typeface="Arial"/>
              <a:buChar char="•"/>
              <a:tabLst>
                <a:tab pos="697865" algn="l"/>
              </a:tabLst>
            </a:pPr>
            <a:r>
              <a:rPr sz="2400" spc="85" dirty="0">
                <a:latin typeface="Calibri"/>
                <a:cs typeface="Calibri"/>
              </a:rPr>
              <a:t>Building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algorithm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automatically</a:t>
            </a:r>
            <a:r>
              <a:rPr sz="2400" spc="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recognize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segment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bit 	</a:t>
            </a:r>
            <a:r>
              <a:rPr sz="2400" dirty="0">
                <a:latin typeface="Calibri"/>
                <a:cs typeface="Calibri"/>
              </a:rPr>
              <a:t>outside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scope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what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cover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here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relatively</a:t>
            </a:r>
            <a:r>
              <a:rPr sz="2400" spc="7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do-</a:t>
            </a:r>
            <a:r>
              <a:rPr sz="2400" spc="-10" dirty="0">
                <a:latin typeface="Calibri"/>
                <a:cs typeface="Calibri"/>
              </a:rPr>
              <a:t>able.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185"/>
              </a:spcBef>
              <a:buFont typeface="Arial"/>
              <a:buChar char="•"/>
              <a:tabLst>
                <a:tab pos="696595" algn="l"/>
              </a:tabLst>
            </a:pPr>
            <a:r>
              <a:rPr sz="2400" spc="90" dirty="0">
                <a:latin typeface="Calibri"/>
                <a:cs typeface="Calibri"/>
              </a:rPr>
              <a:t>So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105" dirty="0">
                <a:latin typeface="Calibri"/>
                <a:cs typeface="Calibri"/>
              </a:rPr>
              <a:t>will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focus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single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digit</a:t>
            </a:r>
            <a:endParaRPr sz="2400">
              <a:latin typeface="Calibri"/>
              <a:cs typeface="Calibri"/>
            </a:endParaRPr>
          </a:p>
          <a:p>
            <a:pPr marL="696595" marR="6985" lvl="1" indent="-227329">
              <a:lnSpc>
                <a:spcPct val="90000"/>
              </a:lnSpc>
              <a:spcBef>
                <a:spcPts val="505"/>
              </a:spcBef>
              <a:buFont typeface="Arial"/>
              <a:buChar char="•"/>
              <a:tabLst>
                <a:tab pos="697865" algn="l"/>
              </a:tabLst>
            </a:pPr>
            <a:r>
              <a:rPr sz="2400" dirty="0">
                <a:latin typeface="Calibri"/>
                <a:cs typeface="Calibri"/>
              </a:rPr>
              <a:t>Once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that,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segmenting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can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done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by</a:t>
            </a:r>
            <a:r>
              <a:rPr sz="2400" spc="6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taking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single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image, 	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segmenting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into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many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different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portions,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then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using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the 	</a:t>
            </a:r>
            <a:r>
              <a:rPr sz="2400" dirty="0">
                <a:latin typeface="Calibri"/>
                <a:cs typeface="Calibri"/>
              </a:rPr>
              <a:t>handwritten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digit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classifier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assign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scores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segmentation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and 	</a:t>
            </a:r>
            <a:r>
              <a:rPr sz="2400" dirty="0">
                <a:latin typeface="Calibri"/>
                <a:cs typeface="Calibri"/>
              </a:rPr>
              <a:t>use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most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highly</a:t>
            </a:r>
            <a:r>
              <a:rPr sz="2400" spc="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scored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version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66339" y="1487627"/>
            <a:ext cx="3600123" cy="648258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805294" y="1486772"/>
            <a:ext cx="4350385" cy="642208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5084445" y="1549908"/>
            <a:ext cx="1516380" cy="355600"/>
            <a:chOff x="5084445" y="1549908"/>
            <a:chExt cx="1516380" cy="355600"/>
          </a:xfrm>
        </p:grpSpPr>
        <p:sp>
          <p:nvSpPr>
            <p:cNvPr id="7" name="object 7"/>
            <p:cNvSpPr/>
            <p:nvPr/>
          </p:nvSpPr>
          <p:spPr>
            <a:xfrm>
              <a:off x="5090795" y="1556258"/>
              <a:ext cx="1503680" cy="342900"/>
            </a:xfrm>
            <a:custGeom>
              <a:avLst/>
              <a:gdLst/>
              <a:ahLst/>
              <a:cxnLst/>
              <a:rect l="l" t="t" r="r" b="b"/>
              <a:pathLst>
                <a:path w="1503679" h="342900">
                  <a:moveTo>
                    <a:pt x="1331976" y="0"/>
                  </a:moveTo>
                  <a:lnTo>
                    <a:pt x="1331976" y="85725"/>
                  </a:lnTo>
                  <a:lnTo>
                    <a:pt x="0" y="85725"/>
                  </a:lnTo>
                  <a:lnTo>
                    <a:pt x="0" y="257175"/>
                  </a:lnTo>
                  <a:lnTo>
                    <a:pt x="1331976" y="257175"/>
                  </a:lnTo>
                  <a:lnTo>
                    <a:pt x="1331976" y="342900"/>
                  </a:lnTo>
                  <a:lnTo>
                    <a:pt x="1503426" y="171450"/>
                  </a:lnTo>
                  <a:lnTo>
                    <a:pt x="1331976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090795" y="1556258"/>
              <a:ext cx="1503680" cy="342900"/>
            </a:xfrm>
            <a:custGeom>
              <a:avLst/>
              <a:gdLst/>
              <a:ahLst/>
              <a:cxnLst/>
              <a:rect l="l" t="t" r="r" b="b"/>
              <a:pathLst>
                <a:path w="1503679" h="342900">
                  <a:moveTo>
                    <a:pt x="0" y="85725"/>
                  </a:moveTo>
                  <a:lnTo>
                    <a:pt x="1331976" y="85725"/>
                  </a:lnTo>
                  <a:lnTo>
                    <a:pt x="1331976" y="0"/>
                  </a:lnTo>
                  <a:lnTo>
                    <a:pt x="1503426" y="171450"/>
                  </a:lnTo>
                  <a:lnTo>
                    <a:pt x="1331976" y="342900"/>
                  </a:lnTo>
                  <a:lnTo>
                    <a:pt x="1331976" y="257175"/>
                  </a:lnTo>
                  <a:lnTo>
                    <a:pt x="0" y="257175"/>
                  </a:lnTo>
                  <a:lnTo>
                    <a:pt x="0" y="85725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An</a:t>
            </a:r>
            <a:r>
              <a:rPr spc="40" dirty="0"/>
              <a:t> </a:t>
            </a:r>
            <a:r>
              <a:rPr spc="55" dirty="0"/>
              <a:t>ANN</a:t>
            </a:r>
            <a:r>
              <a:rPr spc="145" dirty="0"/>
              <a:t> </a:t>
            </a:r>
            <a:r>
              <a:rPr dirty="0"/>
              <a:t>for</a:t>
            </a:r>
            <a:r>
              <a:rPr spc="145" dirty="0"/>
              <a:t> </a:t>
            </a:r>
            <a:r>
              <a:rPr spc="65" dirty="0"/>
              <a:t>Handwriting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489572" y="888092"/>
            <a:ext cx="4520565" cy="454723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 algn="just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What</a:t>
            </a:r>
            <a:r>
              <a:rPr sz="2800" spc="13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are</a:t>
            </a:r>
            <a:r>
              <a:rPr sz="2800" spc="12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16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inputs?</a:t>
            </a:r>
            <a:endParaRPr sz="2800">
              <a:latin typeface="Calibri"/>
              <a:cs typeface="Calibri"/>
            </a:endParaRPr>
          </a:p>
          <a:p>
            <a:pPr marL="697230" lvl="1" indent="-227329" algn="just">
              <a:lnSpc>
                <a:spcPts val="2735"/>
              </a:lnSpc>
              <a:spcBef>
                <a:spcPts val="229"/>
              </a:spcBef>
              <a:buFont typeface="Arial"/>
              <a:buChar char="•"/>
              <a:tabLst>
                <a:tab pos="697230" algn="l"/>
              </a:tabLst>
            </a:pPr>
            <a:r>
              <a:rPr sz="2400" spc="80" dirty="0">
                <a:latin typeface="Calibri"/>
                <a:cs typeface="Calibri"/>
              </a:rPr>
              <a:t>28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spc="195" dirty="0">
                <a:latin typeface="Calibri"/>
                <a:cs typeface="Calibri"/>
              </a:rPr>
              <a:t>x</a:t>
            </a:r>
            <a:r>
              <a:rPr sz="2400" spc="3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28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pixels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images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of</a:t>
            </a:r>
            <a:endParaRPr sz="2400">
              <a:latin typeface="Calibri"/>
              <a:cs typeface="Calibri"/>
            </a:endParaRPr>
          </a:p>
          <a:p>
            <a:pPr marL="698500" algn="just">
              <a:lnSpc>
                <a:spcPts val="2735"/>
              </a:lnSpc>
            </a:pPr>
            <a:r>
              <a:rPr sz="2400" dirty="0">
                <a:latin typeface="Calibri"/>
                <a:cs typeface="Calibri"/>
              </a:rPr>
              <a:t>scanned</a:t>
            </a:r>
            <a:r>
              <a:rPr sz="2400" spc="3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handwritten</a:t>
            </a:r>
            <a:r>
              <a:rPr sz="2400" spc="34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digits</a:t>
            </a:r>
            <a:endParaRPr sz="2400">
              <a:latin typeface="Calibri"/>
              <a:cs typeface="Calibri"/>
            </a:endParaRPr>
          </a:p>
          <a:p>
            <a:pPr marL="697230" lvl="1" indent="-227329" algn="just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Input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layer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has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784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neurons</a:t>
            </a:r>
            <a:endParaRPr sz="2400">
              <a:latin typeface="Calibri"/>
              <a:cs typeface="Calibri"/>
            </a:endParaRPr>
          </a:p>
          <a:p>
            <a:pPr marL="697230" marR="454659" lvl="1" indent="-227329" algn="just">
              <a:lnSpc>
                <a:spcPts val="2590"/>
              </a:lnSpc>
              <a:spcBef>
                <a:spcPts val="545"/>
              </a:spcBef>
              <a:buFont typeface="Arial"/>
              <a:buChar char="•"/>
              <a:tabLst>
                <a:tab pos="698500" algn="l"/>
              </a:tabLst>
            </a:pPr>
            <a:r>
              <a:rPr sz="2400" dirty="0">
                <a:latin typeface="Calibri"/>
                <a:cs typeface="Calibri"/>
              </a:rPr>
              <a:t>Input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pixels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35" dirty="0">
                <a:latin typeface="Calibri"/>
                <a:cs typeface="Calibri"/>
              </a:rPr>
              <a:t>greyscale 	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27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0</a:t>
            </a:r>
            <a:r>
              <a:rPr sz="2400" spc="3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representing</a:t>
            </a:r>
            <a:r>
              <a:rPr sz="2400" spc="29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white 	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29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1</a:t>
            </a:r>
            <a:r>
              <a:rPr sz="2400" spc="2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representing</a:t>
            </a:r>
            <a:r>
              <a:rPr sz="2400" spc="28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black</a:t>
            </a:r>
            <a:endParaRPr sz="2400">
              <a:latin typeface="Calibri"/>
              <a:cs typeface="Calibri"/>
            </a:endParaRPr>
          </a:p>
          <a:p>
            <a:pPr marL="240029" indent="-227329" algn="just">
              <a:lnSpc>
                <a:spcPct val="100000"/>
              </a:lnSpc>
              <a:spcBef>
                <a:spcPts val="61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One</a:t>
            </a:r>
            <a:r>
              <a:rPr sz="2800" spc="30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hidden</a:t>
            </a:r>
            <a:r>
              <a:rPr sz="2800" spc="350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layer</a:t>
            </a:r>
            <a:endParaRPr sz="2800">
              <a:latin typeface="Calibri"/>
              <a:cs typeface="Calibri"/>
            </a:endParaRPr>
          </a:p>
          <a:p>
            <a:pPr marL="697230" marR="5080" lvl="1" indent="-227329">
              <a:lnSpc>
                <a:spcPct val="90000"/>
              </a:lnSpc>
              <a:spcBef>
                <a:spcPts val="520"/>
              </a:spcBef>
              <a:buFont typeface="Arial"/>
              <a:buChar char="•"/>
              <a:tabLst>
                <a:tab pos="698500" algn="l"/>
              </a:tabLst>
            </a:pPr>
            <a:r>
              <a:rPr sz="2400" spc="85" dirty="0">
                <a:latin typeface="Calibri"/>
                <a:cs typeface="Calibri"/>
              </a:rPr>
              <a:t>This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only</a:t>
            </a:r>
            <a:r>
              <a:rPr sz="2400" spc="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15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neurons, 	</a:t>
            </a:r>
            <a:r>
              <a:rPr sz="2400" dirty="0">
                <a:latin typeface="Calibri"/>
                <a:cs typeface="Calibri"/>
              </a:rPr>
              <a:t>need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try</a:t>
            </a:r>
            <a:r>
              <a:rPr sz="2400" spc="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different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numbers 	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neurons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figure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how 	</a:t>
            </a:r>
            <a:r>
              <a:rPr sz="2400" dirty="0">
                <a:latin typeface="Calibri"/>
                <a:cs typeface="Calibri"/>
              </a:rPr>
              <a:t>many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hidden</a:t>
            </a:r>
            <a:r>
              <a:rPr sz="2400" spc="23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layers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7608" y="1172336"/>
            <a:ext cx="5000625" cy="421005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An</a:t>
            </a:r>
            <a:r>
              <a:rPr spc="40" dirty="0"/>
              <a:t> </a:t>
            </a:r>
            <a:r>
              <a:rPr spc="55" dirty="0"/>
              <a:t>ANN</a:t>
            </a:r>
            <a:r>
              <a:rPr spc="145" dirty="0"/>
              <a:t> </a:t>
            </a:r>
            <a:r>
              <a:rPr dirty="0"/>
              <a:t>for</a:t>
            </a:r>
            <a:r>
              <a:rPr spc="145" dirty="0"/>
              <a:t> </a:t>
            </a:r>
            <a:r>
              <a:rPr spc="65" dirty="0"/>
              <a:t>Handwriting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489572" y="888092"/>
            <a:ext cx="4484370" cy="3643629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 algn="just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Output</a:t>
            </a:r>
            <a:r>
              <a:rPr sz="2800" spc="280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layer</a:t>
            </a:r>
            <a:endParaRPr sz="2800">
              <a:latin typeface="Calibri"/>
              <a:cs typeface="Calibri"/>
            </a:endParaRPr>
          </a:p>
          <a:p>
            <a:pPr marL="697230" lvl="1" indent="-227329" algn="just">
              <a:lnSpc>
                <a:spcPts val="2735"/>
              </a:lnSpc>
              <a:spcBef>
                <a:spcPts val="229"/>
              </a:spcBef>
              <a:buFont typeface="Arial"/>
              <a:buChar char="•"/>
              <a:tabLst>
                <a:tab pos="697230" algn="l"/>
              </a:tabLst>
            </a:pPr>
            <a:r>
              <a:rPr sz="2400" spc="80" dirty="0">
                <a:latin typeface="Calibri"/>
                <a:cs typeface="Calibri"/>
              </a:rPr>
              <a:t>10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neurons,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each</a:t>
            </a:r>
            <a:endParaRPr sz="2400">
              <a:latin typeface="Calibri"/>
              <a:cs typeface="Calibri"/>
            </a:endParaRPr>
          </a:p>
          <a:p>
            <a:pPr marL="698500" algn="just">
              <a:lnSpc>
                <a:spcPts val="2735"/>
              </a:lnSpc>
            </a:pPr>
            <a:r>
              <a:rPr sz="2400" dirty="0">
                <a:latin typeface="Calibri"/>
                <a:cs typeface="Calibri"/>
              </a:rPr>
              <a:t>representing</a:t>
            </a:r>
            <a:r>
              <a:rPr sz="2400" spc="3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32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digit</a:t>
            </a:r>
            <a:endParaRPr sz="2400">
              <a:latin typeface="Calibri"/>
              <a:cs typeface="Calibri"/>
            </a:endParaRPr>
          </a:p>
          <a:p>
            <a:pPr marL="697230" marR="5080" lvl="1" indent="-227329" algn="just">
              <a:lnSpc>
                <a:spcPts val="2590"/>
              </a:lnSpc>
              <a:spcBef>
                <a:spcPts val="545"/>
              </a:spcBef>
              <a:buFont typeface="Arial"/>
              <a:buChar char="•"/>
              <a:tabLst>
                <a:tab pos="698500" algn="l"/>
              </a:tabLst>
            </a:pPr>
            <a:r>
              <a:rPr sz="2400" dirty="0">
                <a:latin typeface="Calibri"/>
                <a:cs typeface="Calibri"/>
              </a:rPr>
              <a:t>For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given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digit,</a:t>
            </a:r>
            <a:r>
              <a:rPr sz="2400" spc="-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neuron 	</a:t>
            </a:r>
            <a:r>
              <a:rPr sz="2400" spc="50" dirty="0">
                <a:latin typeface="Calibri"/>
                <a:cs typeface="Calibri"/>
              </a:rPr>
              <a:t>should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1,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while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others 	</a:t>
            </a:r>
            <a:r>
              <a:rPr sz="2400" spc="50" dirty="0">
                <a:latin typeface="Calibri"/>
                <a:cs typeface="Calibri"/>
              </a:rPr>
              <a:t>should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0.</a:t>
            </a:r>
            <a:endParaRPr sz="2400">
              <a:latin typeface="Calibri"/>
              <a:cs typeface="Calibri"/>
            </a:endParaRPr>
          </a:p>
          <a:p>
            <a:pPr marL="697230" marR="41910" lvl="1" indent="-227329">
              <a:lnSpc>
                <a:spcPct val="90000"/>
              </a:lnSpc>
              <a:spcBef>
                <a:spcPts val="470"/>
              </a:spcBef>
              <a:buFont typeface="Arial"/>
              <a:buChar char="•"/>
              <a:tabLst>
                <a:tab pos="698500" algn="l"/>
              </a:tabLst>
            </a:pPr>
            <a:r>
              <a:rPr sz="2400" spc="70" dirty="0">
                <a:latin typeface="Calibri"/>
                <a:cs typeface="Calibri"/>
              </a:rPr>
              <a:t>In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reality,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find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neuron 	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3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highest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value,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and 	</a:t>
            </a:r>
            <a:r>
              <a:rPr sz="2400" dirty="0">
                <a:latin typeface="Calibri"/>
                <a:cs typeface="Calibri"/>
              </a:rPr>
              <a:t>say</a:t>
            </a:r>
            <a:r>
              <a:rPr sz="2400" spc="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one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which 	</a:t>
            </a:r>
            <a:r>
              <a:rPr sz="2400" spc="-10" dirty="0">
                <a:latin typeface="Calibri"/>
                <a:cs typeface="Calibri"/>
              </a:rPr>
              <a:t>activated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7608" y="1172336"/>
            <a:ext cx="5000625" cy="421005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An</a:t>
            </a:r>
            <a:r>
              <a:rPr spc="40" dirty="0"/>
              <a:t> </a:t>
            </a:r>
            <a:r>
              <a:rPr spc="55" dirty="0"/>
              <a:t>ANN</a:t>
            </a:r>
            <a:r>
              <a:rPr spc="145" dirty="0"/>
              <a:t> </a:t>
            </a:r>
            <a:r>
              <a:rPr dirty="0"/>
              <a:t>for</a:t>
            </a:r>
            <a:r>
              <a:rPr spc="145" dirty="0"/>
              <a:t> </a:t>
            </a:r>
            <a:r>
              <a:rPr spc="65" dirty="0"/>
              <a:t>Handwriting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62457" y="888092"/>
            <a:ext cx="10240010" cy="255333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dirty="0">
                <a:latin typeface="Calibri"/>
                <a:cs typeface="Calibri"/>
              </a:rPr>
              <a:t>Why</a:t>
            </a:r>
            <a:r>
              <a:rPr sz="2800" spc="5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do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10</a:t>
            </a:r>
            <a:r>
              <a:rPr sz="2800" spc="16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neurons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work</a:t>
            </a:r>
            <a:r>
              <a:rPr sz="2800" spc="9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better</a:t>
            </a:r>
            <a:r>
              <a:rPr sz="2800" spc="1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than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4?</a:t>
            </a:r>
            <a:endParaRPr sz="2800">
              <a:latin typeface="Calibri"/>
              <a:cs typeface="Calibri"/>
            </a:endParaRPr>
          </a:p>
          <a:p>
            <a:pPr marL="697230" lvl="1" indent="-227329">
              <a:lnSpc>
                <a:spcPct val="100000"/>
              </a:lnSpc>
              <a:spcBef>
                <a:spcPts val="229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Need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consider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how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this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network</a:t>
            </a:r>
            <a:r>
              <a:rPr sz="2400" spc="9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working</a:t>
            </a:r>
            <a:endParaRPr sz="2400">
              <a:latin typeface="Calibri"/>
              <a:cs typeface="Calibri"/>
            </a:endParaRPr>
          </a:p>
          <a:p>
            <a:pPr marL="1155065" lvl="2" indent="-227965">
              <a:lnSpc>
                <a:spcPts val="2280"/>
              </a:lnSpc>
              <a:spcBef>
                <a:spcPts val="295"/>
              </a:spcBef>
              <a:buFont typeface="Arial"/>
              <a:buChar char="•"/>
              <a:tabLst>
                <a:tab pos="1155065" algn="l"/>
              </a:tabLst>
            </a:pPr>
            <a:r>
              <a:rPr sz="2000" spc="60" dirty="0">
                <a:latin typeface="Calibri"/>
                <a:cs typeface="Calibri"/>
              </a:rPr>
              <a:t>The</a:t>
            </a:r>
            <a:r>
              <a:rPr sz="2000" spc="10" dirty="0">
                <a:latin typeface="Calibri"/>
                <a:cs typeface="Calibri"/>
              </a:rPr>
              <a:t> </a:t>
            </a:r>
            <a:r>
              <a:rPr sz="2000" spc="-60" dirty="0">
                <a:latin typeface="Calibri"/>
                <a:cs typeface="Calibri"/>
              </a:rPr>
              <a:t>‘0’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output</a:t>
            </a:r>
            <a:r>
              <a:rPr sz="2000" spc="1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neuron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is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spc="55" dirty="0">
                <a:latin typeface="Calibri"/>
                <a:cs typeface="Calibri"/>
              </a:rPr>
              <a:t>basically</a:t>
            </a:r>
            <a:r>
              <a:rPr sz="2000" spc="6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summing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up</a:t>
            </a:r>
            <a:r>
              <a:rPr sz="2000" spc="185" dirty="0">
                <a:latin typeface="Calibri"/>
                <a:cs typeface="Calibri"/>
              </a:rPr>
              <a:t> </a:t>
            </a:r>
            <a:r>
              <a:rPr sz="2000" spc="85" dirty="0">
                <a:latin typeface="Calibri"/>
                <a:cs typeface="Calibri"/>
              </a:rPr>
              <a:t>all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inputs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from</a:t>
            </a:r>
            <a:r>
              <a:rPr sz="2000" spc="16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hidden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layer</a:t>
            </a:r>
            <a:endParaRPr sz="2000">
              <a:latin typeface="Calibri"/>
              <a:cs typeface="Calibri"/>
            </a:endParaRPr>
          </a:p>
          <a:p>
            <a:pPr marL="1155700">
              <a:lnSpc>
                <a:spcPts val="2280"/>
              </a:lnSpc>
            </a:pPr>
            <a:r>
              <a:rPr sz="2000" dirty="0">
                <a:latin typeface="Calibri"/>
                <a:cs typeface="Calibri"/>
              </a:rPr>
              <a:t>and</a:t>
            </a:r>
            <a:r>
              <a:rPr sz="2000" spc="1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trying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decide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whether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spc="55" dirty="0">
                <a:latin typeface="Calibri"/>
                <a:cs typeface="Calibri"/>
              </a:rPr>
              <a:t>digit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is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160" dirty="0">
                <a:latin typeface="Calibri"/>
                <a:cs typeface="Calibri"/>
              </a:rPr>
              <a:t> </a:t>
            </a:r>
            <a:r>
              <a:rPr sz="2000" spc="-25" dirty="0">
                <a:latin typeface="Calibri"/>
                <a:cs typeface="Calibri"/>
              </a:rPr>
              <a:t>0.</a:t>
            </a:r>
            <a:endParaRPr sz="2000">
              <a:latin typeface="Calibri"/>
              <a:cs typeface="Calibri"/>
            </a:endParaRPr>
          </a:p>
          <a:p>
            <a:pPr marL="1155065" lvl="2" indent="-227965">
              <a:lnSpc>
                <a:spcPct val="100000"/>
              </a:lnSpc>
              <a:spcBef>
                <a:spcPts val="25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spc="75" dirty="0">
                <a:latin typeface="Calibri"/>
                <a:cs typeface="Calibri"/>
              </a:rPr>
              <a:t>So</a:t>
            </a:r>
            <a:r>
              <a:rPr sz="2000" spc="18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then,</a:t>
            </a:r>
            <a:r>
              <a:rPr sz="2000" spc="-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what</a:t>
            </a:r>
            <a:r>
              <a:rPr sz="2000" spc="18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are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9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hidden</a:t>
            </a:r>
            <a:r>
              <a:rPr sz="2000" spc="17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layer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neurons</a:t>
            </a:r>
            <a:r>
              <a:rPr sz="2000" spc="16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doing?</a:t>
            </a:r>
            <a:endParaRPr sz="2000">
              <a:latin typeface="Calibri"/>
              <a:cs typeface="Calibri"/>
            </a:endParaRPr>
          </a:p>
          <a:p>
            <a:pPr marL="697230" lvl="1" indent="-227329">
              <a:lnSpc>
                <a:spcPts val="2735"/>
              </a:lnSpc>
              <a:spcBef>
                <a:spcPts val="190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As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heuristic,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let’s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assume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first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hidden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detects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whether</a:t>
            </a:r>
            <a:r>
              <a:rPr sz="2400" spc="229" dirty="0">
                <a:latin typeface="Calibri"/>
                <a:cs typeface="Calibri"/>
              </a:rPr>
              <a:t> </a:t>
            </a:r>
            <a:r>
              <a:rPr sz="2400" spc="-50" dirty="0">
                <a:latin typeface="Calibri"/>
                <a:cs typeface="Calibri"/>
              </a:rPr>
              <a:t>a</a:t>
            </a:r>
            <a:endParaRPr sz="2400">
              <a:latin typeface="Calibri"/>
              <a:cs typeface="Calibri"/>
            </a:endParaRPr>
          </a:p>
          <a:p>
            <a:pPr marL="698500">
              <a:lnSpc>
                <a:spcPts val="2735"/>
              </a:lnSpc>
            </a:pPr>
            <a:r>
              <a:rPr sz="2400" dirty="0">
                <a:latin typeface="Calibri"/>
                <a:cs typeface="Calibri"/>
              </a:rPr>
              <a:t>certain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pattern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present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in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image: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14901" y="4082329"/>
            <a:ext cx="1606123" cy="1601793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130" dirty="0"/>
              <a:t> </a:t>
            </a:r>
            <a:r>
              <a:rPr dirty="0"/>
              <a:t>does</a:t>
            </a:r>
            <a:r>
              <a:rPr spc="220" dirty="0"/>
              <a:t> </a:t>
            </a:r>
            <a:r>
              <a:rPr dirty="0"/>
              <a:t>the</a:t>
            </a:r>
            <a:r>
              <a:rPr spc="220" dirty="0"/>
              <a:t> </a:t>
            </a:r>
            <a:r>
              <a:rPr spc="55" dirty="0"/>
              <a:t>hidden</a:t>
            </a:r>
            <a:r>
              <a:rPr spc="210" dirty="0"/>
              <a:t> </a:t>
            </a:r>
            <a:r>
              <a:rPr dirty="0"/>
              <a:t>layer</a:t>
            </a:r>
            <a:r>
              <a:rPr spc="235" dirty="0"/>
              <a:t> </a:t>
            </a:r>
            <a:r>
              <a:rPr dirty="0"/>
              <a:t>neuron</a:t>
            </a:r>
            <a:r>
              <a:rPr spc="200" dirty="0"/>
              <a:t> </a:t>
            </a:r>
            <a:r>
              <a:rPr spc="60" dirty="0"/>
              <a:t>find</a:t>
            </a:r>
            <a:r>
              <a:rPr spc="235" dirty="0"/>
              <a:t> </a:t>
            </a:r>
            <a:r>
              <a:rPr dirty="0"/>
              <a:t>a</a:t>
            </a:r>
            <a:r>
              <a:rPr spc="215" dirty="0"/>
              <a:t> </a:t>
            </a:r>
            <a:r>
              <a:rPr spc="75" dirty="0"/>
              <a:t>specific</a:t>
            </a:r>
            <a:r>
              <a:rPr spc="135" dirty="0"/>
              <a:t> </a:t>
            </a:r>
            <a:r>
              <a:rPr spc="-10" dirty="0"/>
              <a:t>image?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62457" y="4323763"/>
            <a:ext cx="10267315" cy="1211580"/>
          </a:xfrm>
          <a:prstGeom prst="rect">
            <a:avLst/>
          </a:prstGeom>
        </p:spPr>
        <p:txBody>
          <a:bodyPr vert="horz" wrap="square" lIns="0" tIns="46990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70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55" dirty="0">
                <a:latin typeface="Calibri"/>
                <a:cs typeface="Calibri"/>
              </a:rPr>
              <a:t>Recall,</a:t>
            </a:r>
            <a:r>
              <a:rPr sz="2800" spc="-5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every</a:t>
            </a:r>
            <a:r>
              <a:rPr sz="2800" spc="114" dirty="0">
                <a:latin typeface="Calibri"/>
                <a:cs typeface="Calibri"/>
              </a:rPr>
              <a:t> </a:t>
            </a:r>
            <a:r>
              <a:rPr sz="2800" spc="100" dirty="0">
                <a:latin typeface="Calibri"/>
                <a:cs typeface="Calibri"/>
              </a:rPr>
              <a:t>single</a:t>
            </a:r>
            <a:r>
              <a:rPr sz="2800" spc="22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input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connected</a:t>
            </a:r>
            <a:r>
              <a:rPr sz="2800" spc="2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22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hidden</a:t>
            </a:r>
            <a:r>
              <a:rPr sz="2800" spc="26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layer</a:t>
            </a:r>
            <a:endParaRPr sz="2800">
              <a:latin typeface="Calibri"/>
              <a:cs typeface="Calibri"/>
            </a:endParaRPr>
          </a:p>
          <a:p>
            <a:pPr marL="697230" marR="5080" lvl="1" indent="-227329">
              <a:lnSpc>
                <a:spcPts val="2590"/>
              </a:lnSpc>
              <a:spcBef>
                <a:spcPts val="560"/>
              </a:spcBef>
              <a:buFont typeface="Arial"/>
              <a:buChar char="•"/>
              <a:tabLst>
                <a:tab pos="698500" algn="l"/>
              </a:tabLst>
            </a:pPr>
            <a:r>
              <a:rPr sz="2400" spc="90" dirty="0">
                <a:latin typeface="Calibri"/>
                <a:cs typeface="Calibri"/>
              </a:rPr>
              <a:t>So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if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95" dirty="0">
                <a:latin typeface="Calibri"/>
                <a:cs typeface="Calibri"/>
              </a:rPr>
              <a:t>I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want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first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hidden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layer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find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pattern,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how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would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I 	</a:t>
            </a:r>
            <a:r>
              <a:rPr sz="2400" spc="55" dirty="0">
                <a:latin typeface="Calibri"/>
                <a:cs typeface="Calibri"/>
              </a:rPr>
              <a:t>bias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it?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18245" y="1076124"/>
            <a:ext cx="3098677" cy="3098693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312915" y="731393"/>
            <a:ext cx="4478274" cy="3727577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Let’s</a:t>
            </a:r>
            <a:r>
              <a:rPr spc="110" dirty="0"/>
              <a:t> </a:t>
            </a:r>
            <a:r>
              <a:rPr dirty="0"/>
              <a:t>do</a:t>
            </a:r>
            <a:r>
              <a:rPr spc="85" dirty="0"/>
              <a:t> </a:t>
            </a:r>
            <a:r>
              <a:rPr dirty="0"/>
              <a:t>a</a:t>
            </a:r>
            <a:r>
              <a:rPr spc="114" dirty="0"/>
              <a:t> </a:t>
            </a:r>
            <a:r>
              <a:rPr spc="85" dirty="0"/>
              <a:t>simple</a:t>
            </a:r>
            <a:r>
              <a:rPr spc="110" dirty="0"/>
              <a:t> </a:t>
            </a:r>
            <a:r>
              <a:rPr spc="60" dirty="0"/>
              <a:t>example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1312544" y="1198206"/>
          <a:ext cx="2286000" cy="22326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1633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2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800" spc="-2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x1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42875" marB="0">
                    <a:lnL w="12700">
                      <a:solidFill>
                        <a:srgbClr val="41709C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41709C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5B9B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2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x2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428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1633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3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x3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4351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3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x4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4351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object 4"/>
          <p:cNvSpPr/>
          <p:nvPr/>
        </p:nvSpPr>
        <p:spPr>
          <a:xfrm>
            <a:off x="6295263" y="1299844"/>
            <a:ext cx="1670685" cy="1670685"/>
          </a:xfrm>
          <a:custGeom>
            <a:avLst/>
            <a:gdLst/>
            <a:ahLst/>
            <a:cxnLst/>
            <a:rect l="l" t="t" r="r" b="b"/>
            <a:pathLst>
              <a:path w="1670684" h="1670685">
                <a:moveTo>
                  <a:pt x="0" y="835278"/>
                </a:moveTo>
                <a:lnTo>
                  <a:pt x="1322" y="787872"/>
                </a:lnTo>
                <a:lnTo>
                  <a:pt x="5242" y="741161"/>
                </a:lnTo>
                <a:lnTo>
                  <a:pt x="11690" y="695214"/>
                </a:lnTo>
                <a:lnTo>
                  <a:pt x="20594" y="650104"/>
                </a:lnTo>
                <a:lnTo>
                  <a:pt x="31884" y="605899"/>
                </a:lnTo>
                <a:lnTo>
                  <a:pt x="45490" y="562671"/>
                </a:lnTo>
                <a:lnTo>
                  <a:pt x="61341" y="520490"/>
                </a:lnTo>
                <a:lnTo>
                  <a:pt x="79367" y="479427"/>
                </a:lnTo>
                <a:lnTo>
                  <a:pt x="99496" y="439551"/>
                </a:lnTo>
                <a:lnTo>
                  <a:pt x="121659" y="400934"/>
                </a:lnTo>
                <a:lnTo>
                  <a:pt x="145785" y="363645"/>
                </a:lnTo>
                <a:lnTo>
                  <a:pt x="171804" y="327756"/>
                </a:lnTo>
                <a:lnTo>
                  <a:pt x="199644" y="293337"/>
                </a:lnTo>
                <a:lnTo>
                  <a:pt x="229235" y="260457"/>
                </a:lnTo>
                <a:lnTo>
                  <a:pt x="260507" y="229189"/>
                </a:lnTo>
                <a:lnTo>
                  <a:pt x="293389" y="199601"/>
                </a:lnTo>
                <a:lnTo>
                  <a:pt x="327810" y="171765"/>
                </a:lnTo>
                <a:lnTo>
                  <a:pt x="363701" y="145751"/>
                </a:lnTo>
                <a:lnTo>
                  <a:pt x="400990" y="121630"/>
                </a:lnTo>
                <a:lnTo>
                  <a:pt x="439607" y="99471"/>
                </a:lnTo>
                <a:lnTo>
                  <a:pt x="479482" y="79346"/>
                </a:lnTo>
                <a:lnTo>
                  <a:pt x="520543" y="61324"/>
                </a:lnTo>
                <a:lnTo>
                  <a:pt x="562721" y="45477"/>
                </a:lnTo>
                <a:lnTo>
                  <a:pt x="605944" y="31875"/>
                </a:lnTo>
                <a:lnTo>
                  <a:pt x="650143" y="20588"/>
                </a:lnTo>
                <a:lnTo>
                  <a:pt x="695246" y="11686"/>
                </a:lnTo>
                <a:lnTo>
                  <a:pt x="741184" y="5240"/>
                </a:lnTo>
                <a:lnTo>
                  <a:pt x="787885" y="1321"/>
                </a:lnTo>
                <a:lnTo>
                  <a:pt x="835279" y="0"/>
                </a:lnTo>
                <a:lnTo>
                  <a:pt x="882672" y="1321"/>
                </a:lnTo>
                <a:lnTo>
                  <a:pt x="929373" y="5240"/>
                </a:lnTo>
                <a:lnTo>
                  <a:pt x="975311" y="11686"/>
                </a:lnTo>
                <a:lnTo>
                  <a:pt x="1020414" y="20588"/>
                </a:lnTo>
                <a:lnTo>
                  <a:pt x="1064613" y="31875"/>
                </a:lnTo>
                <a:lnTo>
                  <a:pt x="1107836" y="45477"/>
                </a:lnTo>
                <a:lnTo>
                  <a:pt x="1150014" y="61324"/>
                </a:lnTo>
                <a:lnTo>
                  <a:pt x="1191075" y="79346"/>
                </a:lnTo>
                <a:lnTo>
                  <a:pt x="1230950" y="99471"/>
                </a:lnTo>
                <a:lnTo>
                  <a:pt x="1269567" y="121630"/>
                </a:lnTo>
                <a:lnTo>
                  <a:pt x="1306856" y="145751"/>
                </a:lnTo>
                <a:lnTo>
                  <a:pt x="1342747" y="171765"/>
                </a:lnTo>
                <a:lnTo>
                  <a:pt x="1377168" y="199601"/>
                </a:lnTo>
                <a:lnTo>
                  <a:pt x="1410050" y="229189"/>
                </a:lnTo>
                <a:lnTo>
                  <a:pt x="1441322" y="260457"/>
                </a:lnTo>
                <a:lnTo>
                  <a:pt x="1470913" y="293337"/>
                </a:lnTo>
                <a:lnTo>
                  <a:pt x="1498753" y="327756"/>
                </a:lnTo>
                <a:lnTo>
                  <a:pt x="1524772" y="363645"/>
                </a:lnTo>
                <a:lnTo>
                  <a:pt x="1548898" y="400934"/>
                </a:lnTo>
                <a:lnTo>
                  <a:pt x="1571061" y="439551"/>
                </a:lnTo>
                <a:lnTo>
                  <a:pt x="1591190" y="479427"/>
                </a:lnTo>
                <a:lnTo>
                  <a:pt x="1609216" y="520490"/>
                </a:lnTo>
                <a:lnTo>
                  <a:pt x="1625067" y="562671"/>
                </a:lnTo>
                <a:lnTo>
                  <a:pt x="1638673" y="605899"/>
                </a:lnTo>
                <a:lnTo>
                  <a:pt x="1649963" y="650104"/>
                </a:lnTo>
                <a:lnTo>
                  <a:pt x="1658867" y="695214"/>
                </a:lnTo>
                <a:lnTo>
                  <a:pt x="1665315" y="741161"/>
                </a:lnTo>
                <a:lnTo>
                  <a:pt x="1669235" y="787872"/>
                </a:lnTo>
                <a:lnTo>
                  <a:pt x="1670558" y="835278"/>
                </a:lnTo>
                <a:lnTo>
                  <a:pt x="1669235" y="882672"/>
                </a:lnTo>
                <a:lnTo>
                  <a:pt x="1665315" y="929372"/>
                </a:lnTo>
                <a:lnTo>
                  <a:pt x="1658867" y="975307"/>
                </a:lnTo>
                <a:lnTo>
                  <a:pt x="1649963" y="1020408"/>
                </a:lnTo>
                <a:lnTo>
                  <a:pt x="1638673" y="1064603"/>
                </a:lnTo>
                <a:lnTo>
                  <a:pt x="1625067" y="1107822"/>
                </a:lnTo>
                <a:lnTo>
                  <a:pt x="1609216" y="1149995"/>
                </a:lnTo>
                <a:lnTo>
                  <a:pt x="1591190" y="1191052"/>
                </a:lnTo>
                <a:lnTo>
                  <a:pt x="1571061" y="1230921"/>
                </a:lnTo>
                <a:lnTo>
                  <a:pt x="1548898" y="1269532"/>
                </a:lnTo>
                <a:lnTo>
                  <a:pt x="1524772" y="1306815"/>
                </a:lnTo>
                <a:lnTo>
                  <a:pt x="1498753" y="1342699"/>
                </a:lnTo>
                <a:lnTo>
                  <a:pt x="1470913" y="1377115"/>
                </a:lnTo>
                <a:lnTo>
                  <a:pt x="1441322" y="1409990"/>
                </a:lnTo>
                <a:lnTo>
                  <a:pt x="1410050" y="1441255"/>
                </a:lnTo>
                <a:lnTo>
                  <a:pt x="1377168" y="1470840"/>
                </a:lnTo>
                <a:lnTo>
                  <a:pt x="1342747" y="1498674"/>
                </a:lnTo>
                <a:lnTo>
                  <a:pt x="1306856" y="1524686"/>
                </a:lnTo>
                <a:lnTo>
                  <a:pt x="1269567" y="1548805"/>
                </a:lnTo>
                <a:lnTo>
                  <a:pt x="1230950" y="1570963"/>
                </a:lnTo>
                <a:lnTo>
                  <a:pt x="1191075" y="1591087"/>
                </a:lnTo>
                <a:lnTo>
                  <a:pt x="1150014" y="1609107"/>
                </a:lnTo>
                <a:lnTo>
                  <a:pt x="1107836" y="1624954"/>
                </a:lnTo>
                <a:lnTo>
                  <a:pt x="1064613" y="1638556"/>
                </a:lnTo>
                <a:lnTo>
                  <a:pt x="1020414" y="1649843"/>
                </a:lnTo>
                <a:lnTo>
                  <a:pt x="975311" y="1658744"/>
                </a:lnTo>
                <a:lnTo>
                  <a:pt x="929373" y="1665190"/>
                </a:lnTo>
                <a:lnTo>
                  <a:pt x="882672" y="1669109"/>
                </a:lnTo>
                <a:lnTo>
                  <a:pt x="835279" y="1670430"/>
                </a:lnTo>
                <a:lnTo>
                  <a:pt x="787885" y="1669109"/>
                </a:lnTo>
                <a:lnTo>
                  <a:pt x="741184" y="1665190"/>
                </a:lnTo>
                <a:lnTo>
                  <a:pt x="695246" y="1658744"/>
                </a:lnTo>
                <a:lnTo>
                  <a:pt x="650143" y="1649843"/>
                </a:lnTo>
                <a:lnTo>
                  <a:pt x="605944" y="1638556"/>
                </a:lnTo>
                <a:lnTo>
                  <a:pt x="562721" y="1624954"/>
                </a:lnTo>
                <a:lnTo>
                  <a:pt x="520543" y="1609107"/>
                </a:lnTo>
                <a:lnTo>
                  <a:pt x="479482" y="1591087"/>
                </a:lnTo>
                <a:lnTo>
                  <a:pt x="439607" y="1570963"/>
                </a:lnTo>
                <a:lnTo>
                  <a:pt x="400990" y="1548805"/>
                </a:lnTo>
                <a:lnTo>
                  <a:pt x="363701" y="1524686"/>
                </a:lnTo>
                <a:lnTo>
                  <a:pt x="327810" y="1498674"/>
                </a:lnTo>
                <a:lnTo>
                  <a:pt x="293389" y="1470840"/>
                </a:lnTo>
                <a:lnTo>
                  <a:pt x="260507" y="1441255"/>
                </a:lnTo>
                <a:lnTo>
                  <a:pt x="229235" y="1409990"/>
                </a:lnTo>
                <a:lnTo>
                  <a:pt x="199644" y="1377115"/>
                </a:lnTo>
                <a:lnTo>
                  <a:pt x="171804" y="1342699"/>
                </a:lnTo>
                <a:lnTo>
                  <a:pt x="145785" y="1306815"/>
                </a:lnTo>
                <a:lnTo>
                  <a:pt x="121659" y="1269532"/>
                </a:lnTo>
                <a:lnTo>
                  <a:pt x="99496" y="1230921"/>
                </a:lnTo>
                <a:lnTo>
                  <a:pt x="79367" y="1191052"/>
                </a:lnTo>
                <a:lnTo>
                  <a:pt x="61341" y="1149995"/>
                </a:lnTo>
                <a:lnTo>
                  <a:pt x="45490" y="1107822"/>
                </a:lnTo>
                <a:lnTo>
                  <a:pt x="31884" y="1064603"/>
                </a:lnTo>
                <a:lnTo>
                  <a:pt x="20594" y="1020408"/>
                </a:lnTo>
                <a:lnTo>
                  <a:pt x="11690" y="975307"/>
                </a:lnTo>
                <a:lnTo>
                  <a:pt x="5242" y="929372"/>
                </a:lnTo>
                <a:lnTo>
                  <a:pt x="1322" y="882672"/>
                </a:lnTo>
                <a:lnTo>
                  <a:pt x="0" y="835278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6768210" y="1970278"/>
            <a:ext cx="7239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Neuron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686300" y="1121028"/>
            <a:ext cx="4897755" cy="1757680"/>
          </a:xfrm>
          <a:custGeom>
            <a:avLst/>
            <a:gdLst/>
            <a:ahLst/>
            <a:cxnLst/>
            <a:rect l="l" t="t" r="r" b="b"/>
            <a:pathLst>
              <a:path w="4897755" h="1757680">
                <a:moveTo>
                  <a:pt x="1608963" y="1014095"/>
                </a:moveTo>
                <a:lnTo>
                  <a:pt x="1602613" y="1010920"/>
                </a:lnTo>
                <a:lnTo>
                  <a:pt x="1532763" y="975995"/>
                </a:lnTo>
                <a:lnTo>
                  <a:pt x="1532763" y="1010920"/>
                </a:lnTo>
                <a:lnTo>
                  <a:pt x="0" y="1010920"/>
                </a:lnTo>
                <a:lnTo>
                  <a:pt x="0" y="1017270"/>
                </a:lnTo>
                <a:lnTo>
                  <a:pt x="1532763" y="1017270"/>
                </a:lnTo>
                <a:lnTo>
                  <a:pt x="1532763" y="1052195"/>
                </a:lnTo>
                <a:lnTo>
                  <a:pt x="1602613" y="1017270"/>
                </a:lnTo>
                <a:lnTo>
                  <a:pt x="1608963" y="1014095"/>
                </a:lnTo>
                <a:close/>
              </a:path>
              <a:path w="4897755" h="1757680">
                <a:moveTo>
                  <a:pt x="1737995" y="524637"/>
                </a:moveTo>
                <a:lnTo>
                  <a:pt x="1720227" y="505841"/>
                </a:lnTo>
                <a:lnTo>
                  <a:pt x="1679448" y="462661"/>
                </a:lnTo>
                <a:lnTo>
                  <a:pt x="1667433" y="495541"/>
                </a:lnTo>
                <a:lnTo>
                  <a:pt x="308864" y="0"/>
                </a:lnTo>
                <a:lnTo>
                  <a:pt x="306705" y="5842"/>
                </a:lnTo>
                <a:lnTo>
                  <a:pt x="1665262" y="501510"/>
                </a:lnTo>
                <a:lnTo>
                  <a:pt x="1653286" y="534289"/>
                </a:lnTo>
                <a:lnTo>
                  <a:pt x="1737995" y="524637"/>
                </a:lnTo>
                <a:close/>
              </a:path>
              <a:path w="4897755" h="1757680">
                <a:moveTo>
                  <a:pt x="1749679" y="1540129"/>
                </a:moveTo>
                <a:lnTo>
                  <a:pt x="1668907" y="1512951"/>
                </a:lnTo>
                <a:lnTo>
                  <a:pt x="1673720" y="1547482"/>
                </a:lnTo>
                <a:lnTo>
                  <a:pt x="219329" y="1750822"/>
                </a:lnTo>
                <a:lnTo>
                  <a:pt x="220218" y="1757172"/>
                </a:lnTo>
                <a:lnTo>
                  <a:pt x="1674609" y="1553832"/>
                </a:lnTo>
                <a:lnTo>
                  <a:pt x="1679448" y="1588389"/>
                </a:lnTo>
                <a:lnTo>
                  <a:pt x="1741538" y="1545717"/>
                </a:lnTo>
                <a:lnTo>
                  <a:pt x="1749679" y="1540129"/>
                </a:lnTo>
                <a:close/>
              </a:path>
              <a:path w="4897755" h="1757680">
                <a:moveTo>
                  <a:pt x="4897628" y="1014095"/>
                </a:moveTo>
                <a:lnTo>
                  <a:pt x="4891278" y="1010920"/>
                </a:lnTo>
                <a:lnTo>
                  <a:pt x="4821428" y="975995"/>
                </a:lnTo>
                <a:lnTo>
                  <a:pt x="4821428" y="1010920"/>
                </a:lnTo>
                <a:lnTo>
                  <a:pt x="3288665" y="1010920"/>
                </a:lnTo>
                <a:lnTo>
                  <a:pt x="3288665" y="1017270"/>
                </a:lnTo>
                <a:lnTo>
                  <a:pt x="4821428" y="1017270"/>
                </a:lnTo>
                <a:lnTo>
                  <a:pt x="4821428" y="1052195"/>
                </a:lnTo>
                <a:lnTo>
                  <a:pt x="4891278" y="1017270"/>
                </a:lnTo>
                <a:lnTo>
                  <a:pt x="4897628" y="1014095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4346194" y="1915490"/>
            <a:ext cx="24066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x2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527041" y="2808478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667250" y="874521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x1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352026" y="1808479"/>
            <a:ext cx="1289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Calibri"/>
                <a:cs typeface="Calibri"/>
              </a:rPr>
              <a:t>y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5365750" y="1059433"/>
            <a:ext cx="540385" cy="534670"/>
            <a:chOff x="5365750" y="1059433"/>
            <a:chExt cx="540385" cy="534670"/>
          </a:xfrm>
        </p:grpSpPr>
        <p:sp>
          <p:nvSpPr>
            <p:cNvPr id="12" name="object 12"/>
            <p:cNvSpPr/>
            <p:nvPr/>
          </p:nvSpPr>
          <p:spPr>
            <a:xfrm>
              <a:off x="5372100" y="1065783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0"/>
                  </a:lnTo>
                  <a:lnTo>
                    <a:pt x="171742" y="16311"/>
                  </a:lnTo>
                  <a:lnTo>
                    <a:pt x="130650" y="35597"/>
                  </a:lnTo>
                  <a:lnTo>
                    <a:pt x="93834" y="61325"/>
                  </a:lnTo>
                  <a:lnTo>
                    <a:pt x="62041" y="92758"/>
                  </a:lnTo>
                  <a:lnTo>
                    <a:pt x="36016" y="129163"/>
                  </a:lnTo>
                  <a:lnTo>
                    <a:pt x="16504" y="169805"/>
                  </a:lnTo>
                  <a:lnTo>
                    <a:pt x="4250" y="213948"/>
                  </a:lnTo>
                  <a:lnTo>
                    <a:pt x="0" y="260857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7"/>
                  </a:lnTo>
                  <a:lnTo>
                    <a:pt x="523307" y="213948"/>
                  </a:lnTo>
                  <a:lnTo>
                    <a:pt x="511053" y="169805"/>
                  </a:lnTo>
                  <a:lnTo>
                    <a:pt x="491541" y="129163"/>
                  </a:lnTo>
                  <a:lnTo>
                    <a:pt x="465516" y="92758"/>
                  </a:lnTo>
                  <a:lnTo>
                    <a:pt x="433723" y="61325"/>
                  </a:lnTo>
                  <a:lnTo>
                    <a:pt x="396907" y="35597"/>
                  </a:lnTo>
                  <a:lnTo>
                    <a:pt x="355815" y="16311"/>
                  </a:lnTo>
                  <a:lnTo>
                    <a:pt x="311190" y="4200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5372100" y="1065783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7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8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8" y="260857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5530977" y="1213484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w1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5331840" y="1844675"/>
            <a:ext cx="540385" cy="534670"/>
            <a:chOff x="5331840" y="1844675"/>
            <a:chExt cx="540385" cy="534670"/>
          </a:xfrm>
        </p:grpSpPr>
        <p:sp>
          <p:nvSpPr>
            <p:cNvPr id="16" name="object 16"/>
            <p:cNvSpPr/>
            <p:nvPr/>
          </p:nvSpPr>
          <p:spPr>
            <a:xfrm>
              <a:off x="5338190" y="1851025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9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9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9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5338190" y="1851025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9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8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9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5497195" y="1998979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w2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5370321" y="2525141"/>
            <a:ext cx="540385" cy="534670"/>
            <a:chOff x="5370321" y="2525141"/>
            <a:chExt cx="540385" cy="534670"/>
          </a:xfrm>
        </p:grpSpPr>
        <p:sp>
          <p:nvSpPr>
            <p:cNvPr id="20" name="object 20"/>
            <p:cNvSpPr/>
            <p:nvPr/>
          </p:nvSpPr>
          <p:spPr>
            <a:xfrm>
              <a:off x="5376671" y="2531491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0"/>
                  </a:lnTo>
                  <a:lnTo>
                    <a:pt x="171742" y="16311"/>
                  </a:lnTo>
                  <a:lnTo>
                    <a:pt x="130650" y="35597"/>
                  </a:lnTo>
                  <a:lnTo>
                    <a:pt x="93834" y="61325"/>
                  </a:lnTo>
                  <a:lnTo>
                    <a:pt x="62041" y="92758"/>
                  </a:lnTo>
                  <a:lnTo>
                    <a:pt x="36016" y="129163"/>
                  </a:lnTo>
                  <a:lnTo>
                    <a:pt x="16504" y="169805"/>
                  </a:lnTo>
                  <a:lnTo>
                    <a:pt x="4250" y="213948"/>
                  </a:lnTo>
                  <a:lnTo>
                    <a:pt x="0" y="260858"/>
                  </a:lnTo>
                  <a:lnTo>
                    <a:pt x="4250" y="307730"/>
                  </a:lnTo>
                  <a:lnTo>
                    <a:pt x="16504" y="351843"/>
                  </a:lnTo>
                  <a:lnTo>
                    <a:pt x="36016" y="392462"/>
                  </a:lnTo>
                  <a:lnTo>
                    <a:pt x="62041" y="428851"/>
                  </a:lnTo>
                  <a:lnTo>
                    <a:pt x="93834" y="460275"/>
                  </a:lnTo>
                  <a:lnTo>
                    <a:pt x="130650" y="485996"/>
                  </a:lnTo>
                  <a:lnTo>
                    <a:pt x="171742" y="505279"/>
                  </a:lnTo>
                  <a:lnTo>
                    <a:pt x="216367" y="517388"/>
                  </a:lnTo>
                  <a:lnTo>
                    <a:pt x="263778" y="521588"/>
                  </a:lnTo>
                  <a:lnTo>
                    <a:pt x="311190" y="517388"/>
                  </a:lnTo>
                  <a:lnTo>
                    <a:pt x="355815" y="505279"/>
                  </a:lnTo>
                  <a:lnTo>
                    <a:pt x="396907" y="485996"/>
                  </a:lnTo>
                  <a:lnTo>
                    <a:pt x="433723" y="460275"/>
                  </a:lnTo>
                  <a:lnTo>
                    <a:pt x="465516" y="428851"/>
                  </a:lnTo>
                  <a:lnTo>
                    <a:pt x="491541" y="392462"/>
                  </a:lnTo>
                  <a:lnTo>
                    <a:pt x="511053" y="351843"/>
                  </a:lnTo>
                  <a:lnTo>
                    <a:pt x="523307" y="307730"/>
                  </a:lnTo>
                  <a:lnTo>
                    <a:pt x="527557" y="260858"/>
                  </a:lnTo>
                  <a:lnTo>
                    <a:pt x="523307" y="213948"/>
                  </a:lnTo>
                  <a:lnTo>
                    <a:pt x="511053" y="169805"/>
                  </a:lnTo>
                  <a:lnTo>
                    <a:pt x="491541" y="129163"/>
                  </a:lnTo>
                  <a:lnTo>
                    <a:pt x="465516" y="92758"/>
                  </a:lnTo>
                  <a:lnTo>
                    <a:pt x="433723" y="61325"/>
                  </a:lnTo>
                  <a:lnTo>
                    <a:pt x="396907" y="35597"/>
                  </a:lnTo>
                  <a:lnTo>
                    <a:pt x="355815" y="16311"/>
                  </a:lnTo>
                  <a:lnTo>
                    <a:pt x="311190" y="4200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76671" y="2531491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8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7" y="260858"/>
                  </a:lnTo>
                  <a:lnTo>
                    <a:pt x="523307" y="307730"/>
                  </a:lnTo>
                  <a:lnTo>
                    <a:pt x="511053" y="351843"/>
                  </a:lnTo>
                  <a:lnTo>
                    <a:pt x="491541" y="392462"/>
                  </a:lnTo>
                  <a:lnTo>
                    <a:pt x="465516" y="428851"/>
                  </a:lnTo>
                  <a:lnTo>
                    <a:pt x="433723" y="460275"/>
                  </a:lnTo>
                  <a:lnTo>
                    <a:pt x="396907" y="485996"/>
                  </a:lnTo>
                  <a:lnTo>
                    <a:pt x="355815" y="505279"/>
                  </a:lnTo>
                  <a:lnTo>
                    <a:pt x="311190" y="517388"/>
                  </a:lnTo>
                  <a:lnTo>
                    <a:pt x="263778" y="521588"/>
                  </a:lnTo>
                  <a:lnTo>
                    <a:pt x="216367" y="517388"/>
                  </a:lnTo>
                  <a:lnTo>
                    <a:pt x="171742" y="505279"/>
                  </a:lnTo>
                  <a:lnTo>
                    <a:pt x="130650" y="485996"/>
                  </a:lnTo>
                  <a:lnTo>
                    <a:pt x="93834" y="460275"/>
                  </a:lnTo>
                  <a:lnTo>
                    <a:pt x="62041" y="428851"/>
                  </a:lnTo>
                  <a:lnTo>
                    <a:pt x="36016" y="392462"/>
                  </a:lnTo>
                  <a:lnTo>
                    <a:pt x="16504" y="351843"/>
                  </a:lnTo>
                  <a:lnTo>
                    <a:pt x="4250" y="307730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5535548" y="2679572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w3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5619496" y="2891535"/>
            <a:ext cx="1137920" cy="738505"/>
          </a:xfrm>
          <a:custGeom>
            <a:avLst/>
            <a:gdLst/>
            <a:ahLst/>
            <a:cxnLst/>
            <a:rect l="l" t="t" r="r" b="b"/>
            <a:pathLst>
              <a:path w="1137920" h="738504">
                <a:moveTo>
                  <a:pt x="1071722" y="38803"/>
                </a:moveTo>
                <a:lnTo>
                  <a:pt x="0" y="732663"/>
                </a:lnTo>
                <a:lnTo>
                  <a:pt x="3428" y="737996"/>
                </a:lnTo>
                <a:lnTo>
                  <a:pt x="1075166" y="44127"/>
                </a:lnTo>
                <a:lnTo>
                  <a:pt x="1071722" y="38803"/>
                </a:lnTo>
                <a:close/>
              </a:path>
              <a:path w="1137920" h="738504">
                <a:moveTo>
                  <a:pt x="1118605" y="31876"/>
                </a:moveTo>
                <a:lnTo>
                  <a:pt x="1082421" y="31876"/>
                </a:lnTo>
                <a:lnTo>
                  <a:pt x="1085850" y="37211"/>
                </a:lnTo>
                <a:lnTo>
                  <a:pt x="1075166" y="44127"/>
                </a:lnTo>
                <a:lnTo>
                  <a:pt x="1094104" y="73405"/>
                </a:lnTo>
                <a:lnTo>
                  <a:pt x="1118605" y="31876"/>
                </a:lnTo>
                <a:close/>
              </a:path>
              <a:path w="1137920" h="738504">
                <a:moveTo>
                  <a:pt x="1082421" y="31876"/>
                </a:moveTo>
                <a:lnTo>
                  <a:pt x="1071722" y="38803"/>
                </a:lnTo>
                <a:lnTo>
                  <a:pt x="1075166" y="44127"/>
                </a:lnTo>
                <a:lnTo>
                  <a:pt x="1085850" y="37211"/>
                </a:lnTo>
                <a:lnTo>
                  <a:pt x="1082421" y="31876"/>
                </a:lnTo>
                <a:close/>
              </a:path>
              <a:path w="1137920" h="738504">
                <a:moveTo>
                  <a:pt x="1137411" y="0"/>
                </a:moveTo>
                <a:lnTo>
                  <a:pt x="1052702" y="9398"/>
                </a:lnTo>
                <a:lnTo>
                  <a:pt x="1071722" y="38803"/>
                </a:lnTo>
                <a:lnTo>
                  <a:pt x="1082421" y="31876"/>
                </a:lnTo>
                <a:lnTo>
                  <a:pt x="1118605" y="31876"/>
                </a:lnTo>
                <a:lnTo>
                  <a:pt x="1137411" y="0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/>
          <p:nvPr/>
        </p:nvSpPr>
        <p:spPr>
          <a:xfrm>
            <a:off x="608482" y="3420115"/>
            <a:ext cx="9935845" cy="2002789"/>
          </a:xfrm>
          <a:prstGeom prst="rect">
            <a:avLst/>
          </a:prstGeom>
        </p:spPr>
        <p:txBody>
          <a:bodyPr vert="horz" wrap="square" lIns="0" tIns="53340" rIns="0" bIns="0" rtlCol="0">
            <a:spAutoFit/>
          </a:bodyPr>
          <a:lstStyle/>
          <a:p>
            <a:pPr marR="229870" algn="ctr">
              <a:lnSpc>
                <a:spcPct val="100000"/>
              </a:lnSpc>
              <a:spcBef>
                <a:spcPts val="420"/>
              </a:spcBef>
            </a:pPr>
            <a:r>
              <a:rPr sz="1800" spc="-25" dirty="0">
                <a:latin typeface="Calibri"/>
                <a:cs typeface="Calibri"/>
              </a:rPr>
              <a:t>x4</a:t>
            </a:r>
            <a:endParaRPr sz="1800">
              <a:latin typeface="Calibri"/>
              <a:cs typeface="Calibri"/>
            </a:endParaRPr>
          </a:p>
          <a:p>
            <a:pPr marL="240029" marR="5080" indent="-227329">
              <a:lnSpc>
                <a:spcPts val="3020"/>
              </a:lnSpc>
              <a:spcBef>
                <a:spcPts val="875"/>
              </a:spcBef>
              <a:buFont typeface="Arial"/>
              <a:buChar char="•"/>
              <a:tabLst>
                <a:tab pos="241300" algn="l"/>
              </a:tabLst>
            </a:pPr>
            <a:r>
              <a:rPr sz="2800" spc="110" dirty="0">
                <a:latin typeface="Calibri"/>
                <a:cs typeface="Calibri"/>
              </a:rPr>
              <a:t>I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want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spc="75" dirty="0">
                <a:latin typeface="Calibri"/>
                <a:cs typeface="Calibri"/>
              </a:rPr>
              <a:t>design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hidden</a:t>
            </a:r>
            <a:r>
              <a:rPr sz="2800" spc="2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layer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neuron</a:t>
            </a:r>
            <a:r>
              <a:rPr sz="2800" spc="225" dirty="0">
                <a:latin typeface="Calibri"/>
                <a:cs typeface="Calibri"/>
              </a:rPr>
              <a:t> </a:t>
            </a:r>
            <a:r>
              <a:rPr sz="2800" spc="65" dirty="0">
                <a:latin typeface="Calibri"/>
                <a:cs typeface="Calibri"/>
              </a:rPr>
              <a:t>which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spc="80" dirty="0">
                <a:latin typeface="Calibri"/>
                <a:cs typeface="Calibri"/>
              </a:rPr>
              <a:t>tells</a:t>
            </a:r>
            <a:r>
              <a:rPr sz="2800" spc="1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me</a:t>
            </a:r>
            <a:r>
              <a:rPr sz="2800" spc="190" dirty="0">
                <a:latin typeface="Calibri"/>
                <a:cs typeface="Calibri"/>
              </a:rPr>
              <a:t> </a:t>
            </a:r>
            <a:r>
              <a:rPr sz="2800" spc="70" dirty="0">
                <a:latin typeface="Calibri"/>
                <a:cs typeface="Calibri"/>
              </a:rPr>
              <a:t>if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204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top 	</a:t>
            </a:r>
            <a:r>
              <a:rPr sz="2800" dirty="0">
                <a:latin typeface="Calibri"/>
                <a:cs typeface="Calibri"/>
              </a:rPr>
              <a:t>left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spc="55" dirty="0">
                <a:latin typeface="Calibri"/>
                <a:cs typeface="Calibri"/>
              </a:rPr>
              <a:t>box</a:t>
            </a:r>
            <a:r>
              <a:rPr sz="2800" spc="95" dirty="0">
                <a:latin typeface="Calibri"/>
                <a:cs typeface="Calibri"/>
              </a:rPr>
              <a:t>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spc="75" dirty="0">
                <a:latin typeface="Calibri"/>
                <a:cs typeface="Calibri"/>
              </a:rPr>
              <a:t>filled</a:t>
            </a:r>
            <a:endParaRPr sz="28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190"/>
              </a:spcBef>
              <a:buFont typeface="Arial"/>
              <a:buChar char="•"/>
              <a:tabLst>
                <a:tab pos="697865" algn="l"/>
              </a:tabLst>
            </a:pPr>
            <a:r>
              <a:rPr sz="2400" dirty="0">
                <a:latin typeface="Calibri"/>
                <a:cs typeface="Calibri"/>
              </a:rPr>
              <a:t>So,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have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four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inputs</a:t>
            </a:r>
            <a:endParaRPr sz="2400">
              <a:latin typeface="Calibri"/>
              <a:cs typeface="Calibri"/>
            </a:endParaRPr>
          </a:p>
          <a:p>
            <a:pPr marL="697230" lvl="1" indent="-227329">
              <a:lnSpc>
                <a:spcPct val="100000"/>
              </a:lnSpc>
              <a:spcBef>
                <a:spcPts val="219"/>
              </a:spcBef>
              <a:buFont typeface="Arial"/>
              <a:buChar char="•"/>
              <a:tabLst>
                <a:tab pos="697230" algn="l"/>
                <a:tab pos="5300980" algn="l"/>
              </a:tabLst>
            </a:pPr>
            <a:r>
              <a:rPr sz="2400" spc="-20" dirty="0">
                <a:latin typeface="Calibri"/>
                <a:cs typeface="Calibri"/>
              </a:rPr>
              <a:t>We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want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y</a:t>
            </a:r>
            <a:r>
              <a:rPr sz="2400" spc="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high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spc="30" dirty="0">
                <a:latin typeface="Calibri"/>
                <a:cs typeface="Calibri"/>
              </a:rPr>
              <a:t>if</a:t>
            </a:r>
            <a:r>
              <a:rPr sz="2400" dirty="0">
                <a:latin typeface="Calibri"/>
                <a:cs typeface="Calibri"/>
              </a:rPr>
              <a:t>	</a:t>
            </a:r>
            <a:r>
              <a:rPr sz="2400" spc="145" dirty="0">
                <a:latin typeface="Calibri"/>
                <a:cs typeface="Calibri"/>
              </a:rPr>
              <a:t>x1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dark</a:t>
            </a:r>
            <a:r>
              <a:rPr sz="2400" spc="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35" dirty="0">
                <a:latin typeface="Calibri"/>
                <a:cs typeface="Calibri"/>
              </a:rPr>
              <a:t> x2-</a:t>
            </a:r>
            <a:r>
              <a:rPr sz="2400" spc="80" dirty="0">
                <a:latin typeface="Calibri"/>
                <a:cs typeface="Calibri"/>
              </a:rPr>
              <a:t>4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light</a:t>
            </a:r>
            <a:endParaRPr sz="2400">
              <a:latin typeface="Calibri"/>
              <a:cs typeface="Calibri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5874130" y="3058541"/>
            <a:ext cx="540385" cy="534670"/>
            <a:chOff x="5874130" y="3058541"/>
            <a:chExt cx="540385" cy="534670"/>
          </a:xfrm>
        </p:grpSpPr>
        <p:sp>
          <p:nvSpPr>
            <p:cNvPr id="26" name="object 26"/>
            <p:cNvSpPr/>
            <p:nvPr/>
          </p:nvSpPr>
          <p:spPr>
            <a:xfrm>
              <a:off x="5880480" y="3064891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263779" y="0"/>
                  </a:moveTo>
                  <a:lnTo>
                    <a:pt x="216367" y="4200"/>
                  </a:lnTo>
                  <a:lnTo>
                    <a:pt x="171742" y="16311"/>
                  </a:lnTo>
                  <a:lnTo>
                    <a:pt x="130650" y="35597"/>
                  </a:lnTo>
                  <a:lnTo>
                    <a:pt x="93834" y="61325"/>
                  </a:lnTo>
                  <a:lnTo>
                    <a:pt x="62041" y="92758"/>
                  </a:lnTo>
                  <a:lnTo>
                    <a:pt x="36016" y="129163"/>
                  </a:lnTo>
                  <a:lnTo>
                    <a:pt x="16504" y="169805"/>
                  </a:lnTo>
                  <a:lnTo>
                    <a:pt x="4250" y="213948"/>
                  </a:lnTo>
                  <a:lnTo>
                    <a:pt x="0" y="260858"/>
                  </a:lnTo>
                  <a:lnTo>
                    <a:pt x="4250" y="307730"/>
                  </a:lnTo>
                  <a:lnTo>
                    <a:pt x="16504" y="351843"/>
                  </a:lnTo>
                  <a:lnTo>
                    <a:pt x="36016" y="392462"/>
                  </a:lnTo>
                  <a:lnTo>
                    <a:pt x="62041" y="428851"/>
                  </a:lnTo>
                  <a:lnTo>
                    <a:pt x="93834" y="460275"/>
                  </a:lnTo>
                  <a:lnTo>
                    <a:pt x="130650" y="485996"/>
                  </a:lnTo>
                  <a:lnTo>
                    <a:pt x="171742" y="505279"/>
                  </a:lnTo>
                  <a:lnTo>
                    <a:pt x="216367" y="517388"/>
                  </a:lnTo>
                  <a:lnTo>
                    <a:pt x="263779" y="521588"/>
                  </a:lnTo>
                  <a:lnTo>
                    <a:pt x="311190" y="517388"/>
                  </a:lnTo>
                  <a:lnTo>
                    <a:pt x="355815" y="505279"/>
                  </a:lnTo>
                  <a:lnTo>
                    <a:pt x="396907" y="485996"/>
                  </a:lnTo>
                  <a:lnTo>
                    <a:pt x="433723" y="460275"/>
                  </a:lnTo>
                  <a:lnTo>
                    <a:pt x="465516" y="428851"/>
                  </a:lnTo>
                  <a:lnTo>
                    <a:pt x="491541" y="392462"/>
                  </a:lnTo>
                  <a:lnTo>
                    <a:pt x="511053" y="351843"/>
                  </a:lnTo>
                  <a:lnTo>
                    <a:pt x="523307" y="307730"/>
                  </a:lnTo>
                  <a:lnTo>
                    <a:pt x="527558" y="260858"/>
                  </a:lnTo>
                  <a:lnTo>
                    <a:pt x="523307" y="213948"/>
                  </a:lnTo>
                  <a:lnTo>
                    <a:pt x="511053" y="169805"/>
                  </a:lnTo>
                  <a:lnTo>
                    <a:pt x="491541" y="129163"/>
                  </a:lnTo>
                  <a:lnTo>
                    <a:pt x="465516" y="92758"/>
                  </a:lnTo>
                  <a:lnTo>
                    <a:pt x="433723" y="61325"/>
                  </a:lnTo>
                  <a:lnTo>
                    <a:pt x="396907" y="35597"/>
                  </a:lnTo>
                  <a:lnTo>
                    <a:pt x="355815" y="16311"/>
                  </a:lnTo>
                  <a:lnTo>
                    <a:pt x="311190" y="4200"/>
                  </a:lnTo>
                  <a:lnTo>
                    <a:pt x="263779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880480" y="3064891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0" y="260858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9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8" y="260858"/>
                  </a:lnTo>
                  <a:lnTo>
                    <a:pt x="523307" y="307730"/>
                  </a:lnTo>
                  <a:lnTo>
                    <a:pt x="511053" y="351843"/>
                  </a:lnTo>
                  <a:lnTo>
                    <a:pt x="491541" y="392462"/>
                  </a:lnTo>
                  <a:lnTo>
                    <a:pt x="465516" y="428851"/>
                  </a:lnTo>
                  <a:lnTo>
                    <a:pt x="433723" y="460275"/>
                  </a:lnTo>
                  <a:lnTo>
                    <a:pt x="396907" y="485996"/>
                  </a:lnTo>
                  <a:lnTo>
                    <a:pt x="355815" y="505279"/>
                  </a:lnTo>
                  <a:lnTo>
                    <a:pt x="311190" y="517388"/>
                  </a:lnTo>
                  <a:lnTo>
                    <a:pt x="263779" y="521588"/>
                  </a:lnTo>
                  <a:lnTo>
                    <a:pt x="216367" y="517388"/>
                  </a:lnTo>
                  <a:lnTo>
                    <a:pt x="171742" y="505279"/>
                  </a:lnTo>
                  <a:lnTo>
                    <a:pt x="130650" y="485996"/>
                  </a:lnTo>
                  <a:lnTo>
                    <a:pt x="93834" y="460275"/>
                  </a:lnTo>
                  <a:lnTo>
                    <a:pt x="62041" y="428851"/>
                  </a:lnTo>
                  <a:lnTo>
                    <a:pt x="36016" y="392462"/>
                  </a:lnTo>
                  <a:lnTo>
                    <a:pt x="16504" y="351843"/>
                  </a:lnTo>
                  <a:lnTo>
                    <a:pt x="4250" y="307730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6039358" y="3212972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w4</a:t>
            </a:r>
            <a:endParaRPr sz="12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Let’s</a:t>
            </a:r>
            <a:r>
              <a:rPr spc="110" dirty="0"/>
              <a:t> </a:t>
            </a:r>
            <a:r>
              <a:rPr dirty="0"/>
              <a:t>do</a:t>
            </a:r>
            <a:r>
              <a:rPr spc="85" dirty="0"/>
              <a:t> </a:t>
            </a:r>
            <a:r>
              <a:rPr dirty="0"/>
              <a:t>a</a:t>
            </a:r>
            <a:r>
              <a:rPr spc="114" dirty="0"/>
              <a:t> </a:t>
            </a:r>
            <a:r>
              <a:rPr spc="85" dirty="0"/>
              <a:t>simple</a:t>
            </a:r>
            <a:r>
              <a:rPr spc="110" dirty="0"/>
              <a:t> </a:t>
            </a:r>
            <a:r>
              <a:rPr spc="60" dirty="0"/>
              <a:t>example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01091" y="3915536"/>
            <a:ext cx="364617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265430" algn="l"/>
              </a:tabLst>
            </a:pPr>
            <a:r>
              <a:rPr sz="2800" dirty="0">
                <a:latin typeface="Calibri"/>
                <a:cs typeface="Calibri"/>
              </a:rPr>
              <a:t>Recall:</a:t>
            </a:r>
            <a:r>
              <a:rPr sz="2800" spc="375" dirty="0">
                <a:latin typeface="Calibri"/>
                <a:cs typeface="Calibri"/>
              </a:rPr>
              <a:t> </a:t>
            </a:r>
            <a:r>
              <a:rPr sz="2800" spc="-10" dirty="0">
                <a:latin typeface="Symbol"/>
                <a:cs typeface="Symbol"/>
              </a:rPr>
              <a:t></a:t>
            </a:r>
            <a:r>
              <a:rPr sz="2800" spc="-10" dirty="0">
                <a:latin typeface="Calibri"/>
                <a:cs typeface="Calibri"/>
              </a:rPr>
              <a:t>(x</a:t>
            </a:r>
            <a:r>
              <a:rPr sz="1950" spc="-15" baseline="25641" dirty="0">
                <a:latin typeface="Arial"/>
                <a:cs typeface="Arial"/>
              </a:rPr>
              <a:t>●</a:t>
            </a:r>
            <a:r>
              <a:rPr sz="2800" spc="-10" dirty="0">
                <a:latin typeface="Calibri"/>
                <a:cs typeface="Calibri"/>
              </a:rPr>
              <a:t>w+b)=</a:t>
            </a:r>
            <a:r>
              <a:rPr sz="2800" spc="-10" dirty="0">
                <a:latin typeface="Symbol"/>
                <a:cs typeface="Symbol"/>
              </a:rPr>
              <a:t></a:t>
            </a:r>
            <a:r>
              <a:rPr sz="2800" spc="-10" dirty="0">
                <a:latin typeface="Calibri"/>
                <a:cs typeface="Calibri"/>
              </a:rPr>
              <a:t>(z)=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169283" y="4169664"/>
            <a:ext cx="786765" cy="22860"/>
          </a:xfrm>
          <a:custGeom>
            <a:avLst/>
            <a:gdLst/>
            <a:ahLst/>
            <a:cxnLst/>
            <a:rect l="l" t="t" r="r" b="b"/>
            <a:pathLst>
              <a:path w="786764" h="22860">
                <a:moveTo>
                  <a:pt x="786384" y="0"/>
                </a:moveTo>
                <a:lnTo>
                  <a:pt x="0" y="0"/>
                </a:lnTo>
                <a:lnTo>
                  <a:pt x="0" y="22860"/>
                </a:lnTo>
                <a:lnTo>
                  <a:pt x="786384" y="22860"/>
                </a:lnTo>
                <a:lnTo>
                  <a:pt x="78638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4474209" y="3802760"/>
            <a:ext cx="175895" cy="3365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050" spc="-50" dirty="0">
                <a:latin typeface="Cambria Math"/>
                <a:cs typeface="Cambria Math"/>
              </a:rPr>
              <a:t>1</a:t>
            </a:r>
            <a:endParaRPr sz="2050">
              <a:latin typeface="Cambria Math"/>
              <a:cs typeface="Cambria Math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157217" y="4189857"/>
            <a:ext cx="506095" cy="3365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050" spc="-25" dirty="0">
                <a:latin typeface="Cambria Math"/>
                <a:cs typeface="Cambria Math"/>
              </a:rPr>
              <a:t>1+𝑒</a:t>
            </a:r>
            <a:endParaRPr sz="2050">
              <a:latin typeface="Cambria Math"/>
              <a:cs typeface="Cambria Math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654041" y="4157853"/>
            <a:ext cx="305435" cy="28194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650" spc="45" dirty="0">
                <a:latin typeface="Cambria Math"/>
                <a:cs typeface="Cambria Math"/>
              </a:rPr>
              <a:t>−𝑧</a:t>
            </a:r>
            <a:endParaRPr sz="1650">
              <a:latin typeface="Cambria Math"/>
              <a:cs typeface="Cambria Math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983691" y="4447413"/>
            <a:ext cx="5015865" cy="1771014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240029" marR="5080" indent="-227329" algn="just">
              <a:lnSpc>
                <a:spcPts val="2590"/>
              </a:lnSpc>
              <a:spcBef>
                <a:spcPts val="425"/>
              </a:spcBef>
              <a:buFont typeface="Arial"/>
              <a:buChar char="•"/>
              <a:tabLst>
                <a:tab pos="241300" algn="l"/>
              </a:tabLst>
            </a:pPr>
            <a:r>
              <a:rPr sz="2400" dirty="0">
                <a:latin typeface="Calibri"/>
                <a:cs typeface="Calibri"/>
              </a:rPr>
              <a:t>So,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want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weight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w1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heavily,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while 	</a:t>
            </a:r>
            <a:r>
              <a:rPr sz="2400" spc="10" dirty="0">
                <a:latin typeface="Calibri"/>
                <a:cs typeface="Calibri"/>
              </a:rPr>
              <a:t>dramatically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lowering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spc="10" dirty="0">
                <a:latin typeface="Calibri"/>
                <a:cs typeface="Calibri"/>
              </a:rPr>
              <a:t>the</a:t>
            </a:r>
            <a:r>
              <a:rPr sz="2400" spc="24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weights</a:t>
            </a:r>
            <a:r>
              <a:rPr sz="2400" spc="24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of 	</a:t>
            </a:r>
            <a:r>
              <a:rPr sz="2400" spc="130" dirty="0">
                <a:latin typeface="Calibri"/>
                <a:cs typeface="Calibri"/>
              </a:rPr>
              <a:t>x2-</a:t>
            </a:r>
            <a:r>
              <a:rPr sz="2400" spc="120" dirty="0">
                <a:latin typeface="Calibri"/>
                <a:cs typeface="Calibri"/>
              </a:rPr>
              <a:t>x4</a:t>
            </a:r>
            <a:endParaRPr sz="2400">
              <a:latin typeface="Calibri"/>
              <a:cs typeface="Calibri"/>
            </a:endParaRPr>
          </a:p>
          <a:p>
            <a:pPr marL="240029" marR="325120" indent="-227329" algn="just">
              <a:lnSpc>
                <a:spcPts val="2590"/>
              </a:lnSpc>
              <a:spcBef>
                <a:spcPts val="500"/>
              </a:spcBef>
              <a:buFont typeface="Arial"/>
              <a:buChar char="•"/>
              <a:tabLst>
                <a:tab pos="241300" algn="l"/>
              </a:tabLst>
            </a:pPr>
            <a:r>
              <a:rPr sz="2400" spc="-35" dirty="0">
                <a:latin typeface="Calibri"/>
                <a:cs typeface="Calibri"/>
              </a:rPr>
              <a:t>We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want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y</a:t>
            </a:r>
            <a:r>
              <a:rPr sz="2400" spc="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high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spc="30" dirty="0">
                <a:latin typeface="Calibri"/>
                <a:cs typeface="Calibri"/>
              </a:rPr>
              <a:t>if 	</a:t>
            </a:r>
            <a:r>
              <a:rPr sz="2400" spc="145" dirty="0">
                <a:latin typeface="Calibri"/>
                <a:cs typeface="Calibri"/>
              </a:rPr>
              <a:t>x1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dark</a:t>
            </a:r>
            <a:r>
              <a:rPr sz="2400" spc="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35" dirty="0">
                <a:latin typeface="Calibri"/>
                <a:cs typeface="Calibri"/>
              </a:rPr>
              <a:t> x2-</a:t>
            </a:r>
            <a:r>
              <a:rPr sz="2400" spc="80" dirty="0">
                <a:latin typeface="Calibri"/>
                <a:cs typeface="Calibri"/>
              </a:rPr>
              <a:t>4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light</a:t>
            </a:r>
            <a:endParaRPr sz="2400">
              <a:latin typeface="Calibri"/>
              <a:cs typeface="Calibri"/>
            </a:endParaRPr>
          </a:p>
        </p:txBody>
      </p:sp>
      <p:graphicFrame>
        <p:nvGraphicFramePr>
          <p:cNvPr id="9" name="object 9"/>
          <p:cNvGraphicFramePr>
            <a:graphicFrameLocks noGrp="1"/>
          </p:cNvGraphicFramePr>
          <p:nvPr/>
        </p:nvGraphicFramePr>
        <p:xfrm>
          <a:off x="1312544" y="1198206"/>
          <a:ext cx="2286000" cy="22326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1633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2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800" spc="-25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x1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42875" marB="0">
                    <a:lnL w="12700">
                      <a:solidFill>
                        <a:srgbClr val="41709C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41709C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5B9B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2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x2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428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1633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3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x3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4351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3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x4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4351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" name="object 10"/>
          <p:cNvSpPr/>
          <p:nvPr/>
        </p:nvSpPr>
        <p:spPr>
          <a:xfrm>
            <a:off x="6295263" y="1299844"/>
            <a:ext cx="1670685" cy="1670685"/>
          </a:xfrm>
          <a:custGeom>
            <a:avLst/>
            <a:gdLst/>
            <a:ahLst/>
            <a:cxnLst/>
            <a:rect l="l" t="t" r="r" b="b"/>
            <a:pathLst>
              <a:path w="1670684" h="1670685">
                <a:moveTo>
                  <a:pt x="0" y="835278"/>
                </a:moveTo>
                <a:lnTo>
                  <a:pt x="1322" y="787872"/>
                </a:lnTo>
                <a:lnTo>
                  <a:pt x="5242" y="741161"/>
                </a:lnTo>
                <a:lnTo>
                  <a:pt x="11690" y="695214"/>
                </a:lnTo>
                <a:lnTo>
                  <a:pt x="20594" y="650104"/>
                </a:lnTo>
                <a:lnTo>
                  <a:pt x="31884" y="605899"/>
                </a:lnTo>
                <a:lnTo>
                  <a:pt x="45490" y="562671"/>
                </a:lnTo>
                <a:lnTo>
                  <a:pt x="61341" y="520490"/>
                </a:lnTo>
                <a:lnTo>
                  <a:pt x="79367" y="479427"/>
                </a:lnTo>
                <a:lnTo>
                  <a:pt x="99496" y="439551"/>
                </a:lnTo>
                <a:lnTo>
                  <a:pt x="121659" y="400934"/>
                </a:lnTo>
                <a:lnTo>
                  <a:pt x="145785" y="363645"/>
                </a:lnTo>
                <a:lnTo>
                  <a:pt x="171804" y="327756"/>
                </a:lnTo>
                <a:lnTo>
                  <a:pt x="199644" y="293337"/>
                </a:lnTo>
                <a:lnTo>
                  <a:pt x="229235" y="260457"/>
                </a:lnTo>
                <a:lnTo>
                  <a:pt x="260507" y="229189"/>
                </a:lnTo>
                <a:lnTo>
                  <a:pt x="293389" y="199601"/>
                </a:lnTo>
                <a:lnTo>
                  <a:pt x="327810" y="171765"/>
                </a:lnTo>
                <a:lnTo>
                  <a:pt x="363701" y="145751"/>
                </a:lnTo>
                <a:lnTo>
                  <a:pt x="400990" y="121630"/>
                </a:lnTo>
                <a:lnTo>
                  <a:pt x="439607" y="99471"/>
                </a:lnTo>
                <a:lnTo>
                  <a:pt x="479482" y="79346"/>
                </a:lnTo>
                <a:lnTo>
                  <a:pt x="520543" y="61324"/>
                </a:lnTo>
                <a:lnTo>
                  <a:pt x="562721" y="45477"/>
                </a:lnTo>
                <a:lnTo>
                  <a:pt x="605944" y="31875"/>
                </a:lnTo>
                <a:lnTo>
                  <a:pt x="650143" y="20588"/>
                </a:lnTo>
                <a:lnTo>
                  <a:pt x="695246" y="11686"/>
                </a:lnTo>
                <a:lnTo>
                  <a:pt x="741184" y="5240"/>
                </a:lnTo>
                <a:lnTo>
                  <a:pt x="787885" y="1321"/>
                </a:lnTo>
                <a:lnTo>
                  <a:pt x="835279" y="0"/>
                </a:lnTo>
                <a:lnTo>
                  <a:pt x="882672" y="1321"/>
                </a:lnTo>
                <a:lnTo>
                  <a:pt x="929373" y="5240"/>
                </a:lnTo>
                <a:lnTo>
                  <a:pt x="975311" y="11686"/>
                </a:lnTo>
                <a:lnTo>
                  <a:pt x="1020414" y="20588"/>
                </a:lnTo>
                <a:lnTo>
                  <a:pt x="1064613" y="31875"/>
                </a:lnTo>
                <a:lnTo>
                  <a:pt x="1107836" y="45477"/>
                </a:lnTo>
                <a:lnTo>
                  <a:pt x="1150014" y="61324"/>
                </a:lnTo>
                <a:lnTo>
                  <a:pt x="1191075" y="79346"/>
                </a:lnTo>
                <a:lnTo>
                  <a:pt x="1230950" y="99471"/>
                </a:lnTo>
                <a:lnTo>
                  <a:pt x="1269567" y="121630"/>
                </a:lnTo>
                <a:lnTo>
                  <a:pt x="1306856" y="145751"/>
                </a:lnTo>
                <a:lnTo>
                  <a:pt x="1342747" y="171765"/>
                </a:lnTo>
                <a:lnTo>
                  <a:pt x="1377168" y="199601"/>
                </a:lnTo>
                <a:lnTo>
                  <a:pt x="1410050" y="229189"/>
                </a:lnTo>
                <a:lnTo>
                  <a:pt x="1441322" y="260457"/>
                </a:lnTo>
                <a:lnTo>
                  <a:pt x="1470913" y="293337"/>
                </a:lnTo>
                <a:lnTo>
                  <a:pt x="1498753" y="327756"/>
                </a:lnTo>
                <a:lnTo>
                  <a:pt x="1524772" y="363645"/>
                </a:lnTo>
                <a:lnTo>
                  <a:pt x="1548898" y="400934"/>
                </a:lnTo>
                <a:lnTo>
                  <a:pt x="1571061" y="439551"/>
                </a:lnTo>
                <a:lnTo>
                  <a:pt x="1591190" y="479427"/>
                </a:lnTo>
                <a:lnTo>
                  <a:pt x="1609216" y="520490"/>
                </a:lnTo>
                <a:lnTo>
                  <a:pt x="1625067" y="562671"/>
                </a:lnTo>
                <a:lnTo>
                  <a:pt x="1638673" y="605899"/>
                </a:lnTo>
                <a:lnTo>
                  <a:pt x="1649963" y="650104"/>
                </a:lnTo>
                <a:lnTo>
                  <a:pt x="1658867" y="695214"/>
                </a:lnTo>
                <a:lnTo>
                  <a:pt x="1665315" y="741161"/>
                </a:lnTo>
                <a:lnTo>
                  <a:pt x="1669235" y="787872"/>
                </a:lnTo>
                <a:lnTo>
                  <a:pt x="1670558" y="835278"/>
                </a:lnTo>
                <a:lnTo>
                  <a:pt x="1669235" y="882672"/>
                </a:lnTo>
                <a:lnTo>
                  <a:pt x="1665315" y="929372"/>
                </a:lnTo>
                <a:lnTo>
                  <a:pt x="1658867" y="975307"/>
                </a:lnTo>
                <a:lnTo>
                  <a:pt x="1649963" y="1020408"/>
                </a:lnTo>
                <a:lnTo>
                  <a:pt x="1638673" y="1064603"/>
                </a:lnTo>
                <a:lnTo>
                  <a:pt x="1625067" y="1107822"/>
                </a:lnTo>
                <a:lnTo>
                  <a:pt x="1609216" y="1149995"/>
                </a:lnTo>
                <a:lnTo>
                  <a:pt x="1591190" y="1191052"/>
                </a:lnTo>
                <a:lnTo>
                  <a:pt x="1571061" y="1230921"/>
                </a:lnTo>
                <a:lnTo>
                  <a:pt x="1548898" y="1269532"/>
                </a:lnTo>
                <a:lnTo>
                  <a:pt x="1524772" y="1306815"/>
                </a:lnTo>
                <a:lnTo>
                  <a:pt x="1498753" y="1342699"/>
                </a:lnTo>
                <a:lnTo>
                  <a:pt x="1470913" y="1377115"/>
                </a:lnTo>
                <a:lnTo>
                  <a:pt x="1441322" y="1409990"/>
                </a:lnTo>
                <a:lnTo>
                  <a:pt x="1410050" y="1441255"/>
                </a:lnTo>
                <a:lnTo>
                  <a:pt x="1377168" y="1470840"/>
                </a:lnTo>
                <a:lnTo>
                  <a:pt x="1342747" y="1498674"/>
                </a:lnTo>
                <a:lnTo>
                  <a:pt x="1306856" y="1524686"/>
                </a:lnTo>
                <a:lnTo>
                  <a:pt x="1269567" y="1548805"/>
                </a:lnTo>
                <a:lnTo>
                  <a:pt x="1230950" y="1570963"/>
                </a:lnTo>
                <a:lnTo>
                  <a:pt x="1191075" y="1591087"/>
                </a:lnTo>
                <a:lnTo>
                  <a:pt x="1150014" y="1609107"/>
                </a:lnTo>
                <a:lnTo>
                  <a:pt x="1107836" y="1624954"/>
                </a:lnTo>
                <a:lnTo>
                  <a:pt x="1064613" y="1638556"/>
                </a:lnTo>
                <a:lnTo>
                  <a:pt x="1020414" y="1649843"/>
                </a:lnTo>
                <a:lnTo>
                  <a:pt x="975311" y="1658744"/>
                </a:lnTo>
                <a:lnTo>
                  <a:pt x="929373" y="1665190"/>
                </a:lnTo>
                <a:lnTo>
                  <a:pt x="882672" y="1669109"/>
                </a:lnTo>
                <a:lnTo>
                  <a:pt x="835279" y="1670430"/>
                </a:lnTo>
                <a:lnTo>
                  <a:pt x="787885" y="1669109"/>
                </a:lnTo>
                <a:lnTo>
                  <a:pt x="741184" y="1665190"/>
                </a:lnTo>
                <a:lnTo>
                  <a:pt x="695246" y="1658744"/>
                </a:lnTo>
                <a:lnTo>
                  <a:pt x="650143" y="1649843"/>
                </a:lnTo>
                <a:lnTo>
                  <a:pt x="605944" y="1638556"/>
                </a:lnTo>
                <a:lnTo>
                  <a:pt x="562721" y="1624954"/>
                </a:lnTo>
                <a:lnTo>
                  <a:pt x="520543" y="1609107"/>
                </a:lnTo>
                <a:lnTo>
                  <a:pt x="479482" y="1591087"/>
                </a:lnTo>
                <a:lnTo>
                  <a:pt x="439607" y="1570963"/>
                </a:lnTo>
                <a:lnTo>
                  <a:pt x="400990" y="1548805"/>
                </a:lnTo>
                <a:lnTo>
                  <a:pt x="363701" y="1524686"/>
                </a:lnTo>
                <a:lnTo>
                  <a:pt x="327810" y="1498674"/>
                </a:lnTo>
                <a:lnTo>
                  <a:pt x="293389" y="1470840"/>
                </a:lnTo>
                <a:lnTo>
                  <a:pt x="260507" y="1441255"/>
                </a:lnTo>
                <a:lnTo>
                  <a:pt x="229235" y="1409990"/>
                </a:lnTo>
                <a:lnTo>
                  <a:pt x="199644" y="1377115"/>
                </a:lnTo>
                <a:lnTo>
                  <a:pt x="171804" y="1342699"/>
                </a:lnTo>
                <a:lnTo>
                  <a:pt x="145785" y="1306815"/>
                </a:lnTo>
                <a:lnTo>
                  <a:pt x="121659" y="1269532"/>
                </a:lnTo>
                <a:lnTo>
                  <a:pt x="99496" y="1230921"/>
                </a:lnTo>
                <a:lnTo>
                  <a:pt x="79367" y="1191052"/>
                </a:lnTo>
                <a:lnTo>
                  <a:pt x="61341" y="1149995"/>
                </a:lnTo>
                <a:lnTo>
                  <a:pt x="45490" y="1107822"/>
                </a:lnTo>
                <a:lnTo>
                  <a:pt x="31884" y="1064603"/>
                </a:lnTo>
                <a:lnTo>
                  <a:pt x="20594" y="1020408"/>
                </a:lnTo>
                <a:lnTo>
                  <a:pt x="11690" y="975307"/>
                </a:lnTo>
                <a:lnTo>
                  <a:pt x="5242" y="929372"/>
                </a:lnTo>
                <a:lnTo>
                  <a:pt x="1322" y="882672"/>
                </a:lnTo>
                <a:lnTo>
                  <a:pt x="0" y="835278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768210" y="1970278"/>
            <a:ext cx="7239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Neuron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4686300" y="1121028"/>
            <a:ext cx="4897755" cy="1757680"/>
          </a:xfrm>
          <a:custGeom>
            <a:avLst/>
            <a:gdLst/>
            <a:ahLst/>
            <a:cxnLst/>
            <a:rect l="l" t="t" r="r" b="b"/>
            <a:pathLst>
              <a:path w="4897755" h="1757680">
                <a:moveTo>
                  <a:pt x="1608963" y="1014095"/>
                </a:moveTo>
                <a:lnTo>
                  <a:pt x="1602613" y="1010920"/>
                </a:lnTo>
                <a:lnTo>
                  <a:pt x="1532763" y="975995"/>
                </a:lnTo>
                <a:lnTo>
                  <a:pt x="1532763" y="1010920"/>
                </a:lnTo>
                <a:lnTo>
                  <a:pt x="0" y="1010920"/>
                </a:lnTo>
                <a:lnTo>
                  <a:pt x="0" y="1017270"/>
                </a:lnTo>
                <a:lnTo>
                  <a:pt x="1532763" y="1017270"/>
                </a:lnTo>
                <a:lnTo>
                  <a:pt x="1532763" y="1052195"/>
                </a:lnTo>
                <a:lnTo>
                  <a:pt x="1602613" y="1017270"/>
                </a:lnTo>
                <a:lnTo>
                  <a:pt x="1608963" y="1014095"/>
                </a:lnTo>
                <a:close/>
              </a:path>
              <a:path w="4897755" h="1757680">
                <a:moveTo>
                  <a:pt x="1737995" y="524637"/>
                </a:moveTo>
                <a:lnTo>
                  <a:pt x="1720227" y="505841"/>
                </a:lnTo>
                <a:lnTo>
                  <a:pt x="1679448" y="462661"/>
                </a:lnTo>
                <a:lnTo>
                  <a:pt x="1667433" y="495541"/>
                </a:lnTo>
                <a:lnTo>
                  <a:pt x="308864" y="0"/>
                </a:lnTo>
                <a:lnTo>
                  <a:pt x="306705" y="5842"/>
                </a:lnTo>
                <a:lnTo>
                  <a:pt x="1665262" y="501510"/>
                </a:lnTo>
                <a:lnTo>
                  <a:pt x="1653286" y="534289"/>
                </a:lnTo>
                <a:lnTo>
                  <a:pt x="1737995" y="524637"/>
                </a:lnTo>
                <a:close/>
              </a:path>
              <a:path w="4897755" h="1757680">
                <a:moveTo>
                  <a:pt x="1749679" y="1540129"/>
                </a:moveTo>
                <a:lnTo>
                  <a:pt x="1668907" y="1512951"/>
                </a:lnTo>
                <a:lnTo>
                  <a:pt x="1673720" y="1547482"/>
                </a:lnTo>
                <a:lnTo>
                  <a:pt x="219329" y="1750822"/>
                </a:lnTo>
                <a:lnTo>
                  <a:pt x="220218" y="1757172"/>
                </a:lnTo>
                <a:lnTo>
                  <a:pt x="1674609" y="1553832"/>
                </a:lnTo>
                <a:lnTo>
                  <a:pt x="1679448" y="1588389"/>
                </a:lnTo>
                <a:lnTo>
                  <a:pt x="1741538" y="1545717"/>
                </a:lnTo>
                <a:lnTo>
                  <a:pt x="1749679" y="1540129"/>
                </a:lnTo>
                <a:close/>
              </a:path>
              <a:path w="4897755" h="1757680">
                <a:moveTo>
                  <a:pt x="4897628" y="1014095"/>
                </a:moveTo>
                <a:lnTo>
                  <a:pt x="4891278" y="1010920"/>
                </a:lnTo>
                <a:lnTo>
                  <a:pt x="4821428" y="975995"/>
                </a:lnTo>
                <a:lnTo>
                  <a:pt x="4821428" y="1010920"/>
                </a:lnTo>
                <a:lnTo>
                  <a:pt x="3288665" y="1010920"/>
                </a:lnTo>
                <a:lnTo>
                  <a:pt x="3288665" y="1017270"/>
                </a:lnTo>
                <a:lnTo>
                  <a:pt x="4821428" y="1017270"/>
                </a:lnTo>
                <a:lnTo>
                  <a:pt x="4821428" y="1052195"/>
                </a:lnTo>
                <a:lnTo>
                  <a:pt x="4891278" y="1017270"/>
                </a:lnTo>
                <a:lnTo>
                  <a:pt x="4897628" y="1014095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4346194" y="1915490"/>
            <a:ext cx="24066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x2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527041" y="2808478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667250" y="874521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x1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9352026" y="1808479"/>
            <a:ext cx="1289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Calibri"/>
                <a:cs typeface="Calibri"/>
              </a:rPr>
              <a:t>y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5365750" y="1059433"/>
            <a:ext cx="540385" cy="534670"/>
            <a:chOff x="5365750" y="1059433"/>
            <a:chExt cx="540385" cy="534670"/>
          </a:xfrm>
        </p:grpSpPr>
        <p:sp>
          <p:nvSpPr>
            <p:cNvPr id="18" name="object 18"/>
            <p:cNvSpPr/>
            <p:nvPr/>
          </p:nvSpPr>
          <p:spPr>
            <a:xfrm>
              <a:off x="5372100" y="1065783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0"/>
                  </a:lnTo>
                  <a:lnTo>
                    <a:pt x="171742" y="16311"/>
                  </a:lnTo>
                  <a:lnTo>
                    <a:pt x="130650" y="35597"/>
                  </a:lnTo>
                  <a:lnTo>
                    <a:pt x="93834" y="61325"/>
                  </a:lnTo>
                  <a:lnTo>
                    <a:pt x="62041" y="92758"/>
                  </a:lnTo>
                  <a:lnTo>
                    <a:pt x="36016" y="129163"/>
                  </a:lnTo>
                  <a:lnTo>
                    <a:pt x="16504" y="169805"/>
                  </a:lnTo>
                  <a:lnTo>
                    <a:pt x="4250" y="213948"/>
                  </a:lnTo>
                  <a:lnTo>
                    <a:pt x="0" y="260857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7"/>
                  </a:lnTo>
                  <a:lnTo>
                    <a:pt x="523307" y="213948"/>
                  </a:lnTo>
                  <a:lnTo>
                    <a:pt x="511053" y="169805"/>
                  </a:lnTo>
                  <a:lnTo>
                    <a:pt x="491541" y="129163"/>
                  </a:lnTo>
                  <a:lnTo>
                    <a:pt x="465516" y="92758"/>
                  </a:lnTo>
                  <a:lnTo>
                    <a:pt x="433723" y="61325"/>
                  </a:lnTo>
                  <a:lnTo>
                    <a:pt x="396907" y="35597"/>
                  </a:lnTo>
                  <a:lnTo>
                    <a:pt x="355815" y="16311"/>
                  </a:lnTo>
                  <a:lnTo>
                    <a:pt x="311190" y="4200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5372100" y="1065783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7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8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8" y="260857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5530977" y="1213484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w1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5331840" y="1844675"/>
            <a:ext cx="540385" cy="534670"/>
            <a:chOff x="5331840" y="1844675"/>
            <a:chExt cx="540385" cy="534670"/>
          </a:xfrm>
        </p:grpSpPr>
        <p:sp>
          <p:nvSpPr>
            <p:cNvPr id="22" name="object 22"/>
            <p:cNvSpPr/>
            <p:nvPr/>
          </p:nvSpPr>
          <p:spPr>
            <a:xfrm>
              <a:off x="5338190" y="1851025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9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9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9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5338190" y="1851025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9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8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9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5497195" y="1998979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w2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5370321" y="2525141"/>
            <a:ext cx="540385" cy="534670"/>
            <a:chOff x="5370321" y="2525141"/>
            <a:chExt cx="540385" cy="534670"/>
          </a:xfrm>
        </p:grpSpPr>
        <p:sp>
          <p:nvSpPr>
            <p:cNvPr id="26" name="object 26"/>
            <p:cNvSpPr/>
            <p:nvPr/>
          </p:nvSpPr>
          <p:spPr>
            <a:xfrm>
              <a:off x="5376671" y="2531491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0"/>
                  </a:lnTo>
                  <a:lnTo>
                    <a:pt x="171742" y="16311"/>
                  </a:lnTo>
                  <a:lnTo>
                    <a:pt x="130650" y="35597"/>
                  </a:lnTo>
                  <a:lnTo>
                    <a:pt x="93834" y="61325"/>
                  </a:lnTo>
                  <a:lnTo>
                    <a:pt x="62041" y="92758"/>
                  </a:lnTo>
                  <a:lnTo>
                    <a:pt x="36016" y="129163"/>
                  </a:lnTo>
                  <a:lnTo>
                    <a:pt x="16504" y="169805"/>
                  </a:lnTo>
                  <a:lnTo>
                    <a:pt x="4250" y="213948"/>
                  </a:lnTo>
                  <a:lnTo>
                    <a:pt x="0" y="260858"/>
                  </a:lnTo>
                  <a:lnTo>
                    <a:pt x="4250" y="307730"/>
                  </a:lnTo>
                  <a:lnTo>
                    <a:pt x="16504" y="351843"/>
                  </a:lnTo>
                  <a:lnTo>
                    <a:pt x="36016" y="392462"/>
                  </a:lnTo>
                  <a:lnTo>
                    <a:pt x="62041" y="428851"/>
                  </a:lnTo>
                  <a:lnTo>
                    <a:pt x="93834" y="460275"/>
                  </a:lnTo>
                  <a:lnTo>
                    <a:pt x="130650" y="485996"/>
                  </a:lnTo>
                  <a:lnTo>
                    <a:pt x="171742" y="505279"/>
                  </a:lnTo>
                  <a:lnTo>
                    <a:pt x="216367" y="517388"/>
                  </a:lnTo>
                  <a:lnTo>
                    <a:pt x="263778" y="521588"/>
                  </a:lnTo>
                  <a:lnTo>
                    <a:pt x="311190" y="517388"/>
                  </a:lnTo>
                  <a:lnTo>
                    <a:pt x="355815" y="505279"/>
                  </a:lnTo>
                  <a:lnTo>
                    <a:pt x="396907" y="485996"/>
                  </a:lnTo>
                  <a:lnTo>
                    <a:pt x="433723" y="460275"/>
                  </a:lnTo>
                  <a:lnTo>
                    <a:pt x="465516" y="428851"/>
                  </a:lnTo>
                  <a:lnTo>
                    <a:pt x="491541" y="392462"/>
                  </a:lnTo>
                  <a:lnTo>
                    <a:pt x="511053" y="351843"/>
                  </a:lnTo>
                  <a:lnTo>
                    <a:pt x="523307" y="307730"/>
                  </a:lnTo>
                  <a:lnTo>
                    <a:pt x="527557" y="260858"/>
                  </a:lnTo>
                  <a:lnTo>
                    <a:pt x="523307" y="213948"/>
                  </a:lnTo>
                  <a:lnTo>
                    <a:pt x="511053" y="169805"/>
                  </a:lnTo>
                  <a:lnTo>
                    <a:pt x="491541" y="129163"/>
                  </a:lnTo>
                  <a:lnTo>
                    <a:pt x="465516" y="92758"/>
                  </a:lnTo>
                  <a:lnTo>
                    <a:pt x="433723" y="61325"/>
                  </a:lnTo>
                  <a:lnTo>
                    <a:pt x="396907" y="35597"/>
                  </a:lnTo>
                  <a:lnTo>
                    <a:pt x="355815" y="16311"/>
                  </a:lnTo>
                  <a:lnTo>
                    <a:pt x="311190" y="4200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76671" y="2531491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8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7" y="260858"/>
                  </a:lnTo>
                  <a:lnTo>
                    <a:pt x="523307" y="307730"/>
                  </a:lnTo>
                  <a:lnTo>
                    <a:pt x="511053" y="351843"/>
                  </a:lnTo>
                  <a:lnTo>
                    <a:pt x="491541" y="392462"/>
                  </a:lnTo>
                  <a:lnTo>
                    <a:pt x="465516" y="428851"/>
                  </a:lnTo>
                  <a:lnTo>
                    <a:pt x="433723" y="460275"/>
                  </a:lnTo>
                  <a:lnTo>
                    <a:pt x="396907" y="485996"/>
                  </a:lnTo>
                  <a:lnTo>
                    <a:pt x="355815" y="505279"/>
                  </a:lnTo>
                  <a:lnTo>
                    <a:pt x="311190" y="517388"/>
                  </a:lnTo>
                  <a:lnTo>
                    <a:pt x="263778" y="521588"/>
                  </a:lnTo>
                  <a:lnTo>
                    <a:pt x="216367" y="517388"/>
                  </a:lnTo>
                  <a:lnTo>
                    <a:pt x="171742" y="505279"/>
                  </a:lnTo>
                  <a:lnTo>
                    <a:pt x="130650" y="485996"/>
                  </a:lnTo>
                  <a:lnTo>
                    <a:pt x="93834" y="460275"/>
                  </a:lnTo>
                  <a:lnTo>
                    <a:pt x="62041" y="428851"/>
                  </a:lnTo>
                  <a:lnTo>
                    <a:pt x="36016" y="392462"/>
                  </a:lnTo>
                  <a:lnTo>
                    <a:pt x="16504" y="351843"/>
                  </a:lnTo>
                  <a:lnTo>
                    <a:pt x="4250" y="307730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5535548" y="2679572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w3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29" name="object 29"/>
          <p:cNvGrpSpPr/>
          <p:nvPr/>
        </p:nvGrpSpPr>
        <p:grpSpPr>
          <a:xfrm>
            <a:off x="5619496" y="2891535"/>
            <a:ext cx="1137920" cy="738505"/>
            <a:chOff x="5619496" y="2891535"/>
            <a:chExt cx="1137920" cy="738505"/>
          </a:xfrm>
        </p:grpSpPr>
        <p:sp>
          <p:nvSpPr>
            <p:cNvPr id="30" name="object 30"/>
            <p:cNvSpPr/>
            <p:nvPr/>
          </p:nvSpPr>
          <p:spPr>
            <a:xfrm>
              <a:off x="5619496" y="2891535"/>
              <a:ext cx="1137920" cy="738505"/>
            </a:xfrm>
            <a:custGeom>
              <a:avLst/>
              <a:gdLst/>
              <a:ahLst/>
              <a:cxnLst/>
              <a:rect l="l" t="t" r="r" b="b"/>
              <a:pathLst>
                <a:path w="1137920" h="738504">
                  <a:moveTo>
                    <a:pt x="1137412" y="0"/>
                  </a:moveTo>
                  <a:lnTo>
                    <a:pt x="1052703" y="9398"/>
                  </a:lnTo>
                  <a:lnTo>
                    <a:pt x="1071714" y="38811"/>
                  </a:lnTo>
                  <a:lnTo>
                    <a:pt x="724166" y="263829"/>
                  </a:lnTo>
                  <a:lnTo>
                    <a:pt x="694702" y="234683"/>
                  </a:lnTo>
                  <a:lnTo>
                    <a:pt x="657885" y="208953"/>
                  </a:lnTo>
                  <a:lnTo>
                    <a:pt x="616788" y="189674"/>
                  </a:lnTo>
                  <a:lnTo>
                    <a:pt x="572173" y="177558"/>
                  </a:lnTo>
                  <a:lnTo>
                    <a:pt x="524764" y="173355"/>
                  </a:lnTo>
                  <a:lnTo>
                    <a:pt x="477342" y="177558"/>
                  </a:lnTo>
                  <a:lnTo>
                    <a:pt x="432727" y="189674"/>
                  </a:lnTo>
                  <a:lnTo>
                    <a:pt x="391629" y="208953"/>
                  </a:lnTo>
                  <a:lnTo>
                    <a:pt x="354812" y="234683"/>
                  </a:lnTo>
                  <a:lnTo>
                    <a:pt x="323024" y="266115"/>
                  </a:lnTo>
                  <a:lnTo>
                    <a:pt x="296989" y="302526"/>
                  </a:lnTo>
                  <a:lnTo>
                    <a:pt x="277482" y="343166"/>
                  </a:lnTo>
                  <a:lnTo>
                    <a:pt x="265226" y="387311"/>
                  </a:lnTo>
                  <a:lnTo>
                    <a:pt x="260985" y="434213"/>
                  </a:lnTo>
                  <a:lnTo>
                    <a:pt x="265226" y="481088"/>
                  </a:lnTo>
                  <a:lnTo>
                    <a:pt x="277482" y="525208"/>
                  </a:lnTo>
                  <a:lnTo>
                    <a:pt x="287667" y="546430"/>
                  </a:lnTo>
                  <a:lnTo>
                    <a:pt x="0" y="732663"/>
                  </a:lnTo>
                  <a:lnTo>
                    <a:pt x="3429" y="737997"/>
                  </a:lnTo>
                  <a:lnTo>
                    <a:pt x="290436" y="552183"/>
                  </a:lnTo>
                  <a:lnTo>
                    <a:pt x="296989" y="565823"/>
                  </a:lnTo>
                  <a:lnTo>
                    <a:pt x="323024" y="602208"/>
                  </a:lnTo>
                  <a:lnTo>
                    <a:pt x="354812" y="633641"/>
                  </a:lnTo>
                  <a:lnTo>
                    <a:pt x="391629" y="659358"/>
                  </a:lnTo>
                  <a:lnTo>
                    <a:pt x="432727" y="678637"/>
                  </a:lnTo>
                  <a:lnTo>
                    <a:pt x="477342" y="690753"/>
                  </a:lnTo>
                  <a:lnTo>
                    <a:pt x="524764" y="694944"/>
                  </a:lnTo>
                  <a:lnTo>
                    <a:pt x="572173" y="690753"/>
                  </a:lnTo>
                  <a:lnTo>
                    <a:pt x="616788" y="678637"/>
                  </a:lnTo>
                  <a:lnTo>
                    <a:pt x="657885" y="659358"/>
                  </a:lnTo>
                  <a:lnTo>
                    <a:pt x="694702" y="633641"/>
                  </a:lnTo>
                  <a:lnTo>
                    <a:pt x="726490" y="602208"/>
                  </a:lnTo>
                  <a:lnTo>
                    <a:pt x="752525" y="565823"/>
                  </a:lnTo>
                  <a:lnTo>
                    <a:pt x="772033" y="525208"/>
                  </a:lnTo>
                  <a:lnTo>
                    <a:pt x="784288" y="481088"/>
                  </a:lnTo>
                  <a:lnTo>
                    <a:pt x="788543" y="434213"/>
                  </a:lnTo>
                  <a:lnTo>
                    <a:pt x="784288" y="387311"/>
                  </a:lnTo>
                  <a:lnTo>
                    <a:pt x="772033" y="343166"/>
                  </a:lnTo>
                  <a:lnTo>
                    <a:pt x="752525" y="302526"/>
                  </a:lnTo>
                  <a:lnTo>
                    <a:pt x="728319" y="268681"/>
                  </a:lnTo>
                  <a:lnTo>
                    <a:pt x="1075156" y="44132"/>
                  </a:lnTo>
                  <a:lnTo>
                    <a:pt x="1094105" y="73406"/>
                  </a:lnTo>
                  <a:lnTo>
                    <a:pt x="1118603" y="31877"/>
                  </a:lnTo>
                  <a:lnTo>
                    <a:pt x="1137412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5880481" y="3064890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0" y="260858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9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8" y="260858"/>
                  </a:lnTo>
                  <a:lnTo>
                    <a:pt x="523307" y="307730"/>
                  </a:lnTo>
                  <a:lnTo>
                    <a:pt x="511053" y="351843"/>
                  </a:lnTo>
                  <a:lnTo>
                    <a:pt x="491541" y="392462"/>
                  </a:lnTo>
                  <a:lnTo>
                    <a:pt x="465516" y="428851"/>
                  </a:lnTo>
                  <a:lnTo>
                    <a:pt x="433723" y="460275"/>
                  </a:lnTo>
                  <a:lnTo>
                    <a:pt x="396907" y="485996"/>
                  </a:lnTo>
                  <a:lnTo>
                    <a:pt x="355815" y="505279"/>
                  </a:lnTo>
                  <a:lnTo>
                    <a:pt x="311190" y="517388"/>
                  </a:lnTo>
                  <a:lnTo>
                    <a:pt x="263779" y="521588"/>
                  </a:lnTo>
                  <a:lnTo>
                    <a:pt x="216367" y="517388"/>
                  </a:lnTo>
                  <a:lnTo>
                    <a:pt x="171742" y="505279"/>
                  </a:lnTo>
                  <a:lnTo>
                    <a:pt x="130650" y="485996"/>
                  </a:lnTo>
                  <a:lnTo>
                    <a:pt x="93834" y="460275"/>
                  </a:lnTo>
                  <a:lnTo>
                    <a:pt x="62041" y="428851"/>
                  </a:lnTo>
                  <a:lnTo>
                    <a:pt x="36016" y="392462"/>
                  </a:lnTo>
                  <a:lnTo>
                    <a:pt x="16504" y="351843"/>
                  </a:lnTo>
                  <a:lnTo>
                    <a:pt x="4250" y="307730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" name="object 32"/>
          <p:cNvSpPr txBox="1"/>
          <p:nvPr/>
        </p:nvSpPr>
        <p:spPr>
          <a:xfrm>
            <a:off x="5337175" y="3460750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x4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6039358" y="3212972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w4</a:t>
            </a:r>
            <a:endParaRPr sz="1200">
              <a:latin typeface="Calibri"/>
              <a:cs typeface="Calibri"/>
            </a:endParaRPr>
          </a:p>
        </p:txBody>
      </p:sp>
      <p:pic>
        <p:nvPicPr>
          <p:cNvPr id="34" name="object 3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491572" y="4241090"/>
            <a:ext cx="2878734" cy="1902147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90" dirty="0"/>
              <a:t>Back</a:t>
            </a:r>
            <a:r>
              <a:rPr spc="50" dirty="0"/>
              <a:t> </a:t>
            </a:r>
            <a:r>
              <a:rPr dirty="0"/>
              <a:t>to</a:t>
            </a:r>
            <a:r>
              <a:rPr spc="160" dirty="0"/>
              <a:t> </a:t>
            </a:r>
            <a:r>
              <a:rPr dirty="0"/>
              <a:t>the</a:t>
            </a:r>
            <a:r>
              <a:rPr spc="135" dirty="0"/>
              <a:t> </a:t>
            </a:r>
            <a:r>
              <a:rPr spc="50" dirty="0"/>
              <a:t>task</a:t>
            </a:r>
            <a:r>
              <a:rPr spc="60" dirty="0"/>
              <a:t> </a:t>
            </a:r>
            <a:r>
              <a:rPr dirty="0"/>
              <a:t>at</a:t>
            </a:r>
            <a:r>
              <a:rPr spc="160" dirty="0"/>
              <a:t> </a:t>
            </a:r>
            <a:r>
              <a:rPr spc="-20" dirty="0"/>
              <a:t>hand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83691" y="4566666"/>
            <a:ext cx="4874895" cy="1379220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240029" marR="5080" indent="-227329">
              <a:lnSpc>
                <a:spcPct val="90000"/>
              </a:lnSpc>
              <a:spcBef>
                <a:spcPts val="385"/>
              </a:spcBef>
              <a:buFont typeface="Arial"/>
              <a:buChar char="•"/>
              <a:tabLst>
                <a:tab pos="241300" algn="l"/>
              </a:tabLst>
            </a:pPr>
            <a:r>
              <a:rPr sz="2400" dirty="0">
                <a:latin typeface="Calibri"/>
                <a:cs typeface="Calibri"/>
              </a:rPr>
              <a:t>So,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want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weight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pixels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which 	</a:t>
            </a:r>
            <a:r>
              <a:rPr sz="2400" dirty="0">
                <a:latin typeface="Calibri"/>
                <a:cs typeface="Calibri"/>
              </a:rPr>
              <a:t>make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up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this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pattern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heavily,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while 	</a:t>
            </a:r>
            <a:r>
              <a:rPr sz="2400" dirty="0">
                <a:latin typeface="Calibri"/>
                <a:cs typeface="Calibri"/>
              </a:rPr>
              <a:t>reduce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weights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other 	</a:t>
            </a:r>
            <a:r>
              <a:rPr sz="2400" spc="70" dirty="0">
                <a:latin typeface="Calibri"/>
                <a:cs typeface="Calibri"/>
              </a:rPr>
              <a:t>pixels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6295263" y="1299844"/>
            <a:ext cx="1670685" cy="1670685"/>
          </a:xfrm>
          <a:custGeom>
            <a:avLst/>
            <a:gdLst/>
            <a:ahLst/>
            <a:cxnLst/>
            <a:rect l="l" t="t" r="r" b="b"/>
            <a:pathLst>
              <a:path w="1670684" h="1670685">
                <a:moveTo>
                  <a:pt x="0" y="835278"/>
                </a:moveTo>
                <a:lnTo>
                  <a:pt x="1322" y="787872"/>
                </a:lnTo>
                <a:lnTo>
                  <a:pt x="5242" y="741161"/>
                </a:lnTo>
                <a:lnTo>
                  <a:pt x="11690" y="695214"/>
                </a:lnTo>
                <a:lnTo>
                  <a:pt x="20594" y="650104"/>
                </a:lnTo>
                <a:lnTo>
                  <a:pt x="31884" y="605899"/>
                </a:lnTo>
                <a:lnTo>
                  <a:pt x="45490" y="562671"/>
                </a:lnTo>
                <a:lnTo>
                  <a:pt x="61341" y="520490"/>
                </a:lnTo>
                <a:lnTo>
                  <a:pt x="79367" y="479427"/>
                </a:lnTo>
                <a:lnTo>
                  <a:pt x="99496" y="439551"/>
                </a:lnTo>
                <a:lnTo>
                  <a:pt x="121659" y="400934"/>
                </a:lnTo>
                <a:lnTo>
                  <a:pt x="145785" y="363645"/>
                </a:lnTo>
                <a:lnTo>
                  <a:pt x="171804" y="327756"/>
                </a:lnTo>
                <a:lnTo>
                  <a:pt x="199644" y="293337"/>
                </a:lnTo>
                <a:lnTo>
                  <a:pt x="229235" y="260457"/>
                </a:lnTo>
                <a:lnTo>
                  <a:pt x="260507" y="229189"/>
                </a:lnTo>
                <a:lnTo>
                  <a:pt x="293389" y="199601"/>
                </a:lnTo>
                <a:lnTo>
                  <a:pt x="327810" y="171765"/>
                </a:lnTo>
                <a:lnTo>
                  <a:pt x="363701" y="145751"/>
                </a:lnTo>
                <a:lnTo>
                  <a:pt x="400990" y="121630"/>
                </a:lnTo>
                <a:lnTo>
                  <a:pt x="439607" y="99471"/>
                </a:lnTo>
                <a:lnTo>
                  <a:pt x="479482" y="79346"/>
                </a:lnTo>
                <a:lnTo>
                  <a:pt x="520543" y="61324"/>
                </a:lnTo>
                <a:lnTo>
                  <a:pt x="562721" y="45477"/>
                </a:lnTo>
                <a:lnTo>
                  <a:pt x="605944" y="31875"/>
                </a:lnTo>
                <a:lnTo>
                  <a:pt x="650143" y="20588"/>
                </a:lnTo>
                <a:lnTo>
                  <a:pt x="695246" y="11686"/>
                </a:lnTo>
                <a:lnTo>
                  <a:pt x="741184" y="5240"/>
                </a:lnTo>
                <a:lnTo>
                  <a:pt x="787885" y="1321"/>
                </a:lnTo>
                <a:lnTo>
                  <a:pt x="835279" y="0"/>
                </a:lnTo>
                <a:lnTo>
                  <a:pt x="882672" y="1321"/>
                </a:lnTo>
                <a:lnTo>
                  <a:pt x="929373" y="5240"/>
                </a:lnTo>
                <a:lnTo>
                  <a:pt x="975311" y="11686"/>
                </a:lnTo>
                <a:lnTo>
                  <a:pt x="1020414" y="20588"/>
                </a:lnTo>
                <a:lnTo>
                  <a:pt x="1064613" y="31875"/>
                </a:lnTo>
                <a:lnTo>
                  <a:pt x="1107836" y="45477"/>
                </a:lnTo>
                <a:lnTo>
                  <a:pt x="1150014" y="61324"/>
                </a:lnTo>
                <a:lnTo>
                  <a:pt x="1191075" y="79346"/>
                </a:lnTo>
                <a:lnTo>
                  <a:pt x="1230950" y="99471"/>
                </a:lnTo>
                <a:lnTo>
                  <a:pt x="1269567" y="121630"/>
                </a:lnTo>
                <a:lnTo>
                  <a:pt x="1306856" y="145751"/>
                </a:lnTo>
                <a:lnTo>
                  <a:pt x="1342747" y="171765"/>
                </a:lnTo>
                <a:lnTo>
                  <a:pt x="1377168" y="199601"/>
                </a:lnTo>
                <a:lnTo>
                  <a:pt x="1410050" y="229189"/>
                </a:lnTo>
                <a:lnTo>
                  <a:pt x="1441322" y="260457"/>
                </a:lnTo>
                <a:lnTo>
                  <a:pt x="1470913" y="293337"/>
                </a:lnTo>
                <a:lnTo>
                  <a:pt x="1498753" y="327756"/>
                </a:lnTo>
                <a:lnTo>
                  <a:pt x="1524772" y="363645"/>
                </a:lnTo>
                <a:lnTo>
                  <a:pt x="1548898" y="400934"/>
                </a:lnTo>
                <a:lnTo>
                  <a:pt x="1571061" y="439551"/>
                </a:lnTo>
                <a:lnTo>
                  <a:pt x="1591190" y="479427"/>
                </a:lnTo>
                <a:lnTo>
                  <a:pt x="1609216" y="520490"/>
                </a:lnTo>
                <a:lnTo>
                  <a:pt x="1625067" y="562671"/>
                </a:lnTo>
                <a:lnTo>
                  <a:pt x="1638673" y="605899"/>
                </a:lnTo>
                <a:lnTo>
                  <a:pt x="1649963" y="650104"/>
                </a:lnTo>
                <a:lnTo>
                  <a:pt x="1658867" y="695214"/>
                </a:lnTo>
                <a:lnTo>
                  <a:pt x="1665315" y="741161"/>
                </a:lnTo>
                <a:lnTo>
                  <a:pt x="1669235" y="787872"/>
                </a:lnTo>
                <a:lnTo>
                  <a:pt x="1670558" y="835278"/>
                </a:lnTo>
                <a:lnTo>
                  <a:pt x="1669235" y="882672"/>
                </a:lnTo>
                <a:lnTo>
                  <a:pt x="1665315" y="929372"/>
                </a:lnTo>
                <a:lnTo>
                  <a:pt x="1658867" y="975307"/>
                </a:lnTo>
                <a:lnTo>
                  <a:pt x="1649963" y="1020408"/>
                </a:lnTo>
                <a:lnTo>
                  <a:pt x="1638673" y="1064603"/>
                </a:lnTo>
                <a:lnTo>
                  <a:pt x="1625067" y="1107822"/>
                </a:lnTo>
                <a:lnTo>
                  <a:pt x="1609216" y="1149995"/>
                </a:lnTo>
                <a:lnTo>
                  <a:pt x="1591190" y="1191052"/>
                </a:lnTo>
                <a:lnTo>
                  <a:pt x="1571061" y="1230921"/>
                </a:lnTo>
                <a:lnTo>
                  <a:pt x="1548898" y="1269532"/>
                </a:lnTo>
                <a:lnTo>
                  <a:pt x="1524772" y="1306815"/>
                </a:lnTo>
                <a:lnTo>
                  <a:pt x="1498753" y="1342699"/>
                </a:lnTo>
                <a:lnTo>
                  <a:pt x="1470913" y="1377115"/>
                </a:lnTo>
                <a:lnTo>
                  <a:pt x="1441322" y="1409990"/>
                </a:lnTo>
                <a:lnTo>
                  <a:pt x="1410050" y="1441255"/>
                </a:lnTo>
                <a:lnTo>
                  <a:pt x="1377168" y="1470840"/>
                </a:lnTo>
                <a:lnTo>
                  <a:pt x="1342747" y="1498674"/>
                </a:lnTo>
                <a:lnTo>
                  <a:pt x="1306856" y="1524686"/>
                </a:lnTo>
                <a:lnTo>
                  <a:pt x="1269567" y="1548805"/>
                </a:lnTo>
                <a:lnTo>
                  <a:pt x="1230950" y="1570963"/>
                </a:lnTo>
                <a:lnTo>
                  <a:pt x="1191075" y="1591087"/>
                </a:lnTo>
                <a:lnTo>
                  <a:pt x="1150014" y="1609107"/>
                </a:lnTo>
                <a:lnTo>
                  <a:pt x="1107836" y="1624954"/>
                </a:lnTo>
                <a:lnTo>
                  <a:pt x="1064613" y="1638556"/>
                </a:lnTo>
                <a:lnTo>
                  <a:pt x="1020414" y="1649843"/>
                </a:lnTo>
                <a:lnTo>
                  <a:pt x="975311" y="1658744"/>
                </a:lnTo>
                <a:lnTo>
                  <a:pt x="929373" y="1665190"/>
                </a:lnTo>
                <a:lnTo>
                  <a:pt x="882672" y="1669109"/>
                </a:lnTo>
                <a:lnTo>
                  <a:pt x="835279" y="1670430"/>
                </a:lnTo>
                <a:lnTo>
                  <a:pt x="787885" y="1669109"/>
                </a:lnTo>
                <a:lnTo>
                  <a:pt x="741184" y="1665190"/>
                </a:lnTo>
                <a:lnTo>
                  <a:pt x="695246" y="1658744"/>
                </a:lnTo>
                <a:lnTo>
                  <a:pt x="650143" y="1649843"/>
                </a:lnTo>
                <a:lnTo>
                  <a:pt x="605944" y="1638556"/>
                </a:lnTo>
                <a:lnTo>
                  <a:pt x="562721" y="1624954"/>
                </a:lnTo>
                <a:lnTo>
                  <a:pt x="520543" y="1609107"/>
                </a:lnTo>
                <a:lnTo>
                  <a:pt x="479482" y="1591087"/>
                </a:lnTo>
                <a:lnTo>
                  <a:pt x="439607" y="1570963"/>
                </a:lnTo>
                <a:lnTo>
                  <a:pt x="400990" y="1548805"/>
                </a:lnTo>
                <a:lnTo>
                  <a:pt x="363701" y="1524686"/>
                </a:lnTo>
                <a:lnTo>
                  <a:pt x="327810" y="1498674"/>
                </a:lnTo>
                <a:lnTo>
                  <a:pt x="293389" y="1470840"/>
                </a:lnTo>
                <a:lnTo>
                  <a:pt x="260507" y="1441255"/>
                </a:lnTo>
                <a:lnTo>
                  <a:pt x="229235" y="1409990"/>
                </a:lnTo>
                <a:lnTo>
                  <a:pt x="199644" y="1377115"/>
                </a:lnTo>
                <a:lnTo>
                  <a:pt x="171804" y="1342699"/>
                </a:lnTo>
                <a:lnTo>
                  <a:pt x="145785" y="1306815"/>
                </a:lnTo>
                <a:lnTo>
                  <a:pt x="121659" y="1269532"/>
                </a:lnTo>
                <a:lnTo>
                  <a:pt x="99496" y="1230921"/>
                </a:lnTo>
                <a:lnTo>
                  <a:pt x="79367" y="1191052"/>
                </a:lnTo>
                <a:lnTo>
                  <a:pt x="61341" y="1149995"/>
                </a:lnTo>
                <a:lnTo>
                  <a:pt x="45490" y="1107822"/>
                </a:lnTo>
                <a:lnTo>
                  <a:pt x="31884" y="1064603"/>
                </a:lnTo>
                <a:lnTo>
                  <a:pt x="20594" y="1020408"/>
                </a:lnTo>
                <a:lnTo>
                  <a:pt x="11690" y="975307"/>
                </a:lnTo>
                <a:lnTo>
                  <a:pt x="5242" y="929372"/>
                </a:lnTo>
                <a:lnTo>
                  <a:pt x="1322" y="882672"/>
                </a:lnTo>
                <a:lnTo>
                  <a:pt x="0" y="835278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6768210" y="1970278"/>
            <a:ext cx="7239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Neuron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686300" y="1121028"/>
            <a:ext cx="4897755" cy="1757680"/>
          </a:xfrm>
          <a:custGeom>
            <a:avLst/>
            <a:gdLst/>
            <a:ahLst/>
            <a:cxnLst/>
            <a:rect l="l" t="t" r="r" b="b"/>
            <a:pathLst>
              <a:path w="4897755" h="1757680">
                <a:moveTo>
                  <a:pt x="1608963" y="1014095"/>
                </a:moveTo>
                <a:lnTo>
                  <a:pt x="1602613" y="1010920"/>
                </a:lnTo>
                <a:lnTo>
                  <a:pt x="1532763" y="975995"/>
                </a:lnTo>
                <a:lnTo>
                  <a:pt x="1532763" y="1010920"/>
                </a:lnTo>
                <a:lnTo>
                  <a:pt x="0" y="1010920"/>
                </a:lnTo>
                <a:lnTo>
                  <a:pt x="0" y="1017270"/>
                </a:lnTo>
                <a:lnTo>
                  <a:pt x="1532763" y="1017270"/>
                </a:lnTo>
                <a:lnTo>
                  <a:pt x="1532763" y="1052195"/>
                </a:lnTo>
                <a:lnTo>
                  <a:pt x="1602613" y="1017270"/>
                </a:lnTo>
                <a:lnTo>
                  <a:pt x="1608963" y="1014095"/>
                </a:lnTo>
                <a:close/>
              </a:path>
              <a:path w="4897755" h="1757680">
                <a:moveTo>
                  <a:pt x="1737995" y="524637"/>
                </a:moveTo>
                <a:lnTo>
                  <a:pt x="1720227" y="505841"/>
                </a:lnTo>
                <a:lnTo>
                  <a:pt x="1679448" y="462661"/>
                </a:lnTo>
                <a:lnTo>
                  <a:pt x="1667433" y="495541"/>
                </a:lnTo>
                <a:lnTo>
                  <a:pt x="308864" y="0"/>
                </a:lnTo>
                <a:lnTo>
                  <a:pt x="306705" y="5842"/>
                </a:lnTo>
                <a:lnTo>
                  <a:pt x="1665262" y="501510"/>
                </a:lnTo>
                <a:lnTo>
                  <a:pt x="1653286" y="534289"/>
                </a:lnTo>
                <a:lnTo>
                  <a:pt x="1737995" y="524637"/>
                </a:lnTo>
                <a:close/>
              </a:path>
              <a:path w="4897755" h="1757680">
                <a:moveTo>
                  <a:pt x="1749679" y="1540129"/>
                </a:moveTo>
                <a:lnTo>
                  <a:pt x="1668907" y="1512951"/>
                </a:lnTo>
                <a:lnTo>
                  <a:pt x="1673720" y="1547482"/>
                </a:lnTo>
                <a:lnTo>
                  <a:pt x="219329" y="1750822"/>
                </a:lnTo>
                <a:lnTo>
                  <a:pt x="220218" y="1757172"/>
                </a:lnTo>
                <a:lnTo>
                  <a:pt x="1674609" y="1553832"/>
                </a:lnTo>
                <a:lnTo>
                  <a:pt x="1679448" y="1588389"/>
                </a:lnTo>
                <a:lnTo>
                  <a:pt x="1741538" y="1545717"/>
                </a:lnTo>
                <a:lnTo>
                  <a:pt x="1749679" y="1540129"/>
                </a:lnTo>
                <a:close/>
              </a:path>
              <a:path w="4897755" h="1757680">
                <a:moveTo>
                  <a:pt x="4897628" y="1014095"/>
                </a:moveTo>
                <a:lnTo>
                  <a:pt x="4891278" y="1010920"/>
                </a:lnTo>
                <a:lnTo>
                  <a:pt x="4821428" y="975995"/>
                </a:lnTo>
                <a:lnTo>
                  <a:pt x="4821428" y="1010920"/>
                </a:lnTo>
                <a:lnTo>
                  <a:pt x="3288665" y="1010920"/>
                </a:lnTo>
                <a:lnTo>
                  <a:pt x="3288665" y="1017270"/>
                </a:lnTo>
                <a:lnTo>
                  <a:pt x="4821428" y="1017270"/>
                </a:lnTo>
                <a:lnTo>
                  <a:pt x="4821428" y="1052195"/>
                </a:lnTo>
                <a:lnTo>
                  <a:pt x="4891278" y="1017270"/>
                </a:lnTo>
                <a:lnTo>
                  <a:pt x="4897628" y="1014095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4346194" y="1915490"/>
            <a:ext cx="24066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x2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527041" y="2808478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667250" y="874521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x1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352026" y="1808479"/>
            <a:ext cx="1289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Calibri"/>
                <a:cs typeface="Calibri"/>
              </a:rPr>
              <a:t>y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5365750" y="1059433"/>
            <a:ext cx="540385" cy="534670"/>
            <a:chOff x="5365750" y="1059433"/>
            <a:chExt cx="540385" cy="534670"/>
          </a:xfrm>
        </p:grpSpPr>
        <p:sp>
          <p:nvSpPr>
            <p:cNvPr id="12" name="object 12"/>
            <p:cNvSpPr/>
            <p:nvPr/>
          </p:nvSpPr>
          <p:spPr>
            <a:xfrm>
              <a:off x="5372100" y="1065783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0"/>
                  </a:lnTo>
                  <a:lnTo>
                    <a:pt x="171742" y="16311"/>
                  </a:lnTo>
                  <a:lnTo>
                    <a:pt x="130650" y="35597"/>
                  </a:lnTo>
                  <a:lnTo>
                    <a:pt x="93834" y="61325"/>
                  </a:lnTo>
                  <a:lnTo>
                    <a:pt x="62041" y="92758"/>
                  </a:lnTo>
                  <a:lnTo>
                    <a:pt x="36016" y="129163"/>
                  </a:lnTo>
                  <a:lnTo>
                    <a:pt x="16504" y="169805"/>
                  </a:lnTo>
                  <a:lnTo>
                    <a:pt x="4250" y="213948"/>
                  </a:lnTo>
                  <a:lnTo>
                    <a:pt x="0" y="260857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8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7"/>
                  </a:lnTo>
                  <a:lnTo>
                    <a:pt x="523307" y="213948"/>
                  </a:lnTo>
                  <a:lnTo>
                    <a:pt x="511053" y="169805"/>
                  </a:lnTo>
                  <a:lnTo>
                    <a:pt x="491541" y="129163"/>
                  </a:lnTo>
                  <a:lnTo>
                    <a:pt x="465516" y="92758"/>
                  </a:lnTo>
                  <a:lnTo>
                    <a:pt x="433723" y="61325"/>
                  </a:lnTo>
                  <a:lnTo>
                    <a:pt x="396907" y="35597"/>
                  </a:lnTo>
                  <a:lnTo>
                    <a:pt x="355815" y="16311"/>
                  </a:lnTo>
                  <a:lnTo>
                    <a:pt x="311190" y="4200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5372100" y="1065783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7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8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8" y="260857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8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5530977" y="1213484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w1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5331840" y="1844675"/>
            <a:ext cx="540385" cy="534670"/>
            <a:chOff x="5331840" y="1844675"/>
            <a:chExt cx="540385" cy="534670"/>
          </a:xfrm>
        </p:grpSpPr>
        <p:sp>
          <p:nvSpPr>
            <p:cNvPr id="16" name="object 16"/>
            <p:cNvSpPr/>
            <p:nvPr/>
          </p:nvSpPr>
          <p:spPr>
            <a:xfrm>
              <a:off x="5338190" y="1851025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9" y="0"/>
                  </a:moveTo>
                  <a:lnTo>
                    <a:pt x="216367" y="4204"/>
                  </a:lnTo>
                  <a:lnTo>
                    <a:pt x="171742" y="16325"/>
                  </a:lnTo>
                  <a:lnTo>
                    <a:pt x="130650" y="35625"/>
                  </a:lnTo>
                  <a:lnTo>
                    <a:pt x="93834" y="61366"/>
                  </a:lnTo>
                  <a:lnTo>
                    <a:pt x="62041" y="92811"/>
                  </a:lnTo>
                  <a:lnTo>
                    <a:pt x="36016" y="129220"/>
                  </a:lnTo>
                  <a:lnTo>
                    <a:pt x="16504" y="169856"/>
                  </a:lnTo>
                  <a:lnTo>
                    <a:pt x="4250" y="213981"/>
                  </a:lnTo>
                  <a:lnTo>
                    <a:pt x="0" y="260858"/>
                  </a:lnTo>
                  <a:lnTo>
                    <a:pt x="4250" y="307734"/>
                  </a:lnTo>
                  <a:lnTo>
                    <a:pt x="16504" y="351859"/>
                  </a:lnTo>
                  <a:lnTo>
                    <a:pt x="36016" y="392495"/>
                  </a:lnTo>
                  <a:lnTo>
                    <a:pt x="62041" y="428904"/>
                  </a:lnTo>
                  <a:lnTo>
                    <a:pt x="93834" y="460349"/>
                  </a:lnTo>
                  <a:lnTo>
                    <a:pt x="130650" y="486090"/>
                  </a:lnTo>
                  <a:lnTo>
                    <a:pt x="171742" y="505390"/>
                  </a:lnTo>
                  <a:lnTo>
                    <a:pt x="216367" y="517511"/>
                  </a:lnTo>
                  <a:lnTo>
                    <a:pt x="263779" y="521715"/>
                  </a:lnTo>
                  <a:lnTo>
                    <a:pt x="311190" y="517511"/>
                  </a:lnTo>
                  <a:lnTo>
                    <a:pt x="355815" y="505390"/>
                  </a:lnTo>
                  <a:lnTo>
                    <a:pt x="396907" y="486090"/>
                  </a:lnTo>
                  <a:lnTo>
                    <a:pt x="433723" y="460349"/>
                  </a:lnTo>
                  <a:lnTo>
                    <a:pt x="465516" y="428904"/>
                  </a:lnTo>
                  <a:lnTo>
                    <a:pt x="491541" y="392495"/>
                  </a:lnTo>
                  <a:lnTo>
                    <a:pt x="511053" y="351859"/>
                  </a:lnTo>
                  <a:lnTo>
                    <a:pt x="523307" y="307734"/>
                  </a:lnTo>
                  <a:lnTo>
                    <a:pt x="527558" y="260858"/>
                  </a:lnTo>
                  <a:lnTo>
                    <a:pt x="523307" y="213981"/>
                  </a:lnTo>
                  <a:lnTo>
                    <a:pt x="511053" y="169856"/>
                  </a:lnTo>
                  <a:lnTo>
                    <a:pt x="491541" y="129220"/>
                  </a:lnTo>
                  <a:lnTo>
                    <a:pt x="465516" y="92811"/>
                  </a:lnTo>
                  <a:lnTo>
                    <a:pt x="433723" y="61366"/>
                  </a:lnTo>
                  <a:lnTo>
                    <a:pt x="396907" y="35625"/>
                  </a:lnTo>
                  <a:lnTo>
                    <a:pt x="355815" y="16325"/>
                  </a:lnTo>
                  <a:lnTo>
                    <a:pt x="311190" y="4204"/>
                  </a:lnTo>
                  <a:lnTo>
                    <a:pt x="263779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5338190" y="1851025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81"/>
                  </a:lnTo>
                  <a:lnTo>
                    <a:pt x="16504" y="169856"/>
                  </a:lnTo>
                  <a:lnTo>
                    <a:pt x="36016" y="129220"/>
                  </a:lnTo>
                  <a:lnTo>
                    <a:pt x="62041" y="92811"/>
                  </a:lnTo>
                  <a:lnTo>
                    <a:pt x="93834" y="61366"/>
                  </a:lnTo>
                  <a:lnTo>
                    <a:pt x="130650" y="35625"/>
                  </a:lnTo>
                  <a:lnTo>
                    <a:pt x="171742" y="16325"/>
                  </a:lnTo>
                  <a:lnTo>
                    <a:pt x="216367" y="4204"/>
                  </a:lnTo>
                  <a:lnTo>
                    <a:pt x="263779" y="0"/>
                  </a:lnTo>
                  <a:lnTo>
                    <a:pt x="311190" y="4204"/>
                  </a:lnTo>
                  <a:lnTo>
                    <a:pt x="355815" y="16325"/>
                  </a:lnTo>
                  <a:lnTo>
                    <a:pt x="396907" y="35625"/>
                  </a:lnTo>
                  <a:lnTo>
                    <a:pt x="433723" y="61366"/>
                  </a:lnTo>
                  <a:lnTo>
                    <a:pt x="465516" y="92811"/>
                  </a:lnTo>
                  <a:lnTo>
                    <a:pt x="491541" y="129220"/>
                  </a:lnTo>
                  <a:lnTo>
                    <a:pt x="511053" y="169856"/>
                  </a:lnTo>
                  <a:lnTo>
                    <a:pt x="523307" y="213981"/>
                  </a:lnTo>
                  <a:lnTo>
                    <a:pt x="527558" y="260858"/>
                  </a:lnTo>
                  <a:lnTo>
                    <a:pt x="523307" y="307734"/>
                  </a:lnTo>
                  <a:lnTo>
                    <a:pt x="511053" y="351859"/>
                  </a:lnTo>
                  <a:lnTo>
                    <a:pt x="491541" y="392495"/>
                  </a:lnTo>
                  <a:lnTo>
                    <a:pt x="465516" y="428904"/>
                  </a:lnTo>
                  <a:lnTo>
                    <a:pt x="433723" y="460349"/>
                  </a:lnTo>
                  <a:lnTo>
                    <a:pt x="396907" y="486090"/>
                  </a:lnTo>
                  <a:lnTo>
                    <a:pt x="355815" y="505390"/>
                  </a:lnTo>
                  <a:lnTo>
                    <a:pt x="311190" y="517511"/>
                  </a:lnTo>
                  <a:lnTo>
                    <a:pt x="263779" y="521715"/>
                  </a:lnTo>
                  <a:lnTo>
                    <a:pt x="216367" y="517511"/>
                  </a:lnTo>
                  <a:lnTo>
                    <a:pt x="171742" y="505390"/>
                  </a:lnTo>
                  <a:lnTo>
                    <a:pt x="130650" y="486090"/>
                  </a:lnTo>
                  <a:lnTo>
                    <a:pt x="93834" y="460349"/>
                  </a:lnTo>
                  <a:lnTo>
                    <a:pt x="62041" y="428904"/>
                  </a:lnTo>
                  <a:lnTo>
                    <a:pt x="36016" y="392495"/>
                  </a:lnTo>
                  <a:lnTo>
                    <a:pt x="16504" y="351859"/>
                  </a:lnTo>
                  <a:lnTo>
                    <a:pt x="4250" y="307734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5497195" y="1998979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w2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5370321" y="2525141"/>
            <a:ext cx="540385" cy="534670"/>
            <a:chOff x="5370321" y="2525141"/>
            <a:chExt cx="540385" cy="534670"/>
          </a:xfrm>
        </p:grpSpPr>
        <p:sp>
          <p:nvSpPr>
            <p:cNvPr id="20" name="object 20"/>
            <p:cNvSpPr/>
            <p:nvPr/>
          </p:nvSpPr>
          <p:spPr>
            <a:xfrm>
              <a:off x="5376671" y="2531491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263778" y="0"/>
                  </a:moveTo>
                  <a:lnTo>
                    <a:pt x="216367" y="4200"/>
                  </a:lnTo>
                  <a:lnTo>
                    <a:pt x="171742" y="16311"/>
                  </a:lnTo>
                  <a:lnTo>
                    <a:pt x="130650" y="35597"/>
                  </a:lnTo>
                  <a:lnTo>
                    <a:pt x="93834" y="61325"/>
                  </a:lnTo>
                  <a:lnTo>
                    <a:pt x="62041" y="92758"/>
                  </a:lnTo>
                  <a:lnTo>
                    <a:pt x="36016" y="129163"/>
                  </a:lnTo>
                  <a:lnTo>
                    <a:pt x="16504" y="169805"/>
                  </a:lnTo>
                  <a:lnTo>
                    <a:pt x="4250" y="213948"/>
                  </a:lnTo>
                  <a:lnTo>
                    <a:pt x="0" y="260858"/>
                  </a:lnTo>
                  <a:lnTo>
                    <a:pt x="4250" y="307730"/>
                  </a:lnTo>
                  <a:lnTo>
                    <a:pt x="16504" y="351843"/>
                  </a:lnTo>
                  <a:lnTo>
                    <a:pt x="36016" y="392462"/>
                  </a:lnTo>
                  <a:lnTo>
                    <a:pt x="62041" y="428851"/>
                  </a:lnTo>
                  <a:lnTo>
                    <a:pt x="93834" y="460275"/>
                  </a:lnTo>
                  <a:lnTo>
                    <a:pt x="130650" y="485996"/>
                  </a:lnTo>
                  <a:lnTo>
                    <a:pt x="171742" y="505279"/>
                  </a:lnTo>
                  <a:lnTo>
                    <a:pt x="216367" y="517388"/>
                  </a:lnTo>
                  <a:lnTo>
                    <a:pt x="263778" y="521588"/>
                  </a:lnTo>
                  <a:lnTo>
                    <a:pt x="311190" y="517388"/>
                  </a:lnTo>
                  <a:lnTo>
                    <a:pt x="355815" y="505279"/>
                  </a:lnTo>
                  <a:lnTo>
                    <a:pt x="396907" y="485996"/>
                  </a:lnTo>
                  <a:lnTo>
                    <a:pt x="433723" y="460275"/>
                  </a:lnTo>
                  <a:lnTo>
                    <a:pt x="465516" y="428851"/>
                  </a:lnTo>
                  <a:lnTo>
                    <a:pt x="491541" y="392462"/>
                  </a:lnTo>
                  <a:lnTo>
                    <a:pt x="511053" y="351843"/>
                  </a:lnTo>
                  <a:lnTo>
                    <a:pt x="523307" y="307730"/>
                  </a:lnTo>
                  <a:lnTo>
                    <a:pt x="527557" y="260858"/>
                  </a:lnTo>
                  <a:lnTo>
                    <a:pt x="523307" y="213948"/>
                  </a:lnTo>
                  <a:lnTo>
                    <a:pt x="511053" y="169805"/>
                  </a:lnTo>
                  <a:lnTo>
                    <a:pt x="491541" y="129163"/>
                  </a:lnTo>
                  <a:lnTo>
                    <a:pt x="465516" y="92758"/>
                  </a:lnTo>
                  <a:lnTo>
                    <a:pt x="433723" y="61325"/>
                  </a:lnTo>
                  <a:lnTo>
                    <a:pt x="396907" y="35597"/>
                  </a:lnTo>
                  <a:lnTo>
                    <a:pt x="355815" y="16311"/>
                  </a:lnTo>
                  <a:lnTo>
                    <a:pt x="311190" y="4200"/>
                  </a:lnTo>
                  <a:lnTo>
                    <a:pt x="263778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76671" y="2531491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69">
                  <a:moveTo>
                    <a:pt x="0" y="260858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8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7" y="260858"/>
                  </a:lnTo>
                  <a:lnTo>
                    <a:pt x="523307" y="307730"/>
                  </a:lnTo>
                  <a:lnTo>
                    <a:pt x="511053" y="351843"/>
                  </a:lnTo>
                  <a:lnTo>
                    <a:pt x="491541" y="392462"/>
                  </a:lnTo>
                  <a:lnTo>
                    <a:pt x="465516" y="428851"/>
                  </a:lnTo>
                  <a:lnTo>
                    <a:pt x="433723" y="460275"/>
                  </a:lnTo>
                  <a:lnTo>
                    <a:pt x="396907" y="485996"/>
                  </a:lnTo>
                  <a:lnTo>
                    <a:pt x="355815" y="505279"/>
                  </a:lnTo>
                  <a:lnTo>
                    <a:pt x="311190" y="517388"/>
                  </a:lnTo>
                  <a:lnTo>
                    <a:pt x="263778" y="521588"/>
                  </a:lnTo>
                  <a:lnTo>
                    <a:pt x="216367" y="517388"/>
                  </a:lnTo>
                  <a:lnTo>
                    <a:pt x="171742" y="505279"/>
                  </a:lnTo>
                  <a:lnTo>
                    <a:pt x="130650" y="485996"/>
                  </a:lnTo>
                  <a:lnTo>
                    <a:pt x="93834" y="460275"/>
                  </a:lnTo>
                  <a:lnTo>
                    <a:pt x="62041" y="428851"/>
                  </a:lnTo>
                  <a:lnTo>
                    <a:pt x="36016" y="392462"/>
                  </a:lnTo>
                  <a:lnTo>
                    <a:pt x="16504" y="351843"/>
                  </a:lnTo>
                  <a:lnTo>
                    <a:pt x="4250" y="307730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5535548" y="2679572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w3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5619496" y="2891535"/>
            <a:ext cx="1137920" cy="738505"/>
            <a:chOff x="5619496" y="2891535"/>
            <a:chExt cx="1137920" cy="738505"/>
          </a:xfrm>
        </p:grpSpPr>
        <p:sp>
          <p:nvSpPr>
            <p:cNvPr id="24" name="object 24"/>
            <p:cNvSpPr/>
            <p:nvPr/>
          </p:nvSpPr>
          <p:spPr>
            <a:xfrm>
              <a:off x="5619496" y="2891535"/>
              <a:ext cx="1137920" cy="738505"/>
            </a:xfrm>
            <a:custGeom>
              <a:avLst/>
              <a:gdLst/>
              <a:ahLst/>
              <a:cxnLst/>
              <a:rect l="l" t="t" r="r" b="b"/>
              <a:pathLst>
                <a:path w="1137920" h="738504">
                  <a:moveTo>
                    <a:pt x="1137412" y="0"/>
                  </a:moveTo>
                  <a:lnTo>
                    <a:pt x="1052703" y="9398"/>
                  </a:lnTo>
                  <a:lnTo>
                    <a:pt x="1071714" y="38811"/>
                  </a:lnTo>
                  <a:lnTo>
                    <a:pt x="724166" y="263829"/>
                  </a:lnTo>
                  <a:lnTo>
                    <a:pt x="694702" y="234683"/>
                  </a:lnTo>
                  <a:lnTo>
                    <a:pt x="657885" y="208953"/>
                  </a:lnTo>
                  <a:lnTo>
                    <a:pt x="616788" y="189674"/>
                  </a:lnTo>
                  <a:lnTo>
                    <a:pt x="572173" y="177558"/>
                  </a:lnTo>
                  <a:lnTo>
                    <a:pt x="524764" y="173355"/>
                  </a:lnTo>
                  <a:lnTo>
                    <a:pt x="477342" y="177558"/>
                  </a:lnTo>
                  <a:lnTo>
                    <a:pt x="432727" y="189674"/>
                  </a:lnTo>
                  <a:lnTo>
                    <a:pt x="391629" y="208953"/>
                  </a:lnTo>
                  <a:lnTo>
                    <a:pt x="354812" y="234683"/>
                  </a:lnTo>
                  <a:lnTo>
                    <a:pt x="323024" y="266115"/>
                  </a:lnTo>
                  <a:lnTo>
                    <a:pt x="296989" y="302526"/>
                  </a:lnTo>
                  <a:lnTo>
                    <a:pt x="277482" y="343166"/>
                  </a:lnTo>
                  <a:lnTo>
                    <a:pt x="265226" y="387311"/>
                  </a:lnTo>
                  <a:lnTo>
                    <a:pt x="260985" y="434213"/>
                  </a:lnTo>
                  <a:lnTo>
                    <a:pt x="265226" y="481088"/>
                  </a:lnTo>
                  <a:lnTo>
                    <a:pt x="277482" y="525208"/>
                  </a:lnTo>
                  <a:lnTo>
                    <a:pt x="287667" y="546430"/>
                  </a:lnTo>
                  <a:lnTo>
                    <a:pt x="0" y="732663"/>
                  </a:lnTo>
                  <a:lnTo>
                    <a:pt x="3429" y="737997"/>
                  </a:lnTo>
                  <a:lnTo>
                    <a:pt x="290436" y="552183"/>
                  </a:lnTo>
                  <a:lnTo>
                    <a:pt x="296989" y="565823"/>
                  </a:lnTo>
                  <a:lnTo>
                    <a:pt x="323024" y="602208"/>
                  </a:lnTo>
                  <a:lnTo>
                    <a:pt x="354812" y="633641"/>
                  </a:lnTo>
                  <a:lnTo>
                    <a:pt x="391629" y="659358"/>
                  </a:lnTo>
                  <a:lnTo>
                    <a:pt x="432727" y="678637"/>
                  </a:lnTo>
                  <a:lnTo>
                    <a:pt x="477342" y="690753"/>
                  </a:lnTo>
                  <a:lnTo>
                    <a:pt x="524764" y="694944"/>
                  </a:lnTo>
                  <a:lnTo>
                    <a:pt x="572173" y="690753"/>
                  </a:lnTo>
                  <a:lnTo>
                    <a:pt x="616788" y="678637"/>
                  </a:lnTo>
                  <a:lnTo>
                    <a:pt x="657885" y="659358"/>
                  </a:lnTo>
                  <a:lnTo>
                    <a:pt x="694702" y="633641"/>
                  </a:lnTo>
                  <a:lnTo>
                    <a:pt x="726490" y="602208"/>
                  </a:lnTo>
                  <a:lnTo>
                    <a:pt x="752525" y="565823"/>
                  </a:lnTo>
                  <a:lnTo>
                    <a:pt x="772033" y="525208"/>
                  </a:lnTo>
                  <a:lnTo>
                    <a:pt x="784288" y="481088"/>
                  </a:lnTo>
                  <a:lnTo>
                    <a:pt x="788543" y="434213"/>
                  </a:lnTo>
                  <a:lnTo>
                    <a:pt x="784288" y="387311"/>
                  </a:lnTo>
                  <a:lnTo>
                    <a:pt x="772033" y="343166"/>
                  </a:lnTo>
                  <a:lnTo>
                    <a:pt x="752525" y="302526"/>
                  </a:lnTo>
                  <a:lnTo>
                    <a:pt x="728319" y="268681"/>
                  </a:lnTo>
                  <a:lnTo>
                    <a:pt x="1075156" y="44132"/>
                  </a:lnTo>
                  <a:lnTo>
                    <a:pt x="1094105" y="73406"/>
                  </a:lnTo>
                  <a:lnTo>
                    <a:pt x="1118603" y="31877"/>
                  </a:lnTo>
                  <a:lnTo>
                    <a:pt x="1137412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5880481" y="3064890"/>
              <a:ext cx="527685" cy="521970"/>
            </a:xfrm>
            <a:custGeom>
              <a:avLst/>
              <a:gdLst/>
              <a:ahLst/>
              <a:cxnLst/>
              <a:rect l="l" t="t" r="r" b="b"/>
              <a:pathLst>
                <a:path w="527685" h="521970">
                  <a:moveTo>
                    <a:pt x="0" y="260858"/>
                  </a:moveTo>
                  <a:lnTo>
                    <a:pt x="4250" y="213948"/>
                  </a:lnTo>
                  <a:lnTo>
                    <a:pt x="16504" y="169805"/>
                  </a:lnTo>
                  <a:lnTo>
                    <a:pt x="36016" y="129163"/>
                  </a:lnTo>
                  <a:lnTo>
                    <a:pt x="62041" y="92758"/>
                  </a:lnTo>
                  <a:lnTo>
                    <a:pt x="93834" y="61325"/>
                  </a:lnTo>
                  <a:lnTo>
                    <a:pt x="130650" y="35597"/>
                  </a:lnTo>
                  <a:lnTo>
                    <a:pt x="171742" y="16311"/>
                  </a:lnTo>
                  <a:lnTo>
                    <a:pt x="216367" y="4200"/>
                  </a:lnTo>
                  <a:lnTo>
                    <a:pt x="263779" y="0"/>
                  </a:lnTo>
                  <a:lnTo>
                    <a:pt x="311190" y="4200"/>
                  </a:lnTo>
                  <a:lnTo>
                    <a:pt x="355815" y="16311"/>
                  </a:lnTo>
                  <a:lnTo>
                    <a:pt x="396907" y="35597"/>
                  </a:lnTo>
                  <a:lnTo>
                    <a:pt x="433723" y="61325"/>
                  </a:lnTo>
                  <a:lnTo>
                    <a:pt x="465516" y="92758"/>
                  </a:lnTo>
                  <a:lnTo>
                    <a:pt x="491541" y="129163"/>
                  </a:lnTo>
                  <a:lnTo>
                    <a:pt x="511053" y="169805"/>
                  </a:lnTo>
                  <a:lnTo>
                    <a:pt x="523307" y="213948"/>
                  </a:lnTo>
                  <a:lnTo>
                    <a:pt x="527558" y="260858"/>
                  </a:lnTo>
                  <a:lnTo>
                    <a:pt x="523307" y="307730"/>
                  </a:lnTo>
                  <a:lnTo>
                    <a:pt x="511053" y="351843"/>
                  </a:lnTo>
                  <a:lnTo>
                    <a:pt x="491541" y="392462"/>
                  </a:lnTo>
                  <a:lnTo>
                    <a:pt x="465516" y="428851"/>
                  </a:lnTo>
                  <a:lnTo>
                    <a:pt x="433723" y="460275"/>
                  </a:lnTo>
                  <a:lnTo>
                    <a:pt x="396907" y="485996"/>
                  </a:lnTo>
                  <a:lnTo>
                    <a:pt x="355815" y="505279"/>
                  </a:lnTo>
                  <a:lnTo>
                    <a:pt x="311190" y="517388"/>
                  </a:lnTo>
                  <a:lnTo>
                    <a:pt x="263779" y="521588"/>
                  </a:lnTo>
                  <a:lnTo>
                    <a:pt x="216367" y="517388"/>
                  </a:lnTo>
                  <a:lnTo>
                    <a:pt x="171742" y="505279"/>
                  </a:lnTo>
                  <a:lnTo>
                    <a:pt x="130650" y="485996"/>
                  </a:lnTo>
                  <a:lnTo>
                    <a:pt x="93834" y="460275"/>
                  </a:lnTo>
                  <a:lnTo>
                    <a:pt x="62041" y="428851"/>
                  </a:lnTo>
                  <a:lnTo>
                    <a:pt x="36016" y="392462"/>
                  </a:lnTo>
                  <a:lnTo>
                    <a:pt x="16504" y="351843"/>
                  </a:lnTo>
                  <a:lnTo>
                    <a:pt x="4250" y="307730"/>
                  </a:lnTo>
                  <a:lnTo>
                    <a:pt x="0" y="260858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5337175" y="3460750"/>
            <a:ext cx="240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x4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6039358" y="3212972"/>
            <a:ext cx="2101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w4</a:t>
            </a:r>
            <a:endParaRPr sz="1200">
              <a:latin typeface="Calibri"/>
              <a:cs typeface="Calibri"/>
            </a:endParaRPr>
          </a:p>
        </p:txBody>
      </p:sp>
      <p:pic>
        <p:nvPicPr>
          <p:cNvPr id="28" name="object 2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491572" y="4241090"/>
            <a:ext cx="2878734" cy="1902147"/>
          </a:xfrm>
          <a:prstGeom prst="rect">
            <a:avLst/>
          </a:prstGeom>
        </p:spPr>
      </p:pic>
      <p:pic>
        <p:nvPicPr>
          <p:cNvPr id="29" name="object 2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95705" y="1063932"/>
            <a:ext cx="3098677" cy="3098693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900" dirty="0"/>
              <a:t>Other</a:t>
            </a:r>
            <a:r>
              <a:rPr sz="2900" spc="220" dirty="0"/>
              <a:t> </a:t>
            </a:r>
            <a:r>
              <a:rPr sz="2900" spc="50" dirty="0"/>
              <a:t>hidden</a:t>
            </a:r>
            <a:r>
              <a:rPr sz="2900" spc="220" dirty="0"/>
              <a:t> </a:t>
            </a:r>
            <a:r>
              <a:rPr sz="2900" dirty="0"/>
              <a:t>layer</a:t>
            </a:r>
            <a:r>
              <a:rPr sz="2900" spc="220" dirty="0"/>
              <a:t> </a:t>
            </a:r>
            <a:r>
              <a:rPr sz="2900" dirty="0"/>
              <a:t>neurons</a:t>
            </a:r>
            <a:r>
              <a:rPr sz="2900" spc="220" dirty="0"/>
              <a:t> </a:t>
            </a:r>
            <a:r>
              <a:rPr sz="2900" spc="50" dirty="0"/>
              <a:t>could</a:t>
            </a:r>
            <a:r>
              <a:rPr sz="2900" spc="220" dirty="0"/>
              <a:t> </a:t>
            </a:r>
            <a:r>
              <a:rPr sz="2900" dirty="0"/>
              <a:t>then</a:t>
            </a:r>
            <a:r>
              <a:rPr sz="2900" spc="225" dirty="0"/>
              <a:t> </a:t>
            </a:r>
            <a:r>
              <a:rPr sz="2900" dirty="0"/>
              <a:t>be</a:t>
            </a:r>
            <a:r>
              <a:rPr sz="2900" spc="220" dirty="0"/>
              <a:t> </a:t>
            </a:r>
            <a:r>
              <a:rPr sz="2900" spc="50" dirty="0"/>
              <a:t>detecting</a:t>
            </a:r>
            <a:r>
              <a:rPr sz="2900" spc="235" dirty="0"/>
              <a:t> </a:t>
            </a:r>
            <a:r>
              <a:rPr sz="2900" dirty="0"/>
              <a:t>other</a:t>
            </a:r>
            <a:r>
              <a:rPr sz="2900" spc="220" dirty="0"/>
              <a:t> </a:t>
            </a:r>
            <a:r>
              <a:rPr sz="2900" spc="75" dirty="0"/>
              <a:t>images</a:t>
            </a:r>
            <a:endParaRPr sz="2900"/>
          </a:p>
        </p:txBody>
      </p:sp>
      <p:sp>
        <p:nvSpPr>
          <p:cNvPr id="3" name="object 3"/>
          <p:cNvSpPr txBox="1"/>
          <p:nvPr/>
        </p:nvSpPr>
        <p:spPr>
          <a:xfrm>
            <a:off x="974852" y="3382883"/>
            <a:ext cx="9013825" cy="809625"/>
          </a:xfrm>
          <a:prstGeom prst="rect">
            <a:avLst/>
          </a:prstGeom>
        </p:spPr>
        <p:txBody>
          <a:bodyPr vert="horz" wrap="square" lIns="0" tIns="3873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05"/>
              </a:spcBef>
              <a:buFont typeface="Arial"/>
              <a:buChar char="•"/>
              <a:tabLst>
                <a:tab pos="240029" algn="l"/>
              </a:tabLst>
            </a:pPr>
            <a:r>
              <a:rPr sz="2400" spc="60" dirty="0">
                <a:latin typeface="Calibri"/>
                <a:cs typeface="Calibri"/>
              </a:rPr>
              <a:t>Then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neuron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2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3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4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could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detecting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these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other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patterns</a:t>
            </a:r>
            <a:endParaRPr sz="2400">
              <a:latin typeface="Calibri"/>
              <a:cs typeface="Calibri"/>
            </a:endParaRPr>
          </a:p>
          <a:p>
            <a:pPr marL="240029" indent="-227329">
              <a:lnSpc>
                <a:spcPct val="100000"/>
              </a:lnSpc>
              <a:spcBef>
                <a:spcPts val="209"/>
              </a:spcBef>
              <a:buFont typeface="Arial"/>
              <a:buChar char="•"/>
              <a:tabLst>
                <a:tab pos="240029" algn="l"/>
              </a:tabLst>
            </a:pPr>
            <a:r>
              <a:rPr sz="2400" dirty="0">
                <a:latin typeface="Calibri"/>
                <a:cs typeface="Calibri"/>
              </a:rPr>
              <a:t>Together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these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4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images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make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up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zero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70196" y="823223"/>
            <a:ext cx="3124901" cy="1637213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302129" y="1214374"/>
            <a:ext cx="6019800" cy="179070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68298" y="1230107"/>
            <a:ext cx="1780786" cy="1785648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373194" y="4653813"/>
            <a:ext cx="1915896" cy="1915871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1152550" y="853185"/>
            <a:ext cx="628904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879600" algn="l"/>
                <a:tab pos="4144645" algn="l"/>
                <a:tab pos="6012180" algn="l"/>
              </a:tabLst>
            </a:pPr>
            <a:r>
              <a:rPr sz="1800" spc="-25" dirty="0">
                <a:latin typeface="Calibri"/>
                <a:cs typeface="Calibri"/>
              </a:rPr>
              <a:t>N1</a:t>
            </a:r>
            <a:r>
              <a:rPr sz="1800" dirty="0">
                <a:latin typeface="Calibri"/>
                <a:cs typeface="Calibri"/>
              </a:rPr>
              <a:t>	</a:t>
            </a:r>
            <a:r>
              <a:rPr sz="2700" spc="-37" baseline="3086" dirty="0">
                <a:latin typeface="Calibri"/>
                <a:cs typeface="Calibri"/>
              </a:rPr>
              <a:t>N2</a:t>
            </a:r>
            <a:r>
              <a:rPr sz="2700" baseline="3086" dirty="0">
                <a:latin typeface="Calibri"/>
                <a:cs typeface="Calibri"/>
              </a:rPr>
              <a:t>	</a:t>
            </a:r>
            <a:r>
              <a:rPr sz="1800" spc="-25" dirty="0">
                <a:latin typeface="Calibri"/>
                <a:cs typeface="Calibri"/>
              </a:rPr>
              <a:t>N3</a:t>
            </a:r>
            <a:r>
              <a:rPr sz="1800" dirty="0">
                <a:latin typeface="Calibri"/>
                <a:cs typeface="Calibri"/>
              </a:rPr>
              <a:t>	</a:t>
            </a:r>
            <a:r>
              <a:rPr sz="2700" spc="-37" baseline="3086" dirty="0">
                <a:latin typeface="Calibri"/>
                <a:cs typeface="Calibri"/>
              </a:rPr>
              <a:t>N4</a:t>
            </a:r>
            <a:endParaRPr sz="2700" baseline="3086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900" dirty="0"/>
              <a:t>Other</a:t>
            </a:r>
            <a:r>
              <a:rPr sz="2900" spc="220" dirty="0"/>
              <a:t> </a:t>
            </a:r>
            <a:r>
              <a:rPr sz="2900" spc="50" dirty="0"/>
              <a:t>hidden</a:t>
            </a:r>
            <a:r>
              <a:rPr sz="2900" spc="220" dirty="0"/>
              <a:t> </a:t>
            </a:r>
            <a:r>
              <a:rPr sz="2900" dirty="0"/>
              <a:t>layer</a:t>
            </a:r>
            <a:r>
              <a:rPr sz="2900" spc="220" dirty="0"/>
              <a:t> </a:t>
            </a:r>
            <a:r>
              <a:rPr sz="2900" dirty="0"/>
              <a:t>neurons</a:t>
            </a:r>
            <a:r>
              <a:rPr sz="2900" spc="220" dirty="0"/>
              <a:t> </a:t>
            </a:r>
            <a:r>
              <a:rPr sz="2900" spc="50" dirty="0"/>
              <a:t>could</a:t>
            </a:r>
            <a:r>
              <a:rPr sz="2900" spc="220" dirty="0"/>
              <a:t> </a:t>
            </a:r>
            <a:r>
              <a:rPr sz="2900" dirty="0"/>
              <a:t>then</a:t>
            </a:r>
            <a:r>
              <a:rPr sz="2900" spc="225" dirty="0"/>
              <a:t> </a:t>
            </a:r>
            <a:r>
              <a:rPr sz="2900" dirty="0"/>
              <a:t>be</a:t>
            </a:r>
            <a:r>
              <a:rPr sz="2900" spc="220" dirty="0"/>
              <a:t> </a:t>
            </a:r>
            <a:r>
              <a:rPr sz="2900" spc="50" dirty="0"/>
              <a:t>detecting</a:t>
            </a:r>
            <a:r>
              <a:rPr sz="2900" spc="235" dirty="0"/>
              <a:t> </a:t>
            </a:r>
            <a:r>
              <a:rPr sz="2900" dirty="0"/>
              <a:t>other</a:t>
            </a:r>
            <a:r>
              <a:rPr sz="2900" spc="220" dirty="0"/>
              <a:t> </a:t>
            </a:r>
            <a:r>
              <a:rPr sz="2900" spc="75" dirty="0"/>
              <a:t>images</a:t>
            </a:r>
            <a:endParaRPr sz="2900"/>
          </a:p>
        </p:txBody>
      </p:sp>
      <p:sp>
        <p:nvSpPr>
          <p:cNvPr id="3" name="object 3"/>
          <p:cNvSpPr txBox="1"/>
          <p:nvPr/>
        </p:nvSpPr>
        <p:spPr>
          <a:xfrm>
            <a:off x="974852" y="3384626"/>
            <a:ext cx="10091420" cy="29038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0665" indent="-227965">
              <a:lnSpc>
                <a:spcPts val="2375"/>
              </a:lnSpc>
              <a:spcBef>
                <a:spcPts val="95"/>
              </a:spcBef>
              <a:buFont typeface="Arial"/>
              <a:buChar char="•"/>
              <a:tabLst>
                <a:tab pos="240665" algn="l"/>
              </a:tabLst>
            </a:pPr>
            <a:r>
              <a:rPr sz="2200" spc="55" dirty="0">
                <a:latin typeface="Calibri"/>
                <a:cs typeface="Calibri"/>
              </a:rPr>
              <a:t>If</a:t>
            </a:r>
            <a:r>
              <a:rPr sz="2200" spc="16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we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see</a:t>
            </a:r>
            <a:r>
              <a:rPr sz="2200" spc="16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that</a:t>
            </a:r>
            <a:r>
              <a:rPr sz="2200" spc="180" dirty="0">
                <a:latin typeface="Calibri"/>
                <a:cs typeface="Calibri"/>
              </a:rPr>
              <a:t> </a:t>
            </a:r>
            <a:r>
              <a:rPr sz="2200" spc="100" dirty="0">
                <a:latin typeface="Calibri"/>
                <a:cs typeface="Calibri"/>
              </a:rPr>
              <a:t>all</a:t>
            </a:r>
            <a:r>
              <a:rPr sz="2200" spc="150" dirty="0">
                <a:latin typeface="Calibri"/>
                <a:cs typeface="Calibri"/>
              </a:rPr>
              <a:t> </a:t>
            </a:r>
            <a:r>
              <a:rPr sz="2200" spc="75" dirty="0">
                <a:latin typeface="Calibri"/>
                <a:cs typeface="Calibri"/>
              </a:rPr>
              <a:t>4</a:t>
            </a:r>
            <a:r>
              <a:rPr sz="2200" spc="17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of</a:t>
            </a:r>
            <a:r>
              <a:rPr sz="2200" spc="16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these</a:t>
            </a:r>
            <a:r>
              <a:rPr sz="2200" spc="17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neurons</a:t>
            </a:r>
            <a:r>
              <a:rPr sz="2200" spc="16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are</a:t>
            </a:r>
            <a:r>
              <a:rPr sz="2200" spc="16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firing, then</a:t>
            </a:r>
            <a:r>
              <a:rPr sz="2200" spc="16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we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spc="50" dirty="0">
                <a:latin typeface="Calibri"/>
                <a:cs typeface="Calibri"/>
              </a:rPr>
              <a:t>can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make</a:t>
            </a:r>
            <a:r>
              <a:rPr sz="2200" spc="1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</a:t>
            </a:r>
            <a:r>
              <a:rPr sz="2200" spc="16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assumption</a:t>
            </a:r>
            <a:endParaRPr sz="2200">
              <a:latin typeface="Calibri"/>
              <a:cs typeface="Calibri"/>
            </a:endParaRPr>
          </a:p>
          <a:p>
            <a:pPr marL="241300">
              <a:lnSpc>
                <a:spcPts val="2375"/>
              </a:lnSpc>
            </a:pPr>
            <a:r>
              <a:rPr sz="2200" dirty="0">
                <a:latin typeface="Calibri"/>
                <a:cs typeface="Calibri"/>
              </a:rPr>
              <a:t>that</a:t>
            </a:r>
            <a:r>
              <a:rPr sz="2200" spc="13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we</a:t>
            </a:r>
            <a:r>
              <a:rPr sz="2200" spc="114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are</a:t>
            </a:r>
            <a:r>
              <a:rPr sz="2200" spc="120" dirty="0">
                <a:latin typeface="Calibri"/>
                <a:cs typeface="Calibri"/>
              </a:rPr>
              <a:t> </a:t>
            </a:r>
            <a:r>
              <a:rPr sz="2200" spc="50" dirty="0">
                <a:latin typeface="Calibri"/>
                <a:cs typeface="Calibri"/>
              </a:rPr>
              <a:t>seeing</a:t>
            </a:r>
            <a:r>
              <a:rPr sz="2200" spc="14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</a:t>
            </a:r>
            <a:r>
              <a:rPr sz="2200" spc="55" dirty="0">
                <a:latin typeface="Calibri"/>
                <a:cs typeface="Calibri"/>
              </a:rPr>
              <a:t> </a:t>
            </a:r>
            <a:r>
              <a:rPr sz="2200" spc="-20" dirty="0">
                <a:latin typeface="Calibri"/>
                <a:cs typeface="Calibri"/>
              </a:rPr>
              <a:t>zero.</a:t>
            </a:r>
            <a:endParaRPr sz="2200">
              <a:latin typeface="Calibri"/>
              <a:cs typeface="Calibri"/>
            </a:endParaRPr>
          </a:p>
          <a:p>
            <a:pPr marL="698500" lvl="1" indent="-228600">
              <a:lnSpc>
                <a:spcPts val="1770"/>
              </a:lnSpc>
              <a:spcBef>
                <a:spcPts val="175"/>
              </a:spcBef>
              <a:buFont typeface="Arial"/>
              <a:buChar char="•"/>
              <a:tabLst>
                <a:tab pos="698500" algn="l"/>
              </a:tabLst>
            </a:pPr>
            <a:r>
              <a:rPr sz="1500" dirty="0">
                <a:latin typeface="Calibri"/>
                <a:cs typeface="Calibri"/>
              </a:rPr>
              <a:t>Obviously</a:t>
            </a:r>
            <a:r>
              <a:rPr sz="1500" spc="6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this</a:t>
            </a:r>
            <a:r>
              <a:rPr sz="1500" spc="19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is</a:t>
            </a:r>
            <a:r>
              <a:rPr sz="1500" spc="16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a</a:t>
            </a:r>
            <a:r>
              <a:rPr sz="1500" spc="16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toy</a:t>
            </a:r>
            <a:r>
              <a:rPr sz="1500" spc="10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example,</a:t>
            </a:r>
            <a:r>
              <a:rPr sz="1500" spc="-1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don’t</a:t>
            </a:r>
            <a:r>
              <a:rPr sz="1500" spc="18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get</a:t>
            </a:r>
            <a:r>
              <a:rPr sz="1500" spc="16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carried</a:t>
            </a:r>
            <a:r>
              <a:rPr sz="1500" spc="15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away</a:t>
            </a:r>
            <a:r>
              <a:rPr sz="1500" spc="11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trying</a:t>
            </a:r>
            <a:r>
              <a:rPr sz="1500" spc="16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to</a:t>
            </a:r>
            <a:r>
              <a:rPr sz="1500" spc="17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poke</a:t>
            </a:r>
            <a:r>
              <a:rPr sz="1500" spc="13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holes</a:t>
            </a:r>
            <a:r>
              <a:rPr sz="1500" spc="16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into</a:t>
            </a:r>
            <a:r>
              <a:rPr sz="1500" spc="165" dirty="0">
                <a:latin typeface="Calibri"/>
                <a:cs typeface="Calibri"/>
              </a:rPr>
              <a:t> </a:t>
            </a:r>
            <a:r>
              <a:rPr sz="1500" spc="-35" dirty="0">
                <a:latin typeface="Calibri"/>
                <a:cs typeface="Calibri"/>
              </a:rPr>
              <a:t>it</a:t>
            </a:r>
            <a:endParaRPr sz="1500">
              <a:latin typeface="Calibri"/>
              <a:cs typeface="Calibri"/>
            </a:endParaRPr>
          </a:p>
          <a:p>
            <a:pPr marL="240665" indent="-227965">
              <a:lnSpc>
                <a:spcPts val="2595"/>
              </a:lnSpc>
              <a:buFont typeface="Arial"/>
              <a:buChar char="•"/>
              <a:tabLst>
                <a:tab pos="240665" algn="l"/>
              </a:tabLst>
            </a:pPr>
            <a:r>
              <a:rPr sz="2200" spc="-40" dirty="0">
                <a:latin typeface="Calibri"/>
                <a:cs typeface="Calibri"/>
              </a:rPr>
              <a:t>Now,</a:t>
            </a:r>
            <a:r>
              <a:rPr sz="2200" spc="-7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we</a:t>
            </a:r>
            <a:r>
              <a:rPr sz="2200" spc="120" dirty="0">
                <a:latin typeface="Calibri"/>
                <a:cs typeface="Calibri"/>
              </a:rPr>
              <a:t> </a:t>
            </a:r>
            <a:r>
              <a:rPr sz="2200" spc="50" dirty="0">
                <a:latin typeface="Calibri"/>
                <a:cs typeface="Calibri"/>
              </a:rPr>
              <a:t>can</a:t>
            </a:r>
            <a:r>
              <a:rPr sz="2200" spc="120" dirty="0">
                <a:latin typeface="Calibri"/>
                <a:cs typeface="Calibri"/>
              </a:rPr>
              <a:t> </a:t>
            </a:r>
            <a:r>
              <a:rPr sz="2200" spc="50" dirty="0">
                <a:latin typeface="Calibri"/>
                <a:cs typeface="Calibri"/>
              </a:rPr>
              <a:t>possibly</a:t>
            </a:r>
            <a:r>
              <a:rPr sz="2200" spc="4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see</a:t>
            </a:r>
            <a:r>
              <a:rPr sz="2200" spc="12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why</a:t>
            </a:r>
            <a:r>
              <a:rPr sz="2200" spc="5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it’s</a:t>
            </a:r>
            <a:r>
              <a:rPr sz="2200" spc="114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better</a:t>
            </a:r>
            <a:r>
              <a:rPr sz="2200" spc="14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to</a:t>
            </a:r>
            <a:r>
              <a:rPr sz="2200" spc="12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have</a:t>
            </a:r>
            <a:r>
              <a:rPr sz="2200" spc="130" dirty="0">
                <a:latin typeface="Calibri"/>
                <a:cs typeface="Calibri"/>
              </a:rPr>
              <a:t> </a:t>
            </a:r>
            <a:r>
              <a:rPr sz="2200" spc="75" dirty="0">
                <a:latin typeface="Calibri"/>
                <a:cs typeface="Calibri"/>
              </a:rPr>
              <a:t>10</a:t>
            </a:r>
            <a:r>
              <a:rPr sz="2200" spc="13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outputs</a:t>
            </a:r>
            <a:r>
              <a:rPr sz="2200" spc="14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over</a:t>
            </a:r>
            <a:r>
              <a:rPr sz="2200" spc="125" dirty="0">
                <a:latin typeface="Calibri"/>
                <a:cs typeface="Calibri"/>
              </a:rPr>
              <a:t> </a:t>
            </a:r>
            <a:r>
              <a:rPr sz="2200" spc="25" dirty="0">
                <a:latin typeface="Calibri"/>
                <a:cs typeface="Calibri"/>
              </a:rPr>
              <a:t>4</a:t>
            </a:r>
            <a:endParaRPr sz="2200">
              <a:latin typeface="Calibri"/>
              <a:cs typeface="Calibri"/>
            </a:endParaRPr>
          </a:p>
          <a:p>
            <a:pPr marL="240665" indent="-227965">
              <a:lnSpc>
                <a:spcPts val="2365"/>
              </a:lnSpc>
              <a:buFont typeface="Arial"/>
              <a:buChar char="•"/>
              <a:tabLst>
                <a:tab pos="240665" algn="l"/>
              </a:tabLst>
            </a:pPr>
            <a:r>
              <a:rPr sz="2200" dirty="0">
                <a:latin typeface="Calibri"/>
                <a:cs typeface="Calibri"/>
              </a:rPr>
              <a:t>With</a:t>
            </a:r>
            <a:r>
              <a:rPr sz="2200" spc="21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</a:t>
            </a:r>
            <a:r>
              <a:rPr sz="2200" spc="229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above</a:t>
            </a:r>
            <a:r>
              <a:rPr sz="2200" spc="20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example,</a:t>
            </a:r>
            <a:r>
              <a:rPr sz="2200" spc="1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</a:t>
            </a:r>
            <a:r>
              <a:rPr sz="2200" spc="210" dirty="0">
                <a:latin typeface="Calibri"/>
                <a:cs typeface="Calibri"/>
              </a:rPr>
              <a:t> </a:t>
            </a:r>
            <a:r>
              <a:rPr sz="2200" spc="75" dirty="0">
                <a:latin typeface="Calibri"/>
                <a:cs typeface="Calibri"/>
              </a:rPr>
              <a:t>0</a:t>
            </a:r>
            <a:r>
              <a:rPr sz="2200" spc="22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output</a:t>
            </a:r>
            <a:r>
              <a:rPr sz="2200" spc="22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neuron</a:t>
            </a:r>
            <a:r>
              <a:rPr sz="2200" spc="204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could</a:t>
            </a:r>
            <a:r>
              <a:rPr sz="2200" spc="204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just</a:t>
            </a:r>
            <a:r>
              <a:rPr sz="2200" spc="229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put</a:t>
            </a:r>
            <a:r>
              <a:rPr sz="2200" spc="204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</a:t>
            </a:r>
            <a:r>
              <a:rPr sz="2200" spc="22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most</a:t>
            </a:r>
            <a:r>
              <a:rPr sz="2200" spc="229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weight</a:t>
            </a:r>
            <a:r>
              <a:rPr sz="2200" spc="215" dirty="0">
                <a:latin typeface="Calibri"/>
                <a:cs typeface="Calibri"/>
              </a:rPr>
              <a:t> </a:t>
            </a:r>
            <a:r>
              <a:rPr sz="2200" spc="-25" dirty="0">
                <a:latin typeface="Calibri"/>
                <a:cs typeface="Calibri"/>
              </a:rPr>
              <a:t>on</a:t>
            </a:r>
            <a:endParaRPr sz="2200">
              <a:latin typeface="Calibri"/>
              <a:cs typeface="Calibri"/>
            </a:endParaRPr>
          </a:p>
          <a:p>
            <a:pPr marL="241300">
              <a:lnSpc>
                <a:spcPts val="2365"/>
              </a:lnSpc>
            </a:pPr>
            <a:r>
              <a:rPr sz="2200" dirty="0">
                <a:latin typeface="Calibri"/>
                <a:cs typeface="Calibri"/>
              </a:rPr>
              <a:t>the</a:t>
            </a:r>
            <a:r>
              <a:rPr sz="2200" spc="204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outputs</a:t>
            </a:r>
            <a:r>
              <a:rPr sz="2200" spc="22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from</a:t>
            </a:r>
            <a:r>
              <a:rPr sz="2200" spc="229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</a:t>
            </a:r>
            <a:r>
              <a:rPr sz="2200" spc="204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hidden</a:t>
            </a:r>
            <a:r>
              <a:rPr sz="2200" spc="229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neurons</a:t>
            </a:r>
            <a:r>
              <a:rPr sz="2200" spc="225" dirty="0">
                <a:latin typeface="Calibri"/>
                <a:cs typeface="Calibri"/>
              </a:rPr>
              <a:t> </a:t>
            </a:r>
            <a:r>
              <a:rPr sz="2200" spc="60" dirty="0">
                <a:latin typeface="Calibri"/>
                <a:cs typeface="Calibri"/>
              </a:rPr>
              <a:t>N1</a:t>
            </a:r>
            <a:r>
              <a:rPr sz="2200" spc="20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through</a:t>
            </a:r>
            <a:r>
              <a:rPr sz="2200" spc="24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N4,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and</a:t>
            </a:r>
            <a:r>
              <a:rPr sz="2200" spc="22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weaken</a:t>
            </a:r>
            <a:r>
              <a:rPr sz="2200" spc="18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the</a:t>
            </a:r>
            <a:r>
              <a:rPr sz="2200" spc="204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others</a:t>
            </a:r>
            <a:endParaRPr sz="2200">
              <a:latin typeface="Calibri"/>
              <a:cs typeface="Calibri"/>
            </a:endParaRPr>
          </a:p>
          <a:p>
            <a:pPr marL="241300" marR="5080" indent="-228600">
              <a:lnSpc>
                <a:spcPct val="80000"/>
              </a:lnSpc>
              <a:spcBef>
                <a:spcPts val="515"/>
              </a:spcBef>
              <a:buFont typeface="Arial"/>
              <a:buChar char="•"/>
              <a:tabLst>
                <a:tab pos="241300" algn="l"/>
              </a:tabLst>
            </a:pPr>
            <a:r>
              <a:rPr sz="2200" dirty="0">
                <a:latin typeface="Calibri"/>
                <a:cs typeface="Calibri"/>
              </a:rPr>
              <a:t>But,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spc="50" dirty="0">
                <a:latin typeface="Calibri"/>
                <a:cs typeface="Calibri"/>
              </a:rPr>
              <a:t>if</a:t>
            </a:r>
            <a:r>
              <a:rPr sz="2200" spc="17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we</a:t>
            </a:r>
            <a:r>
              <a:rPr sz="2200" spc="17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had</a:t>
            </a:r>
            <a:r>
              <a:rPr sz="2200" spc="195" dirty="0">
                <a:latin typeface="Calibri"/>
                <a:cs typeface="Calibri"/>
              </a:rPr>
              <a:t> </a:t>
            </a:r>
            <a:r>
              <a:rPr sz="2200" spc="55" dirty="0">
                <a:latin typeface="Calibri"/>
                <a:cs typeface="Calibri"/>
              </a:rPr>
              <a:t>only</a:t>
            </a:r>
            <a:r>
              <a:rPr sz="2200" spc="95" dirty="0">
                <a:latin typeface="Calibri"/>
                <a:cs typeface="Calibri"/>
              </a:rPr>
              <a:t> </a:t>
            </a:r>
            <a:r>
              <a:rPr sz="2200" spc="75" dirty="0">
                <a:latin typeface="Calibri"/>
                <a:cs typeface="Calibri"/>
              </a:rPr>
              <a:t>4</a:t>
            </a:r>
            <a:r>
              <a:rPr sz="2200" spc="18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output</a:t>
            </a:r>
            <a:r>
              <a:rPr sz="2200" spc="17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neurons,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our</a:t>
            </a:r>
            <a:r>
              <a:rPr sz="2200" spc="17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neural</a:t>
            </a:r>
            <a:r>
              <a:rPr sz="2200" spc="17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network</a:t>
            </a:r>
            <a:r>
              <a:rPr sz="2200" spc="10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would</a:t>
            </a:r>
            <a:r>
              <a:rPr sz="2200" spc="17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have</a:t>
            </a:r>
            <a:r>
              <a:rPr sz="2200" spc="18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to</a:t>
            </a:r>
            <a:r>
              <a:rPr sz="2200" spc="190" dirty="0">
                <a:latin typeface="Calibri"/>
                <a:cs typeface="Calibri"/>
              </a:rPr>
              <a:t> </a:t>
            </a:r>
            <a:r>
              <a:rPr sz="2200" spc="40" dirty="0">
                <a:latin typeface="Calibri"/>
                <a:cs typeface="Calibri"/>
              </a:rPr>
              <a:t>essentially </a:t>
            </a:r>
            <a:r>
              <a:rPr sz="2200" dirty="0">
                <a:latin typeface="Calibri"/>
                <a:cs typeface="Calibri"/>
              </a:rPr>
              <a:t>do</a:t>
            </a:r>
            <a:r>
              <a:rPr sz="2200" spc="110" dirty="0">
                <a:latin typeface="Calibri"/>
                <a:cs typeface="Calibri"/>
              </a:rPr>
              <a:t> </a:t>
            </a:r>
            <a:r>
              <a:rPr sz="2200" spc="75" dirty="0">
                <a:latin typeface="Calibri"/>
                <a:cs typeface="Calibri"/>
              </a:rPr>
              <a:t>2</a:t>
            </a:r>
            <a:r>
              <a:rPr sz="2200" spc="110" dirty="0">
                <a:latin typeface="Calibri"/>
                <a:cs typeface="Calibri"/>
              </a:rPr>
              <a:t> </a:t>
            </a:r>
            <a:r>
              <a:rPr sz="2200" spc="45" dirty="0">
                <a:latin typeface="Calibri"/>
                <a:cs typeface="Calibri"/>
              </a:rPr>
              <a:t>calculations</a:t>
            </a:r>
            <a:endParaRPr sz="2200">
              <a:latin typeface="Calibri"/>
              <a:cs typeface="Calibri"/>
            </a:endParaRPr>
          </a:p>
          <a:p>
            <a:pPr marL="698500" lvl="1" indent="-228600">
              <a:lnSpc>
                <a:spcPct val="100000"/>
              </a:lnSpc>
              <a:spcBef>
                <a:spcPts val="160"/>
              </a:spcBef>
              <a:buFont typeface="Arial"/>
              <a:buChar char="•"/>
              <a:tabLst>
                <a:tab pos="698500" algn="l"/>
              </a:tabLst>
            </a:pPr>
            <a:r>
              <a:rPr sz="1500" dirty="0">
                <a:latin typeface="Calibri"/>
                <a:cs typeface="Calibri"/>
              </a:rPr>
              <a:t>First,</a:t>
            </a:r>
            <a:r>
              <a:rPr sz="1500" spc="-1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we</a:t>
            </a:r>
            <a:r>
              <a:rPr sz="1500" spc="12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would</a:t>
            </a:r>
            <a:r>
              <a:rPr sz="1500" spc="13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need</a:t>
            </a:r>
            <a:r>
              <a:rPr sz="1500" spc="13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to</a:t>
            </a:r>
            <a:r>
              <a:rPr sz="1500" spc="14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figure</a:t>
            </a:r>
            <a:r>
              <a:rPr sz="1500" spc="12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out</a:t>
            </a:r>
            <a:r>
              <a:rPr sz="1500" spc="15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what</a:t>
            </a:r>
            <a:r>
              <a:rPr sz="1500" spc="15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the</a:t>
            </a:r>
            <a:r>
              <a:rPr sz="1500" spc="15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number</a:t>
            </a:r>
            <a:r>
              <a:rPr sz="1500" spc="145" dirty="0">
                <a:latin typeface="Calibri"/>
                <a:cs typeface="Calibri"/>
              </a:rPr>
              <a:t> </a:t>
            </a:r>
            <a:r>
              <a:rPr sz="1500" spc="-25" dirty="0">
                <a:latin typeface="Calibri"/>
                <a:cs typeface="Calibri"/>
              </a:rPr>
              <a:t>was</a:t>
            </a:r>
            <a:endParaRPr sz="1500">
              <a:latin typeface="Calibri"/>
              <a:cs typeface="Calibri"/>
            </a:endParaRPr>
          </a:p>
          <a:p>
            <a:pPr marL="698500" lvl="1" indent="-228600">
              <a:lnSpc>
                <a:spcPct val="100000"/>
              </a:lnSpc>
              <a:spcBef>
                <a:spcPts val="145"/>
              </a:spcBef>
              <a:buFont typeface="Arial"/>
              <a:buChar char="•"/>
              <a:tabLst>
                <a:tab pos="698500" algn="l"/>
              </a:tabLst>
            </a:pPr>
            <a:r>
              <a:rPr sz="1500" dirty="0">
                <a:latin typeface="Calibri"/>
                <a:cs typeface="Calibri"/>
              </a:rPr>
              <a:t>Then</a:t>
            </a:r>
            <a:r>
              <a:rPr sz="1500" spc="14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we</a:t>
            </a:r>
            <a:r>
              <a:rPr sz="1500" spc="114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would</a:t>
            </a:r>
            <a:r>
              <a:rPr sz="1500" spc="12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need</a:t>
            </a:r>
            <a:r>
              <a:rPr sz="1500" spc="135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to</a:t>
            </a:r>
            <a:r>
              <a:rPr sz="1500" spc="13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transform</a:t>
            </a:r>
            <a:r>
              <a:rPr sz="1500" spc="14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that</a:t>
            </a:r>
            <a:r>
              <a:rPr sz="1500" spc="160" dirty="0">
                <a:latin typeface="Calibri"/>
                <a:cs typeface="Calibri"/>
              </a:rPr>
              <a:t> </a:t>
            </a:r>
            <a:r>
              <a:rPr sz="1500" dirty="0">
                <a:latin typeface="Calibri"/>
                <a:cs typeface="Calibri"/>
              </a:rPr>
              <a:t>into</a:t>
            </a:r>
            <a:r>
              <a:rPr sz="1500" spc="140" dirty="0">
                <a:latin typeface="Calibri"/>
                <a:cs typeface="Calibri"/>
              </a:rPr>
              <a:t> </a:t>
            </a:r>
            <a:r>
              <a:rPr sz="1500" spc="-10" dirty="0">
                <a:latin typeface="Calibri"/>
                <a:cs typeface="Calibri"/>
              </a:rPr>
              <a:t>binary</a:t>
            </a:r>
            <a:endParaRPr sz="15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02129" y="1214374"/>
            <a:ext cx="6019800" cy="179070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8298" y="1230107"/>
            <a:ext cx="1780786" cy="1785648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089083" y="1216710"/>
            <a:ext cx="1915896" cy="1915871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1152550" y="853185"/>
            <a:ext cx="628904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879600" algn="l"/>
                <a:tab pos="4144645" algn="l"/>
                <a:tab pos="6012180" algn="l"/>
              </a:tabLst>
            </a:pPr>
            <a:r>
              <a:rPr sz="1800" spc="-25" dirty="0">
                <a:latin typeface="Calibri"/>
                <a:cs typeface="Calibri"/>
              </a:rPr>
              <a:t>N1</a:t>
            </a:r>
            <a:r>
              <a:rPr sz="1800" dirty="0">
                <a:latin typeface="Calibri"/>
                <a:cs typeface="Calibri"/>
              </a:rPr>
              <a:t>	</a:t>
            </a:r>
            <a:r>
              <a:rPr sz="2700" spc="-37" baseline="3086" dirty="0">
                <a:latin typeface="Calibri"/>
                <a:cs typeface="Calibri"/>
              </a:rPr>
              <a:t>N2</a:t>
            </a:r>
            <a:r>
              <a:rPr sz="2700" baseline="3086" dirty="0">
                <a:latin typeface="Calibri"/>
                <a:cs typeface="Calibri"/>
              </a:rPr>
              <a:t>	</a:t>
            </a:r>
            <a:r>
              <a:rPr sz="1800" spc="-25" dirty="0">
                <a:latin typeface="Calibri"/>
                <a:cs typeface="Calibri"/>
              </a:rPr>
              <a:t>N3</a:t>
            </a:r>
            <a:r>
              <a:rPr sz="1800" dirty="0">
                <a:latin typeface="Calibri"/>
                <a:cs typeface="Calibri"/>
              </a:rPr>
              <a:t>	</a:t>
            </a:r>
            <a:r>
              <a:rPr sz="2700" spc="-37" baseline="3086" dirty="0">
                <a:latin typeface="Calibri"/>
                <a:cs typeface="Calibri"/>
              </a:rPr>
              <a:t>N4</a:t>
            </a:r>
            <a:endParaRPr sz="2700" baseline="3086">
              <a:latin typeface="Calibri"/>
              <a:cs typeface="Calibri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8829929" y="1954276"/>
            <a:ext cx="812800" cy="197485"/>
            <a:chOff x="8829929" y="1954276"/>
            <a:chExt cx="812800" cy="197485"/>
          </a:xfrm>
        </p:grpSpPr>
        <p:sp>
          <p:nvSpPr>
            <p:cNvPr id="9" name="object 9"/>
            <p:cNvSpPr/>
            <p:nvPr/>
          </p:nvSpPr>
          <p:spPr>
            <a:xfrm>
              <a:off x="8836279" y="1960626"/>
              <a:ext cx="800100" cy="184785"/>
            </a:xfrm>
            <a:custGeom>
              <a:avLst/>
              <a:gdLst/>
              <a:ahLst/>
              <a:cxnLst/>
              <a:rect l="l" t="t" r="r" b="b"/>
              <a:pathLst>
                <a:path w="800100" h="184785">
                  <a:moveTo>
                    <a:pt x="707771" y="0"/>
                  </a:moveTo>
                  <a:lnTo>
                    <a:pt x="707771" y="46227"/>
                  </a:lnTo>
                  <a:lnTo>
                    <a:pt x="0" y="46227"/>
                  </a:lnTo>
                  <a:lnTo>
                    <a:pt x="0" y="138557"/>
                  </a:lnTo>
                  <a:lnTo>
                    <a:pt x="707771" y="138557"/>
                  </a:lnTo>
                  <a:lnTo>
                    <a:pt x="707771" y="184658"/>
                  </a:lnTo>
                  <a:lnTo>
                    <a:pt x="800100" y="92328"/>
                  </a:lnTo>
                  <a:lnTo>
                    <a:pt x="707771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8836279" y="1960626"/>
              <a:ext cx="800100" cy="184785"/>
            </a:xfrm>
            <a:custGeom>
              <a:avLst/>
              <a:gdLst/>
              <a:ahLst/>
              <a:cxnLst/>
              <a:rect l="l" t="t" r="r" b="b"/>
              <a:pathLst>
                <a:path w="800100" h="184785">
                  <a:moveTo>
                    <a:pt x="0" y="46227"/>
                  </a:moveTo>
                  <a:lnTo>
                    <a:pt x="707771" y="46227"/>
                  </a:lnTo>
                  <a:lnTo>
                    <a:pt x="707771" y="0"/>
                  </a:lnTo>
                  <a:lnTo>
                    <a:pt x="800100" y="92328"/>
                  </a:lnTo>
                  <a:lnTo>
                    <a:pt x="707771" y="184658"/>
                  </a:lnTo>
                  <a:lnTo>
                    <a:pt x="707771" y="138557"/>
                  </a:lnTo>
                  <a:lnTo>
                    <a:pt x="0" y="138557"/>
                  </a:lnTo>
                  <a:lnTo>
                    <a:pt x="0" y="46227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-9042" y="321386"/>
            <a:ext cx="11663680" cy="866775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12700" marR="5080">
              <a:lnSpc>
                <a:spcPts val="3130"/>
              </a:lnSpc>
              <a:spcBef>
                <a:spcPts val="500"/>
              </a:spcBef>
            </a:pPr>
            <a:r>
              <a:rPr sz="2900" spc="65" dirty="0"/>
              <a:t>Learning</a:t>
            </a:r>
            <a:r>
              <a:rPr sz="2900" spc="204" dirty="0"/>
              <a:t> </a:t>
            </a:r>
            <a:r>
              <a:rPr sz="2900" dirty="0"/>
              <a:t>how</a:t>
            </a:r>
            <a:r>
              <a:rPr sz="2900" spc="20" dirty="0"/>
              <a:t> </a:t>
            </a:r>
            <a:r>
              <a:rPr sz="2900" spc="75" dirty="0"/>
              <a:t>Artificial</a:t>
            </a:r>
            <a:r>
              <a:rPr sz="2900" spc="190" dirty="0"/>
              <a:t> </a:t>
            </a:r>
            <a:r>
              <a:rPr sz="2900" spc="50" dirty="0"/>
              <a:t>Neural</a:t>
            </a:r>
            <a:r>
              <a:rPr sz="2900" spc="210" dirty="0"/>
              <a:t> </a:t>
            </a:r>
            <a:r>
              <a:rPr sz="2900" dirty="0"/>
              <a:t>Networks</a:t>
            </a:r>
            <a:r>
              <a:rPr sz="2900" spc="195" dirty="0"/>
              <a:t> </a:t>
            </a:r>
            <a:r>
              <a:rPr sz="2900" dirty="0"/>
              <a:t>Learn</a:t>
            </a:r>
            <a:r>
              <a:rPr sz="2900" spc="190" dirty="0"/>
              <a:t> </a:t>
            </a:r>
            <a:r>
              <a:rPr sz="2900" spc="50" dirty="0"/>
              <a:t>with</a:t>
            </a:r>
            <a:r>
              <a:rPr sz="2900" spc="155" dirty="0"/>
              <a:t> </a:t>
            </a:r>
            <a:r>
              <a:rPr sz="2900" dirty="0"/>
              <a:t>your</a:t>
            </a:r>
            <a:r>
              <a:rPr sz="2900" spc="185" dirty="0"/>
              <a:t> </a:t>
            </a:r>
            <a:r>
              <a:rPr sz="2900" spc="110" dirty="0"/>
              <a:t>Biological</a:t>
            </a:r>
            <a:r>
              <a:rPr sz="2900" spc="175" dirty="0"/>
              <a:t> </a:t>
            </a:r>
            <a:r>
              <a:rPr sz="2900" spc="40" dirty="0"/>
              <a:t>Neural </a:t>
            </a:r>
            <a:r>
              <a:rPr sz="2900" spc="-10" dirty="0"/>
              <a:t>network</a:t>
            </a:r>
            <a:endParaRPr sz="2900"/>
          </a:p>
        </p:txBody>
      </p:sp>
      <p:sp>
        <p:nvSpPr>
          <p:cNvPr id="3" name="object 3"/>
          <p:cNvSpPr txBox="1"/>
          <p:nvPr/>
        </p:nvSpPr>
        <p:spPr>
          <a:xfrm>
            <a:off x="1204366" y="1334488"/>
            <a:ext cx="9429750" cy="290322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z="2800" spc="-10" dirty="0">
                <a:latin typeface="Calibri"/>
                <a:cs typeface="Calibri"/>
              </a:rPr>
              <a:t>We</a:t>
            </a:r>
            <a:r>
              <a:rPr sz="2800" spc="130" dirty="0">
                <a:latin typeface="Calibri"/>
                <a:cs typeface="Calibri"/>
              </a:rPr>
              <a:t> </a:t>
            </a:r>
            <a:r>
              <a:rPr sz="2800" spc="125" dirty="0">
                <a:latin typeface="Calibri"/>
                <a:cs typeface="Calibri"/>
              </a:rPr>
              <a:t>will</a:t>
            </a:r>
            <a:r>
              <a:rPr sz="2800" spc="13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use</a:t>
            </a:r>
            <a:r>
              <a:rPr sz="2800" spc="15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140" dirty="0">
                <a:latin typeface="Calibri"/>
                <a:cs typeface="Calibri"/>
              </a:rPr>
              <a:t> </a:t>
            </a:r>
            <a:r>
              <a:rPr sz="2800" spc="75" dirty="0">
                <a:latin typeface="Calibri"/>
                <a:cs typeface="Calibri"/>
              </a:rPr>
              <a:t>MNIST</a:t>
            </a:r>
            <a:r>
              <a:rPr sz="2800" spc="3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Data</a:t>
            </a:r>
            <a:r>
              <a:rPr sz="2800" spc="135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set</a:t>
            </a:r>
            <a:endParaRPr sz="28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34"/>
              </a:spcBef>
              <a:buClr>
                <a:srgbClr val="000000"/>
              </a:buClr>
              <a:buFont typeface="Arial"/>
              <a:buChar char="•"/>
              <a:tabLst>
                <a:tab pos="696595" algn="l"/>
              </a:tabLst>
            </a:pPr>
            <a:r>
              <a:rPr sz="24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http://yann.lecun.com/exdb/mnist/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Two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parts</a:t>
            </a:r>
            <a:endParaRPr sz="2400">
              <a:latin typeface="Calibri"/>
              <a:cs typeface="Calibri"/>
            </a:endParaRPr>
          </a:p>
          <a:p>
            <a:pPr marL="1155065" lvl="2" indent="-228600">
              <a:lnSpc>
                <a:spcPct val="100000"/>
              </a:lnSpc>
              <a:spcBef>
                <a:spcPts val="28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spc="55" dirty="0">
                <a:latin typeface="Calibri"/>
                <a:cs typeface="Calibri"/>
              </a:rPr>
              <a:t>60,000</a:t>
            </a:r>
            <a:r>
              <a:rPr sz="2000" spc="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Training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spc="50" dirty="0">
                <a:latin typeface="Calibri"/>
                <a:cs typeface="Calibri"/>
              </a:rPr>
              <a:t>images</a:t>
            </a:r>
            <a:r>
              <a:rPr sz="2000" spc="11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(28</a:t>
            </a:r>
            <a:r>
              <a:rPr sz="2000" spc="145" dirty="0">
                <a:latin typeface="Calibri"/>
                <a:cs typeface="Calibri"/>
              </a:rPr>
              <a:t> </a:t>
            </a:r>
            <a:r>
              <a:rPr sz="2000" spc="160" dirty="0">
                <a:latin typeface="Calibri"/>
                <a:cs typeface="Calibri"/>
              </a:rPr>
              <a:t>x</a:t>
            </a:r>
            <a:r>
              <a:rPr sz="2000" spc="75" dirty="0">
                <a:latin typeface="Calibri"/>
                <a:cs typeface="Calibri"/>
              </a:rPr>
              <a:t> </a:t>
            </a:r>
            <a:r>
              <a:rPr sz="2000" spc="70" dirty="0">
                <a:latin typeface="Calibri"/>
                <a:cs typeface="Calibri"/>
              </a:rPr>
              <a:t>28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spc="45" dirty="0">
                <a:latin typeface="Calibri"/>
                <a:cs typeface="Calibri"/>
              </a:rPr>
              <a:t>pixels,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greyscale)</a:t>
            </a:r>
            <a:endParaRPr sz="2000">
              <a:latin typeface="Calibri"/>
              <a:cs typeface="Calibri"/>
            </a:endParaRPr>
          </a:p>
          <a:p>
            <a:pPr marL="1155065" marR="5080" lvl="2" indent="-228600">
              <a:lnSpc>
                <a:spcPts val="2160"/>
              </a:lnSpc>
              <a:spcBef>
                <a:spcPts val="54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dirty="0">
                <a:latin typeface="Calibri"/>
                <a:cs typeface="Calibri"/>
              </a:rPr>
              <a:t>They</a:t>
            </a:r>
            <a:r>
              <a:rPr sz="2000" spc="1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were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scanned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spc="45" dirty="0">
                <a:latin typeface="Calibri"/>
                <a:cs typeface="Calibri"/>
              </a:rPr>
              <a:t>samples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from</a:t>
            </a:r>
            <a:r>
              <a:rPr sz="2000" spc="190" dirty="0">
                <a:latin typeface="Calibri"/>
                <a:cs typeface="Calibri"/>
              </a:rPr>
              <a:t> </a:t>
            </a:r>
            <a:r>
              <a:rPr sz="2000" spc="60" dirty="0">
                <a:latin typeface="Calibri"/>
                <a:cs typeface="Calibri"/>
              </a:rPr>
              <a:t>&gt;200</a:t>
            </a:r>
            <a:r>
              <a:rPr sz="2000" spc="18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people, </a:t>
            </a:r>
            <a:r>
              <a:rPr sz="2000" spc="360" dirty="0">
                <a:latin typeface="Calibri"/>
                <a:cs typeface="Calibri"/>
              </a:rPr>
              <a:t>½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government</a:t>
            </a:r>
            <a:r>
              <a:rPr sz="2000" spc="16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employees,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spc="310" dirty="0">
                <a:latin typeface="Calibri"/>
                <a:cs typeface="Calibri"/>
              </a:rPr>
              <a:t>½ </a:t>
            </a:r>
            <a:r>
              <a:rPr sz="2000" spc="70" dirty="0">
                <a:latin typeface="Calibri"/>
                <a:cs typeface="Calibri"/>
              </a:rPr>
              <a:t>high</a:t>
            </a:r>
            <a:r>
              <a:rPr sz="2000" spc="2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school</a:t>
            </a:r>
            <a:r>
              <a:rPr sz="2000" spc="23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students</a:t>
            </a:r>
            <a:endParaRPr sz="2000">
              <a:latin typeface="Calibri"/>
              <a:cs typeface="Calibri"/>
            </a:endParaRPr>
          </a:p>
          <a:p>
            <a:pPr marL="1155065" lvl="2" indent="-228600">
              <a:lnSpc>
                <a:spcPct val="100000"/>
              </a:lnSpc>
              <a:spcBef>
                <a:spcPts val="229"/>
              </a:spcBef>
              <a:buFont typeface="Arial"/>
              <a:buChar char="•"/>
              <a:tabLst>
                <a:tab pos="1155065" algn="l"/>
              </a:tabLst>
            </a:pPr>
            <a:r>
              <a:rPr sz="2000" spc="55" dirty="0">
                <a:latin typeface="Calibri"/>
                <a:cs typeface="Calibri"/>
              </a:rPr>
              <a:t>10,000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Test</a:t>
            </a:r>
            <a:r>
              <a:rPr sz="2000" spc="40" dirty="0">
                <a:latin typeface="Calibri"/>
                <a:cs typeface="Calibri"/>
              </a:rPr>
              <a:t> images</a:t>
            </a:r>
            <a:endParaRPr sz="2000">
              <a:latin typeface="Calibri"/>
              <a:cs typeface="Calibri"/>
            </a:endParaRPr>
          </a:p>
          <a:p>
            <a:pPr marL="1155065" lvl="2" indent="-228600">
              <a:lnSpc>
                <a:spcPct val="100000"/>
              </a:lnSpc>
              <a:spcBef>
                <a:spcPts val="250"/>
              </a:spcBef>
              <a:buFont typeface="Arial"/>
              <a:buChar char="•"/>
              <a:tabLst>
                <a:tab pos="1155065" algn="l"/>
              </a:tabLst>
            </a:pPr>
            <a:r>
              <a:rPr sz="2000" dirty="0">
                <a:latin typeface="Calibri"/>
                <a:cs typeface="Calibri"/>
              </a:rPr>
              <a:t>These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test</a:t>
            </a:r>
            <a:r>
              <a:rPr sz="2000" spc="17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data</a:t>
            </a:r>
            <a:r>
              <a:rPr sz="2000" spc="18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were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collected</a:t>
            </a:r>
            <a:r>
              <a:rPr sz="2000" spc="19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from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different</a:t>
            </a:r>
            <a:r>
              <a:rPr sz="2000" spc="17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people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95" dirty="0"/>
              <a:t> </a:t>
            </a:r>
            <a:r>
              <a:rPr dirty="0"/>
              <a:t>to</a:t>
            </a:r>
            <a:r>
              <a:rPr spc="175" dirty="0"/>
              <a:t> </a:t>
            </a:r>
            <a:r>
              <a:rPr dirty="0"/>
              <a:t>train</a:t>
            </a:r>
            <a:r>
              <a:rPr spc="145" dirty="0"/>
              <a:t> </a:t>
            </a:r>
            <a:r>
              <a:rPr dirty="0"/>
              <a:t>your</a:t>
            </a:r>
            <a:r>
              <a:rPr spc="180" dirty="0"/>
              <a:t> </a:t>
            </a:r>
            <a:r>
              <a:rPr spc="85" dirty="0"/>
              <a:t>artificial</a:t>
            </a:r>
            <a:r>
              <a:rPr spc="175" dirty="0"/>
              <a:t> </a:t>
            </a:r>
            <a:r>
              <a:rPr spc="55" dirty="0"/>
              <a:t>neural</a:t>
            </a:r>
            <a:r>
              <a:rPr spc="175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239395" marR="5080" indent="-227329">
              <a:lnSpc>
                <a:spcPts val="3020"/>
              </a:lnSpc>
              <a:spcBef>
                <a:spcPts val="480"/>
              </a:spcBef>
              <a:buFont typeface="Arial"/>
              <a:buChar char="•"/>
              <a:tabLst>
                <a:tab pos="240665" algn="l"/>
              </a:tabLst>
            </a:pPr>
            <a:r>
              <a:rPr dirty="0"/>
              <a:t>Use</a:t>
            </a:r>
            <a:r>
              <a:rPr spc="190" dirty="0"/>
              <a:t> </a:t>
            </a:r>
            <a:r>
              <a:rPr spc="215" dirty="0"/>
              <a:t>x</a:t>
            </a:r>
            <a:r>
              <a:rPr spc="114" dirty="0"/>
              <a:t> </a:t>
            </a:r>
            <a:r>
              <a:rPr spc="60" dirty="0"/>
              <a:t>as</a:t>
            </a:r>
            <a:r>
              <a:rPr spc="195" dirty="0"/>
              <a:t> </a:t>
            </a:r>
            <a:r>
              <a:rPr dirty="0"/>
              <a:t>the</a:t>
            </a:r>
            <a:r>
              <a:rPr spc="204" dirty="0"/>
              <a:t> </a:t>
            </a:r>
            <a:r>
              <a:rPr dirty="0"/>
              <a:t>annotation</a:t>
            </a:r>
            <a:r>
              <a:rPr spc="229" dirty="0"/>
              <a:t> </a:t>
            </a:r>
            <a:r>
              <a:rPr dirty="0"/>
              <a:t>for</a:t>
            </a:r>
            <a:r>
              <a:rPr spc="195" dirty="0"/>
              <a:t> </a:t>
            </a:r>
            <a:r>
              <a:rPr dirty="0"/>
              <a:t>the</a:t>
            </a:r>
            <a:r>
              <a:rPr spc="225" dirty="0"/>
              <a:t> </a:t>
            </a:r>
            <a:r>
              <a:rPr dirty="0"/>
              <a:t>input</a:t>
            </a:r>
            <a:r>
              <a:rPr spc="220" dirty="0"/>
              <a:t> </a:t>
            </a:r>
            <a:r>
              <a:rPr dirty="0"/>
              <a:t>data</a:t>
            </a:r>
            <a:r>
              <a:rPr spc="170" dirty="0"/>
              <a:t> </a:t>
            </a:r>
            <a:r>
              <a:rPr spc="-30" dirty="0"/>
              <a:t>vector,</a:t>
            </a:r>
            <a:r>
              <a:rPr spc="-20" dirty="0"/>
              <a:t> </a:t>
            </a:r>
            <a:r>
              <a:rPr dirty="0"/>
              <a:t>a</a:t>
            </a:r>
            <a:r>
              <a:rPr spc="195" dirty="0"/>
              <a:t> </a:t>
            </a:r>
            <a:r>
              <a:rPr spc="85" dirty="0"/>
              <a:t>784</a:t>
            </a:r>
            <a:r>
              <a:rPr spc="204" dirty="0"/>
              <a:t> </a:t>
            </a:r>
            <a:r>
              <a:rPr spc="90" dirty="0"/>
              <a:t>long 	</a:t>
            </a:r>
            <a:r>
              <a:rPr spc="55" dirty="0"/>
              <a:t>string</a:t>
            </a:r>
            <a:r>
              <a:rPr spc="210" dirty="0"/>
              <a:t> </a:t>
            </a:r>
            <a:r>
              <a:rPr dirty="0"/>
              <a:t>of</a:t>
            </a:r>
            <a:r>
              <a:rPr spc="204" dirty="0"/>
              <a:t> </a:t>
            </a:r>
            <a:r>
              <a:rPr spc="75" dirty="0"/>
              <a:t>digits</a:t>
            </a:r>
            <a:r>
              <a:rPr spc="235" dirty="0"/>
              <a:t> </a:t>
            </a:r>
            <a:r>
              <a:rPr dirty="0"/>
              <a:t>between</a:t>
            </a:r>
            <a:r>
              <a:rPr spc="260" dirty="0"/>
              <a:t> </a:t>
            </a:r>
            <a:r>
              <a:rPr spc="85" dirty="0"/>
              <a:t>0</a:t>
            </a:r>
            <a:r>
              <a:rPr spc="210" dirty="0"/>
              <a:t> </a:t>
            </a:r>
            <a:r>
              <a:rPr dirty="0"/>
              <a:t>and</a:t>
            </a:r>
            <a:r>
              <a:rPr spc="220" dirty="0"/>
              <a:t> </a:t>
            </a:r>
            <a:r>
              <a:rPr spc="85" dirty="0"/>
              <a:t>1</a:t>
            </a:r>
            <a:r>
              <a:rPr spc="210" dirty="0"/>
              <a:t> </a:t>
            </a:r>
            <a:r>
              <a:rPr dirty="0"/>
              <a:t>representing</a:t>
            </a:r>
            <a:r>
              <a:rPr spc="270" dirty="0"/>
              <a:t> </a:t>
            </a:r>
            <a:r>
              <a:rPr dirty="0"/>
              <a:t>the</a:t>
            </a:r>
            <a:r>
              <a:rPr spc="215" dirty="0"/>
              <a:t> </a:t>
            </a:r>
            <a:r>
              <a:rPr spc="45" dirty="0"/>
              <a:t>greyscale 	</a:t>
            </a:r>
            <a:r>
              <a:rPr spc="-10" dirty="0"/>
              <a:t>values.</a:t>
            </a:r>
          </a:p>
          <a:p>
            <a:pPr marL="240029" indent="-227329">
              <a:lnSpc>
                <a:spcPct val="100000"/>
              </a:lnSpc>
              <a:spcBef>
                <a:spcPts val="635"/>
              </a:spcBef>
              <a:buFont typeface="Arial"/>
              <a:buChar char="•"/>
              <a:tabLst>
                <a:tab pos="240029" algn="l"/>
              </a:tabLst>
            </a:pPr>
            <a:r>
              <a:rPr spc="80" dirty="0"/>
              <a:t>The</a:t>
            </a:r>
            <a:r>
              <a:rPr spc="200" dirty="0"/>
              <a:t> </a:t>
            </a:r>
            <a:r>
              <a:rPr dirty="0"/>
              <a:t>output</a:t>
            </a:r>
            <a:r>
              <a:rPr spc="185" dirty="0"/>
              <a:t> </a:t>
            </a:r>
            <a:r>
              <a:rPr spc="85" dirty="0"/>
              <a:t>is</a:t>
            </a:r>
            <a:r>
              <a:rPr spc="175" dirty="0"/>
              <a:t> </a:t>
            </a:r>
            <a:r>
              <a:rPr dirty="0"/>
              <a:t>then</a:t>
            </a:r>
            <a:r>
              <a:rPr spc="215" dirty="0"/>
              <a:t> </a:t>
            </a:r>
            <a:r>
              <a:rPr dirty="0"/>
              <a:t>a</a:t>
            </a:r>
            <a:r>
              <a:rPr spc="145" dirty="0"/>
              <a:t> </a:t>
            </a:r>
            <a:r>
              <a:rPr dirty="0"/>
              <a:t>vector</a:t>
            </a:r>
            <a:r>
              <a:rPr spc="175" dirty="0"/>
              <a:t> </a:t>
            </a:r>
            <a:r>
              <a:rPr dirty="0"/>
              <a:t>y=y(x)</a:t>
            </a:r>
            <a:r>
              <a:rPr spc="180" dirty="0"/>
              <a:t> </a:t>
            </a:r>
            <a:r>
              <a:rPr dirty="0"/>
              <a:t>with</a:t>
            </a:r>
            <a:r>
              <a:rPr spc="200" dirty="0"/>
              <a:t> </a:t>
            </a:r>
            <a:r>
              <a:rPr spc="85" dirty="0"/>
              <a:t>10</a:t>
            </a:r>
            <a:r>
              <a:rPr spc="185" dirty="0"/>
              <a:t> </a:t>
            </a:r>
            <a:r>
              <a:rPr spc="40" dirty="0"/>
              <a:t>digits.</a:t>
            </a:r>
          </a:p>
          <a:p>
            <a:pPr marL="240029" indent="-227329">
              <a:lnSpc>
                <a:spcPct val="100000"/>
              </a:lnSpc>
              <a:spcBef>
                <a:spcPts val="660"/>
              </a:spcBef>
              <a:buFont typeface="Arial"/>
              <a:buChar char="•"/>
              <a:tabLst>
                <a:tab pos="240029" algn="l"/>
              </a:tabLst>
            </a:pPr>
            <a:r>
              <a:rPr dirty="0"/>
              <a:t>As</a:t>
            </a:r>
            <a:r>
              <a:rPr spc="195" dirty="0"/>
              <a:t> </a:t>
            </a:r>
            <a:r>
              <a:rPr dirty="0"/>
              <a:t>an</a:t>
            </a:r>
            <a:r>
              <a:rPr spc="195" dirty="0"/>
              <a:t> </a:t>
            </a:r>
            <a:r>
              <a:rPr spc="-10" dirty="0"/>
              <a:t>example:</a:t>
            </a:r>
          </a:p>
          <a:p>
            <a:pPr marL="696595" lvl="1" indent="-227329">
              <a:lnSpc>
                <a:spcPct val="100000"/>
              </a:lnSpc>
              <a:spcBef>
                <a:spcPts val="235"/>
              </a:spcBef>
              <a:buFont typeface="Arial"/>
              <a:buChar char="•"/>
              <a:tabLst>
                <a:tab pos="696595" algn="l"/>
              </a:tabLst>
            </a:pPr>
            <a:r>
              <a:rPr sz="2400" spc="60" dirty="0">
                <a:latin typeface="Calibri"/>
                <a:cs typeface="Calibri"/>
              </a:rPr>
              <a:t>If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image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195" dirty="0">
                <a:latin typeface="Calibri"/>
                <a:cs typeface="Calibri"/>
              </a:rPr>
              <a:t>x</a:t>
            </a:r>
            <a:r>
              <a:rPr sz="2400" spc="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represents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30" dirty="0">
                <a:latin typeface="Calibri"/>
                <a:cs typeface="Calibri"/>
              </a:rPr>
              <a:t>1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vector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y(x)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=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(0,1,0,0,0,0,0,0,0,0)</a:t>
            </a:r>
            <a:endParaRPr sz="2400">
              <a:latin typeface="Calibri"/>
              <a:cs typeface="Calibri"/>
            </a:endParaRPr>
          </a:p>
          <a:p>
            <a:pPr marL="696595" marR="252729" lvl="1" indent="-227329">
              <a:lnSpc>
                <a:spcPts val="2590"/>
              </a:lnSpc>
              <a:spcBef>
                <a:spcPts val="535"/>
              </a:spcBef>
              <a:buFont typeface="Arial"/>
              <a:buChar char="•"/>
              <a:tabLst>
                <a:tab pos="697865" algn="l"/>
              </a:tabLst>
            </a:pPr>
            <a:r>
              <a:rPr sz="2400" dirty="0">
                <a:latin typeface="Calibri"/>
                <a:cs typeface="Calibri"/>
              </a:rPr>
              <a:t>What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need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do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develop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algorithm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let’s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find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the 	</a:t>
            </a:r>
            <a:r>
              <a:rPr sz="2400" spc="55" dirty="0">
                <a:latin typeface="Calibri"/>
                <a:cs typeface="Calibri"/>
              </a:rPr>
              <a:t>weights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biases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so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close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y(x)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given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above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25" dirty="0">
                <a:latin typeface="Calibri"/>
                <a:cs typeface="Calibri"/>
              </a:rPr>
              <a:t>as 	</a:t>
            </a:r>
            <a:r>
              <a:rPr sz="2400" spc="-10" dirty="0">
                <a:latin typeface="Calibri"/>
                <a:cs typeface="Calibri"/>
              </a:rPr>
              <a:t>possible.</a:t>
            </a:r>
            <a:endParaRPr sz="24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95" dirty="0"/>
              <a:t> </a:t>
            </a:r>
            <a:r>
              <a:rPr dirty="0"/>
              <a:t>to</a:t>
            </a:r>
            <a:r>
              <a:rPr spc="175" dirty="0"/>
              <a:t> </a:t>
            </a:r>
            <a:r>
              <a:rPr dirty="0"/>
              <a:t>train</a:t>
            </a:r>
            <a:r>
              <a:rPr spc="145" dirty="0"/>
              <a:t> </a:t>
            </a:r>
            <a:r>
              <a:rPr dirty="0"/>
              <a:t>your</a:t>
            </a:r>
            <a:r>
              <a:rPr spc="180" dirty="0"/>
              <a:t> </a:t>
            </a:r>
            <a:r>
              <a:rPr spc="85" dirty="0"/>
              <a:t>artificial</a:t>
            </a:r>
            <a:r>
              <a:rPr spc="175" dirty="0"/>
              <a:t> </a:t>
            </a:r>
            <a:r>
              <a:rPr spc="55" dirty="0"/>
              <a:t>neural</a:t>
            </a:r>
            <a:r>
              <a:rPr spc="175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pc="-10" dirty="0"/>
              <a:t>We</a:t>
            </a:r>
            <a:r>
              <a:rPr spc="120" dirty="0"/>
              <a:t> </a:t>
            </a:r>
            <a:r>
              <a:rPr dirty="0"/>
              <a:t>need</a:t>
            </a:r>
            <a:r>
              <a:rPr spc="175" dirty="0"/>
              <a:t> </a:t>
            </a:r>
            <a:r>
              <a:rPr dirty="0"/>
              <a:t>to</a:t>
            </a:r>
            <a:r>
              <a:rPr spc="135" dirty="0"/>
              <a:t> </a:t>
            </a:r>
            <a:r>
              <a:rPr spc="55" dirty="0"/>
              <a:t>figure</a:t>
            </a:r>
            <a:r>
              <a:rPr spc="140" dirty="0"/>
              <a:t> </a:t>
            </a:r>
            <a:r>
              <a:rPr dirty="0"/>
              <a:t>out</a:t>
            </a:r>
            <a:r>
              <a:rPr spc="125" dirty="0"/>
              <a:t> </a:t>
            </a:r>
            <a:r>
              <a:rPr dirty="0"/>
              <a:t>what</a:t>
            </a:r>
            <a:r>
              <a:rPr spc="150" dirty="0"/>
              <a:t> </a:t>
            </a:r>
            <a:r>
              <a:rPr dirty="0"/>
              <a:t>we</a:t>
            </a:r>
            <a:r>
              <a:rPr spc="140" dirty="0"/>
              <a:t> </a:t>
            </a:r>
            <a:r>
              <a:rPr dirty="0"/>
              <a:t>want</a:t>
            </a:r>
            <a:r>
              <a:rPr spc="155" dirty="0"/>
              <a:t> </a:t>
            </a:r>
            <a:r>
              <a:rPr dirty="0"/>
              <a:t>to</a:t>
            </a:r>
            <a:r>
              <a:rPr spc="135" dirty="0"/>
              <a:t> </a:t>
            </a:r>
            <a:r>
              <a:rPr spc="35" dirty="0"/>
              <a:t>optimize</a:t>
            </a:r>
          </a:p>
          <a:p>
            <a:pPr marL="696595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Obviously,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number</a:t>
            </a:r>
            <a:r>
              <a:rPr sz="2400" spc="2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24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images</a:t>
            </a:r>
            <a:r>
              <a:rPr sz="2400" spc="2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correctly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recognized,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duh….</a:t>
            </a:r>
            <a:endParaRPr sz="2400">
              <a:latin typeface="Calibri"/>
              <a:cs typeface="Calibri"/>
            </a:endParaRPr>
          </a:p>
          <a:p>
            <a:pPr marL="240029" indent="-227329">
              <a:lnSpc>
                <a:spcPct val="100000"/>
              </a:lnSpc>
              <a:spcBef>
                <a:spcPts val="640"/>
              </a:spcBef>
              <a:buFont typeface="Arial"/>
              <a:buChar char="•"/>
              <a:tabLst>
                <a:tab pos="240029" algn="l"/>
              </a:tabLst>
            </a:pPr>
            <a:r>
              <a:rPr dirty="0"/>
              <a:t>But</a:t>
            </a:r>
            <a:r>
              <a:rPr spc="215" dirty="0"/>
              <a:t> </a:t>
            </a:r>
            <a:r>
              <a:rPr dirty="0"/>
              <a:t>what</a:t>
            </a:r>
            <a:r>
              <a:rPr spc="245" dirty="0"/>
              <a:t> </a:t>
            </a:r>
            <a:r>
              <a:rPr spc="70" dirty="0"/>
              <a:t>if</a:t>
            </a:r>
            <a:r>
              <a:rPr spc="210" dirty="0"/>
              <a:t> </a:t>
            </a:r>
            <a:r>
              <a:rPr dirty="0"/>
              <a:t>we</a:t>
            </a:r>
            <a:r>
              <a:rPr spc="240" dirty="0"/>
              <a:t> </a:t>
            </a:r>
            <a:r>
              <a:rPr dirty="0"/>
              <a:t>used</a:t>
            </a:r>
            <a:r>
              <a:rPr spc="225" dirty="0"/>
              <a:t> </a:t>
            </a:r>
            <a:r>
              <a:rPr dirty="0"/>
              <a:t>that</a:t>
            </a:r>
            <a:r>
              <a:rPr spc="235" dirty="0"/>
              <a:t> </a:t>
            </a:r>
            <a:r>
              <a:rPr spc="60" dirty="0"/>
              <a:t>as</a:t>
            </a:r>
            <a:r>
              <a:rPr spc="210" dirty="0"/>
              <a:t> </a:t>
            </a:r>
            <a:r>
              <a:rPr dirty="0"/>
              <a:t>the</a:t>
            </a:r>
            <a:r>
              <a:rPr spc="235" dirty="0"/>
              <a:t> </a:t>
            </a:r>
            <a:r>
              <a:rPr dirty="0"/>
              <a:t>objective</a:t>
            </a:r>
            <a:r>
              <a:rPr spc="270" dirty="0"/>
              <a:t> </a:t>
            </a:r>
            <a:r>
              <a:rPr spc="-10" dirty="0"/>
              <a:t>function?</a:t>
            </a:r>
          </a:p>
          <a:p>
            <a:pPr marL="696595" lvl="1" indent="-227329">
              <a:lnSpc>
                <a:spcPct val="100000"/>
              </a:lnSpc>
              <a:spcBef>
                <a:spcPts val="23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C(w,b)=Number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correctly</a:t>
            </a:r>
            <a:r>
              <a:rPr sz="2400" spc="6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classified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images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19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Could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easily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optimize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24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this?</a:t>
            </a:r>
            <a:endParaRPr sz="2400">
              <a:latin typeface="Calibri"/>
              <a:cs typeface="Calibri"/>
            </a:endParaRPr>
          </a:p>
          <a:p>
            <a:pPr marL="696595" marR="5080" lvl="1" indent="-227329">
              <a:lnSpc>
                <a:spcPts val="2590"/>
              </a:lnSpc>
              <a:spcBef>
                <a:spcPts val="540"/>
              </a:spcBef>
              <a:buFont typeface="Arial"/>
              <a:buChar char="•"/>
              <a:tabLst>
                <a:tab pos="697865" algn="l"/>
              </a:tabLst>
            </a:pPr>
            <a:r>
              <a:rPr sz="2400" dirty="0">
                <a:latin typeface="Calibri"/>
                <a:cs typeface="Calibri"/>
              </a:rPr>
              <a:t>Not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really,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this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not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smooth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function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</a:t>
            </a:r>
            <a:r>
              <a:rPr sz="2400" spc="9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(all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weights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in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the 	</a:t>
            </a:r>
            <a:r>
              <a:rPr sz="2400" dirty="0">
                <a:latin typeface="Calibri"/>
                <a:cs typeface="Calibri"/>
              </a:rPr>
              <a:t>NN)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or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(all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biases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in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NN)</a:t>
            </a:r>
            <a:endParaRPr sz="24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How</a:t>
            </a:r>
            <a:r>
              <a:rPr spc="95" dirty="0"/>
              <a:t> </a:t>
            </a:r>
            <a:r>
              <a:rPr dirty="0"/>
              <a:t>to</a:t>
            </a:r>
            <a:r>
              <a:rPr spc="175" dirty="0"/>
              <a:t> </a:t>
            </a:r>
            <a:r>
              <a:rPr dirty="0"/>
              <a:t>train</a:t>
            </a:r>
            <a:r>
              <a:rPr spc="145" dirty="0"/>
              <a:t> </a:t>
            </a:r>
            <a:r>
              <a:rPr dirty="0"/>
              <a:t>your</a:t>
            </a:r>
            <a:r>
              <a:rPr spc="180" dirty="0"/>
              <a:t> </a:t>
            </a:r>
            <a:r>
              <a:rPr spc="85" dirty="0"/>
              <a:t>artificial</a:t>
            </a:r>
            <a:r>
              <a:rPr spc="175" dirty="0"/>
              <a:t> </a:t>
            </a:r>
            <a:r>
              <a:rPr spc="55" dirty="0"/>
              <a:t>neural</a:t>
            </a:r>
            <a:r>
              <a:rPr spc="175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40029" algn="l"/>
              </a:tabLst>
            </a:pPr>
            <a:r>
              <a:rPr spc="95" dirty="0"/>
              <a:t>So</a:t>
            </a:r>
            <a:r>
              <a:rPr spc="155" dirty="0"/>
              <a:t> </a:t>
            </a:r>
            <a:r>
              <a:rPr dirty="0"/>
              <a:t>what</a:t>
            </a:r>
            <a:r>
              <a:rPr spc="190" dirty="0"/>
              <a:t> </a:t>
            </a:r>
            <a:r>
              <a:rPr spc="70" dirty="0"/>
              <a:t>if</a:t>
            </a:r>
            <a:r>
              <a:rPr spc="160" dirty="0"/>
              <a:t> </a:t>
            </a:r>
            <a:r>
              <a:rPr dirty="0"/>
              <a:t>we</a:t>
            </a:r>
            <a:r>
              <a:rPr spc="175" dirty="0"/>
              <a:t> </a:t>
            </a:r>
            <a:r>
              <a:rPr dirty="0"/>
              <a:t>defined</a:t>
            </a:r>
            <a:r>
              <a:rPr spc="225" dirty="0"/>
              <a:t> </a:t>
            </a:r>
            <a:r>
              <a:rPr dirty="0"/>
              <a:t>another</a:t>
            </a:r>
            <a:r>
              <a:rPr spc="5" dirty="0"/>
              <a:t> </a:t>
            </a:r>
            <a:r>
              <a:rPr spc="-25" dirty="0"/>
              <a:t>‘cost</a:t>
            </a:r>
            <a:r>
              <a:rPr spc="155" dirty="0"/>
              <a:t> </a:t>
            </a:r>
            <a:r>
              <a:rPr spc="-10" dirty="0"/>
              <a:t>function’?</a:t>
            </a:r>
          </a:p>
          <a:p>
            <a:pPr marL="696595" lvl="1" indent="-227329">
              <a:lnSpc>
                <a:spcPct val="100000"/>
              </a:lnSpc>
              <a:spcBef>
                <a:spcPts val="234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C(w,b)=Number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correctly</a:t>
            </a:r>
            <a:r>
              <a:rPr sz="2400" spc="6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classified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images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Could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easily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optimize</a:t>
            </a:r>
            <a:r>
              <a:rPr sz="2400" spc="25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24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this?</a:t>
            </a:r>
            <a:endParaRPr sz="2400">
              <a:latin typeface="Calibri"/>
              <a:cs typeface="Calibri"/>
            </a:endParaRPr>
          </a:p>
          <a:p>
            <a:pPr marL="696595" lvl="1" indent="-227329">
              <a:lnSpc>
                <a:spcPts val="2740"/>
              </a:lnSpc>
              <a:spcBef>
                <a:spcPts val="215"/>
              </a:spcBef>
              <a:buFont typeface="Arial"/>
              <a:buChar char="•"/>
              <a:tabLst>
                <a:tab pos="696595" algn="l"/>
              </a:tabLst>
            </a:pPr>
            <a:r>
              <a:rPr sz="2400" dirty="0">
                <a:latin typeface="Calibri"/>
                <a:cs typeface="Calibri"/>
              </a:rPr>
              <a:t>Not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really,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this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not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smooth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function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</a:t>
            </a:r>
            <a:r>
              <a:rPr sz="2400" spc="9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(all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weights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in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the</a:t>
            </a:r>
            <a:endParaRPr sz="2400">
              <a:latin typeface="Calibri"/>
              <a:cs typeface="Calibri"/>
            </a:endParaRPr>
          </a:p>
          <a:p>
            <a:pPr marL="697865">
              <a:lnSpc>
                <a:spcPts val="2740"/>
              </a:lnSpc>
            </a:pPr>
            <a:r>
              <a:rPr sz="2400" dirty="0"/>
              <a:t>NN)</a:t>
            </a:r>
            <a:r>
              <a:rPr sz="2400" spc="110" dirty="0"/>
              <a:t> </a:t>
            </a:r>
            <a:r>
              <a:rPr sz="2400" dirty="0"/>
              <a:t>or</a:t>
            </a:r>
            <a:r>
              <a:rPr sz="2400" spc="120" dirty="0"/>
              <a:t> </a:t>
            </a:r>
            <a:r>
              <a:rPr sz="2400" dirty="0"/>
              <a:t>b</a:t>
            </a:r>
            <a:r>
              <a:rPr sz="2400" spc="135" dirty="0"/>
              <a:t> </a:t>
            </a:r>
            <a:r>
              <a:rPr sz="2400" spc="60" dirty="0"/>
              <a:t>(all</a:t>
            </a:r>
            <a:r>
              <a:rPr sz="2400" spc="125" dirty="0"/>
              <a:t> </a:t>
            </a:r>
            <a:r>
              <a:rPr sz="2400" dirty="0"/>
              <a:t>the</a:t>
            </a:r>
            <a:r>
              <a:rPr sz="2400" spc="125" dirty="0"/>
              <a:t> </a:t>
            </a:r>
            <a:r>
              <a:rPr sz="2400" spc="50" dirty="0"/>
              <a:t>biases</a:t>
            </a:r>
            <a:r>
              <a:rPr sz="2400" spc="130" dirty="0"/>
              <a:t> </a:t>
            </a:r>
            <a:r>
              <a:rPr sz="2400" spc="60" dirty="0"/>
              <a:t>in</a:t>
            </a:r>
            <a:r>
              <a:rPr sz="2400" spc="120" dirty="0"/>
              <a:t> </a:t>
            </a:r>
            <a:r>
              <a:rPr sz="2400" dirty="0"/>
              <a:t>the</a:t>
            </a:r>
            <a:r>
              <a:rPr sz="2400" spc="130" dirty="0"/>
              <a:t> </a:t>
            </a:r>
            <a:r>
              <a:rPr sz="2400" spc="-25" dirty="0"/>
              <a:t>NN)</a:t>
            </a:r>
            <a:endParaRPr sz="240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and white math symbol&#10;&#10;AI-generated content may be incorrect.">
            <a:extLst>
              <a:ext uri="{FF2B5EF4-FFF2-40B4-BE49-F238E27FC236}">
                <a16:creationId xmlns:a16="http://schemas.microsoft.com/office/drawing/2014/main" id="{49E168A7-7537-A9F4-7DB1-22442B006F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9000" y="914400"/>
            <a:ext cx="3596483" cy="839179"/>
          </a:xfrm>
          <a:prstGeom prst="rect">
            <a:avLst/>
          </a:prstGeom>
        </p:spPr>
      </p:pic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Cost</a:t>
            </a:r>
            <a:r>
              <a:rPr spc="210" dirty="0"/>
              <a:t> </a:t>
            </a:r>
            <a:r>
              <a:rPr spc="60" dirty="0"/>
              <a:t>Function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1295400" y="1621155"/>
            <a:ext cx="9802495" cy="3103245"/>
          </a:xfrm>
          <a:prstGeom prst="rect">
            <a:avLst/>
          </a:prstGeom>
        </p:spPr>
        <p:txBody>
          <a:bodyPr vert="horz" wrap="square" lIns="0" tIns="38100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300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50" dirty="0">
                <a:latin typeface="Calibri"/>
                <a:cs typeface="Calibri"/>
              </a:rPr>
              <a:t>w</a:t>
            </a:r>
            <a:r>
              <a:rPr sz="2400" spc="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represents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110" dirty="0">
                <a:latin typeface="Calibri"/>
                <a:cs typeface="Calibri"/>
              </a:rPr>
              <a:t>all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weights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</a:t>
            </a:r>
            <a:r>
              <a:rPr sz="2400" spc="-1025" dirty="0">
                <a:latin typeface="Calibri"/>
                <a:cs typeface="Calibri"/>
              </a:rPr>
              <a:t>n</a:t>
            </a:r>
            <a:r>
              <a:rPr lang="en-US" sz="2625" spc="89" baseline="47619" dirty="0">
                <a:latin typeface="Cambria Math"/>
                <a:cs typeface="Cambria Math"/>
              </a:rPr>
              <a:t>𝑥</a:t>
            </a:r>
            <a:r>
              <a:rPr sz="2625" spc="562" baseline="47619" dirty="0">
                <a:latin typeface="Cambria Math"/>
                <a:cs typeface="Cambria Math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network</a:t>
            </a:r>
            <a:endParaRPr sz="2400" dirty="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04"/>
              </a:spcBef>
              <a:buFont typeface="Arial"/>
              <a:buChar char="•"/>
              <a:tabLst>
                <a:tab pos="265430" algn="l"/>
              </a:tabLst>
            </a:pPr>
            <a:r>
              <a:rPr sz="2400" dirty="0">
                <a:latin typeface="Calibri"/>
                <a:cs typeface="Calibri"/>
              </a:rPr>
              <a:t>b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represents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110" dirty="0">
                <a:latin typeface="Calibri"/>
                <a:cs typeface="Calibri"/>
              </a:rPr>
              <a:t>all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biases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in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network</a:t>
            </a:r>
            <a:endParaRPr sz="2400" dirty="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19"/>
              </a:spcBef>
              <a:buFont typeface="Arial"/>
              <a:buChar char="•"/>
              <a:tabLst>
                <a:tab pos="265430" algn="l"/>
              </a:tabLst>
            </a:pPr>
            <a:r>
              <a:rPr sz="2400" dirty="0">
                <a:latin typeface="Calibri"/>
                <a:cs typeface="Calibri"/>
              </a:rPr>
              <a:t>a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vector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when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vector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195" dirty="0">
                <a:latin typeface="Calibri"/>
                <a:cs typeface="Calibri"/>
              </a:rPr>
              <a:t>x</a:t>
            </a:r>
            <a:r>
              <a:rPr sz="2400" spc="9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input</a:t>
            </a:r>
            <a:endParaRPr sz="2400" dirty="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265430" algn="l"/>
              </a:tabLst>
            </a:pPr>
            <a:r>
              <a:rPr sz="2400" dirty="0">
                <a:latin typeface="Calibri"/>
                <a:cs typeface="Calibri"/>
              </a:rPr>
              <a:t>y(x)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desired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vector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when</a:t>
            </a:r>
            <a:r>
              <a:rPr sz="2400" spc="195" dirty="0">
                <a:latin typeface="Calibri"/>
                <a:cs typeface="Calibri"/>
              </a:rPr>
              <a:t> x</a:t>
            </a:r>
            <a:r>
              <a:rPr sz="2400" spc="114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input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vector</a:t>
            </a:r>
            <a:endParaRPr sz="2400" dirty="0">
              <a:latin typeface="Calibri"/>
              <a:cs typeface="Calibri"/>
            </a:endParaRPr>
          </a:p>
          <a:p>
            <a:pPr marL="265430" marR="30480" indent="-227329">
              <a:lnSpc>
                <a:spcPts val="2590"/>
              </a:lnSpc>
              <a:spcBef>
                <a:spcPts val="535"/>
              </a:spcBef>
              <a:buFont typeface="Arial"/>
              <a:buChar char="•"/>
              <a:tabLst>
                <a:tab pos="266700" algn="l"/>
              </a:tabLst>
            </a:pPr>
            <a:r>
              <a:rPr sz="2400" spc="-540" dirty="0">
                <a:latin typeface="Calibri"/>
                <a:cs typeface="Calibri"/>
              </a:rPr>
              <a:t>||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y-</a:t>
            </a:r>
            <a:r>
              <a:rPr sz="2400" spc="-350" dirty="0">
                <a:latin typeface="Calibri"/>
                <a:cs typeface="Calibri"/>
              </a:rPr>
              <a:t>a||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just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magnitude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difference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between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what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want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and 	</a:t>
            </a:r>
            <a:r>
              <a:rPr sz="2400" dirty="0">
                <a:latin typeface="Calibri"/>
                <a:cs typeface="Calibri"/>
              </a:rPr>
              <a:t>what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have.</a:t>
            </a:r>
            <a:endParaRPr sz="2400" dirty="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180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10" dirty="0">
                <a:latin typeface="Calibri"/>
                <a:cs typeface="Calibri"/>
              </a:rPr>
              <a:t>Essentially,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spc="10" dirty="0">
                <a:latin typeface="Calibri"/>
                <a:cs typeface="Calibri"/>
              </a:rPr>
              <a:t>we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10" dirty="0">
                <a:latin typeface="Calibri"/>
                <a:cs typeface="Calibri"/>
              </a:rPr>
              <a:t>take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10" dirty="0">
                <a:latin typeface="Calibri"/>
                <a:cs typeface="Calibri"/>
              </a:rPr>
              <a:t>the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10" dirty="0">
                <a:latin typeface="Calibri"/>
                <a:cs typeface="Calibri"/>
              </a:rPr>
              <a:t>square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10" dirty="0">
                <a:latin typeface="Calibri"/>
                <a:cs typeface="Calibri"/>
              </a:rPr>
              <a:t>of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spc="10" dirty="0">
                <a:latin typeface="Calibri"/>
                <a:cs typeface="Calibri"/>
              </a:rPr>
              <a:t>the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error</a:t>
            </a:r>
            <a:endParaRPr sz="2400" dirty="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85" dirty="0">
                <a:latin typeface="Calibri"/>
                <a:cs typeface="Calibri"/>
              </a:rPr>
              <a:t>This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called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quadratic</a:t>
            </a:r>
            <a:r>
              <a:rPr sz="2400" spc="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cost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function,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or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mean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squared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error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(MSE)</a:t>
            </a:r>
            <a:endParaRPr sz="2400" dirty="0">
              <a:latin typeface="Calibri"/>
              <a:cs typeface="Calibri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D4C3A06-CDE8-EE3F-1CBD-4389107E9AD5}"/>
              </a:ext>
            </a:extLst>
          </p:cNvPr>
          <p:cNvGrpSpPr/>
          <p:nvPr/>
        </p:nvGrpSpPr>
        <p:grpSpPr>
          <a:xfrm>
            <a:off x="6726740" y="513560"/>
            <a:ext cx="1921320" cy="599400"/>
            <a:chOff x="6726740" y="513560"/>
            <a:chExt cx="1921320" cy="599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A73E6732-B6B9-D52E-CAD7-6B3161391D81}"/>
                    </a:ext>
                  </a:extLst>
                </p14:cNvPr>
                <p14:cNvContentPartPr/>
                <p14:nvPr/>
              </p14:nvContentPartPr>
              <p14:xfrm>
                <a:off x="6726740" y="718760"/>
                <a:ext cx="365760" cy="394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A73E6732-B6B9-D52E-CAD7-6B3161391D81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709100" y="700760"/>
                  <a:ext cx="401400" cy="42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B770CC8B-3C26-440E-ED48-49D7985E248D}"/>
                    </a:ext>
                  </a:extLst>
                </p14:cNvPr>
                <p14:cNvContentPartPr/>
                <p14:nvPr/>
              </p14:nvContentPartPr>
              <p14:xfrm>
                <a:off x="6966860" y="647480"/>
                <a:ext cx="168480" cy="2088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B770CC8B-3C26-440E-ED48-49D7985E248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949220" y="629840"/>
                  <a:ext cx="20412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98CF573-FD3A-A39C-B53C-476F7D505D6B}"/>
                    </a:ext>
                  </a:extLst>
                </p14:cNvPr>
                <p14:cNvContentPartPr/>
                <p14:nvPr/>
              </p14:nvContentPartPr>
              <p14:xfrm>
                <a:off x="7292660" y="670160"/>
                <a:ext cx="209880" cy="1422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98CF573-FD3A-A39C-B53C-476F7D505D6B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275020" y="652160"/>
                  <a:ext cx="24552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57FA8242-A907-8B1F-20AE-E66CB1E1E95A}"/>
                    </a:ext>
                  </a:extLst>
                </p14:cNvPr>
                <p14:cNvContentPartPr/>
                <p14:nvPr/>
              </p14:nvContentPartPr>
              <p14:xfrm>
                <a:off x="7574540" y="660440"/>
                <a:ext cx="135720" cy="1004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57FA8242-A907-8B1F-20AE-E66CB1E1E95A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556540" y="642800"/>
                  <a:ext cx="17136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2C04A5D-6B21-8B14-27DC-43E2D5033D45}"/>
                    </a:ext>
                  </a:extLst>
                </p14:cNvPr>
                <p14:cNvContentPartPr/>
                <p14:nvPr/>
              </p14:nvContentPartPr>
              <p14:xfrm>
                <a:off x="7830140" y="616160"/>
                <a:ext cx="84960" cy="1548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2C04A5D-6B21-8B14-27DC-43E2D5033D4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812500" y="598160"/>
                  <a:ext cx="12060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266D16F-C296-78BA-7E25-D705163675FA}"/>
                    </a:ext>
                  </a:extLst>
                </p14:cNvPr>
                <p14:cNvContentPartPr/>
                <p14:nvPr/>
              </p14:nvContentPartPr>
              <p14:xfrm>
                <a:off x="8053340" y="587000"/>
                <a:ext cx="229680" cy="1544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266D16F-C296-78BA-7E25-D705163675FA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035340" y="569000"/>
                  <a:ext cx="26532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1B51392-A6F8-3F73-E942-DF71D02F6702}"/>
                    </a:ext>
                  </a:extLst>
                </p14:cNvPr>
                <p14:cNvContentPartPr/>
                <p14:nvPr/>
              </p14:nvContentPartPr>
              <p14:xfrm>
                <a:off x="8344940" y="571160"/>
                <a:ext cx="170640" cy="1170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1B51392-A6F8-3F73-E942-DF71D02F6702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327300" y="553520"/>
                  <a:ext cx="20628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3B39D41-660B-5894-993E-AFC26E913CD8}"/>
                    </a:ext>
                  </a:extLst>
                </p14:cNvPr>
                <p14:cNvContentPartPr/>
                <p14:nvPr/>
              </p14:nvContentPartPr>
              <p14:xfrm>
                <a:off x="8540780" y="513560"/>
                <a:ext cx="107280" cy="1346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3B39D41-660B-5894-993E-AFC26E913CD8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523140" y="495560"/>
                  <a:ext cx="142920" cy="17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4DE54415-0EE7-C4ED-D645-4659809070F7}"/>
              </a:ext>
            </a:extLst>
          </p:cNvPr>
          <p:cNvGrpSpPr/>
          <p:nvPr/>
        </p:nvGrpSpPr>
        <p:grpSpPr>
          <a:xfrm>
            <a:off x="5952380" y="535520"/>
            <a:ext cx="177840" cy="470880"/>
            <a:chOff x="5952380" y="535520"/>
            <a:chExt cx="177840" cy="47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F92028D-D509-0169-C55C-2CDF90960F8A}"/>
                    </a:ext>
                  </a:extLst>
                </p14:cNvPr>
                <p14:cNvContentPartPr/>
                <p14:nvPr/>
              </p14:nvContentPartPr>
              <p14:xfrm>
                <a:off x="6013940" y="535520"/>
                <a:ext cx="52560" cy="4708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F92028D-D509-0169-C55C-2CDF90960F8A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995940" y="517880"/>
                  <a:ext cx="88200" cy="50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F65F049-2A7F-7A91-A4D0-90294204837D}"/>
                    </a:ext>
                  </a:extLst>
                </p14:cNvPr>
                <p14:cNvContentPartPr/>
                <p14:nvPr/>
              </p14:nvContentPartPr>
              <p14:xfrm>
                <a:off x="5952380" y="551360"/>
                <a:ext cx="177840" cy="1130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F65F049-2A7F-7A91-A4D0-90294204837D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934380" y="533720"/>
                  <a:ext cx="213480" cy="148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9CFD62F-3899-BC17-C15A-BB158263A8F5}"/>
              </a:ext>
            </a:extLst>
          </p:cNvPr>
          <p:cNvGrpSpPr/>
          <p:nvPr/>
        </p:nvGrpSpPr>
        <p:grpSpPr>
          <a:xfrm>
            <a:off x="6098540" y="88040"/>
            <a:ext cx="849600" cy="302040"/>
            <a:chOff x="6098540" y="88040"/>
            <a:chExt cx="849600" cy="30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ABAF964-8913-B504-2005-3B5414CA9B0C}"/>
                    </a:ext>
                  </a:extLst>
                </p14:cNvPr>
                <p14:cNvContentPartPr/>
                <p14:nvPr/>
              </p14:nvContentPartPr>
              <p14:xfrm>
                <a:off x="6098540" y="179120"/>
                <a:ext cx="250560" cy="2109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ABAF964-8913-B504-2005-3B5414CA9B0C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6080900" y="161480"/>
                  <a:ext cx="28620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27DC2B49-1E28-03D2-2A80-0526B1F82A93}"/>
                    </a:ext>
                  </a:extLst>
                </p14:cNvPr>
                <p14:cNvContentPartPr/>
                <p14:nvPr/>
              </p14:nvContentPartPr>
              <p14:xfrm>
                <a:off x="6442340" y="132320"/>
                <a:ext cx="161640" cy="1562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27DC2B49-1E28-03D2-2A80-0526B1F82A93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6424340" y="114680"/>
                  <a:ext cx="19728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C3185CA-D7BE-AA2D-7619-3AAFE561FABE}"/>
                    </a:ext>
                  </a:extLst>
                </p14:cNvPr>
                <p14:cNvContentPartPr/>
                <p14:nvPr/>
              </p14:nvContentPartPr>
              <p14:xfrm>
                <a:off x="6664460" y="185240"/>
                <a:ext cx="118080" cy="1137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C3185CA-D7BE-AA2D-7619-3AAFE561FABE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6646820" y="167600"/>
                  <a:ext cx="15372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A3CCA1D-FB8A-50F6-ED5D-F9CFAE0DD08E}"/>
                    </a:ext>
                  </a:extLst>
                </p14:cNvPr>
                <p14:cNvContentPartPr/>
                <p14:nvPr/>
              </p14:nvContentPartPr>
              <p14:xfrm>
                <a:off x="6873620" y="88040"/>
                <a:ext cx="65520" cy="2217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A3CCA1D-FB8A-50F6-ED5D-F9CFAE0DD08E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855980" y="70400"/>
                  <a:ext cx="10116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6F9E697-BB38-353C-378E-4BEB1C6C0AC0}"/>
                    </a:ext>
                  </a:extLst>
                </p14:cNvPr>
                <p14:cNvContentPartPr/>
                <p14:nvPr/>
              </p14:nvContentPartPr>
              <p14:xfrm>
                <a:off x="6835460" y="186680"/>
                <a:ext cx="112680" cy="496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66F9E697-BB38-353C-378E-4BEB1C6C0AC0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817460" y="168680"/>
                  <a:ext cx="148320" cy="8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21DB910-9F2A-6C13-D670-D2F6823DB9A7}"/>
              </a:ext>
            </a:extLst>
          </p:cNvPr>
          <p:cNvGrpSpPr/>
          <p:nvPr/>
        </p:nvGrpSpPr>
        <p:grpSpPr>
          <a:xfrm>
            <a:off x="7273940" y="120800"/>
            <a:ext cx="407160" cy="182160"/>
            <a:chOff x="7273940" y="120800"/>
            <a:chExt cx="407160" cy="18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21EB587-8BDA-704B-DB2F-1C8AE5E7D2BD}"/>
                    </a:ext>
                  </a:extLst>
                </p14:cNvPr>
                <p14:cNvContentPartPr/>
                <p14:nvPr/>
              </p14:nvContentPartPr>
              <p14:xfrm>
                <a:off x="7311380" y="120800"/>
                <a:ext cx="47160" cy="1821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21EB587-8BDA-704B-DB2F-1C8AE5E7D2BD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293740" y="102800"/>
                  <a:ext cx="8280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14D231A-5BFD-8529-1B60-F56EC07258B4}"/>
                    </a:ext>
                  </a:extLst>
                </p14:cNvPr>
                <p14:cNvContentPartPr/>
                <p14:nvPr/>
              </p14:nvContentPartPr>
              <p14:xfrm>
                <a:off x="7273940" y="171200"/>
                <a:ext cx="258480" cy="921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14D231A-5BFD-8529-1B60-F56EC07258B4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255940" y="153200"/>
                  <a:ext cx="29412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9ED88DD-DFF2-BEAC-7900-64B7A526E328}"/>
                    </a:ext>
                  </a:extLst>
                </p14:cNvPr>
                <p14:cNvContentPartPr/>
                <p14:nvPr/>
              </p14:nvContentPartPr>
              <p14:xfrm>
                <a:off x="7625660" y="128000"/>
                <a:ext cx="55440" cy="1220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9ED88DD-DFF2-BEAC-7900-64B7A526E328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608020" y="110360"/>
                  <a:ext cx="91080" cy="15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69300BD-74F0-09C7-0DCE-23C9A5078EA2}"/>
              </a:ext>
            </a:extLst>
          </p:cNvPr>
          <p:cNvGrpSpPr/>
          <p:nvPr/>
        </p:nvGrpSpPr>
        <p:grpSpPr>
          <a:xfrm>
            <a:off x="7936700" y="58520"/>
            <a:ext cx="905400" cy="228240"/>
            <a:chOff x="7936700" y="58520"/>
            <a:chExt cx="905400" cy="22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C1E40AA-B52A-29C2-A128-A8A690626B60}"/>
                    </a:ext>
                  </a:extLst>
                </p14:cNvPr>
                <p14:cNvContentPartPr/>
                <p14:nvPr/>
              </p14:nvContentPartPr>
              <p14:xfrm>
                <a:off x="7936700" y="149960"/>
                <a:ext cx="210600" cy="1368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C1E40AA-B52A-29C2-A128-A8A690626B60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918700" y="131960"/>
                  <a:ext cx="24624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DA5D9A6D-1C38-1036-54D0-12DDAE8D105C}"/>
                    </a:ext>
                  </a:extLst>
                </p14:cNvPr>
                <p14:cNvContentPartPr/>
                <p14:nvPr/>
              </p14:nvContentPartPr>
              <p14:xfrm>
                <a:off x="8289860" y="183440"/>
                <a:ext cx="64080" cy="813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DA5D9A6D-1C38-1036-54D0-12DDAE8D105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272220" y="165440"/>
                  <a:ext cx="9972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5439EA2D-B29E-4F32-11C5-D9AD8549215C}"/>
                    </a:ext>
                  </a:extLst>
                </p14:cNvPr>
                <p14:cNvContentPartPr/>
                <p14:nvPr/>
              </p14:nvContentPartPr>
              <p14:xfrm>
                <a:off x="8452220" y="58520"/>
                <a:ext cx="84960" cy="2142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5439EA2D-B29E-4F32-11C5-D9AD8549215C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8434220" y="40880"/>
                  <a:ext cx="12060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EFE2536-0DF6-064A-8754-281B7B705F5D}"/>
                    </a:ext>
                  </a:extLst>
                </p14:cNvPr>
                <p14:cNvContentPartPr/>
                <p14:nvPr/>
              </p14:nvContentPartPr>
              <p14:xfrm>
                <a:off x="8621060" y="157160"/>
                <a:ext cx="81720" cy="1098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EFE2536-0DF6-064A-8754-281B7B705F5D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603420" y="139160"/>
                  <a:ext cx="1173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8AE5C0F-350D-30C1-7444-15B8390EF20C}"/>
                    </a:ext>
                  </a:extLst>
                </p14:cNvPr>
                <p14:cNvContentPartPr/>
                <p14:nvPr/>
              </p14:nvContentPartPr>
              <p14:xfrm>
                <a:off x="8806820" y="77960"/>
                <a:ext cx="35280" cy="2084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8AE5C0F-350D-30C1-7444-15B8390EF20C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788820" y="60320"/>
                  <a:ext cx="70920" cy="244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0ECA441-542F-32E2-CB56-2E1531FFA34E}"/>
              </a:ext>
            </a:extLst>
          </p:cNvPr>
          <p:cNvGrpSpPr/>
          <p:nvPr/>
        </p:nvGrpSpPr>
        <p:grpSpPr>
          <a:xfrm>
            <a:off x="9083300" y="121160"/>
            <a:ext cx="183240" cy="204840"/>
            <a:chOff x="9083300" y="121160"/>
            <a:chExt cx="183240" cy="204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721F2DF-3C40-5930-FD9D-4CDE0ACE261D}"/>
                    </a:ext>
                  </a:extLst>
                </p14:cNvPr>
                <p14:cNvContentPartPr/>
                <p14:nvPr/>
              </p14:nvContentPartPr>
              <p14:xfrm>
                <a:off x="9083300" y="198200"/>
                <a:ext cx="20520" cy="957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721F2DF-3C40-5930-FD9D-4CDE0ACE261D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9065300" y="180200"/>
                  <a:ext cx="5616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6B016DC-4990-277B-982C-EA820A04B29A}"/>
                    </a:ext>
                  </a:extLst>
                </p14:cNvPr>
                <p14:cNvContentPartPr/>
                <p14:nvPr/>
              </p14:nvContentPartPr>
              <p14:xfrm>
                <a:off x="9087260" y="121160"/>
                <a:ext cx="34200" cy="169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6B016DC-4990-277B-982C-EA820A04B29A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9069260" y="103520"/>
                  <a:ext cx="6984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E4290F7-868A-9839-4492-53B40DC1E04F}"/>
                    </a:ext>
                  </a:extLst>
                </p14:cNvPr>
                <p14:cNvContentPartPr/>
                <p14:nvPr/>
              </p14:nvContentPartPr>
              <p14:xfrm>
                <a:off x="9207860" y="122960"/>
                <a:ext cx="58680" cy="2030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E4290F7-868A-9839-4492-53B40DC1E04F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9189860" y="105320"/>
                  <a:ext cx="94320" cy="238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BA86E3DD-4CE4-FE2D-BE7F-0D17F0E54564}"/>
              </a:ext>
            </a:extLst>
          </p:cNvPr>
          <p:cNvGrpSpPr/>
          <p:nvPr/>
        </p:nvGrpSpPr>
        <p:grpSpPr>
          <a:xfrm>
            <a:off x="9591980" y="76520"/>
            <a:ext cx="1266120" cy="360720"/>
            <a:chOff x="9591980" y="76520"/>
            <a:chExt cx="1266120" cy="36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F5DD098-ECC5-08FB-E3F2-AAE7D14E03C3}"/>
                    </a:ext>
                  </a:extLst>
                </p14:cNvPr>
                <p14:cNvContentPartPr/>
                <p14:nvPr/>
              </p14:nvContentPartPr>
              <p14:xfrm>
                <a:off x="9606380" y="218360"/>
                <a:ext cx="14040" cy="1674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F5DD098-ECC5-08FB-E3F2-AAE7D14E03C3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9588380" y="200360"/>
                  <a:ext cx="4968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5556F2E3-165F-3627-D729-AE1E329501B4}"/>
                    </a:ext>
                  </a:extLst>
                </p14:cNvPr>
                <p14:cNvContentPartPr/>
                <p14:nvPr/>
              </p14:nvContentPartPr>
              <p14:xfrm>
                <a:off x="9591980" y="194960"/>
                <a:ext cx="82440" cy="860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5556F2E3-165F-3627-D729-AE1E329501B4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573980" y="176960"/>
                  <a:ext cx="11808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DEB53B27-2784-539C-13A9-C8D9E83667C6}"/>
                    </a:ext>
                  </a:extLst>
                </p14:cNvPr>
                <p14:cNvContentPartPr/>
                <p14:nvPr/>
              </p14:nvContentPartPr>
              <p14:xfrm>
                <a:off x="9702500" y="207200"/>
                <a:ext cx="48600" cy="601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DEB53B27-2784-539C-13A9-C8D9E83667C6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684500" y="189200"/>
                  <a:ext cx="8424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89B1BF48-8666-9B7E-E62A-87269F6FE79B}"/>
                    </a:ext>
                  </a:extLst>
                </p14:cNvPr>
                <p14:cNvContentPartPr/>
                <p14:nvPr/>
              </p14:nvContentPartPr>
              <p14:xfrm>
                <a:off x="9861980" y="180200"/>
                <a:ext cx="69120" cy="903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89B1BF48-8666-9B7E-E62A-87269F6FE79B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844340" y="162200"/>
                  <a:ext cx="10476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1679B889-E581-FCCF-2E19-548FD405092F}"/>
                    </a:ext>
                  </a:extLst>
                </p14:cNvPr>
                <p14:cNvContentPartPr/>
                <p14:nvPr/>
              </p14:nvContentPartPr>
              <p14:xfrm>
                <a:off x="10045940" y="160040"/>
                <a:ext cx="14760" cy="1234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1679B889-E581-FCCF-2E19-548FD405092F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0027940" y="142040"/>
                  <a:ext cx="504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BF25609D-786F-531D-F8AD-0509CFB8DA26}"/>
                    </a:ext>
                  </a:extLst>
                </p14:cNvPr>
                <p14:cNvContentPartPr/>
                <p14:nvPr/>
              </p14:nvContentPartPr>
              <p14:xfrm>
                <a:off x="10010660" y="118280"/>
                <a:ext cx="38160" cy="118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BF25609D-786F-531D-F8AD-0509CFB8DA26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993020" y="100640"/>
                  <a:ext cx="7380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EC22822-25D9-28CD-9C13-FBC460B0C7D5}"/>
                    </a:ext>
                  </a:extLst>
                </p14:cNvPr>
                <p14:cNvContentPartPr/>
                <p14:nvPr/>
              </p14:nvContentPartPr>
              <p14:xfrm>
                <a:off x="10154660" y="100640"/>
                <a:ext cx="254160" cy="1728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EC22822-25D9-28CD-9C13-FBC460B0C7D5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0136660" y="83000"/>
                  <a:ext cx="28980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E472F26-BD60-3663-FF1B-23678D78C08D}"/>
                    </a:ext>
                  </a:extLst>
                </p14:cNvPr>
                <p14:cNvContentPartPr/>
                <p14:nvPr/>
              </p14:nvContentPartPr>
              <p14:xfrm>
                <a:off x="10380380" y="76520"/>
                <a:ext cx="33840" cy="190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E472F26-BD60-3663-FF1B-23678D78C08D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0362380" y="58880"/>
                  <a:ext cx="6948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C18CFFD8-EE36-4FE7-B596-3F80C99AF731}"/>
                    </a:ext>
                  </a:extLst>
                </p14:cNvPr>
                <p14:cNvContentPartPr/>
                <p14:nvPr/>
              </p14:nvContentPartPr>
              <p14:xfrm>
                <a:off x="10502420" y="175160"/>
                <a:ext cx="115920" cy="766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C18CFFD8-EE36-4FE7-B596-3F80C99AF731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0484420" y="157160"/>
                  <a:ext cx="15156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1491C72-ACA2-FBC4-0A5C-C5485DDD1415}"/>
                    </a:ext>
                  </a:extLst>
                </p14:cNvPr>
                <p14:cNvContentPartPr/>
                <p14:nvPr/>
              </p14:nvContentPartPr>
              <p14:xfrm>
                <a:off x="10663340" y="147080"/>
                <a:ext cx="109080" cy="2901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1491C72-ACA2-FBC4-0A5C-C5485DDD1415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0645700" y="129080"/>
                  <a:ext cx="14472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F2A6230-2D31-936F-C3F9-458967DB32D9}"/>
                    </a:ext>
                  </a:extLst>
                </p14:cNvPr>
                <p14:cNvContentPartPr/>
                <p14:nvPr/>
              </p14:nvContentPartPr>
              <p14:xfrm>
                <a:off x="10848380" y="288920"/>
                <a:ext cx="9720" cy="32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F2A6230-2D31-936F-C3F9-458967DB32D9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0830380" y="271280"/>
                  <a:ext cx="45360" cy="3888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Cost</a:t>
            </a:r>
            <a:r>
              <a:rPr spc="210" dirty="0"/>
              <a:t> </a:t>
            </a:r>
            <a:r>
              <a:rPr spc="60" dirty="0"/>
              <a:t>Function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1348994" y="1779777"/>
            <a:ext cx="9098915" cy="1987550"/>
          </a:xfrm>
          <a:prstGeom prst="rect">
            <a:avLst/>
          </a:prstGeom>
        </p:spPr>
        <p:txBody>
          <a:bodyPr vert="horz" wrap="square" lIns="0" tIns="38100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300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85" dirty="0">
                <a:latin typeface="Calibri"/>
                <a:cs typeface="Calibri"/>
              </a:rPr>
              <a:t>C</a:t>
            </a:r>
            <a:r>
              <a:rPr sz="2400" spc="4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spc="90" dirty="0">
                <a:latin typeface="Calibri"/>
                <a:cs typeface="Calibri"/>
              </a:rPr>
              <a:t>going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positive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or</a:t>
            </a:r>
            <a:r>
              <a:rPr sz="2400" spc="65" dirty="0">
                <a:latin typeface="Calibri"/>
                <a:cs typeface="Calibri"/>
              </a:rPr>
              <a:t> </a:t>
            </a:r>
            <a:r>
              <a:rPr sz="2400" spc="155" dirty="0">
                <a:latin typeface="Calibri"/>
                <a:cs typeface="Calibri"/>
              </a:rPr>
              <a:t>z</a:t>
            </a:r>
            <a:r>
              <a:rPr sz="2400" spc="200" dirty="0">
                <a:latin typeface="Calibri"/>
                <a:cs typeface="Calibri"/>
              </a:rPr>
              <a:t>e</a:t>
            </a:r>
            <a:r>
              <a:rPr sz="2400" spc="-310" dirty="0">
                <a:latin typeface="Calibri"/>
                <a:cs typeface="Calibri"/>
              </a:rPr>
              <a:t>r</a:t>
            </a:r>
            <a:r>
              <a:rPr sz="2400" spc="200" dirty="0">
                <a:latin typeface="Calibri"/>
                <a:cs typeface="Calibri"/>
              </a:rPr>
              <a:t>o</a:t>
            </a:r>
            <a:endParaRPr sz="2400" dirty="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04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60" dirty="0">
                <a:latin typeface="Calibri"/>
                <a:cs typeface="Calibri"/>
              </a:rPr>
              <a:t>If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85" dirty="0">
                <a:latin typeface="Calibri"/>
                <a:cs typeface="Calibri"/>
              </a:rPr>
              <a:t>C</a:t>
            </a:r>
            <a:r>
              <a:rPr sz="2400" spc="3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small,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then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actual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network</a:t>
            </a:r>
            <a:r>
              <a:rPr sz="2400" spc="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outputs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close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inputs</a:t>
            </a:r>
            <a:endParaRPr sz="2400" dirty="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19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60" dirty="0">
                <a:latin typeface="Calibri"/>
                <a:cs typeface="Calibri"/>
              </a:rPr>
              <a:t>If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85" dirty="0">
                <a:latin typeface="Calibri"/>
                <a:cs typeface="Calibri"/>
              </a:rPr>
              <a:t>C</a:t>
            </a:r>
            <a:r>
              <a:rPr sz="2400" spc="7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large,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our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NN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outputting</a:t>
            </a:r>
            <a:r>
              <a:rPr sz="2400" spc="145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garbage</a:t>
            </a:r>
            <a:endParaRPr sz="2400" dirty="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15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-35" dirty="0">
                <a:latin typeface="Calibri"/>
                <a:cs typeface="Calibri"/>
              </a:rPr>
              <a:t>We</a:t>
            </a:r>
            <a:r>
              <a:rPr sz="2400" spc="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need</a:t>
            </a:r>
            <a:r>
              <a:rPr sz="2400" spc="10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</a:t>
            </a:r>
            <a:r>
              <a:rPr sz="2400" spc="10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algorithm</a:t>
            </a:r>
            <a:r>
              <a:rPr sz="2400" spc="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9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minimize</a:t>
            </a:r>
            <a:r>
              <a:rPr sz="2400" spc="85" dirty="0">
                <a:latin typeface="Calibri"/>
                <a:cs typeface="Calibri"/>
              </a:rPr>
              <a:t> C</a:t>
            </a:r>
            <a:r>
              <a:rPr sz="2400" spc="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by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tuning</a:t>
            </a:r>
            <a:r>
              <a:rPr sz="2400" spc="70" dirty="0">
                <a:latin typeface="Calibri"/>
                <a:cs typeface="Calibri"/>
              </a:rPr>
              <a:t> </a:t>
            </a:r>
            <a:r>
              <a:rPr sz="2400" spc="-85" dirty="0">
                <a:latin typeface="Calibri"/>
                <a:cs typeface="Calibri"/>
              </a:rPr>
              <a:t>w,</a:t>
            </a:r>
            <a:r>
              <a:rPr sz="2400" spc="-90" dirty="0">
                <a:latin typeface="Calibri"/>
                <a:cs typeface="Calibri"/>
              </a:rPr>
              <a:t> </a:t>
            </a:r>
            <a:r>
              <a:rPr sz="2400" spc="-60" dirty="0">
                <a:latin typeface="Calibri"/>
                <a:cs typeface="Calibri"/>
              </a:rPr>
              <a:t>b</a:t>
            </a:r>
            <a:endParaRPr sz="2400" dirty="0">
              <a:latin typeface="Calibri"/>
              <a:cs typeface="Calibri"/>
            </a:endParaRPr>
          </a:p>
          <a:p>
            <a:pPr marL="265430" indent="-227329">
              <a:lnSpc>
                <a:spcPct val="100000"/>
              </a:lnSpc>
              <a:spcBef>
                <a:spcPts val="204"/>
              </a:spcBef>
              <a:buFont typeface="Arial"/>
              <a:buChar char="•"/>
              <a:tabLst>
                <a:tab pos="265430" algn="l"/>
              </a:tabLst>
            </a:pPr>
            <a:r>
              <a:rPr sz="2400" spc="70" dirty="0">
                <a:latin typeface="Calibri"/>
                <a:cs typeface="Calibri"/>
              </a:rPr>
              <a:t>The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chosen</a:t>
            </a:r>
            <a:r>
              <a:rPr sz="2400" spc="245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algorithm</a:t>
            </a:r>
            <a:r>
              <a:rPr sz="2400" spc="21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is</a:t>
            </a:r>
            <a:r>
              <a:rPr sz="2400" spc="204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gradient</a:t>
            </a:r>
            <a:r>
              <a:rPr sz="2400" spc="20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descent</a:t>
            </a:r>
            <a:endParaRPr sz="2400" dirty="0">
              <a:latin typeface="Calibri"/>
              <a:cs typeface="Calibri"/>
            </a:endParaRPr>
          </a:p>
        </p:txBody>
      </p:sp>
      <p:pic>
        <p:nvPicPr>
          <p:cNvPr id="9" name="Picture 8" descr="A black and white math symbol&#10;&#10;AI-generated content may be incorrect.">
            <a:extLst>
              <a:ext uri="{FF2B5EF4-FFF2-40B4-BE49-F238E27FC236}">
                <a16:creationId xmlns:a16="http://schemas.microsoft.com/office/drawing/2014/main" id="{650FA1B9-9FA1-606D-8D52-36111D078B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4634" y="730450"/>
            <a:ext cx="3596483" cy="839179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Gradient</a:t>
            </a:r>
            <a:r>
              <a:rPr spc="350" dirty="0"/>
              <a:t> </a:t>
            </a:r>
            <a:r>
              <a:rPr spc="35" dirty="0"/>
              <a:t>Descent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231798" y="1149807"/>
            <a:ext cx="9711690" cy="19538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0665" indent="-227965">
              <a:lnSpc>
                <a:spcPts val="3195"/>
              </a:lnSpc>
              <a:spcBef>
                <a:spcPts val="95"/>
              </a:spcBef>
              <a:buFont typeface="Arial"/>
              <a:buChar char="•"/>
              <a:tabLst>
                <a:tab pos="240665" algn="l"/>
              </a:tabLst>
            </a:pPr>
            <a:r>
              <a:rPr sz="2800" dirty="0">
                <a:latin typeface="Calibri"/>
                <a:cs typeface="Calibri"/>
              </a:rPr>
              <a:t>Let’s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assume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we</a:t>
            </a:r>
            <a:r>
              <a:rPr sz="2800" spc="2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want</a:t>
            </a:r>
            <a:r>
              <a:rPr sz="2800" spc="2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185" dirty="0">
                <a:latin typeface="Calibri"/>
                <a:cs typeface="Calibri"/>
              </a:rPr>
              <a:t> </a:t>
            </a:r>
            <a:r>
              <a:rPr sz="2800" spc="60" dirty="0">
                <a:latin typeface="Calibri"/>
                <a:cs typeface="Calibri"/>
              </a:rPr>
              <a:t>minimize</a:t>
            </a:r>
            <a:r>
              <a:rPr sz="2800" spc="23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function</a:t>
            </a:r>
            <a:r>
              <a:rPr sz="2800" spc="21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C(v),</a:t>
            </a:r>
            <a:r>
              <a:rPr sz="2800" spc="-3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where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spc="75" dirty="0">
                <a:latin typeface="Calibri"/>
                <a:cs typeface="Calibri"/>
              </a:rPr>
              <a:t>v </a:t>
            </a:r>
            <a:r>
              <a:rPr sz="2800" spc="85" dirty="0">
                <a:latin typeface="Calibri"/>
                <a:cs typeface="Calibri"/>
              </a:rPr>
              <a:t>is</a:t>
            </a:r>
            <a:r>
              <a:rPr sz="2800" spc="180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the</a:t>
            </a:r>
            <a:endParaRPr sz="2800">
              <a:latin typeface="Calibri"/>
              <a:cs typeface="Calibri"/>
            </a:endParaRPr>
          </a:p>
          <a:p>
            <a:pPr marL="241300">
              <a:lnSpc>
                <a:spcPts val="3195"/>
              </a:lnSpc>
            </a:pPr>
            <a:r>
              <a:rPr sz="2800" dirty="0">
                <a:latin typeface="Calibri"/>
                <a:cs typeface="Calibri"/>
              </a:rPr>
              <a:t>vector</a:t>
            </a:r>
            <a:r>
              <a:rPr sz="2800" spc="17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of</a:t>
            </a:r>
            <a:r>
              <a:rPr sz="2800" spc="13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inputs.</a:t>
            </a:r>
            <a:endParaRPr sz="2800">
              <a:latin typeface="Calibri"/>
              <a:cs typeface="Calibri"/>
            </a:endParaRPr>
          </a:p>
          <a:p>
            <a:pPr marL="697230" marR="403225" lvl="1" indent="-227329">
              <a:lnSpc>
                <a:spcPts val="2590"/>
              </a:lnSpc>
              <a:spcBef>
                <a:spcPts val="560"/>
              </a:spcBef>
              <a:buFont typeface="Arial"/>
              <a:buChar char="•"/>
              <a:tabLst>
                <a:tab pos="698500" algn="l"/>
              </a:tabLst>
            </a:pPr>
            <a:r>
              <a:rPr sz="2400" spc="85" dirty="0">
                <a:latin typeface="Calibri"/>
                <a:cs typeface="Calibri"/>
              </a:rPr>
              <a:t>This</a:t>
            </a:r>
            <a:r>
              <a:rPr sz="2400" spc="1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could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85" dirty="0">
                <a:latin typeface="Calibri"/>
                <a:cs typeface="Calibri"/>
              </a:rPr>
              <a:t>single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variable,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2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v </a:t>
            </a:r>
            <a:r>
              <a:rPr sz="2400" spc="60" dirty="0">
                <a:latin typeface="Calibri"/>
                <a:cs typeface="Calibri"/>
              </a:rPr>
              <a:t>being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number,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or</a:t>
            </a:r>
            <a:r>
              <a:rPr sz="2400" spc="1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million 	</a:t>
            </a:r>
            <a:r>
              <a:rPr sz="2400" dirty="0">
                <a:latin typeface="Calibri"/>
                <a:cs typeface="Calibri"/>
              </a:rPr>
              <a:t>variables,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3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v</a:t>
            </a:r>
            <a:r>
              <a:rPr sz="2400" spc="75" dirty="0">
                <a:latin typeface="Calibri"/>
                <a:cs typeface="Calibri"/>
              </a:rPr>
              <a:t> </a:t>
            </a:r>
            <a:r>
              <a:rPr sz="2400" spc="60" dirty="0">
                <a:latin typeface="Calibri"/>
                <a:cs typeface="Calibri"/>
              </a:rPr>
              <a:t>being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vector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with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length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1,000,000.</a:t>
            </a:r>
            <a:endParaRPr sz="2400">
              <a:latin typeface="Calibri"/>
              <a:cs typeface="Calibri"/>
            </a:endParaRPr>
          </a:p>
          <a:p>
            <a:pPr marL="697230" lvl="1" indent="-227329">
              <a:lnSpc>
                <a:spcPct val="100000"/>
              </a:lnSpc>
              <a:spcBef>
                <a:spcPts val="180"/>
              </a:spcBef>
              <a:buFont typeface="Arial"/>
              <a:buChar char="•"/>
              <a:tabLst>
                <a:tab pos="697230" algn="l"/>
              </a:tabLst>
            </a:pPr>
            <a:r>
              <a:rPr sz="2400" dirty="0">
                <a:latin typeface="Calibri"/>
                <a:cs typeface="Calibri"/>
              </a:rPr>
              <a:t>For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ease</a:t>
            </a:r>
            <a:r>
              <a:rPr sz="2400" spc="1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125" dirty="0">
                <a:latin typeface="Calibri"/>
                <a:cs typeface="Calibri"/>
              </a:rPr>
              <a:t> </a:t>
            </a:r>
            <a:r>
              <a:rPr sz="2400" spc="55" dirty="0">
                <a:latin typeface="Calibri"/>
                <a:cs typeface="Calibri"/>
              </a:rPr>
              <a:t>visualization,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let’s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just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say</a:t>
            </a:r>
            <a:r>
              <a:rPr sz="2400" spc="70" dirty="0">
                <a:latin typeface="Calibri"/>
                <a:cs typeface="Calibri"/>
              </a:rPr>
              <a:t> </a:t>
            </a:r>
            <a:r>
              <a:rPr sz="2400" spc="50" dirty="0">
                <a:latin typeface="Calibri"/>
                <a:cs typeface="Calibri"/>
              </a:rPr>
              <a:t>it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has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spc="80" dirty="0">
                <a:latin typeface="Calibri"/>
                <a:cs typeface="Calibri"/>
              </a:rPr>
              <a:t>2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spc="40" dirty="0">
                <a:latin typeface="Calibri"/>
                <a:cs typeface="Calibri"/>
              </a:rPr>
              <a:t>variables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70636" y="3386277"/>
            <a:ext cx="3651590" cy="3025338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40" dirty="0"/>
              <a:t>Minimization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04976" y="1354055"/>
            <a:ext cx="7588884" cy="300545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65430" indent="-227329">
              <a:lnSpc>
                <a:spcPct val="100000"/>
              </a:lnSpc>
              <a:spcBef>
                <a:spcPts val="365"/>
              </a:spcBef>
              <a:buFont typeface="Arial"/>
              <a:buChar char="•"/>
              <a:tabLst>
                <a:tab pos="265430" algn="l"/>
              </a:tabLst>
            </a:pPr>
            <a:r>
              <a:rPr sz="2800" spc="95" dirty="0">
                <a:latin typeface="Calibri"/>
                <a:cs typeface="Calibri"/>
              </a:rPr>
              <a:t>This</a:t>
            </a:r>
            <a:r>
              <a:rPr sz="2800" spc="24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seems</a:t>
            </a:r>
            <a:r>
              <a:rPr sz="2800" spc="2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easy</a:t>
            </a:r>
            <a:r>
              <a:rPr sz="2800" spc="125" dirty="0">
                <a:latin typeface="Calibri"/>
                <a:cs typeface="Calibri"/>
              </a:rPr>
              <a:t> </a:t>
            </a:r>
            <a:r>
              <a:rPr sz="2800" spc="65" dirty="0">
                <a:latin typeface="Calibri"/>
                <a:cs typeface="Calibri"/>
              </a:rPr>
              <a:t>enough…</a:t>
            </a:r>
            <a:endParaRPr sz="2800">
              <a:latin typeface="Calibri"/>
              <a:cs typeface="Calibri"/>
            </a:endParaRPr>
          </a:p>
          <a:p>
            <a:pPr marL="722630" lvl="1" indent="-227965">
              <a:lnSpc>
                <a:spcPct val="100000"/>
              </a:lnSpc>
              <a:spcBef>
                <a:spcPts val="229"/>
              </a:spcBef>
              <a:buFont typeface="Arial"/>
              <a:buChar char="•"/>
              <a:tabLst>
                <a:tab pos="722630" algn="l"/>
              </a:tabLst>
            </a:pPr>
            <a:r>
              <a:rPr sz="2400" spc="95" dirty="0">
                <a:latin typeface="Calibri"/>
                <a:cs typeface="Calibri"/>
              </a:rPr>
              <a:t>I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can</a:t>
            </a:r>
            <a:r>
              <a:rPr sz="2400" spc="1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just</a:t>
            </a:r>
            <a:r>
              <a:rPr sz="2400" spc="1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see</a:t>
            </a:r>
            <a:r>
              <a:rPr sz="2400" spc="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it,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what’s</a:t>
            </a:r>
            <a:r>
              <a:rPr sz="2400" spc="1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85" dirty="0">
                <a:latin typeface="Calibri"/>
                <a:cs typeface="Calibri"/>
              </a:rPr>
              <a:t>big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deal?</a:t>
            </a:r>
            <a:endParaRPr sz="2400">
              <a:latin typeface="Calibri"/>
              <a:cs typeface="Calibri"/>
            </a:endParaRPr>
          </a:p>
          <a:p>
            <a:pPr marL="722630" lvl="1" indent="-227965">
              <a:lnSpc>
                <a:spcPct val="100000"/>
              </a:lnSpc>
              <a:spcBef>
                <a:spcPts val="220"/>
              </a:spcBef>
              <a:buFont typeface="Arial"/>
              <a:buChar char="•"/>
              <a:tabLst>
                <a:tab pos="722630" algn="l"/>
              </a:tabLst>
            </a:pPr>
            <a:r>
              <a:rPr sz="2400" dirty="0">
                <a:latin typeface="Calibri"/>
                <a:cs typeface="Calibri"/>
              </a:rPr>
              <a:t>Not</a:t>
            </a:r>
            <a:r>
              <a:rPr sz="2400" spc="1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so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easy</a:t>
            </a:r>
            <a:r>
              <a:rPr sz="2400" spc="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spc="70" dirty="0">
                <a:latin typeface="Calibri"/>
                <a:cs typeface="Calibri"/>
              </a:rPr>
              <a:t>10</a:t>
            </a:r>
            <a:r>
              <a:rPr sz="2400" spc="104" baseline="24305" dirty="0">
                <a:latin typeface="Calibri"/>
                <a:cs typeface="Calibri"/>
              </a:rPr>
              <a:t>6</a:t>
            </a:r>
            <a:r>
              <a:rPr sz="2400" spc="517" baseline="24305" dirty="0">
                <a:latin typeface="Calibri"/>
                <a:cs typeface="Calibri"/>
              </a:rPr>
              <a:t> </a:t>
            </a:r>
            <a:r>
              <a:rPr sz="2400" spc="40" dirty="0">
                <a:latin typeface="Calibri"/>
                <a:cs typeface="Calibri"/>
              </a:rPr>
              <a:t>variables</a:t>
            </a:r>
            <a:endParaRPr sz="2400">
              <a:latin typeface="Calibri"/>
              <a:cs typeface="Calibri"/>
            </a:endParaRPr>
          </a:p>
          <a:p>
            <a:pPr marL="722630" marR="2011680" lvl="1" indent="-227965">
              <a:lnSpc>
                <a:spcPts val="2590"/>
              </a:lnSpc>
              <a:spcBef>
                <a:spcPts val="545"/>
              </a:spcBef>
              <a:buFont typeface="Arial"/>
              <a:buChar char="•"/>
              <a:tabLst>
                <a:tab pos="723900" algn="l"/>
              </a:tabLst>
            </a:pPr>
            <a:r>
              <a:rPr sz="2400" spc="70" dirty="0">
                <a:latin typeface="Calibri"/>
                <a:cs typeface="Calibri"/>
              </a:rPr>
              <a:t>Calculus</a:t>
            </a:r>
            <a:r>
              <a:rPr sz="2400" spc="195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also</a:t>
            </a:r>
            <a:r>
              <a:rPr sz="2400" spc="2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not</a:t>
            </a:r>
            <a:r>
              <a:rPr sz="2400" spc="2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tractable</a:t>
            </a:r>
            <a:r>
              <a:rPr sz="2400" spc="2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with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40" dirty="0">
                <a:latin typeface="Calibri"/>
                <a:cs typeface="Calibri"/>
              </a:rPr>
              <a:t>huge 	</a:t>
            </a:r>
            <a:r>
              <a:rPr sz="2400" spc="45" dirty="0">
                <a:latin typeface="Calibri"/>
                <a:cs typeface="Calibri"/>
              </a:rPr>
              <a:t>dimensionalities</a:t>
            </a:r>
            <a:endParaRPr sz="2400">
              <a:latin typeface="Calibri"/>
              <a:cs typeface="Calibri"/>
            </a:endParaRPr>
          </a:p>
          <a:p>
            <a:pPr marL="722630" lvl="1" indent="-227965">
              <a:lnSpc>
                <a:spcPct val="100000"/>
              </a:lnSpc>
              <a:spcBef>
                <a:spcPts val="165"/>
              </a:spcBef>
              <a:buFont typeface="Arial"/>
              <a:buChar char="•"/>
              <a:tabLst>
                <a:tab pos="722630" algn="l"/>
              </a:tabLst>
            </a:pPr>
            <a:r>
              <a:rPr sz="2400" dirty="0">
                <a:latin typeface="Calibri"/>
                <a:cs typeface="Calibri"/>
              </a:rPr>
              <a:t>However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can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spc="90" dirty="0">
                <a:latin typeface="Calibri"/>
                <a:cs typeface="Calibri"/>
              </a:rPr>
              <a:t>still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use</a:t>
            </a:r>
            <a:r>
              <a:rPr sz="2400" spc="1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these</a:t>
            </a:r>
            <a:r>
              <a:rPr sz="2400" spc="185" dirty="0">
                <a:latin typeface="Calibri"/>
                <a:cs typeface="Calibri"/>
              </a:rPr>
              <a:t> </a:t>
            </a:r>
            <a:r>
              <a:rPr sz="2400" spc="45" dirty="0">
                <a:latin typeface="Calibri"/>
                <a:cs typeface="Calibri"/>
              </a:rPr>
              <a:t>principles</a:t>
            </a:r>
            <a:endParaRPr sz="2400">
              <a:latin typeface="Calibri"/>
              <a:cs typeface="Calibri"/>
            </a:endParaRPr>
          </a:p>
          <a:p>
            <a:pPr marL="1181100" marR="30480" lvl="2" indent="-228600">
              <a:lnSpc>
                <a:spcPts val="2160"/>
              </a:lnSpc>
              <a:spcBef>
                <a:spcPts val="565"/>
              </a:spcBef>
              <a:buFont typeface="Arial"/>
              <a:buChar char="•"/>
              <a:tabLst>
                <a:tab pos="1181100" algn="l"/>
              </a:tabLst>
            </a:pPr>
            <a:r>
              <a:rPr sz="2000" spc="55" dirty="0">
                <a:latin typeface="Calibri"/>
                <a:cs typeface="Calibri"/>
              </a:rPr>
              <a:t>Imagine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that</a:t>
            </a:r>
            <a:r>
              <a:rPr sz="2000" spc="1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we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want</a:t>
            </a:r>
            <a:r>
              <a:rPr sz="2000" spc="1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start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at</a:t>
            </a:r>
            <a:r>
              <a:rPr sz="2000" spc="1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some</a:t>
            </a:r>
            <a:r>
              <a:rPr sz="2000" spc="1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point</a:t>
            </a:r>
            <a:r>
              <a:rPr sz="2000" spc="1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here</a:t>
            </a:r>
            <a:r>
              <a:rPr sz="2000" spc="1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and</a:t>
            </a:r>
            <a:r>
              <a:rPr sz="2000" spc="155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then </a:t>
            </a:r>
            <a:r>
              <a:rPr sz="2000" spc="60" dirty="0">
                <a:latin typeface="Calibri"/>
                <a:cs typeface="Calibri"/>
              </a:rPr>
              <a:t>roll</a:t>
            </a:r>
            <a:r>
              <a:rPr sz="2000" spc="1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down</a:t>
            </a:r>
            <a:r>
              <a:rPr sz="2000" spc="1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1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bottom</a:t>
            </a:r>
            <a:r>
              <a:rPr sz="2000" spc="9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1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90" dirty="0">
                <a:latin typeface="Calibri"/>
                <a:cs typeface="Calibri"/>
              </a:rPr>
              <a:t> </a:t>
            </a:r>
            <a:r>
              <a:rPr sz="2000" spc="40" dirty="0">
                <a:latin typeface="Calibri"/>
                <a:cs typeface="Calibri"/>
              </a:rPr>
              <a:t>valley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93203" y="2031364"/>
            <a:ext cx="3847210" cy="3129661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6074F-AC7E-914D-A959-EA39C5E9EB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39" y="14986"/>
            <a:ext cx="10328275" cy="492443"/>
          </a:xfrm>
        </p:spPr>
        <p:txBody>
          <a:bodyPr/>
          <a:lstStyle/>
          <a:p>
            <a:r>
              <a:rPr lang="en-US" dirty="0"/>
              <a:t>Example gradient descent </a:t>
            </a:r>
          </a:p>
        </p:txBody>
      </p:sp>
      <p:pic>
        <p:nvPicPr>
          <p:cNvPr id="5" name="Picture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D75AA500-78A5-C021-608E-7140E649F3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2600" y="1371600"/>
            <a:ext cx="8233597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06624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5AEA9-920B-EFE9-9036-09D4D67FA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39" y="14986"/>
            <a:ext cx="10328275" cy="492443"/>
          </a:xfrm>
        </p:spPr>
        <p:txBody>
          <a:bodyPr/>
          <a:lstStyle/>
          <a:p>
            <a:r>
              <a:rPr lang="en-US" dirty="0"/>
              <a:t>Example gradient descent </a:t>
            </a:r>
          </a:p>
        </p:txBody>
      </p:sp>
      <p:pic>
        <p:nvPicPr>
          <p:cNvPr id="5" name="Picture 4" descr="A graph with a line graph&#10;&#10;AI-generated content may be incorrect.">
            <a:extLst>
              <a:ext uri="{FF2B5EF4-FFF2-40B4-BE49-F238E27FC236}">
                <a16:creationId xmlns:a16="http://schemas.microsoft.com/office/drawing/2014/main" id="{23162ADB-FAF8-5B64-F230-47336D481F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1676400"/>
            <a:ext cx="5134366" cy="3625603"/>
          </a:xfrm>
          <a:prstGeom prst="rect">
            <a:avLst/>
          </a:prstGeom>
        </p:spPr>
      </p:pic>
      <p:pic>
        <p:nvPicPr>
          <p:cNvPr id="7" name="Picture 6" descr="A graph of a path&#10;&#10;AI-generated content may be incorrect.">
            <a:extLst>
              <a:ext uri="{FF2B5EF4-FFF2-40B4-BE49-F238E27FC236}">
                <a16:creationId xmlns:a16="http://schemas.microsoft.com/office/drawing/2014/main" id="{355CC245-B793-273D-57C0-B5220821D9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000" y="1219200"/>
            <a:ext cx="5975616" cy="4892050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9C9B9A60-4C95-1A7E-1EE6-BFD184A2A0CF}"/>
              </a:ext>
            </a:extLst>
          </p:cNvPr>
          <p:cNvGrpSpPr/>
          <p:nvPr/>
        </p:nvGrpSpPr>
        <p:grpSpPr>
          <a:xfrm>
            <a:off x="2580260" y="5433320"/>
            <a:ext cx="960840" cy="260640"/>
            <a:chOff x="2580260" y="5433320"/>
            <a:chExt cx="960840" cy="26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79548933-58B0-C0E8-1A8D-063D9DC70314}"/>
                    </a:ext>
                  </a:extLst>
                </p14:cNvPr>
                <p14:cNvContentPartPr/>
                <p14:nvPr/>
              </p14:nvContentPartPr>
              <p14:xfrm>
                <a:off x="2580260" y="5525480"/>
                <a:ext cx="889560" cy="388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79548933-58B0-C0E8-1A8D-063D9DC7031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562260" y="5507480"/>
                  <a:ext cx="92520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6CC4AF0D-C903-F146-3605-A7D0F10ACB78}"/>
                    </a:ext>
                  </a:extLst>
                </p14:cNvPr>
                <p14:cNvContentPartPr/>
                <p14:nvPr/>
              </p14:nvContentPartPr>
              <p14:xfrm>
                <a:off x="3375500" y="5433320"/>
                <a:ext cx="165600" cy="2606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6CC4AF0D-C903-F146-3605-A7D0F10ACB7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357500" y="5415680"/>
                  <a:ext cx="201240" cy="29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D9337C0-F132-C0B2-8BAC-FB174E640982}"/>
              </a:ext>
            </a:extLst>
          </p:cNvPr>
          <p:cNvGrpSpPr/>
          <p:nvPr/>
        </p:nvGrpSpPr>
        <p:grpSpPr>
          <a:xfrm>
            <a:off x="2496380" y="5976920"/>
            <a:ext cx="905760" cy="286560"/>
            <a:chOff x="2496380" y="5976920"/>
            <a:chExt cx="905760" cy="28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22A36F7-4C40-F5E8-3861-3C08876044CD}"/>
                    </a:ext>
                  </a:extLst>
                </p14:cNvPr>
                <p14:cNvContentPartPr/>
                <p14:nvPr/>
              </p14:nvContentPartPr>
              <p14:xfrm>
                <a:off x="2496380" y="5976920"/>
                <a:ext cx="149400" cy="2588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22A36F7-4C40-F5E8-3861-3C08876044C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478740" y="5958920"/>
                  <a:ext cx="18504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51340CE-259A-A99A-D9C2-B603218ECFC4}"/>
                    </a:ext>
                  </a:extLst>
                </p14:cNvPr>
                <p14:cNvContentPartPr/>
                <p14:nvPr/>
              </p14:nvContentPartPr>
              <p14:xfrm>
                <a:off x="2759540" y="6006800"/>
                <a:ext cx="48240" cy="195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51340CE-259A-A99A-D9C2-B603218ECFC4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741900" y="5989160"/>
                  <a:ext cx="8388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C0E7ECAC-9E4D-5EF1-B9CF-342DED54A1BE}"/>
                    </a:ext>
                  </a:extLst>
                </p14:cNvPr>
                <p14:cNvContentPartPr/>
                <p14:nvPr/>
              </p14:nvContentPartPr>
              <p14:xfrm>
                <a:off x="2724260" y="6089600"/>
                <a:ext cx="52200" cy="676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C0E7ECAC-9E4D-5EF1-B9CF-342DED54A1B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06620" y="6071960"/>
                  <a:ext cx="8784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E3AA251-4D86-5C8A-627B-EDD61413A6CB}"/>
                    </a:ext>
                  </a:extLst>
                </p14:cNvPr>
                <p14:cNvContentPartPr/>
                <p14:nvPr/>
              </p14:nvContentPartPr>
              <p14:xfrm>
                <a:off x="2884100" y="6043880"/>
                <a:ext cx="186120" cy="1782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E3AA251-4D86-5C8A-627B-EDD61413A6CB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866460" y="6026240"/>
                  <a:ext cx="22176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D95A35C-23A7-08AE-AC74-9FF6D82C8816}"/>
                    </a:ext>
                  </a:extLst>
                </p14:cNvPr>
                <p14:cNvContentPartPr/>
                <p14:nvPr/>
              </p14:nvContentPartPr>
              <p14:xfrm>
                <a:off x="3099740" y="6029840"/>
                <a:ext cx="63720" cy="2278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D95A35C-23A7-08AE-AC74-9FF6D82C881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081740" y="6012200"/>
                  <a:ext cx="9936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AF5676C-98E1-2CE9-8840-353B564BF65C}"/>
                    </a:ext>
                  </a:extLst>
                </p14:cNvPr>
                <p14:cNvContentPartPr/>
                <p14:nvPr/>
              </p14:nvContentPartPr>
              <p14:xfrm>
                <a:off x="3135740" y="6037040"/>
                <a:ext cx="73800" cy="1267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AF5676C-98E1-2CE9-8840-353B564BF65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118100" y="6019040"/>
                  <a:ext cx="10944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864AA94-DFF6-DC7D-412C-37ED46CF9297}"/>
                    </a:ext>
                  </a:extLst>
                </p14:cNvPr>
                <p14:cNvContentPartPr/>
                <p14:nvPr/>
              </p14:nvContentPartPr>
              <p14:xfrm>
                <a:off x="3304940" y="6019400"/>
                <a:ext cx="97200" cy="2440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F864AA94-DFF6-DC7D-412C-37ED46CF929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287300" y="6001400"/>
                  <a:ext cx="132840" cy="27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674EA7B-3BB7-1F2D-BBD6-1F4E56A13804}"/>
              </a:ext>
            </a:extLst>
          </p:cNvPr>
          <p:cNvGrpSpPr/>
          <p:nvPr/>
        </p:nvGrpSpPr>
        <p:grpSpPr>
          <a:xfrm>
            <a:off x="1142780" y="2206280"/>
            <a:ext cx="1671840" cy="819000"/>
            <a:chOff x="1142780" y="2206280"/>
            <a:chExt cx="1671840" cy="81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0992124-7B9E-1DBF-18C8-FF38AD8E1C97}"/>
                    </a:ext>
                  </a:extLst>
                </p14:cNvPr>
                <p14:cNvContentPartPr/>
                <p14:nvPr/>
              </p14:nvContentPartPr>
              <p14:xfrm>
                <a:off x="1142780" y="2664920"/>
                <a:ext cx="177120" cy="2271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0992124-7B9E-1DBF-18C8-FF38AD8E1C9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124780" y="2646920"/>
                  <a:ext cx="21276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2EC0E54C-852B-BBC3-EA0E-16ABCDD6961F}"/>
                    </a:ext>
                  </a:extLst>
                </p14:cNvPr>
                <p14:cNvContentPartPr/>
                <p14:nvPr/>
              </p14:nvContentPartPr>
              <p14:xfrm>
                <a:off x="1359500" y="2711000"/>
                <a:ext cx="102240" cy="1094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2EC0E54C-852B-BBC3-EA0E-16ABCDD6961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341860" y="2693360"/>
                  <a:ext cx="1378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9568248-78ED-6CD4-EC11-FDA95D3AD70A}"/>
                    </a:ext>
                  </a:extLst>
                </p14:cNvPr>
                <p14:cNvContentPartPr/>
                <p14:nvPr/>
              </p14:nvContentPartPr>
              <p14:xfrm>
                <a:off x="1500620" y="2609120"/>
                <a:ext cx="124200" cy="1695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9568248-78ED-6CD4-EC11-FDA95D3AD70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482980" y="2591120"/>
                  <a:ext cx="15984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5AFFBF0-BCAB-9422-F338-E99CCD1F9407}"/>
                    </a:ext>
                  </a:extLst>
                </p14:cNvPr>
                <p14:cNvContentPartPr/>
                <p14:nvPr/>
              </p14:nvContentPartPr>
              <p14:xfrm>
                <a:off x="1663700" y="2436320"/>
                <a:ext cx="69120" cy="3445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5AFFBF0-BCAB-9422-F338-E99CCD1F940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645700" y="2418680"/>
                  <a:ext cx="104760" cy="38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EF6E587-0827-7238-0BAD-69D32C059F06}"/>
                    </a:ext>
                  </a:extLst>
                </p14:cNvPr>
                <p14:cNvContentPartPr/>
                <p14:nvPr/>
              </p14:nvContentPartPr>
              <p14:xfrm>
                <a:off x="1609340" y="2538200"/>
                <a:ext cx="128520" cy="543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EF6E587-0827-7238-0BAD-69D32C059F0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591340" y="2520560"/>
                  <a:ext cx="16416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C6AD022C-2C11-1CB6-8657-5490E2292CD4}"/>
                    </a:ext>
                  </a:extLst>
                </p14:cNvPr>
                <p14:cNvContentPartPr/>
                <p14:nvPr/>
              </p14:nvContentPartPr>
              <p14:xfrm>
                <a:off x="1940180" y="2206280"/>
                <a:ext cx="97920" cy="8190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C6AD022C-2C11-1CB6-8657-5490E2292CD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922540" y="2188640"/>
                  <a:ext cx="133560" cy="85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08B3499-A659-1746-E431-4A4467C69201}"/>
                    </a:ext>
                  </a:extLst>
                </p14:cNvPr>
                <p14:cNvContentPartPr/>
                <p14:nvPr/>
              </p14:nvContentPartPr>
              <p14:xfrm>
                <a:off x="2216660" y="2493560"/>
                <a:ext cx="63000" cy="1206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08B3499-A659-1746-E431-4A4467C6920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198660" y="2475920"/>
                  <a:ext cx="9864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3D74958-A450-AF5E-ABF1-DDD5FC1D893F}"/>
                    </a:ext>
                  </a:extLst>
                </p14:cNvPr>
                <p14:cNvContentPartPr/>
                <p14:nvPr/>
              </p14:nvContentPartPr>
              <p14:xfrm>
                <a:off x="2202980" y="2525240"/>
                <a:ext cx="97560" cy="2527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3D74958-A450-AF5E-ABF1-DDD5FC1D893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184980" y="2507600"/>
                  <a:ext cx="13320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782778-1A1A-7DB5-1CD7-420F60DC6208}"/>
                    </a:ext>
                  </a:extLst>
                </p14:cNvPr>
                <p14:cNvContentPartPr/>
                <p14:nvPr/>
              </p14:nvContentPartPr>
              <p14:xfrm>
                <a:off x="2220620" y="2419040"/>
                <a:ext cx="97200" cy="1346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782778-1A1A-7DB5-1CD7-420F60DC620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202620" y="2401400"/>
                  <a:ext cx="13284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6E285BE-751B-9577-A2C7-6E758100FA9F}"/>
                    </a:ext>
                  </a:extLst>
                </p14:cNvPr>
                <p14:cNvContentPartPr/>
                <p14:nvPr/>
              </p14:nvContentPartPr>
              <p14:xfrm>
                <a:off x="2249060" y="2555840"/>
                <a:ext cx="87120" cy="1058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6E285BE-751B-9577-A2C7-6E758100FA9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231060" y="2538200"/>
                  <a:ext cx="12276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251EFC3-E387-58FB-DB52-8EF7CCC12393}"/>
                    </a:ext>
                  </a:extLst>
                </p14:cNvPr>
                <p14:cNvContentPartPr/>
                <p14:nvPr/>
              </p14:nvContentPartPr>
              <p14:xfrm>
                <a:off x="2283260" y="2646920"/>
                <a:ext cx="118800" cy="1195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251EFC3-E387-58FB-DB52-8EF7CCC12393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265620" y="2628920"/>
                  <a:ext cx="15444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396DE8A-43A5-1859-8BCB-1D534F44511C}"/>
                    </a:ext>
                  </a:extLst>
                </p14:cNvPr>
                <p14:cNvContentPartPr/>
                <p14:nvPr/>
              </p14:nvContentPartPr>
              <p14:xfrm>
                <a:off x="2402780" y="2540720"/>
                <a:ext cx="72000" cy="990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396DE8A-43A5-1859-8BCB-1D534F44511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384780" y="2523080"/>
                  <a:ext cx="10764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82F8ED3-3BA1-37C3-B8EB-4374A8B6C152}"/>
                    </a:ext>
                  </a:extLst>
                </p14:cNvPr>
                <p14:cNvContentPartPr/>
                <p14:nvPr/>
              </p14:nvContentPartPr>
              <p14:xfrm>
                <a:off x="2526260" y="2453600"/>
                <a:ext cx="68040" cy="1393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82F8ED3-3BA1-37C3-B8EB-4374A8B6C15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508260" y="2435600"/>
                  <a:ext cx="10368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0AE104D-E047-D565-4C24-026CA6713480}"/>
                    </a:ext>
                  </a:extLst>
                </p14:cNvPr>
                <p14:cNvContentPartPr/>
                <p14:nvPr/>
              </p14:nvContentPartPr>
              <p14:xfrm>
                <a:off x="2645780" y="2429120"/>
                <a:ext cx="76320" cy="802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0AE104D-E047-D565-4C24-026CA671348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627780" y="2411480"/>
                  <a:ext cx="1119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199D78C-31C4-6F65-C51F-9FFA87CE54D6}"/>
                    </a:ext>
                  </a:extLst>
                </p14:cNvPr>
                <p14:cNvContentPartPr/>
                <p14:nvPr/>
              </p14:nvContentPartPr>
              <p14:xfrm>
                <a:off x="2745860" y="2285840"/>
                <a:ext cx="68760" cy="1612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199D78C-31C4-6F65-C51F-9FFA87CE54D6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727860" y="2267840"/>
                  <a:ext cx="104400" cy="196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7711365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462C1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1738</TotalTime>
  <Words>3787</Words>
  <Application>Microsoft Office PowerPoint</Application>
  <PresentationFormat>Widescreen</PresentationFormat>
  <Paragraphs>491</Paragraphs>
  <Slides>77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77</vt:i4>
      </vt:variant>
    </vt:vector>
  </HeadingPairs>
  <TitlesOfParts>
    <vt:vector size="84" baseType="lpstr">
      <vt:lpstr>Arial</vt:lpstr>
      <vt:lpstr>Calibri</vt:lpstr>
      <vt:lpstr>Cambria Math</vt:lpstr>
      <vt:lpstr>PT Sans</vt:lpstr>
      <vt:lpstr>Symbol</vt:lpstr>
      <vt:lpstr>Times New Roman</vt:lpstr>
      <vt:lpstr>Office Theme</vt:lpstr>
      <vt:lpstr>ECE 105: Introduction to Electrical Engineering</vt:lpstr>
      <vt:lpstr>Timeframe</vt:lpstr>
      <vt:lpstr>Timeframe</vt:lpstr>
      <vt:lpstr>Why Deep Neural Networks?</vt:lpstr>
      <vt:lpstr>What’s so deep about Deep Neural Networks?</vt:lpstr>
      <vt:lpstr>Fundamental Unit of a Neural Network</vt:lpstr>
      <vt:lpstr>Fundamental Unit of a Neural Network</vt:lpstr>
      <vt:lpstr>PowerPoint Presentation</vt:lpstr>
      <vt:lpstr>Fundamental Unit of a Neural Network</vt:lpstr>
      <vt:lpstr>Fundamental Unit of a Neural Network</vt:lpstr>
      <vt:lpstr>Activation functions of a Neural Network</vt:lpstr>
      <vt:lpstr>Activation functions of a Neural Network</vt:lpstr>
      <vt:lpstr>Operation of a neural network</vt:lpstr>
      <vt:lpstr>Operation of a neural network</vt:lpstr>
      <vt:lpstr>PowerPoint Presentation</vt:lpstr>
      <vt:lpstr>Training of an Artificial Neural Network</vt:lpstr>
      <vt:lpstr>Training of an Artificial Neural Network</vt:lpstr>
      <vt:lpstr>Training of an Artificial Neural Network</vt:lpstr>
      <vt:lpstr>Handwriting Recognition</vt:lpstr>
      <vt:lpstr>Approach</vt:lpstr>
      <vt:lpstr>Perceptron</vt:lpstr>
      <vt:lpstr>What can we answer with a perceptron?</vt:lpstr>
      <vt:lpstr>How would we decide this?</vt:lpstr>
      <vt:lpstr>How would we decide this?</vt:lpstr>
      <vt:lpstr>How would we decide this?</vt:lpstr>
      <vt:lpstr>Addition of other nodes increases complexity</vt:lpstr>
      <vt:lpstr>How does information change through layers?</vt:lpstr>
      <vt:lpstr>Perceptrons</vt:lpstr>
      <vt:lpstr>Perceptrons</vt:lpstr>
      <vt:lpstr>PowerPoint Presentation</vt:lpstr>
      <vt:lpstr>PowerPoint Presentation</vt:lpstr>
      <vt:lpstr>Perceptrons</vt:lpstr>
      <vt:lpstr>Perceptrons for logical functions?</vt:lpstr>
      <vt:lpstr>AND gate</vt:lpstr>
      <vt:lpstr>AND gate</vt:lpstr>
      <vt:lpstr>AND gate</vt:lpstr>
      <vt:lpstr>AND gate</vt:lpstr>
      <vt:lpstr>OR gate</vt:lpstr>
      <vt:lpstr>NAND gate</vt:lpstr>
      <vt:lpstr>So are perceptrons just more complex NAND gates?</vt:lpstr>
      <vt:lpstr>Sigmoid Neurons</vt:lpstr>
      <vt:lpstr>Sigmoid Neurons</vt:lpstr>
      <vt:lpstr>Sigmoid Neurons</vt:lpstr>
      <vt:lpstr>Sigmoid Neurons</vt:lpstr>
      <vt:lpstr>Sigmoid Neurons</vt:lpstr>
      <vt:lpstr>Similarities between Perceptrons and Sigmoids</vt:lpstr>
      <vt:lpstr>Why is smoothness crucial?</vt:lpstr>
      <vt:lpstr>Sigmoid Neurons</vt:lpstr>
      <vt:lpstr>Sigmoid Neurons</vt:lpstr>
      <vt:lpstr>Neural Network Architecture</vt:lpstr>
      <vt:lpstr>Four Layer Neural Network</vt:lpstr>
      <vt:lpstr>How do we design our Neural Network Topology?</vt:lpstr>
      <vt:lpstr>How do we design our Neural Network Topology?</vt:lpstr>
      <vt:lpstr>How do we design our Neural Network Topology?</vt:lpstr>
      <vt:lpstr>How do we design our Neural Network Topology?</vt:lpstr>
      <vt:lpstr>How do we design our Neural Network Topology?</vt:lpstr>
      <vt:lpstr>Aside: Recurrent Neural Networks</vt:lpstr>
      <vt:lpstr>Getting back to handwriting</vt:lpstr>
      <vt:lpstr>An ANN for Handwriting</vt:lpstr>
      <vt:lpstr>An ANN for Handwriting</vt:lpstr>
      <vt:lpstr>An ANN for Handwriting</vt:lpstr>
      <vt:lpstr>How does the hidden layer neuron find a specific image?</vt:lpstr>
      <vt:lpstr>Let’s do a simple example</vt:lpstr>
      <vt:lpstr>Let’s do a simple example</vt:lpstr>
      <vt:lpstr>Back to the task at hand</vt:lpstr>
      <vt:lpstr>Other hidden layer neurons could then be detecting other images</vt:lpstr>
      <vt:lpstr>Other hidden layer neurons could then be detecting other images</vt:lpstr>
      <vt:lpstr>Learning how Artificial Neural Networks Learn with your Biological Neural network</vt:lpstr>
      <vt:lpstr>How to train your artificial neural network</vt:lpstr>
      <vt:lpstr>How to train your artificial neural network</vt:lpstr>
      <vt:lpstr>How to train your artificial neural network</vt:lpstr>
      <vt:lpstr>Cost Function</vt:lpstr>
      <vt:lpstr>Cost Function</vt:lpstr>
      <vt:lpstr>Gradient Descent</vt:lpstr>
      <vt:lpstr>Minimization</vt:lpstr>
      <vt:lpstr>Example gradient descent </vt:lpstr>
      <vt:lpstr>Example gradient descent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Yasser Khan</dc:creator>
  <cp:lastModifiedBy>Yasser Khan</cp:lastModifiedBy>
  <cp:revision>11</cp:revision>
  <dcterms:created xsi:type="dcterms:W3CDTF">2025-10-29T20:32:48Z</dcterms:created>
  <dcterms:modified xsi:type="dcterms:W3CDTF">2026-04-07T22:19:07Z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2024-11-05T00:00:00Z</vt:filetime>
  </property>
  <property fmtid="{D5CDD505-2E9C-101B-9397-08002B2CF9AE}" pid="3" name="Creator">
    <vt:lpwstr>Microsoft® PowerPoint® for Microsoft 365</vt:lpwstr>
  </property>
  <property fmtid="{D5CDD505-2E9C-101B-9397-08002B2CF9AE}" pid="4" name="LastSaved">
    <vt:filetime>2025-10-29T00:00:00Z</vt:filetime>
  </property>
  <property fmtid="{D5CDD505-2E9C-101B-9397-08002B2CF9AE}" pid="5" name="Producer">
    <vt:lpwstr>Microsoft® PowerPoint® for Microsoft 365</vt:lpwstr>
  </property>
</Properties>
</file>